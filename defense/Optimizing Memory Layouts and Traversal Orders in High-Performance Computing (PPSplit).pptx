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7.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9.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0.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1.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3.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14.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notesSlides/notesSlide15.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16.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notesSlides/notesSlide17.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18.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notesSlides/notesSlide19.xml" ContentType="application/vnd.openxmlformats-officedocument.presentationml.notesSlid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notesSlides/notesSlide20.xml" ContentType="application/vnd.openxmlformats-officedocument.presentationml.notesSlide+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notesSlides/notesSlide21.xml" ContentType="application/vnd.openxmlformats-officedocument.presentationml.notesSlide+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notesSlides/notesSlide22.xml" ContentType="application/vnd.openxmlformats-officedocument.presentationml.notesSlide+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notesSlides/notesSlide23.xml" ContentType="application/vnd.openxmlformats-officedocument.presentationml.notesSlide+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notesSlides/notesSlide24.xml" ContentType="application/vnd.openxmlformats-officedocument.presentationml.notesSlide+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25.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notesSlides/notesSlide26.xml" ContentType="application/vnd.openxmlformats-officedocument.presentationml.notesSlide+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27.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notesSlides/notesSlide28.xml" ContentType="application/vnd.openxmlformats-officedocument.presentationml.notesSlide+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notesSlides/notesSlide29.xml" ContentType="application/vnd.openxmlformats-officedocument.presentationml.notesSlide+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notesSlides/notesSlide30.xml" ContentType="application/vnd.openxmlformats-officedocument.presentationml.notesSlide+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notesSlides/notesSlide31.xml" ContentType="application/vnd.openxmlformats-officedocument.presentationml.notesSlide+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notesSlides/notesSlide32.xml" ContentType="application/vnd.openxmlformats-officedocument.presentationml.notesSlide+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notesSlides/notesSlide33.xml" ContentType="application/vnd.openxmlformats-officedocument.presentationml.notesSlide+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notesSlides/notesSlide34.xml" ContentType="application/vnd.openxmlformats-officedocument.presentationml.notesSlide+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notesSlides/notesSlide35.xml" ContentType="application/vnd.openxmlformats-officedocument.presentationml.notesSlide+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notesSlides/notesSlide36.xml" ContentType="application/vnd.openxmlformats-officedocument.presentationml.notesSlide+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notesSlides/notesSlide37.xml" ContentType="application/vnd.openxmlformats-officedocument.presentationml.notesSlide+xml"/>
  <Override PartName="/ppt/tags/tag609.xml" ContentType="application/vnd.openxmlformats-officedocument.presentationml.tags+xml"/>
  <Override PartName="/ppt/notesSlides/notesSlide38.xml" ContentType="application/vnd.openxmlformats-officedocument.presentationml.notesSlide+xml"/>
  <Override PartName="/ppt/tags/tag610.xml" ContentType="application/vnd.openxmlformats-officedocument.presentationml.tags+xml"/>
  <Override PartName="/ppt/notesSlides/notesSlide39.xml" ContentType="application/vnd.openxmlformats-officedocument.presentationml.notesSlide+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notesSlides/notesSlide40.xml" ContentType="application/vnd.openxmlformats-officedocument.presentationml.notesSlide+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notesSlides/notesSlide41.xml" ContentType="application/vnd.openxmlformats-officedocument.presentationml.notesSlide+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notesSlides/notesSlide42.xml" ContentType="application/vnd.openxmlformats-officedocument.presentationml.notesSlide+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notesSlides/notesSlide43.xml" ContentType="application/vnd.openxmlformats-officedocument.presentationml.notesSlide+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notesSlides/notesSlide44.xml" ContentType="application/vnd.openxmlformats-officedocument.presentationml.notesSlide+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notesSlides/notesSlide45.xml" ContentType="application/vnd.openxmlformats-officedocument.presentationml.notesSlide+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notesSlides/notesSlide46.xml" ContentType="application/vnd.openxmlformats-officedocument.presentationml.notesSlide+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notesSlides/notesSlide47.xml" ContentType="application/vnd.openxmlformats-officedocument.presentationml.notesSlide+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notesSlides/notesSlide48.xml" ContentType="application/vnd.openxmlformats-officedocument.presentationml.notesSlide+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notesSlides/notesSlide49.xml" ContentType="application/vnd.openxmlformats-officedocument.presentationml.notesSlide+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notesSlides/notesSlide50.xml" ContentType="application/vnd.openxmlformats-officedocument.presentationml.notesSlide+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notesSlides/notesSlide51.xml" ContentType="application/vnd.openxmlformats-officedocument.presentationml.notesSlide+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notesSlides/notesSlide52.xml" ContentType="application/vnd.openxmlformats-officedocument.presentationml.notesSlide+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notesSlides/notesSlide53.xml" ContentType="application/vnd.openxmlformats-officedocument.presentationml.notesSlide+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notesSlides/notesSlide54.xml" ContentType="application/vnd.openxmlformats-officedocument.presentationml.notesSlide+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notesSlides/notesSlide55.xml" ContentType="application/vnd.openxmlformats-officedocument.presentationml.notesSlide+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notesSlides/notesSlide56.xml" ContentType="application/vnd.openxmlformats-officedocument.presentationml.notesSlide+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notesSlides/notesSlide57.xml" ContentType="application/vnd.openxmlformats-officedocument.presentationml.notesSlide+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notesSlides/notesSlide58.xml" ContentType="application/vnd.openxmlformats-officedocument.presentationml.notesSlide+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notesSlides/notesSlide59.xml" ContentType="application/vnd.openxmlformats-officedocument.presentationml.notesSlide+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notesSlides/notesSlide60.xml" ContentType="application/vnd.openxmlformats-officedocument.presentationml.notesSlide+xml"/>
  <Override PartName="/ppt/tags/tag951.xml" ContentType="application/vnd.openxmlformats-officedocument.presentationml.tags+xml"/>
  <Override PartName="/ppt/notesSlides/notesSlide61.xml" ContentType="application/vnd.openxmlformats-officedocument.presentationml.notesSlide+xml"/>
  <Override PartName="/ppt/tags/tag952.xml" ContentType="application/vnd.openxmlformats-officedocument.presentationml.tags+xml"/>
  <Override PartName="/ppt/notesSlides/notesSlide62.xml" ContentType="application/vnd.openxmlformats-officedocument.presentationml.notesSlide+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notesSlides/notesSlide63.xml" ContentType="application/vnd.openxmlformats-officedocument.presentationml.notesSlide+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notesSlides/notesSlide64.xml" ContentType="application/vnd.openxmlformats-officedocument.presentationml.notesSlide+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notesSlides/notesSlide65.xml" ContentType="application/vnd.openxmlformats-officedocument.presentationml.notesSlide+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notesSlides/notesSlide66.xml" ContentType="application/vnd.openxmlformats-officedocument.presentationml.notesSlide+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notesSlides/notesSlide67.xml" ContentType="application/vnd.openxmlformats-officedocument.presentationml.notesSlide+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notesSlides/notesSlide68.xml" ContentType="application/vnd.openxmlformats-officedocument.presentationml.notesSlide+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notesSlides/notesSlide69.xml" ContentType="application/vnd.openxmlformats-officedocument.presentationml.notesSlide+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notesSlides/notesSlide70.xml" ContentType="application/vnd.openxmlformats-officedocument.presentationml.notesSlide+xml"/>
  <Override PartName="/ppt/tags/tag1025.xml" ContentType="application/vnd.openxmlformats-officedocument.presentationml.tags+xml"/>
  <Override PartName="/ppt/notesSlides/notesSlide71.xml" ContentType="application/vnd.openxmlformats-officedocument.presentationml.notesSlide+xml"/>
  <Override PartName="/ppt/tags/tag1026.xml" ContentType="application/vnd.openxmlformats-officedocument.presentationml.tags+xml"/>
  <Override PartName="/ppt/notesSlides/notesSlide72.xml" ContentType="application/vnd.openxmlformats-officedocument.presentationml.notesSlide+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notesSlides/notesSlide73.xml" ContentType="application/vnd.openxmlformats-officedocument.presentationml.notesSlide+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notesSlides/notesSlide74.xml" ContentType="application/vnd.openxmlformats-officedocument.presentationml.notesSlide+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notesSlides/notesSlide75.xml" ContentType="application/vnd.openxmlformats-officedocument.presentationml.notesSlide+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notesSlides/notesSlide76.xml" ContentType="application/vnd.openxmlformats-officedocument.presentationml.notesSlide+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notesSlides/notesSlide77.xml" ContentType="application/vnd.openxmlformats-officedocument.presentationml.notesSlide+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notesSlides/notesSlide78.xml" ContentType="application/vnd.openxmlformats-officedocument.presentationml.notesSlide+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notesSlides/notesSlide79.xml" ContentType="application/vnd.openxmlformats-officedocument.presentationml.notesSlide+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notesSlides/notesSlide80.xml" ContentType="application/vnd.openxmlformats-officedocument.presentationml.notesSlide+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notesSlides/notesSlide81.xml" ContentType="application/vnd.openxmlformats-officedocument.presentationml.notesSlide+xml"/>
  <Override PartName="/ppt/tags/tag1159.xml" ContentType="application/vnd.openxmlformats-officedocument.presentationml.tags+xml"/>
  <Override PartName="/ppt/notesSlides/notesSlide82.xml" ContentType="application/vnd.openxmlformats-officedocument.presentationml.notesSlide+xml"/>
  <Override PartName="/ppt/tags/tag1160.xml" ContentType="application/vnd.openxmlformats-officedocument.presentationml.tags+xml"/>
  <Override PartName="/ppt/notesSlides/notesSlide83.xml" ContentType="application/vnd.openxmlformats-officedocument.presentationml.notesSlide+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notesSlides/notesSlide84.xml" ContentType="application/vnd.openxmlformats-officedocument.presentationml.notesSlide+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notesSlides/notesSlide85.xml" ContentType="application/vnd.openxmlformats-officedocument.presentationml.notesSlide+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notesSlides/notesSlide86.xml" ContentType="application/vnd.openxmlformats-officedocument.presentationml.notesSlide+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notesSlides/notesSlide87.xml" ContentType="application/vnd.openxmlformats-officedocument.presentationml.notesSlide+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notesSlides/notesSlide88.xml" ContentType="application/vnd.openxmlformats-officedocument.presentationml.notesSlide+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notesSlides/notesSlide89.xml" ContentType="application/vnd.openxmlformats-officedocument.presentationml.notesSlide+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notesSlides/notesSlide90.xml" ContentType="application/vnd.openxmlformats-officedocument.presentationml.notesSlide+xml"/>
  <Override PartName="/ppt/tags/tag1254.xml" ContentType="application/vnd.openxmlformats-officedocument.presentationml.tags+xml"/>
  <Override PartName="/ppt/notesSlides/notesSlide91.xml" ContentType="application/vnd.openxmlformats-officedocument.presentationml.notesSlide+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notesSlides/notesSlide92.xml" ContentType="application/vnd.openxmlformats-officedocument.presentationml.notesSlide+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notesSlides/notesSlide93.xml" ContentType="application/vnd.openxmlformats-officedocument.presentationml.notesSlide+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notesSlides/notesSlide94.xml" ContentType="application/vnd.openxmlformats-officedocument.presentationml.notesSlide+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notesSlides/notesSlide95.xml" ContentType="application/vnd.openxmlformats-officedocument.presentationml.notesSlide+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notesSlides/notesSlide96.xml" ContentType="application/vnd.openxmlformats-officedocument.presentationml.notesSlide+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notesSlides/notesSlide97.xml" ContentType="application/vnd.openxmlformats-officedocument.presentationml.notesSlide+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notesSlides/notesSlide98.xml" ContentType="application/vnd.openxmlformats-officedocument.presentationml.notesSlide+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notesSlides/notesSlide99.xml" ContentType="application/vnd.openxmlformats-officedocument.presentationml.notesSlide+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notesSlides/notesSlide100.xml" ContentType="application/vnd.openxmlformats-officedocument.presentationml.notesSlide+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notesSlides/notesSlide101.xml" ContentType="application/vnd.openxmlformats-officedocument.presentationml.notesSlide+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notesSlides/notesSlide102.xml" ContentType="application/vnd.openxmlformats-officedocument.presentationml.notesSlide+xml"/>
  <Override PartName="/ppt/tags/tag1535.xml" ContentType="application/vnd.openxmlformats-officedocument.presentationml.tags+xml"/>
  <Override PartName="/ppt/notesSlides/notesSlide103.xml" ContentType="application/vnd.openxmlformats-officedocument.presentationml.notesSlide+xml"/>
  <Override PartName="/ppt/tags/tag1536.xml" ContentType="application/vnd.openxmlformats-officedocument.presentationml.tags+xml"/>
  <Override PartName="/ppt/notesSlides/notesSlide104.xml" ContentType="application/vnd.openxmlformats-officedocument.presentationml.notesSlide+xml"/>
  <Override PartName="/ppt/tags/tag1537.xml" ContentType="application/vnd.openxmlformats-officedocument.presentationml.tags+xml"/>
  <Override PartName="/ppt/notesSlides/notesSlide105.xml" ContentType="application/vnd.openxmlformats-officedocument.presentationml.notesSlide+xml"/>
  <Override PartName="/ppt/tags/tag1538.xml" ContentType="application/vnd.openxmlformats-officedocument.presentationml.tags+xml"/>
  <Override PartName="/ppt/notesSlides/notesSlide106.xml" ContentType="application/vnd.openxmlformats-officedocument.presentationml.notesSlide+xml"/>
  <Override PartName="/ppt/tags/tag1539.xml" ContentType="application/vnd.openxmlformats-officedocument.presentationml.tags+xml"/>
  <Override PartName="/ppt/notesSlides/notesSlide107.xml" ContentType="application/vnd.openxmlformats-officedocument.presentationml.notesSlide+xml"/>
  <Override PartName="/ppt/tags/tag1540.xml" ContentType="application/vnd.openxmlformats-officedocument.presentationml.tags+xml"/>
  <Override PartName="/ppt/notesSlides/notesSlide108.xml" ContentType="application/vnd.openxmlformats-officedocument.presentationml.notesSlide+xml"/>
  <Override PartName="/ppt/tags/tag1541.xml" ContentType="application/vnd.openxmlformats-officedocument.presentationml.tags+xml"/>
  <Override PartName="/ppt/notesSlides/notesSlide109.xml" ContentType="application/vnd.openxmlformats-officedocument.presentationml.notesSlide+xml"/>
  <Override PartName="/ppt/tags/tag1542.xml" ContentType="application/vnd.openxmlformats-officedocument.presentationml.tags+xml"/>
  <Override PartName="/ppt/notesSlides/notesSlide110.xml" ContentType="application/vnd.openxmlformats-officedocument.presentationml.notesSlide+xml"/>
  <Override PartName="/ppt/tags/tag1543.xml" ContentType="application/vnd.openxmlformats-officedocument.presentationml.tags+xml"/>
  <Override PartName="/ppt/notesSlides/notesSlide111.xml" ContentType="application/vnd.openxmlformats-officedocument.presentationml.notesSlide+xml"/>
  <Override PartName="/ppt/tags/tag1544.xml" ContentType="application/vnd.openxmlformats-officedocument.presentationml.tags+xml"/>
  <Override PartName="/ppt/notesSlides/notesSlide112.xml" ContentType="application/vnd.openxmlformats-officedocument.presentationml.notesSlide+xml"/>
  <Override PartName="/ppt/tags/tag1545.xml" ContentType="application/vnd.openxmlformats-officedocument.presentationml.tags+xml"/>
  <Override PartName="/ppt/notesSlides/notesSlide113.xml" ContentType="application/vnd.openxmlformats-officedocument.presentationml.notesSlide+xml"/>
  <Override PartName="/ppt/tags/tag1546.xml" ContentType="application/vnd.openxmlformats-officedocument.presentationml.tags+xml"/>
  <Override PartName="/ppt/notesSlides/notesSlide114.xml" ContentType="application/vnd.openxmlformats-officedocument.presentationml.notesSlide+xml"/>
  <Override PartName="/ppt/tags/tag1547.xml" ContentType="application/vnd.openxmlformats-officedocument.presentationml.tags+xml"/>
  <Override PartName="/ppt/notesSlides/notesSlide115.xml" ContentType="application/vnd.openxmlformats-officedocument.presentationml.notesSlide+xml"/>
  <Override PartName="/ppt/tags/tag1548.xml" ContentType="application/vnd.openxmlformats-officedocument.presentationml.tags+xml"/>
  <Override PartName="/ppt/notesSlides/notesSlide116.xml" ContentType="application/vnd.openxmlformats-officedocument.presentationml.notesSlide+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notesSlides/notesSlide117.xml" ContentType="application/vnd.openxmlformats-officedocument.presentationml.notesSlide+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notesSlides/notesSlide118.xml" ContentType="application/vnd.openxmlformats-officedocument.presentationml.notesSlide+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notesSlides/notesSlide119.xml" ContentType="application/vnd.openxmlformats-officedocument.presentationml.notesSlide+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notesSlides/notesSlide120.xml" ContentType="application/vnd.openxmlformats-officedocument.presentationml.notesSlide+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notesSlides/notesSlide121.xml" ContentType="application/vnd.openxmlformats-officedocument.presentationml.notesSlide+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notesSlides/notesSlide122.xml" ContentType="application/vnd.openxmlformats-officedocument.presentationml.notesSlide+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6" r:id="rId2"/>
    <p:sldId id="334" r:id="rId3"/>
    <p:sldId id="335"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358" r:id="rId27"/>
    <p:sldId id="359" r:id="rId28"/>
    <p:sldId id="360" r:id="rId29"/>
    <p:sldId id="361" r:id="rId30"/>
    <p:sldId id="362" r:id="rId31"/>
    <p:sldId id="363" r:id="rId32"/>
    <p:sldId id="364" r:id="rId33"/>
    <p:sldId id="365" r:id="rId34"/>
    <p:sldId id="366" r:id="rId35"/>
    <p:sldId id="367" r:id="rId36"/>
    <p:sldId id="368" r:id="rId37"/>
    <p:sldId id="369" r:id="rId38"/>
    <p:sldId id="278" r:id="rId39"/>
    <p:sldId id="325" r:id="rId40"/>
    <p:sldId id="370" r:id="rId41"/>
    <p:sldId id="371" r:id="rId42"/>
    <p:sldId id="372" r:id="rId43"/>
    <p:sldId id="373" r:id="rId44"/>
    <p:sldId id="374" r:id="rId45"/>
    <p:sldId id="375" r:id="rId46"/>
    <p:sldId id="376" r:id="rId47"/>
    <p:sldId id="377" r:id="rId48"/>
    <p:sldId id="378" r:id="rId49"/>
    <p:sldId id="379" r:id="rId50"/>
    <p:sldId id="380" r:id="rId51"/>
    <p:sldId id="381" r:id="rId52"/>
    <p:sldId id="382" r:id="rId53"/>
    <p:sldId id="383" r:id="rId54"/>
    <p:sldId id="384" r:id="rId55"/>
    <p:sldId id="385" r:id="rId56"/>
    <p:sldId id="386" r:id="rId57"/>
    <p:sldId id="387" r:id="rId58"/>
    <p:sldId id="388" r:id="rId59"/>
    <p:sldId id="389" r:id="rId60"/>
    <p:sldId id="390" r:id="rId61"/>
    <p:sldId id="279" r:id="rId62"/>
    <p:sldId id="324" r:id="rId63"/>
    <p:sldId id="391" r:id="rId64"/>
    <p:sldId id="392" r:id="rId65"/>
    <p:sldId id="393" r:id="rId66"/>
    <p:sldId id="394" r:id="rId67"/>
    <p:sldId id="395" r:id="rId68"/>
    <p:sldId id="396" r:id="rId69"/>
    <p:sldId id="397" r:id="rId70"/>
    <p:sldId id="398" r:id="rId71"/>
    <p:sldId id="302" r:id="rId72"/>
    <p:sldId id="280" r:id="rId73"/>
    <p:sldId id="399" r:id="rId74"/>
    <p:sldId id="400" r:id="rId75"/>
    <p:sldId id="401" r:id="rId76"/>
    <p:sldId id="402" r:id="rId77"/>
    <p:sldId id="403" r:id="rId78"/>
    <p:sldId id="404" r:id="rId79"/>
    <p:sldId id="405" r:id="rId80"/>
    <p:sldId id="406" r:id="rId81"/>
    <p:sldId id="407" r:id="rId82"/>
    <p:sldId id="291" r:id="rId83"/>
    <p:sldId id="306" r:id="rId84"/>
    <p:sldId id="408" r:id="rId85"/>
    <p:sldId id="409" r:id="rId86"/>
    <p:sldId id="410" r:id="rId87"/>
    <p:sldId id="411" r:id="rId88"/>
    <p:sldId id="412" r:id="rId89"/>
    <p:sldId id="413" r:id="rId90"/>
    <p:sldId id="414" r:id="rId91"/>
    <p:sldId id="309" r:id="rId92"/>
    <p:sldId id="415" r:id="rId93"/>
    <p:sldId id="416" r:id="rId94"/>
    <p:sldId id="417" r:id="rId95"/>
    <p:sldId id="418" r:id="rId96"/>
    <p:sldId id="419" r:id="rId97"/>
    <p:sldId id="420" r:id="rId98"/>
    <p:sldId id="421" r:id="rId99"/>
    <p:sldId id="422" r:id="rId100"/>
    <p:sldId id="423" r:id="rId101"/>
    <p:sldId id="424" r:id="rId102"/>
    <p:sldId id="425" r:id="rId103"/>
    <p:sldId id="312" r:id="rId104"/>
    <p:sldId id="262" r:id="rId105"/>
    <p:sldId id="327" r:id="rId106"/>
    <p:sldId id="328" r:id="rId107"/>
    <p:sldId id="331" r:id="rId108"/>
    <p:sldId id="329" r:id="rId109"/>
    <p:sldId id="330" r:id="rId110"/>
    <p:sldId id="320" r:id="rId111"/>
    <p:sldId id="318" r:id="rId112"/>
    <p:sldId id="332" r:id="rId113"/>
    <p:sldId id="319" r:id="rId114"/>
    <p:sldId id="333" r:id="rId115"/>
    <p:sldId id="317" r:id="rId116"/>
    <p:sldId id="321" r:id="rId117"/>
    <p:sldId id="426" r:id="rId118"/>
    <p:sldId id="427" r:id="rId119"/>
    <p:sldId id="428" r:id="rId120"/>
    <p:sldId id="429" r:id="rId121"/>
    <p:sldId id="430" r:id="rId122"/>
    <p:sldId id="431" r:id="rId123"/>
    <p:sldId id="432" r:id="rId124"/>
  </p:sldIdLst>
  <p:sldSz cx="12192000" cy="6858000"/>
  <p:notesSz cx="9313863"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3DA01B-4D9B-48A0-906B-75ADFA7BB1A7}">
          <p14:sldIdLst>
            <p14:sldId id="256"/>
            <p14:sldId id="334"/>
            <p14:sldId id="335"/>
            <p14:sldId id="336"/>
            <p14:sldId id="337"/>
            <p14:sldId id="338"/>
            <p14:sldId id="339"/>
            <p14:sldId id="340"/>
            <p14:sldId id="341"/>
            <p14:sldId id="342"/>
            <p14:sldId id="343"/>
          </p14:sldIdLst>
        </p14:section>
        <p14:section name="algorithms" id="{7894E90A-E282-4867-82A4-369CDB973E4E}">
          <p14:sldIdLst>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278"/>
            <p14:sldId id="325"/>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279"/>
            <p14:sldId id="324"/>
            <p14:sldId id="391"/>
            <p14:sldId id="392"/>
            <p14:sldId id="393"/>
            <p14:sldId id="394"/>
            <p14:sldId id="395"/>
            <p14:sldId id="396"/>
            <p14:sldId id="397"/>
            <p14:sldId id="398"/>
            <p14:sldId id="302"/>
            <p14:sldId id="280"/>
            <p14:sldId id="399"/>
            <p14:sldId id="400"/>
            <p14:sldId id="401"/>
          </p14:sldIdLst>
        </p14:section>
        <p14:section name="llms" id="{2FE3CF17-CBFB-48E9-A3BF-DD99B7D2F01E}">
          <p14:sldIdLst>
            <p14:sldId id="402"/>
            <p14:sldId id="403"/>
            <p14:sldId id="404"/>
            <p14:sldId id="405"/>
            <p14:sldId id="406"/>
            <p14:sldId id="407"/>
            <p14:sldId id="291"/>
            <p14:sldId id="306"/>
            <p14:sldId id="408"/>
            <p14:sldId id="409"/>
            <p14:sldId id="410"/>
            <p14:sldId id="411"/>
            <p14:sldId id="412"/>
            <p14:sldId id="413"/>
            <p14:sldId id="414"/>
            <p14:sldId id="309"/>
          </p14:sldIdLst>
        </p14:section>
        <p14:section name="summary" id="{D3BAAF83-51D3-4EFD-B7CC-7BA6DAC4A838}">
          <p14:sldIdLst>
            <p14:sldId id="415"/>
            <p14:sldId id="416"/>
            <p14:sldId id="417"/>
            <p14:sldId id="418"/>
            <p14:sldId id="419"/>
            <p14:sldId id="420"/>
            <p14:sldId id="421"/>
            <p14:sldId id="422"/>
            <p14:sldId id="423"/>
            <p14:sldId id="424"/>
            <p14:sldId id="425"/>
            <p14:sldId id="312"/>
          </p14:sldIdLst>
        </p14:section>
        <p14:section name="Review comments and questions" id="{40190F67-0659-405D-810E-4AC194B72FA5}">
          <p14:sldIdLst>
            <p14:sldId id="262"/>
            <p14:sldId id="327"/>
            <p14:sldId id="328"/>
            <p14:sldId id="331"/>
            <p14:sldId id="329"/>
            <p14:sldId id="330"/>
            <p14:sldId id="320"/>
            <p14:sldId id="318"/>
            <p14:sldId id="332"/>
            <p14:sldId id="319"/>
            <p14:sldId id="333"/>
            <p14:sldId id="317"/>
            <p14:sldId id="321"/>
          </p14:sldIdLst>
        </p14:section>
        <p14:section name="supplementary" id="{5D95F6E9-DF15-476C-BE69-BBEF48AA8B86}">
          <p14:sldIdLst>
            <p14:sldId id="426"/>
            <p14:sldId id="427"/>
            <p14:sldId id="428"/>
            <p14:sldId id="429"/>
            <p14:sldId id="430"/>
            <p14:sldId id="431"/>
            <p14:sldId id="4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5450"/>
    <a:srgbClr val="FFFFFF"/>
    <a:srgbClr val="82B366"/>
    <a:srgbClr val="6C8EBF"/>
    <a:srgbClr val="DDDDDD"/>
    <a:srgbClr val="FBA9ED"/>
    <a:srgbClr val="BED6FA"/>
    <a:srgbClr val="B4D0FA"/>
    <a:srgbClr val="FEC842"/>
    <a:srgbClr val="FEC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44" autoAdjust="0"/>
    <p:restoredTop sz="80944" autoAdjust="0"/>
  </p:normalViewPr>
  <p:slideViewPr>
    <p:cSldViewPr snapToGrid="0">
      <p:cViewPr varScale="1">
        <p:scale>
          <a:sx n="129" d="100"/>
          <a:sy n="129" d="100"/>
        </p:scale>
        <p:origin x="3648" y="114"/>
      </p:cViewPr>
      <p:guideLst>
        <p:guide orient="horz" pos="2160"/>
        <p:guide pos="3840"/>
      </p:guideLst>
    </p:cSldViewPr>
  </p:slideViewPr>
  <p:outlineViewPr>
    <p:cViewPr>
      <p:scale>
        <a:sx n="33" d="100"/>
        <a:sy n="33" d="100"/>
      </p:scale>
      <p:origin x="0" y="-4716"/>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21" d="100"/>
          <a:sy n="121" d="100"/>
        </p:scale>
        <p:origin x="6804" y="9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36007"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75701" y="1"/>
            <a:ext cx="4036007" cy="344091"/>
          </a:xfrm>
          <a:prstGeom prst="rect">
            <a:avLst/>
          </a:prstGeom>
        </p:spPr>
        <p:txBody>
          <a:bodyPr vert="horz" lIns="91440" tIns="45720" rIns="91440" bIns="45720" rtlCol="0"/>
          <a:lstStyle>
            <a:lvl1pPr algn="r">
              <a:defRPr sz="1200"/>
            </a:lvl1pPr>
          </a:lstStyle>
          <a:p>
            <a:fld id="{34A5C982-A1C5-4AC2-B4BF-466515DA1494}" type="datetimeFigureOut">
              <a:rPr lang="en-US" smtClean="0"/>
              <a:t>9/7/2026</a:t>
            </a:fld>
            <a:endParaRPr lang="en-US"/>
          </a:p>
        </p:txBody>
      </p:sp>
      <p:sp>
        <p:nvSpPr>
          <p:cNvPr id="4" name="Slide Image Placeholder 3"/>
          <p:cNvSpPr>
            <a:spLocks noGrp="1" noRot="1" noChangeAspect="1"/>
          </p:cNvSpPr>
          <p:nvPr>
            <p:ph type="sldImg" idx="2"/>
          </p:nvPr>
        </p:nvSpPr>
        <p:spPr>
          <a:xfrm>
            <a:off x="2598738" y="857250"/>
            <a:ext cx="4116387"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1387" y="3300412"/>
            <a:ext cx="745109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4036007"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75701" y="6513910"/>
            <a:ext cx="4036007" cy="344090"/>
          </a:xfrm>
          <a:prstGeom prst="rect">
            <a:avLst/>
          </a:prstGeom>
        </p:spPr>
        <p:txBody>
          <a:bodyPr vert="horz" lIns="91440" tIns="45720" rIns="91440" bIns="45720" rtlCol="0" anchor="b"/>
          <a:lstStyle>
            <a:lvl1pPr algn="r">
              <a:defRPr sz="1200"/>
            </a:lvl1pPr>
          </a:lstStyle>
          <a:p>
            <a:fld id="{FA8FD632-245B-410D-BCC4-8BF8D37AB67F}" type="slidenum">
              <a:rPr lang="en-US" smtClean="0"/>
              <a:t>‹#›</a:t>
            </a:fld>
            <a:endParaRPr lang="en-US"/>
          </a:p>
        </p:txBody>
      </p:sp>
    </p:spTree>
    <p:extLst>
      <p:ext uri="{BB962C8B-B14F-4D97-AF65-F5344CB8AC3E}">
        <p14:creationId xmlns:p14="http://schemas.microsoft.com/office/powerpoint/2010/main" val="361035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Good morning,</a:t>
            </a:r>
          </a:p>
          <a:p>
            <a:r>
              <a:rPr lang="en-US" sz="1200" b="0" kern="1200" dirty="0">
                <a:solidFill>
                  <a:schemeClr val="tx1"/>
                </a:solidFill>
                <a:effectLst/>
                <a:latin typeface="+mn-lt"/>
                <a:ea typeface="+mn-ea"/>
                <a:cs typeface="+mn-cs"/>
              </a:rPr>
              <a:t>Esteemed members of the committee, I’d like to present you my research.</a:t>
            </a:r>
          </a:p>
        </p:txBody>
      </p:sp>
      <p:sp>
        <p:nvSpPr>
          <p:cNvPr id="4" name="Slide Number Placeholder 3"/>
          <p:cNvSpPr>
            <a:spLocks noGrp="1"/>
          </p:cNvSpPr>
          <p:nvPr>
            <p:ph type="sldNum" sz="quarter" idx="5"/>
          </p:nvPr>
        </p:nvSpPr>
        <p:spPr/>
        <p:txBody>
          <a:bodyPr/>
          <a:lstStyle/>
          <a:p>
            <a:fld id="{FA8FD632-245B-410D-BCC4-8BF8D37AB67F}" type="slidenum">
              <a:rPr lang="en-US" smtClean="0"/>
              <a:t>1</a:t>
            </a:fld>
            <a:endParaRPr lang="en-US" dirty="0"/>
          </a:p>
        </p:txBody>
      </p:sp>
    </p:spTree>
    <p:extLst>
      <p:ext uri="{BB962C8B-B14F-4D97-AF65-F5344CB8AC3E}">
        <p14:creationId xmlns:p14="http://schemas.microsoft.com/office/powerpoint/2010/main" val="1093630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2</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3</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4</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5</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6</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7</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8</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9</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10</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11</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12</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13</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14</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15</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16</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17</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18</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19</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20</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21</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22</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23</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24</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25</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26</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27</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28</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29</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30</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31</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32</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33</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34</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35</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36</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37</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the abstractions pose no runtime overhead)</a:t>
            </a:r>
          </a:p>
          <a:p>
            <a:endParaRPr lang="en-US" dirty="0"/>
          </a:p>
          <a:p>
            <a:r>
              <a:rPr lang="en-US" dirty="0"/>
              <a:t>We have evaluated the abstractions on </a:t>
            </a:r>
            <a:r>
              <a:rPr lang="en-US" dirty="0" err="1"/>
              <a:t>PolyBench</a:t>
            </a:r>
            <a:r>
              <a:rPr lang="en-US" dirty="0"/>
              <a:t>/C, a standard HPC benchmark suite with algorithms from different areas, reimplementing each algorithm using Noarr and comparing them to the C baselines.</a:t>
            </a:r>
          </a:p>
          <a:p>
            <a:endParaRPr lang="en-US" dirty="0"/>
          </a:p>
          <a:p>
            <a:r>
              <a:rPr lang="en-US" dirty="0"/>
              <a:t>The plot shows the relative speedup, highlighting the difference in performance; most implementations perform on par, showing the abstraction does not introduce measurable runtime overhead.</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38</a:t>
            </a:fld>
            <a:endParaRPr lang="en-US"/>
          </a:p>
        </p:txBody>
      </p:sp>
    </p:spTree>
    <p:extLst>
      <p:ext uri="{BB962C8B-B14F-4D97-AF65-F5344CB8AC3E}">
        <p14:creationId xmlns:p14="http://schemas.microsoft.com/office/powerpoint/2010/main" val="27702684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231C-99AF-A37D-3B97-99027AEC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6B43E-916F-F0E8-143C-150E2EA8DA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34A780-56D1-B3D7-FD6B-22EBBB772E35}"/>
              </a:ext>
            </a:extLst>
          </p:cNvPr>
          <p:cNvSpPr>
            <a:spLocks noGrp="1"/>
          </p:cNvSpPr>
          <p:nvPr>
            <p:ph type="body" idx="1"/>
          </p:nvPr>
        </p:nvSpPr>
        <p:spPr/>
        <p:txBody>
          <a:bodyPr/>
          <a:lstStyle/>
          <a:p>
            <a:r>
              <a:rPr lang="en-US" dirty="0"/>
              <a:t>(key idea: the abstractions pose no runtime overhead)</a:t>
            </a:r>
          </a:p>
          <a:p>
            <a:endParaRPr lang="en-US" dirty="0"/>
          </a:p>
          <a:p>
            <a:r>
              <a:rPr lang="en-US" dirty="0"/>
              <a:t>(…)</a:t>
            </a:r>
          </a:p>
          <a:p>
            <a:endParaRPr lang="en-US" dirty="0"/>
          </a:p>
          <a:p>
            <a:r>
              <a:rPr lang="en-US" dirty="0"/>
              <a:t>For parallelization, we reimplemented OpenMP- and TBB-parallelized modifications of some algorithms, as well as the </a:t>
            </a:r>
            <a:r>
              <a:rPr lang="en-US" dirty="0" err="1"/>
              <a:t>PolyBench</a:t>
            </a:r>
            <a:r>
              <a:rPr lang="en-US" dirty="0"/>
              <a:t>/GPU suite, and obtained similar results.</a:t>
            </a:r>
          </a:p>
        </p:txBody>
      </p:sp>
      <p:sp>
        <p:nvSpPr>
          <p:cNvPr id="4" name="Slide Number Placeholder 3">
            <a:extLst>
              <a:ext uri="{FF2B5EF4-FFF2-40B4-BE49-F238E27FC236}">
                <a16:creationId xmlns:a16="http://schemas.microsoft.com/office/drawing/2014/main" id="{9CDDD263-2623-C8A3-A72C-EAD1D38E6FD1}"/>
              </a:ext>
            </a:extLst>
          </p:cNvPr>
          <p:cNvSpPr>
            <a:spLocks noGrp="1"/>
          </p:cNvSpPr>
          <p:nvPr>
            <p:ph type="sldNum" sz="quarter" idx="5"/>
          </p:nvPr>
        </p:nvSpPr>
        <p:spPr/>
        <p:txBody>
          <a:bodyPr/>
          <a:lstStyle/>
          <a:p>
            <a:fld id="{FA8FD632-245B-410D-BCC4-8BF8D37AB67F}" type="slidenum">
              <a:rPr lang="en-US" smtClean="0"/>
              <a:t>39</a:t>
            </a:fld>
            <a:endParaRPr lang="en-US"/>
          </a:p>
        </p:txBody>
      </p:sp>
    </p:spTree>
    <p:extLst>
      <p:ext uri="{BB962C8B-B14F-4D97-AF65-F5344CB8AC3E}">
        <p14:creationId xmlns:p14="http://schemas.microsoft.com/office/powerpoint/2010/main" val="11425210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40</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41</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42</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43</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44</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45</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46</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47</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48</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49</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50</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51</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52</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53</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54</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55</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56</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57</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58</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59</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60</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it is very great)</a:t>
            </a:r>
          </a:p>
          <a:p>
            <a:endParaRPr lang="en-US" dirty="0"/>
          </a:p>
          <a:p>
            <a:r>
              <a:rPr lang="en-US" dirty="0"/>
              <a:t>We have compared our approach with various state-of-the-art C++ MPI bindings in terms of how they support layout-agnostic data distribution. For that, we have identified 6 main characteristics.</a:t>
            </a:r>
          </a:p>
          <a:p>
            <a:endParaRPr lang="en-US" dirty="0"/>
          </a:p>
          <a:p>
            <a:r>
              <a:rPr lang="en-US" dirty="0"/>
              <a:t>Our approach is the only one that automatically handles differing physical layouts of multidimensional data on opposite endpoints of communication,</a:t>
            </a:r>
          </a:p>
          <a:p>
            <a:r>
              <a:rPr lang="en-US" dirty="0"/>
              <a:t>checks type safety and supports collective operations such as scatter and gather.</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61</a:t>
            </a:fld>
            <a:endParaRPr lang="en-US"/>
          </a:p>
        </p:txBody>
      </p:sp>
    </p:spTree>
    <p:extLst>
      <p:ext uri="{BB962C8B-B14F-4D97-AF65-F5344CB8AC3E}">
        <p14:creationId xmlns:p14="http://schemas.microsoft.com/office/powerpoint/2010/main" val="2799059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83BFA-8783-1636-904D-607405B47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AAE5-A878-F56E-4C09-318E4AB2F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B76B8-E708-FD49-531B-1B09985ABB4E}"/>
              </a:ext>
            </a:extLst>
          </p:cNvPr>
          <p:cNvSpPr>
            <a:spLocks noGrp="1"/>
          </p:cNvSpPr>
          <p:nvPr>
            <p:ph type="body" idx="1"/>
          </p:nvPr>
        </p:nvSpPr>
        <p:spPr/>
        <p:txBody>
          <a:bodyPr/>
          <a:lstStyle/>
          <a:p>
            <a:r>
              <a:rPr lang="en-US" dirty="0"/>
              <a:t>(key idea: it is very great)</a:t>
            </a:r>
          </a:p>
          <a:p>
            <a:endParaRPr lang="en-US" dirty="0"/>
          </a:p>
          <a:p>
            <a:r>
              <a:rPr lang="en-US" dirty="0"/>
              <a:t>(…)</a:t>
            </a:r>
          </a:p>
          <a:p>
            <a:endParaRPr lang="en-US" dirty="0"/>
          </a:p>
          <a:p>
            <a:r>
              <a:rPr lang="en-US" dirty="0"/>
              <a:t>In terms of performance, our approach does not add a significant overhead compared to a hand-written native MPI distributed computation.</a:t>
            </a:r>
          </a:p>
          <a:p>
            <a:endParaRPr lang="en-US" dirty="0"/>
          </a:p>
          <a:p>
            <a:r>
              <a:rPr lang="en-US" dirty="0"/>
              <a:t>Here we show the runtime of an application using various bindings; lower is better.</a:t>
            </a:r>
          </a:p>
          <a:p>
            <a:endParaRPr lang="en-US" dirty="0"/>
          </a:p>
          <a:p>
            <a:r>
              <a:rPr lang="en-US" dirty="0"/>
              <a:t>The plot on the left shows the computation on small data of various layouts, highlighting the possible performance overhead introduced by the MPI bindings,</a:t>
            </a:r>
            <a:br>
              <a:rPr lang="en-US" dirty="0"/>
            </a:br>
            <a:r>
              <a:rPr lang="en-US" dirty="0"/>
              <a:t>while the one on the right highlights possible performance differences between different choices of layouts.</a:t>
            </a:r>
          </a:p>
          <a:p>
            <a:endParaRPr lang="en-US" dirty="0"/>
          </a:p>
          <a:p>
            <a:r>
              <a:rPr lang="en-US" dirty="0"/>
              <a:t>In both plots, our approach performs on par with the hand-written implementation.</a:t>
            </a:r>
          </a:p>
        </p:txBody>
      </p:sp>
      <p:sp>
        <p:nvSpPr>
          <p:cNvPr id="4" name="Slide Number Placeholder 3">
            <a:extLst>
              <a:ext uri="{FF2B5EF4-FFF2-40B4-BE49-F238E27FC236}">
                <a16:creationId xmlns:a16="http://schemas.microsoft.com/office/drawing/2014/main" id="{ECDBFCA8-23DF-8800-D1EA-B5EF55065B8A}"/>
              </a:ext>
            </a:extLst>
          </p:cNvPr>
          <p:cNvSpPr>
            <a:spLocks noGrp="1"/>
          </p:cNvSpPr>
          <p:nvPr>
            <p:ph type="sldNum" sz="quarter" idx="5"/>
          </p:nvPr>
        </p:nvSpPr>
        <p:spPr/>
        <p:txBody>
          <a:bodyPr/>
          <a:lstStyle/>
          <a:p>
            <a:fld id="{FA8FD632-245B-410D-BCC4-8BF8D37AB67F}" type="slidenum">
              <a:rPr lang="en-US" smtClean="0"/>
              <a:t>62</a:t>
            </a:fld>
            <a:endParaRPr lang="en-US"/>
          </a:p>
        </p:txBody>
      </p:sp>
    </p:spTree>
    <p:extLst>
      <p:ext uri="{BB962C8B-B14F-4D97-AF65-F5344CB8AC3E}">
        <p14:creationId xmlns:p14="http://schemas.microsoft.com/office/powerpoint/2010/main" val="11007323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63</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64</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65</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66</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67</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68</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69</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70</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there is some template metaprogramming magic that enables cool stuff)</a:t>
            </a:r>
          </a:p>
          <a:p>
            <a:endParaRPr lang="en-US" dirty="0"/>
          </a:p>
          <a:p>
            <a:r>
              <a:rPr lang="en-US" dirty="0"/>
              <a:t>This type-level expression can then be evaluated by applying specific templated components via metaprogramming; they specify</a:t>
            </a:r>
          </a:p>
          <a:p>
            <a:pPr marL="171450" indent="-171450">
              <a:buFontTx/>
              <a:buChar char="-"/>
            </a:pPr>
            <a:r>
              <a:rPr lang="en-US" dirty="0"/>
              <a:t>How the grid and the cells are encoded</a:t>
            </a:r>
          </a:p>
          <a:p>
            <a:pPr marL="171450" indent="-171450">
              <a:buFontTx/>
              <a:buChar char="-"/>
            </a:pPr>
            <a:r>
              <a:rPr lang="en-US" dirty="0"/>
              <a:t>How the update rules should be computed</a:t>
            </a:r>
          </a:p>
          <a:p>
            <a:pPr marL="171450" indent="-171450">
              <a:buFontTx/>
              <a:buChar char="-"/>
            </a:pPr>
            <a:r>
              <a:rPr lang="en-US" dirty="0"/>
              <a:t>Order of computation as well as the parallelization</a:t>
            </a:r>
          </a:p>
          <a:p>
            <a:pPr marL="171450" indent="-171450">
              <a:buFontTx/>
              <a:buChar char="-"/>
            </a:pPr>
            <a:endParaRPr lang="en-US" dirty="0"/>
          </a:p>
          <a:p>
            <a:pPr marL="0" indent="0">
              <a:buFontTx/>
              <a:buNone/>
            </a:pPr>
            <a:r>
              <a:rPr lang="en-US" dirty="0"/>
              <a:t>This enables faster development and prototyping of the automata and simplifies experimental exploration of different optimization techniques.</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71</a:t>
            </a:fld>
            <a:endParaRPr lang="en-US"/>
          </a:p>
        </p:txBody>
      </p:sp>
    </p:spTree>
    <p:extLst>
      <p:ext uri="{BB962C8B-B14F-4D97-AF65-F5344CB8AC3E}">
        <p14:creationId xmlns:p14="http://schemas.microsoft.com/office/powerpoint/2010/main" val="4541086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it can be fast)</a:t>
            </a:r>
          </a:p>
          <a:p>
            <a:endParaRPr lang="en-US" dirty="0"/>
          </a:p>
          <a:p>
            <a:r>
              <a:rPr lang="en-US" dirty="0"/>
              <a:t>Here, we visualize possible speedup gains enabled by the applicable optimization strategies on multiple cellular automata.</a:t>
            </a:r>
          </a:p>
          <a:p>
            <a:r>
              <a:rPr lang="en-US" dirty="0"/>
              <a:t>The plot shows that for most of the automata, the right choice of (automatically applied) optimizations may lead to between one and two orders of magnitude over already GPU-parallelized solutions.</a:t>
            </a:r>
          </a:p>
        </p:txBody>
      </p:sp>
      <p:sp>
        <p:nvSpPr>
          <p:cNvPr id="4" name="Slide Number Placeholder 3"/>
          <p:cNvSpPr>
            <a:spLocks noGrp="1"/>
          </p:cNvSpPr>
          <p:nvPr>
            <p:ph type="sldNum" sz="quarter" idx="5"/>
          </p:nvPr>
        </p:nvSpPr>
        <p:spPr/>
        <p:txBody>
          <a:bodyPr/>
          <a:lstStyle/>
          <a:p>
            <a:fld id="{FA8FD632-245B-410D-BCC4-8BF8D37AB67F}" type="slidenum">
              <a:rPr lang="en-US" smtClean="0"/>
              <a:t>72</a:t>
            </a:fld>
            <a:endParaRPr lang="en-US"/>
          </a:p>
        </p:txBody>
      </p:sp>
    </p:spTree>
    <p:extLst>
      <p:ext uri="{BB962C8B-B14F-4D97-AF65-F5344CB8AC3E}">
        <p14:creationId xmlns:p14="http://schemas.microsoft.com/office/powerpoint/2010/main" val="15047010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73</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74</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75</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76</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77</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78</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79</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80</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81</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9621-2A59-0C97-52C0-C33469B00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D564E-A314-C164-F46B-625533C8E4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9CA489-8F89-177F-1849-D0ED6E03E381}"/>
              </a:ext>
            </a:extLst>
          </p:cNvPr>
          <p:cNvSpPr>
            <a:spLocks noGrp="1"/>
          </p:cNvSpPr>
          <p:nvPr>
            <p:ph type="body" idx="1"/>
          </p:nvPr>
        </p:nvSpPr>
        <p:spPr/>
        <p:txBody>
          <a:bodyPr/>
          <a:lstStyle/>
          <a:p>
            <a:r>
              <a:rPr lang="en-US" dirty="0"/>
              <a:t>(key idea: the performance progression matches the assumption)</a:t>
            </a:r>
          </a:p>
          <a:p>
            <a:endParaRPr lang="en-US" dirty="0"/>
          </a:p>
          <a:p>
            <a:r>
              <a:rPr lang="en-US" dirty="0"/>
              <a:t>Here, we can see the plots for the runtime measurements of the generated code for the Histogram and Game of Life algorithms. (lower is better)</a:t>
            </a:r>
          </a:p>
          <a:p>
            <a:endParaRPr lang="en-US" dirty="0"/>
          </a:p>
          <a:p>
            <a:r>
              <a:rPr lang="en-US" dirty="0"/>
              <a:t>The x-axis of both indicates increasingly specific prompts, and the horizontal lines mark various reference implementations.</a:t>
            </a:r>
          </a:p>
          <a:p>
            <a:endParaRPr lang="en-US" dirty="0"/>
          </a:p>
          <a:p>
            <a:r>
              <a:rPr lang="en-US" dirty="0"/>
              <a:t>The performance improves with more specific prompts, which is slightly noticeable for the Histogram algorithm, and more so for the Game of Life algorithm.</a:t>
            </a:r>
          </a:p>
        </p:txBody>
      </p:sp>
      <p:sp>
        <p:nvSpPr>
          <p:cNvPr id="4" name="Slide Number Placeholder 3">
            <a:extLst>
              <a:ext uri="{FF2B5EF4-FFF2-40B4-BE49-F238E27FC236}">
                <a16:creationId xmlns:a16="http://schemas.microsoft.com/office/drawing/2014/main" id="{EDF542DA-3928-5CE4-0AD1-F0FEC77A5027}"/>
              </a:ext>
            </a:extLst>
          </p:cNvPr>
          <p:cNvSpPr>
            <a:spLocks noGrp="1"/>
          </p:cNvSpPr>
          <p:nvPr>
            <p:ph type="sldNum" sz="quarter" idx="5"/>
          </p:nvPr>
        </p:nvSpPr>
        <p:spPr/>
        <p:txBody>
          <a:bodyPr/>
          <a:lstStyle/>
          <a:p>
            <a:fld id="{FA8FD632-245B-410D-BCC4-8BF8D37AB67F}" type="slidenum">
              <a:rPr lang="en-US" smtClean="0"/>
              <a:t>82</a:t>
            </a:fld>
            <a:endParaRPr lang="en-US"/>
          </a:p>
        </p:txBody>
      </p:sp>
    </p:spTree>
    <p:extLst>
      <p:ext uri="{BB962C8B-B14F-4D97-AF65-F5344CB8AC3E}">
        <p14:creationId xmlns:p14="http://schemas.microsoft.com/office/powerpoint/2010/main" val="1253381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F462-4618-DB58-BD2C-D66FAB5C1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319C-5AB9-E042-F397-3CA5072113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9EDBE9-BF48-3D37-0D9B-16FC8FC0CFEB}"/>
              </a:ext>
            </a:extLst>
          </p:cNvPr>
          <p:cNvSpPr>
            <a:spLocks noGrp="1"/>
          </p:cNvSpPr>
          <p:nvPr>
            <p:ph type="body" idx="1"/>
          </p:nvPr>
        </p:nvSpPr>
        <p:spPr/>
        <p:txBody>
          <a:bodyPr/>
          <a:lstStyle/>
          <a:p>
            <a:r>
              <a:rPr lang="en-US" dirty="0"/>
              <a:t>(key idea: LLMs improve over time, the complexity threshold shifts)</a:t>
            </a:r>
          </a:p>
          <a:p>
            <a:endParaRPr lang="en-US" dirty="0"/>
          </a:p>
          <a:p>
            <a:r>
              <a:rPr lang="en-US" dirty="0"/>
              <a:t>When we presented our results at the EuroPar conference, the LLM state of the art had already shifted.</a:t>
            </a:r>
          </a:p>
          <a:p>
            <a:r>
              <a:rPr lang="en-US" dirty="0"/>
              <a:t>The then-current GPT-5 provided expert-level performance on the Game of Life algorithm for all prompts except the naïve one, and it successfully benefited from tutoring for the k-Nearest Neighbor algorithm.</a:t>
            </a:r>
          </a:p>
        </p:txBody>
      </p:sp>
      <p:sp>
        <p:nvSpPr>
          <p:cNvPr id="4" name="Slide Number Placeholder 3">
            <a:extLst>
              <a:ext uri="{FF2B5EF4-FFF2-40B4-BE49-F238E27FC236}">
                <a16:creationId xmlns:a16="http://schemas.microsoft.com/office/drawing/2014/main" id="{81EBB06B-5F9F-67CB-9987-DDB9DCE896EA}"/>
              </a:ext>
            </a:extLst>
          </p:cNvPr>
          <p:cNvSpPr>
            <a:spLocks noGrp="1"/>
          </p:cNvSpPr>
          <p:nvPr>
            <p:ph type="sldNum" sz="quarter" idx="5"/>
          </p:nvPr>
        </p:nvSpPr>
        <p:spPr/>
        <p:txBody>
          <a:bodyPr/>
          <a:lstStyle/>
          <a:p>
            <a:fld id="{FA8FD632-245B-410D-BCC4-8BF8D37AB67F}" type="slidenum">
              <a:rPr lang="en-US" smtClean="0"/>
              <a:t>83</a:t>
            </a:fld>
            <a:endParaRPr lang="en-US"/>
          </a:p>
        </p:txBody>
      </p:sp>
    </p:spTree>
    <p:extLst>
      <p:ext uri="{BB962C8B-B14F-4D97-AF65-F5344CB8AC3E}">
        <p14:creationId xmlns:p14="http://schemas.microsoft.com/office/powerpoint/2010/main" val="23672105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84</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85</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86</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87</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88</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89</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90</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we show the expected speedup and validity for the different abstractions and C. (in both cases, upper is better)</a:t>
            </a:r>
          </a:p>
          <a:p>
            <a:r>
              <a:rPr lang="en-US" dirty="0"/>
              <a:t>The x-axis shows the number of attempts; more attempts generally lead to a higher chance of finding a successful optimization.</a:t>
            </a:r>
          </a:p>
          <a:p>
            <a:r>
              <a:rPr lang="en-US" dirty="0"/>
              <a:t>Different columns show different prompting strategies.</a:t>
            </a:r>
            <a:br>
              <a:rPr lang="en-US" dirty="0"/>
            </a:br>
            <a:br>
              <a:rPr lang="en-US" dirty="0"/>
            </a:br>
            <a:r>
              <a:rPr lang="en-US" dirty="0"/>
              <a:t>We observed that the tested abstractions worsened both performance and correctness of the generated code, as generating C code yielded the best performance and correctness overall.</a:t>
            </a:r>
          </a:p>
          <a:p>
            <a:r>
              <a:rPr lang="en-US" dirty="0"/>
              <a:t>Furthermore, the choice of prompting strategy had a greater effect than the choice of representation.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91</a:t>
            </a:fld>
            <a:endParaRPr lang="en-US"/>
          </a:p>
        </p:txBody>
      </p:sp>
    </p:spTree>
    <p:extLst>
      <p:ext uri="{BB962C8B-B14F-4D97-AF65-F5344CB8AC3E}">
        <p14:creationId xmlns:p14="http://schemas.microsoft.com/office/powerpoint/2010/main" val="20157668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92</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93</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94</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95</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96</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97</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98</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99</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100</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101</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102</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103</a:t>
            </a:fld>
            <a:endParaRPr lang="en-US"/>
          </a:p>
        </p:txBody>
      </p:sp>
    </p:spTree>
    <p:extLst>
      <p:ext uri="{BB962C8B-B14F-4D97-AF65-F5344CB8AC3E}">
        <p14:creationId xmlns:p14="http://schemas.microsoft.com/office/powerpoint/2010/main" val="15839729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104</a:t>
            </a:fld>
            <a:endParaRPr lang="en-US"/>
          </a:p>
        </p:txBody>
      </p:sp>
    </p:spTree>
    <p:extLst>
      <p:ext uri="{BB962C8B-B14F-4D97-AF65-F5344CB8AC3E}">
        <p14:creationId xmlns:p14="http://schemas.microsoft.com/office/powerpoint/2010/main" val="30296453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105</a:t>
            </a:fld>
            <a:endParaRPr lang="en-US"/>
          </a:p>
        </p:txBody>
      </p:sp>
    </p:spTree>
    <p:extLst>
      <p:ext uri="{BB962C8B-B14F-4D97-AF65-F5344CB8AC3E}">
        <p14:creationId xmlns:p14="http://schemas.microsoft.com/office/powerpoint/2010/main" val="32454676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106</a:t>
            </a:fld>
            <a:endParaRPr lang="en-US"/>
          </a:p>
        </p:txBody>
      </p:sp>
    </p:spTree>
    <p:extLst>
      <p:ext uri="{BB962C8B-B14F-4D97-AF65-F5344CB8AC3E}">
        <p14:creationId xmlns:p14="http://schemas.microsoft.com/office/powerpoint/2010/main" val="115226514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107</a:t>
            </a:fld>
            <a:endParaRPr lang="en-US"/>
          </a:p>
        </p:txBody>
      </p:sp>
    </p:spTree>
    <p:extLst>
      <p:ext uri="{BB962C8B-B14F-4D97-AF65-F5344CB8AC3E}">
        <p14:creationId xmlns:p14="http://schemas.microsoft.com/office/powerpoint/2010/main" val="49437650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108</a:t>
            </a:fld>
            <a:endParaRPr lang="en-US"/>
          </a:p>
        </p:txBody>
      </p:sp>
    </p:spTree>
    <p:extLst>
      <p:ext uri="{BB962C8B-B14F-4D97-AF65-F5344CB8AC3E}">
        <p14:creationId xmlns:p14="http://schemas.microsoft.com/office/powerpoint/2010/main" val="66704192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109</a:t>
            </a:fld>
            <a:endParaRPr lang="en-US"/>
          </a:p>
        </p:txBody>
      </p:sp>
    </p:spTree>
    <p:extLst>
      <p:ext uri="{BB962C8B-B14F-4D97-AF65-F5344CB8AC3E}">
        <p14:creationId xmlns:p14="http://schemas.microsoft.com/office/powerpoint/2010/main" val="34989372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110</a:t>
            </a:fld>
            <a:endParaRPr lang="en-US"/>
          </a:p>
        </p:txBody>
      </p:sp>
    </p:spTree>
    <p:extLst>
      <p:ext uri="{BB962C8B-B14F-4D97-AF65-F5344CB8AC3E}">
        <p14:creationId xmlns:p14="http://schemas.microsoft.com/office/powerpoint/2010/main" val="201867535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r>
              <a:rPr lang="en-US" dirty="0"/>
              <a:t>On the other hand, the text suffers from overstated novelty. The text is written in a way that risks giving the impression that the candidate invented the two </a:t>
            </a:r>
            <a:r>
              <a:rPr lang="en-US" dirty="0" err="1"/>
              <a:t>optimisation</a:t>
            </a:r>
            <a:r>
              <a:rPr lang="en-US" dirty="0"/>
              <a:t> paradigms (layout-agnostic and traversal-agnostic design) outright. This is misleading and, notably, does not serve the candidate's own case well: the candidate's contribution here is best </a:t>
            </a:r>
            <a:r>
              <a:rPr lang="en-US" dirty="0" err="1"/>
              <a:t>characterised</a:t>
            </a:r>
            <a:r>
              <a:rPr lang="en-US" dirty="0"/>
              <a:t> as a minor, incremental one within an existing landscape of </a:t>
            </a:r>
            <a:r>
              <a:rPr lang="en-US" dirty="0" err="1"/>
              <a:t>optimisations</a:t>
            </a:r>
            <a:r>
              <a:rPr lang="en-US" dirty="0"/>
              <a:t>. Which of these ideas can also be found in software like Kokkos or OpenMP's loop transformations?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My intention was to introduce the two “paradigms” as explicitly named design directions for improving user-directed optimization of algorithms in HPC. I agree that the wording could have been more careful.</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Kokkos views and their related </a:t>
            </a:r>
            <a:r>
              <a:rPr lang="en-US" dirty="0" err="1"/>
              <a:t>mdspans</a:t>
            </a:r>
            <a:r>
              <a:rPr lang="en-US" dirty="0"/>
              <a:t> from the standard C++ library support some level of layout agnosticism; namely, they enable defining general interfaces for multidimensional arrays as well as their (rectangular) sub-arrays, which might be useful, for example, for divide-and-conquer strategies in layout-agnostic algorithms.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This, even by itself, is very useful, and CuTe even provides a particularly powerful layout algebra for tensor computation on GPUs, but does not provide the same unified generalization to traversals, autotuning support, and MPI integration.</a:t>
            </a:r>
            <a:br>
              <a:rPr lang="en-US" baseline="0" dirty="0"/>
            </a:br>
            <a:br>
              <a:rPr lang="en-US" baseline="0" dirty="0"/>
            </a:br>
            <a:r>
              <a:rPr lang="en-US" baseline="0" dirty="0"/>
              <a:t>New standards of OpenMP support powerful loop transformations, which might be used to optimize algorithms. While this doesn’t enable traversal-agnostic design of algorithms, it offers a good alternative with similar benefits in many use cases, especially for algorithms that have a natural loop nest representation that allows for such transformations.</a:t>
            </a:r>
          </a:p>
          <a:p>
            <a:pPr marL="0" indent="0">
              <a:buFont typeface="Wingdings" panose="05000000000000000000" pitchFamily="2" charset="2"/>
              <a:buNone/>
            </a:pPr>
            <a:endParaRPr lang="en-US" baseline="0" dirty="0"/>
          </a:p>
          <a:p>
            <a:pPr marL="0" indent="0">
              <a:buFont typeface="Wingdings" panose="05000000000000000000" pitchFamily="2" charset="2"/>
              <a:buNone/>
            </a:pPr>
            <a:r>
              <a:rPr lang="en-US" baseline="0" dirty="0"/>
              <a:t>In the thesis (section 2.3.3), we lightly discuss some traversal-agnostic features of </a:t>
            </a:r>
            <a:r>
              <a:rPr lang="en-US" baseline="0" dirty="0" err="1"/>
              <a:t>GridTools</a:t>
            </a:r>
            <a:r>
              <a:rPr lang="en-US" baseline="0" dirty="0"/>
              <a:t> and RAJA.</a:t>
            </a:r>
          </a:p>
        </p:txBody>
      </p:sp>
      <p:sp>
        <p:nvSpPr>
          <p:cNvPr id="4" name="Slide Number Placeholder 3"/>
          <p:cNvSpPr>
            <a:spLocks noGrp="1"/>
          </p:cNvSpPr>
          <p:nvPr>
            <p:ph type="sldNum" sz="quarter" idx="5"/>
          </p:nvPr>
        </p:nvSpPr>
        <p:spPr/>
        <p:txBody>
          <a:bodyPr/>
          <a:lstStyle/>
          <a:p>
            <a:fld id="{FA8FD632-245B-410D-BCC4-8BF8D37AB67F}" type="slidenum">
              <a:rPr lang="en-US" smtClean="0"/>
              <a:t>111</a:t>
            </a:fld>
            <a:endParaRPr lang="en-US"/>
          </a:p>
        </p:txBody>
      </p:sp>
    </p:spTree>
    <p:extLst>
      <p:ext uri="{BB962C8B-B14F-4D97-AF65-F5344CB8AC3E}">
        <p14:creationId xmlns:p14="http://schemas.microsoft.com/office/powerpoint/2010/main" val="364069801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112</a:t>
            </a:fld>
            <a:endParaRPr lang="en-US"/>
          </a:p>
        </p:txBody>
      </p:sp>
    </p:spTree>
    <p:extLst>
      <p:ext uri="{BB962C8B-B14F-4D97-AF65-F5344CB8AC3E}">
        <p14:creationId xmlns:p14="http://schemas.microsoft.com/office/powerpoint/2010/main" val="367033515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113</a:t>
            </a:fld>
            <a:endParaRPr lang="en-US"/>
          </a:p>
        </p:txBody>
      </p:sp>
    </p:spTree>
    <p:extLst>
      <p:ext uri="{BB962C8B-B14F-4D97-AF65-F5344CB8AC3E}">
        <p14:creationId xmlns:p14="http://schemas.microsoft.com/office/powerpoint/2010/main" val="72301693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114</a:t>
            </a:fld>
            <a:endParaRPr lang="en-US"/>
          </a:p>
        </p:txBody>
      </p:sp>
    </p:spTree>
    <p:extLst>
      <p:ext uri="{BB962C8B-B14F-4D97-AF65-F5344CB8AC3E}">
        <p14:creationId xmlns:p14="http://schemas.microsoft.com/office/powerpoint/2010/main" val="206848533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currently struggle with interpreting the reviewer’s concern, will return to that.</a:t>
            </a:r>
          </a:p>
        </p:txBody>
      </p:sp>
      <p:sp>
        <p:nvSpPr>
          <p:cNvPr id="4" name="Slide Number Placeholder 3"/>
          <p:cNvSpPr>
            <a:spLocks noGrp="1"/>
          </p:cNvSpPr>
          <p:nvPr>
            <p:ph type="sldNum" sz="quarter" idx="5"/>
          </p:nvPr>
        </p:nvSpPr>
        <p:spPr/>
        <p:txBody>
          <a:bodyPr/>
          <a:lstStyle/>
          <a:p>
            <a:fld id="{FA8FD632-245B-410D-BCC4-8BF8D37AB67F}" type="slidenum">
              <a:rPr lang="en-US" smtClean="0"/>
              <a:t>115</a:t>
            </a:fld>
            <a:endParaRPr lang="en-US"/>
          </a:p>
        </p:txBody>
      </p:sp>
    </p:spTree>
    <p:extLst>
      <p:ext uri="{BB962C8B-B14F-4D97-AF65-F5344CB8AC3E}">
        <p14:creationId xmlns:p14="http://schemas.microsoft.com/office/powerpoint/2010/main" val="417912138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116</a:t>
            </a:fld>
            <a:endParaRPr lang="en-US"/>
          </a:p>
        </p:txBody>
      </p:sp>
    </p:spTree>
    <p:extLst>
      <p:ext uri="{BB962C8B-B14F-4D97-AF65-F5344CB8AC3E}">
        <p14:creationId xmlns:p14="http://schemas.microsoft.com/office/powerpoint/2010/main" val="24685932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117</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118</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119</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120</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121</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122</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123</a:t>
            </a:fld>
            <a:endParaRPr lang="en-US"/>
          </a:p>
        </p:txBody>
      </p:sp>
    </p:spTree>
    <p:extLst>
      <p:ext uri="{BB962C8B-B14F-4D97-AF65-F5344CB8AC3E}">
        <p14:creationId xmlns:p14="http://schemas.microsoft.com/office/powerpoint/2010/main" val="366550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24E6A-D33D-8110-940D-8ADB53871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35A9C-A9D7-B34C-B1DD-7CD1BC961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521E3191-FE7C-22CF-B0B1-2C7DE460DFB3}"/>
              </a:ext>
            </a:extLst>
          </p:cNvPr>
          <p:cNvSpPr>
            <a:spLocks noGrp="1"/>
          </p:cNvSpPr>
          <p:nvPr>
            <p:ph type="dt" sz="half" idx="10"/>
          </p:nvPr>
        </p:nvSpPr>
        <p:spPr/>
        <p:txBody>
          <a:bodyPr/>
          <a:lstStyle/>
          <a:p>
            <a:fld id="{B82E97BC-A89E-4CE1-A4AA-4F62BE5183B8}" type="datetime1">
              <a:rPr lang="en-US" smtClean="0"/>
              <a:pPr/>
              <a:t>9/7/2026</a:t>
            </a:fld>
            <a:endParaRPr lang="en-US" dirty="0"/>
          </a:p>
        </p:txBody>
      </p:sp>
      <p:sp>
        <p:nvSpPr>
          <p:cNvPr id="8" name="Footer Placeholder 7">
            <a:extLst>
              <a:ext uri="{FF2B5EF4-FFF2-40B4-BE49-F238E27FC236}">
                <a16:creationId xmlns:a16="http://schemas.microsoft.com/office/drawing/2014/main" id="{4B11BDA9-B9ED-F0FB-CD9D-75B45C3CDA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9FBE2F-862E-0C3E-750A-B4D2A209F361}"/>
              </a:ext>
            </a:extLst>
          </p:cNvPr>
          <p:cNvSpPr>
            <a:spLocks noGrp="1"/>
          </p:cNvSpPr>
          <p:nvPr>
            <p:ph type="sldNum" sz="quarter" idx="12"/>
          </p:nvPr>
        </p:nvSpPr>
        <p:spPr/>
        <p:txBody>
          <a:bodyPr/>
          <a:lstStyle/>
          <a:p>
            <a:fld id="{DA0BB241-1B5F-4309-9407-9EEA04D9598D}" type="slidenum">
              <a:rPr lang="en-US" smtClean="0"/>
              <a:pPr/>
              <a:t>‹#›</a:t>
            </a:fld>
            <a:endParaRPr lang="en-US" dirty="0"/>
          </a:p>
        </p:txBody>
      </p:sp>
    </p:spTree>
    <p:extLst>
      <p:ext uri="{BB962C8B-B14F-4D97-AF65-F5344CB8AC3E}">
        <p14:creationId xmlns:p14="http://schemas.microsoft.com/office/powerpoint/2010/main" val="352128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9736-03C4-0888-E0C9-B6C6EFC002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924EDB-8F0A-A7EA-BE9D-63855B5D4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AEB4C-D570-B20A-A37B-380D40727ECF}"/>
              </a:ext>
            </a:extLst>
          </p:cNvPr>
          <p:cNvSpPr>
            <a:spLocks noGrp="1"/>
          </p:cNvSpPr>
          <p:nvPr>
            <p:ph type="dt" sz="half" idx="10"/>
          </p:nvPr>
        </p:nvSpPr>
        <p:spPr/>
        <p:txBody>
          <a:bodyPr/>
          <a:lstStyle/>
          <a:p>
            <a:fld id="{358C28A6-2969-482E-9A3B-5E13FCD8DD03}" type="datetime1">
              <a:rPr lang="en-US" smtClean="0"/>
              <a:t>9/7/2026</a:t>
            </a:fld>
            <a:endParaRPr lang="en-US"/>
          </a:p>
        </p:txBody>
      </p:sp>
      <p:sp>
        <p:nvSpPr>
          <p:cNvPr id="5" name="Footer Placeholder 4">
            <a:extLst>
              <a:ext uri="{FF2B5EF4-FFF2-40B4-BE49-F238E27FC236}">
                <a16:creationId xmlns:a16="http://schemas.microsoft.com/office/drawing/2014/main" id="{7AF79E2F-597B-96EF-11C9-247263E6D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1C646-CE53-F04F-042E-92713E7C98E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19865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3B0-6E5E-27A0-8786-FF5AE46CE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12A8A-694B-7C92-789C-B57BB8DE0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50D77-986E-91D4-2F3C-6C8CB253EC32}"/>
              </a:ext>
            </a:extLst>
          </p:cNvPr>
          <p:cNvSpPr>
            <a:spLocks noGrp="1"/>
          </p:cNvSpPr>
          <p:nvPr>
            <p:ph type="dt" sz="half" idx="10"/>
          </p:nvPr>
        </p:nvSpPr>
        <p:spPr/>
        <p:txBody>
          <a:bodyPr/>
          <a:lstStyle/>
          <a:p>
            <a:fld id="{34463B7D-19AB-44BF-8DCC-FDF87A48CBC2}" type="datetime1">
              <a:rPr lang="en-US" smtClean="0"/>
              <a:t>9/7/2026</a:t>
            </a:fld>
            <a:endParaRPr lang="en-US"/>
          </a:p>
        </p:txBody>
      </p:sp>
      <p:sp>
        <p:nvSpPr>
          <p:cNvPr id="5" name="Footer Placeholder 4">
            <a:extLst>
              <a:ext uri="{FF2B5EF4-FFF2-40B4-BE49-F238E27FC236}">
                <a16:creationId xmlns:a16="http://schemas.microsoft.com/office/drawing/2014/main" id="{8D3C4CF3-8611-69CD-8CAA-743B79FCB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AB618-6ADA-3D47-19A0-0B17DA3E859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1426601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F19E-9477-ABC3-DE67-B3FE3FD537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9AAE2-3733-5697-3768-F61A390DF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CC2537-3C2D-37C4-2000-C59419B57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1EE3ED-7136-8E71-4128-67037156258F}"/>
              </a:ext>
            </a:extLst>
          </p:cNvPr>
          <p:cNvSpPr>
            <a:spLocks noGrp="1"/>
          </p:cNvSpPr>
          <p:nvPr>
            <p:ph type="dt" sz="half" idx="10"/>
          </p:nvPr>
        </p:nvSpPr>
        <p:spPr/>
        <p:txBody>
          <a:bodyPr/>
          <a:lstStyle/>
          <a:p>
            <a:fld id="{149987F8-7DF8-4BA7-9208-8F32E5310AB4}" type="datetime1">
              <a:rPr lang="en-US" smtClean="0"/>
              <a:t>9/7/2026</a:t>
            </a:fld>
            <a:endParaRPr lang="en-US"/>
          </a:p>
        </p:txBody>
      </p:sp>
      <p:sp>
        <p:nvSpPr>
          <p:cNvPr id="6" name="Footer Placeholder 5">
            <a:extLst>
              <a:ext uri="{FF2B5EF4-FFF2-40B4-BE49-F238E27FC236}">
                <a16:creationId xmlns:a16="http://schemas.microsoft.com/office/drawing/2014/main" id="{1DC87F66-93B5-7C98-7C4D-C77DF36D6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92242-6F18-B2F8-D3B6-CA96CF07AD3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931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16E4-EA83-568A-BD1D-97FF900D32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86F84-DF28-2E19-BA71-6C71F5C69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A76E13-935D-A461-39CB-9D91E0AD09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7AA7A5-CE10-08CF-A9AA-B0EFD3AE0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31AE9-8865-4C87-15FF-F85F79BDE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FCD46F-370C-F6C9-8756-1AA52353BCB0}"/>
              </a:ext>
            </a:extLst>
          </p:cNvPr>
          <p:cNvSpPr>
            <a:spLocks noGrp="1"/>
          </p:cNvSpPr>
          <p:nvPr>
            <p:ph type="dt" sz="half" idx="10"/>
          </p:nvPr>
        </p:nvSpPr>
        <p:spPr/>
        <p:txBody>
          <a:bodyPr/>
          <a:lstStyle/>
          <a:p>
            <a:fld id="{D64A8A3C-441E-40C3-8DCE-8F1C2EB0BADE}" type="datetime1">
              <a:rPr lang="en-US" smtClean="0"/>
              <a:t>9/7/2026</a:t>
            </a:fld>
            <a:endParaRPr lang="en-US"/>
          </a:p>
        </p:txBody>
      </p:sp>
      <p:sp>
        <p:nvSpPr>
          <p:cNvPr id="8" name="Footer Placeholder 7">
            <a:extLst>
              <a:ext uri="{FF2B5EF4-FFF2-40B4-BE49-F238E27FC236}">
                <a16:creationId xmlns:a16="http://schemas.microsoft.com/office/drawing/2014/main" id="{A65DE77E-D1BD-6C4E-A351-50C02A7CAB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FDFF7-A273-AFCC-8687-0039D14EFDA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9687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D40-2BC9-24C5-22AC-D7BE6AB905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EA9A8-BE9F-AE49-CCCC-A6BFD7DC290F}"/>
              </a:ext>
            </a:extLst>
          </p:cNvPr>
          <p:cNvSpPr>
            <a:spLocks noGrp="1"/>
          </p:cNvSpPr>
          <p:nvPr>
            <p:ph type="dt" sz="half" idx="10"/>
          </p:nvPr>
        </p:nvSpPr>
        <p:spPr/>
        <p:txBody>
          <a:bodyPr/>
          <a:lstStyle/>
          <a:p>
            <a:fld id="{1AB26190-46ED-4A0C-A5E8-CDBCA5C2D5C3}" type="datetime1">
              <a:rPr lang="en-US" smtClean="0"/>
              <a:t>9/7/2026</a:t>
            </a:fld>
            <a:endParaRPr lang="en-US" dirty="0"/>
          </a:p>
        </p:txBody>
      </p:sp>
      <p:sp>
        <p:nvSpPr>
          <p:cNvPr id="4" name="Footer Placeholder 3">
            <a:extLst>
              <a:ext uri="{FF2B5EF4-FFF2-40B4-BE49-F238E27FC236}">
                <a16:creationId xmlns:a16="http://schemas.microsoft.com/office/drawing/2014/main" id="{3F3555CB-E870-615F-B8C7-30BC20AFF6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5F43D1-4FC1-76B7-2DC0-8B1655EE81F0}"/>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80570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DC56D-B067-54DC-982C-DE19DBDEA882}"/>
              </a:ext>
            </a:extLst>
          </p:cNvPr>
          <p:cNvSpPr>
            <a:spLocks noGrp="1"/>
          </p:cNvSpPr>
          <p:nvPr>
            <p:ph type="dt" sz="half" idx="10"/>
          </p:nvPr>
        </p:nvSpPr>
        <p:spPr/>
        <p:txBody>
          <a:bodyPr/>
          <a:lstStyle/>
          <a:p>
            <a:fld id="{2E4D20BF-4C0E-41E5-B4FC-9D48FCD3AF33}" type="datetime1">
              <a:rPr lang="en-US" smtClean="0"/>
              <a:t>9/7/2026</a:t>
            </a:fld>
            <a:endParaRPr lang="en-US"/>
          </a:p>
        </p:txBody>
      </p:sp>
      <p:sp>
        <p:nvSpPr>
          <p:cNvPr id="3" name="Footer Placeholder 2">
            <a:extLst>
              <a:ext uri="{FF2B5EF4-FFF2-40B4-BE49-F238E27FC236}">
                <a16:creationId xmlns:a16="http://schemas.microsoft.com/office/drawing/2014/main" id="{D8AA151F-F6E0-3ECD-123C-D099281001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A3AE01-68A1-DD4C-C934-7A8AC50A20D2}"/>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27055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2EFCA-330E-F9B4-E57C-E7E46227B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EF94D5-9F84-5439-E16B-B83DFBCB3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3FB607-1564-B05D-3D77-AB5C96794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60C3B-07A0-E067-0C8C-AE46543D1DF4}"/>
              </a:ext>
            </a:extLst>
          </p:cNvPr>
          <p:cNvSpPr>
            <a:spLocks noGrp="1"/>
          </p:cNvSpPr>
          <p:nvPr>
            <p:ph type="dt" sz="half" idx="10"/>
          </p:nvPr>
        </p:nvSpPr>
        <p:spPr/>
        <p:txBody>
          <a:bodyPr/>
          <a:lstStyle/>
          <a:p>
            <a:fld id="{BEACC2DC-9E3A-44FF-B316-55456058A0CC}" type="datetime1">
              <a:rPr lang="en-US" smtClean="0"/>
              <a:t>9/7/2026</a:t>
            </a:fld>
            <a:endParaRPr lang="en-US"/>
          </a:p>
        </p:txBody>
      </p:sp>
      <p:sp>
        <p:nvSpPr>
          <p:cNvPr id="6" name="Footer Placeholder 5">
            <a:extLst>
              <a:ext uri="{FF2B5EF4-FFF2-40B4-BE49-F238E27FC236}">
                <a16:creationId xmlns:a16="http://schemas.microsoft.com/office/drawing/2014/main" id="{00672EA1-1498-5D77-A116-5A0229027B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419BD-8F55-0DB5-E7A4-B2D65F3D4DC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06018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A6B6-838D-F8ED-BDA3-2A162DF6C0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ABD07F-0AEC-095A-51B1-BCBAF78FF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0C15C3-DA68-E56D-39FE-12682CE84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427CC-7335-E85B-F994-ECED937697DB}"/>
              </a:ext>
            </a:extLst>
          </p:cNvPr>
          <p:cNvSpPr>
            <a:spLocks noGrp="1"/>
          </p:cNvSpPr>
          <p:nvPr>
            <p:ph type="dt" sz="half" idx="10"/>
          </p:nvPr>
        </p:nvSpPr>
        <p:spPr/>
        <p:txBody>
          <a:bodyPr/>
          <a:lstStyle/>
          <a:p>
            <a:fld id="{A4FE5055-4E7B-4EEB-A9E4-14CB598FDB7C}" type="datetime1">
              <a:rPr lang="en-US" smtClean="0"/>
              <a:t>9/7/2026</a:t>
            </a:fld>
            <a:endParaRPr lang="en-US"/>
          </a:p>
        </p:txBody>
      </p:sp>
      <p:sp>
        <p:nvSpPr>
          <p:cNvPr id="6" name="Footer Placeholder 5">
            <a:extLst>
              <a:ext uri="{FF2B5EF4-FFF2-40B4-BE49-F238E27FC236}">
                <a16:creationId xmlns:a16="http://schemas.microsoft.com/office/drawing/2014/main" id="{C265D5C9-7347-6515-DE00-D89BEB8E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21FEE5-DCD3-D8BE-62C7-D756A7F33ECB}"/>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30891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43D8-02AC-2914-9FED-616D6AB422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AB5568-29BC-DFED-ABFE-8CB9972CD8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ACC50-EA82-80A5-543B-E10B8CB99A2D}"/>
              </a:ext>
            </a:extLst>
          </p:cNvPr>
          <p:cNvSpPr>
            <a:spLocks noGrp="1"/>
          </p:cNvSpPr>
          <p:nvPr>
            <p:ph type="dt" sz="half" idx="10"/>
          </p:nvPr>
        </p:nvSpPr>
        <p:spPr/>
        <p:txBody>
          <a:bodyPr/>
          <a:lstStyle/>
          <a:p>
            <a:fld id="{6653D07F-EA1B-48C7-9BD0-6BED24C9ED67}" type="datetime1">
              <a:rPr lang="en-US" smtClean="0"/>
              <a:t>9/7/2026</a:t>
            </a:fld>
            <a:endParaRPr lang="en-US"/>
          </a:p>
        </p:txBody>
      </p:sp>
      <p:sp>
        <p:nvSpPr>
          <p:cNvPr id="5" name="Footer Placeholder 4">
            <a:extLst>
              <a:ext uri="{FF2B5EF4-FFF2-40B4-BE49-F238E27FC236}">
                <a16:creationId xmlns:a16="http://schemas.microsoft.com/office/drawing/2014/main" id="{93496697-F033-841A-79EF-51DC7E046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A364F-BF8C-D383-E70E-5C199E40246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8061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EFD78-33C7-A6E2-827C-308D24411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174DE-9768-CB18-7AE9-11A18E818A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0FA62-F86E-B4BB-30E3-DEB6FC314D3B}"/>
              </a:ext>
            </a:extLst>
          </p:cNvPr>
          <p:cNvSpPr>
            <a:spLocks noGrp="1"/>
          </p:cNvSpPr>
          <p:nvPr>
            <p:ph type="dt" sz="half" idx="10"/>
          </p:nvPr>
        </p:nvSpPr>
        <p:spPr/>
        <p:txBody>
          <a:bodyPr/>
          <a:lstStyle/>
          <a:p>
            <a:fld id="{FDA4DF48-C056-4522-9BC2-031A9D197A93}" type="datetime1">
              <a:rPr lang="en-US" smtClean="0"/>
              <a:t>9/7/2026</a:t>
            </a:fld>
            <a:endParaRPr lang="en-US"/>
          </a:p>
        </p:txBody>
      </p:sp>
      <p:sp>
        <p:nvSpPr>
          <p:cNvPr id="5" name="Footer Placeholder 4">
            <a:extLst>
              <a:ext uri="{FF2B5EF4-FFF2-40B4-BE49-F238E27FC236}">
                <a16:creationId xmlns:a16="http://schemas.microsoft.com/office/drawing/2014/main" id="{A387A909-05FF-1D16-6D0B-DCA5B2C17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6DEDF-AF23-D167-C1D4-F648EF1CD4C7}"/>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7105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05DFF-00C9-BEC9-4FC3-920066B1226C}"/>
              </a:ext>
            </a:extLst>
          </p:cNvPr>
          <p:cNvSpPr>
            <a:spLocks noGrp="1"/>
          </p:cNvSpPr>
          <p:nvPr>
            <p:ph type="title"/>
          </p:nvPr>
        </p:nvSpPr>
        <p:spPr>
          <a:xfrm>
            <a:off x="488578" y="18255"/>
            <a:ext cx="1121484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ABA2AF-CC90-3FC4-EEF7-E1A8D525A323}"/>
              </a:ext>
            </a:extLst>
          </p:cNvPr>
          <p:cNvSpPr>
            <a:spLocks noGrp="1"/>
          </p:cNvSpPr>
          <p:nvPr>
            <p:ph type="body" idx="1"/>
          </p:nvPr>
        </p:nvSpPr>
        <p:spPr>
          <a:xfrm>
            <a:off x="488578" y="1343818"/>
            <a:ext cx="11214844" cy="53149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9049E-4FCE-FF74-9683-28A5B1FA9845}"/>
              </a:ext>
            </a:extLst>
          </p:cNvPr>
          <p:cNvSpPr>
            <a:spLocks noGrp="1"/>
          </p:cNvSpPr>
          <p:nvPr>
            <p:ph type="dt" sz="half" idx="2"/>
          </p:nvPr>
        </p:nvSpPr>
        <p:spPr>
          <a:xfrm>
            <a:off x="488578" y="6356350"/>
            <a:ext cx="2743200" cy="365125"/>
          </a:xfrm>
          <a:prstGeom prst="rect">
            <a:avLst/>
          </a:prstGeom>
        </p:spPr>
        <p:txBody>
          <a:bodyPr vert="horz" lIns="91440" tIns="45720" rIns="91440" bIns="45720" rtlCol="0" anchor="ctr"/>
          <a:lstStyle>
            <a:lvl1pPr algn="l">
              <a:defRPr sz="2000">
                <a:solidFill>
                  <a:schemeClr val="tx1">
                    <a:tint val="82000"/>
                  </a:schemeClr>
                </a:solidFill>
              </a:defRPr>
            </a:lvl1pPr>
          </a:lstStyle>
          <a:p>
            <a:fld id="{FDEB8912-975C-4DE8-9A59-8B9C133AEEC5}" type="datetime1">
              <a:rPr lang="en-US" smtClean="0"/>
              <a:pPr/>
              <a:t>9/7/2026</a:t>
            </a:fld>
            <a:endParaRPr lang="en-US"/>
          </a:p>
        </p:txBody>
      </p:sp>
      <p:sp>
        <p:nvSpPr>
          <p:cNvPr id="5" name="Footer Placeholder 4">
            <a:extLst>
              <a:ext uri="{FF2B5EF4-FFF2-40B4-BE49-F238E27FC236}">
                <a16:creationId xmlns:a16="http://schemas.microsoft.com/office/drawing/2014/main" id="{14567B93-70A1-78F2-3159-EEE138DB5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426FB6-9E0D-15E5-E967-0981DEBDF9AC}"/>
              </a:ext>
            </a:extLst>
          </p:cNvPr>
          <p:cNvSpPr>
            <a:spLocks noGrp="1"/>
          </p:cNvSpPr>
          <p:nvPr>
            <p:ph type="sldNum" sz="quarter" idx="4"/>
          </p:nvPr>
        </p:nvSpPr>
        <p:spPr>
          <a:xfrm>
            <a:off x="9148482" y="6356349"/>
            <a:ext cx="2743200" cy="365125"/>
          </a:xfrm>
          <a:prstGeom prst="rect">
            <a:avLst/>
          </a:prstGeom>
        </p:spPr>
        <p:txBody>
          <a:bodyPr vert="horz" lIns="91440" tIns="45720" rIns="91440" bIns="45720" rtlCol="0" anchor="ctr"/>
          <a:lstStyle>
            <a:lvl1pPr algn="r">
              <a:defRPr sz="2000">
                <a:solidFill>
                  <a:schemeClr val="tx1">
                    <a:tint val="82000"/>
                  </a:schemeClr>
                </a:solidFill>
              </a:defRPr>
            </a:lvl1pPr>
          </a:lstStyle>
          <a:p>
            <a:fld id="{DA0BB241-1B5F-4309-9407-9EEA04D9598D}" type="slidenum">
              <a:rPr lang="en-US" smtClean="0"/>
              <a:pPr/>
              <a:t>‹#›</a:t>
            </a:fld>
            <a:endParaRPr lang="en-US"/>
          </a:p>
        </p:txBody>
      </p:sp>
      <p:pic>
        <p:nvPicPr>
          <p:cNvPr id="10" name="Picture 9">
            <a:extLst>
              <a:ext uri="{FF2B5EF4-FFF2-40B4-BE49-F238E27FC236}">
                <a16:creationId xmlns:a16="http://schemas.microsoft.com/office/drawing/2014/main" id="{75577D58-7A11-E289-9D1F-308CA3E6101F}"/>
              </a:ext>
            </a:extLst>
          </p:cNvPr>
          <p:cNvPicPr>
            <a:picLocks noChangeAspect="1" noChangeArrowheads="1"/>
          </p:cNvPicPr>
          <p:nvPr userDrawn="1"/>
        </p:nvPicPr>
        <p:blipFill>
          <a:blip r:embed="rId13">
            <a:alphaModFix amt="90000"/>
            <a:extLst>
              <a:ext uri="{28A0092B-C50C-407E-A947-70E740481C1C}">
                <a14:useLocalDpi xmlns:a14="http://schemas.microsoft.com/office/drawing/2010/main" val="0"/>
              </a:ext>
            </a:extLst>
          </a:blip>
          <a:srcRect/>
          <a:stretch>
            <a:fillRect/>
          </a:stretch>
        </p:blipFill>
        <p:spPr bwMode="auto">
          <a:xfrm>
            <a:off x="10719386" y="382029"/>
            <a:ext cx="1172296" cy="59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036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notesSlide" Target="../notesSlides/notesSlide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notesSlide" Target="../notesSlides/notesSlide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2.xml"/><Relationship Id="rId5" Type="http://schemas.openxmlformats.org/officeDocument/2006/relationships/tags" Target="../tags/tag16.xml"/><Relationship Id="rId4" Type="http://schemas.openxmlformats.org/officeDocument/2006/relationships/tags" Target="../tags/tag15.xml"/></Relationships>
</file>

<file path=ppt/slides/_rels/slide5.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image" Target="../media/image3.pn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image" Target="../media/image2.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notesSlide" Target="../notesSlides/notesSlide5.xml"/><Relationship Id="rId5" Type="http://schemas.openxmlformats.org/officeDocument/2006/relationships/tags" Target="../tags/tag21.xml"/><Relationship Id="rId10" Type="http://schemas.openxmlformats.org/officeDocument/2006/relationships/slideLayout" Target="../slideLayouts/slideLayout2.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image" Target="../media/image2.svg"/><Relationship Id="rId3" Type="http://schemas.openxmlformats.org/officeDocument/2006/relationships/tags" Target="../tags/tag28.xml"/><Relationship Id="rId21" Type="http://schemas.openxmlformats.org/officeDocument/2006/relationships/image" Target="../media/image5.sv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notesSlide" Target="../notesSlides/notesSlide6.xml"/><Relationship Id="rId2" Type="http://schemas.openxmlformats.org/officeDocument/2006/relationships/tags" Target="../tags/tag27.xml"/><Relationship Id="rId16" Type="http://schemas.openxmlformats.org/officeDocument/2006/relationships/slideLayout" Target="../slideLayouts/slideLayout2.xml"/><Relationship Id="rId20" Type="http://schemas.openxmlformats.org/officeDocument/2006/relationships/image" Target="../media/image4.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image" Target="../media/image7.svg"/><Relationship Id="rId10" Type="http://schemas.openxmlformats.org/officeDocument/2006/relationships/tags" Target="../tags/tag35.xml"/><Relationship Id="rId19" Type="http://schemas.openxmlformats.org/officeDocument/2006/relationships/image" Target="../media/image3.png"/><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image" Target="../media/image2.svg"/><Relationship Id="rId3" Type="http://schemas.openxmlformats.org/officeDocument/2006/relationships/tags" Target="../tags/tag43.xml"/><Relationship Id="rId21" Type="http://schemas.openxmlformats.org/officeDocument/2006/relationships/image" Target="../media/image5.svg"/><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notesSlide" Target="../notesSlides/notesSlide7.xml"/><Relationship Id="rId2" Type="http://schemas.openxmlformats.org/officeDocument/2006/relationships/tags" Target="../tags/tag42.xml"/><Relationship Id="rId16" Type="http://schemas.openxmlformats.org/officeDocument/2006/relationships/slideLayout" Target="../slideLayouts/slideLayout2.xml"/><Relationship Id="rId20" Type="http://schemas.openxmlformats.org/officeDocument/2006/relationships/image" Target="../media/image4.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image" Target="../media/image7.svg"/><Relationship Id="rId10" Type="http://schemas.openxmlformats.org/officeDocument/2006/relationships/tags" Target="../tags/tag50.xml"/><Relationship Id="rId19" Type="http://schemas.openxmlformats.org/officeDocument/2006/relationships/image" Target="../media/image3.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notesSlide" Target="../notesSlides/notesSlide8.xml"/><Relationship Id="rId3" Type="http://schemas.openxmlformats.org/officeDocument/2006/relationships/tags" Target="../tags/tag58.xml"/><Relationship Id="rId21" Type="http://schemas.openxmlformats.org/officeDocument/2006/relationships/image" Target="../media/image3.png"/><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slideLayout" Target="../slideLayouts/slideLayout2.xml"/><Relationship Id="rId25" Type="http://schemas.openxmlformats.org/officeDocument/2006/relationships/image" Target="../media/image7.svg"/><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image" Target="../media/image2.svg"/><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24" Type="http://schemas.openxmlformats.org/officeDocument/2006/relationships/image" Target="../media/image6.svg"/><Relationship Id="rId5" Type="http://schemas.openxmlformats.org/officeDocument/2006/relationships/tags" Target="../tags/tag60.xml"/><Relationship Id="rId15" Type="http://schemas.openxmlformats.org/officeDocument/2006/relationships/tags" Target="../tags/tag70.xml"/><Relationship Id="rId23" Type="http://schemas.openxmlformats.org/officeDocument/2006/relationships/image" Target="../media/image5.svg"/><Relationship Id="rId10" Type="http://schemas.openxmlformats.org/officeDocument/2006/relationships/tags" Target="../tags/tag65.xml"/><Relationship Id="rId19" Type="http://schemas.openxmlformats.org/officeDocument/2006/relationships/image" Target="../media/image8.png"/><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image" Target="../media/image9.png"/><Relationship Id="rId5" Type="http://schemas.openxmlformats.org/officeDocument/2006/relationships/tags" Target="../tags/tag76.xml"/><Relationship Id="rId10" Type="http://schemas.openxmlformats.org/officeDocument/2006/relationships/notesSlide" Target="../notesSlides/notesSlide9.xml"/><Relationship Id="rId4" Type="http://schemas.openxmlformats.org/officeDocument/2006/relationships/tags" Target="../tags/tag75.xml"/><Relationship Id="rId9"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image" Target="../media/image11.png"/><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image" Target="../media/image9.png"/><Relationship Id="rId2" Type="http://schemas.openxmlformats.org/officeDocument/2006/relationships/tags" Target="../tags/tag81.xml"/><Relationship Id="rId16" Type="http://schemas.openxmlformats.org/officeDocument/2006/relationships/image" Target="../media/image10.pn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5" Type="http://schemas.openxmlformats.org/officeDocument/2006/relationships/tags" Target="../tags/tag84.xml"/><Relationship Id="rId15" Type="http://schemas.openxmlformats.org/officeDocument/2006/relationships/notesSlide" Target="../notesSlides/notesSlide10.xml"/><Relationship Id="rId10" Type="http://schemas.openxmlformats.org/officeDocument/2006/relationships/tags" Target="../tags/tag89.xml"/><Relationship Id="rId19" Type="http://schemas.openxmlformats.org/officeDocument/2006/relationships/image" Target="../media/image12.png"/><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26" Type="http://schemas.openxmlformats.org/officeDocument/2006/relationships/image" Target="../media/image12.png"/><Relationship Id="rId3" Type="http://schemas.openxmlformats.org/officeDocument/2006/relationships/tags" Target="../tags/tag95.xml"/><Relationship Id="rId21" Type="http://schemas.openxmlformats.org/officeDocument/2006/relationships/image" Target="../media/image10.png"/><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5" Type="http://schemas.openxmlformats.org/officeDocument/2006/relationships/image" Target="../media/image14.png"/><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notesSlide" Target="../notesSlides/notesSlide11.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image" Target="../media/image13.png"/><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image" Target="../media/image11.png"/><Relationship Id="rId10" Type="http://schemas.openxmlformats.org/officeDocument/2006/relationships/tags" Target="../tags/tag102.xml"/><Relationship Id="rId19" Type="http://schemas.openxmlformats.org/officeDocument/2006/relationships/slideLayout" Target="../slideLayouts/slideLayout6.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tags" Target="../tags/tag113.xml"/><Relationship Id="rId7" Type="http://schemas.openxmlformats.org/officeDocument/2006/relationships/notesSlide" Target="../notesSlides/notesSlide1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Layout" Target="../slideLayouts/slideLayout6.xml"/><Relationship Id="rId5" Type="http://schemas.openxmlformats.org/officeDocument/2006/relationships/tags" Target="../tags/tag115.xml"/><Relationship Id="rId4" Type="http://schemas.openxmlformats.org/officeDocument/2006/relationships/tags" Target="../tags/tag114.xml"/></Relationships>
</file>

<file path=ppt/slides/_rels/slide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5" Type="http://schemas.openxmlformats.org/officeDocument/2006/relationships/image" Target="../media/image16.png"/><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image" Target="../media/image15.png"/><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notesSlide" Target="../notesSlides/notesSlide13.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3" Type="http://schemas.openxmlformats.org/officeDocument/2006/relationships/tags" Target="../tags/tag149.xml"/><Relationship Id="rId18" Type="http://schemas.openxmlformats.org/officeDocument/2006/relationships/tags" Target="../tags/tag154.xml"/><Relationship Id="rId26" Type="http://schemas.openxmlformats.org/officeDocument/2006/relationships/tags" Target="../tags/tag162.xml"/><Relationship Id="rId39" Type="http://schemas.openxmlformats.org/officeDocument/2006/relationships/slideLayout" Target="../slideLayouts/slideLayout6.xml"/><Relationship Id="rId21" Type="http://schemas.openxmlformats.org/officeDocument/2006/relationships/tags" Target="../tags/tag157.xml"/><Relationship Id="rId34" Type="http://schemas.openxmlformats.org/officeDocument/2006/relationships/tags" Target="../tags/tag170.xml"/><Relationship Id="rId42" Type="http://schemas.openxmlformats.org/officeDocument/2006/relationships/image" Target="../media/image17.png"/><Relationship Id="rId7" Type="http://schemas.openxmlformats.org/officeDocument/2006/relationships/tags" Target="../tags/tag143.xml"/><Relationship Id="rId2" Type="http://schemas.openxmlformats.org/officeDocument/2006/relationships/tags" Target="../tags/tag138.xml"/><Relationship Id="rId16" Type="http://schemas.openxmlformats.org/officeDocument/2006/relationships/tags" Target="../tags/tag152.xml"/><Relationship Id="rId20" Type="http://schemas.openxmlformats.org/officeDocument/2006/relationships/tags" Target="../tags/tag156.xml"/><Relationship Id="rId29" Type="http://schemas.openxmlformats.org/officeDocument/2006/relationships/tags" Target="../tags/tag165.xml"/><Relationship Id="rId41" Type="http://schemas.openxmlformats.org/officeDocument/2006/relationships/image" Target="../media/image10.png"/><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24" Type="http://schemas.openxmlformats.org/officeDocument/2006/relationships/tags" Target="../tags/tag160.xml"/><Relationship Id="rId32" Type="http://schemas.openxmlformats.org/officeDocument/2006/relationships/tags" Target="../tags/tag168.xml"/><Relationship Id="rId37" Type="http://schemas.openxmlformats.org/officeDocument/2006/relationships/tags" Target="../tags/tag173.xml"/><Relationship Id="rId40" Type="http://schemas.openxmlformats.org/officeDocument/2006/relationships/notesSlide" Target="../notesSlides/notesSlide14.xml"/><Relationship Id="rId5" Type="http://schemas.openxmlformats.org/officeDocument/2006/relationships/tags" Target="../tags/tag141.xml"/><Relationship Id="rId15" Type="http://schemas.openxmlformats.org/officeDocument/2006/relationships/tags" Target="../tags/tag151.xml"/><Relationship Id="rId23" Type="http://schemas.openxmlformats.org/officeDocument/2006/relationships/tags" Target="../tags/tag159.xml"/><Relationship Id="rId28" Type="http://schemas.openxmlformats.org/officeDocument/2006/relationships/tags" Target="../tags/tag164.xml"/><Relationship Id="rId36" Type="http://schemas.openxmlformats.org/officeDocument/2006/relationships/tags" Target="../tags/tag172.xml"/><Relationship Id="rId10" Type="http://schemas.openxmlformats.org/officeDocument/2006/relationships/tags" Target="../tags/tag146.xml"/><Relationship Id="rId19" Type="http://schemas.openxmlformats.org/officeDocument/2006/relationships/tags" Target="../tags/tag155.xml"/><Relationship Id="rId31" Type="http://schemas.openxmlformats.org/officeDocument/2006/relationships/tags" Target="../tags/tag167.xml"/><Relationship Id="rId44" Type="http://schemas.openxmlformats.org/officeDocument/2006/relationships/image" Target="../media/image16.png"/><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tags" Target="../tags/tag158.xml"/><Relationship Id="rId27" Type="http://schemas.openxmlformats.org/officeDocument/2006/relationships/tags" Target="../tags/tag163.xml"/><Relationship Id="rId30" Type="http://schemas.openxmlformats.org/officeDocument/2006/relationships/tags" Target="../tags/tag166.xml"/><Relationship Id="rId35" Type="http://schemas.openxmlformats.org/officeDocument/2006/relationships/tags" Target="../tags/tag171.xml"/><Relationship Id="rId43" Type="http://schemas.openxmlformats.org/officeDocument/2006/relationships/image" Target="../media/image15.png"/><Relationship Id="rId8" Type="http://schemas.openxmlformats.org/officeDocument/2006/relationships/tags" Target="../tags/tag144.xml"/><Relationship Id="rId3" Type="http://schemas.openxmlformats.org/officeDocument/2006/relationships/tags" Target="../tags/tag139.xml"/><Relationship Id="rId12" Type="http://schemas.openxmlformats.org/officeDocument/2006/relationships/tags" Target="../tags/tag148.xml"/><Relationship Id="rId17" Type="http://schemas.openxmlformats.org/officeDocument/2006/relationships/tags" Target="../tags/tag153.xml"/><Relationship Id="rId25" Type="http://schemas.openxmlformats.org/officeDocument/2006/relationships/tags" Target="../tags/tag161.xml"/><Relationship Id="rId33" Type="http://schemas.openxmlformats.org/officeDocument/2006/relationships/tags" Target="../tags/tag169.xml"/><Relationship Id="rId38" Type="http://schemas.openxmlformats.org/officeDocument/2006/relationships/tags" Target="../tags/tag174.xml"/></Relationships>
</file>

<file path=ppt/slides/_rels/slide15.xml.rels><?xml version="1.0" encoding="UTF-8" standalone="yes"?>
<Relationships xmlns="http://schemas.openxmlformats.org/package/2006/relationships"><Relationship Id="rId13" Type="http://schemas.openxmlformats.org/officeDocument/2006/relationships/tags" Target="../tags/tag187.xml"/><Relationship Id="rId18" Type="http://schemas.openxmlformats.org/officeDocument/2006/relationships/tags" Target="../tags/tag192.xml"/><Relationship Id="rId26" Type="http://schemas.openxmlformats.org/officeDocument/2006/relationships/tags" Target="../tags/tag200.xml"/><Relationship Id="rId39" Type="http://schemas.openxmlformats.org/officeDocument/2006/relationships/tags" Target="../tags/tag213.xml"/><Relationship Id="rId21" Type="http://schemas.openxmlformats.org/officeDocument/2006/relationships/tags" Target="../tags/tag195.xml"/><Relationship Id="rId34" Type="http://schemas.openxmlformats.org/officeDocument/2006/relationships/tags" Target="../tags/tag208.xml"/><Relationship Id="rId42" Type="http://schemas.openxmlformats.org/officeDocument/2006/relationships/tags" Target="../tags/tag216.xml"/><Relationship Id="rId47" Type="http://schemas.openxmlformats.org/officeDocument/2006/relationships/tags" Target="../tags/tag221.xml"/><Relationship Id="rId50" Type="http://schemas.openxmlformats.org/officeDocument/2006/relationships/tags" Target="../tags/tag224.xml"/><Relationship Id="rId55" Type="http://schemas.openxmlformats.org/officeDocument/2006/relationships/tags" Target="../tags/tag229.xml"/><Relationship Id="rId7" Type="http://schemas.openxmlformats.org/officeDocument/2006/relationships/tags" Target="../tags/tag181.xml"/><Relationship Id="rId2" Type="http://schemas.openxmlformats.org/officeDocument/2006/relationships/tags" Target="../tags/tag176.xml"/><Relationship Id="rId16" Type="http://schemas.openxmlformats.org/officeDocument/2006/relationships/tags" Target="../tags/tag190.xml"/><Relationship Id="rId29" Type="http://schemas.openxmlformats.org/officeDocument/2006/relationships/tags" Target="../tags/tag203.xml"/><Relationship Id="rId11" Type="http://schemas.openxmlformats.org/officeDocument/2006/relationships/tags" Target="../tags/tag185.xml"/><Relationship Id="rId24" Type="http://schemas.openxmlformats.org/officeDocument/2006/relationships/tags" Target="../tags/tag198.xml"/><Relationship Id="rId32" Type="http://schemas.openxmlformats.org/officeDocument/2006/relationships/tags" Target="../tags/tag206.xml"/><Relationship Id="rId37" Type="http://schemas.openxmlformats.org/officeDocument/2006/relationships/tags" Target="../tags/tag211.xml"/><Relationship Id="rId40" Type="http://schemas.openxmlformats.org/officeDocument/2006/relationships/tags" Target="../tags/tag214.xml"/><Relationship Id="rId45" Type="http://schemas.openxmlformats.org/officeDocument/2006/relationships/tags" Target="../tags/tag219.xml"/><Relationship Id="rId53" Type="http://schemas.openxmlformats.org/officeDocument/2006/relationships/tags" Target="../tags/tag227.xml"/><Relationship Id="rId58" Type="http://schemas.openxmlformats.org/officeDocument/2006/relationships/image" Target="../media/image10.png"/><Relationship Id="rId5" Type="http://schemas.openxmlformats.org/officeDocument/2006/relationships/tags" Target="../tags/tag179.xml"/><Relationship Id="rId61" Type="http://schemas.openxmlformats.org/officeDocument/2006/relationships/image" Target="../media/image15.png"/><Relationship Id="rId19" Type="http://schemas.openxmlformats.org/officeDocument/2006/relationships/tags" Target="../tags/tag193.xml"/><Relationship Id="rId14" Type="http://schemas.openxmlformats.org/officeDocument/2006/relationships/tags" Target="../tags/tag188.xml"/><Relationship Id="rId22" Type="http://schemas.openxmlformats.org/officeDocument/2006/relationships/tags" Target="../tags/tag196.xml"/><Relationship Id="rId27" Type="http://schemas.openxmlformats.org/officeDocument/2006/relationships/tags" Target="../tags/tag201.xml"/><Relationship Id="rId30" Type="http://schemas.openxmlformats.org/officeDocument/2006/relationships/tags" Target="../tags/tag204.xml"/><Relationship Id="rId35" Type="http://schemas.openxmlformats.org/officeDocument/2006/relationships/tags" Target="../tags/tag209.xml"/><Relationship Id="rId43" Type="http://schemas.openxmlformats.org/officeDocument/2006/relationships/tags" Target="../tags/tag217.xml"/><Relationship Id="rId48" Type="http://schemas.openxmlformats.org/officeDocument/2006/relationships/tags" Target="../tags/tag222.xml"/><Relationship Id="rId56" Type="http://schemas.openxmlformats.org/officeDocument/2006/relationships/slideLayout" Target="../slideLayouts/slideLayout6.xml"/><Relationship Id="rId8" Type="http://schemas.openxmlformats.org/officeDocument/2006/relationships/tags" Target="../tags/tag182.xml"/><Relationship Id="rId51" Type="http://schemas.openxmlformats.org/officeDocument/2006/relationships/tags" Target="../tags/tag225.xml"/><Relationship Id="rId3" Type="http://schemas.openxmlformats.org/officeDocument/2006/relationships/tags" Target="../tags/tag177.xml"/><Relationship Id="rId12" Type="http://schemas.openxmlformats.org/officeDocument/2006/relationships/tags" Target="../tags/tag186.xml"/><Relationship Id="rId17" Type="http://schemas.openxmlformats.org/officeDocument/2006/relationships/tags" Target="../tags/tag191.xml"/><Relationship Id="rId25" Type="http://schemas.openxmlformats.org/officeDocument/2006/relationships/tags" Target="../tags/tag199.xml"/><Relationship Id="rId33" Type="http://schemas.openxmlformats.org/officeDocument/2006/relationships/tags" Target="../tags/tag207.xml"/><Relationship Id="rId38" Type="http://schemas.openxmlformats.org/officeDocument/2006/relationships/tags" Target="../tags/tag212.xml"/><Relationship Id="rId46" Type="http://schemas.openxmlformats.org/officeDocument/2006/relationships/tags" Target="../tags/tag220.xml"/><Relationship Id="rId59" Type="http://schemas.openxmlformats.org/officeDocument/2006/relationships/image" Target="../media/image17.png"/><Relationship Id="rId20" Type="http://schemas.openxmlformats.org/officeDocument/2006/relationships/tags" Target="../tags/tag194.xml"/><Relationship Id="rId41" Type="http://schemas.openxmlformats.org/officeDocument/2006/relationships/tags" Target="../tags/tag215.xml"/><Relationship Id="rId54" Type="http://schemas.openxmlformats.org/officeDocument/2006/relationships/tags" Target="../tags/tag228.xml"/><Relationship Id="rId62" Type="http://schemas.openxmlformats.org/officeDocument/2006/relationships/image" Target="../media/image16.png"/><Relationship Id="rId1" Type="http://schemas.openxmlformats.org/officeDocument/2006/relationships/tags" Target="../tags/tag175.xml"/><Relationship Id="rId6" Type="http://schemas.openxmlformats.org/officeDocument/2006/relationships/tags" Target="../tags/tag180.xml"/><Relationship Id="rId15" Type="http://schemas.openxmlformats.org/officeDocument/2006/relationships/tags" Target="../tags/tag189.xml"/><Relationship Id="rId23" Type="http://schemas.openxmlformats.org/officeDocument/2006/relationships/tags" Target="../tags/tag197.xml"/><Relationship Id="rId28" Type="http://schemas.openxmlformats.org/officeDocument/2006/relationships/tags" Target="../tags/tag202.xml"/><Relationship Id="rId36" Type="http://schemas.openxmlformats.org/officeDocument/2006/relationships/tags" Target="../tags/tag210.xml"/><Relationship Id="rId49" Type="http://schemas.openxmlformats.org/officeDocument/2006/relationships/tags" Target="../tags/tag223.xml"/><Relationship Id="rId57" Type="http://schemas.openxmlformats.org/officeDocument/2006/relationships/notesSlide" Target="../notesSlides/notesSlide15.xml"/><Relationship Id="rId10" Type="http://schemas.openxmlformats.org/officeDocument/2006/relationships/tags" Target="../tags/tag184.xml"/><Relationship Id="rId31" Type="http://schemas.openxmlformats.org/officeDocument/2006/relationships/tags" Target="../tags/tag205.xml"/><Relationship Id="rId44" Type="http://schemas.openxmlformats.org/officeDocument/2006/relationships/tags" Target="../tags/tag218.xml"/><Relationship Id="rId52" Type="http://schemas.openxmlformats.org/officeDocument/2006/relationships/tags" Target="../tags/tag226.xml"/><Relationship Id="rId60" Type="http://schemas.openxmlformats.org/officeDocument/2006/relationships/image" Target="../media/image18.png"/><Relationship Id="rId4" Type="http://schemas.openxmlformats.org/officeDocument/2006/relationships/tags" Target="../tags/tag178.xml"/><Relationship Id="rId9" Type="http://schemas.openxmlformats.org/officeDocument/2006/relationships/tags" Target="../tags/tag183.xml"/></Relationships>
</file>

<file path=ppt/slides/_rels/slide16.xml.rels><?xml version="1.0" encoding="UTF-8" standalone="yes"?>
<Relationships xmlns="http://schemas.openxmlformats.org/package/2006/relationships"><Relationship Id="rId13" Type="http://schemas.openxmlformats.org/officeDocument/2006/relationships/tags" Target="../tags/tag242.xml"/><Relationship Id="rId18" Type="http://schemas.openxmlformats.org/officeDocument/2006/relationships/tags" Target="../tags/tag247.xml"/><Relationship Id="rId26" Type="http://schemas.openxmlformats.org/officeDocument/2006/relationships/tags" Target="../tags/tag255.xml"/><Relationship Id="rId39" Type="http://schemas.openxmlformats.org/officeDocument/2006/relationships/tags" Target="../tags/tag268.xml"/><Relationship Id="rId21" Type="http://schemas.openxmlformats.org/officeDocument/2006/relationships/tags" Target="../tags/tag250.xml"/><Relationship Id="rId34" Type="http://schemas.openxmlformats.org/officeDocument/2006/relationships/tags" Target="../tags/tag263.xml"/><Relationship Id="rId42" Type="http://schemas.openxmlformats.org/officeDocument/2006/relationships/tags" Target="../tags/tag271.xml"/><Relationship Id="rId47" Type="http://schemas.openxmlformats.org/officeDocument/2006/relationships/tags" Target="../tags/tag276.xml"/><Relationship Id="rId50" Type="http://schemas.openxmlformats.org/officeDocument/2006/relationships/tags" Target="../tags/tag279.xml"/><Relationship Id="rId55" Type="http://schemas.openxmlformats.org/officeDocument/2006/relationships/tags" Target="../tags/tag284.xml"/><Relationship Id="rId63" Type="http://schemas.openxmlformats.org/officeDocument/2006/relationships/image" Target="../media/image15.png"/><Relationship Id="rId7" Type="http://schemas.openxmlformats.org/officeDocument/2006/relationships/tags" Target="../tags/tag236.xml"/><Relationship Id="rId2" Type="http://schemas.openxmlformats.org/officeDocument/2006/relationships/tags" Target="../tags/tag231.xml"/><Relationship Id="rId16" Type="http://schemas.openxmlformats.org/officeDocument/2006/relationships/tags" Target="../tags/tag245.xml"/><Relationship Id="rId29" Type="http://schemas.openxmlformats.org/officeDocument/2006/relationships/tags" Target="../tags/tag258.xml"/><Relationship Id="rId11" Type="http://schemas.openxmlformats.org/officeDocument/2006/relationships/tags" Target="../tags/tag240.xml"/><Relationship Id="rId24" Type="http://schemas.openxmlformats.org/officeDocument/2006/relationships/tags" Target="../tags/tag253.xml"/><Relationship Id="rId32" Type="http://schemas.openxmlformats.org/officeDocument/2006/relationships/tags" Target="../tags/tag261.xml"/><Relationship Id="rId37" Type="http://schemas.openxmlformats.org/officeDocument/2006/relationships/tags" Target="../tags/tag266.xml"/><Relationship Id="rId40" Type="http://schemas.openxmlformats.org/officeDocument/2006/relationships/tags" Target="../tags/tag269.xml"/><Relationship Id="rId45" Type="http://schemas.openxmlformats.org/officeDocument/2006/relationships/tags" Target="../tags/tag274.xml"/><Relationship Id="rId53" Type="http://schemas.openxmlformats.org/officeDocument/2006/relationships/tags" Target="../tags/tag282.xml"/><Relationship Id="rId58" Type="http://schemas.openxmlformats.org/officeDocument/2006/relationships/slideLayout" Target="../slideLayouts/slideLayout6.xml"/><Relationship Id="rId5" Type="http://schemas.openxmlformats.org/officeDocument/2006/relationships/tags" Target="../tags/tag234.xml"/><Relationship Id="rId61" Type="http://schemas.openxmlformats.org/officeDocument/2006/relationships/image" Target="../media/image17.png"/><Relationship Id="rId19" Type="http://schemas.openxmlformats.org/officeDocument/2006/relationships/tags" Target="../tags/tag248.xml"/><Relationship Id="rId14" Type="http://schemas.openxmlformats.org/officeDocument/2006/relationships/tags" Target="../tags/tag243.xml"/><Relationship Id="rId22" Type="http://schemas.openxmlformats.org/officeDocument/2006/relationships/tags" Target="../tags/tag251.xml"/><Relationship Id="rId27" Type="http://schemas.openxmlformats.org/officeDocument/2006/relationships/tags" Target="../tags/tag256.xml"/><Relationship Id="rId30" Type="http://schemas.openxmlformats.org/officeDocument/2006/relationships/tags" Target="../tags/tag259.xml"/><Relationship Id="rId35" Type="http://schemas.openxmlformats.org/officeDocument/2006/relationships/tags" Target="../tags/tag264.xml"/><Relationship Id="rId43" Type="http://schemas.openxmlformats.org/officeDocument/2006/relationships/tags" Target="../tags/tag272.xml"/><Relationship Id="rId48" Type="http://schemas.openxmlformats.org/officeDocument/2006/relationships/tags" Target="../tags/tag277.xml"/><Relationship Id="rId56" Type="http://schemas.openxmlformats.org/officeDocument/2006/relationships/tags" Target="../tags/tag285.xml"/><Relationship Id="rId64" Type="http://schemas.openxmlformats.org/officeDocument/2006/relationships/image" Target="../media/image16.png"/><Relationship Id="rId8" Type="http://schemas.openxmlformats.org/officeDocument/2006/relationships/tags" Target="../tags/tag237.xml"/><Relationship Id="rId51" Type="http://schemas.openxmlformats.org/officeDocument/2006/relationships/tags" Target="../tags/tag280.xml"/><Relationship Id="rId3" Type="http://schemas.openxmlformats.org/officeDocument/2006/relationships/tags" Target="../tags/tag232.xml"/><Relationship Id="rId12" Type="http://schemas.openxmlformats.org/officeDocument/2006/relationships/tags" Target="../tags/tag241.xml"/><Relationship Id="rId17" Type="http://schemas.openxmlformats.org/officeDocument/2006/relationships/tags" Target="../tags/tag246.xml"/><Relationship Id="rId25" Type="http://schemas.openxmlformats.org/officeDocument/2006/relationships/tags" Target="../tags/tag254.xml"/><Relationship Id="rId33" Type="http://schemas.openxmlformats.org/officeDocument/2006/relationships/tags" Target="../tags/tag262.xml"/><Relationship Id="rId38" Type="http://schemas.openxmlformats.org/officeDocument/2006/relationships/tags" Target="../tags/tag267.xml"/><Relationship Id="rId46" Type="http://schemas.openxmlformats.org/officeDocument/2006/relationships/tags" Target="../tags/tag275.xml"/><Relationship Id="rId59" Type="http://schemas.openxmlformats.org/officeDocument/2006/relationships/notesSlide" Target="../notesSlides/notesSlide16.xml"/><Relationship Id="rId20" Type="http://schemas.openxmlformats.org/officeDocument/2006/relationships/tags" Target="../tags/tag249.xml"/><Relationship Id="rId41" Type="http://schemas.openxmlformats.org/officeDocument/2006/relationships/tags" Target="../tags/tag270.xml"/><Relationship Id="rId54" Type="http://schemas.openxmlformats.org/officeDocument/2006/relationships/tags" Target="../tags/tag283.xml"/><Relationship Id="rId62" Type="http://schemas.openxmlformats.org/officeDocument/2006/relationships/image" Target="../media/image18.png"/><Relationship Id="rId1" Type="http://schemas.openxmlformats.org/officeDocument/2006/relationships/tags" Target="../tags/tag230.xml"/><Relationship Id="rId6" Type="http://schemas.openxmlformats.org/officeDocument/2006/relationships/tags" Target="../tags/tag235.xml"/><Relationship Id="rId15" Type="http://schemas.openxmlformats.org/officeDocument/2006/relationships/tags" Target="../tags/tag244.xml"/><Relationship Id="rId23" Type="http://schemas.openxmlformats.org/officeDocument/2006/relationships/tags" Target="../tags/tag252.xml"/><Relationship Id="rId28" Type="http://schemas.openxmlformats.org/officeDocument/2006/relationships/tags" Target="../tags/tag257.xml"/><Relationship Id="rId36" Type="http://schemas.openxmlformats.org/officeDocument/2006/relationships/tags" Target="../tags/tag265.xml"/><Relationship Id="rId49" Type="http://schemas.openxmlformats.org/officeDocument/2006/relationships/tags" Target="../tags/tag278.xml"/><Relationship Id="rId57" Type="http://schemas.openxmlformats.org/officeDocument/2006/relationships/tags" Target="../tags/tag286.xml"/><Relationship Id="rId10" Type="http://schemas.openxmlformats.org/officeDocument/2006/relationships/tags" Target="../tags/tag239.xml"/><Relationship Id="rId31" Type="http://schemas.openxmlformats.org/officeDocument/2006/relationships/tags" Target="../tags/tag260.xml"/><Relationship Id="rId44" Type="http://schemas.openxmlformats.org/officeDocument/2006/relationships/tags" Target="../tags/tag273.xml"/><Relationship Id="rId52" Type="http://schemas.openxmlformats.org/officeDocument/2006/relationships/tags" Target="../tags/tag281.xml"/><Relationship Id="rId60" Type="http://schemas.openxmlformats.org/officeDocument/2006/relationships/image" Target="../media/image10.png"/><Relationship Id="rId4" Type="http://schemas.openxmlformats.org/officeDocument/2006/relationships/tags" Target="../tags/tag233.xml"/><Relationship Id="rId9" Type="http://schemas.openxmlformats.org/officeDocument/2006/relationships/tags" Target="../tags/tag238.xml"/></Relationships>
</file>

<file path=ppt/slides/_rels/slide17.xml.rels><?xml version="1.0" encoding="UTF-8" standalone="yes"?>
<Relationships xmlns="http://schemas.openxmlformats.org/package/2006/relationships"><Relationship Id="rId8" Type="http://schemas.openxmlformats.org/officeDocument/2006/relationships/tags" Target="../tags/tag294.xml"/><Relationship Id="rId3" Type="http://schemas.openxmlformats.org/officeDocument/2006/relationships/tags" Target="../tags/tag289.xml"/><Relationship Id="rId7" Type="http://schemas.openxmlformats.org/officeDocument/2006/relationships/tags" Target="../tags/tag293.xm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tags" Target="../tags/tag292.xml"/><Relationship Id="rId5" Type="http://schemas.openxmlformats.org/officeDocument/2006/relationships/tags" Target="../tags/tag291.xml"/><Relationship Id="rId10" Type="http://schemas.openxmlformats.org/officeDocument/2006/relationships/notesSlide" Target="../notesSlides/notesSlide17.xml"/><Relationship Id="rId4" Type="http://schemas.openxmlformats.org/officeDocument/2006/relationships/tags" Target="../tags/tag290.xml"/><Relationship Id="rId9"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tags" Target="../tags/tag302.xml"/><Relationship Id="rId13" Type="http://schemas.openxmlformats.org/officeDocument/2006/relationships/slideLayout" Target="../slideLayouts/slideLayout6.xml"/><Relationship Id="rId3" Type="http://schemas.openxmlformats.org/officeDocument/2006/relationships/tags" Target="../tags/tag297.xml"/><Relationship Id="rId7" Type="http://schemas.openxmlformats.org/officeDocument/2006/relationships/tags" Target="../tags/tag301.xml"/><Relationship Id="rId12" Type="http://schemas.openxmlformats.org/officeDocument/2006/relationships/tags" Target="../tags/tag306.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tags" Target="../tags/tag300.xml"/><Relationship Id="rId11" Type="http://schemas.openxmlformats.org/officeDocument/2006/relationships/tags" Target="../tags/tag305.xml"/><Relationship Id="rId5" Type="http://schemas.openxmlformats.org/officeDocument/2006/relationships/tags" Target="../tags/tag299.xml"/><Relationship Id="rId15" Type="http://schemas.openxmlformats.org/officeDocument/2006/relationships/image" Target="../media/image10.png"/><Relationship Id="rId10" Type="http://schemas.openxmlformats.org/officeDocument/2006/relationships/tags" Target="../tags/tag304.xml"/><Relationship Id="rId4" Type="http://schemas.openxmlformats.org/officeDocument/2006/relationships/tags" Target="../tags/tag298.xml"/><Relationship Id="rId9" Type="http://schemas.openxmlformats.org/officeDocument/2006/relationships/tags" Target="../tags/tag303.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image" Target="../media/image19.png"/><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image" Target="../media/image10.png"/><Relationship Id="rId2" Type="http://schemas.openxmlformats.org/officeDocument/2006/relationships/tags" Target="../tags/tag308.xml"/><Relationship Id="rId16" Type="http://schemas.openxmlformats.org/officeDocument/2006/relationships/notesSlide" Target="../notesSlides/notesSlide19.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5" Type="http://schemas.openxmlformats.org/officeDocument/2006/relationships/tags" Target="../tags/tag311.xml"/><Relationship Id="rId15" Type="http://schemas.openxmlformats.org/officeDocument/2006/relationships/slideLayout" Target="../slideLayouts/slideLayout6.xml"/><Relationship Id="rId10" Type="http://schemas.openxmlformats.org/officeDocument/2006/relationships/tags" Target="../tags/tag316.xml"/><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s>
</file>

<file path=ppt/slides/_rels/slide20.xml.rels><?xml version="1.0" encoding="UTF-8" standalone="yes"?>
<Relationships xmlns="http://schemas.openxmlformats.org/package/2006/relationships"><Relationship Id="rId8" Type="http://schemas.openxmlformats.org/officeDocument/2006/relationships/tags" Target="../tags/tag328.xml"/><Relationship Id="rId13" Type="http://schemas.openxmlformats.org/officeDocument/2006/relationships/tags" Target="../tags/tag333.xml"/><Relationship Id="rId18" Type="http://schemas.openxmlformats.org/officeDocument/2006/relationships/notesSlide" Target="../notesSlides/notesSlide20.xml"/><Relationship Id="rId3" Type="http://schemas.openxmlformats.org/officeDocument/2006/relationships/tags" Target="../tags/tag323.xml"/><Relationship Id="rId21" Type="http://schemas.openxmlformats.org/officeDocument/2006/relationships/image" Target="../media/image19.png"/><Relationship Id="rId7" Type="http://schemas.openxmlformats.org/officeDocument/2006/relationships/tags" Target="../tags/tag327.xml"/><Relationship Id="rId12" Type="http://schemas.openxmlformats.org/officeDocument/2006/relationships/tags" Target="../tags/tag332.xml"/><Relationship Id="rId17" Type="http://schemas.openxmlformats.org/officeDocument/2006/relationships/slideLayout" Target="../slideLayouts/slideLayout6.xml"/><Relationship Id="rId2" Type="http://schemas.openxmlformats.org/officeDocument/2006/relationships/tags" Target="../tags/tag322.xml"/><Relationship Id="rId16" Type="http://schemas.openxmlformats.org/officeDocument/2006/relationships/tags" Target="../tags/tag336.xml"/><Relationship Id="rId20" Type="http://schemas.openxmlformats.org/officeDocument/2006/relationships/image" Target="../media/image20.png"/><Relationship Id="rId1" Type="http://schemas.openxmlformats.org/officeDocument/2006/relationships/tags" Target="../tags/tag321.xml"/><Relationship Id="rId6" Type="http://schemas.openxmlformats.org/officeDocument/2006/relationships/tags" Target="../tags/tag326.xml"/><Relationship Id="rId11" Type="http://schemas.openxmlformats.org/officeDocument/2006/relationships/tags" Target="../tags/tag331.xml"/><Relationship Id="rId5" Type="http://schemas.openxmlformats.org/officeDocument/2006/relationships/tags" Target="../tags/tag325.xml"/><Relationship Id="rId15" Type="http://schemas.openxmlformats.org/officeDocument/2006/relationships/tags" Target="../tags/tag335.xml"/><Relationship Id="rId10" Type="http://schemas.openxmlformats.org/officeDocument/2006/relationships/tags" Target="../tags/tag330.xml"/><Relationship Id="rId19" Type="http://schemas.openxmlformats.org/officeDocument/2006/relationships/image" Target="../media/image10.png"/><Relationship Id="rId4" Type="http://schemas.openxmlformats.org/officeDocument/2006/relationships/tags" Target="../tags/tag324.xml"/><Relationship Id="rId9" Type="http://schemas.openxmlformats.org/officeDocument/2006/relationships/tags" Target="../tags/tag329.xml"/><Relationship Id="rId14" Type="http://schemas.openxmlformats.org/officeDocument/2006/relationships/tags" Target="../tags/tag334.xml"/></Relationships>
</file>

<file path=ppt/slides/_rels/slide21.xml.rels><?xml version="1.0" encoding="UTF-8" standalone="yes"?>
<Relationships xmlns="http://schemas.openxmlformats.org/package/2006/relationships"><Relationship Id="rId8" Type="http://schemas.openxmlformats.org/officeDocument/2006/relationships/tags" Target="../tags/tag344.xml"/><Relationship Id="rId13" Type="http://schemas.openxmlformats.org/officeDocument/2006/relationships/tags" Target="../tags/tag349.xml"/><Relationship Id="rId18" Type="http://schemas.openxmlformats.org/officeDocument/2006/relationships/tags" Target="../tags/tag354.xml"/><Relationship Id="rId3" Type="http://schemas.openxmlformats.org/officeDocument/2006/relationships/tags" Target="../tags/tag339.xml"/><Relationship Id="rId21" Type="http://schemas.openxmlformats.org/officeDocument/2006/relationships/slideLayout" Target="../slideLayouts/slideLayout6.xml"/><Relationship Id="rId7" Type="http://schemas.openxmlformats.org/officeDocument/2006/relationships/tags" Target="../tags/tag343.xml"/><Relationship Id="rId12" Type="http://schemas.openxmlformats.org/officeDocument/2006/relationships/tags" Target="../tags/tag348.xml"/><Relationship Id="rId17" Type="http://schemas.openxmlformats.org/officeDocument/2006/relationships/tags" Target="../tags/tag353.xml"/><Relationship Id="rId25" Type="http://schemas.openxmlformats.org/officeDocument/2006/relationships/image" Target="../media/image19.png"/><Relationship Id="rId2" Type="http://schemas.openxmlformats.org/officeDocument/2006/relationships/tags" Target="../tags/tag338.xml"/><Relationship Id="rId16" Type="http://schemas.openxmlformats.org/officeDocument/2006/relationships/tags" Target="../tags/tag352.xml"/><Relationship Id="rId20" Type="http://schemas.openxmlformats.org/officeDocument/2006/relationships/tags" Target="../tags/tag356.xml"/><Relationship Id="rId1" Type="http://schemas.openxmlformats.org/officeDocument/2006/relationships/tags" Target="../tags/tag337.xml"/><Relationship Id="rId6" Type="http://schemas.openxmlformats.org/officeDocument/2006/relationships/tags" Target="../tags/tag342.xml"/><Relationship Id="rId11" Type="http://schemas.openxmlformats.org/officeDocument/2006/relationships/tags" Target="../tags/tag347.xml"/><Relationship Id="rId24" Type="http://schemas.openxmlformats.org/officeDocument/2006/relationships/image" Target="../media/image20.png"/><Relationship Id="rId5" Type="http://schemas.openxmlformats.org/officeDocument/2006/relationships/tags" Target="../tags/tag341.xml"/><Relationship Id="rId15" Type="http://schemas.openxmlformats.org/officeDocument/2006/relationships/tags" Target="../tags/tag351.xml"/><Relationship Id="rId23" Type="http://schemas.openxmlformats.org/officeDocument/2006/relationships/image" Target="../media/image10.png"/><Relationship Id="rId10" Type="http://schemas.openxmlformats.org/officeDocument/2006/relationships/tags" Target="../tags/tag346.xml"/><Relationship Id="rId19" Type="http://schemas.openxmlformats.org/officeDocument/2006/relationships/tags" Target="../tags/tag355.xml"/><Relationship Id="rId4" Type="http://schemas.openxmlformats.org/officeDocument/2006/relationships/tags" Target="../tags/tag340.xml"/><Relationship Id="rId9" Type="http://schemas.openxmlformats.org/officeDocument/2006/relationships/tags" Target="../tags/tag345.xml"/><Relationship Id="rId14" Type="http://schemas.openxmlformats.org/officeDocument/2006/relationships/tags" Target="../tags/tag350.xml"/><Relationship Id="rId2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364.xml"/><Relationship Id="rId13" Type="http://schemas.openxmlformats.org/officeDocument/2006/relationships/tags" Target="../tags/tag369.xml"/><Relationship Id="rId18" Type="http://schemas.openxmlformats.org/officeDocument/2006/relationships/tags" Target="../tags/tag374.xml"/><Relationship Id="rId26" Type="http://schemas.openxmlformats.org/officeDocument/2006/relationships/image" Target="../media/image19.png"/><Relationship Id="rId3" Type="http://schemas.openxmlformats.org/officeDocument/2006/relationships/tags" Target="../tags/tag359.xml"/><Relationship Id="rId21" Type="http://schemas.openxmlformats.org/officeDocument/2006/relationships/tags" Target="../tags/tag377.xml"/><Relationship Id="rId7" Type="http://schemas.openxmlformats.org/officeDocument/2006/relationships/tags" Target="../tags/tag363.xml"/><Relationship Id="rId12" Type="http://schemas.openxmlformats.org/officeDocument/2006/relationships/tags" Target="../tags/tag368.xml"/><Relationship Id="rId17" Type="http://schemas.openxmlformats.org/officeDocument/2006/relationships/tags" Target="../tags/tag373.xml"/><Relationship Id="rId25" Type="http://schemas.openxmlformats.org/officeDocument/2006/relationships/image" Target="../media/image20.png"/><Relationship Id="rId2" Type="http://schemas.openxmlformats.org/officeDocument/2006/relationships/tags" Target="../tags/tag358.xml"/><Relationship Id="rId16" Type="http://schemas.openxmlformats.org/officeDocument/2006/relationships/tags" Target="../tags/tag372.xml"/><Relationship Id="rId20" Type="http://schemas.openxmlformats.org/officeDocument/2006/relationships/tags" Target="../tags/tag376.xml"/><Relationship Id="rId1" Type="http://schemas.openxmlformats.org/officeDocument/2006/relationships/tags" Target="../tags/tag357.xml"/><Relationship Id="rId6" Type="http://schemas.openxmlformats.org/officeDocument/2006/relationships/tags" Target="../tags/tag362.xml"/><Relationship Id="rId11" Type="http://schemas.openxmlformats.org/officeDocument/2006/relationships/tags" Target="../tags/tag367.xml"/><Relationship Id="rId24" Type="http://schemas.openxmlformats.org/officeDocument/2006/relationships/image" Target="../media/image10.png"/><Relationship Id="rId5" Type="http://schemas.openxmlformats.org/officeDocument/2006/relationships/tags" Target="../tags/tag361.xml"/><Relationship Id="rId15" Type="http://schemas.openxmlformats.org/officeDocument/2006/relationships/tags" Target="../tags/tag371.xml"/><Relationship Id="rId23" Type="http://schemas.openxmlformats.org/officeDocument/2006/relationships/notesSlide" Target="../notesSlides/notesSlide22.xml"/><Relationship Id="rId10" Type="http://schemas.openxmlformats.org/officeDocument/2006/relationships/tags" Target="../tags/tag366.xml"/><Relationship Id="rId19" Type="http://schemas.openxmlformats.org/officeDocument/2006/relationships/tags" Target="../tags/tag375.xml"/><Relationship Id="rId4" Type="http://schemas.openxmlformats.org/officeDocument/2006/relationships/tags" Target="../tags/tag360.xml"/><Relationship Id="rId9" Type="http://schemas.openxmlformats.org/officeDocument/2006/relationships/tags" Target="../tags/tag365.xml"/><Relationship Id="rId14" Type="http://schemas.openxmlformats.org/officeDocument/2006/relationships/tags" Target="../tags/tag370.xml"/><Relationship Id="rId22"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tags" Target="../tags/tag385.xml"/><Relationship Id="rId13" Type="http://schemas.openxmlformats.org/officeDocument/2006/relationships/tags" Target="../tags/tag390.xml"/><Relationship Id="rId18" Type="http://schemas.openxmlformats.org/officeDocument/2006/relationships/tags" Target="../tags/tag395.xml"/><Relationship Id="rId26" Type="http://schemas.openxmlformats.org/officeDocument/2006/relationships/tags" Target="../tags/tag403.xml"/><Relationship Id="rId3" Type="http://schemas.openxmlformats.org/officeDocument/2006/relationships/tags" Target="../tags/tag380.xml"/><Relationship Id="rId21" Type="http://schemas.openxmlformats.org/officeDocument/2006/relationships/tags" Target="../tags/tag398.xml"/><Relationship Id="rId7" Type="http://schemas.openxmlformats.org/officeDocument/2006/relationships/tags" Target="../tags/tag384.xml"/><Relationship Id="rId12" Type="http://schemas.openxmlformats.org/officeDocument/2006/relationships/tags" Target="../tags/tag389.xml"/><Relationship Id="rId17" Type="http://schemas.openxmlformats.org/officeDocument/2006/relationships/tags" Target="../tags/tag394.xml"/><Relationship Id="rId25" Type="http://schemas.openxmlformats.org/officeDocument/2006/relationships/tags" Target="../tags/tag402.xml"/><Relationship Id="rId2" Type="http://schemas.openxmlformats.org/officeDocument/2006/relationships/tags" Target="../tags/tag379.xml"/><Relationship Id="rId16" Type="http://schemas.openxmlformats.org/officeDocument/2006/relationships/tags" Target="../tags/tag393.xml"/><Relationship Id="rId20" Type="http://schemas.openxmlformats.org/officeDocument/2006/relationships/tags" Target="../tags/tag397.xml"/><Relationship Id="rId29" Type="http://schemas.openxmlformats.org/officeDocument/2006/relationships/image" Target="../media/image10.png"/><Relationship Id="rId1" Type="http://schemas.openxmlformats.org/officeDocument/2006/relationships/tags" Target="../tags/tag378.xml"/><Relationship Id="rId6" Type="http://schemas.openxmlformats.org/officeDocument/2006/relationships/tags" Target="../tags/tag383.xml"/><Relationship Id="rId11" Type="http://schemas.openxmlformats.org/officeDocument/2006/relationships/tags" Target="../tags/tag388.xml"/><Relationship Id="rId24" Type="http://schemas.openxmlformats.org/officeDocument/2006/relationships/tags" Target="../tags/tag401.xml"/><Relationship Id="rId5" Type="http://schemas.openxmlformats.org/officeDocument/2006/relationships/tags" Target="../tags/tag382.xml"/><Relationship Id="rId15" Type="http://schemas.openxmlformats.org/officeDocument/2006/relationships/tags" Target="../tags/tag392.xml"/><Relationship Id="rId23" Type="http://schemas.openxmlformats.org/officeDocument/2006/relationships/tags" Target="../tags/tag400.xml"/><Relationship Id="rId28" Type="http://schemas.openxmlformats.org/officeDocument/2006/relationships/notesSlide" Target="../notesSlides/notesSlide23.xml"/><Relationship Id="rId10" Type="http://schemas.openxmlformats.org/officeDocument/2006/relationships/tags" Target="../tags/tag387.xml"/><Relationship Id="rId19" Type="http://schemas.openxmlformats.org/officeDocument/2006/relationships/tags" Target="../tags/tag396.xml"/><Relationship Id="rId31" Type="http://schemas.openxmlformats.org/officeDocument/2006/relationships/image" Target="../media/image19.png"/><Relationship Id="rId4" Type="http://schemas.openxmlformats.org/officeDocument/2006/relationships/tags" Target="../tags/tag381.xml"/><Relationship Id="rId9" Type="http://schemas.openxmlformats.org/officeDocument/2006/relationships/tags" Target="../tags/tag386.xml"/><Relationship Id="rId14" Type="http://schemas.openxmlformats.org/officeDocument/2006/relationships/tags" Target="../tags/tag391.xml"/><Relationship Id="rId22" Type="http://schemas.openxmlformats.org/officeDocument/2006/relationships/tags" Target="../tags/tag399.xml"/><Relationship Id="rId27" Type="http://schemas.openxmlformats.org/officeDocument/2006/relationships/slideLayout" Target="../slideLayouts/slideLayout6.xml"/><Relationship Id="rId30"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406.xml"/><Relationship Id="rId7" Type="http://schemas.openxmlformats.org/officeDocument/2006/relationships/slideLayout" Target="../slideLayouts/slideLayout6.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s>
</file>

<file path=ppt/slides/_rels/slide25.xml.rels><?xml version="1.0" encoding="UTF-8" standalone="yes"?>
<Relationships xmlns="http://schemas.openxmlformats.org/package/2006/relationships"><Relationship Id="rId8" Type="http://schemas.openxmlformats.org/officeDocument/2006/relationships/tags" Target="../tags/tag417.xml"/><Relationship Id="rId13" Type="http://schemas.openxmlformats.org/officeDocument/2006/relationships/slideLayout" Target="../slideLayouts/slideLayout6.xml"/><Relationship Id="rId3" Type="http://schemas.openxmlformats.org/officeDocument/2006/relationships/tags" Target="../tags/tag412.xml"/><Relationship Id="rId7" Type="http://schemas.openxmlformats.org/officeDocument/2006/relationships/tags" Target="../tags/tag416.xml"/><Relationship Id="rId12" Type="http://schemas.openxmlformats.org/officeDocument/2006/relationships/tags" Target="../tags/tag421.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tags" Target="../tags/tag420.xml"/><Relationship Id="rId5" Type="http://schemas.openxmlformats.org/officeDocument/2006/relationships/tags" Target="../tags/tag414.xml"/><Relationship Id="rId10" Type="http://schemas.openxmlformats.org/officeDocument/2006/relationships/tags" Target="../tags/tag419.xml"/><Relationship Id="rId4" Type="http://schemas.openxmlformats.org/officeDocument/2006/relationships/tags" Target="../tags/tag413.xml"/><Relationship Id="rId9" Type="http://schemas.openxmlformats.org/officeDocument/2006/relationships/tags" Target="../tags/tag418.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tags" Target="../tags/tag429.xml"/><Relationship Id="rId13" Type="http://schemas.openxmlformats.org/officeDocument/2006/relationships/tags" Target="../tags/tag434.xml"/><Relationship Id="rId3" Type="http://schemas.openxmlformats.org/officeDocument/2006/relationships/tags" Target="../tags/tag424.xml"/><Relationship Id="rId7" Type="http://schemas.openxmlformats.org/officeDocument/2006/relationships/tags" Target="../tags/tag428.xml"/><Relationship Id="rId12" Type="http://schemas.openxmlformats.org/officeDocument/2006/relationships/tags" Target="../tags/tag433.xml"/><Relationship Id="rId2" Type="http://schemas.openxmlformats.org/officeDocument/2006/relationships/tags" Target="../tags/tag423.xml"/><Relationship Id="rId16" Type="http://schemas.openxmlformats.org/officeDocument/2006/relationships/notesSlide" Target="../notesSlides/notesSlide26.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tags" Target="../tags/tag432.xml"/><Relationship Id="rId5" Type="http://schemas.openxmlformats.org/officeDocument/2006/relationships/tags" Target="../tags/tag426.xml"/><Relationship Id="rId15" Type="http://schemas.openxmlformats.org/officeDocument/2006/relationships/slideLayout" Target="../slideLayouts/slideLayout6.xml"/><Relationship Id="rId10" Type="http://schemas.openxmlformats.org/officeDocument/2006/relationships/tags" Target="../tags/tag431.xml"/><Relationship Id="rId4" Type="http://schemas.openxmlformats.org/officeDocument/2006/relationships/tags" Target="../tags/tag425.xml"/><Relationship Id="rId9" Type="http://schemas.openxmlformats.org/officeDocument/2006/relationships/tags" Target="../tags/tag430.xml"/><Relationship Id="rId14" Type="http://schemas.openxmlformats.org/officeDocument/2006/relationships/tags" Target="../tags/tag435.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6.xml"/><Relationship Id="rId13" Type="http://schemas.openxmlformats.org/officeDocument/2006/relationships/image" Target="../media/image24.png"/><Relationship Id="rId3" Type="http://schemas.openxmlformats.org/officeDocument/2006/relationships/tags" Target="../tags/tag438.xml"/><Relationship Id="rId7" Type="http://schemas.openxmlformats.org/officeDocument/2006/relationships/tags" Target="../tags/tag442.xml"/><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tags" Target="../tags/tag437.xml"/><Relationship Id="rId16" Type="http://schemas.openxmlformats.org/officeDocument/2006/relationships/image" Target="../media/image27.png"/><Relationship Id="rId1" Type="http://schemas.openxmlformats.org/officeDocument/2006/relationships/tags" Target="../tags/tag436.xml"/><Relationship Id="rId6" Type="http://schemas.openxmlformats.org/officeDocument/2006/relationships/tags" Target="../tags/tag441.xml"/><Relationship Id="rId11" Type="http://schemas.openxmlformats.org/officeDocument/2006/relationships/image" Target="../media/image22.png"/><Relationship Id="rId5" Type="http://schemas.openxmlformats.org/officeDocument/2006/relationships/tags" Target="../tags/tag440.xml"/><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tags" Target="../tags/tag439.xml"/><Relationship Id="rId9" Type="http://schemas.openxmlformats.org/officeDocument/2006/relationships/notesSlide" Target="../notesSlides/notesSlide27.xml"/><Relationship Id="rId14"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openxmlformats.org/officeDocument/2006/relationships/tags" Target="../tags/tag450.xml"/><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tags" Target="../tags/tag445.xml"/><Relationship Id="rId7" Type="http://schemas.openxmlformats.org/officeDocument/2006/relationships/tags" Target="../tags/tag449.xml"/><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tags" Target="../tags/tag444.xml"/><Relationship Id="rId16" Type="http://schemas.openxmlformats.org/officeDocument/2006/relationships/image" Target="../media/image25.png"/><Relationship Id="rId1" Type="http://schemas.openxmlformats.org/officeDocument/2006/relationships/tags" Target="../tags/tag443.xml"/><Relationship Id="rId6" Type="http://schemas.openxmlformats.org/officeDocument/2006/relationships/tags" Target="../tags/tag448.xml"/><Relationship Id="rId11" Type="http://schemas.openxmlformats.org/officeDocument/2006/relationships/notesSlide" Target="../notesSlides/notesSlide28.xml"/><Relationship Id="rId5" Type="http://schemas.openxmlformats.org/officeDocument/2006/relationships/tags" Target="../tags/tag447.xml"/><Relationship Id="rId15" Type="http://schemas.openxmlformats.org/officeDocument/2006/relationships/image" Target="../media/image24.png"/><Relationship Id="rId10" Type="http://schemas.openxmlformats.org/officeDocument/2006/relationships/slideLayout" Target="../slideLayouts/slideLayout6.xml"/><Relationship Id="rId19" Type="http://schemas.openxmlformats.org/officeDocument/2006/relationships/image" Target="../media/image28.png"/><Relationship Id="rId4" Type="http://schemas.openxmlformats.org/officeDocument/2006/relationships/tags" Target="../tags/tag446.xml"/><Relationship Id="rId9" Type="http://schemas.openxmlformats.org/officeDocument/2006/relationships/tags" Target="../tags/tag451.xml"/><Relationship Id="rId14" Type="http://schemas.openxmlformats.org/officeDocument/2006/relationships/image" Target="../media/image23.png"/></Relationships>
</file>

<file path=ppt/slides/_rels/slide29.xml.rels><?xml version="1.0" encoding="UTF-8" standalone="yes"?>
<Relationships xmlns="http://schemas.openxmlformats.org/package/2006/relationships"><Relationship Id="rId8" Type="http://schemas.openxmlformats.org/officeDocument/2006/relationships/tags" Target="../tags/tag459.xml"/><Relationship Id="rId13" Type="http://schemas.openxmlformats.org/officeDocument/2006/relationships/tags" Target="../tags/tag464.xml"/><Relationship Id="rId18" Type="http://schemas.openxmlformats.org/officeDocument/2006/relationships/notesSlide" Target="../notesSlides/notesSlide29.xml"/><Relationship Id="rId26" Type="http://schemas.openxmlformats.org/officeDocument/2006/relationships/image" Target="../media/image28.png"/><Relationship Id="rId3" Type="http://schemas.openxmlformats.org/officeDocument/2006/relationships/tags" Target="../tags/tag454.xml"/><Relationship Id="rId21" Type="http://schemas.openxmlformats.org/officeDocument/2006/relationships/image" Target="../media/image23.png"/><Relationship Id="rId7" Type="http://schemas.openxmlformats.org/officeDocument/2006/relationships/tags" Target="../tags/tag458.xml"/><Relationship Id="rId12" Type="http://schemas.openxmlformats.org/officeDocument/2006/relationships/tags" Target="../tags/tag463.xml"/><Relationship Id="rId17" Type="http://schemas.openxmlformats.org/officeDocument/2006/relationships/slideLayout" Target="../slideLayouts/slideLayout6.xml"/><Relationship Id="rId25" Type="http://schemas.openxmlformats.org/officeDocument/2006/relationships/image" Target="../media/image27.png"/><Relationship Id="rId2" Type="http://schemas.openxmlformats.org/officeDocument/2006/relationships/tags" Target="../tags/tag453.xml"/><Relationship Id="rId16" Type="http://schemas.openxmlformats.org/officeDocument/2006/relationships/tags" Target="../tags/tag467.xml"/><Relationship Id="rId20" Type="http://schemas.openxmlformats.org/officeDocument/2006/relationships/image" Target="../media/image22.png"/><Relationship Id="rId1" Type="http://schemas.openxmlformats.org/officeDocument/2006/relationships/tags" Target="../tags/tag452.xml"/><Relationship Id="rId6" Type="http://schemas.openxmlformats.org/officeDocument/2006/relationships/tags" Target="../tags/tag457.xml"/><Relationship Id="rId11" Type="http://schemas.openxmlformats.org/officeDocument/2006/relationships/tags" Target="../tags/tag462.xml"/><Relationship Id="rId24" Type="http://schemas.openxmlformats.org/officeDocument/2006/relationships/image" Target="../media/image26.png"/><Relationship Id="rId5" Type="http://schemas.openxmlformats.org/officeDocument/2006/relationships/tags" Target="../tags/tag456.xml"/><Relationship Id="rId15" Type="http://schemas.openxmlformats.org/officeDocument/2006/relationships/tags" Target="../tags/tag466.xml"/><Relationship Id="rId23" Type="http://schemas.openxmlformats.org/officeDocument/2006/relationships/image" Target="../media/image25.png"/><Relationship Id="rId10" Type="http://schemas.openxmlformats.org/officeDocument/2006/relationships/tags" Target="../tags/tag461.xml"/><Relationship Id="rId19" Type="http://schemas.openxmlformats.org/officeDocument/2006/relationships/image" Target="../media/image21.png"/><Relationship Id="rId4" Type="http://schemas.openxmlformats.org/officeDocument/2006/relationships/tags" Target="../tags/tag455.xml"/><Relationship Id="rId9" Type="http://schemas.openxmlformats.org/officeDocument/2006/relationships/tags" Target="../tags/tag460.xml"/><Relationship Id="rId14" Type="http://schemas.openxmlformats.org/officeDocument/2006/relationships/tags" Target="../tags/tag465.xml"/><Relationship Id="rId22" Type="http://schemas.openxmlformats.org/officeDocument/2006/relationships/image" Target="../media/image24.png"/><Relationship Id="rId27" Type="http://schemas.openxmlformats.org/officeDocument/2006/relationships/image" Target="../media/image29.png"/></Relationships>
</file>

<file path=ppt/slides/_rels/slide30.xml.rels><?xml version="1.0" encoding="UTF-8" standalone="yes"?>
<Relationships xmlns="http://schemas.openxmlformats.org/package/2006/relationships"><Relationship Id="rId13" Type="http://schemas.openxmlformats.org/officeDocument/2006/relationships/tags" Target="../tags/tag480.xml"/><Relationship Id="rId18" Type="http://schemas.openxmlformats.org/officeDocument/2006/relationships/tags" Target="../tags/tag485.xml"/><Relationship Id="rId26" Type="http://schemas.openxmlformats.org/officeDocument/2006/relationships/image" Target="../media/image22.png"/><Relationship Id="rId3" Type="http://schemas.openxmlformats.org/officeDocument/2006/relationships/tags" Target="../tags/tag470.xml"/><Relationship Id="rId21" Type="http://schemas.openxmlformats.org/officeDocument/2006/relationships/tags" Target="../tags/tag488.xml"/><Relationship Id="rId7" Type="http://schemas.openxmlformats.org/officeDocument/2006/relationships/tags" Target="../tags/tag474.xml"/><Relationship Id="rId12" Type="http://schemas.openxmlformats.org/officeDocument/2006/relationships/tags" Target="../tags/tag479.xml"/><Relationship Id="rId17" Type="http://schemas.openxmlformats.org/officeDocument/2006/relationships/tags" Target="../tags/tag484.xml"/><Relationship Id="rId25" Type="http://schemas.openxmlformats.org/officeDocument/2006/relationships/image" Target="../media/image21.png"/><Relationship Id="rId33" Type="http://schemas.openxmlformats.org/officeDocument/2006/relationships/image" Target="../media/image29.png"/><Relationship Id="rId2" Type="http://schemas.openxmlformats.org/officeDocument/2006/relationships/tags" Target="../tags/tag469.xml"/><Relationship Id="rId16" Type="http://schemas.openxmlformats.org/officeDocument/2006/relationships/tags" Target="../tags/tag483.xml"/><Relationship Id="rId20" Type="http://schemas.openxmlformats.org/officeDocument/2006/relationships/tags" Target="../tags/tag487.xml"/><Relationship Id="rId29" Type="http://schemas.openxmlformats.org/officeDocument/2006/relationships/image" Target="../media/image25.png"/><Relationship Id="rId1" Type="http://schemas.openxmlformats.org/officeDocument/2006/relationships/tags" Target="../tags/tag468.xml"/><Relationship Id="rId6" Type="http://schemas.openxmlformats.org/officeDocument/2006/relationships/tags" Target="../tags/tag473.xml"/><Relationship Id="rId11" Type="http://schemas.openxmlformats.org/officeDocument/2006/relationships/tags" Target="../tags/tag478.xml"/><Relationship Id="rId24" Type="http://schemas.openxmlformats.org/officeDocument/2006/relationships/notesSlide" Target="../notesSlides/notesSlide30.xml"/><Relationship Id="rId32" Type="http://schemas.openxmlformats.org/officeDocument/2006/relationships/image" Target="../media/image28.png"/><Relationship Id="rId5" Type="http://schemas.openxmlformats.org/officeDocument/2006/relationships/tags" Target="../tags/tag472.xml"/><Relationship Id="rId15" Type="http://schemas.openxmlformats.org/officeDocument/2006/relationships/tags" Target="../tags/tag482.xml"/><Relationship Id="rId23" Type="http://schemas.openxmlformats.org/officeDocument/2006/relationships/slideLayout" Target="../slideLayouts/slideLayout6.xml"/><Relationship Id="rId28" Type="http://schemas.openxmlformats.org/officeDocument/2006/relationships/image" Target="../media/image24.png"/><Relationship Id="rId10" Type="http://schemas.openxmlformats.org/officeDocument/2006/relationships/tags" Target="../tags/tag477.xml"/><Relationship Id="rId19" Type="http://schemas.openxmlformats.org/officeDocument/2006/relationships/tags" Target="../tags/tag486.xml"/><Relationship Id="rId31" Type="http://schemas.openxmlformats.org/officeDocument/2006/relationships/image" Target="../media/image27.png"/><Relationship Id="rId4" Type="http://schemas.openxmlformats.org/officeDocument/2006/relationships/tags" Target="../tags/tag471.xml"/><Relationship Id="rId9" Type="http://schemas.openxmlformats.org/officeDocument/2006/relationships/tags" Target="../tags/tag476.xml"/><Relationship Id="rId14" Type="http://schemas.openxmlformats.org/officeDocument/2006/relationships/tags" Target="../tags/tag481.xml"/><Relationship Id="rId22" Type="http://schemas.openxmlformats.org/officeDocument/2006/relationships/tags" Target="../tags/tag489.xml"/><Relationship Id="rId27" Type="http://schemas.openxmlformats.org/officeDocument/2006/relationships/image" Target="../media/image23.png"/><Relationship Id="rId30" Type="http://schemas.openxmlformats.org/officeDocument/2006/relationships/image" Target="../media/image26.png"/><Relationship Id="rId8" Type="http://schemas.openxmlformats.org/officeDocument/2006/relationships/tags" Target="../tags/tag475.xml"/></Relationships>
</file>

<file path=ppt/slides/_rels/slide31.xml.rels><?xml version="1.0" encoding="UTF-8" standalone="yes"?>
<Relationships xmlns="http://schemas.openxmlformats.org/package/2006/relationships"><Relationship Id="rId13" Type="http://schemas.openxmlformats.org/officeDocument/2006/relationships/tags" Target="../tags/tag502.xml"/><Relationship Id="rId18" Type="http://schemas.openxmlformats.org/officeDocument/2006/relationships/tags" Target="../tags/tag507.xml"/><Relationship Id="rId26" Type="http://schemas.openxmlformats.org/officeDocument/2006/relationships/tags" Target="../tags/tag515.xml"/><Relationship Id="rId39" Type="http://schemas.openxmlformats.org/officeDocument/2006/relationships/image" Target="../media/image29.png"/><Relationship Id="rId21" Type="http://schemas.openxmlformats.org/officeDocument/2006/relationships/tags" Target="../tags/tag510.xml"/><Relationship Id="rId34" Type="http://schemas.openxmlformats.org/officeDocument/2006/relationships/image" Target="../media/image24.png"/><Relationship Id="rId7" Type="http://schemas.openxmlformats.org/officeDocument/2006/relationships/tags" Target="../tags/tag496.xml"/><Relationship Id="rId12" Type="http://schemas.openxmlformats.org/officeDocument/2006/relationships/tags" Target="../tags/tag501.xml"/><Relationship Id="rId17" Type="http://schemas.openxmlformats.org/officeDocument/2006/relationships/tags" Target="../tags/tag506.xml"/><Relationship Id="rId25" Type="http://schemas.openxmlformats.org/officeDocument/2006/relationships/tags" Target="../tags/tag514.xml"/><Relationship Id="rId33" Type="http://schemas.openxmlformats.org/officeDocument/2006/relationships/image" Target="../media/image23.png"/><Relationship Id="rId38" Type="http://schemas.openxmlformats.org/officeDocument/2006/relationships/image" Target="../media/image28.png"/><Relationship Id="rId2" Type="http://schemas.openxmlformats.org/officeDocument/2006/relationships/tags" Target="../tags/tag491.xml"/><Relationship Id="rId16" Type="http://schemas.openxmlformats.org/officeDocument/2006/relationships/tags" Target="../tags/tag505.xml"/><Relationship Id="rId20" Type="http://schemas.openxmlformats.org/officeDocument/2006/relationships/tags" Target="../tags/tag509.xml"/><Relationship Id="rId29" Type="http://schemas.openxmlformats.org/officeDocument/2006/relationships/slideLayout" Target="../slideLayouts/slideLayout6.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tags" Target="../tags/tag500.xml"/><Relationship Id="rId24" Type="http://schemas.openxmlformats.org/officeDocument/2006/relationships/tags" Target="../tags/tag513.xml"/><Relationship Id="rId32" Type="http://schemas.openxmlformats.org/officeDocument/2006/relationships/image" Target="../media/image22.png"/><Relationship Id="rId37" Type="http://schemas.openxmlformats.org/officeDocument/2006/relationships/image" Target="../media/image27.png"/><Relationship Id="rId40" Type="http://schemas.openxmlformats.org/officeDocument/2006/relationships/image" Target="../media/image30.png"/><Relationship Id="rId5" Type="http://schemas.openxmlformats.org/officeDocument/2006/relationships/tags" Target="../tags/tag494.xml"/><Relationship Id="rId15" Type="http://schemas.openxmlformats.org/officeDocument/2006/relationships/tags" Target="../tags/tag504.xml"/><Relationship Id="rId23" Type="http://schemas.openxmlformats.org/officeDocument/2006/relationships/tags" Target="../tags/tag512.xml"/><Relationship Id="rId28" Type="http://schemas.openxmlformats.org/officeDocument/2006/relationships/tags" Target="../tags/tag517.xml"/><Relationship Id="rId36" Type="http://schemas.openxmlformats.org/officeDocument/2006/relationships/image" Target="../media/image26.png"/><Relationship Id="rId10" Type="http://schemas.openxmlformats.org/officeDocument/2006/relationships/tags" Target="../tags/tag499.xml"/><Relationship Id="rId19" Type="http://schemas.openxmlformats.org/officeDocument/2006/relationships/tags" Target="../tags/tag508.xml"/><Relationship Id="rId31" Type="http://schemas.openxmlformats.org/officeDocument/2006/relationships/image" Target="../media/image21.png"/><Relationship Id="rId4" Type="http://schemas.openxmlformats.org/officeDocument/2006/relationships/tags" Target="../tags/tag493.xml"/><Relationship Id="rId9" Type="http://schemas.openxmlformats.org/officeDocument/2006/relationships/tags" Target="../tags/tag498.xml"/><Relationship Id="rId14" Type="http://schemas.openxmlformats.org/officeDocument/2006/relationships/tags" Target="../tags/tag503.xml"/><Relationship Id="rId22" Type="http://schemas.openxmlformats.org/officeDocument/2006/relationships/tags" Target="../tags/tag511.xml"/><Relationship Id="rId27" Type="http://schemas.openxmlformats.org/officeDocument/2006/relationships/tags" Target="../tags/tag516.xml"/><Relationship Id="rId30" Type="http://schemas.openxmlformats.org/officeDocument/2006/relationships/notesSlide" Target="../notesSlides/notesSlide31.xml"/><Relationship Id="rId35" Type="http://schemas.openxmlformats.org/officeDocument/2006/relationships/image" Target="../media/image25.png"/><Relationship Id="rId8" Type="http://schemas.openxmlformats.org/officeDocument/2006/relationships/tags" Target="../tags/tag497.xml"/><Relationship Id="rId3" Type="http://schemas.openxmlformats.org/officeDocument/2006/relationships/tags" Target="../tags/tag492.xml"/></Relationships>
</file>

<file path=ppt/slides/_rels/slide32.xml.rels><?xml version="1.0" encoding="UTF-8" standalone="yes"?>
<Relationships xmlns="http://schemas.openxmlformats.org/package/2006/relationships"><Relationship Id="rId13" Type="http://schemas.openxmlformats.org/officeDocument/2006/relationships/tags" Target="../tags/tag530.xml"/><Relationship Id="rId18" Type="http://schemas.openxmlformats.org/officeDocument/2006/relationships/tags" Target="../tags/tag535.xml"/><Relationship Id="rId26" Type="http://schemas.openxmlformats.org/officeDocument/2006/relationships/tags" Target="../tags/tag543.xml"/><Relationship Id="rId39" Type="http://schemas.openxmlformats.org/officeDocument/2006/relationships/image" Target="../media/image28.png"/><Relationship Id="rId21" Type="http://schemas.openxmlformats.org/officeDocument/2006/relationships/tags" Target="../tags/tag538.xml"/><Relationship Id="rId34" Type="http://schemas.openxmlformats.org/officeDocument/2006/relationships/image" Target="../media/image23.png"/><Relationship Id="rId7" Type="http://schemas.openxmlformats.org/officeDocument/2006/relationships/tags" Target="../tags/tag524.xml"/><Relationship Id="rId2" Type="http://schemas.openxmlformats.org/officeDocument/2006/relationships/tags" Target="../tags/tag519.xml"/><Relationship Id="rId16" Type="http://schemas.openxmlformats.org/officeDocument/2006/relationships/tags" Target="../tags/tag533.xml"/><Relationship Id="rId20" Type="http://schemas.openxmlformats.org/officeDocument/2006/relationships/tags" Target="../tags/tag537.xml"/><Relationship Id="rId29" Type="http://schemas.openxmlformats.org/officeDocument/2006/relationships/tags" Target="../tags/tag546.xml"/><Relationship Id="rId41" Type="http://schemas.openxmlformats.org/officeDocument/2006/relationships/image" Target="../media/image30.png"/><Relationship Id="rId1" Type="http://schemas.openxmlformats.org/officeDocument/2006/relationships/tags" Target="../tags/tag518.xml"/><Relationship Id="rId6" Type="http://schemas.openxmlformats.org/officeDocument/2006/relationships/tags" Target="../tags/tag523.xml"/><Relationship Id="rId11" Type="http://schemas.openxmlformats.org/officeDocument/2006/relationships/tags" Target="../tags/tag528.xml"/><Relationship Id="rId24" Type="http://schemas.openxmlformats.org/officeDocument/2006/relationships/tags" Target="../tags/tag541.xml"/><Relationship Id="rId32" Type="http://schemas.openxmlformats.org/officeDocument/2006/relationships/image" Target="../media/image21.png"/><Relationship Id="rId37" Type="http://schemas.openxmlformats.org/officeDocument/2006/relationships/image" Target="../media/image26.png"/><Relationship Id="rId40" Type="http://schemas.openxmlformats.org/officeDocument/2006/relationships/image" Target="../media/image29.png"/><Relationship Id="rId5" Type="http://schemas.openxmlformats.org/officeDocument/2006/relationships/tags" Target="../tags/tag522.xml"/><Relationship Id="rId15" Type="http://schemas.openxmlformats.org/officeDocument/2006/relationships/tags" Target="../tags/tag532.xml"/><Relationship Id="rId23" Type="http://schemas.openxmlformats.org/officeDocument/2006/relationships/tags" Target="../tags/tag540.xml"/><Relationship Id="rId28" Type="http://schemas.openxmlformats.org/officeDocument/2006/relationships/tags" Target="../tags/tag545.xml"/><Relationship Id="rId36" Type="http://schemas.openxmlformats.org/officeDocument/2006/relationships/image" Target="../media/image25.png"/><Relationship Id="rId10" Type="http://schemas.openxmlformats.org/officeDocument/2006/relationships/tags" Target="../tags/tag527.xml"/><Relationship Id="rId19" Type="http://schemas.openxmlformats.org/officeDocument/2006/relationships/tags" Target="../tags/tag536.xml"/><Relationship Id="rId31" Type="http://schemas.openxmlformats.org/officeDocument/2006/relationships/notesSlide" Target="../notesSlides/notesSlide32.xml"/><Relationship Id="rId4" Type="http://schemas.openxmlformats.org/officeDocument/2006/relationships/tags" Target="../tags/tag521.xml"/><Relationship Id="rId9" Type="http://schemas.openxmlformats.org/officeDocument/2006/relationships/tags" Target="../tags/tag526.xml"/><Relationship Id="rId14" Type="http://schemas.openxmlformats.org/officeDocument/2006/relationships/tags" Target="../tags/tag531.xml"/><Relationship Id="rId22" Type="http://schemas.openxmlformats.org/officeDocument/2006/relationships/tags" Target="../tags/tag539.xml"/><Relationship Id="rId27" Type="http://schemas.openxmlformats.org/officeDocument/2006/relationships/tags" Target="../tags/tag544.xml"/><Relationship Id="rId30" Type="http://schemas.openxmlformats.org/officeDocument/2006/relationships/slideLayout" Target="../slideLayouts/slideLayout6.xml"/><Relationship Id="rId35" Type="http://schemas.openxmlformats.org/officeDocument/2006/relationships/image" Target="../media/image24.png"/><Relationship Id="rId8" Type="http://schemas.openxmlformats.org/officeDocument/2006/relationships/tags" Target="../tags/tag525.xml"/><Relationship Id="rId3" Type="http://schemas.openxmlformats.org/officeDocument/2006/relationships/tags" Target="../tags/tag520.xml"/><Relationship Id="rId12" Type="http://schemas.openxmlformats.org/officeDocument/2006/relationships/tags" Target="../tags/tag529.xml"/><Relationship Id="rId17" Type="http://schemas.openxmlformats.org/officeDocument/2006/relationships/tags" Target="../tags/tag534.xml"/><Relationship Id="rId25" Type="http://schemas.openxmlformats.org/officeDocument/2006/relationships/tags" Target="../tags/tag542.xml"/><Relationship Id="rId33" Type="http://schemas.openxmlformats.org/officeDocument/2006/relationships/image" Target="../media/image22.png"/><Relationship Id="rId38" Type="http://schemas.openxmlformats.org/officeDocument/2006/relationships/image" Target="../media/image27.png"/></Relationships>
</file>

<file path=ppt/slides/_rels/slide33.xml.rels><?xml version="1.0" encoding="UTF-8" standalone="yes"?>
<Relationships xmlns="http://schemas.openxmlformats.org/package/2006/relationships"><Relationship Id="rId13" Type="http://schemas.openxmlformats.org/officeDocument/2006/relationships/tags" Target="../tags/tag559.xml"/><Relationship Id="rId18" Type="http://schemas.openxmlformats.org/officeDocument/2006/relationships/tags" Target="../tags/tag564.xml"/><Relationship Id="rId26" Type="http://schemas.openxmlformats.org/officeDocument/2006/relationships/tags" Target="../tags/tag572.xml"/><Relationship Id="rId39" Type="http://schemas.openxmlformats.org/officeDocument/2006/relationships/image" Target="../media/image26.png"/><Relationship Id="rId21" Type="http://schemas.openxmlformats.org/officeDocument/2006/relationships/tags" Target="../tags/tag567.xml"/><Relationship Id="rId34" Type="http://schemas.openxmlformats.org/officeDocument/2006/relationships/image" Target="../media/image21.png"/><Relationship Id="rId42" Type="http://schemas.openxmlformats.org/officeDocument/2006/relationships/image" Target="../media/image29.png"/><Relationship Id="rId7" Type="http://schemas.openxmlformats.org/officeDocument/2006/relationships/tags" Target="../tags/tag553.xml"/><Relationship Id="rId2" Type="http://schemas.openxmlformats.org/officeDocument/2006/relationships/tags" Target="../tags/tag548.xml"/><Relationship Id="rId16" Type="http://schemas.openxmlformats.org/officeDocument/2006/relationships/tags" Target="../tags/tag562.xml"/><Relationship Id="rId20" Type="http://schemas.openxmlformats.org/officeDocument/2006/relationships/tags" Target="../tags/tag566.xml"/><Relationship Id="rId29" Type="http://schemas.openxmlformats.org/officeDocument/2006/relationships/tags" Target="../tags/tag575.xml"/><Relationship Id="rId41" Type="http://schemas.openxmlformats.org/officeDocument/2006/relationships/image" Target="../media/image28.png"/><Relationship Id="rId1" Type="http://schemas.openxmlformats.org/officeDocument/2006/relationships/tags" Target="../tags/tag547.xml"/><Relationship Id="rId6" Type="http://schemas.openxmlformats.org/officeDocument/2006/relationships/tags" Target="../tags/tag552.xml"/><Relationship Id="rId11" Type="http://schemas.openxmlformats.org/officeDocument/2006/relationships/tags" Target="../tags/tag557.xml"/><Relationship Id="rId24" Type="http://schemas.openxmlformats.org/officeDocument/2006/relationships/tags" Target="../tags/tag570.xml"/><Relationship Id="rId32" Type="http://schemas.openxmlformats.org/officeDocument/2006/relationships/slideLayout" Target="../slideLayouts/slideLayout6.xml"/><Relationship Id="rId37" Type="http://schemas.openxmlformats.org/officeDocument/2006/relationships/image" Target="../media/image24.png"/><Relationship Id="rId40" Type="http://schemas.openxmlformats.org/officeDocument/2006/relationships/image" Target="../media/image27.png"/><Relationship Id="rId5" Type="http://schemas.openxmlformats.org/officeDocument/2006/relationships/tags" Target="../tags/tag551.xml"/><Relationship Id="rId15" Type="http://schemas.openxmlformats.org/officeDocument/2006/relationships/tags" Target="../tags/tag561.xml"/><Relationship Id="rId23" Type="http://schemas.openxmlformats.org/officeDocument/2006/relationships/tags" Target="../tags/tag569.xml"/><Relationship Id="rId28" Type="http://schemas.openxmlformats.org/officeDocument/2006/relationships/tags" Target="../tags/tag574.xml"/><Relationship Id="rId36" Type="http://schemas.openxmlformats.org/officeDocument/2006/relationships/image" Target="../media/image23.png"/><Relationship Id="rId10" Type="http://schemas.openxmlformats.org/officeDocument/2006/relationships/tags" Target="../tags/tag556.xml"/><Relationship Id="rId19" Type="http://schemas.openxmlformats.org/officeDocument/2006/relationships/tags" Target="../tags/tag565.xml"/><Relationship Id="rId31" Type="http://schemas.openxmlformats.org/officeDocument/2006/relationships/tags" Target="../tags/tag577.xml"/><Relationship Id="rId4" Type="http://schemas.openxmlformats.org/officeDocument/2006/relationships/tags" Target="../tags/tag550.xml"/><Relationship Id="rId9" Type="http://schemas.openxmlformats.org/officeDocument/2006/relationships/tags" Target="../tags/tag555.xml"/><Relationship Id="rId14" Type="http://schemas.openxmlformats.org/officeDocument/2006/relationships/tags" Target="../tags/tag560.xml"/><Relationship Id="rId22" Type="http://schemas.openxmlformats.org/officeDocument/2006/relationships/tags" Target="../tags/tag568.xml"/><Relationship Id="rId27" Type="http://schemas.openxmlformats.org/officeDocument/2006/relationships/tags" Target="../tags/tag573.xml"/><Relationship Id="rId30" Type="http://schemas.openxmlformats.org/officeDocument/2006/relationships/tags" Target="../tags/tag576.xml"/><Relationship Id="rId35" Type="http://schemas.openxmlformats.org/officeDocument/2006/relationships/image" Target="../media/image22.png"/><Relationship Id="rId43" Type="http://schemas.openxmlformats.org/officeDocument/2006/relationships/image" Target="../media/image30.png"/><Relationship Id="rId8" Type="http://schemas.openxmlformats.org/officeDocument/2006/relationships/tags" Target="../tags/tag554.xml"/><Relationship Id="rId3" Type="http://schemas.openxmlformats.org/officeDocument/2006/relationships/tags" Target="../tags/tag549.xml"/><Relationship Id="rId12" Type="http://schemas.openxmlformats.org/officeDocument/2006/relationships/tags" Target="../tags/tag558.xml"/><Relationship Id="rId17" Type="http://schemas.openxmlformats.org/officeDocument/2006/relationships/tags" Target="../tags/tag563.xml"/><Relationship Id="rId25" Type="http://schemas.openxmlformats.org/officeDocument/2006/relationships/tags" Target="../tags/tag571.xml"/><Relationship Id="rId33" Type="http://schemas.openxmlformats.org/officeDocument/2006/relationships/notesSlide" Target="../notesSlides/notesSlide33.xml"/><Relationship Id="rId38" Type="http://schemas.openxmlformats.org/officeDocument/2006/relationships/image" Target="../media/image25.png"/></Relationships>
</file>

<file path=ppt/slides/_rels/slide34.xml.rels><?xml version="1.0" encoding="UTF-8" standalone="yes"?>
<Relationships xmlns="http://schemas.openxmlformats.org/package/2006/relationships"><Relationship Id="rId8" Type="http://schemas.openxmlformats.org/officeDocument/2006/relationships/tags" Target="../tags/tag585.xml"/><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tags" Target="../tags/tag580.xml"/><Relationship Id="rId7" Type="http://schemas.openxmlformats.org/officeDocument/2006/relationships/tags" Target="../tags/tag584.xml"/><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tags" Target="../tags/tag579.xml"/><Relationship Id="rId16" Type="http://schemas.openxmlformats.org/officeDocument/2006/relationships/image" Target="../media/image36.png"/><Relationship Id="rId1" Type="http://schemas.openxmlformats.org/officeDocument/2006/relationships/tags" Target="../tags/tag578.xml"/><Relationship Id="rId6" Type="http://schemas.openxmlformats.org/officeDocument/2006/relationships/tags" Target="../tags/tag583.xml"/><Relationship Id="rId11" Type="http://schemas.openxmlformats.org/officeDocument/2006/relationships/image" Target="../media/image31.png"/><Relationship Id="rId5" Type="http://schemas.openxmlformats.org/officeDocument/2006/relationships/tags" Target="../tags/tag582.xml"/><Relationship Id="rId15" Type="http://schemas.openxmlformats.org/officeDocument/2006/relationships/image" Target="../media/image35.png"/><Relationship Id="rId10" Type="http://schemas.openxmlformats.org/officeDocument/2006/relationships/notesSlide" Target="../notesSlides/notesSlide34.xml"/><Relationship Id="rId4" Type="http://schemas.openxmlformats.org/officeDocument/2006/relationships/tags" Target="../tags/tag581.xml"/><Relationship Id="rId9" Type="http://schemas.openxmlformats.org/officeDocument/2006/relationships/slideLayout" Target="../slideLayouts/slideLayout6.xml"/><Relationship Id="rId14" Type="http://schemas.openxmlformats.org/officeDocument/2006/relationships/image" Target="../media/image34.png"/></Relationships>
</file>

<file path=ppt/slides/_rels/slide35.xml.rels><?xml version="1.0" encoding="UTF-8" standalone="yes"?>
<Relationships xmlns="http://schemas.openxmlformats.org/package/2006/relationships"><Relationship Id="rId8" Type="http://schemas.openxmlformats.org/officeDocument/2006/relationships/tags" Target="../tags/tag593.xml"/><Relationship Id="rId13" Type="http://schemas.openxmlformats.org/officeDocument/2006/relationships/slideLayout" Target="../slideLayouts/slideLayout6.xml"/><Relationship Id="rId18" Type="http://schemas.openxmlformats.org/officeDocument/2006/relationships/image" Target="../media/image34.png"/><Relationship Id="rId3" Type="http://schemas.openxmlformats.org/officeDocument/2006/relationships/tags" Target="../tags/tag588.xml"/><Relationship Id="rId21" Type="http://schemas.openxmlformats.org/officeDocument/2006/relationships/image" Target="../media/image37.png"/><Relationship Id="rId7" Type="http://schemas.openxmlformats.org/officeDocument/2006/relationships/tags" Target="../tags/tag592.xml"/><Relationship Id="rId12" Type="http://schemas.openxmlformats.org/officeDocument/2006/relationships/tags" Target="../tags/tag597.xml"/><Relationship Id="rId17" Type="http://schemas.openxmlformats.org/officeDocument/2006/relationships/image" Target="../media/image33.png"/><Relationship Id="rId2" Type="http://schemas.openxmlformats.org/officeDocument/2006/relationships/tags" Target="../tags/tag587.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tags" Target="../tags/tag586.xml"/><Relationship Id="rId6" Type="http://schemas.openxmlformats.org/officeDocument/2006/relationships/tags" Target="../tags/tag591.xml"/><Relationship Id="rId11" Type="http://schemas.openxmlformats.org/officeDocument/2006/relationships/tags" Target="../tags/tag596.xml"/><Relationship Id="rId5" Type="http://schemas.openxmlformats.org/officeDocument/2006/relationships/tags" Target="../tags/tag590.xml"/><Relationship Id="rId15" Type="http://schemas.openxmlformats.org/officeDocument/2006/relationships/image" Target="../media/image31.png"/><Relationship Id="rId10" Type="http://schemas.openxmlformats.org/officeDocument/2006/relationships/tags" Target="../tags/tag595.xml"/><Relationship Id="rId19" Type="http://schemas.openxmlformats.org/officeDocument/2006/relationships/image" Target="../media/image35.png"/><Relationship Id="rId4" Type="http://schemas.openxmlformats.org/officeDocument/2006/relationships/tags" Target="../tags/tag589.xml"/><Relationship Id="rId9" Type="http://schemas.openxmlformats.org/officeDocument/2006/relationships/tags" Target="../tags/tag594.xml"/><Relationship Id="rId14" Type="http://schemas.openxmlformats.org/officeDocument/2006/relationships/notesSlide" Target="../notesSlides/notesSlide35.xml"/><Relationship Id="rId22"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tags" Target="../tags/tag600.xml"/><Relationship Id="rId7" Type="http://schemas.openxmlformats.org/officeDocument/2006/relationships/notesSlide" Target="../notesSlides/notesSlide36.xml"/><Relationship Id="rId2" Type="http://schemas.openxmlformats.org/officeDocument/2006/relationships/tags" Target="../tags/tag599.xml"/><Relationship Id="rId1" Type="http://schemas.openxmlformats.org/officeDocument/2006/relationships/tags" Target="../tags/tag598.xml"/><Relationship Id="rId6" Type="http://schemas.openxmlformats.org/officeDocument/2006/relationships/slideLayout" Target="../slideLayouts/slideLayout2.xml"/><Relationship Id="rId5" Type="http://schemas.openxmlformats.org/officeDocument/2006/relationships/tags" Target="../tags/tag602.xml"/><Relationship Id="rId4" Type="http://schemas.openxmlformats.org/officeDocument/2006/relationships/tags" Target="../tags/tag601.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3" Type="http://schemas.openxmlformats.org/officeDocument/2006/relationships/tags" Target="../tags/tag605.xml"/><Relationship Id="rId7" Type="http://schemas.openxmlformats.org/officeDocument/2006/relationships/slideLayout" Target="../slideLayouts/slideLayout2.xml"/><Relationship Id="rId2" Type="http://schemas.openxmlformats.org/officeDocument/2006/relationships/tags" Target="../tags/tag604.xml"/><Relationship Id="rId1" Type="http://schemas.openxmlformats.org/officeDocument/2006/relationships/tags" Target="../tags/tag603.xml"/><Relationship Id="rId6" Type="http://schemas.openxmlformats.org/officeDocument/2006/relationships/tags" Target="../tags/tag608.xml"/><Relationship Id="rId5" Type="http://schemas.openxmlformats.org/officeDocument/2006/relationships/tags" Target="../tags/tag607.xml"/><Relationship Id="rId4" Type="http://schemas.openxmlformats.org/officeDocument/2006/relationships/tags" Target="../tags/tag60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609.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61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tags" Target="../tags/tag613.xml"/><Relationship Id="rId7" Type="http://schemas.openxmlformats.org/officeDocument/2006/relationships/notesSlide" Target="../notesSlides/notesSlide40.xml"/><Relationship Id="rId2" Type="http://schemas.openxmlformats.org/officeDocument/2006/relationships/tags" Target="../tags/tag612.xml"/><Relationship Id="rId1" Type="http://schemas.openxmlformats.org/officeDocument/2006/relationships/tags" Target="../tags/tag611.xml"/><Relationship Id="rId6" Type="http://schemas.openxmlformats.org/officeDocument/2006/relationships/slideLayout" Target="../slideLayouts/slideLayout6.xml"/><Relationship Id="rId5" Type="http://schemas.openxmlformats.org/officeDocument/2006/relationships/tags" Target="../tags/tag615.xml"/><Relationship Id="rId4" Type="http://schemas.openxmlformats.org/officeDocument/2006/relationships/tags" Target="../tags/tag614.xml"/></Relationships>
</file>

<file path=ppt/slides/_rels/slide41.xml.rels><?xml version="1.0" encoding="UTF-8" standalone="yes"?>
<Relationships xmlns="http://schemas.openxmlformats.org/package/2006/relationships"><Relationship Id="rId8" Type="http://schemas.openxmlformats.org/officeDocument/2006/relationships/tags" Target="../tags/tag623.xml"/><Relationship Id="rId13" Type="http://schemas.openxmlformats.org/officeDocument/2006/relationships/tags" Target="../tags/tag628.xml"/><Relationship Id="rId3" Type="http://schemas.openxmlformats.org/officeDocument/2006/relationships/tags" Target="../tags/tag618.xml"/><Relationship Id="rId7" Type="http://schemas.openxmlformats.org/officeDocument/2006/relationships/tags" Target="../tags/tag622.xml"/><Relationship Id="rId12" Type="http://schemas.openxmlformats.org/officeDocument/2006/relationships/tags" Target="../tags/tag627.xml"/><Relationship Id="rId17" Type="http://schemas.openxmlformats.org/officeDocument/2006/relationships/image" Target="../media/image43.png"/><Relationship Id="rId2" Type="http://schemas.openxmlformats.org/officeDocument/2006/relationships/tags" Target="../tags/tag617.xml"/><Relationship Id="rId16" Type="http://schemas.openxmlformats.org/officeDocument/2006/relationships/notesSlide" Target="../notesSlides/notesSlide41.xml"/><Relationship Id="rId1" Type="http://schemas.openxmlformats.org/officeDocument/2006/relationships/tags" Target="../tags/tag616.xml"/><Relationship Id="rId6" Type="http://schemas.openxmlformats.org/officeDocument/2006/relationships/tags" Target="../tags/tag621.xml"/><Relationship Id="rId11" Type="http://schemas.openxmlformats.org/officeDocument/2006/relationships/tags" Target="../tags/tag626.xml"/><Relationship Id="rId5" Type="http://schemas.openxmlformats.org/officeDocument/2006/relationships/tags" Target="../tags/tag620.xml"/><Relationship Id="rId15" Type="http://schemas.openxmlformats.org/officeDocument/2006/relationships/slideLayout" Target="../slideLayouts/slideLayout6.xml"/><Relationship Id="rId10" Type="http://schemas.openxmlformats.org/officeDocument/2006/relationships/tags" Target="../tags/tag625.xml"/><Relationship Id="rId4" Type="http://schemas.openxmlformats.org/officeDocument/2006/relationships/tags" Target="../tags/tag619.xml"/><Relationship Id="rId9" Type="http://schemas.openxmlformats.org/officeDocument/2006/relationships/tags" Target="../tags/tag624.xml"/><Relationship Id="rId14" Type="http://schemas.openxmlformats.org/officeDocument/2006/relationships/tags" Target="../tags/tag629.xml"/></Relationships>
</file>

<file path=ppt/slides/_rels/slide42.xml.rels><?xml version="1.0" encoding="UTF-8" standalone="yes"?>
<Relationships xmlns="http://schemas.openxmlformats.org/package/2006/relationships"><Relationship Id="rId8" Type="http://schemas.openxmlformats.org/officeDocument/2006/relationships/tags" Target="../tags/tag637.xml"/><Relationship Id="rId13" Type="http://schemas.openxmlformats.org/officeDocument/2006/relationships/tags" Target="../tags/tag642.xml"/><Relationship Id="rId18" Type="http://schemas.openxmlformats.org/officeDocument/2006/relationships/tags" Target="../tags/tag647.xml"/><Relationship Id="rId3" Type="http://schemas.openxmlformats.org/officeDocument/2006/relationships/tags" Target="../tags/tag632.xml"/><Relationship Id="rId21" Type="http://schemas.openxmlformats.org/officeDocument/2006/relationships/image" Target="../media/image43.png"/><Relationship Id="rId7" Type="http://schemas.openxmlformats.org/officeDocument/2006/relationships/tags" Target="../tags/tag636.xml"/><Relationship Id="rId12" Type="http://schemas.openxmlformats.org/officeDocument/2006/relationships/tags" Target="../tags/tag641.xml"/><Relationship Id="rId17" Type="http://schemas.openxmlformats.org/officeDocument/2006/relationships/tags" Target="../tags/tag646.xml"/><Relationship Id="rId2" Type="http://schemas.openxmlformats.org/officeDocument/2006/relationships/tags" Target="../tags/tag631.xml"/><Relationship Id="rId16" Type="http://schemas.openxmlformats.org/officeDocument/2006/relationships/tags" Target="../tags/tag645.xml"/><Relationship Id="rId20" Type="http://schemas.openxmlformats.org/officeDocument/2006/relationships/notesSlide" Target="../notesSlides/notesSlide42.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tags" Target="../tags/tag640.xml"/><Relationship Id="rId5" Type="http://schemas.openxmlformats.org/officeDocument/2006/relationships/tags" Target="../tags/tag634.xml"/><Relationship Id="rId15" Type="http://schemas.openxmlformats.org/officeDocument/2006/relationships/tags" Target="../tags/tag644.xml"/><Relationship Id="rId10" Type="http://schemas.openxmlformats.org/officeDocument/2006/relationships/tags" Target="../tags/tag639.xml"/><Relationship Id="rId19" Type="http://schemas.openxmlformats.org/officeDocument/2006/relationships/slideLayout" Target="../slideLayouts/slideLayout6.xml"/><Relationship Id="rId4" Type="http://schemas.openxmlformats.org/officeDocument/2006/relationships/tags" Target="../tags/tag633.xml"/><Relationship Id="rId9" Type="http://schemas.openxmlformats.org/officeDocument/2006/relationships/tags" Target="../tags/tag638.xml"/><Relationship Id="rId14" Type="http://schemas.openxmlformats.org/officeDocument/2006/relationships/tags" Target="../tags/tag643.xml"/></Relationships>
</file>

<file path=ppt/slides/_rels/slide43.xml.rels><?xml version="1.0" encoding="UTF-8" standalone="yes"?>
<Relationships xmlns="http://schemas.openxmlformats.org/package/2006/relationships"><Relationship Id="rId8" Type="http://schemas.openxmlformats.org/officeDocument/2006/relationships/tags" Target="../tags/tag655.xml"/><Relationship Id="rId13" Type="http://schemas.openxmlformats.org/officeDocument/2006/relationships/tags" Target="../tags/tag660.xml"/><Relationship Id="rId18" Type="http://schemas.openxmlformats.org/officeDocument/2006/relationships/tags" Target="../tags/tag665.xml"/><Relationship Id="rId26" Type="http://schemas.openxmlformats.org/officeDocument/2006/relationships/image" Target="../media/image43.png"/><Relationship Id="rId3" Type="http://schemas.openxmlformats.org/officeDocument/2006/relationships/tags" Target="../tags/tag650.xml"/><Relationship Id="rId21" Type="http://schemas.openxmlformats.org/officeDocument/2006/relationships/tags" Target="../tags/tag668.xml"/><Relationship Id="rId7" Type="http://schemas.openxmlformats.org/officeDocument/2006/relationships/tags" Target="../tags/tag654.xml"/><Relationship Id="rId12" Type="http://schemas.openxmlformats.org/officeDocument/2006/relationships/tags" Target="../tags/tag659.xml"/><Relationship Id="rId17" Type="http://schemas.openxmlformats.org/officeDocument/2006/relationships/tags" Target="../tags/tag664.xml"/><Relationship Id="rId25" Type="http://schemas.openxmlformats.org/officeDocument/2006/relationships/notesSlide" Target="../notesSlides/notesSlide43.xml"/><Relationship Id="rId2" Type="http://schemas.openxmlformats.org/officeDocument/2006/relationships/tags" Target="../tags/tag649.xml"/><Relationship Id="rId16" Type="http://schemas.openxmlformats.org/officeDocument/2006/relationships/tags" Target="../tags/tag663.xml"/><Relationship Id="rId20" Type="http://schemas.openxmlformats.org/officeDocument/2006/relationships/tags" Target="../tags/tag667.xml"/><Relationship Id="rId1" Type="http://schemas.openxmlformats.org/officeDocument/2006/relationships/tags" Target="../tags/tag648.xml"/><Relationship Id="rId6" Type="http://schemas.openxmlformats.org/officeDocument/2006/relationships/tags" Target="../tags/tag653.xml"/><Relationship Id="rId11" Type="http://schemas.openxmlformats.org/officeDocument/2006/relationships/tags" Target="../tags/tag658.xml"/><Relationship Id="rId24" Type="http://schemas.openxmlformats.org/officeDocument/2006/relationships/slideLayout" Target="../slideLayouts/slideLayout6.xml"/><Relationship Id="rId5" Type="http://schemas.openxmlformats.org/officeDocument/2006/relationships/tags" Target="../tags/tag652.xml"/><Relationship Id="rId15" Type="http://schemas.openxmlformats.org/officeDocument/2006/relationships/tags" Target="../tags/tag662.xml"/><Relationship Id="rId23" Type="http://schemas.openxmlformats.org/officeDocument/2006/relationships/tags" Target="../tags/tag670.xml"/><Relationship Id="rId10" Type="http://schemas.openxmlformats.org/officeDocument/2006/relationships/tags" Target="../tags/tag657.xml"/><Relationship Id="rId19" Type="http://schemas.openxmlformats.org/officeDocument/2006/relationships/tags" Target="../tags/tag666.xml"/><Relationship Id="rId4" Type="http://schemas.openxmlformats.org/officeDocument/2006/relationships/tags" Target="../tags/tag651.xml"/><Relationship Id="rId9" Type="http://schemas.openxmlformats.org/officeDocument/2006/relationships/tags" Target="../tags/tag656.xml"/><Relationship Id="rId14" Type="http://schemas.openxmlformats.org/officeDocument/2006/relationships/tags" Target="../tags/tag661.xml"/><Relationship Id="rId22" Type="http://schemas.openxmlformats.org/officeDocument/2006/relationships/tags" Target="../tags/tag669.xml"/></Relationships>
</file>

<file path=ppt/slides/_rels/slide44.xml.rels><?xml version="1.0" encoding="UTF-8" standalone="yes"?>
<Relationships xmlns="http://schemas.openxmlformats.org/package/2006/relationships"><Relationship Id="rId8" Type="http://schemas.openxmlformats.org/officeDocument/2006/relationships/tags" Target="../tags/tag678.xml"/><Relationship Id="rId13" Type="http://schemas.openxmlformats.org/officeDocument/2006/relationships/tags" Target="../tags/tag683.xml"/><Relationship Id="rId18" Type="http://schemas.openxmlformats.org/officeDocument/2006/relationships/tags" Target="../tags/tag688.xml"/><Relationship Id="rId26" Type="http://schemas.openxmlformats.org/officeDocument/2006/relationships/slideLayout" Target="../slideLayouts/slideLayout6.xml"/><Relationship Id="rId3" Type="http://schemas.openxmlformats.org/officeDocument/2006/relationships/tags" Target="../tags/tag673.xml"/><Relationship Id="rId21" Type="http://schemas.openxmlformats.org/officeDocument/2006/relationships/tags" Target="../tags/tag691.xml"/><Relationship Id="rId7" Type="http://schemas.openxmlformats.org/officeDocument/2006/relationships/tags" Target="../tags/tag677.xml"/><Relationship Id="rId12" Type="http://schemas.openxmlformats.org/officeDocument/2006/relationships/tags" Target="../tags/tag682.xml"/><Relationship Id="rId17" Type="http://schemas.openxmlformats.org/officeDocument/2006/relationships/tags" Target="../tags/tag687.xml"/><Relationship Id="rId25" Type="http://schemas.openxmlformats.org/officeDocument/2006/relationships/tags" Target="../tags/tag695.xml"/><Relationship Id="rId2" Type="http://schemas.openxmlformats.org/officeDocument/2006/relationships/tags" Target="../tags/tag672.xml"/><Relationship Id="rId16" Type="http://schemas.openxmlformats.org/officeDocument/2006/relationships/tags" Target="../tags/tag686.xml"/><Relationship Id="rId20" Type="http://schemas.openxmlformats.org/officeDocument/2006/relationships/tags" Target="../tags/tag690.xml"/><Relationship Id="rId1" Type="http://schemas.openxmlformats.org/officeDocument/2006/relationships/tags" Target="../tags/tag671.xml"/><Relationship Id="rId6" Type="http://schemas.openxmlformats.org/officeDocument/2006/relationships/tags" Target="../tags/tag676.xml"/><Relationship Id="rId11" Type="http://schemas.openxmlformats.org/officeDocument/2006/relationships/tags" Target="../tags/tag681.xml"/><Relationship Id="rId24" Type="http://schemas.openxmlformats.org/officeDocument/2006/relationships/tags" Target="../tags/tag694.xml"/><Relationship Id="rId5" Type="http://schemas.openxmlformats.org/officeDocument/2006/relationships/tags" Target="../tags/tag675.xml"/><Relationship Id="rId15" Type="http://schemas.openxmlformats.org/officeDocument/2006/relationships/tags" Target="../tags/tag685.xml"/><Relationship Id="rId23" Type="http://schemas.openxmlformats.org/officeDocument/2006/relationships/tags" Target="../tags/tag693.xml"/><Relationship Id="rId28" Type="http://schemas.openxmlformats.org/officeDocument/2006/relationships/image" Target="../media/image43.png"/><Relationship Id="rId10" Type="http://schemas.openxmlformats.org/officeDocument/2006/relationships/tags" Target="../tags/tag680.xml"/><Relationship Id="rId19" Type="http://schemas.openxmlformats.org/officeDocument/2006/relationships/tags" Target="../tags/tag689.xml"/><Relationship Id="rId4" Type="http://schemas.openxmlformats.org/officeDocument/2006/relationships/tags" Target="../tags/tag674.xml"/><Relationship Id="rId9" Type="http://schemas.openxmlformats.org/officeDocument/2006/relationships/tags" Target="../tags/tag679.xml"/><Relationship Id="rId14" Type="http://schemas.openxmlformats.org/officeDocument/2006/relationships/tags" Target="../tags/tag684.xml"/><Relationship Id="rId22" Type="http://schemas.openxmlformats.org/officeDocument/2006/relationships/tags" Target="../tags/tag692.xml"/><Relationship Id="rId2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tags" Target="../tags/tag698.xml"/><Relationship Id="rId2" Type="http://schemas.openxmlformats.org/officeDocument/2006/relationships/tags" Target="../tags/tag697.xml"/><Relationship Id="rId1" Type="http://schemas.openxmlformats.org/officeDocument/2006/relationships/tags" Target="../tags/tag696.xml"/><Relationship Id="rId6" Type="http://schemas.openxmlformats.org/officeDocument/2006/relationships/notesSlide" Target="../notesSlides/notesSlide45.xml"/><Relationship Id="rId5" Type="http://schemas.openxmlformats.org/officeDocument/2006/relationships/slideLayout" Target="../slideLayouts/slideLayout6.xml"/><Relationship Id="rId4" Type="http://schemas.openxmlformats.org/officeDocument/2006/relationships/tags" Target="../tags/tag699.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702.xml"/><Relationship Id="rId7" Type="http://schemas.openxmlformats.org/officeDocument/2006/relationships/tags" Target="../tags/tag706.xml"/><Relationship Id="rId2" Type="http://schemas.openxmlformats.org/officeDocument/2006/relationships/tags" Target="../tags/tag701.xml"/><Relationship Id="rId1" Type="http://schemas.openxmlformats.org/officeDocument/2006/relationships/tags" Target="../tags/tag700.xml"/><Relationship Id="rId6" Type="http://schemas.openxmlformats.org/officeDocument/2006/relationships/tags" Target="../tags/tag705.xml"/><Relationship Id="rId5" Type="http://schemas.openxmlformats.org/officeDocument/2006/relationships/tags" Target="../tags/tag704.xml"/><Relationship Id="rId4" Type="http://schemas.openxmlformats.org/officeDocument/2006/relationships/tags" Target="../tags/tag703.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tags" Target="../tags/tag714.xml"/><Relationship Id="rId3" Type="http://schemas.openxmlformats.org/officeDocument/2006/relationships/tags" Target="../tags/tag709.xml"/><Relationship Id="rId7" Type="http://schemas.openxmlformats.org/officeDocument/2006/relationships/tags" Target="../tags/tag713.xml"/><Relationship Id="rId12" Type="http://schemas.openxmlformats.org/officeDocument/2006/relationships/notesSlide" Target="../notesSlides/notesSlide47.xml"/><Relationship Id="rId2" Type="http://schemas.openxmlformats.org/officeDocument/2006/relationships/tags" Target="../tags/tag708.xml"/><Relationship Id="rId1" Type="http://schemas.openxmlformats.org/officeDocument/2006/relationships/tags" Target="../tags/tag707.xml"/><Relationship Id="rId6" Type="http://schemas.openxmlformats.org/officeDocument/2006/relationships/tags" Target="../tags/tag712.xml"/><Relationship Id="rId11" Type="http://schemas.openxmlformats.org/officeDocument/2006/relationships/slideLayout" Target="../slideLayouts/slideLayout6.xml"/><Relationship Id="rId5" Type="http://schemas.openxmlformats.org/officeDocument/2006/relationships/tags" Target="../tags/tag711.xml"/><Relationship Id="rId10" Type="http://schemas.openxmlformats.org/officeDocument/2006/relationships/tags" Target="../tags/tag716.xml"/><Relationship Id="rId4" Type="http://schemas.openxmlformats.org/officeDocument/2006/relationships/tags" Target="../tags/tag710.xml"/><Relationship Id="rId9" Type="http://schemas.openxmlformats.org/officeDocument/2006/relationships/tags" Target="../tags/tag715.xml"/></Relationships>
</file>

<file path=ppt/slides/_rels/slide48.xml.rels><?xml version="1.0" encoding="UTF-8" standalone="yes"?>
<Relationships xmlns="http://schemas.openxmlformats.org/package/2006/relationships"><Relationship Id="rId8" Type="http://schemas.openxmlformats.org/officeDocument/2006/relationships/tags" Target="../tags/tag724.xml"/><Relationship Id="rId13" Type="http://schemas.openxmlformats.org/officeDocument/2006/relationships/notesSlide" Target="../notesSlides/notesSlide48.xml"/><Relationship Id="rId3" Type="http://schemas.openxmlformats.org/officeDocument/2006/relationships/tags" Target="../tags/tag719.xml"/><Relationship Id="rId7" Type="http://schemas.openxmlformats.org/officeDocument/2006/relationships/tags" Target="../tags/tag723.xml"/><Relationship Id="rId12" Type="http://schemas.openxmlformats.org/officeDocument/2006/relationships/slideLayout" Target="../slideLayouts/slideLayout6.xml"/><Relationship Id="rId2" Type="http://schemas.openxmlformats.org/officeDocument/2006/relationships/tags" Target="../tags/tag718.xml"/><Relationship Id="rId1" Type="http://schemas.openxmlformats.org/officeDocument/2006/relationships/tags" Target="../tags/tag717.xml"/><Relationship Id="rId6" Type="http://schemas.openxmlformats.org/officeDocument/2006/relationships/tags" Target="../tags/tag722.xml"/><Relationship Id="rId11" Type="http://schemas.openxmlformats.org/officeDocument/2006/relationships/tags" Target="../tags/tag727.xml"/><Relationship Id="rId5" Type="http://schemas.openxmlformats.org/officeDocument/2006/relationships/tags" Target="../tags/tag721.xml"/><Relationship Id="rId10" Type="http://schemas.openxmlformats.org/officeDocument/2006/relationships/tags" Target="../tags/tag726.xml"/><Relationship Id="rId4" Type="http://schemas.openxmlformats.org/officeDocument/2006/relationships/tags" Target="../tags/tag720.xml"/><Relationship Id="rId9" Type="http://schemas.openxmlformats.org/officeDocument/2006/relationships/tags" Target="../tags/tag725.xml"/></Relationships>
</file>

<file path=ppt/slides/_rels/slide49.xml.rels><?xml version="1.0" encoding="UTF-8" standalone="yes"?>
<Relationships xmlns="http://schemas.openxmlformats.org/package/2006/relationships"><Relationship Id="rId8" Type="http://schemas.openxmlformats.org/officeDocument/2006/relationships/tags" Target="../tags/tag735.xml"/><Relationship Id="rId13" Type="http://schemas.openxmlformats.org/officeDocument/2006/relationships/tags" Target="../tags/tag740.xml"/><Relationship Id="rId3" Type="http://schemas.openxmlformats.org/officeDocument/2006/relationships/tags" Target="../tags/tag730.xml"/><Relationship Id="rId7" Type="http://schemas.openxmlformats.org/officeDocument/2006/relationships/tags" Target="../tags/tag734.xml"/><Relationship Id="rId12" Type="http://schemas.openxmlformats.org/officeDocument/2006/relationships/tags" Target="../tags/tag739.xml"/><Relationship Id="rId2" Type="http://schemas.openxmlformats.org/officeDocument/2006/relationships/tags" Target="../tags/tag729.xml"/><Relationship Id="rId1" Type="http://schemas.openxmlformats.org/officeDocument/2006/relationships/tags" Target="../tags/tag728.xml"/><Relationship Id="rId6" Type="http://schemas.openxmlformats.org/officeDocument/2006/relationships/tags" Target="../tags/tag733.xml"/><Relationship Id="rId11" Type="http://schemas.openxmlformats.org/officeDocument/2006/relationships/tags" Target="../tags/tag738.xml"/><Relationship Id="rId5" Type="http://schemas.openxmlformats.org/officeDocument/2006/relationships/tags" Target="../tags/tag732.xml"/><Relationship Id="rId15" Type="http://schemas.openxmlformats.org/officeDocument/2006/relationships/notesSlide" Target="../notesSlides/notesSlide49.xml"/><Relationship Id="rId10" Type="http://schemas.openxmlformats.org/officeDocument/2006/relationships/tags" Target="../tags/tag737.xml"/><Relationship Id="rId4" Type="http://schemas.openxmlformats.org/officeDocument/2006/relationships/tags" Target="../tags/tag731.xml"/><Relationship Id="rId9" Type="http://schemas.openxmlformats.org/officeDocument/2006/relationships/tags" Target="../tags/tag736.xml"/><Relationship Id="rId14"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8" Type="http://schemas.openxmlformats.org/officeDocument/2006/relationships/tags" Target="../tags/tag748.xml"/><Relationship Id="rId13" Type="http://schemas.openxmlformats.org/officeDocument/2006/relationships/tags" Target="../tags/tag753.xml"/><Relationship Id="rId3" Type="http://schemas.openxmlformats.org/officeDocument/2006/relationships/tags" Target="../tags/tag743.xml"/><Relationship Id="rId7" Type="http://schemas.openxmlformats.org/officeDocument/2006/relationships/tags" Target="../tags/tag747.xml"/><Relationship Id="rId12" Type="http://schemas.openxmlformats.org/officeDocument/2006/relationships/tags" Target="../tags/tag752.xml"/><Relationship Id="rId17" Type="http://schemas.openxmlformats.org/officeDocument/2006/relationships/notesSlide" Target="../notesSlides/notesSlide50.xml"/><Relationship Id="rId2" Type="http://schemas.openxmlformats.org/officeDocument/2006/relationships/tags" Target="../tags/tag742.xml"/><Relationship Id="rId16" Type="http://schemas.openxmlformats.org/officeDocument/2006/relationships/slideLayout" Target="../slideLayouts/slideLayout6.xml"/><Relationship Id="rId1" Type="http://schemas.openxmlformats.org/officeDocument/2006/relationships/tags" Target="../tags/tag741.xml"/><Relationship Id="rId6" Type="http://schemas.openxmlformats.org/officeDocument/2006/relationships/tags" Target="../tags/tag746.xml"/><Relationship Id="rId11" Type="http://schemas.openxmlformats.org/officeDocument/2006/relationships/tags" Target="../tags/tag751.xml"/><Relationship Id="rId5" Type="http://schemas.openxmlformats.org/officeDocument/2006/relationships/tags" Target="../tags/tag745.xml"/><Relationship Id="rId15" Type="http://schemas.openxmlformats.org/officeDocument/2006/relationships/tags" Target="../tags/tag755.xml"/><Relationship Id="rId10" Type="http://schemas.openxmlformats.org/officeDocument/2006/relationships/tags" Target="../tags/tag750.xml"/><Relationship Id="rId4" Type="http://schemas.openxmlformats.org/officeDocument/2006/relationships/tags" Target="../tags/tag744.xml"/><Relationship Id="rId9" Type="http://schemas.openxmlformats.org/officeDocument/2006/relationships/tags" Target="../tags/tag749.xml"/><Relationship Id="rId14" Type="http://schemas.openxmlformats.org/officeDocument/2006/relationships/tags" Target="../tags/tag754.xml"/></Relationships>
</file>

<file path=ppt/slides/_rels/slide51.xml.rels><?xml version="1.0" encoding="UTF-8" standalone="yes"?>
<Relationships xmlns="http://schemas.openxmlformats.org/package/2006/relationships"><Relationship Id="rId8" Type="http://schemas.openxmlformats.org/officeDocument/2006/relationships/tags" Target="../tags/tag763.xml"/><Relationship Id="rId13" Type="http://schemas.openxmlformats.org/officeDocument/2006/relationships/tags" Target="../tags/tag768.xml"/><Relationship Id="rId18" Type="http://schemas.openxmlformats.org/officeDocument/2006/relationships/image" Target="../media/image44.png"/><Relationship Id="rId3" Type="http://schemas.openxmlformats.org/officeDocument/2006/relationships/tags" Target="../tags/tag758.xml"/><Relationship Id="rId7" Type="http://schemas.openxmlformats.org/officeDocument/2006/relationships/tags" Target="../tags/tag762.xml"/><Relationship Id="rId12" Type="http://schemas.openxmlformats.org/officeDocument/2006/relationships/tags" Target="../tags/tag767.xml"/><Relationship Id="rId17" Type="http://schemas.openxmlformats.org/officeDocument/2006/relationships/notesSlide" Target="../notesSlides/notesSlide51.xml"/><Relationship Id="rId2" Type="http://schemas.openxmlformats.org/officeDocument/2006/relationships/tags" Target="../tags/tag757.xml"/><Relationship Id="rId16" Type="http://schemas.openxmlformats.org/officeDocument/2006/relationships/slideLayout" Target="../slideLayouts/slideLayout6.xml"/><Relationship Id="rId1" Type="http://schemas.openxmlformats.org/officeDocument/2006/relationships/tags" Target="../tags/tag756.xml"/><Relationship Id="rId6" Type="http://schemas.openxmlformats.org/officeDocument/2006/relationships/tags" Target="../tags/tag761.xml"/><Relationship Id="rId11" Type="http://schemas.openxmlformats.org/officeDocument/2006/relationships/tags" Target="../tags/tag766.xml"/><Relationship Id="rId5" Type="http://schemas.openxmlformats.org/officeDocument/2006/relationships/tags" Target="../tags/tag760.xml"/><Relationship Id="rId15" Type="http://schemas.openxmlformats.org/officeDocument/2006/relationships/tags" Target="../tags/tag770.xml"/><Relationship Id="rId10" Type="http://schemas.openxmlformats.org/officeDocument/2006/relationships/tags" Target="../tags/tag765.xml"/><Relationship Id="rId4" Type="http://schemas.openxmlformats.org/officeDocument/2006/relationships/tags" Target="../tags/tag759.xml"/><Relationship Id="rId9" Type="http://schemas.openxmlformats.org/officeDocument/2006/relationships/tags" Target="../tags/tag764.xml"/><Relationship Id="rId14" Type="http://schemas.openxmlformats.org/officeDocument/2006/relationships/tags" Target="../tags/tag769.xml"/></Relationships>
</file>

<file path=ppt/slides/_rels/slide52.xml.rels><?xml version="1.0" encoding="UTF-8" standalone="yes"?>
<Relationships xmlns="http://schemas.openxmlformats.org/package/2006/relationships"><Relationship Id="rId8" Type="http://schemas.openxmlformats.org/officeDocument/2006/relationships/tags" Target="../tags/tag778.xml"/><Relationship Id="rId13" Type="http://schemas.openxmlformats.org/officeDocument/2006/relationships/tags" Target="../tags/tag783.xml"/><Relationship Id="rId18" Type="http://schemas.openxmlformats.org/officeDocument/2006/relationships/tags" Target="../tags/tag788.xml"/><Relationship Id="rId26" Type="http://schemas.openxmlformats.org/officeDocument/2006/relationships/image" Target="../media/image46.png"/><Relationship Id="rId3" Type="http://schemas.openxmlformats.org/officeDocument/2006/relationships/tags" Target="../tags/tag773.xml"/><Relationship Id="rId21" Type="http://schemas.openxmlformats.org/officeDocument/2006/relationships/tags" Target="../tags/tag791.xml"/><Relationship Id="rId7" Type="http://schemas.openxmlformats.org/officeDocument/2006/relationships/tags" Target="../tags/tag777.xml"/><Relationship Id="rId12" Type="http://schemas.openxmlformats.org/officeDocument/2006/relationships/tags" Target="../tags/tag782.xml"/><Relationship Id="rId17" Type="http://schemas.openxmlformats.org/officeDocument/2006/relationships/tags" Target="../tags/tag787.xml"/><Relationship Id="rId25" Type="http://schemas.openxmlformats.org/officeDocument/2006/relationships/image" Target="../media/image45.png"/><Relationship Id="rId2" Type="http://schemas.openxmlformats.org/officeDocument/2006/relationships/tags" Target="../tags/tag772.xml"/><Relationship Id="rId16" Type="http://schemas.openxmlformats.org/officeDocument/2006/relationships/tags" Target="../tags/tag786.xml"/><Relationship Id="rId20" Type="http://schemas.openxmlformats.org/officeDocument/2006/relationships/tags" Target="../tags/tag790.xml"/><Relationship Id="rId1" Type="http://schemas.openxmlformats.org/officeDocument/2006/relationships/tags" Target="../tags/tag771.xml"/><Relationship Id="rId6" Type="http://schemas.openxmlformats.org/officeDocument/2006/relationships/tags" Target="../tags/tag776.xml"/><Relationship Id="rId11" Type="http://schemas.openxmlformats.org/officeDocument/2006/relationships/tags" Target="../tags/tag781.xml"/><Relationship Id="rId24" Type="http://schemas.openxmlformats.org/officeDocument/2006/relationships/image" Target="../media/image44.png"/><Relationship Id="rId5" Type="http://schemas.openxmlformats.org/officeDocument/2006/relationships/tags" Target="../tags/tag775.xml"/><Relationship Id="rId15" Type="http://schemas.openxmlformats.org/officeDocument/2006/relationships/tags" Target="../tags/tag785.xml"/><Relationship Id="rId23" Type="http://schemas.openxmlformats.org/officeDocument/2006/relationships/notesSlide" Target="../notesSlides/notesSlide52.xml"/><Relationship Id="rId10" Type="http://schemas.openxmlformats.org/officeDocument/2006/relationships/tags" Target="../tags/tag780.xml"/><Relationship Id="rId19" Type="http://schemas.openxmlformats.org/officeDocument/2006/relationships/tags" Target="../tags/tag789.xml"/><Relationship Id="rId4" Type="http://schemas.openxmlformats.org/officeDocument/2006/relationships/tags" Target="../tags/tag774.xml"/><Relationship Id="rId9" Type="http://schemas.openxmlformats.org/officeDocument/2006/relationships/tags" Target="../tags/tag779.xml"/><Relationship Id="rId14" Type="http://schemas.openxmlformats.org/officeDocument/2006/relationships/tags" Target="../tags/tag784.xml"/><Relationship Id="rId22" Type="http://schemas.openxmlformats.org/officeDocument/2006/relationships/slideLayout" Target="../slideLayouts/slideLayout6.xml"/><Relationship Id="rId27" Type="http://schemas.openxmlformats.org/officeDocument/2006/relationships/image" Target="../media/image47.png"/></Relationships>
</file>

<file path=ppt/slides/_rels/slide53.xml.rels><?xml version="1.0" encoding="UTF-8" standalone="yes"?>
<Relationships xmlns="http://schemas.openxmlformats.org/package/2006/relationships"><Relationship Id="rId8" Type="http://schemas.openxmlformats.org/officeDocument/2006/relationships/tags" Target="../tags/tag799.xml"/><Relationship Id="rId13" Type="http://schemas.openxmlformats.org/officeDocument/2006/relationships/tags" Target="../tags/tag804.xml"/><Relationship Id="rId18" Type="http://schemas.openxmlformats.org/officeDocument/2006/relationships/tags" Target="../tags/tag809.xml"/><Relationship Id="rId26" Type="http://schemas.openxmlformats.org/officeDocument/2006/relationships/image" Target="../media/image7.svg"/><Relationship Id="rId3" Type="http://schemas.openxmlformats.org/officeDocument/2006/relationships/tags" Target="../tags/tag794.xml"/><Relationship Id="rId21" Type="http://schemas.openxmlformats.org/officeDocument/2006/relationships/tags" Target="../tags/tag812.xml"/><Relationship Id="rId7" Type="http://schemas.openxmlformats.org/officeDocument/2006/relationships/tags" Target="../tags/tag798.xml"/><Relationship Id="rId12" Type="http://schemas.openxmlformats.org/officeDocument/2006/relationships/tags" Target="../tags/tag803.xml"/><Relationship Id="rId17" Type="http://schemas.openxmlformats.org/officeDocument/2006/relationships/tags" Target="../tags/tag808.xml"/><Relationship Id="rId25" Type="http://schemas.openxmlformats.org/officeDocument/2006/relationships/image" Target="../media/image48.svg"/><Relationship Id="rId2" Type="http://schemas.openxmlformats.org/officeDocument/2006/relationships/tags" Target="../tags/tag793.xml"/><Relationship Id="rId16" Type="http://schemas.openxmlformats.org/officeDocument/2006/relationships/tags" Target="../tags/tag807.xml"/><Relationship Id="rId20" Type="http://schemas.openxmlformats.org/officeDocument/2006/relationships/tags" Target="../tags/tag811.xml"/><Relationship Id="rId29" Type="http://schemas.openxmlformats.org/officeDocument/2006/relationships/image" Target="../media/image50.png"/><Relationship Id="rId1" Type="http://schemas.openxmlformats.org/officeDocument/2006/relationships/tags" Target="../tags/tag792.xml"/><Relationship Id="rId6" Type="http://schemas.openxmlformats.org/officeDocument/2006/relationships/tags" Target="../tags/tag797.xml"/><Relationship Id="rId11" Type="http://schemas.openxmlformats.org/officeDocument/2006/relationships/tags" Target="../tags/tag802.xml"/><Relationship Id="rId24" Type="http://schemas.openxmlformats.org/officeDocument/2006/relationships/image" Target="../media/image5.svg"/><Relationship Id="rId5" Type="http://schemas.openxmlformats.org/officeDocument/2006/relationships/tags" Target="../tags/tag796.xml"/><Relationship Id="rId15" Type="http://schemas.openxmlformats.org/officeDocument/2006/relationships/tags" Target="../tags/tag806.xml"/><Relationship Id="rId23" Type="http://schemas.openxmlformats.org/officeDocument/2006/relationships/notesSlide" Target="../notesSlides/notesSlide53.xml"/><Relationship Id="rId28" Type="http://schemas.openxmlformats.org/officeDocument/2006/relationships/image" Target="../media/image49.svg"/><Relationship Id="rId10" Type="http://schemas.openxmlformats.org/officeDocument/2006/relationships/tags" Target="../tags/tag801.xml"/><Relationship Id="rId19" Type="http://schemas.openxmlformats.org/officeDocument/2006/relationships/tags" Target="../tags/tag810.xml"/><Relationship Id="rId4" Type="http://schemas.openxmlformats.org/officeDocument/2006/relationships/tags" Target="../tags/tag795.xml"/><Relationship Id="rId9" Type="http://schemas.openxmlformats.org/officeDocument/2006/relationships/tags" Target="../tags/tag800.xml"/><Relationship Id="rId14" Type="http://schemas.openxmlformats.org/officeDocument/2006/relationships/tags" Target="../tags/tag805.xml"/><Relationship Id="rId22" Type="http://schemas.openxmlformats.org/officeDocument/2006/relationships/slideLayout" Target="../slideLayouts/slideLayout6.xml"/><Relationship Id="rId27" Type="http://schemas.openxmlformats.org/officeDocument/2006/relationships/image" Target="../media/image6.svg"/><Relationship Id="rId30" Type="http://schemas.openxmlformats.org/officeDocument/2006/relationships/image" Target="../media/image51.png"/></Relationships>
</file>

<file path=ppt/slides/_rels/slide54.xml.rels><?xml version="1.0" encoding="UTF-8" standalone="yes"?>
<Relationships xmlns="http://schemas.openxmlformats.org/package/2006/relationships"><Relationship Id="rId8" Type="http://schemas.openxmlformats.org/officeDocument/2006/relationships/tags" Target="../tags/tag820.xml"/><Relationship Id="rId13" Type="http://schemas.openxmlformats.org/officeDocument/2006/relationships/tags" Target="../tags/tag825.xml"/><Relationship Id="rId18" Type="http://schemas.openxmlformats.org/officeDocument/2006/relationships/tags" Target="../tags/tag830.xml"/><Relationship Id="rId26" Type="http://schemas.openxmlformats.org/officeDocument/2006/relationships/image" Target="../media/image48.svg"/><Relationship Id="rId3" Type="http://schemas.openxmlformats.org/officeDocument/2006/relationships/tags" Target="../tags/tag815.xml"/><Relationship Id="rId21" Type="http://schemas.openxmlformats.org/officeDocument/2006/relationships/tags" Target="../tags/tag833.xml"/><Relationship Id="rId7" Type="http://schemas.openxmlformats.org/officeDocument/2006/relationships/tags" Target="../tags/tag819.xml"/><Relationship Id="rId12" Type="http://schemas.openxmlformats.org/officeDocument/2006/relationships/tags" Target="../tags/tag824.xml"/><Relationship Id="rId17" Type="http://schemas.openxmlformats.org/officeDocument/2006/relationships/tags" Target="../tags/tag829.xml"/><Relationship Id="rId25" Type="http://schemas.openxmlformats.org/officeDocument/2006/relationships/image" Target="../media/image5.svg"/><Relationship Id="rId2" Type="http://schemas.openxmlformats.org/officeDocument/2006/relationships/tags" Target="../tags/tag814.xml"/><Relationship Id="rId16" Type="http://schemas.openxmlformats.org/officeDocument/2006/relationships/tags" Target="../tags/tag828.xml"/><Relationship Id="rId20" Type="http://schemas.openxmlformats.org/officeDocument/2006/relationships/tags" Target="../tags/tag832.xml"/><Relationship Id="rId29" Type="http://schemas.openxmlformats.org/officeDocument/2006/relationships/image" Target="../media/image49.svg"/><Relationship Id="rId1" Type="http://schemas.openxmlformats.org/officeDocument/2006/relationships/tags" Target="../tags/tag813.xml"/><Relationship Id="rId6" Type="http://schemas.openxmlformats.org/officeDocument/2006/relationships/tags" Target="../tags/tag818.xml"/><Relationship Id="rId11" Type="http://schemas.openxmlformats.org/officeDocument/2006/relationships/tags" Target="../tags/tag823.xml"/><Relationship Id="rId24" Type="http://schemas.openxmlformats.org/officeDocument/2006/relationships/notesSlide" Target="../notesSlides/notesSlide54.xml"/><Relationship Id="rId5" Type="http://schemas.openxmlformats.org/officeDocument/2006/relationships/tags" Target="../tags/tag817.xml"/><Relationship Id="rId15" Type="http://schemas.openxmlformats.org/officeDocument/2006/relationships/tags" Target="../tags/tag827.xml"/><Relationship Id="rId23" Type="http://schemas.openxmlformats.org/officeDocument/2006/relationships/slideLayout" Target="../slideLayouts/slideLayout6.xml"/><Relationship Id="rId28" Type="http://schemas.openxmlformats.org/officeDocument/2006/relationships/image" Target="../media/image6.svg"/><Relationship Id="rId10" Type="http://schemas.openxmlformats.org/officeDocument/2006/relationships/tags" Target="../tags/tag822.xml"/><Relationship Id="rId19" Type="http://schemas.openxmlformats.org/officeDocument/2006/relationships/tags" Target="../tags/tag831.xml"/><Relationship Id="rId31" Type="http://schemas.openxmlformats.org/officeDocument/2006/relationships/image" Target="../media/image51.png"/><Relationship Id="rId4" Type="http://schemas.openxmlformats.org/officeDocument/2006/relationships/tags" Target="../tags/tag816.xml"/><Relationship Id="rId9" Type="http://schemas.openxmlformats.org/officeDocument/2006/relationships/tags" Target="../tags/tag821.xml"/><Relationship Id="rId14" Type="http://schemas.openxmlformats.org/officeDocument/2006/relationships/tags" Target="../tags/tag826.xml"/><Relationship Id="rId22" Type="http://schemas.openxmlformats.org/officeDocument/2006/relationships/tags" Target="../tags/tag834.xml"/><Relationship Id="rId27" Type="http://schemas.openxmlformats.org/officeDocument/2006/relationships/image" Target="../media/image7.svg"/><Relationship Id="rId30" Type="http://schemas.openxmlformats.org/officeDocument/2006/relationships/image" Target="../media/image50.png"/></Relationships>
</file>

<file path=ppt/slides/_rels/slide55.xml.rels><?xml version="1.0" encoding="UTF-8" standalone="yes"?>
<Relationships xmlns="http://schemas.openxmlformats.org/package/2006/relationships"><Relationship Id="rId13" Type="http://schemas.openxmlformats.org/officeDocument/2006/relationships/tags" Target="../tags/tag847.xml"/><Relationship Id="rId18" Type="http://schemas.openxmlformats.org/officeDocument/2006/relationships/tags" Target="../tags/tag852.xml"/><Relationship Id="rId26" Type="http://schemas.openxmlformats.org/officeDocument/2006/relationships/notesSlide" Target="../notesSlides/notesSlide55.xml"/><Relationship Id="rId3" Type="http://schemas.openxmlformats.org/officeDocument/2006/relationships/tags" Target="../tags/tag837.xml"/><Relationship Id="rId21" Type="http://schemas.openxmlformats.org/officeDocument/2006/relationships/tags" Target="../tags/tag855.xml"/><Relationship Id="rId7" Type="http://schemas.openxmlformats.org/officeDocument/2006/relationships/tags" Target="../tags/tag841.xml"/><Relationship Id="rId12" Type="http://schemas.openxmlformats.org/officeDocument/2006/relationships/tags" Target="../tags/tag846.xml"/><Relationship Id="rId17" Type="http://schemas.openxmlformats.org/officeDocument/2006/relationships/tags" Target="../tags/tag851.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36.xml"/><Relationship Id="rId16" Type="http://schemas.openxmlformats.org/officeDocument/2006/relationships/tags" Target="../tags/tag850.xml"/><Relationship Id="rId20" Type="http://schemas.openxmlformats.org/officeDocument/2006/relationships/tags" Target="../tags/tag854.xml"/><Relationship Id="rId29" Type="http://schemas.openxmlformats.org/officeDocument/2006/relationships/image" Target="../media/image7.svg"/><Relationship Id="rId1" Type="http://schemas.openxmlformats.org/officeDocument/2006/relationships/tags" Target="../tags/tag835.xml"/><Relationship Id="rId6" Type="http://schemas.openxmlformats.org/officeDocument/2006/relationships/tags" Target="../tags/tag840.xml"/><Relationship Id="rId11" Type="http://schemas.openxmlformats.org/officeDocument/2006/relationships/tags" Target="../tags/tag845.xml"/><Relationship Id="rId24" Type="http://schemas.openxmlformats.org/officeDocument/2006/relationships/tags" Target="../tags/tag858.xml"/><Relationship Id="rId32" Type="http://schemas.openxmlformats.org/officeDocument/2006/relationships/image" Target="../media/image50.png"/><Relationship Id="rId5" Type="http://schemas.openxmlformats.org/officeDocument/2006/relationships/tags" Target="../tags/tag839.xml"/><Relationship Id="rId15" Type="http://schemas.openxmlformats.org/officeDocument/2006/relationships/tags" Target="../tags/tag849.xml"/><Relationship Id="rId23" Type="http://schemas.openxmlformats.org/officeDocument/2006/relationships/tags" Target="../tags/tag857.xml"/><Relationship Id="rId28" Type="http://schemas.openxmlformats.org/officeDocument/2006/relationships/image" Target="../media/image48.svg"/><Relationship Id="rId10" Type="http://schemas.openxmlformats.org/officeDocument/2006/relationships/tags" Target="../tags/tag844.xml"/><Relationship Id="rId19" Type="http://schemas.openxmlformats.org/officeDocument/2006/relationships/tags" Target="../tags/tag853.xml"/><Relationship Id="rId31" Type="http://schemas.openxmlformats.org/officeDocument/2006/relationships/image" Target="../media/image49.svg"/><Relationship Id="rId4" Type="http://schemas.openxmlformats.org/officeDocument/2006/relationships/tags" Target="../tags/tag838.xml"/><Relationship Id="rId9" Type="http://schemas.openxmlformats.org/officeDocument/2006/relationships/tags" Target="../tags/tag843.xml"/><Relationship Id="rId14" Type="http://schemas.openxmlformats.org/officeDocument/2006/relationships/tags" Target="../tags/tag848.xml"/><Relationship Id="rId22" Type="http://schemas.openxmlformats.org/officeDocument/2006/relationships/tags" Target="../tags/tag856.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42.xml"/></Relationships>
</file>

<file path=ppt/slides/_rels/slide56.xml.rels><?xml version="1.0" encoding="UTF-8" standalone="yes"?>
<Relationships xmlns="http://schemas.openxmlformats.org/package/2006/relationships"><Relationship Id="rId13" Type="http://schemas.openxmlformats.org/officeDocument/2006/relationships/tags" Target="../tags/tag871.xml"/><Relationship Id="rId18" Type="http://schemas.openxmlformats.org/officeDocument/2006/relationships/tags" Target="../tags/tag876.xml"/><Relationship Id="rId26" Type="http://schemas.openxmlformats.org/officeDocument/2006/relationships/notesSlide" Target="../notesSlides/notesSlide56.xml"/><Relationship Id="rId3" Type="http://schemas.openxmlformats.org/officeDocument/2006/relationships/tags" Target="../tags/tag861.xml"/><Relationship Id="rId21" Type="http://schemas.openxmlformats.org/officeDocument/2006/relationships/tags" Target="../tags/tag879.xml"/><Relationship Id="rId7" Type="http://schemas.openxmlformats.org/officeDocument/2006/relationships/tags" Target="../tags/tag865.xml"/><Relationship Id="rId12" Type="http://schemas.openxmlformats.org/officeDocument/2006/relationships/tags" Target="../tags/tag870.xml"/><Relationship Id="rId17" Type="http://schemas.openxmlformats.org/officeDocument/2006/relationships/tags" Target="../tags/tag875.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60.xml"/><Relationship Id="rId16" Type="http://schemas.openxmlformats.org/officeDocument/2006/relationships/tags" Target="../tags/tag874.xml"/><Relationship Id="rId20" Type="http://schemas.openxmlformats.org/officeDocument/2006/relationships/tags" Target="../tags/tag878.xml"/><Relationship Id="rId29" Type="http://schemas.openxmlformats.org/officeDocument/2006/relationships/image" Target="../media/image7.svg"/><Relationship Id="rId1" Type="http://schemas.openxmlformats.org/officeDocument/2006/relationships/tags" Target="../tags/tag859.xml"/><Relationship Id="rId6" Type="http://schemas.openxmlformats.org/officeDocument/2006/relationships/tags" Target="../tags/tag864.xml"/><Relationship Id="rId11" Type="http://schemas.openxmlformats.org/officeDocument/2006/relationships/tags" Target="../tags/tag869.xml"/><Relationship Id="rId24" Type="http://schemas.openxmlformats.org/officeDocument/2006/relationships/tags" Target="../tags/tag882.xml"/><Relationship Id="rId32" Type="http://schemas.openxmlformats.org/officeDocument/2006/relationships/image" Target="../media/image50.png"/><Relationship Id="rId5" Type="http://schemas.openxmlformats.org/officeDocument/2006/relationships/tags" Target="../tags/tag863.xml"/><Relationship Id="rId15" Type="http://schemas.openxmlformats.org/officeDocument/2006/relationships/tags" Target="../tags/tag873.xml"/><Relationship Id="rId23" Type="http://schemas.openxmlformats.org/officeDocument/2006/relationships/tags" Target="../tags/tag881.xml"/><Relationship Id="rId28" Type="http://schemas.openxmlformats.org/officeDocument/2006/relationships/image" Target="../media/image48.svg"/><Relationship Id="rId10" Type="http://schemas.openxmlformats.org/officeDocument/2006/relationships/tags" Target="../tags/tag868.xml"/><Relationship Id="rId19" Type="http://schemas.openxmlformats.org/officeDocument/2006/relationships/tags" Target="../tags/tag877.xml"/><Relationship Id="rId31" Type="http://schemas.openxmlformats.org/officeDocument/2006/relationships/image" Target="../media/image49.svg"/><Relationship Id="rId4" Type="http://schemas.openxmlformats.org/officeDocument/2006/relationships/tags" Target="../tags/tag862.xml"/><Relationship Id="rId9" Type="http://schemas.openxmlformats.org/officeDocument/2006/relationships/tags" Target="../tags/tag867.xml"/><Relationship Id="rId14" Type="http://schemas.openxmlformats.org/officeDocument/2006/relationships/tags" Target="../tags/tag872.xml"/><Relationship Id="rId22" Type="http://schemas.openxmlformats.org/officeDocument/2006/relationships/tags" Target="../tags/tag880.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66.xml"/></Relationships>
</file>

<file path=ppt/slides/_rels/slide57.xml.rels><?xml version="1.0" encoding="UTF-8" standalone="yes"?>
<Relationships xmlns="http://schemas.openxmlformats.org/package/2006/relationships"><Relationship Id="rId13" Type="http://schemas.openxmlformats.org/officeDocument/2006/relationships/tags" Target="../tags/tag895.xml"/><Relationship Id="rId18" Type="http://schemas.openxmlformats.org/officeDocument/2006/relationships/tags" Target="../tags/tag900.xml"/><Relationship Id="rId26" Type="http://schemas.openxmlformats.org/officeDocument/2006/relationships/notesSlide" Target="../notesSlides/notesSlide57.xml"/><Relationship Id="rId3" Type="http://schemas.openxmlformats.org/officeDocument/2006/relationships/tags" Target="../tags/tag885.xml"/><Relationship Id="rId21" Type="http://schemas.openxmlformats.org/officeDocument/2006/relationships/tags" Target="../tags/tag903.xml"/><Relationship Id="rId7" Type="http://schemas.openxmlformats.org/officeDocument/2006/relationships/tags" Target="../tags/tag889.xml"/><Relationship Id="rId12" Type="http://schemas.openxmlformats.org/officeDocument/2006/relationships/tags" Target="../tags/tag894.xml"/><Relationship Id="rId17" Type="http://schemas.openxmlformats.org/officeDocument/2006/relationships/tags" Target="../tags/tag899.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84.xml"/><Relationship Id="rId16" Type="http://schemas.openxmlformats.org/officeDocument/2006/relationships/tags" Target="../tags/tag898.xml"/><Relationship Id="rId20" Type="http://schemas.openxmlformats.org/officeDocument/2006/relationships/tags" Target="../tags/tag902.xml"/><Relationship Id="rId29" Type="http://schemas.openxmlformats.org/officeDocument/2006/relationships/image" Target="../media/image7.svg"/><Relationship Id="rId1" Type="http://schemas.openxmlformats.org/officeDocument/2006/relationships/tags" Target="../tags/tag883.xml"/><Relationship Id="rId6" Type="http://schemas.openxmlformats.org/officeDocument/2006/relationships/tags" Target="../tags/tag888.xml"/><Relationship Id="rId11" Type="http://schemas.openxmlformats.org/officeDocument/2006/relationships/tags" Target="../tags/tag893.xml"/><Relationship Id="rId24" Type="http://schemas.openxmlformats.org/officeDocument/2006/relationships/tags" Target="../tags/tag906.xml"/><Relationship Id="rId32" Type="http://schemas.openxmlformats.org/officeDocument/2006/relationships/image" Target="../media/image50.png"/><Relationship Id="rId5" Type="http://schemas.openxmlformats.org/officeDocument/2006/relationships/tags" Target="../tags/tag887.xml"/><Relationship Id="rId15" Type="http://schemas.openxmlformats.org/officeDocument/2006/relationships/tags" Target="../tags/tag897.xml"/><Relationship Id="rId23" Type="http://schemas.openxmlformats.org/officeDocument/2006/relationships/tags" Target="../tags/tag905.xml"/><Relationship Id="rId28" Type="http://schemas.openxmlformats.org/officeDocument/2006/relationships/image" Target="../media/image48.svg"/><Relationship Id="rId10" Type="http://schemas.openxmlformats.org/officeDocument/2006/relationships/tags" Target="../tags/tag892.xml"/><Relationship Id="rId19" Type="http://schemas.openxmlformats.org/officeDocument/2006/relationships/tags" Target="../tags/tag901.xml"/><Relationship Id="rId31" Type="http://schemas.openxmlformats.org/officeDocument/2006/relationships/image" Target="../media/image49.svg"/><Relationship Id="rId4" Type="http://schemas.openxmlformats.org/officeDocument/2006/relationships/tags" Target="../tags/tag886.xml"/><Relationship Id="rId9" Type="http://schemas.openxmlformats.org/officeDocument/2006/relationships/tags" Target="../tags/tag891.xml"/><Relationship Id="rId14" Type="http://schemas.openxmlformats.org/officeDocument/2006/relationships/tags" Target="../tags/tag896.xml"/><Relationship Id="rId22" Type="http://schemas.openxmlformats.org/officeDocument/2006/relationships/tags" Target="../tags/tag904.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90.xml"/></Relationships>
</file>

<file path=ppt/slides/_rels/slide58.xml.rels><?xml version="1.0" encoding="UTF-8" standalone="yes"?>
<Relationships xmlns="http://schemas.openxmlformats.org/package/2006/relationships"><Relationship Id="rId8" Type="http://schemas.openxmlformats.org/officeDocument/2006/relationships/tags" Target="../tags/tag914.xml"/><Relationship Id="rId13" Type="http://schemas.openxmlformats.org/officeDocument/2006/relationships/notesSlide" Target="../notesSlides/notesSlide58.xml"/><Relationship Id="rId3" Type="http://schemas.openxmlformats.org/officeDocument/2006/relationships/tags" Target="../tags/tag909.xml"/><Relationship Id="rId7" Type="http://schemas.openxmlformats.org/officeDocument/2006/relationships/tags" Target="../tags/tag913.xml"/><Relationship Id="rId12" Type="http://schemas.openxmlformats.org/officeDocument/2006/relationships/slideLayout" Target="../slideLayouts/slideLayout6.xml"/><Relationship Id="rId2" Type="http://schemas.openxmlformats.org/officeDocument/2006/relationships/tags" Target="../tags/tag908.xml"/><Relationship Id="rId1" Type="http://schemas.openxmlformats.org/officeDocument/2006/relationships/tags" Target="../tags/tag907.xml"/><Relationship Id="rId6" Type="http://schemas.openxmlformats.org/officeDocument/2006/relationships/tags" Target="../tags/tag912.xml"/><Relationship Id="rId11" Type="http://schemas.openxmlformats.org/officeDocument/2006/relationships/tags" Target="../tags/tag917.xml"/><Relationship Id="rId5" Type="http://schemas.openxmlformats.org/officeDocument/2006/relationships/tags" Target="../tags/tag911.xml"/><Relationship Id="rId10" Type="http://schemas.openxmlformats.org/officeDocument/2006/relationships/tags" Target="../tags/tag916.xml"/><Relationship Id="rId4" Type="http://schemas.openxmlformats.org/officeDocument/2006/relationships/tags" Target="../tags/tag910.xml"/><Relationship Id="rId9" Type="http://schemas.openxmlformats.org/officeDocument/2006/relationships/tags" Target="../tags/tag915.xml"/></Relationships>
</file>

<file path=ppt/slides/_rels/slide59.xml.rels><?xml version="1.0" encoding="UTF-8" standalone="yes"?>
<Relationships xmlns="http://schemas.openxmlformats.org/package/2006/relationships"><Relationship Id="rId8" Type="http://schemas.openxmlformats.org/officeDocument/2006/relationships/tags" Target="../tags/tag925.xml"/><Relationship Id="rId13" Type="http://schemas.openxmlformats.org/officeDocument/2006/relationships/tags" Target="../tags/tag930.xml"/><Relationship Id="rId18" Type="http://schemas.openxmlformats.org/officeDocument/2006/relationships/notesSlide" Target="../notesSlides/notesSlide59.xml"/><Relationship Id="rId3" Type="http://schemas.openxmlformats.org/officeDocument/2006/relationships/tags" Target="../tags/tag920.xml"/><Relationship Id="rId7" Type="http://schemas.openxmlformats.org/officeDocument/2006/relationships/tags" Target="../tags/tag924.xml"/><Relationship Id="rId12" Type="http://schemas.openxmlformats.org/officeDocument/2006/relationships/tags" Target="../tags/tag929.xml"/><Relationship Id="rId17" Type="http://schemas.openxmlformats.org/officeDocument/2006/relationships/slideLayout" Target="../slideLayouts/slideLayout6.xml"/><Relationship Id="rId2" Type="http://schemas.openxmlformats.org/officeDocument/2006/relationships/tags" Target="../tags/tag919.xml"/><Relationship Id="rId16" Type="http://schemas.openxmlformats.org/officeDocument/2006/relationships/tags" Target="../tags/tag933.xml"/><Relationship Id="rId1" Type="http://schemas.openxmlformats.org/officeDocument/2006/relationships/tags" Target="../tags/tag918.xml"/><Relationship Id="rId6" Type="http://schemas.openxmlformats.org/officeDocument/2006/relationships/tags" Target="../tags/tag923.xml"/><Relationship Id="rId11" Type="http://schemas.openxmlformats.org/officeDocument/2006/relationships/tags" Target="../tags/tag928.xml"/><Relationship Id="rId5" Type="http://schemas.openxmlformats.org/officeDocument/2006/relationships/tags" Target="../tags/tag922.xml"/><Relationship Id="rId15" Type="http://schemas.openxmlformats.org/officeDocument/2006/relationships/tags" Target="../tags/tag932.xml"/><Relationship Id="rId10" Type="http://schemas.openxmlformats.org/officeDocument/2006/relationships/tags" Target="../tags/tag927.xml"/><Relationship Id="rId4" Type="http://schemas.openxmlformats.org/officeDocument/2006/relationships/tags" Target="../tags/tag921.xml"/><Relationship Id="rId9" Type="http://schemas.openxmlformats.org/officeDocument/2006/relationships/tags" Target="../tags/tag926.xml"/><Relationship Id="rId14" Type="http://schemas.openxmlformats.org/officeDocument/2006/relationships/tags" Target="../tags/tag931.xml"/></Relationships>
</file>

<file path=ppt/slides/_rels/slide60.xml.rels><?xml version="1.0" encoding="UTF-8" standalone="yes"?>
<Relationships xmlns="http://schemas.openxmlformats.org/package/2006/relationships"><Relationship Id="rId8" Type="http://schemas.openxmlformats.org/officeDocument/2006/relationships/tags" Target="../tags/tag941.xml"/><Relationship Id="rId13" Type="http://schemas.openxmlformats.org/officeDocument/2006/relationships/tags" Target="../tags/tag946.xml"/><Relationship Id="rId18" Type="http://schemas.openxmlformats.org/officeDocument/2006/relationships/slideLayout" Target="../slideLayouts/slideLayout6.xml"/><Relationship Id="rId3" Type="http://schemas.openxmlformats.org/officeDocument/2006/relationships/tags" Target="../tags/tag936.xml"/><Relationship Id="rId7" Type="http://schemas.openxmlformats.org/officeDocument/2006/relationships/tags" Target="../tags/tag940.xml"/><Relationship Id="rId12" Type="http://schemas.openxmlformats.org/officeDocument/2006/relationships/tags" Target="../tags/tag945.xml"/><Relationship Id="rId17" Type="http://schemas.openxmlformats.org/officeDocument/2006/relationships/tags" Target="../tags/tag950.xml"/><Relationship Id="rId2" Type="http://schemas.openxmlformats.org/officeDocument/2006/relationships/tags" Target="../tags/tag935.xml"/><Relationship Id="rId16" Type="http://schemas.openxmlformats.org/officeDocument/2006/relationships/tags" Target="../tags/tag949.xml"/><Relationship Id="rId1" Type="http://schemas.openxmlformats.org/officeDocument/2006/relationships/tags" Target="../tags/tag934.xml"/><Relationship Id="rId6" Type="http://schemas.openxmlformats.org/officeDocument/2006/relationships/tags" Target="../tags/tag939.xml"/><Relationship Id="rId11" Type="http://schemas.openxmlformats.org/officeDocument/2006/relationships/tags" Target="../tags/tag944.xml"/><Relationship Id="rId5" Type="http://schemas.openxmlformats.org/officeDocument/2006/relationships/tags" Target="../tags/tag938.xml"/><Relationship Id="rId15" Type="http://schemas.openxmlformats.org/officeDocument/2006/relationships/tags" Target="../tags/tag948.xml"/><Relationship Id="rId10" Type="http://schemas.openxmlformats.org/officeDocument/2006/relationships/tags" Target="../tags/tag943.xml"/><Relationship Id="rId19" Type="http://schemas.openxmlformats.org/officeDocument/2006/relationships/notesSlide" Target="../notesSlides/notesSlide60.xml"/><Relationship Id="rId4" Type="http://schemas.openxmlformats.org/officeDocument/2006/relationships/tags" Target="../tags/tag937.xml"/><Relationship Id="rId9" Type="http://schemas.openxmlformats.org/officeDocument/2006/relationships/tags" Target="../tags/tag942.xml"/><Relationship Id="rId14" Type="http://schemas.openxmlformats.org/officeDocument/2006/relationships/tags" Target="../tags/tag94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6.xml"/><Relationship Id="rId1" Type="http://schemas.openxmlformats.org/officeDocument/2006/relationships/tags" Target="../tags/tag951.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tags" Target="../tags/tag952.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8" Type="http://schemas.openxmlformats.org/officeDocument/2006/relationships/tags" Target="../tags/tag960.xml"/><Relationship Id="rId13" Type="http://schemas.openxmlformats.org/officeDocument/2006/relationships/notesSlide" Target="../notesSlides/notesSlide63.xml"/><Relationship Id="rId3" Type="http://schemas.openxmlformats.org/officeDocument/2006/relationships/tags" Target="../tags/tag955.xml"/><Relationship Id="rId7" Type="http://schemas.openxmlformats.org/officeDocument/2006/relationships/tags" Target="../tags/tag959.xml"/><Relationship Id="rId12" Type="http://schemas.openxmlformats.org/officeDocument/2006/relationships/slideLayout" Target="../slideLayouts/slideLayout6.xml"/><Relationship Id="rId2" Type="http://schemas.openxmlformats.org/officeDocument/2006/relationships/tags" Target="../tags/tag954.xml"/><Relationship Id="rId1" Type="http://schemas.openxmlformats.org/officeDocument/2006/relationships/tags" Target="../tags/tag953.xml"/><Relationship Id="rId6" Type="http://schemas.openxmlformats.org/officeDocument/2006/relationships/tags" Target="../tags/tag958.xml"/><Relationship Id="rId11" Type="http://schemas.openxmlformats.org/officeDocument/2006/relationships/tags" Target="../tags/tag963.xml"/><Relationship Id="rId5" Type="http://schemas.openxmlformats.org/officeDocument/2006/relationships/tags" Target="../tags/tag957.xml"/><Relationship Id="rId10" Type="http://schemas.openxmlformats.org/officeDocument/2006/relationships/tags" Target="../tags/tag962.xml"/><Relationship Id="rId4" Type="http://schemas.openxmlformats.org/officeDocument/2006/relationships/tags" Target="../tags/tag956.xml"/><Relationship Id="rId9" Type="http://schemas.openxmlformats.org/officeDocument/2006/relationships/tags" Target="../tags/tag961.xml"/></Relationships>
</file>

<file path=ppt/slides/_rels/slide64.xml.rels><?xml version="1.0" encoding="UTF-8" standalone="yes"?>
<Relationships xmlns="http://schemas.openxmlformats.org/package/2006/relationships"><Relationship Id="rId8" Type="http://schemas.openxmlformats.org/officeDocument/2006/relationships/tags" Target="../tags/tag971.xml"/><Relationship Id="rId13" Type="http://schemas.openxmlformats.org/officeDocument/2006/relationships/tags" Target="../tags/tag976.xml"/><Relationship Id="rId3" Type="http://schemas.openxmlformats.org/officeDocument/2006/relationships/tags" Target="../tags/tag966.xml"/><Relationship Id="rId7" Type="http://schemas.openxmlformats.org/officeDocument/2006/relationships/tags" Target="../tags/tag970.xml"/><Relationship Id="rId12" Type="http://schemas.openxmlformats.org/officeDocument/2006/relationships/tags" Target="../tags/tag975.xml"/><Relationship Id="rId17" Type="http://schemas.openxmlformats.org/officeDocument/2006/relationships/image" Target="../media/image55.svg"/><Relationship Id="rId2" Type="http://schemas.openxmlformats.org/officeDocument/2006/relationships/tags" Target="../tags/tag965.xml"/><Relationship Id="rId16" Type="http://schemas.openxmlformats.org/officeDocument/2006/relationships/image" Target="../media/image54.svg"/><Relationship Id="rId1" Type="http://schemas.openxmlformats.org/officeDocument/2006/relationships/tags" Target="../tags/tag964.xml"/><Relationship Id="rId6" Type="http://schemas.openxmlformats.org/officeDocument/2006/relationships/tags" Target="../tags/tag969.xml"/><Relationship Id="rId11" Type="http://schemas.openxmlformats.org/officeDocument/2006/relationships/tags" Target="../tags/tag974.xml"/><Relationship Id="rId5" Type="http://schemas.openxmlformats.org/officeDocument/2006/relationships/tags" Target="../tags/tag968.xml"/><Relationship Id="rId15" Type="http://schemas.openxmlformats.org/officeDocument/2006/relationships/notesSlide" Target="../notesSlides/notesSlide64.xml"/><Relationship Id="rId10" Type="http://schemas.openxmlformats.org/officeDocument/2006/relationships/tags" Target="../tags/tag973.xml"/><Relationship Id="rId4" Type="http://schemas.openxmlformats.org/officeDocument/2006/relationships/tags" Target="../tags/tag967.xml"/><Relationship Id="rId9" Type="http://schemas.openxmlformats.org/officeDocument/2006/relationships/tags" Target="../tags/tag972.xml"/><Relationship Id="rId14"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8" Type="http://schemas.openxmlformats.org/officeDocument/2006/relationships/tags" Target="../tags/tag984.xml"/><Relationship Id="rId13" Type="http://schemas.openxmlformats.org/officeDocument/2006/relationships/tags" Target="../tags/tag989.xml"/><Relationship Id="rId18" Type="http://schemas.openxmlformats.org/officeDocument/2006/relationships/image" Target="../media/image56.png"/><Relationship Id="rId3" Type="http://schemas.openxmlformats.org/officeDocument/2006/relationships/tags" Target="../tags/tag979.xml"/><Relationship Id="rId7" Type="http://schemas.openxmlformats.org/officeDocument/2006/relationships/tags" Target="../tags/tag983.xml"/><Relationship Id="rId12" Type="http://schemas.openxmlformats.org/officeDocument/2006/relationships/tags" Target="../tags/tag988.xml"/><Relationship Id="rId17" Type="http://schemas.openxmlformats.org/officeDocument/2006/relationships/image" Target="../media/image54.svg"/><Relationship Id="rId2" Type="http://schemas.openxmlformats.org/officeDocument/2006/relationships/tags" Target="../tags/tag978.xml"/><Relationship Id="rId16" Type="http://schemas.openxmlformats.org/officeDocument/2006/relationships/notesSlide" Target="../notesSlides/notesSlide65.xml"/><Relationship Id="rId1" Type="http://schemas.openxmlformats.org/officeDocument/2006/relationships/tags" Target="../tags/tag977.xml"/><Relationship Id="rId6" Type="http://schemas.openxmlformats.org/officeDocument/2006/relationships/tags" Target="../tags/tag982.xml"/><Relationship Id="rId11" Type="http://schemas.openxmlformats.org/officeDocument/2006/relationships/tags" Target="../tags/tag987.xml"/><Relationship Id="rId5" Type="http://schemas.openxmlformats.org/officeDocument/2006/relationships/tags" Target="../tags/tag981.xml"/><Relationship Id="rId15" Type="http://schemas.openxmlformats.org/officeDocument/2006/relationships/slideLayout" Target="../slideLayouts/slideLayout6.xml"/><Relationship Id="rId10" Type="http://schemas.openxmlformats.org/officeDocument/2006/relationships/tags" Target="../tags/tag986.xml"/><Relationship Id="rId19" Type="http://schemas.openxmlformats.org/officeDocument/2006/relationships/image" Target="../media/image55.svg"/><Relationship Id="rId4" Type="http://schemas.openxmlformats.org/officeDocument/2006/relationships/tags" Target="../tags/tag980.xml"/><Relationship Id="rId9" Type="http://schemas.openxmlformats.org/officeDocument/2006/relationships/tags" Target="../tags/tag985.xml"/><Relationship Id="rId14" Type="http://schemas.openxmlformats.org/officeDocument/2006/relationships/tags" Target="../tags/tag990.xml"/></Relationships>
</file>

<file path=ppt/slides/_rels/slide66.xml.rels><?xml version="1.0" encoding="UTF-8" standalone="yes"?>
<Relationships xmlns="http://schemas.openxmlformats.org/package/2006/relationships"><Relationship Id="rId3" Type="http://schemas.openxmlformats.org/officeDocument/2006/relationships/tags" Target="../tags/tag993.xml"/><Relationship Id="rId2" Type="http://schemas.openxmlformats.org/officeDocument/2006/relationships/tags" Target="../tags/tag992.xml"/><Relationship Id="rId1" Type="http://schemas.openxmlformats.org/officeDocument/2006/relationships/tags" Target="../tags/tag991.xml"/><Relationship Id="rId6" Type="http://schemas.openxmlformats.org/officeDocument/2006/relationships/notesSlide" Target="../notesSlides/notesSlide66.xml"/><Relationship Id="rId5" Type="http://schemas.openxmlformats.org/officeDocument/2006/relationships/slideLayout" Target="../slideLayouts/slideLayout6.xml"/><Relationship Id="rId4" Type="http://schemas.openxmlformats.org/officeDocument/2006/relationships/tags" Target="../tags/tag994.xml"/></Relationships>
</file>

<file path=ppt/slides/_rels/slide67.xml.rels><?xml version="1.0" encoding="UTF-8" standalone="yes"?>
<Relationships xmlns="http://schemas.openxmlformats.org/package/2006/relationships"><Relationship Id="rId8" Type="http://schemas.openxmlformats.org/officeDocument/2006/relationships/notesSlide" Target="../notesSlides/notesSlide67.xml"/><Relationship Id="rId3" Type="http://schemas.openxmlformats.org/officeDocument/2006/relationships/tags" Target="../tags/tag997.xml"/><Relationship Id="rId7" Type="http://schemas.openxmlformats.org/officeDocument/2006/relationships/slideLayout" Target="../slideLayouts/slideLayout6.xml"/><Relationship Id="rId2" Type="http://schemas.openxmlformats.org/officeDocument/2006/relationships/tags" Target="../tags/tag996.xml"/><Relationship Id="rId1" Type="http://schemas.openxmlformats.org/officeDocument/2006/relationships/tags" Target="../tags/tag995.xml"/><Relationship Id="rId6" Type="http://schemas.openxmlformats.org/officeDocument/2006/relationships/tags" Target="../tags/tag1000.xml"/><Relationship Id="rId5" Type="http://schemas.openxmlformats.org/officeDocument/2006/relationships/tags" Target="../tags/tag999.xml"/><Relationship Id="rId4" Type="http://schemas.openxmlformats.org/officeDocument/2006/relationships/tags" Target="../tags/tag998.xml"/><Relationship Id="rId9" Type="http://schemas.openxmlformats.org/officeDocument/2006/relationships/image" Target="../media/image57.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1003.xml"/><Relationship Id="rId7" Type="http://schemas.openxmlformats.org/officeDocument/2006/relationships/tags" Target="../tags/tag1007.xml"/><Relationship Id="rId2" Type="http://schemas.openxmlformats.org/officeDocument/2006/relationships/tags" Target="../tags/tag1002.xml"/><Relationship Id="rId1" Type="http://schemas.openxmlformats.org/officeDocument/2006/relationships/tags" Target="../tags/tag1001.xml"/><Relationship Id="rId6" Type="http://schemas.openxmlformats.org/officeDocument/2006/relationships/tags" Target="../tags/tag1006.xml"/><Relationship Id="rId5" Type="http://schemas.openxmlformats.org/officeDocument/2006/relationships/tags" Target="../tags/tag1005.xml"/><Relationship Id="rId10" Type="http://schemas.openxmlformats.org/officeDocument/2006/relationships/image" Target="../media/image57.png"/><Relationship Id="rId4" Type="http://schemas.openxmlformats.org/officeDocument/2006/relationships/tags" Target="../tags/tag1004.xml"/><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8" Type="http://schemas.openxmlformats.org/officeDocument/2006/relationships/tags" Target="../tags/tag1015.xml"/><Relationship Id="rId3" Type="http://schemas.openxmlformats.org/officeDocument/2006/relationships/tags" Target="../tags/tag1010.xml"/><Relationship Id="rId7" Type="http://schemas.openxmlformats.org/officeDocument/2006/relationships/tags" Target="../tags/tag1014.xml"/><Relationship Id="rId2" Type="http://schemas.openxmlformats.org/officeDocument/2006/relationships/tags" Target="../tags/tag1009.xml"/><Relationship Id="rId1" Type="http://schemas.openxmlformats.org/officeDocument/2006/relationships/tags" Target="../tags/tag1008.xml"/><Relationship Id="rId6" Type="http://schemas.openxmlformats.org/officeDocument/2006/relationships/tags" Target="../tags/tag1013.xml"/><Relationship Id="rId11" Type="http://schemas.openxmlformats.org/officeDocument/2006/relationships/image" Target="../media/image57.png"/><Relationship Id="rId5" Type="http://schemas.openxmlformats.org/officeDocument/2006/relationships/tags" Target="../tags/tag1012.xml"/><Relationship Id="rId10" Type="http://schemas.openxmlformats.org/officeDocument/2006/relationships/notesSlide" Target="../notesSlides/notesSlide69.xml"/><Relationship Id="rId4" Type="http://schemas.openxmlformats.org/officeDocument/2006/relationships/tags" Target="../tags/tag1011.xml"/><Relationship Id="rId9"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tags" Target="../tags/tag1023.xml"/><Relationship Id="rId3" Type="http://schemas.openxmlformats.org/officeDocument/2006/relationships/tags" Target="../tags/tag1018.xml"/><Relationship Id="rId7" Type="http://schemas.openxmlformats.org/officeDocument/2006/relationships/tags" Target="../tags/tag1022.xml"/><Relationship Id="rId12" Type="http://schemas.openxmlformats.org/officeDocument/2006/relationships/image" Target="../media/image57.png"/><Relationship Id="rId2" Type="http://schemas.openxmlformats.org/officeDocument/2006/relationships/tags" Target="../tags/tag1017.xml"/><Relationship Id="rId1" Type="http://schemas.openxmlformats.org/officeDocument/2006/relationships/tags" Target="../tags/tag1016.xml"/><Relationship Id="rId6" Type="http://schemas.openxmlformats.org/officeDocument/2006/relationships/tags" Target="../tags/tag1021.xml"/><Relationship Id="rId11" Type="http://schemas.openxmlformats.org/officeDocument/2006/relationships/notesSlide" Target="../notesSlides/notesSlide70.xml"/><Relationship Id="rId5" Type="http://schemas.openxmlformats.org/officeDocument/2006/relationships/tags" Target="../tags/tag1020.xml"/><Relationship Id="rId10" Type="http://schemas.openxmlformats.org/officeDocument/2006/relationships/slideLayout" Target="../slideLayouts/slideLayout6.xml"/><Relationship Id="rId4" Type="http://schemas.openxmlformats.org/officeDocument/2006/relationships/tags" Target="../tags/tag1019.xml"/><Relationship Id="rId9" Type="http://schemas.openxmlformats.org/officeDocument/2006/relationships/tags" Target="../tags/tag102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ags" Target="../tags/tag1025.xml"/><Relationship Id="rId4" Type="http://schemas.openxmlformats.org/officeDocument/2006/relationships/image" Target="../media/image58.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6.xml"/><Relationship Id="rId1" Type="http://schemas.openxmlformats.org/officeDocument/2006/relationships/tags" Target="../tags/tag1026.xml"/><Relationship Id="rId4" Type="http://schemas.openxmlformats.org/officeDocument/2006/relationships/image" Target="../media/image59.png"/></Relationships>
</file>

<file path=ppt/slides/_rels/slide73.xml.rels><?xml version="1.0" encoding="UTF-8" standalone="yes"?>
<Relationships xmlns="http://schemas.openxmlformats.org/package/2006/relationships"><Relationship Id="rId3" Type="http://schemas.openxmlformats.org/officeDocument/2006/relationships/tags" Target="../tags/tag1029.xml"/><Relationship Id="rId7" Type="http://schemas.openxmlformats.org/officeDocument/2006/relationships/notesSlide" Target="../notesSlides/notesSlide73.xml"/><Relationship Id="rId2" Type="http://schemas.openxmlformats.org/officeDocument/2006/relationships/tags" Target="../tags/tag1028.xml"/><Relationship Id="rId1" Type="http://schemas.openxmlformats.org/officeDocument/2006/relationships/tags" Target="../tags/tag1027.xml"/><Relationship Id="rId6" Type="http://schemas.openxmlformats.org/officeDocument/2006/relationships/slideLayout" Target="../slideLayouts/slideLayout2.xml"/><Relationship Id="rId5" Type="http://schemas.openxmlformats.org/officeDocument/2006/relationships/tags" Target="../tags/tag1031.xml"/><Relationship Id="rId4" Type="http://schemas.openxmlformats.org/officeDocument/2006/relationships/tags" Target="../tags/tag1030.xml"/></Relationships>
</file>

<file path=ppt/slides/_rels/slide74.xml.rels><?xml version="1.0" encoding="UTF-8" standalone="yes"?>
<Relationships xmlns="http://schemas.openxmlformats.org/package/2006/relationships"><Relationship Id="rId3" Type="http://schemas.openxmlformats.org/officeDocument/2006/relationships/tags" Target="../tags/tag1034.xml"/><Relationship Id="rId7" Type="http://schemas.openxmlformats.org/officeDocument/2006/relationships/notesSlide" Target="../notesSlides/notesSlide74.xml"/><Relationship Id="rId2" Type="http://schemas.openxmlformats.org/officeDocument/2006/relationships/tags" Target="../tags/tag1033.xml"/><Relationship Id="rId1" Type="http://schemas.openxmlformats.org/officeDocument/2006/relationships/tags" Target="../tags/tag1032.xml"/><Relationship Id="rId6" Type="http://schemas.openxmlformats.org/officeDocument/2006/relationships/slideLayout" Target="../slideLayouts/slideLayout2.xml"/><Relationship Id="rId5" Type="http://schemas.openxmlformats.org/officeDocument/2006/relationships/tags" Target="../tags/tag1036.xml"/><Relationship Id="rId4" Type="http://schemas.openxmlformats.org/officeDocument/2006/relationships/tags" Target="../tags/tag1035.xml"/></Relationships>
</file>

<file path=ppt/slides/_rels/slide75.xml.rels><?xml version="1.0" encoding="UTF-8" standalone="yes"?>
<Relationships xmlns="http://schemas.openxmlformats.org/package/2006/relationships"><Relationship Id="rId8" Type="http://schemas.openxmlformats.org/officeDocument/2006/relationships/tags" Target="../tags/tag1044.xml"/><Relationship Id="rId3" Type="http://schemas.openxmlformats.org/officeDocument/2006/relationships/tags" Target="../tags/tag1039.xml"/><Relationship Id="rId7" Type="http://schemas.openxmlformats.org/officeDocument/2006/relationships/tags" Target="../tags/tag1043.xml"/><Relationship Id="rId12" Type="http://schemas.openxmlformats.org/officeDocument/2006/relationships/image" Target="../media/image8.png"/><Relationship Id="rId2" Type="http://schemas.openxmlformats.org/officeDocument/2006/relationships/tags" Target="../tags/tag1038.xml"/><Relationship Id="rId1" Type="http://schemas.openxmlformats.org/officeDocument/2006/relationships/tags" Target="../tags/tag1037.xml"/><Relationship Id="rId6" Type="http://schemas.openxmlformats.org/officeDocument/2006/relationships/tags" Target="../tags/tag1042.xml"/><Relationship Id="rId11" Type="http://schemas.openxmlformats.org/officeDocument/2006/relationships/notesSlide" Target="../notesSlides/notesSlide75.xml"/><Relationship Id="rId5" Type="http://schemas.openxmlformats.org/officeDocument/2006/relationships/tags" Target="../tags/tag1041.xml"/><Relationship Id="rId10" Type="http://schemas.openxmlformats.org/officeDocument/2006/relationships/slideLayout" Target="../slideLayouts/slideLayout2.xml"/><Relationship Id="rId4" Type="http://schemas.openxmlformats.org/officeDocument/2006/relationships/tags" Target="../tags/tag1040.xml"/><Relationship Id="rId9" Type="http://schemas.openxmlformats.org/officeDocument/2006/relationships/tags" Target="../tags/tag1045.xml"/></Relationships>
</file>

<file path=ppt/slides/_rels/slide76.xml.rels><?xml version="1.0" encoding="UTF-8" standalone="yes"?>
<Relationships xmlns="http://schemas.openxmlformats.org/package/2006/relationships"><Relationship Id="rId8" Type="http://schemas.openxmlformats.org/officeDocument/2006/relationships/tags" Target="../tags/tag1053.xml"/><Relationship Id="rId3" Type="http://schemas.openxmlformats.org/officeDocument/2006/relationships/tags" Target="../tags/tag1048.xml"/><Relationship Id="rId7" Type="http://schemas.openxmlformats.org/officeDocument/2006/relationships/tags" Target="../tags/tag1052.xml"/><Relationship Id="rId12" Type="http://schemas.openxmlformats.org/officeDocument/2006/relationships/image" Target="../media/image8.png"/><Relationship Id="rId2" Type="http://schemas.openxmlformats.org/officeDocument/2006/relationships/tags" Target="../tags/tag1047.xml"/><Relationship Id="rId1" Type="http://schemas.openxmlformats.org/officeDocument/2006/relationships/tags" Target="../tags/tag1046.xml"/><Relationship Id="rId6" Type="http://schemas.openxmlformats.org/officeDocument/2006/relationships/tags" Target="../tags/tag1051.xml"/><Relationship Id="rId11" Type="http://schemas.openxmlformats.org/officeDocument/2006/relationships/notesSlide" Target="../notesSlides/notesSlide76.xml"/><Relationship Id="rId5" Type="http://schemas.openxmlformats.org/officeDocument/2006/relationships/tags" Target="../tags/tag1050.xml"/><Relationship Id="rId10" Type="http://schemas.openxmlformats.org/officeDocument/2006/relationships/slideLayout" Target="../slideLayouts/slideLayout6.xml"/><Relationship Id="rId4" Type="http://schemas.openxmlformats.org/officeDocument/2006/relationships/tags" Target="../tags/tag1049.xml"/><Relationship Id="rId9" Type="http://schemas.openxmlformats.org/officeDocument/2006/relationships/tags" Target="../tags/tag1054.xml"/></Relationships>
</file>

<file path=ppt/slides/_rels/slide77.xml.rels><?xml version="1.0" encoding="UTF-8" standalone="yes"?>
<Relationships xmlns="http://schemas.openxmlformats.org/package/2006/relationships"><Relationship Id="rId8" Type="http://schemas.openxmlformats.org/officeDocument/2006/relationships/tags" Target="../tags/tag1062.xml"/><Relationship Id="rId13" Type="http://schemas.openxmlformats.org/officeDocument/2006/relationships/tags" Target="../tags/tag1067.xml"/><Relationship Id="rId18" Type="http://schemas.openxmlformats.org/officeDocument/2006/relationships/tags" Target="../tags/tag1072.xml"/><Relationship Id="rId3" Type="http://schemas.openxmlformats.org/officeDocument/2006/relationships/tags" Target="../tags/tag1057.xml"/><Relationship Id="rId21" Type="http://schemas.openxmlformats.org/officeDocument/2006/relationships/tags" Target="../tags/tag1075.xml"/><Relationship Id="rId7" Type="http://schemas.openxmlformats.org/officeDocument/2006/relationships/tags" Target="../tags/tag1061.xml"/><Relationship Id="rId12" Type="http://schemas.openxmlformats.org/officeDocument/2006/relationships/tags" Target="../tags/tag1066.xml"/><Relationship Id="rId17" Type="http://schemas.openxmlformats.org/officeDocument/2006/relationships/tags" Target="../tags/tag1071.xml"/><Relationship Id="rId2" Type="http://schemas.openxmlformats.org/officeDocument/2006/relationships/tags" Target="../tags/tag1056.xml"/><Relationship Id="rId16" Type="http://schemas.openxmlformats.org/officeDocument/2006/relationships/tags" Target="../tags/tag1070.xml"/><Relationship Id="rId20" Type="http://schemas.openxmlformats.org/officeDocument/2006/relationships/tags" Target="../tags/tag1074.xml"/><Relationship Id="rId1" Type="http://schemas.openxmlformats.org/officeDocument/2006/relationships/tags" Target="../tags/tag1055.xml"/><Relationship Id="rId6" Type="http://schemas.openxmlformats.org/officeDocument/2006/relationships/tags" Target="../tags/tag1060.xml"/><Relationship Id="rId11" Type="http://schemas.openxmlformats.org/officeDocument/2006/relationships/tags" Target="../tags/tag1065.xml"/><Relationship Id="rId24" Type="http://schemas.openxmlformats.org/officeDocument/2006/relationships/image" Target="../media/image8.png"/><Relationship Id="rId5" Type="http://schemas.openxmlformats.org/officeDocument/2006/relationships/tags" Target="../tags/tag1059.xml"/><Relationship Id="rId15" Type="http://schemas.openxmlformats.org/officeDocument/2006/relationships/tags" Target="../tags/tag1069.xml"/><Relationship Id="rId23" Type="http://schemas.openxmlformats.org/officeDocument/2006/relationships/notesSlide" Target="../notesSlides/notesSlide77.xml"/><Relationship Id="rId10" Type="http://schemas.openxmlformats.org/officeDocument/2006/relationships/tags" Target="../tags/tag1064.xml"/><Relationship Id="rId19" Type="http://schemas.openxmlformats.org/officeDocument/2006/relationships/tags" Target="../tags/tag1073.xml"/><Relationship Id="rId4" Type="http://schemas.openxmlformats.org/officeDocument/2006/relationships/tags" Target="../tags/tag1058.xml"/><Relationship Id="rId9" Type="http://schemas.openxmlformats.org/officeDocument/2006/relationships/tags" Target="../tags/tag1063.xml"/><Relationship Id="rId14" Type="http://schemas.openxmlformats.org/officeDocument/2006/relationships/tags" Target="../tags/tag1068.xml"/><Relationship Id="rId22"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8" Type="http://schemas.openxmlformats.org/officeDocument/2006/relationships/tags" Target="../tags/tag1083.xml"/><Relationship Id="rId13" Type="http://schemas.openxmlformats.org/officeDocument/2006/relationships/image" Target="../media/image60.png"/><Relationship Id="rId3" Type="http://schemas.openxmlformats.org/officeDocument/2006/relationships/tags" Target="../tags/tag1078.xml"/><Relationship Id="rId7" Type="http://schemas.openxmlformats.org/officeDocument/2006/relationships/tags" Target="../tags/tag1082.xml"/><Relationship Id="rId12" Type="http://schemas.openxmlformats.org/officeDocument/2006/relationships/notesSlide" Target="../notesSlides/notesSlide78.xml"/><Relationship Id="rId2" Type="http://schemas.openxmlformats.org/officeDocument/2006/relationships/tags" Target="../tags/tag1077.xml"/><Relationship Id="rId1" Type="http://schemas.openxmlformats.org/officeDocument/2006/relationships/tags" Target="../tags/tag1076.xml"/><Relationship Id="rId6" Type="http://schemas.openxmlformats.org/officeDocument/2006/relationships/tags" Target="../tags/tag1081.xml"/><Relationship Id="rId11" Type="http://schemas.openxmlformats.org/officeDocument/2006/relationships/slideLayout" Target="../slideLayouts/slideLayout6.xml"/><Relationship Id="rId5" Type="http://schemas.openxmlformats.org/officeDocument/2006/relationships/tags" Target="../tags/tag1080.xml"/><Relationship Id="rId15" Type="http://schemas.openxmlformats.org/officeDocument/2006/relationships/image" Target="../media/image57.png"/><Relationship Id="rId10" Type="http://schemas.openxmlformats.org/officeDocument/2006/relationships/tags" Target="../tags/tag1085.xml"/><Relationship Id="rId4" Type="http://schemas.openxmlformats.org/officeDocument/2006/relationships/tags" Target="../tags/tag1079.xml"/><Relationship Id="rId9" Type="http://schemas.openxmlformats.org/officeDocument/2006/relationships/tags" Target="../tags/tag1084.xml"/><Relationship Id="rId14" Type="http://schemas.openxmlformats.org/officeDocument/2006/relationships/image" Target="../media/image61.png"/></Relationships>
</file>

<file path=ppt/slides/_rels/slide79.xml.rels><?xml version="1.0" encoding="UTF-8" standalone="yes"?>
<Relationships xmlns="http://schemas.openxmlformats.org/package/2006/relationships"><Relationship Id="rId8" Type="http://schemas.openxmlformats.org/officeDocument/2006/relationships/tags" Target="../tags/tag1093.xml"/><Relationship Id="rId13" Type="http://schemas.openxmlformats.org/officeDocument/2006/relationships/tags" Target="../tags/tag1098.xml"/><Relationship Id="rId18" Type="http://schemas.openxmlformats.org/officeDocument/2006/relationships/image" Target="../media/image57.png"/><Relationship Id="rId3" Type="http://schemas.openxmlformats.org/officeDocument/2006/relationships/tags" Target="../tags/tag1088.xml"/><Relationship Id="rId7" Type="http://schemas.openxmlformats.org/officeDocument/2006/relationships/tags" Target="../tags/tag1092.xml"/><Relationship Id="rId12" Type="http://schemas.openxmlformats.org/officeDocument/2006/relationships/tags" Target="../tags/tag1097.xml"/><Relationship Id="rId17" Type="http://schemas.openxmlformats.org/officeDocument/2006/relationships/image" Target="../media/image61.png"/><Relationship Id="rId2" Type="http://schemas.openxmlformats.org/officeDocument/2006/relationships/tags" Target="../tags/tag1087.xml"/><Relationship Id="rId16" Type="http://schemas.openxmlformats.org/officeDocument/2006/relationships/image" Target="../media/image60.png"/><Relationship Id="rId1" Type="http://schemas.openxmlformats.org/officeDocument/2006/relationships/tags" Target="../tags/tag1086.xml"/><Relationship Id="rId6" Type="http://schemas.openxmlformats.org/officeDocument/2006/relationships/tags" Target="../tags/tag1091.xml"/><Relationship Id="rId11" Type="http://schemas.openxmlformats.org/officeDocument/2006/relationships/tags" Target="../tags/tag1096.xml"/><Relationship Id="rId5" Type="http://schemas.openxmlformats.org/officeDocument/2006/relationships/tags" Target="../tags/tag1090.xml"/><Relationship Id="rId15" Type="http://schemas.openxmlformats.org/officeDocument/2006/relationships/notesSlide" Target="../notesSlides/notesSlide79.xml"/><Relationship Id="rId10" Type="http://schemas.openxmlformats.org/officeDocument/2006/relationships/tags" Target="../tags/tag1095.xml"/><Relationship Id="rId4" Type="http://schemas.openxmlformats.org/officeDocument/2006/relationships/tags" Target="../tags/tag1089.xml"/><Relationship Id="rId9" Type="http://schemas.openxmlformats.org/officeDocument/2006/relationships/tags" Target="../tags/tag1094.xml"/><Relationship Id="rId14"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3" Type="http://schemas.openxmlformats.org/officeDocument/2006/relationships/tags" Target="../tags/tag1111.xml"/><Relationship Id="rId18" Type="http://schemas.openxmlformats.org/officeDocument/2006/relationships/tags" Target="../tags/tag1116.xml"/><Relationship Id="rId26" Type="http://schemas.openxmlformats.org/officeDocument/2006/relationships/tags" Target="../tags/tag1124.xml"/><Relationship Id="rId3" Type="http://schemas.openxmlformats.org/officeDocument/2006/relationships/tags" Target="../tags/tag1101.xml"/><Relationship Id="rId21" Type="http://schemas.openxmlformats.org/officeDocument/2006/relationships/tags" Target="../tags/tag1119.xml"/><Relationship Id="rId7" Type="http://schemas.openxmlformats.org/officeDocument/2006/relationships/tags" Target="../tags/tag1105.xml"/><Relationship Id="rId12" Type="http://schemas.openxmlformats.org/officeDocument/2006/relationships/tags" Target="../tags/tag1110.xml"/><Relationship Id="rId17" Type="http://schemas.openxmlformats.org/officeDocument/2006/relationships/tags" Target="../tags/tag1115.xml"/><Relationship Id="rId25" Type="http://schemas.openxmlformats.org/officeDocument/2006/relationships/tags" Target="../tags/tag1123.xml"/><Relationship Id="rId33" Type="http://schemas.openxmlformats.org/officeDocument/2006/relationships/image" Target="../media/image57.png"/><Relationship Id="rId2" Type="http://schemas.openxmlformats.org/officeDocument/2006/relationships/tags" Target="../tags/tag1100.xml"/><Relationship Id="rId16" Type="http://schemas.openxmlformats.org/officeDocument/2006/relationships/tags" Target="../tags/tag1114.xml"/><Relationship Id="rId20" Type="http://schemas.openxmlformats.org/officeDocument/2006/relationships/tags" Target="../tags/tag1118.xml"/><Relationship Id="rId29" Type="http://schemas.openxmlformats.org/officeDocument/2006/relationships/slideLayout" Target="../slideLayouts/slideLayout6.xml"/><Relationship Id="rId1" Type="http://schemas.openxmlformats.org/officeDocument/2006/relationships/tags" Target="../tags/tag1099.xml"/><Relationship Id="rId6" Type="http://schemas.openxmlformats.org/officeDocument/2006/relationships/tags" Target="../tags/tag1104.xml"/><Relationship Id="rId11" Type="http://schemas.openxmlformats.org/officeDocument/2006/relationships/tags" Target="../tags/tag1109.xml"/><Relationship Id="rId24" Type="http://schemas.openxmlformats.org/officeDocument/2006/relationships/tags" Target="../tags/tag1122.xml"/><Relationship Id="rId32" Type="http://schemas.openxmlformats.org/officeDocument/2006/relationships/image" Target="../media/image61.png"/><Relationship Id="rId5" Type="http://schemas.openxmlformats.org/officeDocument/2006/relationships/tags" Target="../tags/tag1103.xml"/><Relationship Id="rId15" Type="http://schemas.openxmlformats.org/officeDocument/2006/relationships/tags" Target="../tags/tag1113.xml"/><Relationship Id="rId23" Type="http://schemas.openxmlformats.org/officeDocument/2006/relationships/tags" Target="../tags/tag1121.xml"/><Relationship Id="rId28" Type="http://schemas.openxmlformats.org/officeDocument/2006/relationships/tags" Target="../tags/tag1126.xml"/><Relationship Id="rId10" Type="http://schemas.openxmlformats.org/officeDocument/2006/relationships/tags" Target="../tags/tag1108.xml"/><Relationship Id="rId19" Type="http://schemas.openxmlformats.org/officeDocument/2006/relationships/tags" Target="../tags/tag1117.xml"/><Relationship Id="rId31" Type="http://schemas.openxmlformats.org/officeDocument/2006/relationships/image" Target="../media/image60.png"/><Relationship Id="rId4" Type="http://schemas.openxmlformats.org/officeDocument/2006/relationships/tags" Target="../tags/tag1102.xml"/><Relationship Id="rId9" Type="http://schemas.openxmlformats.org/officeDocument/2006/relationships/tags" Target="../tags/tag1107.xml"/><Relationship Id="rId14" Type="http://schemas.openxmlformats.org/officeDocument/2006/relationships/tags" Target="../tags/tag1112.xml"/><Relationship Id="rId22" Type="http://schemas.openxmlformats.org/officeDocument/2006/relationships/tags" Target="../tags/tag1120.xml"/><Relationship Id="rId27" Type="http://schemas.openxmlformats.org/officeDocument/2006/relationships/tags" Target="../tags/tag1125.xml"/><Relationship Id="rId30" Type="http://schemas.openxmlformats.org/officeDocument/2006/relationships/notesSlide" Target="../notesSlides/notesSlide80.xml"/><Relationship Id="rId8" Type="http://schemas.openxmlformats.org/officeDocument/2006/relationships/tags" Target="../tags/tag1106.xml"/></Relationships>
</file>

<file path=ppt/slides/_rels/slide81.xml.rels><?xml version="1.0" encoding="UTF-8" standalone="yes"?>
<Relationships xmlns="http://schemas.openxmlformats.org/package/2006/relationships"><Relationship Id="rId13" Type="http://schemas.openxmlformats.org/officeDocument/2006/relationships/tags" Target="../tags/tag1139.xml"/><Relationship Id="rId18" Type="http://schemas.openxmlformats.org/officeDocument/2006/relationships/tags" Target="../tags/tag1144.xml"/><Relationship Id="rId26" Type="http://schemas.openxmlformats.org/officeDocument/2006/relationships/tags" Target="../tags/tag1152.xml"/><Relationship Id="rId21" Type="http://schemas.openxmlformats.org/officeDocument/2006/relationships/tags" Target="../tags/tag1147.xml"/><Relationship Id="rId34" Type="http://schemas.openxmlformats.org/officeDocument/2006/relationships/notesSlide" Target="../notesSlides/notesSlide81.xml"/><Relationship Id="rId7" Type="http://schemas.openxmlformats.org/officeDocument/2006/relationships/tags" Target="../tags/tag1133.xml"/><Relationship Id="rId12" Type="http://schemas.openxmlformats.org/officeDocument/2006/relationships/tags" Target="../tags/tag1138.xml"/><Relationship Id="rId17" Type="http://schemas.openxmlformats.org/officeDocument/2006/relationships/tags" Target="../tags/tag1143.xml"/><Relationship Id="rId25" Type="http://schemas.openxmlformats.org/officeDocument/2006/relationships/tags" Target="../tags/tag1151.xml"/><Relationship Id="rId33" Type="http://schemas.openxmlformats.org/officeDocument/2006/relationships/slideLayout" Target="../slideLayouts/slideLayout6.xml"/><Relationship Id="rId2" Type="http://schemas.openxmlformats.org/officeDocument/2006/relationships/tags" Target="../tags/tag1128.xml"/><Relationship Id="rId16" Type="http://schemas.openxmlformats.org/officeDocument/2006/relationships/tags" Target="../tags/tag1142.xml"/><Relationship Id="rId20" Type="http://schemas.openxmlformats.org/officeDocument/2006/relationships/tags" Target="../tags/tag1146.xml"/><Relationship Id="rId29" Type="http://schemas.openxmlformats.org/officeDocument/2006/relationships/tags" Target="../tags/tag1155.xml"/><Relationship Id="rId1" Type="http://schemas.openxmlformats.org/officeDocument/2006/relationships/tags" Target="../tags/tag1127.xml"/><Relationship Id="rId6" Type="http://schemas.openxmlformats.org/officeDocument/2006/relationships/tags" Target="../tags/tag1132.xml"/><Relationship Id="rId11" Type="http://schemas.openxmlformats.org/officeDocument/2006/relationships/tags" Target="../tags/tag1137.xml"/><Relationship Id="rId24" Type="http://schemas.openxmlformats.org/officeDocument/2006/relationships/tags" Target="../tags/tag1150.xml"/><Relationship Id="rId32" Type="http://schemas.openxmlformats.org/officeDocument/2006/relationships/tags" Target="../tags/tag1158.xml"/><Relationship Id="rId37" Type="http://schemas.openxmlformats.org/officeDocument/2006/relationships/image" Target="../media/image57.png"/><Relationship Id="rId5" Type="http://schemas.openxmlformats.org/officeDocument/2006/relationships/tags" Target="../tags/tag1131.xml"/><Relationship Id="rId15" Type="http://schemas.openxmlformats.org/officeDocument/2006/relationships/tags" Target="../tags/tag1141.xml"/><Relationship Id="rId23" Type="http://schemas.openxmlformats.org/officeDocument/2006/relationships/tags" Target="../tags/tag1149.xml"/><Relationship Id="rId28" Type="http://schemas.openxmlformats.org/officeDocument/2006/relationships/tags" Target="../tags/tag1154.xml"/><Relationship Id="rId36" Type="http://schemas.openxmlformats.org/officeDocument/2006/relationships/image" Target="../media/image61.png"/><Relationship Id="rId10" Type="http://schemas.openxmlformats.org/officeDocument/2006/relationships/tags" Target="../tags/tag1136.xml"/><Relationship Id="rId19" Type="http://schemas.openxmlformats.org/officeDocument/2006/relationships/tags" Target="../tags/tag1145.xml"/><Relationship Id="rId31" Type="http://schemas.openxmlformats.org/officeDocument/2006/relationships/tags" Target="../tags/tag1157.xml"/><Relationship Id="rId4" Type="http://schemas.openxmlformats.org/officeDocument/2006/relationships/tags" Target="../tags/tag1130.xml"/><Relationship Id="rId9" Type="http://schemas.openxmlformats.org/officeDocument/2006/relationships/tags" Target="../tags/tag1135.xml"/><Relationship Id="rId14" Type="http://schemas.openxmlformats.org/officeDocument/2006/relationships/tags" Target="../tags/tag1140.xml"/><Relationship Id="rId22" Type="http://schemas.openxmlformats.org/officeDocument/2006/relationships/tags" Target="../tags/tag1148.xml"/><Relationship Id="rId27" Type="http://schemas.openxmlformats.org/officeDocument/2006/relationships/tags" Target="../tags/tag1153.xml"/><Relationship Id="rId30" Type="http://schemas.openxmlformats.org/officeDocument/2006/relationships/tags" Target="../tags/tag1156.xml"/><Relationship Id="rId35" Type="http://schemas.openxmlformats.org/officeDocument/2006/relationships/image" Target="../media/image60.png"/><Relationship Id="rId8" Type="http://schemas.openxmlformats.org/officeDocument/2006/relationships/tags" Target="../tags/tag1134.xml"/><Relationship Id="rId3" Type="http://schemas.openxmlformats.org/officeDocument/2006/relationships/tags" Target="../tags/tag1129.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6.xml"/><Relationship Id="rId1" Type="http://schemas.openxmlformats.org/officeDocument/2006/relationships/tags" Target="../tags/tag1159.xml"/><Relationship Id="rId5" Type="http://schemas.openxmlformats.org/officeDocument/2006/relationships/image" Target="../media/image63.png"/><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6.xml"/><Relationship Id="rId1" Type="http://schemas.openxmlformats.org/officeDocument/2006/relationships/tags" Target="../tags/tag1160.xml"/><Relationship Id="rId5" Type="http://schemas.openxmlformats.org/officeDocument/2006/relationships/image" Target="../media/image65.png"/><Relationship Id="rId4" Type="http://schemas.openxmlformats.org/officeDocument/2006/relationships/image" Target="../media/image64.png"/></Relationships>
</file>

<file path=ppt/slides/_rels/slide84.xml.rels><?xml version="1.0" encoding="UTF-8" standalone="yes"?>
<Relationships xmlns="http://schemas.openxmlformats.org/package/2006/relationships"><Relationship Id="rId8" Type="http://schemas.openxmlformats.org/officeDocument/2006/relationships/tags" Target="../tags/tag1168.xml"/><Relationship Id="rId3" Type="http://schemas.openxmlformats.org/officeDocument/2006/relationships/tags" Target="../tags/tag1163.xml"/><Relationship Id="rId7" Type="http://schemas.openxmlformats.org/officeDocument/2006/relationships/tags" Target="../tags/tag1167.xml"/><Relationship Id="rId2" Type="http://schemas.openxmlformats.org/officeDocument/2006/relationships/tags" Target="../tags/tag1162.xml"/><Relationship Id="rId1" Type="http://schemas.openxmlformats.org/officeDocument/2006/relationships/tags" Target="../tags/tag1161.xml"/><Relationship Id="rId6" Type="http://schemas.openxmlformats.org/officeDocument/2006/relationships/tags" Target="../tags/tag1166.xml"/><Relationship Id="rId11" Type="http://schemas.openxmlformats.org/officeDocument/2006/relationships/notesSlide" Target="../notesSlides/notesSlide84.xml"/><Relationship Id="rId5" Type="http://schemas.openxmlformats.org/officeDocument/2006/relationships/tags" Target="../tags/tag1165.xml"/><Relationship Id="rId10" Type="http://schemas.openxmlformats.org/officeDocument/2006/relationships/slideLayout" Target="../slideLayouts/slideLayout2.xml"/><Relationship Id="rId4" Type="http://schemas.openxmlformats.org/officeDocument/2006/relationships/tags" Target="../tags/tag1164.xml"/><Relationship Id="rId9" Type="http://schemas.openxmlformats.org/officeDocument/2006/relationships/tags" Target="../tags/tag1169.xml"/></Relationships>
</file>

<file path=ppt/slides/_rels/slide85.xml.rels><?xml version="1.0" encoding="UTF-8" standalone="yes"?>
<Relationships xmlns="http://schemas.openxmlformats.org/package/2006/relationships"><Relationship Id="rId8" Type="http://schemas.openxmlformats.org/officeDocument/2006/relationships/tags" Target="../tags/tag1177.xml"/><Relationship Id="rId13" Type="http://schemas.openxmlformats.org/officeDocument/2006/relationships/tags" Target="../tags/tag1182.xml"/><Relationship Id="rId3" Type="http://schemas.openxmlformats.org/officeDocument/2006/relationships/tags" Target="../tags/tag1172.xml"/><Relationship Id="rId7" Type="http://schemas.openxmlformats.org/officeDocument/2006/relationships/tags" Target="../tags/tag1176.xml"/><Relationship Id="rId12" Type="http://schemas.openxmlformats.org/officeDocument/2006/relationships/tags" Target="../tags/tag1181.xml"/><Relationship Id="rId17" Type="http://schemas.openxmlformats.org/officeDocument/2006/relationships/notesSlide" Target="../notesSlides/notesSlide85.xml"/><Relationship Id="rId2" Type="http://schemas.openxmlformats.org/officeDocument/2006/relationships/tags" Target="../tags/tag1171.xml"/><Relationship Id="rId16" Type="http://schemas.openxmlformats.org/officeDocument/2006/relationships/slideLayout" Target="../slideLayouts/slideLayout2.xml"/><Relationship Id="rId1" Type="http://schemas.openxmlformats.org/officeDocument/2006/relationships/tags" Target="../tags/tag1170.xml"/><Relationship Id="rId6" Type="http://schemas.openxmlformats.org/officeDocument/2006/relationships/tags" Target="../tags/tag1175.xml"/><Relationship Id="rId11" Type="http://schemas.openxmlformats.org/officeDocument/2006/relationships/tags" Target="../tags/tag1180.xml"/><Relationship Id="rId5" Type="http://schemas.openxmlformats.org/officeDocument/2006/relationships/tags" Target="../tags/tag1174.xml"/><Relationship Id="rId15" Type="http://schemas.openxmlformats.org/officeDocument/2006/relationships/tags" Target="../tags/tag1184.xml"/><Relationship Id="rId10" Type="http://schemas.openxmlformats.org/officeDocument/2006/relationships/tags" Target="../tags/tag1179.xml"/><Relationship Id="rId4" Type="http://schemas.openxmlformats.org/officeDocument/2006/relationships/tags" Target="../tags/tag1173.xml"/><Relationship Id="rId9" Type="http://schemas.openxmlformats.org/officeDocument/2006/relationships/tags" Target="../tags/tag1178.xml"/><Relationship Id="rId14" Type="http://schemas.openxmlformats.org/officeDocument/2006/relationships/tags" Target="../tags/tag1183.xml"/></Relationships>
</file>

<file path=ppt/slides/_rels/slide86.xml.rels><?xml version="1.0" encoding="UTF-8" standalone="yes"?>
<Relationships xmlns="http://schemas.openxmlformats.org/package/2006/relationships"><Relationship Id="rId8" Type="http://schemas.openxmlformats.org/officeDocument/2006/relationships/tags" Target="../tags/tag1192.xml"/><Relationship Id="rId13" Type="http://schemas.openxmlformats.org/officeDocument/2006/relationships/tags" Target="../tags/tag1197.xml"/><Relationship Id="rId18" Type="http://schemas.openxmlformats.org/officeDocument/2006/relationships/tags" Target="../tags/tag1202.xml"/><Relationship Id="rId3" Type="http://schemas.openxmlformats.org/officeDocument/2006/relationships/tags" Target="../tags/tag1187.xml"/><Relationship Id="rId21" Type="http://schemas.openxmlformats.org/officeDocument/2006/relationships/tags" Target="../tags/tag1205.xml"/><Relationship Id="rId7" Type="http://schemas.openxmlformats.org/officeDocument/2006/relationships/tags" Target="../tags/tag1191.xml"/><Relationship Id="rId12" Type="http://schemas.openxmlformats.org/officeDocument/2006/relationships/tags" Target="../tags/tag1196.xml"/><Relationship Id="rId17" Type="http://schemas.openxmlformats.org/officeDocument/2006/relationships/tags" Target="../tags/tag1201.xml"/><Relationship Id="rId2" Type="http://schemas.openxmlformats.org/officeDocument/2006/relationships/tags" Target="../tags/tag1186.xml"/><Relationship Id="rId16" Type="http://schemas.openxmlformats.org/officeDocument/2006/relationships/tags" Target="../tags/tag1200.xml"/><Relationship Id="rId20" Type="http://schemas.openxmlformats.org/officeDocument/2006/relationships/tags" Target="../tags/tag1204.xml"/><Relationship Id="rId1" Type="http://schemas.openxmlformats.org/officeDocument/2006/relationships/tags" Target="../tags/tag1185.xml"/><Relationship Id="rId6" Type="http://schemas.openxmlformats.org/officeDocument/2006/relationships/tags" Target="../tags/tag1190.xml"/><Relationship Id="rId11" Type="http://schemas.openxmlformats.org/officeDocument/2006/relationships/tags" Target="../tags/tag1195.xml"/><Relationship Id="rId5" Type="http://schemas.openxmlformats.org/officeDocument/2006/relationships/tags" Target="../tags/tag1189.xml"/><Relationship Id="rId15" Type="http://schemas.openxmlformats.org/officeDocument/2006/relationships/tags" Target="../tags/tag1199.xml"/><Relationship Id="rId23" Type="http://schemas.openxmlformats.org/officeDocument/2006/relationships/notesSlide" Target="../notesSlides/notesSlide86.xml"/><Relationship Id="rId10" Type="http://schemas.openxmlformats.org/officeDocument/2006/relationships/tags" Target="../tags/tag1194.xml"/><Relationship Id="rId19" Type="http://schemas.openxmlformats.org/officeDocument/2006/relationships/tags" Target="../tags/tag1203.xml"/><Relationship Id="rId4" Type="http://schemas.openxmlformats.org/officeDocument/2006/relationships/tags" Target="../tags/tag1188.xml"/><Relationship Id="rId9" Type="http://schemas.openxmlformats.org/officeDocument/2006/relationships/tags" Target="../tags/tag1193.xml"/><Relationship Id="rId14" Type="http://schemas.openxmlformats.org/officeDocument/2006/relationships/tags" Target="../tags/tag1198.xml"/><Relationship Id="rId22"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tags" Target="../tags/tag1213.xml"/><Relationship Id="rId13" Type="http://schemas.openxmlformats.org/officeDocument/2006/relationships/tags" Target="../tags/tag1218.xml"/><Relationship Id="rId18" Type="http://schemas.openxmlformats.org/officeDocument/2006/relationships/tags" Target="../tags/tag1223.xml"/><Relationship Id="rId3" Type="http://schemas.openxmlformats.org/officeDocument/2006/relationships/tags" Target="../tags/tag1208.xml"/><Relationship Id="rId21" Type="http://schemas.openxmlformats.org/officeDocument/2006/relationships/tags" Target="../tags/tag1226.xml"/><Relationship Id="rId7" Type="http://schemas.openxmlformats.org/officeDocument/2006/relationships/tags" Target="../tags/tag1212.xml"/><Relationship Id="rId12" Type="http://schemas.openxmlformats.org/officeDocument/2006/relationships/tags" Target="../tags/tag1217.xml"/><Relationship Id="rId17" Type="http://schemas.openxmlformats.org/officeDocument/2006/relationships/tags" Target="../tags/tag1222.xml"/><Relationship Id="rId25" Type="http://schemas.openxmlformats.org/officeDocument/2006/relationships/notesSlide" Target="../notesSlides/notesSlide87.xml"/><Relationship Id="rId2" Type="http://schemas.openxmlformats.org/officeDocument/2006/relationships/tags" Target="../tags/tag1207.xml"/><Relationship Id="rId16" Type="http://schemas.openxmlformats.org/officeDocument/2006/relationships/tags" Target="../tags/tag1221.xml"/><Relationship Id="rId20" Type="http://schemas.openxmlformats.org/officeDocument/2006/relationships/tags" Target="../tags/tag1225.xml"/><Relationship Id="rId1" Type="http://schemas.openxmlformats.org/officeDocument/2006/relationships/tags" Target="../tags/tag1206.xml"/><Relationship Id="rId6" Type="http://schemas.openxmlformats.org/officeDocument/2006/relationships/tags" Target="../tags/tag1211.xml"/><Relationship Id="rId11" Type="http://schemas.openxmlformats.org/officeDocument/2006/relationships/tags" Target="../tags/tag1216.xml"/><Relationship Id="rId24" Type="http://schemas.openxmlformats.org/officeDocument/2006/relationships/slideLayout" Target="../slideLayouts/slideLayout2.xml"/><Relationship Id="rId5" Type="http://schemas.openxmlformats.org/officeDocument/2006/relationships/tags" Target="../tags/tag1210.xml"/><Relationship Id="rId15" Type="http://schemas.openxmlformats.org/officeDocument/2006/relationships/tags" Target="../tags/tag1220.xml"/><Relationship Id="rId23" Type="http://schemas.openxmlformats.org/officeDocument/2006/relationships/tags" Target="../tags/tag1228.xml"/><Relationship Id="rId10" Type="http://schemas.openxmlformats.org/officeDocument/2006/relationships/tags" Target="../tags/tag1215.xml"/><Relationship Id="rId19" Type="http://schemas.openxmlformats.org/officeDocument/2006/relationships/tags" Target="../tags/tag1224.xml"/><Relationship Id="rId4" Type="http://schemas.openxmlformats.org/officeDocument/2006/relationships/tags" Target="../tags/tag1209.xml"/><Relationship Id="rId9" Type="http://schemas.openxmlformats.org/officeDocument/2006/relationships/tags" Target="../tags/tag1214.xml"/><Relationship Id="rId14" Type="http://schemas.openxmlformats.org/officeDocument/2006/relationships/tags" Target="../tags/tag1219.xml"/><Relationship Id="rId22" Type="http://schemas.openxmlformats.org/officeDocument/2006/relationships/tags" Target="../tags/tag1227.xml"/></Relationships>
</file>

<file path=ppt/slides/_rels/slide8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tags" Target="../tags/tag1231.xml"/><Relationship Id="rId7" Type="http://schemas.openxmlformats.org/officeDocument/2006/relationships/notesSlide" Target="../notesSlides/notesSlide88.xml"/><Relationship Id="rId2" Type="http://schemas.openxmlformats.org/officeDocument/2006/relationships/tags" Target="../tags/tag1230.xml"/><Relationship Id="rId1" Type="http://schemas.openxmlformats.org/officeDocument/2006/relationships/tags" Target="../tags/tag1229.xml"/><Relationship Id="rId6" Type="http://schemas.openxmlformats.org/officeDocument/2006/relationships/slideLayout" Target="../slideLayouts/slideLayout6.xml"/><Relationship Id="rId5" Type="http://schemas.openxmlformats.org/officeDocument/2006/relationships/tags" Target="../tags/tag1233.xml"/><Relationship Id="rId4" Type="http://schemas.openxmlformats.org/officeDocument/2006/relationships/tags" Target="../tags/tag1232.xml"/></Relationships>
</file>

<file path=ppt/slides/_rels/slide89.xml.rels><?xml version="1.0" encoding="UTF-8" standalone="yes"?>
<Relationships xmlns="http://schemas.openxmlformats.org/package/2006/relationships"><Relationship Id="rId8" Type="http://schemas.openxmlformats.org/officeDocument/2006/relationships/tags" Target="../tags/tag1241.xml"/><Relationship Id="rId13" Type="http://schemas.openxmlformats.org/officeDocument/2006/relationships/image" Target="../media/image8.png"/><Relationship Id="rId3" Type="http://schemas.openxmlformats.org/officeDocument/2006/relationships/tags" Target="../tags/tag1236.xml"/><Relationship Id="rId7" Type="http://schemas.openxmlformats.org/officeDocument/2006/relationships/tags" Target="../tags/tag1240.xml"/><Relationship Id="rId12" Type="http://schemas.openxmlformats.org/officeDocument/2006/relationships/image" Target="../media/image66.png"/><Relationship Id="rId2" Type="http://schemas.openxmlformats.org/officeDocument/2006/relationships/tags" Target="../tags/tag1235.xml"/><Relationship Id="rId1" Type="http://schemas.openxmlformats.org/officeDocument/2006/relationships/tags" Target="../tags/tag1234.xml"/><Relationship Id="rId6" Type="http://schemas.openxmlformats.org/officeDocument/2006/relationships/tags" Target="../tags/tag1239.xml"/><Relationship Id="rId11" Type="http://schemas.openxmlformats.org/officeDocument/2006/relationships/notesSlide" Target="../notesSlides/notesSlide89.xml"/><Relationship Id="rId5" Type="http://schemas.openxmlformats.org/officeDocument/2006/relationships/tags" Target="../tags/tag1238.xml"/><Relationship Id="rId10" Type="http://schemas.openxmlformats.org/officeDocument/2006/relationships/slideLayout" Target="../slideLayouts/slideLayout6.xml"/><Relationship Id="rId4" Type="http://schemas.openxmlformats.org/officeDocument/2006/relationships/tags" Target="../tags/tag1237.xml"/><Relationship Id="rId9" Type="http://schemas.openxmlformats.org/officeDocument/2006/relationships/tags" Target="../tags/tag1242.xml"/></Relationships>
</file>

<file path=ppt/slides/_rels/slide90.xml.rels><?xml version="1.0" encoding="UTF-8" standalone="yes"?>
<Relationships xmlns="http://schemas.openxmlformats.org/package/2006/relationships"><Relationship Id="rId8" Type="http://schemas.openxmlformats.org/officeDocument/2006/relationships/tags" Target="../tags/tag1250.xml"/><Relationship Id="rId13" Type="http://schemas.openxmlformats.org/officeDocument/2006/relationships/notesSlide" Target="../notesSlides/notesSlide90.xml"/><Relationship Id="rId3" Type="http://schemas.openxmlformats.org/officeDocument/2006/relationships/tags" Target="../tags/tag1245.xml"/><Relationship Id="rId7" Type="http://schemas.openxmlformats.org/officeDocument/2006/relationships/tags" Target="../tags/tag1249.xml"/><Relationship Id="rId12" Type="http://schemas.openxmlformats.org/officeDocument/2006/relationships/slideLayout" Target="../slideLayouts/slideLayout6.xml"/><Relationship Id="rId2" Type="http://schemas.openxmlformats.org/officeDocument/2006/relationships/tags" Target="../tags/tag1244.xml"/><Relationship Id="rId1" Type="http://schemas.openxmlformats.org/officeDocument/2006/relationships/tags" Target="../tags/tag1243.xml"/><Relationship Id="rId6" Type="http://schemas.openxmlformats.org/officeDocument/2006/relationships/tags" Target="../tags/tag1248.xml"/><Relationship Id="rId11" Type="http://schemas.openxmlformats.org/officeDocument/2006/relationships/tags" Target="../tags/tag1253.xml"/><Relationship Id="rId5" Type="http://schemas.openxmlformats.org/officeDocument/2006/relationships/tags" Target="../tags/tag1247.xml"/><Relationship Id="rId15" Type="http://schemas.openxmlformats.org/officeDocument/2006/relationships/image" Target="../media/image8.png"/><Relationship Id="rId10" Type="http://schemas.openxmlformats.org/officeDocument/2006/relationships/tags" Target="../tags/tag1252.xml"/><Relationship Id="rId4" Type="http://schemas.openxmlformats.org/officeDocument/2006/relationships/tags" Target="../tags/tag1246.xml"/><Relationship Id="rId9" Type="http://schemas.openxmlformats.org/officeDocument/2006/relationships/tags" Target="../tags/tag1251.xml"/><Relationship Id="rId14" Type="http://schemas.openxmlformats.org/officeDocument/2006/relationships/image" Target="../media/image6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6.xml"/><Relationship Id="rId1" Type="http://schemas.openxmlformats.org/officeDocument/2006/relationships/tags" Target="../tags/tag1254.xml"/><Relationship Id="rId4" Type="http://schemas.openxmlformats.org/officeDocument/2006/relationships/image" Target="../media/image67.png"/></Relationships>
</file>

<file path=ppt/slides/_rels/slide92.xml.rels><?xml version="1.0" encoding="UTF-8" standalone="yes"?>
<Relationships xmlns="http://schemas.openxmlformats.org/package/2006/relationships"><Relationship Id="rId8" Type="http://schemas.openxmlformats.org/officeDocument/2006/relationships/tags" Target="../tags/tag1262.xml"/><Relationship Id="rId3" Type="http://schemas.openxmlformats.org/officeDocument/2006/relationships/tags" Target="../tags/tag1257.xml"/><Relationship Id="rId7" Type="http://schemas.openxmlformats.org/officeDocument/2006/relationships/tags" Target="../tags/tag1261.xml"/><Relationship Id="rId2" Type="http://schemas.openxmlformats.org/officeDocument/2006/relationships/tags" Target="../tags/tag1256.xml"/><Relationship Id="rId1" Type="http://schemas.openxmlformats.org/officeDocument/2006/relationships/tags" Target="../tags/tag1255.xml"/><Relationship Id="rId6" Type="http://schemas.openxmlformats.org/officeDocument/2006/relationships/tags" Target="../tags/tag1260.xml"/><Relationship Id="rId5" Type="http://schemas.openxmlformats.org/officeDocument/2006/relationships/tags" Target="../tags/tag1259.xml"/><Relationship Id="rId10" Type="http://schemas.openxmlformats.org/officeDocument/2006/relationships/notesSlide" Target="../notesSlides/notesSlide92.xml"/><Relationship Id="rId4" Type="http://schemas.openxmlformats.org/officeDocument/2006/relationships/tags" Target="../tags/tag1258.xml"/><Relationship Id="rId9"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8" Type="http://schemas.openxmlformats.org/officeDocument/2006/relationships/tags" Target="../tags/tag1270.xml"/><Relationship Id="rId13" Type="http://schemas.openxmlformats.org/officeDocument/2006/relationships/notesSlide" Target="../notesSlides/notesSlide93.xml"/><Relationship Id="rId3" Type="http://schemas.openxmlformats.org/officeDocument/2006/relationships/tags" Target="../tags/tag1265.xml"/><Relationship Id="rId7" Type="http://schemas.openxmlformats.org/officeDocument/2006/relationships/tags" Target="../tags/tag1269.xml"/><Relationship Id="rId12" Type="http://schemas.openxmlformats.org/officeDocument/2006/relationships/slideLayout" Target="../slideLayouts/slideLayout6.xml"/><Relationship Id="rId2" Type="http://schemas.openxmlformats.org/officeDocument/2006/relationships/tags" Target="../tags/tag1264.xml"/><Relationship Id="rId1" Type="http://schemas.openxmlformats.org/officeDocument/2006/relationships/tags" Target="../tags/tag1263.xml"/><Relationship Id="rId6" Type="http://schemas.openxmlformats.org/officeDocument/2006/relationships/tags" Target="../tags/tag1268.xml"/><Relationship Id="rId11" Type="http://schemas.openxmlformats.org/officeDocument/2006/relationships/tags" Target="../tags/tag1273.xml"/><Relationship Id="rId5" Type="http://schemas.openxmlformats.org/officeDocument/2006/relationships/tags" Target="../tags/tag1267.xml"/><Relationship Id="rId10" Type="http://schemas.openxmlformats.org/officeDocument/2006/relationships/tags" Target="../tags/tag1272.xml"/><Relationship Id="rId4" Type="http://schemas.openxmlformats.org/officeDocument/2006/relationships/tags" Target="../tags/tag1266.xml"/><Relationship Id="rId9" Type="http://schemas.openxmlformats.org/officeDocument/2006/relationships/tags" Target="../tags/tag1271.xml"/><Relationship Id="rId14" Type="http://schemas.openxmlformats.org/officeDocument/2006/relationships/image" Target="../media/image68.svg"/></Relationships>
</file>

<file path=ppt/slides/_rels/slide94.xml.rels><?xml version="1.0" encoding="UTF-8" standalone="yes"?>
<Relationships xmlns="http://schemas.openxmlformats.org/package/2006/relationships"><Relationship Id="rId8" Type="http://schemas.openxmlformats.org/officeDocument/2006/relationships/tags" Target="../tags/tag1281.xml"/><Relationship Id="rId13" Type="http://schemas.openxmlformats.org/officeDocument/2006/relationships/tags" Target="../tags/tag1286.xml"/><Relationship Id="rId3" Type="http://schemas.openxmlformats.org/officeDocument/2006/relationships/tags" Target="../tags/tag1276.xml"/><Relationship Id="rId7" Type="http://schemas.openxmlformats.org/officeDocument/2006/relationships/tags" Target="../tags/tag1280.xml"/><Relationship Id="rId12" Type="http://schemas.openxmlformats.org/officeDocument/2006/relationships/tags" Target="../tags/tag1285.xml"/><Relationship Id="rId17" Type="http://schemas.openxmlformats.org/officeDocument/2006/relationships/image" Target="../media/image68.svg"/><Relationship Id="rId2" Type="http://schemas.openxmlformats.org/officeDocument/2006/relationships/tags" Target="../tags/tag1275.xml"/><Relationship Id="rId16" Type="http://schemas.openxmlformats.org/officeDocument/2006/relationships/notesSlide" Target="../notesSlides/notesSlide94.xml"/><Relationship Id="rId1" Type="http://schemas.openxmlformats.org/officeDocument/2006/relationships/tags" Target="../tags/tag1274.xml"/><Relationship Id="rId6" Type="http://schemas.openxmlformats.org/officeDocument/2006/relationships/tags" Target="../tags/tag1279.xml"/><Relationship Id="rId11" Type="http://schemas.openxmlformats.org/officeDocument/2006/relationships/tags" Target="../tags/tag1284.xml"/><Relationship Id="rId5" Type="http://schemas.openxmlformats.org/officeDocument/2006/relationships/tags" Target="../tags/tag1278.xml"/><Relationship Id="rId15" Type="http://schemas.openxmlformats.org/officeDocument/2006/relationships/slideLayout" Target="../slideLayouts/slideLayout6.xml"/><Relationship Id="rId10" Type="http://schemas.openxmlformats.org/officeDocument/2006/relationships/tags" Target="../tags/tag1283.xml"/><Relationship Id="rId4" Type="http://schemas.openxmlformats.org/officeDocument/2006/relationships/tags" Target="../tags/tag1277.xml"/><Relationship Id="rId9" Type="http://schemas.openxmlformats.org/officeDocument/2006/relationships/tags" Target="../tags/tag1282.xml"/><Relationship Id="rId14" Type="http://schemas.openxmlformats.org/officeDocument/2006/relationships/tags" Target="../tags/tag1287.xml"/></Relationships>
</file>

<file path=ppt/slides/_rels/slide95.xml.rels><?xml version="1.0" encoding="UTF-8" standalone="yes"?>
<Relationships xmlns="http://schemas.openxmlformats.org/package/2006/relationships"><Relationship Id="rId8" Type="http://schemas.openxmlformats.org/officeDocument/2006/relationships/tags" Target="../tags/tag1295.xml"/><Relationship Id="rId13" Type="http://schemas.openxmlformats.org/officeDocument/2006/relationships/tags" Target="../tags/tag1300.xml"/><Relationship Id="rId18" Type="http://schemas.openxmlformats.org/officeDocument/2006/relationships/slideLayout" Target="../slideLayouts/slideLayout6.xml"/><Relationship Id="rId3" Type="http://schemas.openxmlformats.org/officeDocument/2006/relationships/tags" Target="../tags/tag1290.xml"/><Relationship Id="rId21" Type="http://schemas.openxmlformats.org/officeDocument/2006/relationships/image" Target="../media/image69.svg"/><Relationship Id="rId7" Type="http://schemas.openxmlformats.org/officeDocument/2006/relationships/tags" Target="../tags/tag1294.xml"/><Relationship Id="rId12" Type="http://schemas.openxmlformats.org/officeDocument/2006/relationships/tags" Target="../tags/tag1299.xml"/><Relationship Id="rId17" Type="http://schemas.openxmlformats.org/officeDocument/2006/relationships/tags" Target="../tags/tag1304.xml"/><Relationship Id="rId2" Type="http://schemas.openxmlformats.org/officeDocument/2006/relationships/tags" Target="../tags/tag1289.xml"/><Relationship Id="rId16" Type="http://schemas.openxmlformats.org/officeDocument/2006/relationships/tags" Target="../tags/tag1303.xml"/><Relationship Id="rId20" Type="http://schemas.openxmlformats.org/officeDocument/2006/relationships/image" Target="../media/image68.svg"/><Relationship Id="rId1" Type="http://schemas.openxmlformats.org/officeDocument/2006/relationships/tags" Target="../tags/tag1288.xml"/><Relationship Id="rId6" Type="http://schemas.openxmlformats.org/officeDocument/2006/relationships/tags" Target="../tags/tag1293.xml"/><Relationship Id="rId11" Type="http://schemas.openxmlformats.org/officeDocument/2006/relationships/tags" Target="../tags/tag1298.xml"/><Relationship Id="rId5" Type="http://schemas.openxmlformats.org/officeDocument/2006/relationships/tags" Target="../tags/tag1292.xml"/><Relationship Id="rId15" Type="http://schemas.openxmlformats.org/officeDocument/2006/relationships/tags" Target="../tags/tag1302.xml"/><Relationship Id="rId10" Type="http://schemas.openxmlformats.org/officeDocument/2006/relationships/tags" Target="../tags/tag1297.xml"/><Relationship Id="rId19" Type="http://schemas.openxmlformats.org/officeDocument/2006/relationships/notesSlide" Target="../notesSlides/notesSlide95.xml"/><Relationship Id="rId4" Type="http://schemas.openxmlformats.org/officeDocument/2006/relationships/tags" Target="../tags/tag1291.xml"/><Relationship Id="rId9" Type="http://schemas.openxmlformats.org/officeDocument/2006/relationships/tags" Target="../tags/tag1296.xml"/><Relationship Id="rId14" Type="http://schemas.openxmlformats.org/officeDocument/2006/relationships/tags" Target="../tags/tag1301.xml"/></Relationships>
</file>

<file path=ppt/slides/_rels/slide96.xml.rels><?xml version="1.0" encoding="UTF-8" standalone="yes"?>
<Relationships xmlns="http://schemas.openxmlformats.org/package/2006/relationships"><Relationship Id="rId8" Type="http://schemas.openxmlformats.org/officeDocument/2006/relationships/tags" Target="../tags/tag1312.xml"/><Relationship Id="rId13" Type="http://schemas.openxmlformats.org/officeDocument/2006/relationships/tags" Target="../tags/tag1317.xml"/><Relationship Id="rId18" Type="http://schemas.openxmlformats.org/officeDocument/2006/relationships/tags" Target="../tags/tag1322.xml"/><Relationship Id="rId26" Type="http://schemas.openxmlformats.org/officeDocument/2006/relationships/image" Target="../media/image70.svg"/><Relationship Id="rId3" Type="http://schemas.openxmlformats.org/officeDocument/2006/relationships/tags" Target="../tags/tag1307.xml"/><Relationship Id="rId21" Type="http://schemas.openxmlformats.org/officeDocument/2006/relationships/tags" Target="../tags/tag1325.xml"/><Relationship Id="rId7" Type="http://schemas.openxmlformats.org/officeDocument/2006/relationships/tags" Target="../tags/tag1311.xml"/><Relationship Id="rId12" Type="http://schemas.openxmlformats.org/officeDocument/2006/relationships/tags" Target="../tags/tag1316.xml"/><Relationship Id="rId17" Type="http://schemas.openxmlformats.org/officeDocument/2006/relationships/tags" Target="../tags/tag1321.xml"/><Relationship Id="rId25" Type="http://schemas.openxmlformats.org/officeDocument/2006/relationships/image" Target="../media/image69.svg"/><Relationship Id="rId2" Type="http://schemas.openxmlformats.org/officeDocument/2006/relationships/tags" Target="../tags/tag1306.xml"/><Relationship Id="rId16" Type="http://schemas.openxmlformats.org/officeDocument/2006/relationships/tags" Target="../tags/tag1320.xml"/><Relationship Id="rId20" Type="http://schemas.openxmlformats.org/officeDocument/2006/relationships/tags" Target="../tags/tag1324.xml"/><Relationship Id="rId1" Type="http://schemas.openxmlformats.org/officeDocument/2006/relationships/tags" Target="../tags/tag1305.xml"/><Relationship Id="rId6" Type="http://schemas.openxmlformats.org/officeDocument/2006/relationships/tags" Target="../tags/tag1310.xml"/><Relationship Id="rId11" Type="http://schemas.openxmlformats.org/officeDocument/2006/relationships/tags" Target="../tags/tag1315.xml"/><Relationship Id="rId24" Type="http://schemas.openxmlformats.org/officeDocument/2006/relationships/image" Target="../media/image68.svg"/><Relationship Id="rId5" Type="http://schemas.openxmlformats.org/officeDocument/2006/relationships/tags" Target="../tags/tag1309.xml"/><Relationship Id="rId15" Type="http://schemas.openxmlformats.org/officeDocument/2006/relationships/tags" Target="../tags/tag1319.xml"/><Relationship Id="rId23" Type="http://schemas.openxmlformats.org/officeDocument/2006/relationships/notesSlide" Target="../notesSlides/notesSlide96.xml"/><Relationship Id="rId10" Type="http://schemas.openxmlformats.org/officeDocument/2006/relationships/tags" Target="../tags/tag1314.xml"/><Relationship Id="rId19" Type="http://schemas.openxmlformats.org/officeDocument/2006/relationships/tags" Target="../tags/tag1323.xml"/><Relationship Id="rId4" Type="http://schemas.openxmlformats.org/officeDocument/2006/relationships/tags" Target="../tags/tag1308.xml"/><Relationship Id="rId9" Type="http://schemas.openxmlformats.org/officeDocument/2006/relationships/tags" Target="../tags/tag1313.xml"/><Relationship Id="rId14" Type="http://schemas.openxmlformats.org/officeDocument/2006/relationships/tags" Target="../tags/tag1318.xml"/><Relationship Id="rId22" Type="http://schemas.openxmlformats.org/officeDocument/2006/relationships/slideLayout" Target="../slideLayouts/slideLayout6.xml"/><Relationship Id="rId27" Type="http://schemas.openxmlformats.org/officeDocument/2006/relationships/image" Target="../media/image71.svg"/></Relationships>
</file>

<file path=ppt/slides/_rels/slide97.xml.rels><?xml version="1.0" encoding="UTF-8" standalone="yes"?>
<Relationships xmlns="http://schemas.openxmlformats.org/package/2006/relationships"><Relationship Id="rId8" Type="http://schemas.openxmlformats.org/officeDocument/2006/relationships/tags" Target="../tags/tag1333.xml"/><Relationship Id="rId13" Type="http://schemas.openxmlformats.org/officeDocument/2006/relationships/tags" Target="../tags/tag1338.xml"/><Relationship Id="rId18" Type="http://schemas.openxmlformats.org/officeDocument/2006/relationships/tags" Target="../tags/tag1343.xml"/><Relationship Id="rId26" Type="http://schemas.openxmlformats.org/officeDocument/2006/relationships/notesSlide" Target="../notesSlides/notesSlide97.xml"/><Relationship Id="rId3" Type="http://schemas.openxmlformats.org/officeDocument/2006/relationships/tags" Target="../tags/tag1328.xml"/><Relationship Id="rId21" Type="http://schemas.openxmlformats.org/officeDocument/2006/relationships/tags" Target="../tags/tag1346.xml"/><Relationship Id="rId7" Type="http://schemas.openxmlformats.org/officeDocument/2006/relationships/tags" Target="../tags/tag1332.xml"/><Relationship Id="rId12" Type="http://schemas.openxmlformats.org/officeDocument/2006/relationships/tags" Target="../tags/tag1337.xml"/><Relationship Id="rId17" Type="http://schemas.openxmlformats.org/officeDocument/2006/relationships/tags" Target="../tags/tag1342.xml"/><Relationship Id="rId25" Type="http://schemas.openxmlformats.org/officeDocument/2006/relationships/slideLayout" Target="../slideLayouts/slideLayout6.xml"/><Relationship Id="rId2" Type="http://schemas.openxmlformats.org/officeDocument/2006/relationships/tags" Target="../tags/tag1327.xml"/><Relationship Id="rId16" Type="http://schemas.openxmlformats.org/officeDocument/2006/relationships/tags" Target="../tags/tag1341.xml"/><Relationship Id="rId20" Type="http://schemas.openxmlformats.org/officeDocument/2006/relationships/tags" Target="../tags/tag1345.xml"/><Relationship Id="rId29" Type="http://schemas.openxmlformats.org/officeDocument/2006/relationships/image" Target="../media/image70.svg"/><Relationship Id="rId1" Type="http://schemas.openxmlformats.org/officeDocument/2006/relationships/tags" Target="../tags/tag1326.xml"/><Relationship Id="rId6" Type="http://schemas.openxmlformats.org/officeDocument/2006/relationships/tags" Target="../tags/tag1331.xml"/><Relationship Id="rId11" Type="http://schemas.openxmlformats.org/officeDocument/2006/relationships/tags" Target="../tags/tag1336.xml"/><Relationship Id="rId24" Type="http://schemas.openxmlformats.org/officeDocument/2006/relationships/tags" Target="../tags/tag1349.xml"/><Relationship Id="rId5" Type="http://schemas.openxmlformats.org/officeDocument/2006/relationships/tags" Target="../tags/tag1330.xml"/><Relationship Id="rId15" Type="http://schemas.openxmlformats.org/officeDocument/2006/relationships/tags" Target="../tags/tag1340.xml"/><Relationship Id="rId23" Type="http://schemas.openxmlformats.org/officeDocument/2006/relationships/tags" Target="../tags/tag1348.xml"/><Relationship Id="rId28" Type="http://schemas.openxmlformats.org/officeDocument/2006/relationships/image" Target="../media/image69.svg"/><Relationship Id="rId10" Type="http://schemas.openxmlformats.org/officeDocument/2006/relationships/tags" Target="../tags/tag1335.xml"/><Relationship Id="rId19" Type="http://schemas.openxmlformats.org/officeDocument/2006/relationships/tags" Target="../tags/tag1344.xml"/><Relationship Id="rId4" Type="http://schemas.openxmlformats.org/officeDocument/2006/relationships/tags" Target="../tags/tag1329.xml"/><Relationship Id="rId9" Type="http://schemas.openxmlformats.org/officeDocument/2006/relationships/tags" Target="../tags/tag1334.xml"/><Relationship Id="rId14" Type="http://schemas.openxmlformats.org/officeDocument/2006/relationships/tags" Target="../tags/tag1339.xml"/><Relationship Id="rId22" Type="http://schemas.openxmlformats.org/officeDocument/2006/relationships/tags" Target="../tags/tag1347.xml"/><Relationship Id="rId27" Type="http://schemas.openxmlformats.org/officeDocument/2006/relationships/image" Target="../media/image68.svg"/><Relationship Id="rId30" Type="http://schemas.openxmlformats.org/officeDocument/2006/relationships/image" Target="../media/image71.svg"/></Relationships>
</file>

<file path=ppt/slides/_rels/slide98.xml.rels><?xml version="1.0" encoding="UTF-8" standalone="yes"?>
<Relationships xmlns="http://schemas.openxmlformats.org/package/2006/relationships"><Relationship Id="rId13" Type="http://schemas.openxmlformats.org/officeDocument/2006/relationships/tags" Target="../tags/tag1362.xml"/><Relationship Id="rId18" Type="http://schemas.openxmlformats.org/officeDocument/2006/relationships/tags" Target="../tags/tag1367.xml"/><Relationship Id="rId26" Type="http://schemas.openxmlformats.org/officeDocument/2006/relationships/tags" Target="../tags/tag1375.xml"/><Relationship Id="rId3" Type="http://schemas.openxmlformats.org/officeDocument/2006/relationships/tags" Target="../tags/tag1352.xml"/><Relationship Id="rId21" Type="http://schemas.openxmlformats.org/officeDocument/2006/relationships/tags" Target="../tags/tag1370.xml"/><Relationship Id="rId34" Type="http://schemas.openxmlformats.org/officeDocument/2006/relationships/image" Target="../media/image70.svg"/><Relationship Id="rId7" Type="http://schemas.openxmlformats.org/officeDocument/2006/relationships/tags" Target="../tags/tag1356.xml"/><Relationship Id="rId12" Type="http://schemas.openxmlformats.org/officeDocument/2006/relationships/tags" Target="../tags/tag1361.xml"/><Relationship Id="rId17" Type="http://schemas.openxmlformats.org/officeDocument/2006/relationships/tags" Target="../tags/tag1366.xml"/><Relationship Id="rId25" Type="http://schemas.openxmlformats.org/officeDocument/2006/relationships/tags" Target="../tags/tag1374.xml"/><Relationship Id="rId33" Type="http://schemas.openxmlformats.org/officeDocument/2006/relationships/image" Target="../media/image69.svg"/><Relationship Id="rId2" Type="http://schemas.openxmlformats.org/officeDocument/2006/relationships/tags" Target="../tags/tag1351.xml"/><Relationship Id="rId16" Type="http://schemas.openxmlformats.org/officeDocument/2006/relationships/tags" Target="../tags/tag1365.xml"/><Relationship Id="rId20" Type="http://schemas.openxmlformats.org/officeDocument/2006/relationships/tags" Target="../tags/tag1369.xml"/><Relationship Id="rId29" Type="http://schemas.openxmlformats.org/officeDocument/2006/relationships/tags" Target="../tags/tag1378.xml"/><Relationship Id="rId1" Type="http://schemas.openxmlformats.org/officeDocument/2006/relationships/tags" Target="../tags/tag1350.xml"/><Relationship Id="rId6" Type="http://schemas.openxmlformats.org/officeDocument/2006/relationships/tags" Target="../tags/tag1355.xml"/><Relationship Id="rId11" Type="http://schemas.openxmlformats.org/officeDocument/2006/relationships/tags" Target="../tags/tag1360.xml"/><Relationship Id="rId24" Type="http://schemas.openxmlformats.org/officeDocument/2006/relationships/tags" Target="../tags/tag1373.xml"/><Relationship Id="rId32" Type="http://schemas.openxmlformats.org/officeDocument/2006/relationships/image" Target="../media/image68.svg"/><Relationship Id="rId5" Type="http://schemas.openxmlformats.org/officeDocument/2006/relationships/tags" Target="../tags/tag1354.xml"/><Relationship Id="rId15" Type="http://schemas.openxmlformats.org/officeDocument/2006/relationships/tags" Target="../tags/tag1364.xml"/><Relationship Id="rId23" Type="http://schemas.openxmlformats.org/officeDocument/2006/relationships/tags" Target="../tags/tag1372.xml"/><Relationship Id="rId28" Type="http://schemas.openxmlformats.org/officeDocument/2006/relationships/tags" Target="../tags/tag1377.xml"/><Relationship Id="rId10" Type="http://schemas.openxmlformats.org/officeDocument/2006/relationships/tags" Target="../tags/tag1359.xml"/><Relationship Id="rId19" Type="http://schemas.openxmlformats.org/officeDocument/2006/relationships/tags" Target="../tags/tag1368.xml"/><Relationship Id="rId31" Type="http://schemas.openxmlformats.org/officeDocument/2006/relationships/notesSlide" Target="../notesSlides/notesSlide98.xml"/><Relationship Id="rId4" Type="http://schemas.openxmlformats.org/officeDocument/2006/relationships/tags" Target="../tags/tag1353.xml"/><Relationship Id="rId9" Type="http://schemas.openxmlformats.org/officeDocument/2006/relationships/tags" Target="../tags/tag1358.xml"/><Relationship Id="rId14" Type="http://schemas.openxmlformats.org/officeDocument/2006/relationships/tags" Target="../tags/tag1363.xml"/><Relationship Id="rId22" Type="http://schemas.openxmlformats.org/officeDocument/2006/relationships/tags" Target="../tags/tag1371.xml"/><Relationship Id="rId27" Type="http://schemas.openxmlformats.org/officeDocument/2006/relationships/tags" Target="../tags/tag1376.xml"/><Relationship Id="rId30" Type="http://schemas.openxmlformats.org/officeDocument/2006/relationships/slideLayout" Target="../slideLayouts/slideLayout6.xml"/><Relationship Id="rId35" Type="http://schemas.openxmlformats.org/officeDocument/2006/relationships/image" Target="../media/image71.svg"/><Relationship Id="rId8" Type="http://schemas.openxmlformats.org/officeDocument/2006/relationships/tags" Target="../tags/tag1357.xml"/></Relationships>
</file>

<file path=ppt/slides/_rels/slide99.xml.rels><?xml version="1.0" encoding="UTF-8" standalone="yes"?>
<Relationships xmlns="http://schemas.openxmlformats.org/package/2006/relationships"><Relationship Id="rId13" Type="http://schemas.openxmlformats.org/officeDocument/2006/relationships/tags" Target="../tags/tag1391.xml"/><Relationship Id="rId18" Type="http://schemas.openxmlformats.org/officeDocument/2006/relationships/tags" Target="../tags/tag1396.xml"/><Relationship Id="rId26" Type="http://schemas.openxmlformats.org/officeDocument/2006/relationships/tags" Target="../tags/tag1404.xml"/><Relationship Id="rId21" Type="http://schemas.openxmlformats.org/officeDocument/2006/relationships/tags" Target="../tags/tag1399.xml"/><Relationship Id="rId34" Type="http://schemas.openxmlformats.org/officeDocument/2006/relationships/notesSlide" Target="../notesSlides/notesSlide99.xml"/><Relationship Id="rId7" Type="http://schemas.openxmlformats.org/officeDocument/2006/relationships/tags" Target="../tags/tag1385.xml"/><Relationship Id="rId12" Type="http://schemas.openxmlformats.org/officeDocument/2006/relationships/tags" Target="../tags/tag1390.xml"/><Relationship Id="rId17" Type="http://schemas.openxmlformats.org/officeDocument/2006/relationships/tags" Target="../tags/tag1395.xml"/><Relationship Id="rId25" Type="http://schemas.openxmlformats.org/officeDocument/2006/relationships/tags" Target="../tags/tag1403.xml"/><Relationship Id="rId33" Type="http://schemas.openxmlformats.org/officeDocument/2006/relationships/slideLayout" Target="../slideLayouts/slideLayout6.xml"/><Relationship Id="rId38" Type="http://schemas.openxmlformats.org/officeDocument/2006/relationships/image" Target="../media/image71.svg"/><Relationship Id="rId2" Type="http://schemas.openxmlformats.org/officeDocument/2006/relationships/tags" Target="../tags/tag1380.xml"/><Relationship Id="rId16" Type="http://schemas.openxmlformats.org/officeDocument/2006/relationships/tags" Target="../tags/tag1394.xml"/><Relationship Id="rId20" Type="http://schemas.openxmlformats.org/officeDocument/2006/relationships/tags" Target="../tags/tag1398.xml"/><Relationship Id="rId29" Type="http://schemas.openxmlformats.org/officeDocument/2006/relationships/tags" Target="../tags/tag1407.xml"/><Relationship Id="rId1" Type="http://schemas.openxmlformats.org/officeDocument/2006/relationships/tags" Target="../tags/tag1379.xml"/><Relationship Id="rId6" Type="http://schemas.openxmlformats.org/officeDocument/2006/relationships/tags" Target="../tags/tag1384.xml"/><Relationship Id="rId11" Type="http://schemas.openxmlformats.org/officeDocument/2006/relationships/tags" Target="../tags/tag1389.xml"/><Relationship Id="rId24" Type="http://schemas.openxmlformats.org/officeDocument/2006/relationships/tags" Target="../tags/tag1402.xml"/><Relationship Id="rId32" Type="http://schemas.openxmlformats.org/officeDocument/2006/relationships/tags" Target="../tags/tag1410.xml"/><Relationship Id="rId37" Type="http://schemas.openxmlformats.org/officeDocument/2006/relationships/image" Target="../media/image70.svg"/><Relationship Id="rId5" Type="http://schemas.openxmlformats.org/officeDocument/2006/relationships/tags" Target="../tags/tag1383.xml"/><Relationship Id="rId15" Type="http://schemas.openxmlformats.org/officeDocument/2006/relationships/tags" Target="../tags/tag1393.xml"/><Relationship Id="rId23" Type="http://schemas.openxmlformats.org/officeDocument/2006/relationships/tags" Target="../tags/tag1401.xml"/><Relationship Id="rId28" Type="http://schemas.openxmlformats.org/officeDocument/2006/relationships/tags" Target="../tags/tag1406.xml"/><Relationship Id="rId36" Type="http://schemas.openxmlformats.org/officeDocument/2006/relationships/image" Target="../media/image69.svg"/><Relationship Id="rId10" Type="http://schemas.openxmlformats.org/officeDocument/2006/relationships/tags" Target="../tags/tag1388.xml"/><Relationship Id="rId19" Type="http://schemas.openxmlformats.org/officeDocument/2006/relationships/tags" Target="../tags/tag1397.xml"/><Relationship Id="rId31" Type="http://schemas.openxmlformats.org/officeDocument/2006/relationships/tags" Target="../tags/tag1409.xml"/><Relationship Id="rId4" Type="http://schemas.openxmlformats.org/officeDocument/2006/relationships/tags" Target="../tags/tag1382.xml"/><Relationship Id="rId9" Type="http://schemas.openxmlformats.org/officeDocument/2006/relationships/tags" Target="../tags/tag1387.xml"/><Relationship Id="rId14" Type="http://schemas.openxmlformats.org/officeDocument/2006/relationships/tags" Target="../tags/tag1392.xml"/><Relationship Id="rId22" Type="http://schemas.openxmlformats.org/officeDocument/2006/relationships/tags" Target="../tags/tag1400.xml"/><Relationship Id="rId27" Type="http://schemas.openxmlformats.org/officeDocument/2006/relationships/tags" Target="../tags/tag1405.xml"/><Relationship Id="rId30" Type="http://schemas.openxmlformats.org/officeDocument/2006/relationships/tags" Target="../tags/tag1408.xml"/><Relationship Id="rId35" Type="http://schemas.openxmlformats.org/officeDocument/2006/relationships/image" Target="../media/image68.svg"/><Relationship Id="rId8" Type="http://schemas.openxmlformats.org/officeDocument/2006/relationships/tags" Target="../tags/tag1386.xml"/><Relationship Id="rId3" Type="http://schemas.openxmlformats.org/officeDocument/2006/relationships/tags" Target="../tags/tag1381.xml"/></Relationships>
</file>

<file path=ppt/slides/_rels/slide100.xml.rels><?xml version="1.0" encoding="UTF-8" standalone="yes"?>
<Relationships xmlns="http://schemas.openxmlformats.org/package/2006/relationships"><Relationship Id="rId13" Type="http://schemas.openxmlformats.org/officeDocument/2006/relationships/tags" Target="../tags/tag1423.xml"/><Relationship Id="rId18" Type="http://schemas.openxmlformats.org/officeDocument/2006/relationships/tags" Target="../tags/tag1428.xml"/><Relationship Id="rId26" Type="http://schemas.openxmlformats.org/officeDocument/2006/relationships/tags" Target="../tags/tag1436.xml"/><Relationship Id="rId39" Type="http://schemas.openxmlformats.org/officeDocument/2006/relationships/notesSlide" Target="../notesSlides/notesSlide100.xml"/><Relationship Id="rId21" Type="http://schemas.openxmlformats.org/officeDocument/2006/relationships/tags" Target="../tags/tag1431.xml"/><Relationship Id="rId34" Type="http://schemas.openxmlformats.org/officeDocument/2006/relationships/tags" Target="../tags/tag1444.xml"/><Relationship Id="rId42" Type="http://schemas.openxmlformats.org/officeDocument/2006/relationships/image" Target="../media/image72.svg"/><Relationship Id="rId7" Type="http://schemas.openxmlformats.org/officeDocument/2006/relationships/tags" Target="../tags/tag1417.xml"/><Relationship Id="rId2" Type="http://schemas.openxmlformats.org/officeDocument/2006/relationships/tags" Target="../tags/tag1412.xml"/><Relationship Id="rId16" Type="http://schemas.openxmlformats.org/officeDocument/2006/relationships/tags" Target="../tags/tag1426.xml"/><Relationship Id="rId20" Type="http://schemas.openxmlformats.org/officeDocument/2006/relationships/tags" Target="../tags/tag1430.xml"/><Relationship Id="rId29" Type="http://schemas.openxmlformats.org/officeDocument/2006/relationships/tags" Target="../tags/tag1439.xml"/><Relationship Id="rId41" Type="http://schemas.openxmlformats.org/officeDocument/2006/relationships/image" Target="../media/image69.svg"/><Relationship Id="rId1" Type="http://schemas.openxmlformats.org/officeDocument/2006/relationships/tags" Target="../tags/tag1411.xml"/><Relationship Id="rId6" Type="http://schemas.openxmlformats.org/officeDocument/2006/relationships/tags" Target="../tags/tag1416.xml"/><Relationship Id="rId11" Type="http://schemas.openxmlformats.org/officeDocument/2006/relationships/tags" Target="../tags/tag1421.xml"/><Relationship Id="rId24" Type="http://schemas.openxmlformats.org/officeDocument/2006/relationships/tags" Target="../tags/tag1434.xml"/><Relationship Id="rId32" Type="http://schemas.openxmlformats.org/officeDocument/2006/relationships/tags" Target="../tags/tag1442.xml"/><Relationship Id="rId37" Type="http://schemas.openxmlformats.org/officeDocument/2006/relationships/tags" Target="../tags/tag1447.xml"/><Relationship Id="rId40" Type="http://schemas.openxmlformats.org/officeDocument/2006/relationships/image" Target="../media/image68.svg"/><Relationship Id="rId5" Type="http://schemas.openxmlformats.org/officeDocument/2006/relationships/tags" Target="../tags/tag1415.xml"/><Relationship Id="rId15" Type="http://schemas.openxmlformats.org/officeDocument/2006/relationships/tags" Target="../tags/tag1425.xml"/><Relationship Id="rId23" Type="http://schemas.openxmlformats.org/officeDocument/2006/relationships/tags" Target="../tags/tag1433.xml"/><Relationship Id="rId28" Type="http://schemas.openxmlformats.org/officeDocument/2006/relationships/tags" Target="../tags/tag1438.xml"/><Relationship Id="rId36" Type="http://schemas.openxmlformats.org/officeDocument/2006/relationships/tags" Target="../tags/tag1446.xml"/><Relationship Id="rId10" Type="http://schemas.openxmlformats.org/officeDocument/2006/relationships/tags" Target="../tags/tag1420.xml"/><Relationship Id="rId19" Type="http://schemas.openxmlformats.org/officeDocument/2006/relationships/tags" Target="../tags/tag1429.xml"/><Relationship Id="rId31" Type="http://schemas.openxmlformats.org/officeDocument/2006/relationships/tags" Target="../tags/tag1441.xml"/><Relationship Id="rId44" Type="http://schemas.openxmlformats.org/officeDocument/2006/relationships/image" Target="../media/image71.svg"/><Relationship Id="rId4" Type="http://schemas.openxmlformats.org/officeDocument/2006/relationships/tags" Target="../tags/tag1414.xml"/><Relationship Id="rId9" Type="http://schemas.openxmlformats.org/officeDocument/2006/relationships/tags" Target="../tags/tag1419.xml"/><Relationship Id="rId14" Type="http://schemas.openxmlformats.org/officeDocument/2006/relationships/tags" Target="../tags/tag1424.xml"/><Relationship Id="rId22" Type="http://schemas.openxmlformats.org/officeDocument/2006/relationships/tags" Target="../tags/tag1432.xml"/><Relationship Id="rId27" Type="http://schemas.openxmlformats.org/officeDocument/2006/relationships/tags" Target="../tags/tag1437.xml"/><Relationship Id="rId30" Type="http://schemas.openxmlformats.org/officeDocument/2006/relationships/tags" Target="../tags/tag1440.xml"/><Relationship Id="rId35" Type="http://schemas.openxmlformats.org/officeDocument/2006/relationships/tags" Target="../tags/tag1445.xml"/><Relationship Id="rId43" Type="http://schemas.openxmlformats.org/officeDocument/2006/relationships/image" Target="../media/image70.svg"/><Relationship Id="rId8" Type="http://schemas.openxmlformats.org/officeDocument/2006/relationships/tags" Target="../tags/tag1418.xml"/><Relationship Id="rId3" Type="http://schemas.openxmlformats.org/officeDocument/2006/relationships/tags" Target="../tags/tag1413.xml"/><Relationship Id="rId12" Type="http://schemas.openxmlformats.org/officeDocument/2006/relationships/tags" Target="../tags/tag1422.xml"/><Relationship Id="rId17" Type="http://schemas.openxmlformats.org/officeDocument/2006/relationships/tags" Target="../tags/tag1427.xml"/><Relationship Id="rId25" Type="http://schemas.openxmlformats.org/officeDocument/2006/relationships/tags" Target="../tags/tag1435.xml"/><Relationship Id="rId33" Type="http://schemas.openxmlformats.org/officeDocument/2006/relationships/tags" Target="../tags/tag1443.xml"/><Relationship Id="rId38"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3" Type="http://schemas.openxmlformats.org/officeDocument/2006/relationships/tags" Target="../tags/tag1460.xml"/><Relationship Id="rId18" Type="http://schemas.openxmlformats.org/officeDocument/2006/relationships/tags" Target="../tags/tag1465.xml"/><Relationship Id="rId26" Type="http://schemas.openxmlformats.org/officeDocument/2006/relationships/tags" Target="../tags/tag1473.xml"/><Relationship Id="rId39" Type="http://schemas.openxmlformats.org/officeDocument/2006/relationships/tags" Target="../tags/tag1486.xml"/><Relationship Id="rId21" Type="http://schemas.openxmlformats.org/officeDocument/2006/relationships/tags" Target="../tags/tag1468.xml"/><Relationship Id="rId34" Type="http://schemas.openxmlformats.org/officeDocument/2006/relationships/tags" Target="../tags/tag1481.xml"/><Relationship Id="rId42" Type="http://schemas.openxmlformats.org/officeDocument/2006/relationships/slideLayout" Target="../slideLayouts/slideLayout6.xml"/><Relationship Id="rId47" Type="http://schemas.openxmlformats.org/officeDocument/2006/relationships/image" Target="../media/image70.svg"/><Relationship Id="rId7" Type="http://schemas.openxmlformats.org/officeDocument/2006/relationships/tags" Target="../tags/tag1454.xml"/><Relationship Id="rId2" Type="http://schemas.openxmlformats.org/officeDocument/2006/relationships/tags" Target="../tags/tag1449.xml"/><Relationship Id="rId16" Type="http://schemas.openxmlformats.org/officeDocument/2006/relationships/tags" Target="../tags/tag1463.xml"/><Relationship Id="rId29" Type="http://schemas.openxmlformats.org/officeDocument/2006/relationships/tags" Target="../tags/tag1476.xml"/><Relationship Id="rId11" Type="http://schemas.openxmlformats.org/officeDocument/2006/relationships/tags" Target="../tags/tag1458.xml"/><Relationship Id="rId24" Type="http://schemas.openxmlformats.org/officeDocument/2006/relationships/tags" Target="../tags/tag1471.xml"/><Relationship Id="rId32" Type="http://schemas.openxmlformats.org/officeDocument/2006/relationships/tags" Target="../tags/tag1479.xml"/><Relationship Id="rId37" Type="http://schemas.openxmlformats.org/officeDocument/2006/relationships/tags" Target="../tags/tag1484.xml"/><Relationship Id="rId40" Type="http://schemas.openxmlformats.org/officeDocument/2006/relationships/tags" Target="../tags/tag1487.xml"/><Relationship Id="rId45" Type="http://schemas.openxmlformats.org/officeDocument/2006/relationships/image" Target="../media/image69.svg"/><Relationship Id="rId5" Type="http://schemas.openxmlformats.org/officeDocument/2006/relationships/tags" Target="../tags/tag1452.xml"/><Relationship Id="rId15" Type="http://schemas.openxmlformats.org/officeDocument/2006/relationships/tags" Target="../tags/tag1462.xml"/><Relationship Id="rId23" Type="http://schemas.openxmlformats.org/officeDocument/2006/relationships/tags" Target="../tags/tag1470.xml"/><Relationship Id="rId28" Type="http://schemas.openxmlformats.org/officeDocument/2006/relationships/tags" Target="../tags/tag1475.xml"/><Relationship Id="rId36" Type="http://schemas.openxmlformats.org/officeDocument/2006/relationships/tags" Target="../tags/tag1483.xml"/><Relationship Id="rId49" Type="http://schemas.openxmlformats.org/officeDocument/2006/relationships/image" Target="../media/image71.svg"/><Relationship Id="rId10" Type="http://schemas.openxmlformats.org/officeDocument/2006/relationships/tags" Target="../tags/tag1457.xml"/><Relationship Id="rId19" Type="http://schemas.openxmlformats.org/officeDocument/2006/relationships/tags" Target="../tags/tag1466.xml"/><Relationship Id="rId31" Type="http://schemas.openxmlformats.org/officeDocument/2006/relationships/tags" Target="../tags/tag1478.xml"/><Relationship Id="rId44" Type="http://schemas.openxmlformats.org/officeDocument/2006/relationships/image" Target="../media/image68.svg"/><Relationship Id="rId4" Type="http://schemas.openxmlformats.org/officeDocument/2006/relationships/tags" Target="../tags/tag1451.xml"/><Relationship Id="rId9" Type="http://schemas.openxmlformats.org/officeDocument/2006/relationships/tags" Target="../tags/tag1456.xml"/><Relationship Id="rId14" Type="http://schemas.openxmlformats.org/officeDocument/2006/relationships/tags" Target="../tags/tag1461.xml"/><Relationship Id="rId22" Type="http://schemas.openxmlformats.org/officeDocument/2006/relationships/tags" Target="../tags/tag1469.xml"/><Relationship Id="rId27" Type="http://schemas.openxmlformats.org/officeDocument/2006/relationships/tags" Target="../tags/tag1474.xml"/><Relationship Id="rId30" Type="http://schemas.openxmlformats.org/officeDocument/2006/relationships/tags" Target="../tags/tag1477.xml"/><Relationship Id="rId35" Type="http://schemas.openxmlformats.org/officeDocument/2006/relationships/tags" Target="../tags/tag1482.xml"/><Relationship Id="rId43" Type="http://schemas.openxmlformats.org/officeDocument/2006/relationships/notesSlide" Target="../notesSlides/notesSlide101.xml"/><Relationship Id="rId48" Type="http://schemas.openxmlformats.org/officeDocument/2006/relationships/image" Target="../media/image73.svg"/><Relationship Id="rId8" Type="http://schemas.openxmlformats.org/officeDocument/2006/relationships/tags" Target="../tags/tag1455.xml"/><Relationship Id="rId3" Type="http://schemas.openxmlformats.org/officeDocument/2006/relationships/tags" Target="../tags/tag1450.xml"/><Relationship Id="rId12" Type="http://schemas.openxmlformats.org/officeDocument/2006/relationships/tags" Target="../tags/tag1459.xml"/><Relationship Id="rId17" Type="http://schemas.openxmlformats.org/officeDocument/2006/relationships/tags" Target="../tags/tag1464.xml"/><Relationship Id="rId25" Type="http://schemas.openxmlformats.org/officeDocument/2006/relationships/tags" Target="../tags/tag1472.xml"/><Relationship Id="rId33" Type="http://schemas.openxmlformats.org/officeDocument/2006/relationships/tags" Target="../tags/tag1480.xml"/><Relationship Id="rId38" Type="http://schemas.openxmlformats.org/officeDocument/2006/relationships/tags" Target="../tags/tag1485.xml"/><Relationship Id="rId46" Type="http://schemas.openxmlformats.org/officeDocument/2006/relationships/image" Target="../media/image72.svg"/><Relationship Id="rId20" Type="http://schemas.openxmlformats.org/officeDocument/2006/relationships/tags" Target="../tags/tag1467.xml"/><Relationship Id="rId41" Type="http://schemas.openxmlformats.org/officeDocument/2006/relationships/tags" Target="../tags/tag1488.xml"/><Relationship Id="rId1" Type="http://schemas.openxmlformats.org/officeDocument/2006/relationships/tags" Target="../tags/tag1448.xml"/><Relationship Id="rId6" Type="http://schemas.openxmlformats.org/officeDocument/2006/relationships/tags" Target="../tags/tag1453.xml"/></Relationships>
</file>

<file path=ppt/slides/_rels/slide102.xml.rels><?xml version="1.0" encoding="UTF-8" standalone="yes"?>
<Relationships xmlns="http://schemas.openxmlformats.org/package/2006/relationships"><Relationship Id="rId13" Type="http://schemas.openxmlformats.org/officeDocument/2006/relationships/tags" Target="../tags/tag1501.xml"/><Relationship Id="rId18" Type="http://schemas.openxmlformats.org/officeDocument/2006/relationships/tags" Target="../tags/tag1506.xml"/><Relationship Id="rId26" Type="http://schemas.openxmlformats.org/officeDocument/2006/relationships/tags" Target="../tags/tag1514.xml"/><Relationship Id="rId39" Type="http://schemas.openxmlformats.org/officeDocument/2006/relationships/tags" Target="../tags/tag1527.xml"/><Relationship Id="rId21" Type="http://schemas.openxmlformats.org/officeDocument/2006/relationships/tags" Target="../tags/tag1509.xml"/><Relationship Id="rId34" Type="http://schemas.openxmlformats.org/officeDocument/2006/relationships/tags" Target="../tags/tag1522.xml"/><Relationship Id="rId42" Type="http://schemas.openxmlformats.org/officeDocument/2006/relationships/tags" Target="../tags/tag1530.xml"/><Relationship Id="rId47" Type="http://schemas.openxmlformats.org/officeDocument/2006/relationships/slideLayout" Target="../slideLayouts/slideLayout6.xml"/><Relationship Id="rId50" Type="http://schemas.openxmlformats.org/officeDocument/2006/relationships/image" Target="../media/image69.svg"/><Relationship Id="rId7" Type="http://schemas.openxmlformats.org/officeDocument/2006/relationships/tags" Target="../tags/tag1495.xml"/><Relationship Id="rId2" Type="http://schemas.openxmlformats.org/officeDocument/2006/relationships/tags" Target="../tags/tag1490.xml"/><Relationship Id="rId16" Type="http://schemas.openxmlformats.org/officeDocument/2006/relationships/tags" Target="../tags/tag1504.xml"/><Relationship Id="rId29" Type="http://schemas.openxmlformats.org/officeDocument/2006/relationships/tags" Target="../tags/tag1517.xml"/><Relationship Id="rId11" Type="http://schemas.openxmlformats.org/officeDocument/2006/relationships/tags" Target="../tags/tag1499.xml"/><Relationship Id="rId24" Type="http://schemas.openxmlformats.org/officeDocument/2006/relationships/tags" Target="../tags/tag1512.xml"/><Relationship Id="rId32" Type="http://schemas.openxmlformats.org/officeDocument/2006/relationships/tags" Target="../tags/tag1520.xml"/><Relationship Id="rId37" Type="http://schemas.openxmlformats.org/officeDocument/2006/relationships/tags" Target="../tags/tag1525.xml"/><Relationship Id="rId40" Type="http://schemas.openxmlformats.org/officeDocument/2006/relationships/tags" Target="../tags/tag1528.xml"/><Relationship Id="rId45" Type="http://schemas.openxmlformats.org/officeDocument/2006/relationships/tags" Target="../tags/tag1533.xml"/><Relationship Id="rId53" Type="http://schemas.openxmlformats.org/officeDocument/2006/relationships/image" Target="../media/image73.svg"/><Relationship Id="rId5" Type="http://schemas.openxmlformats.org/officeDocument/2006/relationships/tags" Target="../tags/tag1493.xml"/><Relationship Id="rId10" Type="http://schemas.openxmlformats.org/officeDocument/2006/relationships/tags" Target="../tags/tag1498.xml"/><Relationship Id="rId19" Type="http://schemas.openxmlformats.org/officeDocument/2006/relationships/tags" Target="../tags/tag1507.xml"/><Relationship Id="rId31" Type="http://schemas.openxmlformats.org/officeDocument/2006/relationships/tags" Target="../tags/tag1519.xml"/><Relationship Id="rId44" Type="http://schemas.openxmlformats.org/officeDocument/2006/relationships/tags" Target="../tags/tag1532.xml"/><Relationship Id="rId52" Type="http://schemas.openxmlformats.org/officeDocument/2006/relationships/image" Target="../media/image72.svg"/><Relationship Id="rId4" Type="http://schemas.openxmlformats.org/officeDocument/2006/relationships/tags" Target="../tags/tag1492.xml"/><Relationship Id="rId9" Type="http://schemas.openxmlformats.org/officeDocument/2006/relationships/tags" Target="../tags/tag1497.xml"/><Relationship Id="rId14" Type="http://schemas.openxmlformats.org/officeDocument/2006/relationships/tags" Target="../tags/tag1502.xml"/><Relationship Id="rId22" Type="http://schemas.openxmlformats.org/officeDocument/2006/relationships/tags" Target="../tags/tag1510.xml"/><Relationship Id="rId27" Type="http://schemas.openxmlformats.org/officeDocument/2006/relationships/tags" Target="../tags/tag1515.xml"/><Relationship Id="rId30" Type="http://schemas.openxmlformats.org/officeDocument/2006/relationships/tags" Target="../tags/tag1518.xml"/><Relationship Id="rId35" Type="http://schemas.openxmlformats.org/officeDocument/2006/relationships/tags" Target="../tags/tag1523.xml"/><Relationship Id="rId43" Type="http://schemas.openxmlformats.org/officeDocument/2006/relationships/tags" Target="../tags/tag1531.xml"/><Relationship Id="rId48" Type="http://schemas.openxmlformats.org/officeDocument/2006/relationships/notesSlide" Target="../notesSlides/notesSlide102.xml"/><Relationship Id="rId8" Type="http://schemas.openxmlformats.org/officeDocument/2006/relationships/tags" Target="../tags/tag1496.xml"/><Relationship Id="rId51" Type="http://schemas.openxmlformats.org/officeDocument/2006/relationships/image" Target="../media/image70.svg"/><Relationship Id="rId3" Type="http://schemas.openxmlformats.org/officeDocument/2006/relationships/tags" Target="../tags/tag1491.xml"/><Relationship Id="rId12" Type="http://schemas.openxmlformats.org/officeDocument/2006/relationships/tags" Target="../tags/tag1500.xml"/><Relationship Id="rId17" Type="http://schemas.openxmlformats.org/officeDocument/2006/relationships/tags" Target="../tags/tag1505.xml"/><Relationship Id="rId25" Type="http://schemas.openxmlformats.org/officeDocument/2006/relationships/tags" Target="../tags/tag1513.xml"/><Relationship Id="rId33" Type="http://schemas.openxmlformats.org/officeDocument/2006/relationships/tags" Target="../tags/tag1521.xml"/><Relationship Id="rId38" Type="http://schemas.openxmlformats.org/officeDocument/2006/relationships/tags" Target="../tags/tag1526.xml"/><Relationship Id="rId46" Type="http://schemas.openxmlformats.org/officeDocument/2006/relationships/tags" Target="../tags/tag1534.xml"/><Relationship Id="rId20" Type="http://schemas.openxmlformats.org/officeDocument/2006/relationships/tags" Target="../tags/tag1508.xml"/><Relationship Id="rId41" Type="http://schemas.openxmlformats.org/officeDocument/2006/relationships/tags" Target="../tags/tag1529.xml"/><Relationship Id="rId54" Type="http://schemas.openxmlformats.org/officeDocument/2006/relationships/image" Target="../media/image71.svg"/><Relationship Id="rId1" Type="http://schemas.openxmlformats.org/officeDocument/2006/relationships/tags" Target="../tags/tag1489.xml"/><Relationship Id="rId6" Type="http://schemas.openxmlformats.org/officeDocument/2006/relationships/tags" Target="../tags/tag1494.xml"/><Relationship Id="rId15" Type="http://schemas.openxmlformats.org/officeDocument/2006/relationships/tags" Target="../tags/tag1503.xml"/><Relationship Id="rId23" Type="http://schemas.openxmlformats.org/officeDocument/2006/relationships/tags" Target="../tags/tag1511.xml"/><Relationship Id="rId28" Type="http://schemas.openxmlformats.org/officeDocument/2006/relationships/tags" Target="../tags/tag1516.xml"/><Relationship Id="rId36" Type="http://schemas.openxmlformats.org/officeDocument/2006/relationships/tags" Target="../tags/tag1524.xml"/><Relationship Id="rId49" Type="http://schemas.openxmlformats.org/officeDocument/2006/relationships/image" Target="../media/image68.sv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6.xml"/><Relationship Id="rId1" Type="http://schemas.openxmlformats.org/officeDocument/2006/relationships/tags" Target="../tags/tag1535.xml"/><Relationship Id="rId4" Type="http://schemas.openxmlformats.org/officeDocument/2006/relationships/image" Target="../media/image74.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3.xml"/><Relationship Id="rId1" Type="http://schemas.openxmlformats.org/officeDocument/2006/relationships/tags" Target="../tags/tag1536.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tags" Target="../tags/tag1537.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1538.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tags" Target="../tags/tag1539.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tags" Target="../tags/tag1540.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1541.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154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1543.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tags" Target="../tags/tag1544.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6.xml"/><Relationship Id="rId1" Type="http://schemas.openxmlformats.org/officeDocument/2006/relationships/tags" Target="../tags/tag1545.xml"/><Relationship Id="rId4" Type="http://schemas.openxmlformats.org/officeDocument/2006/relationships/image" Target="../media/image75.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tags" Target="../tags/tag1546.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tags" Target="../tags/tag1547.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tags" Target="../tags/tag1548.xml"/></Relationships>
</file>

<file path=ppt/slides/_rels/slide117.xml.rels><?xml version="1.0" encoding="UTF-8" standalone="yes"?>
<Relationships xmlns="http://schemas.openxmlformats.org/package/2006/relationships"><Relationship Id="rId3" Type="http://schemas.openxmlformats.org/officeDocument/2006/relationships/tags" Target="../tags/tag1551.xml"/><Relationship Id="rId7" Type="http://schemas.openxmlformats.org/officeDocument/2006/relationships/notesSlide" Target="../notesSlides/notesSlide117.xml"/><Relationship Id="rId2" Type="http://schemas.openxmlformats.org/officeDocument/2006/relationships/tags" Target="../tags/tag1550.xml"/><Relationship Id="rId1" Type="http://schemas.openxmlformats.org/officeDocument/2006/relationships/tags" Target="../tags/tag1549.xml"/><Relationship Id="rId6" Type="http://schemas.openxmlformats.org/officeDocument/2006/relationships/slideLayout" Target="../slideLayouts/slideLayout2.xml"/><Relationship Id="rId5" Type="http://schemas.openxmlformats.org/officeDocument/2006/relationships/tags" Target="../tags/tag1553.xml"/><Relationship Id="rId4" Type="http://schemas.openxmlformats.org/officeDocument/2006/relationships/tags" Target="../tags/tag1552.xml"/></Relationships>
</file>

<file path=ppt/slides/_rels/slide118.xml.rels><?xml version="1.0" encoding="UTF-8" standalone="yes"?>
<Relationships xmlns="http://schemas.openxmlformats.org/package/2006/relationships"><Relationship Id="rId3" Type="http://schemas.openxmlformats.org/officeDocument/2006/relationships/tags" Target="../tags/tag1556.xml"/><Relationship Id="rId7" Type="http://schemas.openxmlformats.org/officeDocument/2006/relationships/notesSlide" Target="../notesSlides/notesSlide118.xml"/><Relationship Id="rId2" Type="http://schemas.openxmlformats.org/officeDocument/2006/relationships/tags" Target="../tags/tag1555.xml"/><Relationship Id="rId1" Type="http://schemas.openxmlformats.org/officeDocument/2006/relationships/tags" Target="../tags/tag1554.xml"/><Relationship Id="rId6" Type="http://schemas.openxmlformats.org/officeDocument/2006/relationships/slideLayout" Target="../slideLayouts/slideLayout2.xml"/><Relationship Id="rId5" Type="http://schemas.openxmlformats.org/officeDocument/2006/relationships/tags" Target="../tags/tag1558.xml"/><Relationship Id="rId4" Type="http://schemas.openxmlformats.org/officeDocument/2006/relationships/tags" Target="../tags/tag1557.xml"/></Relationships>
</file>

<file path=ppt/slides/_rels/slide119.xml.rels><?xml version="1.0" encoding="UTF-8" standalone="yes"?>
<Relationships xmlns="http://schemas.openxmlformats.org/package/2006/relationships"><Relationship Id="rId3" Type="http://schemas.openxmlformats.org/officeDocument/2006/relationships/tags" Target="../tags/tag1561.xml"/><Relationship Id="rId7" Type="http://schemas.openxmlformats.org/officeDocument/2006/relationships/notesSlide" Target="../notesSlides/notesSlide119.xml"/><Relationship Id="rId2" Type="http://schemas.openxmlformats.org/officeDocument/2006/relationships/tags" Target="../tags/tag1560.xml"/><Relationship Id="rId1" Type="http://schemas.openxmlformats.org/officeDocument/2006/relationships/tags" Target="../tags/tag1559.xml"/><Relationship Id="rId6" Type="http://schemas.openxmlformats.org/officeDocument/2006/relationships/slideLayout" Target="../slideLayouts/slideLayout2.xml"/><Relationship Id="rId5" Type="http://schemas.openxmlformats.org/officeDocument/2006/relationships/tags" Target="../tags/tag1563.xml"/><Relationship Id="rId4" Type="http://schemas.openxmlformats.org/officeDocument/2006/relationships/tags" Target="../tags/tag1562.xml"/></Relationships>
</file>

<file path=ppt/slides/_rels/slide120.xml.rels><?xml version="1.0" encoding="UTF-8" standalone="yes"?>
<Relationships xmlns="http://schemas.openxmlformats.org/package/2006/relationships"><Relationship Id="rId3" Type="http://schemas.openxmlformats.org/officeDocument/2006/relationships/tags" Target="../tags/tag1566.xml"/><Relationship Id="rId7" Type="http://schemas.openxmlformats.org/officeDocument/2006/relationships/notesSlide" Target="../notesSlides/notesSlide120.xml"/><Relationship Id="rId2" Type="http://schemas.openxmlformats.org/officeDocument/2006/relationships/tags" Target="../tags/tag1565.xml"/><Relationship Id="rId1" Type="http://schemas.openxmlformats.org/officeDocument/2006/relationships/tags" Target="../tags/tag1564.xml"/><Relationship Id="rId6" Type="http://schemas.openxmlformats.org/officeDocument/2006/relationships/slideLayout" Target="../slideLayouts/slideLayout2.xml"/><Relationship Id="rId5" Type="http://schemas.openxmlformats.org/officeDocument/2006/relationships/tags" Target="../tags/tag1568.xml"/><Relationship Id="rId4" Type="http://schemas.openxmlformats.org/officeDocument/2006/relationships/tags" Target="../tags/tag1567.xml"/></Relationships>
</file>

<file path=ppt/slides/_rels/slide121.xml.rels><?xml version="1.0" encoding="UTF-8" standalone="yes"?>
<Relationships xmlns="http://schemas.openxmlformats.org/package/2006/relationships"><Relationship Id="rId3" Type="http://schemas.openxmlformats.org/officeDocument/2006/relationships/tags" Target="../tags/tag1571.xml"/><Relationship Id="rId7" Type="http://schemas.openxmlformats.org/officeDocument/2006/relationships/notesSlide" Target="../notesSlides/notesSlide121.xml"/><Relationship Id="rId2" Type="http://schemas.openxmlformats.org/officeDocument/2006/relationships/tags" Target="../tags/tag1570.xml"/><Relationship Id="rId1" Type="http://schemas.openxmlformats.org/officeDocument/2006/relationships/tags" Target="../tags/tag1569.xml"/><Relationship Id="rId6" Type="http://schemas.openxmlformats.org/officeDocument/2006/relationships/slideLayout" Target="../slideLayouts/slideLayout2.xml"/><Relationship Id="rId5" Type="http://schemas.openxmlformats.org/officeDocument/2006/relationships/tags" Target="../tags/tag1573.xml"/><Relationship Id="rId4" Type="http://schemas.openxmlformats.org/officeDocument/2006/relationships/tags" Target="../tags/tag1572.xml"/></Relationships>
</file>

<file path=ppt/slides/_rels/slide122.xml.rels><?xml version="1.0" encoding="UTF-8" standalone="yes"?>
<Relationships xmlns="http://schemas.openxmlformats.org/package/2006/relationships"><Relationship Id="rId3" Type="http://schemas.openxmlformats.org/officeDocument/2006/relationships/tags" Target="../tags/tag1576.xml"/><Relationship Id="rId7" Type="http://schemas.openxmlformats.org/officeDocument/2006/relationships/notesSlide" Target="../notesSlides/notesSlide122.xml"/><Relationship Id="rId2" Type="http://schemas.openxmlformats.org/officeDocument/2006/relationships/tags" Target="../tags/tag1575.xml"/><Relationship Id="rId1" Type="http://schemas.openxmlformats.org/officeDocument/2006/relationships/tags" Target="../tags/tag1574.xml"/><Relationship Id="rId6" Type="http://schemas.openxmlformats.org/officeDocument/2006/relationships/slideLayout" Target="../slideLayouts/slideLayout2.xml"/><Relationship Id="rId5" Type="http://schemas.openxmlformats.org/officeDocument/2006/relationships/tags" Target="../tags/tag1578.xml"/><Relationship Id="rId4" Type="http://schemas.openxmlformats.org/officeDocument/2006/relationships/tags" Target="../tags/tag1577.xml"/></Relationships>
</file>

<file path=ppt/slides/_rels/slide1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581.xml"/><Relationship Id="rId7" Type="http://schemas.openxmlformats.org/officeDocument/2006/relationships/tags" Target="../tags/tag1585.xml"/><Relationship Id="rId2" Type="http://schemas.openxmlformats.org/officeDocument/2006/relationships/tags" Target="../tags/tag1580.xml"/><Relationship Id="rId1" Type="http://schemas.openxmlformats.org/officeDocument/2006/relationships/tags" Target="../tags/tag1579.xml"/><Relationship Id="rId6" Type="http://schemas.openxmlformats.org/officeDocument/2006/relationships/tags" Target="../tags/tag1584.xml"/><Relationship Id="rId5" Type="http://schemas.openxmlformats.org/officeDocument/2006/relationships/tags" Target="../tags/tag1583.xml"/><Relationship Id="rId4" Type="http://schemas.openxmlformats.org/officeDocument/2006/relationships/tags" Target="../tags/tag1582.xml"/><Relationship Id="rId9"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F1-FAE5-377F-D044-781D68E17053}"/>
              </a:ext>
            </a:extLst>
          </p:cNvPr>
          <p:cNvSpPr>
            <a:spLocks noGrp="1"/>
          </p:cNvSpPr>
          <p:nvPr>
            <p:ph type="ctrTitle"/>
          </p:nvPr>
        </p:nvSpPr>
        <p:spPr/>
        <p:txBody>
          <a:bodyPr>
            <a:normAutofit fontScale="90000"/>
          </a:bodyPr>
          <a:lstStyle/>
          <a:p>
            <a:r>
              <a:rPr lang="en-US" b="1" noProof="0" dirty="0"/>
              <a:t>Optimizing Memory Layouts and Traversal Orders in HPC</a:t>
            </a:r>
            <a:endParaRPr lang="en-US" noProof="0" dirty="0"/>
          </a:p>
        </p:txBody>
      </p:sp>
      <p:sp>
        <p:nvSpPr>
          <p:cNvPr id="3" name="Subtitle 2">
            <a:extLst>
              <a:ext uri="{FF2B5EF4-FFF2-40B4-BE49-F238E27FC236}">
                <a16:creationId xmlns:a16="http://schemas.microsoft.com/office/drawing/2014/main" id="{27F78056-B306-9784-24C5-9BBCFE1E0197}"/>
              </a:ext>
            </a:extLst>
          </p:cNvPr>
          <p:cNvSpPr>
            <a:spLocks noGrp="1"/>
          </p:cNvSpPr>
          <p:nvPr>
            <p:ph type="subTitle" idx="1"/>
          </p:nvPr>
        </p:nvSpPr>
        <p:spPr/>
        <p:txBody>
          <a:bodyPr/>
          <a:lstStyle/>
          <a:p>
            <a:r>
              <a:rPr lang="en-US" b="1" noProof="0" dirty="0"/>
              <a:t>Jiří Klepl</a:t>
            </a:r>
          </a:p>
          <a:p>
            <a:r>
              <a:rPr lang="en-US" noProof="0" dirty="0"/>
              <a:t>Department of Distributed and Dependable Systems</a:t>
            </a:r>
          </a:p>
        </p:txBody>
      </p:sp>
      <p:sp>
        <p:nvSpPr>
          <p:cNvPr id="6" name="Date Placeholder 5">
            <a:extLst>
              <a:ext uri="{FF2B5EF4-FFF2-40B4-BE49-F238E27FC236}">
                <a16:creationId xmlns:a16="http://schemas.microsoft.com/office/drawing/2014/main" id="{A7AB794C-C02E-1A01-6047-C41EAA0E85A7}"/>
              </a:ext>
            </a:extLst>
          </p:cNvPr>
          <p:cNvSpPr>
            <a:spLocks noGrp="1"/>
          </p:cNvSpPr>
          <p:nvPr>
            <p:ph type="dt" sz="half" idx="10"/>
          </p:nvPr>
        </p:nvSpPr>
        <p:spPr/>
        <p:txBody>
          <a:bodyPr/>
          <a:lstStyle/>
          <a:p>
            <a:r>
              <a:rPr lang="en-US" noProof="0"/>
              <a:t>9/7/2026</a:t>
            </a:r>
            <a:endParaRPr lang="en-US" noProof="0" dirty="0"/>
          </a:p>
        </p:txBody>
      </p:sp>
      <p:sp>
        <p:nvSpPr>
          <p:cNvPr id="7" name="Slide Number Placeholder 6">
            <a:extLst>
              <a:ext uri="{FF2B5EF4-FFF2-40B4-BE49-F238E27FC236}">
                <a16:creationId xmlns:a16="http://schemas.microsoft.com/office/drawing/2014/main" id="{071CD298-A702-19E2-4EB3-83A149EA7CEC}"/>
              </a:ext>
            </a:extLst>
          </p:cNvPr>
          <p:cNvSpPr>
            <a:spLocks noGrp="1"/>
          </p:cNvSpPr>
          <p:nvPr>
            <p:ph type="sldNum" sz="quarter" idx="12"/>
          </p:nvPr>
        </p:nvSpPr>
        <p:spPr/>
        <p:txBody>
          <a:bodyPr/>
          <a:lstStyle/>
          <a:p>
            <a:r>
              <a:rPr lang="en-US" noProof="0"/>
              <a:t>1</a:t>
            </a:r>
            <a:endParaRPr lang="en-US" noProof="0" dirty="0"/>
          </a:p>
        </p:txBody>
      </p:sp>
    </p:spTree>
    <p:custDataLst>
      <p:tags r:id="rId1"/>
    </p:custDataLst>
    <p:extLst>
      <p:ext uri="{BB962C8B-B14F-4D97-AF65-F5344CB8AC3E}">
        <p14:creationId xmlns:p14="http://schemas.microsoft.com/office/powerpoint/2010/main" val="414741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pPr>
              <a:buSzPts val="100"/>
            </a:pPr>
            <a:r>
              <a:rPr lang="en-US" noProof="0" dirty="0">
                <a:solidFill>
                  <a:schemeClr val="tx1">
                    <a:alpha val="0"/>
                  </a:schemeClr>
                </a:solidFill>
              </a:rPr>
              <a:t>Regular data structures in nested loops</a:t>
            </a:r>
          </a:p>
          <a:p>
            <a:pPr>
              <a:buSzPts val="100"/>
            </a:pPr>
            <a:r>
              <a:rPr lang="en-US" noProof="0" dirty="0">
                <a:solidFill>
                  <a:schemeClr val="tx1">
                    <a:alpha val="0"/>
                  </a:schemeClr>
                </a:solidFill>
              </a:rPr>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405013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pPr>
              <a:buSzPts val="100"/>
            </a:pPr>
            <a:r>
              <a:rPr lang="en-US" noProof="0" dirty="0">
                <a:solidFill>
                  <a:schemeClr val="tx1">
                    <a:alpha val="0"/>
                  </a:schemeClr>
                </a:solidFill>
              </a:rPr>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2484151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3726414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2"/>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1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486438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8"/>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20"/>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0"/>
            </p:custDataLst>
          </p:nvPr>
        </p:nvPicPr>
        <p:blipFill>
          <a:blip>
            <a:extLst>
              <a:ext uri="{96DAC541-7B7A-43D3-8B79-37D633B846F1}">
                <asvg:svgBlip xmlns:asvg="http://schemas.microsoft.com/office/drawing/2016/SVG/main" r:embed="rId21"/>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1"/>
            </p:custDataLst>
          </p:nvPr>
        </p:nvPicPr>
        <p:blipFill>
          <a:blip>
            <a:extLst>
              <a:ext uri="{96DAC541-7B7A-43D3-8B79-37D633B846F1}">
                <asvg:svgBlip xmlns:asvg="http://schemas.microsoft.com/office/drawing/2016/SVG/main" r:embed="rId22"/>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2"/>
            </p:custDataLst>
          </p:nvPr>
        </p:nvPicPr>
        <p:blipFill>
          <a:blip>
            <a:extLst>
              <a:ext uri="{96DAC541-7B7A-43D3-8B79-37D633B846F1}">
                <asvg:svgBlip xmlns:asvg="http://schemas.microsoft.com/office/drawing/2016/SVG/main" r:embed="rId23"/>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3"/>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4"/>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5"/>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799654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pPr>
              <a:buSzPts val="100"/>
            </a:pPr>
            <a:r>
              <a:rPr lang="cs-CZ" dirty="0">
                <a:solidFill>
                  <a:schemeClr val="tx1">
                    <a:alpha val="0"/>
                  </a:schemeClr>
                </a:solidFill>
              </a:rPr>
              <a:t>L</a:t>
            </a:r>
            <a:r>
              <a:rPr lang="en-US" dirty="0" err="1">
                <a:solidFill>
                  <a:schemeClr val="tx1">
                    <a:alpha val="0"/>
                  </a:schemeClr>
                </a:solidFill>
              </a:rPr>
              <a:t>arge</a:t>
            </a:r>
            <a:r>
              <a:rPr lang="en-US" dirty="0">
                <a:solidFill>
                  <a:schemeClr val="tx1">
                    <a:alpha val="0"/>
                  </a:schemeClr>
                </a:solidFill>
              </a:rPr>
              <a:t> language models (LLMs)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8"/>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20"/>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0"/>
            </p:custDataLst>
          </p:nvPr>
        </p:nvPicPr>
        <p:blipFill>
          <a:blip>
            <a:extLst>
              <a:ext uri="{96DAC541-7B7A-43D3-8B79-37D633B846F1}">
                <asvg:svgBlip xmlns:asvg="http://schemas.microsoft.com/office/drawing/2016/SVG/main" r:embed="rId21"/>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1"/>
            </p:custDataLst>
          </p:nvPr>
        </p:nvPicPr>
        <p:blipFill>
          <a:blip>
            <a:extLst>
              <a:ext uri="{96DAC541-7B7A-43D3-8B79-37D633B846F1}">
                <asvg:svgBlip xmlns:asvg="http://schemas.microsoft.com/office/drawing/2016/SVG/main" r:embed="rId22"/>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2"/>
            </p:custDataLst>
          </p:nvPr>
        </p:nvPicPr>
        <p:blipFill>
          <a:blip>
            <a:extLst>
              <a:ext uri="{96DAC541-7B7A-43D3-8B79-37D633B846F1}">
                <asvg:svgBlip xmlns:asvg="http://schemas.microsoft.com/office/drawing/2016/SVG/main" r:embed="rId23"/>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3"/>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4"/>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5"/>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249743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dirty="0"/>
              <a:t>Main f</a:t>
            </a:r>
            <a:r>
              <a:rPr lang="en-US" noProof="0" dirty="0" err="1"/>
              <a:t>ocus</a:t>
            </a:r>
            <a:endParaRPr lang="en-US" noProof="0" dirty="0"/>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r>
              <a:rPr lang="cs-CZ" dirty="0"/>
              <a:t>L</a:t>
            </a:r>
            <a:r>
              <a:rPr lang="en-US" dirty="0" err="1"/>
              <a:t>arge</a:t>
            </a:r>
            <a:r>
              <a:rPr lang="en-US" dirty="0"/>
              <a:t> language models (LLMs)</a:t>
            </a:r>
            <a:endParaRPr lang="en-US" noProof="0" dirty="0"/>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6" name="Picture 5">
            <a:extLst>
              <a:ext uri="{FF2B5EF4-FFF2-40B4-BE49-F238E27FC236}">
                <a16:creationId xmlns:a16="http://schemas.microsoft.com/office/drawing/2014/main" id="{AF27B56C-87EE-EA2A-36EA-6FC1F10704CE}"/>
              </a:ext>
            </a:extLst>
          </p:cNvPr>
          <p:cNvPicPr>
            <a:picLocks noChangeAspect="1"/>
          </p:cNvPicPr>
          <p:nvPr>
            <p:custDataLst>
              <p:tags r:id="rId6"/>
            </p:custDataLst>
          </p:nvPr>
        </p:nvPicPr>
        <p:blipFill>
          <a:blip r:embed="rId19"/>
          <a:srcRect l="12577" t="17864" r="12520" b="16352"/>
          <a:stretch>
            <a:fillRect/>
          </a:stretch>
        </p:blipFill>
        <p:spPr>
          <a:xfrm>
            <a:off x="5585476" y="5956238"/>
            <a:ext cx="663457" cy="582673"/>
          </a:xfrm>
          <a:prstGeom prst="rect">
            <a:avLst/>
          </a:prstGeom>
        </p:spPr>
      </p:pic>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7"/>
            </p:custDataLst>
          </p:nvPr>
        </p:nvPicPr>
        <p:blipFill>
          <a:blip>
            <a:extLst>
              <a:ext uri="{96DAC541-7B7A-43D3-8B79-37D633B846F1}">
                <asvg:svgBlip xmlns:asvg="http://schemas.microsoft.com/office/drawing/2016/SVG/main" r:embed="rId20"/>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8"/>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9"/>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9"/>
                </p:custDataLst>
              </p:nvPr>
            </p:nvSpPr>
            <p:spPr>
              <a:xfrm>
                <a:off x="5585476" y="3770460"/>
                <a:ext cx="510524"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10"/>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10"/>
                </p:custDataLst>
              </p:nvPr>
            </p:nvSpPr>
            <p:spPr>
              <a:xfrm>
                <a:off x="6467780" y="4384464"/>
                <a:ext cx="428771" cy="461665"/>
              </a:xfrm>
              <a:prstGeom prst="rect">
                <a:avLst/>
              </a:prstGeom>
              <a:blipFill>
                <a:blip r:embed="rId22"/>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1"/>
            </p:custDataLst>
          </p:nvPr>
        </p:nvPicPr>
        <p:blipFill>
          <a:blip>
            <a:extLst>
              <a:ext uri="{96DAC541-7B7A-43D3-8B79-37D633B846F1}">
                <asvg:svgBlip xmlns:asvg="http://schemas.microsoft.com/office/drawing/2016/SVG/main" r:embed="rId23"/>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2"/>
            </p:custDataLst>
          </p:nvPr>
        </p:nvPicPr>
        <p:blipFill>
          <a:blip>
            <a:extLst>
              <a:ext uri="{96DAC541-7B7A-43D3-8B79-37D633B846F1}">
                <asvg:svgBlip xmlns:asvg="http://schemas.microsoft.com/office/drawing/2016/SVG/main" r:embed="rId24"/>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3"/>
            </p:custDataLst>
          </p:nvPr>
        </p:nvPicPr>
        <p:blipFill>
          <a:blip>
            <a:extLst>
              <a:ext uri="{96DAC541-7B7A-43D3-8B79-37D633B846F1}">
                <asvg:svgBlip xmlns:asvg="http://schemas.microsoft.com/office/drawing/2016/SVG/main" r:embed="rId25"/>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4"/>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5"/>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6"/>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916448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3"/>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3"/>
                </p:custDataLst>
              </p:nvPr>
            </p:nvSpPr>
            <p:spPr>
              <a:xfrm>
                <a:off x="3816318" y="1610496"/>
                <a:ext cx="3557256" cy="461665"/>
              </a:xfrm>
              <a:prstGeom prst="rect">
                <a:avLst/>
              </a:prstGeom>
              <a:blipFill>
                <a:blip r:embed="rId11"/>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4"/>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6"/>
            </p:custDataLst>
          </p:nvPr>
        </p:nvSpPr>
        <p:spPr/>
        <p:txBody>
          <a:bodyPr/>
          <a:lstStyle/>
          <a:p>
            <a:r>
              <a:rPr lang="en-US" noProof="0"/>
              <a:t>3</a:t>
            </a:r>
            <a:endParaRPr lang="en-US" noProof="0" dirty="0"/>
          </a:p>
        </p:txBody>
      </p:sp>
      <p:sp>
        <p:nvSpPr>
          <p:cNvPr id="14" name="Right Brace 13">
            <a:extLst>
              <a:ext uri="{FF2B5EF4-FFF2-40B4-BE49-F238E27FC236}">
                <a16:creationId xmlns:a16="http://schemas.microsoft.com/office/drawing/2014/main" id="{92F803B9-E42A-FBF5-688A-F8B7645D0956}"/>
              </a:ext>
            </a:extLst>
          </p:cNvPr>
          <p:cNvSpPr/>
          <p:nvPr>
            <p:custDataLst>
              <p:tags r:id="rId7"/>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8"/>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7949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custDataLst>
              <p:tags r:id="rId3"/>
            </p:custDataLst>
          </p:nvPr>
        </p:nvPicPr>
        <p:blipFill>
          <a:blip r:embed="rId16"/>
          <a:stretch>
            <a:fillRect/>
          </a:stretch>
        </p:blipFill>
        <p:spPr>
          <a:xfrm>
            <a:off x="2914089" y="4145062"/>
            <a:ext cx="1785102" cy="1774049"/>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4"/>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4"/>
                </p:custDataLst>
              </p:nvPr>
            </p:nvSpPr>
            <p:spPr>
              <a:xfrm>
                <a:off x="3816318" y="1610496"/>
                <a:ext cx="3557256" cy="461665"/>
              </a:xfrm>
              <a:prstGeom prst="rect">
                <a:avLst/>
              </a:prstGeom>
              <a:blipFill>
                <a:blip r:embed="rId17"/>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5"/>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6"/>
            </p:custDataLst>
          </p:nvPr>
        </p:nvSpPr>
        <p:spPr/>
        <p:txBody>
          <a:bodyPr/>
          <a:lstStyle/>
          <a:p>
            <a:r>
              <a:rPr lang="en-US" noProof="0"/>
              <a:t>9/7/2026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7"/>
            </p:custDataLst>
          </p:nvPr>
        </p:nvSpPr>
        <p:spPr/>
        <p:txBody>
          <a:bodyPr/>
          <a:lstStyle/>
          <a:p>
            <a:r>
              <a:rPr lang="en-US" noProof="0"/>
              <a:t>3</a:t>
            </a:r>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custDataLst>
              <p:tags r:id="rId8"/>
            </p:custDataLst>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custDataLst>
              <p:tags r:id="rId9"/>
            </p:custDataLst>
          </p:nvPr>
        </p:nvSpPr>
        <p:spPr>
          <a:xfrm>
            <a:off x="2320137" y="5939902"/>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8FA95F-2675-1FD6-BC91-3590519E9D21}"/>
                  </a:ext>
                </a:extLst>
              </p:cNvPr>
              <p:cNvSpPr txBox="1"/>
              <p:nvPr>
                <p:custDataLst>
                  <p:tags r:id="rId10"/>
                </p:custDataLst>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custDataLst>
                  <p:tags r:id="rId10"/>
                </p:custDataLst>
              </p:nvPr>
            </p:nvSpPr>
            <p:spPr>
              <a:xfrm>
                <a:off x="2469117" y="4801253"/>
                <a:ext cx="51052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C385C36A-8F48-E47B-7C6E-E9CE50E27705}"/>
                  </a:ext>
                </a:extLst>
              </p:cNvPr>
              <p:cNvSpPr txBox="1"/>
              <p:nvPr>
                <p:custDataLst>
                  <p:tags r:id="rId11"/>
                </p:custDataLst>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custDataLst>
                  <p:tags r:id="rId11"/>
                </p:custDataLst>
              </p:nvPr>
            </p:nvSpPr>
            <p:spPr>
              <a:xfrm>
                <a:off x="3585324" y="3674263"/>
                <a:ext cx="428771" cy="461665"/>
              </a:xfrm>
              <a:prstGeom prst="rect">
                <a:avLst/>
              </a:prstGeom>
              <a:blipFill>
                <a:blip r:embed="rId19"/>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custDataLst>
              <p:tags r:id="rId12"/>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13"/>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3998501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custDataLst>
              <p:tags r:id="rId3"/>
            </p:custDataLst>
          </p:nvPr>
        </p:nvPicPr>
        <p:blipFill>
          <a:blip r:embed="rId21"/>
          <a:stretch>
            <a:fillRect/>
          </a:stretch>
        </p:blipFill>
        <p:spPr>
          <a:xfrm>
            <a:off x="2914089" y="4145062"/>
            <a:ext cx="1785102" cy="1774049"/>
          </a:xfrm>
          <a:prstGeom prst="rect">
            <a:avLst/>
          </a:prstGeom>
        </p:spPr>
      </p:pic>
      <p:pic>
        <p:nvPicPr>
          <p:cNvPr id="5" name="Picture 4">
            <a:extLst>
              <a:ext uri="{FF2B5EF4-FFF2-40B4-BE49-F238E27FC236}">
                <a16:creationId xmlns:a16="http://schemas.microsoft.com/office/drawing/2014/main" id="{019A6B8E-0CD6-2553-0520-DF9244FCFB78}"/>
              </a:ext>
            </a:extLst>
          </p:cNvPr>
          <p:cNvPicPr>
            <a:picLocks noChangeAspect="1"/>
          </p:cNvPicPr>
          <p:nvPr>
            <p:custDataLst>
              <p:tags r:id="rId4"/>
            </p:custDataLst>
          </p:nvPr>
        </p:nvPicPr>
        <p:blipFill>
          <a:blip r:embed="rId21"/>
          <a:stretch>
            <a:fillRect/>
          </a:stretch>
        </p:blipFill>
        <p:spPr>
          <a:xfrm rot="16200000" flipH="1">
            <a:off x="7285278" y="4127242"/>
            <a:ext cx="1796224" cy="1785102"/>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5"/>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5"/>
                </p:custDataLst>
              </p:nvPr>
            </p:nvSpPr>
            <p:spPr>
              <a:xfrm>
                <a:off x="3816318" y="1610496"/>
                <a:ext cx="3557256" cy="461665"/>
              </a:xfrm>
              <a:prstGeom prst="rect">
                <a:avLst/>
              </a:prstGeom>
              <a:blipFill>
                <a:blip r:embed="rId22"/>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6"/>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8"/>
            </p:custDataLst>
          </p:nvPr>
        </p:nvSpPr>
        <p:spPr/>
        <p:txBody>
          <a:bodyPr/>
          <a:lstStyle/>
          <a:p>
            <a:r>
              <a:rPr lang="en-US" noProof="0"/>
              <a:t>3</a:t>
            </a:r>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custDataLst>
              <p:tags r:id="rId9"/>
            </p:custDataLst>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7" name="TextBox 16">
            <a:extLst>
              <a:ext uri="{FF2B5EF4-FFF2-40B4-BE49-F238E27FC236}">
                <a16:creationId xmlns:a16="http://schemas.microsoft.com/office/drawing/2014/main" id="{8AF8D4C1-EF6C-17E0-8CD6-7A1A3F4F9FD6}"/>
              </a:ext>
            </a:extLst>
          </p:cNvPr>
          <p:cNvSpPr txBox="1"/>
          <p:nvPr>
            <p:custDataLst>
              <p:tags r:id="rId10"/>
            </p:custDataLst>
          </p:nvPr>
        </p:nvSpPr>
        <p:spPr>
          <a:xfrm>
            <a:off x="7019373" y="5951066"/>
            <a:ext cx="2129109" cy="461665"/>
          </a:xfrm>
          <a:prstGeom prst="rect">
            <a:avLst/>
          </a:prstGeom>
          <a:noFill/>
        </p:spPr>
        <p:txBody>
          <a:bodyPr wrap="none" rtlCol="0">
            <a:spAutoFit/>
          </a:bodyPr>
          <a:lstStyle/>
          <a:p>
            <a:pPr algn="ctr"/>
            <a:r>
              <a:rPr lang="en-US" sz="2400" noProof="0" dirty="0"/>
              <a:t>Column-major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custDataLst>
              <p:tags r:id="rId11"/>
            </p:custDataLst>
          </p:nvPr>
        </p:nvSpPr>
        <p:spPr>
          <a:xfrm>
            <a:off x="2320137" y="5939902"/>
            <a:ext cx="678392" cy="523220"/>
          </a:xfrm>
          <a:prstGeom prst="rect">
            <a:avLst/>
          </a:prstGeom>
          <a:noFill/>
        </p:spPr>
        <p:txBody>
          <a:bodyPr wrap="none" rtlCol="0">
            <a:spAutoFit/>
          </a:bodyPr>
          <a:lstStyle/>
          <a:p>
            <a:pPr algn="ctr"/>
            <a:r>
              <a:rPr lang="en-US" sz="2800" noProof="0" dirty="0"/>
              <a:t>🚀</a:t>
            </a:r>
          </a:p>
        </p:txBody>
      </p:sp>
      <p:sp>
        <p:nvSpPr>
          <p:cNvPr id="22" name="TextBox 21">
            <a:extLst>
              <a:ext uri="{FF2B5EF4-FFF2-40B4-BE49-F238E27FC236}">
                <a16:creationId xmlns:a16="http://schemas.microsoft.com/office/drawing/2014/main" id="{C67B8E21-985F-A8B8-8A89-3F3138337D40}"/>
              </a:ext>
            </a:extLst>
          </p:cNvPr>
          <p:cNvSpPr txBox="1"/>
          <p:nvPr>
            <p:custDataLst>
              <p:tags r:id="rId12"/>
            </p:custDataLst>
          </p:nvPr>
        </p:nvSpPr>
        <p:spPr>
          <a:xfrm>
            <a:off x="9075941" y="5917905"/>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8FA95F-2675-1FD6-BC91-3590519E9D21}"/>
                  </a:ext>
                </a:extLst>
              </p:cNvPr>
              <p:cNvSpPr txBox="1"/>
              <p:nvPr>
                <p:custDataLst>
                  <p:tags r:id="rId13"/>
                </p:custDataLst>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custDataLst>
                  <p:tags r:id="rId13"/>
                </p:custDataLst>
              </p:nvPr>
            </p:nvSpPr>
            <p:spPr>
              <a:xfrm>
                <a:off x="2469117" y="4801253"/>
                <a:ext cx="510524"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D99167C-04A4-F722-8AAD-E9C93817DE28}"/>
                  </a:ext>
                </a:extLst>
              </p:cNvPr>
              <p:cNvSpPr txBox="1"/>
              <p:nvPr>
                <p:custDataLst>
                  <p:tags r:id="rId14"/>
                </p:custDataLst>
              </p:nvPr>
            </p:nvSpPr>
            <p:spPr>
              <a:xfrm>
                <a:off x="7947754" y="3627378"/>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3" name="TextBox 12">
                <a:extLst>
                  <a:ext uri="{FF2B5EF4-FFF2-40B4-BE49-F238E27FC236}">
                    <a16:creationId xmlns:a16="http://schemas.microsoft.com/office/drawing/2014/main" id="{5D99167C-04A4-F722-8AAD-E9C93817DE28}"/>
                  </a:ext>
                </a:extLst>
              </p:cNvPr>
              <p:cNvSpPr txBox="1">
                <a:spLocks noRot="1" noChangeAspect="1" noMove="1" noResize="1" noEditPoints="1" noAdjustHandles="1" noChangeArrowheads="1" noChangeShapeType="1" noTextEdit="1"/>
              </p:cNvSpPr>
              <p:nvPr>
                <p:custDataLst>
                  <p:tags r:id="rId14"/>
                </p:custDataLst>
              </p:nvPr>
            </p:nvSpPr>
            <p:spPr>
              <a:xfrm>
                <a:off x="7947754" y="3627378"/>
                <a:ext cx="428771"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78A7279-5F01-C120-7112-C7DEE7206658}"/>
                  </a:ext>
                </a:extLst>
              </p:cNvPr>
              <p:cNvSpPr txBox="1"/>
              <p:nvPr>
                <p:custDataLst>
                  <p:tags r:id="rId15"/>
                </p:custDataLst>
              </p:nvPr>
            </p:nvSpPr>
            <p:spPr>
              <a:xfrm>
                <a:off x="6842324" y="47889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9" name="TextBox 18">
                <a:extLst>
                  <a:ext uri="{FF2B5EF4-FFF2-40B4-BE49-F238E27FC236}">
                    <a16:creationId xmlns:a16="http://schemas.microsoft.com/office/drawing/2014/main" id="{078A7279-5F01-C120-7112-C7DEE7206658}"/>
                  </a:ext>
                </a:extLst>
              </p:cNvPr>
              <p:cNvSpPr txBox="1">
                <a:spLocks noRot="1" noChangeAspect="1" noMove="1" noResize="1" noEditPoints="1" noAdjustHandles="1" noChangeArrowheads="1" noChangeShapeType="1" noTextEdit="1"/>
              </p:cNvSpPr>
              <p:nvPr>
                <p:custDataLst>
                  <p:tags r:id="rId15"/>
                </p:custDataLst>
              </p:nvPr>
            </p:nvSpPr>
            <p:spPr>
              <a:xfrm>
                <a:off x="6842324" y="4788960"/>
                <a:ext cx="510524"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C385C36A-8F48-E47B-7C6E-E9CE50E27705}"/>
                  </a:ext>
                </a:extLst>
              </p:cNvPr>
              <p:cNvSpPr txBox="1"/>
              <p:nvPr>
                <p:custDataLst>
                  <p:tags r:id="rId16"/>
                </p:custDataLst>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custDataLst>
                  <p:tags r:id="rId16"/>
                </p:custDataLst>
              </p:nvPr>
            </p:nvSpPr>
            <p:spPr>
              <a:xfrm>
                <a:off x="3585324" y="3674263"/>
                <a:ext cx="428771" cy="461665"/>
              </a:xfrm>
              <a:prstGeom prst="rect">
                <a:avLst/>
              </a:prstGeom>
              <a:blipFill>
                <a:blip r:embed="rId26"/>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custDataLst>
              <p:tags r:id="rId17"/>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18"/>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3485400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2"/>
            </p:custDataLst>
          </p:nvPr>
        </p:nvSpPr>
        <p:spPr/>
        <p:txBody>
          <a:bodyPr/>
          <a:lstStyle/>
          <a:p>
            <a:r>
              <a:rPr lang="en-US" noProof="0" dirty="0"/>
              <a:t>Layout-agnostic design</a:t>
            </a:r>
          </a:p>
        </p:txBody>
      </p:sp>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4"/>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5"/>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Tree>
    <p:custDataLst>
      <p:tags r:id="rId1"/>
    </p:custDataLst>
    <p:extLst>
      <p:ext uri="{BB962C8B-B14F-4D97-AF65-F5344CB8AC3E}">
        <p14:creationId xmlns:p14="http://schemas.microsoft.com/office/powerpoint/2010/main" val="2501949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6"/>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7"/>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8"/>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9"/>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0"/>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1"/>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2"/>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3"/>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4"/>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5"/>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6"/>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17"/>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18"/>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19"/>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20"/>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20"/>
                </p:custDataLst>
              </p:nvPr>
            </p:nvSpPr>
            <p:spPr>
              <a:xfrm>
                <a:off x="965434" y="4009497"/>
                <a:ext cx="510524"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21"/>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21"/>
                </p:custDataLst>
              </p:nvPr>
            </p:nvSpPr>
            <p:spPr>
              <a:xfrm>
                <a:off x="1991030" y="4782590"/>
                <a:ext cx="428771" cy="461665"/>
              </a:xfrm>
              <a:prstGeom prst="rect">
                <a:avLst/>
              </a:prstGeom>
              <a:blipFill>
                <a:blip r:embed="rId25"/>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65997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7"/>
            </p:custDataLst>
          </p:nvPr>
        </p:nvPicPr>
        <p:blipFill>
          <a:blip r:embed="rId41"/>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9"/>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0"/>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1"/>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2"/>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3"/>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4"/>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5"/>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6"/>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7"/>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8"/>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9"/>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0"/>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1"/>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2"/>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3"/>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4"/>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5"/>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6"/>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7"/>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8"/>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29"/>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0"/>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1"/>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2"/>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3"/>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4"/>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35"/>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35"/>
                </p:custDataLst>
              </p:nvPr>
            </p:nvSpPr>
            <p:spPr>
              <a:xfrm>
                <a:off x="3401890" y="3389098"/>
                <a:ext cx="1111137" cy="400110"/>
              </a:xfrm>
              <a:prstGeom prst="rect">
                <a:avLst/>
              </a:prstGeom>
              <a:blipFill>
                <a:blip r:embed="rId42"/>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36"/>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36"/>
                </p:custDataLst>
              </p:nvPr>
            </p:nvSpPr>
            <p:spPr>
              <a:xfrm>
                <a:off x="965434" y="4009497"/>
                <a:ext cx="510524" cy="461665"/>
              </a:xfrm>
              <a:prstGeom prst="rect">
                <a:avLst/>
              </a:prstGeom>
              <a:blipFill>
                <a:blip r:embed="rId4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37"/>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37"/>
                </p:custDataLst>
              </p:nvPr>
            </p:nvSpPr>
            <p:spPr>
              <a:xfrm>
                <a:off x="1991030" y="4782590"/>
                <a:ext cx="428771" cy="461665"/>
              </a:xfrm>
              <a:prstGeom prst="rect">
                <a:avLst/>
              </a:prstGeom>
              <a:blipFill>
                <a:blip r:embed="rId44"/>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38"/>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Tree>
    <p:custDataLst>
      <p:tags r:id="rId1"/>
    </p:custDataLst>
    <p:extLst>
      <p:ext uri="{BB962C8B-B14F-4D97-AF65-F5344CB8AC3E}">
        <p14:creationId xmlns:p14="http://schemas.microsoft.com/office/powerpoint/2010/main" val="2356243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7"/>
            </p:custDataLst>
          </p:nvPr>
        </p:nvPicPr>
        <p:blipFill>
          <a:blip r:embed="rId58"/>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9"/>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0"/>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1"/>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2"/>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3"/>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4"/>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5"/>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6"/>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7"/>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8"/>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9"/>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0"/>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1"/>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2"/>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3"/>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4"/>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5"/>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6"/>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7"/>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8"/>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29"/>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0"/>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1"/>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2"/>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3"/>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4"/>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custDataLst>
              <p:tags r:id="rId35"/>
            </p:custDataLst>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custDataLst>
              <p:tags r:id="rId36"/>
            </p:custDataLst>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custDataLst>
              <p:tags r:id="rId37"/>
            </p:custDataLst>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custDataLst>
              <p:tags r:id="rId38"/>
            </p:custDataLst>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custDataLst>
              <p:tags r:id="rId39"/>
            </p:custDataLst>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custDataLst>
              <p:tags r:id="rId40"/>
            </p:custDataLst>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custDataLst>
              <p:tags r:id="rId41"/>
            </p:custDataLst>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custDataLst>
              <p:tags r:id="rId42"/>
            </p:custDataLst>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custDataLst>
              <p:tags r:id="rId43"/>
            </p:custDataLst>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custDataLst>
              <p:tags r:id="rId44"/>
            </p:custDataLst>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custDataLst>
              <p:tags r:id="rId45"/>
            </p:custDataLst>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custDataLst>
              <p:tags r:id="rId46"/>
            </p:custDataLst>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custDataLst>
              <p:tags r:id="rId47"/>
            </p:custDataLst>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custDataLst>
              <p:tags r:id="rId48"/>
            </p:custDataLst>
          </p:nvPr>
        </p:nvPicPr>
        <p:blipFill>
          <a:blip r:embed="rId58"/>
          <a:stretch>
            <a:fillRect/>
          </a:stretch>
        </p:blipFill>
        <p:spPr>
          <a:xfrm rot="16200000" flipH="1">
            <a:off x="9725738" y="4664580"/>
            <a:ext cx="1249070" cy="1241336"/>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49"/>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49"/>
                </p:custDataLst>
              </p:nvPr>
            </p:nvSpPr>
            <p:spPr>
              <a:xfrm>
                <a:off x="3401890" y="3389098"/>
                <a:ext cx="1111137" cy="400110"/>
              </a:xfrm>
              <a:prstGeom prst="rect">
                <a:avLst/>
              </a:prstGeom>
              <a:blipFill>
                <a:blip r:embed="rId59"/>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F09D1C-16BB-AE1B-D40F-E19B4A196D17}"/>
                  </a:ext>
                </a:extLst>
              </p:cNvPr>
              <p:cNvSpPr txBox="1"/>
              <p:nvPr>
                <p:custDataLst>
                  <p:tags r:id="rId50"/>
                </p:custDataLst>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custDataLst>
                  <p:tags r:id="rId50"/>
                </p:custDataLst>
              </p:nvPr>
            </p:nvSpPr>
            <p:spPr>
              <a:xfrm>
                <a:off x="3224937" y="4675622"/>
                <a:ext cx="1141595" cy="400110"/>
              </a:xfrm>
              <a:prstGeom prst="rect">
                <a:avLst/>
              </a:prstGeom>
              <a:blipFill>
                <a:blip r:embed="rId60"/>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51"/>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51"/>
                </p:custDataLst>
              </p:nvPr>
            </p:nvSpPr>
            <p:spPr>
              <a:xfrm>
                <a:off x="965434" y="4009497"/>
                <a:ext cx="510524" cy="461665"/>
              </a:xfrm>
              <a:prstGeom prst="rect">
                <a:avLst/>
              </a:prstGeom>
              <a:blipFill>
                <a:blip r:embed="rId6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52"/>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52"/>
                </p:custDataLst>
              </p:nvPr>
            </p:nvSpPr>
            <p:spPr>
              <a:xfrm>
                <a:off x="1991030" y="4782590"/>
                <a:ext cx="428771" cy="461665"/>
              </a:xfrm>
              <a:prstGeom prst="rect">
                <a:avLst/>
              </a:prstGeom>
              <a:blipFill>
                <a:blip r:embed="rId62"/>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53"/>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custDataLst>
              <p:tags r:id="rId54"/>
            </p:custDataLst>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custDataLst>
              <p:tags r:id="rId55"/>
            </p:custDataLst>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2044360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sp>
        <p:nvSpPr>
          <p:cNvPr id="11" name="TextBox 10">
            <a:extLst>
              <a:ext uri="{FF2B5EF4-FFF2-40B4-BE49-F238E27FC236}">
                <a16:creationId xmlns:a16="http://schemas.microsoft.com/office/drawing/2014/main" id="{D636AEBD-D49B-6BE3-BEEA-278110BAE03F}"/>
              </a:ext>
            </a:extLst>
          </p:cNvPr>
          <p:cNvSpPr txBox="1"/>
          <p:nvPr>
            <p:custDataLst>
              <p:tags r:id="rId7"/>
            </p:custDataLst>
          </p:nvPr>
        </p:nvSpPr>
        <p:spPr>
          <a:xfrm flipH="1">
            <a:off x="2672069" y="5490216"/>
            <a:ext cx="5550828" cy="461665"/>
          </a:xfrm>
          <a:prstGeom prst="rect">
            <a:avLst/>
          </a:prstGeom>
          <a:noFill/>
        </p:spPr>
        <p:txBody>
          <a:bodyPr wrap="square" rtlCol="0">
            <a:spAutoFit/>
          </a:bodyPr>
          <a:lstStyle/>
          <a:p>
            <a:pPr algn="ctr"/>
            <a:r>
              <a:rPr lang="en-US" sz="2400" noProof="0" dirty="0"/>
              <a:t>Layout abstraction of a data structure</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8"/>
            </p:custDataLst>
          </p:nvPr>
        </p:nvPicPr>
        <p:blipFill>
          <a:blip r:embed="rId60"/>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10"/>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1"/>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2"/>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3"/>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4"/>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5"/>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6"/>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7"/>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8"/>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9"/>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20"/>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1"/>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2"/>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3"/>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4"/>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5"/>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6"/>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7"/>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8"/>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9"/>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30"/>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1"/>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2"/>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3"/>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4"/>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5"/>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custDataLst>
              <p:tags r:id="rId36"/>
            </p:custDataLst>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custDataLst>
              <p:tags r:id="rId37"/>
            </p:custDataLst>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custDataLst>
              <p:tags r:id="rId38"/>
            </p:custDataLst>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custDataLst>
              <p:tags r:id="rId39"/>
            </p:custDataLst>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custDataLst>
              <p:tags r:id="rId40"/>
            </p:custDataLst>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custDataLst>
              <p:tags r:id="rId41"/>
            </p:custDataLst>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custDataLst>
              <p:tags r:id="rId42"/>
            </p:custDataLst>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custDataLst>
              <p:tags r:id="rId43"/>
            </p:custDataLst>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custDataLst>
              <p:tags r:id="rId44"/>
            </p:custDataLst>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custDataLst>
              <p:tags r:id="rId45"/>
            </p:custDataLst>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custDataLst>
              <p:tags r:id="rId46"/>
            </p:custDataLst>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custDataLst>
              <p:tags r:id="rId47"/>
            </p:custDataLst>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custDataLst>
              <p:tags r:id="rId48"/>
            </p:custDataLst>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custDataLst>
              <p:tags r:id="rId49"/>
            </p:custDataLst>
          </p:nvPr>
        </p:nvPicPr>
        <p:blipFill>
          <a:blip r:embed="rId60"/>
          <a:stretch>
            <a:fillRect/>
          </a:stretch>
        </p:blipFill>
        <p:spPr>
          <a:xfrm rot="16200000" flipH="1">
            <a:off x="9725738" y="4664580"/>
            <a:ext cx="1249070" cy="1241336"/>
          </a:xfrm>
          <a:prstGeom prst="rect">
            <a:avLst/>
          </a:prstGeom>
        </p:spPr>
      </p:pic>
      <p:sp>
        <p:nvSpPr>
          <p:cNvPr id="33" name="Right Brace 32">
            <a:extLst>
              <a:ext uri="{FF2B5EF4-FFF2-40B4-BE49-F238E27FC236}">
                <a16:creationId xmlns:a16="http://schemas.microsoft.com/office/drawing/2014/main" id="{54CB22A7-6DC6-B51D-4313-0DD19D0F2AFC}"/>
              </a:ext>
            </a:extLst>
          </p:cNvPr>
          <p:cNvSpPr/>
          <p:nvPr>
            <p:custDataLst>
              <p:tags r:id="rId50"/>
            </p:custDataLst>
          </p:nvPr>
        </p:nvSpPr>
        <p:spPr>
          <a:xfrm rot="5400000">
            <a:off x="5350008" y="1359843"/>
            <a:ext cx="194951" cy="804576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51"/>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51"/>
                </p:custDataLst>
              </p:nvPr>
            </p:nvSpPr>
            <p:spPr>
              <a:xfrm>
                <a:off x="3401890" y="3389098"/>
                <a:ext cx="1111137" cy="400110"/>
              </a:xfrm>
              <a:prstGeom prst="rect">
                <a:avLst/>
              </a:prstGeom>
              <a:blipFill>
                <a:blip r:embed="rId61"/>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F09D1C-16BB-AE1B-D40F-E19B4A196D17}"/>
                  </a:ext>
                </a:extLst>
              </p:cNvPr>
              <p:cNvSpPr txBox="1"/>
              <p:nvPr>
                <p:custDataLst>
                  <p:tags r:id="rId52"/>
                </p:custDataLst>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custDataLst>
                  <p:tags r:id="rId52"/>
                </p:custDataLst>
              </p:nvPr>
            </p:nvSpPr>
            <p:spPr>
              <a:xfrm>
                <a:off x="3224937" y="4675622"/>
                <a:ext cx="1141595" cy="400110"/>
              </a:xfrm>
              <a:prstGeom prst="rect">
                <a:avLst/>
              </a:prstGeom>
              <a:blipFill>
                <a:blip r:embed="rId62"/>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53"/>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53"/>
                </p:custDataLst>
              </p:nvPr>
            </p:nvSpPr>
            <p:spPr>
              <a:xfrm>
                <a:off x="965434" y="4009497"/>
                <a:ext cx="510524" cy="461665"/>
              </a:xfrm>
              <a:prstGeom prst="rect">
                <a:avLst/>
              </a:prstGeom>
              <a:blipFill>
                <a:blip r:embed="rId6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54"/>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54"/>
                </p:custDataLst>
              </p:nvPr>
            </p:nvSpPr>
            <p:spPr>
              <a:xfrm>
                <a:off x="1991030" y="4782590"/>
                <a:ext cx="428771" cy="461665"/>
              </a:xfrm>
              <a:prstGeom prst="rect">
                <a:avLst/>
              </a:prstGeom>
              <a:blipFill>
                <a:blip r:embed="rId64"/>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55"/>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custDataLst>
              <p:tags r:id="rId56"/>
            </p:custDataLst>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custDataLst>
              <p:tags r:id="rId57"/>
            </p:custDataLst>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2180645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SzPts val="100"/>
              <a:buNone/>
            </a:pPr>
            <a:r>
              <a:rPr lang="en-US" sz="2400" b="0" noProof="0" dirty="0">
                <a:solidFill>
                  <a:srgbClr val="267F99">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 </a:t>
            </a:r>
            <a:r>
              <a:rPr lang="en-US" sz="2400" b="0" noProof="0" dirty="0">
                <a:solidFill>
                  <a:srgbClr val="001080">
                    <a:alpha val="0"/>
                  </a:srgbClr>
                </a:solidFill>
                <a:effectLst/>
                <a:latin typeface="Fira Code" panose="020B0809050000020004" pitchFamily="49" charset="0"/>
              </a:rPr>
              <a:t>layout</a:t>
            </a:r>
            <a:r>
              <a:rPr lang="en-US" sz="2400" b="0" noProof="0" dirty="0">
                <a:solidFill>
                  <a:srgbClr val="000000">
                    <a:alpha val="0"/>
                  </a:srgbClr>
                </a:solidFill>
                <a:effectLst/>
                <a:latin typeface="Fira Code" panose="020B0809050000020004" pitchFamily="49" charset="0"/>
              </a:rPr>
              <a:t> = </a:t>
            </a:r>
            <a:r>
              <a:rPr lang="en-US" sz="2400" b="0" noProof="0" dirty="0">
                <a:solidFill>
                  <a:srgbClr val="267F99">
                    <a:alpha val="0"/>
                  </a:srgbClr>
                </a:solidFill>
                <a:effectLst/>
                <a:latin typeface="Fira Code" panose="020B0809050000020004" pitchFamily="49" charset="0"/>
              </a:rPr>
              <a:t>scalar</a:t>
            </a:r>
            <a:r>
              <a:rPr lang="en-US" sz="700" b="0" noProof="0" dirty="0">
                <a:solidFill>
                  <a:srgbClr val="267F99">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0000FF">
                    <a:alpha val="0"/>
                  </a:srgbClr>
                </a:solidFill>
                <a:effectLst/>
                <a:latin typeface="Fira Code" panose="020B0809050000020004" pitchFamily="49" charset="0"/>
              </a:rPr>
              <a:t>float</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3"/>
            </p:custDataLst>
          </p:nvPr>
        </p:nvSpPr>
        <p:spPr/>
        <p:txBody>
          <a:bodyPr/>
          <a:lstStyle/>
          <a:p>
            <a:r>
              <a:rPr lang="en-US" noProof="0" dirty="0"/>
              <a:t>Layout abstractions (Noarr)</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5"/>
            </p:custDataLst>
          </p:nvPr>
        </p:nvSpPr>
        <p:spPr/>
        <p:txBody>
          <a:bodyPr/>
          <a:lstStyle/>
          <a:p>
            <a:r>
              <a:rPr lang="en-US" noProof="0"/>
              <a:t>5</a:t>
            </a:r>
            <a:endParaRPr lang="en-US" noProof="0" dirty="0"/>
          </a:p>
        </p:txBody>
      </p:sp>
      <p:sp>
        <p:nvSpPr>
          <p:cNvPr id="27" name="Rectangle 26">
            <a:extLst>
              <a:ext uri="{FF2B5EF4-FFF2-40B4-BE49-F238E27FC236}">
                <a16:creationId xmlns:a16="http://schemas.microsoft.com/office/drawing/2014/main" id="{84FCD751-75D4-06F6-E90B-B10F04037199}"/>
              </a:ext>
            </a:extLst>
          </p:cNvPr>
          <p:cNvSpPr/>
          <p:nvPr>
            <p:custDataLst>
              <p:tags r:id="rId6"/>
            </p:custDataLst>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custDataLst>
              <p:tags r:id="rId7"/>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AEBC8779-F4FF-3DA2-7279-F475B25C2AB4}"/>
              </a:ext>
            </a:extLst>
          </p:cNvPr>
          <p:cNvSpPr txBox="1"/>
          <p:nvPr>
            <p:custDataLst>
              <p:tags r:id="rId8"/>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03399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37" name="Rectangle 36">
            <a:extLst>
              <a:ext uri="{FF2B5EF4-FFF2-40B4-BE49-F238E27FC236}">
                <a16:creationId xmlns:a16="http://schemas.microsoft.com/office/drawing/2014/main" id="{E810BA74-1063-85B3-2324-103E8E900E55}"/>
              </a:ext>
            </a:extLst>
          </p:cNvPr>
          <p:cNvSpPr/>
          <p:nvPr>
            <p:custDataLst>
              <p:tags r:id="rId3"/>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4"/>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5"/>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6"/>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8"/>
            </p:custDataLst>
          </p:nvPr>
        </p:nvSpPr>
        <p:spPr/>
        <p:txBody>
          <a:bodyPr/>
          <a:lstStyle/>
          <a:p>
            <a:r>
              <a:rPr lang="en-US" noProof="0"/>
              <a:t>5</a:t>
            </a:r>
            <a:endParaRPr lang="en-US" noProof="0" dirty="0"/>
          </a:p>
        </p:txBody>
      </p:sp>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9"/>
            </p:custDataLst>
          </p:nvPr>
        </p:nvPicPr>
        <p:blipFill>
          <a:blip r:embed="rId15"/>
          <a:srcRect r="86029" b="86573"/>
          <a:stretch>
            <a:fillRect/>
          </a:stretch>
        </p:blipFill>
        <p:spPr>
          <a:xfrm>
            <a:off x="1598974" y="2851546"/>
            <a:ext cx="174508" cy="166674"/>
          </a:xfrm>
          <a:prstGeom prst="rect">
            <a:avLst/>
          </a:prstGeom>
        </p:spPr>
      </p:pic>
      <p:sp>
        <p:nvSpPr>
          <p:cNvPr id="27" name="Rectangle 26">
            <a:extLst>
              <a:ext uri="{FF2B5EF4-FFF2-40B4-BE49-F238E27FC236}">
                <a16:creationId xmlns:a16="http://schemas.microsoft.com/office/drawing/2014/main" id="{84FCD751-75D4-06F6-E90B-B10F04037199}"/>
              </a:ext>
            </a:extLst>
          </p:cNvPr>
          <p:cNvSpPr/>
          <p:nvPr>
            <p:custDataLst>
              <p:tags r:id="rId10"/>
            </p:custDataLst>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custDataLst>
              <p:tags r:id="rId11"/>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AEBC8779-F4FF-3DA2-7279-F475B25C2AB4}"/>
              </a:ext>
            </a:extLst>
          </p:cNvPr>
          <p:cNvSpPr txBox="1"/>
          <p:nvPr>
            <p:custDataLst>
              <p:tags r:id="rId12"/>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498816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4"/>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5"/>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6"/>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7"/>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9"/>
            </p:custDataLst>
          </p:nvPr>
        </p:nvSpPr>
        <p:spPr/>
        <p:txBody>
          <a:bodyPr/>
          <a:lstStyle/>
          <a:p>
            <a:r>
              <a:rPr lang="en-US" noProof="0"/>
              <a:t>5</a:t>
            </a: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0"/>
            </p:custDataLst>
          </p:nvPr>
        </p:nvPicPr>
        <p:blipFill>
          <a:blip r:embed="rId17"/>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1"/>
            </p:custDataLst>
          </p:nvPr>
        </p:nvPicPr>
        <p:blipFill>
          <a:blip r:embed="rId17"/>
          <a:srcRect r="86029" b="86573"/>
          <a:stretch>
            <a:fillRect/>
          </a:stretch>
        </p:blipFill>
        <p:spPr>
          <a:xfrm>
            <a:off x="1598974" y="2851546"/>
            <a:ext cx="174508" cy="166674"/>
          </a:xfrm>
          <a:prstGeom prst="rect">
            <a:avLst/>
          </a:prstGeom>
        </p:spPr>
      </p:pic>
      <p:sp>
        <p:nvSpPr>
          <p:cNvPr id="31" name="Rectangle 30">
            <a:extLst>
              <a:ext uri="{FF2B5EF4-FFF2-40B4-BE49-F238E27FC236}">
                <a16:creationId xmlns:a16="http://schemas.microsoft.com/office/drawing/2014/main" id="{1F2CCB64-480B-94C0-D265-F80677755FCA}"/>
              </a:ext>
            </a:extLst>
          </p:cNvPr>
          <p:cNvSpPr/>
          <p:nvPr>
            <p:custDataLst>
              <p:tags r:id="rId12"/>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3"/>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3"/>
                </p:custDataLst>
              </p:nvPr>
            </p:nvSpPr>
            <p:spPr>
              <a:xfrm>
                <a:off x="2009123" y="2422355"/>
                <a:ext cx="428771" cy="461665"/>
              </a:xfrm>
              <a:prstGeom prst="rect">
                <a:avLst/>
              </a:prstGeom>
              <a:blipFill>
                <a:blip r:embed="rId18"/>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14"/>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2670416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5"/>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6"/>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7"/>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8"/>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0"/>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1"/>
            </p:custDataLst>
          </p:nvPr>
        </p:nvPicPr>
        <p:blipFill>
          <a:blip r:embed="rId19"/>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2"/>
            </p:custDataLst>
          </p:nvPr>
        </p:nvPicPr>
        <p:blipFill>
          <a:blip r:embed="rId19"/>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3"/>
            </p:custDataLst>
          </p:nvPr>
        </p:nvPicPr>
        <p:blipFill>
          <a:blip r:embed="rId19"/>
          <a:srcRect r="86029" b="86573"/>
          <a:stretch>
            <a:fillRect/>
          </a:stretch>
        </p:blipFill>
        <p:spPr>
          <a:xfrm>
            <a:off x="1598974" y="2851546"/>
            <a:ext cx="174508" cy="166674"/>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4"/>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4"/>
                </p:custDataLst>
              </p:nvPr>
            </p:nvSpPr>
            <p:spPr>
              <a:xfrm>
                <a:off x="1101183" y="3193698"/>
                <a:ext cx="510524"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5"/>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5"/>
                </p:custDataLst>
              </p:nvPr>
            </p:nvSpPr>
            <p:spPr>
              <a:xfrm>
                <a:off x="2009123" y="2422355"/>
                <a:ext cx="428771" cy="461665"/>
              </a:xfrm>
              <a:prstGeom prst="rect">
                <a:avLst/>
              </a:prstGeom>
              <a:blipFill>
                <a:blip r:embed="rId21"/>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16"/>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946453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2"/>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3"/>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4"/>
            </p:custDataLst>
          </p:nvPr>
        </p:nvPicPr>
        <p:blipFill>
          <a:blip r:embed="rId23"/>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5"/>
            </p:custDataLst>
          </p:nvPr>
        </p:nvPicPr>
        <p:blipFill>
          <a:blip r:embed="rId23"/>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6"/>
            </p:custDataLst>
          </p:nvPr>
        </p:nvPicPr>
        <p:blipFill>
          <a:blip r:embed="rId23"/>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17"/>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8"/>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8"/>
                </p:custDataLst>
              </p:nvPr>
            </p:nvSpPr>
            <p:spPr>
              <a:xfrm>
                <a:off x="1101183" y="3193698"/>
                <a:ext cx="510524"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9"/>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9"/>
                </p:custDataLst>
              </p:nvPr>
            </p:nvSpPr>
            <p:spPr>
              <a:xfrm>
                <a:off x="2009123" y="2422355"/>
                <a:ext cx="428771" cy="461665"/>
              </a:xfrm>
              <a:prstGeom prst="rect">
                <a:avLst/>
              </a:prstGeom>
              <a:blipFill>
                <a:blip r:embed="rId25"/>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0"/>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366584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custDataLst>
              <p:tags r:id="rId12"/>
            </p:custDataLst>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3"/>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4"/>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5"/>
            </p:custDataLst>
          </p:nvPr>
        </p:nvPicPr>
        <p:blipFill>
          <a:blip r:embed="rId24"/>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6"/>
            </p:custDataLst>
          </p:nvPr>
        </p:nvPicPr>
        <p:blipFill>
          <a:blip r:embed="rId24"/>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7"/>
            </p:custDataLst>
          </p:nvPr>
        </p:nvPicPr>
        <p:blipFill>
          <a:blip r:embed="rId24"/>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18"/>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9"/>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9"/>
                </p:custDataLst>
              </p:nvPr>
            </p:nvSpPr>
            <p:spPr>
              <a:xfrm>
                <a:off x="1101183" y="3193698"/>
                <a:ext cx="510524"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20"/>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20"/>
                </p:custDataLst>
              </p:nvPr>
            </p:nvSpPr>
            <p:spPr>
              <a:xfrm>
                <a:off x="2009123" y="2422355"/>
                <a:ext cx="428771" cy="461665"/>
              </a:xfrm>
              <a:prstGeom prst="rect">
                <a:avLst/>
              </a:prstGeom>
              <a:blipFill>
                <a:blip r:embed="rId2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1"/>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602861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custDataLst>
              <p:tags r:id="rId12"/>
            </p:custDataLst>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8" name="TextBox 27">
            <a:extLst>
              <a:ext uri="{FF2B5EF4-FFF2-40B4-BE49-F238E27FC236}">
                <a16:creationId xmlns:a16="http://schemas.microsoft.com/office/drawing/2014/main" id="{15DF814E-5685-475F-2990-B570D542C55C}"/>
              </a:ext>
            </a:extLst>
          </p:cNvPr>
          <p:cNvSpPr txBox="1"/>
          <p:nvPr>
            <p:custDataLst>
              <p:tags r:id="rId13"/>
            </p:custDataLst>
          </p:nvPr>
        </p:nvSpPr>
        <p:spPr>
          <a:xfrm>
            <a:off x="4870763" y="5666800"/>
            <a:ext cx="6459562"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matrix_view</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myBuffer</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4"/>
            </p:custDataLst>
          </p:nvPr>
        </p:nvSpPr>
        <p:spPr/>
        <p:txBody>
          <a:bodyPr/>
          <a:lstStyle/>
          <a:p>
            <a:r>
              <a:rPr lang="en-US" noProof="0"/>
              <a:t>9/7/2026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5"/>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6"/>
            </p:custDataLst>
          </p:nvPr>
        </p:nvPicPr>
        <p:blipFill>
          <a:blip r:embed="rId29"/>
          <a:stretch>
            <a:fillRect/>
          </a:stretch>
        </p:blipFill>
        <p:spPr>
          <a:xfrm>
            <a:off x="1598974" y="2851618"/>
            <a:ext cx="1249070" cy="1241336"/>
          </a:xfrm>
          <a:prstGeom prst="rect">
            <a:avLst/>
          </a:prstGeom>
        </p:spPr>
      </p:pic>
      <p:sp>
        <p:nvSpPr>
          <p:cNvPr id="4" name="TextBox 3">
            <a:extLst>
              <a:ext uri="{FF2B5EF4-FFF2-40B4-BE49-F238E27FC236}">
                <a16:creationId xmlns:a16="http://schemas.microsoft.com/office/drawing/2014/main" id="{E49BE013-F209-8403-8D5B-F71D68CF5E02}"/>
              </a:ext>
            </a:extLst>
          </p:cNvPr>
          <p:cNvSpPr txBox="1"/>
          <p:nvPr>
            <p:custDataLst>
              <p:tags r:id="rId17"/>
            </p:custDataLst>
          </p:nvPr>
        </p:nvSpPr>
        <p:spPr>
          <a:xfrm>
            <a:off x="7845692" y="5063908"/>
            <a:ext cx="1425509" cy="442674"/>
          </a:xfrm>
          <a:prstGeom prst="roundRect">
            <a:avLst/>
          </a:prstGeom>
          <a:gradFill>
            <a:gsLst>
              <a:gs pos="0">
                <a:srgbClr val="AFD8F7"/>
              </a:gs>
              <a:gs pos="50000">
                <a:srgbClr val="A2CDEE"/>
              </a:gs>
              <a:gs pos="100000">
                <a:srgbClr val="9ED0F2"/>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pPr algn="ctr"/>
            <a:r>
              <a:rPr lang="en-US" sz="2000" noProof="0" dirty="0"/>
              <a:t>GPU mem.</a:t>
            </a:r>
          </a:p>
        </p:txBody>
      </p:sp>
      <p:sp>
        <p:nvSpPr>
          <p:cNvPr id="13" name="TextBox 12">
            <a:extLst>
              <a:ext uri="{FF2B5EF4-FFF2-40B4-BE49-F238E27FC236}">
                <a16:creationId xmlns:a16="http://schemas.microsoft.com/office/drawing/2014/main" id="{E43C382B-2568-3BB2-FF89-3DD00349CEA9}"/>
              </a:ext>
            </a:extLst>
          </p:cNvPr>
          <p:cNvSpPr txBox="1"/>
          <p:nvPr>
            <p:custDataLst>
              <p:tags r:id="rId18"/>
            </p:custDataLst>
          </p:nvPr>
        </p:nvSpPr>
        <p:spPr>
          <a:xfrm>
            <a:off x="9630151" y="5063908"/>
            <a:ext cx="1511785" cy="442674"/>
          </a:xfrm>
          <a:prstGeom prst="roundRect">
            <a:avLst/>
          </a:prstGeom>
          <a:gradFill>
            <a:gsLst>
              <a:gs pos="0">
                <a:srgbClr val="B5DCAE"/>
              </a:gs>
              <a:gs pos="50000">
                <a:srgbClr val="A8D1A1"/>
              </a:gs>
              <a:gs pos="100000">
                <a:srgbClr val="A3D29A"/>
              </a:gs>
            </a:gsLst>
          </a:gradFill>
        </p:spPr>
        <p:style>
          <a:lnRef idx="1">
            <a:schemeClr val="accent6"/>
          </a:lnRef>
          <a:fillRef idx="2">
            <a:schemeClr val="accent6"/>
          </a:fillRef>
          <a:effectRef idx="1">
            <a:schemeClr val="accent6"/>
          </a:effectRef>
          <a:fontRef idx="minor">
            <a:schemeClr val="dk1"/>
          </a:fontRef>
        </p:style>
        <p:txBody>
          <a:bodyPr wrap="none" rtlCol="0" anchor="b">
            <a:spAutoFit/>
          </a:bodyPr>
          <a:lstStyle/>
          <a:p>
            <a:pPr algn="ctr"/>
            <a:r>
              <a:rPr lang="en-US" sz="2000" noProof="0" dirty="0"/>
              <a:t>Mapped file</a:t>
            </a:r>
          </a:p>
        </p:txBody>
      </p:sp>
      <p:sp>
        <p:nvSpPr>
          <p:cNvPr id="32" name="TextBox 31">
            <a:extLst>
              <a:ext uri="{FF2B5EF4-FFF2-40B4-BE49-F238E27FC236}">
                <a16:creationId xmlns:a16="http://schemas.microsoft.com/office/drawing/2014/main" id="{F423100F-27E7-78C5-29B0-1E9E9CA71CCB}"/>
              </a:ext>
            </a:extLst>
          </p:cNvPr>
          <p:cNvSpPr txBox="1"/>
          <p:nvPr>
            <p:custDataLst>
              <p:tags r:id="rId19"/>
            </p:custDataLst>
          </p:nvPr>
        </p:nvSpPr>
        <p:spPr>
          <a:xfrm>
            <a:off x="11503683" y="5048027"/>
            <a:ext cx="381836" cy="369332"/>
          </a:xfrm>
          <a:prstGeom prst="rect">
            <a:avLst/>
          </a:prstGeom>
          <a:noFill/>
        </p:spPr>
        <p:txBody>
          <a:bodyPr wrap="none" rtlCol="0">
            <a:spAutoFit/>
          </a:bodyPr>
          <a:lstStyle/>
          <a:p>
            <a:r>
              <a:rPr lang="en-US" noProof="0" dirty="0"/>
              <a:t>…</a:t>
            </a:r>
          </a:p>
        </p:txBody>
      </p:sp>
      <p:sp>
        <p:nvSpPr>
          <p:cNvPr id="33" name="Right Brace 32">
            <a:extLst>
              <a:ext uri="{FF2B5EF4-FFF2-40B4-BE49-F238E27FC236}">
                <a16:creationId xmlns:a16="http://schemas.microsoft.com/office/drawing/2014/main" id="{D5BD3CDE-9058-0797-77E8-0CD52F9C3687}"/>
              </a:ext>
            </a:extLst>
          </p:cNvPr>
          <p:cNvSpPr/>
          <p:nvPr>
            <p:custDataLst>
              <p:tags r:id="rId20"/>
            </p:custDataLst>
          </p:nvPr>
        </p:nvSpPr>
        <p:spPr>
          <a:xfrm rot="5400000">
            <a:off x="9777883" y="3338823"/>
            <a:ext cx="159029" cy="44264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21"/>
            </p:custDataLst>
          </p:nvPr>
        </p:nvPicPr>
        <p:blipFill>
          <a:blip r:embed="rId29"/>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22"/>
            </p:custDataLst>
          </p:nvPr>
        </p:nvPicPr>
        <p:blipFill>
          <a:blip r:embed="rId29"/>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23"/>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24"/>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24"/>
                </p:custDataLst>
              </p:nvPr>
            </p:nvSpPr>
            <p:spPr>
              <a:xfrm>
                <a:off x="1101183" y="3193698"/>
                <a:ext cx="510524" cy="4616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25"/>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25"/>
                </p:custDataLst>
              </p:nvPr>
            </p:nvSpPr>
            <p:spPr>
              <a:xfrm>
                <a:off x="2009123" y="2422355"/>
                <a:ext cx="428771" cy="461665"/>
              </a:xfrm>
              <a:prstGeom prst="rect">
                <a:avLst/>
              </a:prstGeom>
              <a:blipFill>
                <a:blip r:embed="rId31"/>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6"/>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16338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2"/>
            </p:custDataLst>
          </p:nvPr>
        </p:nvSpPr>
        <p:spPr/>
        <p:txBody>
          <a:bodyPr/>
          <a:lstStyle/>
          <a:p>
            <a:r>
              <a:rPr lang="en-US" noProof="0" dirty="0"/>
              <a:t>Traversal abstractions</a:t>
            </a:r>
          </a:p>
        </p:txBody>
      </p:sp>
      <p:sp>
        <p:nvSpPr>
          <p:cNvPr id="3" name="TextBox 2">
            <a:extLst>
              <a:ext uri="{FF2B5EF4-FFF2-40B4-BE49-F238E27FC236}">
                <a16:creationId xmlns:a16="http://schemas.microsoft.com/office/drawing/2014/main" id="{14E25FAF-908F-ADFC-EA60-8D5079C1FE63}"/>
              </a:ext>
            </a:extLst>
          </p:cNvPr>
          <p:cNvSpPr txBox="1"/>
          <p:nvPr>
            <p:custDataLst>
              <p:tags r:id="rId3"/>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5"/>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6"/>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Tree>
    <p:custDataLst>
      <p:tags r:id="rId1"/>
    </p:custDataLst>
    <p:extLst>
      <p:ext uri="{BB962C8B-B14F-4D97-AF65-F5344CB8AC3E}">
        <p14:creationId xmlns:p14="http://schemas.microsoft.com/office/powerpoint/2010/main" val="347791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custDataLst>
              <p:tags r:id="rId2"/>
            </p:custDataLst>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3"/>
            </p:custDataLst>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custDataLst>
              <p:tags r:id="rId4"/>
            </p:custDataLst>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custDataLst>
              <p:tags r:id="rId5"/>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custDataLst>
              <p:tags r:id="rId6"/>
            </p:custDataLst>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8"/>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9"/>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5" name="TextBox 4">
            <a:extLst>
              <a:ext uri="{FF2B5EF4-FFF2-40B4-BE49-F238E27FC236}">
                <a16:creationId xmlns:a16="http://schemas.microsoft.com/office/drawing/2014/main" id="{102F209B-F6E7-05CC-AF4B-64FCAFC0D5D7}"/>
              </a:ext>
            </a:extLst>
          </p:cNvPr>
          <p:cNvSpPr txBox="1"/>
          <p:nvPr>
            <p:custDataLst>
              <p:tags r:id="rId10"/>
            </p:custDataLst>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custDataLst>
              <p:tags r:id="rId11"/>
            </p:custDataLst>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custDataLst>
              <p:tags r:id="rId12"/>
            </p:custDataLst>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533335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custDataLst>
              <p:tags r:id="rId2"/>
            </p:custDataLst>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3"/>
            </p:custDataLst>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custDataLst>
              <p:tags r:id="rId4"/>
            </p:custDataLst>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16" name="TextBox 15">
            <a:extLst>
              <a:ext uri="{FF2B5EF4-FFF2-40B4-BE49-F238E27FC236}">
                <a16:creationId xmlns:a16="http://schemas.microsoft.com/office/drawing/2014/main" id="{B9C4F588-E815-2009-D7D4-CEEBC4F6F689}"/>
              </a:ext>
            </a:extLst>
          </p:cNvPr>
          <p:cNvSpPr txBox="1"/>
          <p:nvPr>
            <p:custDataLst>
              <p:tags r:id="rId5"/>
            </p:custDataLst>
          </p:nvPr>
        </p:nvSpPr>
        <p:spPr>
          <a:xfrm>
            <a:off x="1411173" y="5027079"/>
            <a:ext cx="9207632"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custDataLst>
              <p:tags r:id="rId6"/>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custDataLst>
              <p:tags r:id="rId7"/>
            </p:custDataLst>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9"/>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10"/>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15" name="TextBox 14">
            <a:extLst>
              <a:ext uri="{FF2B5EF4-FFF2-40B4-BE49-F238E27FC236}">
                <a16:creationId xmlns:a16="http://schemas.microsoft.com/office/drawing/2014/main" id="{5AC42510-7505-8080-DACA-010297680AE7}"/>
              </a:ext>
            </a:extLst>
          </p:cNvPr>
          <p:cNvSpPr txBox="1"/>
          <p:nvPr>
            <p:custDataLst>
              <p:tags r:id="rId11"/>
            </p:custDataLst>
          </p:nvPr>
        </p:nvSpPr>
        <p:spPr>
          <a:xfrm>
            <a:off x="2322938" y="6089892"/>
            <a:ext cx="6795450" cy="461665"/>
          </a:xfrm>
          <a:prstGeom prst="rect">
            <a:avLst/>
          </a:prstGeom>
          <a:noFill/>
        </p:spPr>
        <p:txBody>
          <a:bodyPr wrap="none" rtlCol="0">
            <a:spAutoFit/>
          </a:bodyPr>
          <a:lstStyle/>
          <a:p>
            <a:pPr algn="ctr"/>
            <a:r>
              <a:rPr lang="en-US" sz="2400" b="1" noProof="0" dirty="0"/>
              <a:t>Copy</a:t>
            </a:r>
            <a:r>
              <a:rPr lang="en-US" sz="2400" noProof="0" dirty="0"/>
              <a:t> to another matrix with the same index space</a:t>
            </a:r>
          </a:p>
        </p:txBody>
      </p:sp>
      <p:sp>
        <p:nvSpPr>
          <p:cNvPr id="5" name="TextBox 4">
            <a:extLst>
              <a:ext uri="{FF2B5EF4-FFF2-40B4-BE49-F238E27FC236}">
                <a16:creationId xmlns:a16="http://schemas.microsoft.com/office/drawing/2014/main" id="{102F209B-F6E7-05CC-AF4B-64FCAFC0D5D7}"/>
              </a:ext>
            </a:extLst>
          </p:cNvPr>
          <p:cNvSpPr txBox="1"/>
          <p:nvPr>
            <p:custDataLst>
              <p:tags r:id="rId12"/>
            </p:custDataLst>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custDataLst>
              <p:tags r:id="rId13"/>
            </p:custDataLst>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custDataLst>
              <p:tags r:id="rId14"/>
            </p:custDataLst>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1443342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2"/>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4"/>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5"/>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6"/>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7"/>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11"/>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7"/>
                    <a:stretch>
                      <a:fillRect/>
                    </a:stretch>
                  </a:blipFill>
                </p:spPr>
                <p:txBody>
                  <a:bodyPr/>
                  <a:lstStyle/>
                  <a:p>
                    <a:r>
                      <a:rPr lang="en-US">
                        <a:noFill/>
                      </a:rPr>
                      <a:t> </a:t>
                    </a:r>
                  </a:p>
                </p:txBody>
              </p:sp>
            </mc:Fallback>
          </mc:AlternateContent>
        </p:grpSp>
      </p:grpSp>
    </p:spTree>
    <p:custDataLst>
      <p:tags r:id="rId1"/>
    </p:custDataLst>
    <p:extLst>
      <p:ext uri="{BB962C8B-B14F-4D97-AF65-F5344CB8AC3E}">
        <p14:creationId xmlns:p14="http://schemas.microsoft.com/office/powerpoint/2010/main" val="1345910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2"/>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4"/>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5"/>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6"/>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7"/>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8"/>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13"/>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9"/>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9"/>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3531516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20"/>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26"/>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27"/>
                <a:stretch>
                  <a:fillRect l="-8077" t="-4825" b="-1096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987800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26"/>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2"/>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33"/>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ustDataLst>
      <p:tags r:id="rId1"/>
    </p:custDataLst>
    <p:extLst>
      <p:ext uri="{BB962C8B-B14F-4D97-AF65-F5344CB8AC3E}">
        <p14:creationId xmlns:p14="http://schemas.microsoft.com/office/powerpoint/2010/main" val="3136493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2"/>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8"/>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39"/>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3"/>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4"/>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4"/>
                </p:custDataLst>
              </p:nvPr>
            </p:nvSpPr>
            <p:spPr>
              <a:xfrm>
                <a:off x="6248302" y="5682419"/>
                <a:ext cx="1820178" cy="523220"/>
              </a:xfrm>
              <a:prstGeom prst="rect">
                <a:avLst/>
              </a:prstGeom>
              <a:blipFill>
                <a:blip r:embed="rId40"/>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5"/>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6"/>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7"/>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28"/>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spTree>
    <p:custDataLst>
      <p:tags r:id="rId1"/>
    </p:custDataLst>
    <p:extLst>
      <p:ext uri="{BB962C8B-B14F-4D97-AF65-F5344CB8AC3E}">
        <p14:creationId xmlns:p14="http://schemas.microsoft.com/office/powerpoint/2010/main" val="150620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3"/>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9"/>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40"/>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3"/>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4"/>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4"/>
                </p:custDataLst>
              </p:nvPr>
            </p:nvSpPr>
            <p:spPr>
              <a:xfrm>
                <a:off x="6248302" y="5682419"/>
                <a:ext cx="1820178" cy="523220"/>
              </a:xfrm>
              <a:prstGeom prst="rect">
                <a:avLst/>
              </a:prstGeom>
              <a:blipFill>
                <a:blip r:embed="rId41"/>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5"/>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6"/>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7"/>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28"/>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custDataLst>
              <p:tags r:id="rId29"/>
            </p:custDataLst>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99833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5"/>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4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41"/>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42"/>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ight Brace 30">
            <a:extLst>
              <a:ext uri="{FF2B5EF4-FFF2-40B4-BE49-F238E27FC236}">
                <a16:creationId xmlns:a16="http://schemas.microsoft.com/office/drawing/2014/main" id="{BB183800-4A8F-401C-ADB9-A0312F9AA178}"/>
              </a:ext>
            </a:extLst>
          </p:cNvPr>
          <p:cNvSpPr/>
          <p:nvPr>
            <p:custDataLst>
              <p:tags r:id="rId20"/>
            </p:custDataLst>
          </p:nvPr>
        </p:nvSpPr>
        <p:spPr>
          <a:xfrm rot="5400000">
            <a:off x="5617910" y="2118998"/>
            <a:ext cx="140703" cy="48218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087AE82-F462-C9EB-EA1F-F959C9A7C955}"/>
              </a:ext>
            </a:extLst>
          </p:cNvPr>
          <p:cNvSpPr txBox="1"/>
          <p:nvPr>
            <p:custDataLst>
              <p:tags r:id="rId21"/>
            </p:custDataLst>
          </p:nvPr>
        </p:nvSpPr>
        <p:spPr>
          <a:xfrm>
            <a:off x="3531516" y="4596963"/>
            <a:ext cx="4313489" cy="400110"/>
          </a:xfrm>
          <a:prstGeom prst="rect">
            <a:avLst/>
          </a:prstGeom>
          <a:solidFill>
            <a:schemeClr val="bg1"/>
          </a:solidFill>
        </p:spPr>
        <p:txBody>
          <a:bodyPr wrap="none" rtlCol="0">
            <a:spAutoFit/>
          </a:bodyPr>
          <a:lstStyle/>
          <a:p>
            <a:pPr algn="ctr"/>
            <a:r>
              <a:rPr lang="en-US" sz="2000" dirty="0"/>
              <a:t>Correct indices passed automatically</a:t>
            </a:r>
          </a:p>
        </p:txBody>
      </p:sp>
      <p:sp>
        <p:nvSpPr>
          <p:cNvPr id="14" name="Oval 13">
            <a:extLst>
              <a:ext uri="{FF2B5EF4-FFF2-40B4-BE49-F238E27FC236}">
                <a16:creationId xmlns:a16="http://schemas.microsoft.com/office/drawing/2014/main" id="{F0835908-CF21-76B9-3CF4-B5B20E755A64}"/>
              </a:ext>
            </a:extLst>
          </p:cNvPr>
          <p:cNvSpPr/>
          <p:nvPr>
            <p:custDataLst>
              <p:tags r:id="rId22"/>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3"/>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4"/>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5"/>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6"/>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6"/>
                </p:custDataLst>
              </p:nvPr>
            </p:nvSpPr>
            <p:spPr>
              <a:xfrm>
                <a:off x="6248302" y="5682419"/>
                <a:ext cx="1820178" cy="523220"/>
              </a:xfrm>
              <a:prstGeom prst="rect">
                <a:avLst/>
              </a:prstGeom>
              <a:blipFill>
                <a:blip r:embed="rId43"/>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7"/>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8"/>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9"/>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30"/>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custDataLst>
              <p:tags r:id="rId31"/>
            </p:custDataLst>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3961317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custDataLst>
              <p:tags r:id="rId2"/>
            </p:custDataLst>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12"/>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18"/>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custDataLst>
              <p:tags r:id="rId3"/>
            </p:custDataLst>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custDataLst>
              <p:tags r:id="rId5"/>
            </p:custDataLst>
          </p:nvPr>
        </p:nvSpPr>
        <p:spPr/>
        <p:txBody>
          <a:bodyPr/>
          <a:lstStyle/>
          <a:p>
            <a:r>
              <a:rPr lang="en-US" noProof="0"/>
              <a:t>8</a:t>
            </a:r>
            <a:endParaRPr lang="en-US" noProof="0" dirty="0"/>
          </a:p>
        </p:txBody>
      </p:sp>
      <p:sp>
        <p:nvSpPr>
          <p:cNvPr id="3" name="TextBox 2">
            <a:extLst>
              <a:ext uri="{FF2B5EF4-FFF2-40B4-BE49-F238E27FC236}">
                <a16:creationId xmlns:a16="http://schemas.microsoft.com/office/drawing/2014/main" id="{0FCBA717-9CCC-E582-9AD5-0BD4B28E0F5A}"/>
              </a:ext>
            </a:extLst>
          </p:cNvPr>
          <p:cNvSpPr txBox="1"/>
          <p:nvPr>
            <p:custDataLst>
              <p:tags r:id="rId6"/>
            </p:custDataLst>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43" name="TextBox 42">
            <a:extLst>
              <a:ext uri="{FF2B5EF4-FFF2-40B4-BE49-F238E27FC236}">
                <a16:creationId xmlns:a16="http://schemas.microsoft.com/office/drawing/2014/main" id="{F77E6586-7CA7-0470-44A7-FA4B38EA596E}"/>
              </a:ext>
            </a:extLst>
          </p:cNvPr>
          <p:cNvSpPr txBox="1"/>
          <p:nvPr>
            <p:custDataLst>
              <p:tags r:id="rId7"/>
            </p:custDataLst>
          </p:nvPr>
        </p:nvSpPr>
        <p:spPr>
          <a:xfrm>
            <a:off x="1498604" y="3176471"/>
            <a:ext cx="9194791" cy="1124282"/>
          </a:xfrm>
          <a:prstGeom prst="rect">
            <a:avLst/>
          </a:prstGeom>
          <a:solidFill>
            <a:schemeClr val="bg1"/>
          </a:solidFill>
          <a:ln>
            <a:solidFill>
              <a:schemeClr val="tx1"/>
            </a:solidFill>
          </a:ln>
        </p:spPr>
        <p:txBody>
          <a:bodyPr wrap="squar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83" name="TextBox 82">
            <a:extLst>
              <a:ext uri="{FF2B5EF4-FFF2-40B4-BE49-F238E27FC236}">
                <a16:creationId xmlns:a16="http://schemas.microsoft.com/office/drawing/2014/main" id="{1195DDFC-51FA-D6DB-4B8E-E4B9CB728047}"/>
              </a:ext>
            </a:extLst>
          </p:cNvPr>
          <p:cNvSpPr txBox="1"/>
          <p:nvPr>
            <p:custDataLst>
              <p:tags r:id="rId8"/>
            </p:custDataLst>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custDataLst>
      <p:tags r:id="rId1"/>
    </p:custDataLst>
    <p:extLst>
      <p:ext uri="{BB962C8B-B14F-4D97-AF65-F5344CB8AC3E}">
        <p14:creationId xmlns:p14="http://schemas.microsoft.com/office/powerpoint/2010/main" val="1611001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custDataLst>
              <p:tags r:id="rId2"/>
            </p:custDataLst>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16"/>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22"/>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custDataLst>
              <p:tags r:id="rId3"/>
            </p:custDataLst>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custDataLst>
              <p:tags r:id="rId5"/>
            </p:custDataLst>
          </p:nvPr>
        </p:nvSpPr>
        <p:spPr/>
        <p:txBody>
          <a:bodyPr/>
          <a:lstStyle/>
          <a:p>
            <a:r>
              <a:rPr lang="en-US" noProof="0"/>
              <a:t>8</a:t>
            </a:r>
            <a:endParaRPr lang="en-US" noProof="0" dirty="0"/>
          </a:p>
        </p:txBody>
      </p:sp>
      <p:sp>
        <p:nvSpPr>
          <p:cNvPr id="6" name="Rectangle 5">
            <a:extLst>
              <a:ext uri="{FF2B5EF4-FFF2-40B4-BE49-F238E27FC236}">
                <a16:creationId xmlns:a16="http://schemas.microsoft.com/office/drawing/2014/main" id="{94315874-4365-BD7E-38E9-6E300532D1B0}"/>
              </a:ext>
            </a:extLst>
          </p:cNvPr>
          <p:cNvSpPr/>
          <p:nvPr>
            <p:custDataLst>
              <p:tags r:id="rId6"/>
            </p:custDataLst>
          </p:nvPr>
        </p:nvSpPr>
        <p:spPr>
          <a:xfrm>
            <a:off x="6914245" y="1534018"/>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0" name="Rectangle 9">
            <a:extLst>
              <a:ext uri="{FF2B5EF4-FFF2-40B4-BE49-F238E27FC236}">
                <a16:creationId xmlns:a16="http://schemas.microsoft.com/office/drawing/2014/main" id="{FD7BF336-2D6B-75E5-35D1-BB6F556A8522}"/>
              </a:ext>
            </a:extLst>
          </p:cNvPr>
          <p:cNvSpPr/>
          <p:nvPr>
            <p:custDataLst>
              <p:tags r:id="rId7"/>
            </p:custDataLst>
          </p:nvPr>
        </p:nvSpPr>
        <p:spPr>
          <a:xfrm>
            <a:off x="6914245" y="1878964"/>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2" name="Rectangle 11">
            <a:extLst>
              <a:ext uri="{FF2B5EF4-FFF2-40B4-BE49-F238E27FC236}">
                <a16:creationId xmlns:a16="http://schemas.microsoft.com/office/drawing/2014/main" id="{6B5E3D72-639F-DBE8-60C5-E7360CC97F9F}"/>
              </a:ext>
            </a:extLst>
          </p:cNvPr>
          <p:cNvSpPr/>
          <p:nvPr>
            <p:custDataLst>
              <p:tags r:id="rId8"/>
            </p:custDataLst>
          </p:nvPr>
        </p:nvSpPr>
        <p:spPr>
          <a:xfrm>
            <a:off x="6007392" y="2222371"/>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8" name="TextBox 7">
            <a:extLst>
              <a:ext uri="{FF2B5EF4-FFF2-40B4-BE49-F238E27FC236}">
                <a16:creationId xmlns:a16="http://schemas.microsoft.com/office/drawing/2014/main" id="{D8CA8669-3DF0-4485-E218-6A9F90B6F725}"/>
              </a:ext>
            </a:extLst>
          </p:cNvPr>
          <p:cNvSpPr txBox="1"/>
          <p:nvPr>
            <p:custDataLst>
              <p:tags r:id="rId9"/>
            </p:custDataLst>
          </p:nvPr>
        </p:nvSpPr>
        <p:spPr>
          <a:xfrm>
            <a:off x="2667000" y="1431917"/>
            <a:ext cx="6858000"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795E26"/>
                </a:solidFill>
                <a:effectLst/>
                <a:latin typeface="Fira Code" panose="020B0809050000020004" pitchFamily="49" charset="0"/>
              </a:rPr>
              <a:t>hoist</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a:t>
            </a:r>
            <a:r>
              <a:rPr lang="en-US" sz="2000" b="0" noProof="0" dirty="0">
                <a:solidFill>
                  <a:srgbClr val="A31515"/>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0FCBA717-9CCC-E582-9AD5-0BD4B28E0F5A}"/>
              </a:ext>
            </a:extLst>
          </p:cNvPr>
          <p:cNvSpPr txBox="1"/>
          <p:nvPr>
            <p:custDataLst>
              <p:tags r:id="rId10"/>
            </p:custDataLst>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cxnSp>
        <p:nvCxnSpPr>
          <p:cNvPr id="7" name="Straight Arrow Connector 6">
            <a:extLst>
              <a:ext uri="{FF2B5EF4-FFF2-40B4-BE49-F238E27FC236}">
                <a16:creationId xmlns:a16="http://schemas.microsoft.com/office/drawing/2014/main" id="{DF00CA29-CB8D-E775-A70D-52850554C362}"/>
              </a:ext>
            </a:extLst>
          </p:cNvPr>
          <p:cNvCxnSpPr>
            <a:cxnSpLocks/>
            <a:stCxn id="8" idx="2"/>
            <a:endCxn id="3" idx="0"/>
          </p:cNvCxnSpPr>
          <p:nvPr>
            <p:custDataLst>
              <p:tags r:id="rId11"/>
            </p:custDataLst>
          </p:nvPr>
        </p:nvCxnSpPr>
        <p:spPr>
          <a:xfrm>
            <a:off x="6096000" y="2556199"/>
            <a:ext cx="0" cy="6202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1195DDFC-51FA-D6DB-4B8E-E4B9CB728047}"/>
              </a:ext>
            </a:extLst>
          </p:cNvPr>
          <p:cNvSpPr txBox="1"/>
          <p:nvPr>
            <p:custDataLst>
              <p:tags r:id="rId12"/>
            </p:custDataLst>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custDataLst>
      <p:tags r:id="rId1"/>
    </p:custDataLst>
    <p:extLst>
      <p:ext uri="{BB962C8B-B14F-4D97-AF65-F5344CB8AC3E}">
        <p14:creationId xmlns:p14="http://schemas.microsoft.com/office/powerpoint/2010/main" val="906708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D9D588-D364-AF9C-5071-96FEC8DBE285}"/>
              </a:ext>
            </a:extLst>
          </p:cNvPr>
          <p:cNvSpPr>
            <a:spLocks noGrp="1"/>
          </p:cNvSpPr>
          <p:nvPr>
            <p:ph type="title"/>
            <p:custDataLst>
              <p:tags r:id="rId2"/>
            </p:custDataLst>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custDataLst>
              <p:tags r:id="rId3"/>
            </p:custDataLst>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pPr>
              <a:buSzPts val="100"/>
            </a:pPr>
            <a:r>
              <a:rPr lang="en-US" noProof="0" dirty="0">
                <a:solidFill>
                  <a:schemeClr val="tx1">
                    <a:alpha val="0"/>
                  </a:schemeClr>
                </a:solidFill>
              </a:rPr>
              <a:t>GPU</a:t>
            </a:r>
          </a:p>
          <a:p>
            <a:pPr marL="457200" lvl="1" indent="0">
              <a:buSzPts val="100"/>
              <a:buNone/>
            </a:pPr>
            <a:r>
              <a:rPr lang="en-US" noProof="0" dirty="0" err="1">
                <a:solidFill>
                  <a:srgbClr val="001080">
                    <a:alpha val="0"/>
                  </a:srgbClr>
                </a:solidFill>
                <a:latin typeface="Fira Code" panose="020B0809050000020004" pitchFamily="49" charset="0"/>
              </a:rPr>
              <a:t>cuda_traverser</a:t>
            </a:r>
            <a:r>
              <a:rPr lang="en-US" noProof="0" dirty="0">
                <a:solidFill>
                  <a:schemeClr val="tx1">
                    <a:alpha val="0"/>
                  </a:schemeClr>
                </a:solidFill>
                <a:latin typeface="Fira Code" panose="020B0809050000020004" pitchFamily="49" charset="0"/>
              </a:rPr>
              <a:t> = </a:t>
            </a:r>
            <a:r>
              <a:rPr lang="en-US" noProof="0" dirty="0" err="1">
                <a:solidFill>
                  <a:srgbClr val="795E26">
                    <a:alpha val="0"/>
                  </a:srgbClr>
                </a:solidFill>
                <a:latin typeface="Fira Code" panose="020B0809050000020004" pitchFamily="49" charset="0"/>
              </a:rPr>
              <a:t>cuda_threads</a:t>
            </a:r>
            <a:r>
              <a:rPr lang="en-US" sz="400" noProof="0" dirty="0">
                <a:solidFill>
                  <a:srgbClr val="795E26">
                    <a:alpha val="0"/>
                  </a:srgbClr>
                </a:solidFill>
                <a:latin typeface="Fira Code" panose="020B0809050000020004" pitchFamily="49" charset="0"/>
              </a:rPr>
              <a:t> </a:t>
            </a:r>
            <a:r>
              <a:rPr lang="en-US" noProof="0" dirty="0">
                <a:solidFill>
                  <a:schemeClr val="tx1">
                    <a:alpha val="0"/>
                  </a:schemeClr>
                </a:solidFill>
                <a:latin typeface="Fira Code" panose="020B0809050000020004" pitchFamily="49" charset="0"/>
              </a:rPr>
              <a:t>&lt;</a:t>
            </a:r>
            <a:r>
              <a:rPr lang="en-US" noProof="0" dirty="0">
                <a:solidFill>
                  <a:srgbClr val="FF0000">
                    <a:alpha val="0"/>
                  </a:srgbClr>
                </a:solidFill>
                <a:latin typeface="Fira Code" panose="020B0809050000020004" pitchFamily="49" charset="0"/>
              </a:rPr>
              <a:t>'</a:t>
            </a:r>
            <a:r>
              <a:rPr lang="en-US" noProof="0" dirty="0" err="1">
                <a:solidFill>
                  <a:srgbClr val="FF0000">
                    <a:alpha val="0"/>
                  </a:srgbClr>
                </a:solidFill>
                <a:latin typeface="Fira Code" panose="020B0809050000020004" pitchFamily="49" charset="0"/>
              </a:rPr>
              <a:t>t'</a:t>
            </a:r>
            <a:r>
              <a:rPr lang="en-US" noProof="0" dirty="0" err="1">
                <a:solidFill>
                  <a:schemeClr val="tx1">
                    <a:alpha val="0"/>
                  </a:schemeClr>
                </a:solidFill>
                <a:latin typeface="Fira Code" panose="020B0809050000020004" pitchFamily="49" charset="0"/>
              </a:rPr>
              <a:t>,</a:t>
            </a:r>
            <a:r>
              <a:rPr lang="en-US" noProof="0" dirty="0" err="1">
                <a:solidFill>
                  <a:srgbClr val="FF0000">
                    <a:alpha val="0"/>
                  </a:srgbClr>
                </a:solidFill>
                <a:latin typeface="Fira Code" panose="020B0809050000020004" pitchFamily="49" charset="0"/>
              </a:rPr>
              <a:t>'b</a:t>
            </a:r>
            <a:r>
              <a:rPr lang="en-US" noProof="0" dirty="0">
                <a:solidFill>
                  <a:srgbClr val="FF0000">
                    <a:alpha val="0"/>
                  </a:srgbClr>
                </a:solidFill>
                <a:latin typeface="Fira Code" panose="020B0809050000020004" pitchFamily="49" charset="0"/>
              </a:rPr>
              <a:t>'</a:t>
            </a:r>
            <a:r>
              <a:rPr lang="en-US" noProof="0" dirty="0">
                <a:solidFill>
                  <a:schemeClr val="tx1">
                    <a:alpha val="0"/>
                  </a:schemeClr>
                </a:solidFill>
                <a:latin typeface="Fira Code" panose="020B0809050000020004" pitchFamily="49" charset="0"/>
              </a:rPr>
              <a:t>&gt;</a:t>
            </a:r>
            <a:r>
              <a:rPr lang="en-US" sz="400" noProof="0" dirty="0">
                <a:solidFill>
                  <a:schemeClr val="tx1">
                    <a:alpha val="0"/>
                  </a:schemeClr>
                </a:solidFill>
                <a:latin typeface="Fira Code" panose="020B0809050000020004" pitchFamily="49" charset="0"/>
              </a:rPr>
              <a:t> </a:t>
            </a:r>
            <a:r>
              <a:rPr lang="en-US" noProof="0" dirty="0">
                <a:solidFill>
                  <a:schemeClr val="tx1">
                    <a:alpha val="0"/>
                  </a:schemeClr>
                </a:solidFill>
                <a:latin typeface="Fira Code" panose="020B0809050000020004" pitchFamily="49" charset="0"/>
              </a:rPr>
              <a:t>(</a:t>
            </a:r>
            <a:r>
              <a:rPr lang="en-US" noProof="0" dirty="0">
                <a:solidFill>
                  <a:srgbClr val="001080">
                    <a:alpha val="0"/>
                  </a:srgbClr>
                </a:solidFill>
                <a:latin typeface="Fira Code" panose="020B0809050000020004" pitchFamily="49" charset="0"/>
              </a:rPr>
              <a:t>traverser</a:t>
            </a:r>
            <a:r>
              <a:rPr lang="en-US" noProof="0" dirty="0">
                <a:solidFill>
                  <a:schemeClr val="tx1">
                    <a:alpha val="0"/>
                  </a:schemeClr>
                </a:solidFill>
                <a:latin typeface="Fira Code" panose="020B0809050000020004" pitchFamily="49" charset="0"/>
              </a:rPr>
              <a:t>)</a:t>
            </a:r>
          </a:p>
          <a:p>
            <a:pPr marL="457200" lvl="1" indent="0">
              <a:buSzPts val="100"/>
              <a:buNone/>
            </a:pPr>
            <a:r>
              <a:rPr lang="en-US" noProof="0" dirty="0" err="1">
                <a:solidFill>
                  <a:srgbClr val="001080">
                    <a:alpha val="0"/>
                  </a:srgbClr>
                </a:solidFill>
                <a:latin typeface="Fira Code" panose="020B0809050000020004" pitchFamily="49" charset="0"/>
              </a:rPr>
              <a:t>cuda_traverser</a:t>
            </a:r>
            <a:r>
              <a:rPr lang="en-US" noProof="0" dirty="0" err="1">
                <a:solidFill>
                  <a:schemeClr val="tx1">
                    <a:alpha val="0"/>
                  </a:schemeClr>
                </a:solidFill>
                <a:latin typeface="Fira Code" panose="020B0809050000020004" pitchFamily="49" charset="0"/>
              </a:rPr>
              <a:t>.</a:t>
            </a:r>
            <a:r>
              <a:rPr lang="en-US" noProof="0" dirty="0" err="1">
                <a:solidFill>
                  <a:srgbClr val="795E26">
                    <a:alpha val="0"/>
                  </a:srgbClr>
                </a:solidFill>
                <a:latin typeface="Fira Code" panose="020B0809050000020004" pitchFamily="49" charset="0"/>
              </a:rPr>
              <a:t>simple_run</a:t>
            </a:r>
            <a:r>
              <a:rPr lang="en-US" noProof="0" dirty="0">
                <a:solidFill>
                  <a:schemeClr val="tx1">
                    <a:alpha val="0"/>
                  </a:schemeClr>
                </a:solidFill>
                <a:latin typeface="Fira Code" panose="020B0809050000020004" pitchFamily="49" charset="0"/>
              </a:rPr>
              <a:t>(…)</a:t>
            </a: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custDataLst>
              <p:tags r:id="rId5"/>
            </p:custDataLst>
          </p:nvPr>
        </p:nvSpPr>
        <p:spPr/>
        <p:txBody>
          <a:bodyPr/>
          <a:lstStyle/>
          <a:p>
            <a:r>
              <a:rPr lang="en-US" noProof="0"/>
              <a:t>9</a:t>
            </a:r>
            <a:endParaRPr lang="en-US" noProof="0" dirty="0"/>
          </a:p>
        </p:txBody>
      </p:sp>
    </p:spTree>
    <p:custDataLst>
      <p:tags r:id="rId1"/>
    </p:custDataLst>
    <p:extLst>
      <p:ext uri="{BB962C8B-B14F-4D97-AF65-F5344CB8AC3E}">
        <p14:creationId xmlns:p14="http://schemas.microsoft.com/office/powerpoint/2010/main" val="2498984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2EF9E071-1389-EE9C-0095-6F47C9FA3FA8}"/>
              </a:ext>
            </a:extLst>
          </p:cNvPr>
          <p:cNvSpPr/>
          <p:nvPr>
            <p:custDataLst>
              <p:tags r:id="rId2"/>
            </p:custDataLst>
          </p:nvPr>
        </p:nvSpPr>
        <p:spPr>
          <a:xfrm>
            <a:off x="6365700" y="4813730"/>
            <a:ext cx="1636420" cy="326688"/>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4" name="Title 3">
            <a:extLst>
              <a:ext uri="{FF2B5EF4-FFF2-40B4-BE49-F238E27FC236}">
                <a16:creationId xmlns:a16="http://schemas.microsoft.com/office/drawing/2014/main" id="{1DD9D588-D364-AF9C-5071-96FEC8DBE285}"/>
              </a:ext>
            </a:extLst>
          </p:cNvPr>
          <p:cNvSpPr>
            <a:spLocks noGrp="1"/>
          </p:cNvSpPr>
          <p:nvPr>
            <p:ph type="title"/>
            <p:custDataLst>
              <p:tags r:id="rId3"/>
            </p:custDataLst>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custDataLst>
              <p:tags r:id="rId4"/>
            </p:custDataLst>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r>
              <a:rPr lang="en-US" noProof="0" dirty="0"/>
              <a:t>GPU</a:t>
            </a:r>
          </a:p>
          <a:p>
            <a:pPr marL="457200" lvl="1" indent="0">
              <a:buNone/>
            </a:pPr>
            <a:r>
              <a:rPr lang="en-US" noProof="0" dirty="0" err="1">
                <a:solidFill>
                  <a:srgbClr val="001080"/>
                </a:solidFill>
                <a:latin typeface="Fira Code" panose="020B0809050000020004" pitchFamily="49" charset="0"/>
              </a:rPr>
              <a:t>cuda_traverser</a:t>
            </a:r>
            <a:r>
              <a:rPr lang="en-US" noProof="0" dirty="0">
                <a:latin typeface="Fira Code" panose="020B0809050000020004" pitchFamily="49" charset="0"/>
              </a:rPr>
              <a:t> = </a:t>
            </a:r>
            <a:r>
              <a:rPr lang="en-US" noProof="0" dirty="0" err="1">
                <a:solidFill>
                  <a:srgbClr val="795E26"/>
                </a:solidFill>
                <a:latin typeface="Fira Code" panose="020B0809050000020004" pitchFamily="49" charset="0"/>
              </a:rPr>
              <a:t>cuda_threads</a:t>
            </a:r>
            <a:r>
              <a:rPr lang="en-US" sz="400" noProof="0" dirty="0">
                <a:solidFill>
                  <a:srgbClr val="795E26"/>
                </a:solidFill>
                <a:latin typeface="Fira Code" panose="020B0809050000020004" pitchFamily="49" charset="0"/>
              </a:rPr>
              <a:t> </a:t>
            </a:r>
            <a:r>
              <a:rPr lang="en-US" noProof="0" dirty="0">
                <a:latin typeface="Fira Code" panose="020B0809050000020004" pitchFamily="49" charset="0"/>
              </a:rPr>
              <a:t>&lt;</a:t>
            </a:r>
            <a:r>
              <a:rPr lang="en-US" noProof="0" dirty="0">
                <a:solidFill>
                  <a:srgbClr val="FF0000"/>
                </a:solidFill>
                <a:latin typeface="Fira Code" panose="020B0809050000020004" pitchFamily="49" charset="0"/>
              </a:rPr>
              <a:t>'</a:t>
            </a:r>
            <a:r>
              <a:rPr lang="en-US" noProof="0" dirty="0" err="1">
                <a:solidFill>
                  <a:srgbClr val="FF0000"/>
                </a:solidFill>
                <a:latin typeface="Fira Code" panose="020B0809050000020004" pitchFamily="49" charset="0"/>
              </a:rPr>
              <a:t>t'</a:t>
            </a:r>
            <a:r>
              <a:rPr lang="en-US" noProof="0" dirty="0" err="1">
                <a:latin typeface="Fira Code" panose="020B0809050000020004" pitchFamily="49" charset="0"/>
              </a:rPr>
              <a:t>,</a:t>
            </a:r>
            <a:r>
              <a:rPr lang="en-US" noProof="0" dirty="0" err="1">
                <a:solidFill>
                  <a:srgbClr val="FF0000"/>
                </a:solidFill>
                <a:latin typeface="Fira Code" panose="020B0809050000020004" pitchFamily="49" charset="0"/>
              </a:rPr>
              <a:t>'b</a:t>
            </a:r>
            <a:r>
              <a:rPr lang="en-US" noProof="0" dirty="0">
                <a:solidFill>
                  <a:srgbClr val="FF0000"/>
                </a:solidFill>
                <a:latin typeface="Fira Code" panose="020B0809050000020004" pitchFamily="49" charset="0"/>
              </a:rPr>
              <a:t>'</a:t>
            </a:r>
            <a:r>
              <a:rPr lang="en-US" noProof="0" dirty="0">
                <a:latin typeface="Fira Code" panose="020B0809050000020004" pitchFamily="49" charset="0"/>
              </a:rPr>
              <a:t>&gt;</a:t>
            </a:r>
            <a:r>
              <a:rPr lang="en-US" sz="400" noProof="0" dirty="0">
                <a:latin typeface="Fira Code" panose="020B0809050000020004" pitchFamily="49" charset="0"/>
              </a:rPr>
              <a:t> </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a:t>
            </a:r>
          </a:p>
          <a:p>
            <a:pPr marL="457200" lvl="1" indent="0">
              <a:buNone/>
            </a:pPr>
            <a:r>
              <a:rPr lang="en-US" noProof="0" dirty="0" err="1">
                <a:solidFill>
                  <a:srgbClr val="001080"/>
                </a:solidFill>
                <a:latin typeface="Fira Code" panose="020B0809050000020004" pitchFamily="49" charset="0"/>
              </a:rPr>
              <a:t>cuda_traverser</a:t>
            </a:r>
            <a:r>
              <a:rPr lang="en-US" noProof="0" dirty="0" err="1">
                <a:latin typeface="Fira Code" panose="020B0809050000020004" pitchFamily="49" charset="0"/>
              </a:rPr>
              <a:t>.</a:t>
            </a:r>
            <a:r>
              <a:rPr lang="en-US" noProof="0" dirty="0" err="1">
                <a:solidFill>
                  <a:srgbClr val="795E26"/>
                </a:solidFill>
                <a:latin typeface="Fira Code" panose="020B0809050000020004" pitchFamily="49" charset="0"/>
              </a:rPr>
              <a:t>simple_run</a:t>
            </a:r>
            <a:r>
              <a:rPr lang="en-US" noProof="0" dirty="0">
                <a:latin typeface="Fira Code" panose="020B0809050000020004" pitchFamily="49" charset="0"/>
              </a:rPr>
              <a:t>(…)</a:t>
            </a:r>
            <a:endParaRPr lang="en-US" noProof="0" dirty="0">
              <a:solidFill>
                <a:srgbClr val="001080"/>
              </a:solidFill>
              <a:latin typeface="Fira Code" panose="020B0809050000020004" pitchFamily="49" charset="0"/>
            </a:endParaRP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custDataLst>
              <p:tags r:id="rId6"/>
            </p:custDataLst>
          </p:nvPr>
        </p:nvSpPr>
        <p:spPr/>
        <p:txBody>
          <a:bodyPr/>
          <a:lstStyle/>
          <a:p>
            <a:r>
              <a:rPr lang="en-US" noProof="0"/>
              <a:t>9</a:t>
            </a:r>
            <a:endParaRPr lang="en-US" noProof="0" dirty="0"/>
          </a:p>
        </p:txBody>
      </p:sp>
    </p:spTree>
    <p:custDataLst>
      <p:tags r:id="rId1"/>
    </p:custDataLst>
    <p:extLst>
      <p:ext uri="{BB962C8B-B14F-4D97-AF65-F5344CB8AC3E}">
        <p14:creationId xmlns:p14="http://schemas.microsoft.com/office/powerpoint/2010/main" val="3346170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91B7BB-BC4C-DBA7-B522-2D603B3BF5B1}"/>
              </a:ext>
            </a:extLst>
          </p:cNvPr>
          <p:cNvPicPr>
            <a:picLocks noChangeAspect="1"/>
          </p:cNvPicPr>
          <p:nvPr/>
        </p:nvPicPr>
        <p:blipFill>
          <a:blip r:embed="rId4"/>
          <a:stretch>
            <a:fillRect/>
          </a:stretch>
        </p:blipFill>
        <p:spPr>
          <a:xfrm>
            <a:off x="1984828" y="1291017"/>
            <a:ext cx="8222343" cy="5138960"/>
          </a:xfrm>
          <a:prstGeom prst="rect">
            <a:avLst/>
          </a:prstGeom>
        </p:spPr>
      </p:pic>
      <p:sp>
        <p:nvSpPr>
          <p:cNvPr id="2" name="Title 1">
            <a:extLst>
              <a:ext uri="{FF2B5EF4-FFF2-40B4-BE49-F238E27FC236}">
                <a16:creationId xmlns:a16="http://schemas.microsoft.com/office/drawing/2014/main" id="{19C5CD64-6486-850E-0A2A-48532AE26434}"/>
              </a:ext>
            </a:extLst>
          </p:cNvPr>
          <p:cNvSpPr>
            <a:spLocks noGrp="1"/>
          </p:cNvSpPr>
          <p:nvPr>
            <p:ph type="title"/>
          </p:nvPr>
        </p:nvSpPr>
        <p:spPr/>
        <p:txBody>
          <a:bodyPr/>
          <a:lstStyle/>
          <a:p>
            <a:r>
              <a:rPr lang="en-US" noProof="0" dirty="0"/>
              <a:t>No measurable runtime overhead</a:t>
            </a:r>
          </a:p>
        </p:txBody>
      </p:sp>
      <p:sp>
        <p:nvSpPr>
          <p:cNvPr id="3" name="Date Placeholder 2">
            <a:extLst>
              <a:ext uri="{FF2B5EF4-FFF2-40B4-BE49-F238E27FC236}">
                <a16:creationId xmlns:a16="http://schemas.microsoft.com/office/drawing/2014/main" id="{D4D7C34B-EFD9-4F73-1FB8-ECD089B16A5C}"/>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C7F7263E-02F8-A021-8D87-59864096B5E6}"/>
              </a:ext>
            </a:extLst>
          </p:cNvPr>
          <p:cNvSpPr>
            <a:spLocks noGrp="1"/>
          </p:cNvSpPr>
          <p:nvPr>
            <p:ph type="sldNum" sz="quarter" idx="12"/>
          </p:nvPr>
        </p:nvSpPr>
        <p:spPr/>
        <p:txBody>
          <a:bodyPr/>
          <a:lstStyle/>
          <a:p>
            <a:r>
              <a:rPr lang="en-US" noProof="0"/>
              <a:t>10</a:t>
            </a:r>
            <a:endParaRPr lang="en-US" noProof="0" dirty="0"/>
          </a:p>
        </p:txBody>
      </p:sp>
      <p:sp>
        <p:nvSpPr>
          <p:cNvPr id="6" name="TextBox 5">
            <a:extLst>
              <a:ext uri="{FF2B5EF4-FFF2-40B4-BE49-F238E27FC236}">
                <a16:creationId xmlns:a16="http://schemas.microsoft.com/office/drawing/2014/main" id="{C48EE12D-A54F-6CFD-63D4-ED8425AA5254}"/>
              </a:ext>
            </a:extLst>
          </p:cNvPr>
          <p:cNvSpPr txBox="1"/>
          <p:nvPr/>
        </p:nvSpPr>
        <p:spPr>
          <a:xfrm>
            <a:off x="5072321" y="6378080"/>
            <a:ext cx="2047355" cy="461665"/>
          </a:xfrm>
          <a:prstGeom prst="rect">
            <a:avLst/>
          </a:prstGeom>
          <a:noFill/>
        </p:spPr>
        <p:txBody>
          <a:bodyPr wrap="none" rtlCol="0">
            <a:spAutoFit/>
          </a:bodyPr>
          <a:lstStyle/>
          <a:p>
            <a:pPr algn="ctr"/>
            <a:r>
              <a:rPr lang="en-US" sz="2400" noProof="0" dirty="0"/>
              <a:t>Serial runtime</a:t>
            </a:r>
          </a:p>
        </p:txBody>
      </p:sp>
      <p:sp>
        <p:nvSpPr>
          <p:cNvPr id="10" name="TextBox 9">
            <a:extLst>
              <a:ext uri="{FF2B5EF4-FFF2-40B4-BE49-F238E27FC236}">
                <a16:creationId xmlns:a16="http://schemas.microsoft.com/office/drawing/2014/main" id="{5C94ADD4-4CFC-E812-3B36-B6402C655DF5}"/>
              </a:ext>
            </a:extLst>
          </p:cNvPr>
          <p:cNvSpPr txBox="1"/>
          <p:nvPr/>
        </p:nvSpPr>
        <p:spPr>
          <a:xfrm>
            <a:off x="5072321" y="965353"/>
            <a:ext cx="2302302"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Tree>
    <p:custDataLst>
      <p:tags r:id="rId1"/>
    </p:custDataLst>
    <p:extLst>
      <p:ext uri="{BB962C8B-B14F-4D97-AF65-F5344CB8AC3E}">
        <p14:creationId xmlns:p14="http://schemas.microsoft.com/office/powerpoint/2010/main" val="52204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4B52-9DD9-A429-012A-A49C5D8E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04940-8761-D376-5D89-223EF87A2B46}"/>
              </a:ext>
            </a:extLst>
          </p:cNvPr>
          <p:cNvSpPr>
            <a:spLocks noGrp="1"/>
          </p:cNvSpPr>
          <p:nvPr>
            <p:ph type="title"/>
          </p:nvPr>
        </p:nvSpPr>
        <p:spPr/>
        <p:txBody>
          <a:bodyPr/>
          <a:lstStyle/>
          <a:p>
            <a:r>
              <a:rPr lang="en-US" noProof="0" dirty="0"/>
              <a:t>Parallel computation</a:t>
            </a:r>
          </a:p>
        </p:txBody>
      </p:sp>
      <p:sp>
        <p:nvSpPr>
          <p:cNvPr id="3" name="Date Placeholder 2">
            <a:extLst>
              <a:ext uri="{FF2B5EF4-FFF2-40B4-BE49-F238E27FC236}">
                <a16:creationId xmlns:a16="http://schemas.microsoft.com/office/drawing/2014/main" id="{4FFBC0BB-6204-6A99-7FFA-79E9F93FE637}"/>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837290D-EEA3-A479-2D49-8B742B58976D}"/>
              </a:ext>
            </a:extLst>
          </p:cNvPr>
          <p:cNvSpPr>
            <a:spLocks noGrp="1"/>
          </p:cNvSpPr>
          <p:nvPr>
            <p:ph type="sldNum" sz="quarter" idx="12"/>
          </p:nvPr>
        </p:nvSpPr>
        <p:spPr/>
        <p:txBody>
          <a:bodyPr/>
          <a:lstStyle/>
          <a:p>
            <a:r>
              <a:rPr lang="en-US" noProof="0"/>
              <a:t>11</a:t>
            </a:r>
            <a:endParaRPr lang="en-US" noProof="0" dirty="0"/>
          </a:p>
        </p:txBody>
      </p:sp>
      <p:sp>
        <p:nvSpPr>
          <p:cNvPr id="10" name="TextBox 9">
            <a:extLst>
              <a:ext uri="{FF2B5EF4-FFF2-40B4-BE49-F238E27FC236}">
                <a16:creationId xmlns:a16="http://schemas.microsoft.com/office/drawing/2014/main" id="{8F4ACCF0-5C1C-5E73-7132-0B2A17F92827}"/>
              </a:ext>
            </a:extLst>
          </p:cNvPr>
          <p:cNvSpPr txBox="1"/>
          <p:nvPr/>
        </p:nvSpPr>
        <p:spPr>
          <a:xfrm>
            <a:off x="3695213" y="1134007"/>
            <a:ext cx="2127171"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
        <p:nvSpPr>
          <p:cNvPr id="11" name="Right Brace 10">
            <a:extLst>
              <a:ext uri="{FF2B5EF4-FFF2-40B4-BE49-F238E27FC236}">
                <a16:creationId xmlns:a16="http://schemas.microsoft.com/office/drawing/2014/main" id="{A39CFA25-A759-FD09-8613-F03A145A7D85}"/>
              </a:ext>
            </a:extLst>
          </p:cNvPr>
          <p:cNvSpPr/>
          <p:nvPr/>
        </p:nvSpPr>
        <p:spPr>
          <a:xfrm rot="16200000">
            <a:off x="4663077" y="-1118335"/>
            <a:ext cx="191445" cy="554068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9" name="Picture 8">
            <a:extLst>
              <a:ext uri="{FF2B5EF4-FFF2-40B4-BE49-F238E27FC236}">
                <a16:creationId xmlns:a16="http://schemas.microsoft.com/office/drawing/2014/main" id="{D61DA4FA-2AF0-0F8F-FB51-4B45F895D17D}"/>
              </a:ext>
            </a:extLst>
          </p:cNvPr>
          <p:cNvPicPr>
            <a:picLocks noChangeAspect="1"/>
          </p:cNvPicPr>
          <p:nvPr/>
        </p:nvPicPr>
        <p:blipFill>
          <a:blip r:embed="rId4"/>
          <a:stretch>
            <a:fillRect/>
          </a:stretch>
        </p:blipFill>
        <p:spPr>
          <a:xfrm>
            <a:off x="1377582" y="1747731"/>
            <a:ext cx="2599332" cy="4417175"/>
          </a:xfrm>
          <a:prstGeom prst="rect">
            <a:avLst/>
          </a:prstGeom>
        </p:spPr>
      </p:pic>
      <p:pic>
        <p:nvPicPr>
          <p:cNvPr id="12" name="Picture 11">
            <a:extLst>
              <a:ext uri="{FF2B5EF4-FFF2-40B4-BE49-F238E27FC236}">
                <a16:creationId xmlns:a16="http://schemas.microsoft.com/office/drawing/2014/main" id="{D6CEF4D3-5BA9-BD97-BEB4-6E66A3F6E546}"/>
              </a:ext>
            </a:extLst>
          </p:cNvPr>
          <p:cNvPicPr>
            <a:picLocks noChangeAspect="1"/>
          </p:cNvPicPr>
          <p:nvPr/>
        </p:nvPicPr>
        <p:blipFill>
          <a:blip r:embed="rId5"/>
          <a:stretch>
            <a:fillRect/>
          </a:stretch>
        </p:blipFill>
        <p:spPr>
          <a:xfrm>
            <a:off x="4929810" y="1747731"/>
            <a:ext cx="2599332" cy="4417173"/>
          </a:xfrm>
          <a:prstGeom prst="rect">
            <a:avLst/>
          </a:prstGeom>
        </p:spPr>
      </p:pic>
      <p:pic>
        <p:nvPicPr>
          <p:cNvPr id="13" name="Picture 12">
            <a:extLst>
              <a:ext uri="{FF2B5EF4-FFF2-40B4-BE49-F238E27FC236}">
                <a16:creationId xmlns:a16="http://schemas.microsoft.com/office/drawing/2014/main" id="{1929BE2B-B750-862E-E7F8-E5055850943F}"/>
              </a:ext>
            </a:extLst>
          </p:cNvPr>
          <p:cNvPicPr>
            <a:picLocks noChangeAspect="1"/>
          </p:cNvPicPr>
          <p:nvPr/>
        </p:nvPicPr>
        <p:blipFill>
          <a:blip r:embed="rId6"/>
          <a:stretch>
            <a:fillRect/>
          </a:stretch>
        </p:blipFill>
        <p:spPr>
          <a:xfrm>
            <a:off x="8215088" y="1751360"/>
            <a:ext cx="2599330" cy="4417170"/>
          </a:xfrm>
          <a:prstGeom prst="rect">
            <a:avLst/>
          </a:prstGeom>
        </p:spPr>
      </p:pic>
      <p:sp>
        <p:nvSpPr>
          <p:cNvPr id="14" name="TextBox 13">
            <a:extLst>
              <a:ext uri="{FF2B5EF4-FFF2-40B4-BE49-F238E27FC236}">
                <a16:creationId xmlns:a16="http://schemas.microsoft.com/office/drawing/2014/main" id="{F6688653-755E-3CE2-5C89-C6F464C4D86D}"/>
              </a:ext>
            </a:extLst>
          </p:cNvPr>
          <p:cNvSpPr txBox="1"/>
          <p:nvPr/>
        </p:nvSpPr>
        <p:spPr>
          <a:xfrm>
            <a:off x="2314048" y="6125517"/>
            <a:ext cx="1337226" cy="461665"/>
          </a:xfrm>
          <a:prstGeom prst="rect">
            <a:avLst/>
          </a:prstGeom>
          <a:noFill/>
        </p:spPr>
        <p:txBody>
          <a:bodyPr wrap="none" rtlCol="0">
            <a:spAutoFit/>
          </a:bodyPr>
          <a:lstStyle/>
          <a:p>
            <a:pPr algn="ctr"/>
            <a:r>
              <a:rPr lang="en-US" sz="2400" noProof="0" dirty="0"/>
              <a:t>OpenMP</a:t>
            </a:r>
          </a:p>
        </p:txBody>
      </p:sp>
      <p:sp>
        <p:nvSpPr>
          <p:cNvPr id="17" name="TextBox 16">
            <a:extLst>
              <a:ext uri="{FF2B5EF4-FFF2-40B4-BE49-F238E27FC236}">
                <a16:creationId xmlns:a16="http://schemas.microsoft.com/office/drawing/2014/main" id="{667B5F2B-0CBE-6E78-3B10-333B35B0B297}"/>
              </a:ext>
            </a:extLst>
          </p:cNvPr>
          <p:cNvSpPr txBox="1"/>
          <p:nvPr/>
        </p:nvSpPr>
        <p:spPr>
          <a:xfrm>
            <a:off x="6216107" y="6077247"/>
            <a:ext cx="704039" cy="461665"/>
          </a:xfrm>
          <a:prstGeom prst="rect">
            <a:avLst/>
          </a:prstGeom>
          <a:noFill/>
        </p:spPr>
        <p:txBody>
          <a:bodyPr wrap="none" rtlCol="0">
            <a:spAutoFit/>
          </a:bodyPr>
          <a:lstStyle/>
          <a:p>
            <a:pPr algn="ctr"/>
            <a:r>
              <a:rPr lang="en-US" sz="2400" noProof="0" dirty="0"/>
              <a:t>TBB</a:t>
            </a:r>
          </a:p>
        </p:txBody>
      </p:sp>
      <p:sp>
        <p:nvSpPr>
          <p:cNvPr id="19" name="TextBox 18">
            <a:extLst>
              <a:ext uri="{FF2B5EF4-FFF2-40B4-BE49-F238E27FC236}">
                <a16:creationId xmlns:a16="http://schemas.microsoft.com/office/drawing/2014/main" id="{20442BAB-9C7C-A7E7-E003-E192B24A9990}"/>
              </a:ext>
            </a:extLst>
          </p:cNvPr>
          <p:cNvSpPr txBox="1"/>
          <p:nvPr/>
        </p:nvSpPr>
        <p:spPr>
          <a:xfrm>
            <a:off x="9484980" y="6125516"/>
            <a:ext cx="994439" cy="461665"/>
          </a:xfrm>
          <a:prstGeom prst="rect">
            <a:avLst/>
          </a:prstGeom>
          <a:noFill/>
        </p:spPr>
        <p:txBody>
          <a:bodyPr wrap="none" rtlCol="0">
            <a:spAutoFit/>
          </a:bodyPr>
          <a:lstStyle/>
          <a:p>
            <a:pPr algn="ctr"/>
            <a:r>
              <a:rPr lang="en-US" sz="2400" noProof="0" dirty="0"/>
              <a:t>CUDA</a:t>
            </a:r>
          </a:p>
        </p:txBody>
      </p:sp>
      <p:sp>
        <p:nvSpPr>
          <p:cNvPr id="15" name="TextBox 14">
            <a:extLst>
              <a:ext uri="{FF2B5EF4-FFF2-40B4-BE49-F238E27FC236}">
                <a16:creationId xmlns:a16="http://schemas.microsoft.com/office/drawing/2014/main" id="{2E799F0C-B061-4025-3DCB-D375FEAC5ADD}"/>
              </a:ext>
            </a:extLst>
          </p:cNvPr>
          <p:cNvSpPr txBox="1"/>
          <p:nvPr/>
        </p:nvSpPr>
        <p:spPr>
          <a:xfrm>
            <a:off x="8365923" y="1092101"/>
            <a:ext cx="2721384" cy="461665"/>
          </a:xfrm>
          <a:prstGeom prst="rect">
            <a:avLst/>
          </a:prstGeom>
          <a:noFill/>
        </p:spPr>
        <p:txBody>
          <a:bodyPr wrap="square" rtlCol="0" anchor="b">
            <a:spAutoFit/>
          </a:bodyPr>
          <a:lstStyle/>
          <a:p>
            <a:pPr algn="ctr"/>
            <a:r>
              <a:rPr lang="en-US" sz="2400" noProof="0" dirty="0" err="1"/>
              <a:t>PolyBench</a:t>
            </a:r>
            <a:r>
              <a:rPr lang="en-US" sz="2400" noProof="0" dirty="0"/>
              <a:t>/GPU</a:t>
            </a:r>
          </a:p>
        </p:txBody>
      </p:sp>
    </p:spTree>
    <p:custDataLst>
      <p:tags r:id="rId1"/>
    </p:custDataLst>
    <p:extLst>
      <p:ext uri="{BB962C8B-B14F-4D97-AF65-F5344CB8AC3E}">
        <p14:creationId xmlns:p14="http://schemas.microsoft.com/office/powerpoint/2010/main" val="471930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8"/>
          <a:stretch>
            <a:fillRect/>
          </a:stretch>
        </p:blipFill>
        <p:spPr>
          <a:xfrm>
            <a:off x="93090" y="1394231"/>
            <a:ext cx="10180320" cy="4113183"/>
          </a:xfrm>
          <a:prstGeom prst="rect">
            <a:avLst/>
          </a:prstGeom>
        </p:spPr>
      </p:pic>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3"/>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5"/>
            </p:custDataLst>
          </p:nvPr>
        </p:nvSpPr>
        <p:spPr/>
        <p:txBody>
          <a:bodyPr/>
          <a:lstStyle/>
          <a:p>
            <a:r>
              <a:rPr lang="en-US" noProof="0"/>
              <a:t>12</a:t>
            </a:r>
            <a:endParaRPr lang="en-US" noProof="0" dirty="0"/>
          </a:p>
        </p:txBody>
      </p:sp>
    </p:spTree>
    <p:custDataLst>
      <p:tags r:id="rId1"/>
    </p:custDataLst>
    <p:extLst>
      <p:ext uri="{BB962C8B-B14F-4D97-AF65-F5344CB8AC3E}">
        <p14:creationId xmlns:p14="http://schemas.microsoft.com/office/powerpoint/2010/main" val="1741836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17"/>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4"/>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5"/>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6"/>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7"/>
            </p:custDataLst>
          </p:nvPr>
        </p:nvSpPr>
        <p:spPr/>
        <p:txBody>
          <a:bodyPr/>
          <a:lstStyle/>
          <a:p>
            <a:r>
              <a:rPr lang="en-US" noProof="0"/>
              <a:t>12</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8"/>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9"/>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0"/>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1"/>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12"/>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13"/>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14"/>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65489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1"/>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6"/>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8"/>
            </p:custDataLst>
          </p:nvPr>
        </p:nvSpPr>
        <p:spPr/>
        <p:txBody>
          <a:bodyPr/>
          <a:lstStyle/>
          <a:p>
            <a:r>
              <a:rPr lang="en-US" noProof="0"/>
              <a:t>12</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9"/>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0"/>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1"/>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2"/>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3"/>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4"/>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15"/>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16"/>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17"/>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18"/>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2340958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6"/>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custDataLst>
              <p:tags r:id="rId6"/>
            </p:custDataLst>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7"/>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9"/>
            </p:custDataLst>
          </p:nvPr>
        </p:nvSpPr>
        <p:spPr/>
        <p:txBody>
          <a:bodyPr/>
          <a:lstStyle/>
          <a:p>
            <a:r>
              <a:rPr lang="en-US" noProof="0"/>
              <a:t>12</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10"/>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1"/>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2"/>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custDataLst>
              <p:tags r:id="rId13"/>
            </p:custDataLst>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custDataLst>
              <p:tags r:id="rId14"/>
            </p:custDataLst>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5"/>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6"/>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C1EB5605-1755-DC29-A293-2C533F0575EC}"/>
              </a:ext>
            </a:extLst>
          </p:cNvPr>
          <p:cNvCxnSpPr/>
          <p:nvPr>
            <p:custDataLst>
              <p:tags r:id="rId17"/>
            </p:custDataLst>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custDataLst>
              <p:tags r:id="rId18"/>
            </p:custDataLst>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9"/>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20"/>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21"/>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22"/>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23"/>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3605560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8"/>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custDataLst>
              <p:tags r:id="rId6"/>
            </p:custDataLst>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7"/>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8"/>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9"/>
            </p:custDataLst>
          </p:nvPr>
        </p:nvSpPr>
        <p:spPr/>
        <p:txBody>
          <a:bodyPr/>
          <a:lstStyle/>
          <a:p>
            <a:r>
              <a:rPr lang="en-US" noProof="0"/>
              <a:t>12</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10"/>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1"/>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2"/>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custDataLst>
              <p:tags r:id="rId13"/>
            </p:custDataLst>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custDataLst>
              <p:tags r:id="rId14"/>
            </p:custDataLst>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5"/>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6"/>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
        <p:nvSpPr>
          <p:cNvPr id="31" name="TextBox 30">
            <a:extLst>
              <a:ext uri="{FF2B5EF4-FFF2-40B4-BE49-F238E27FC236}">
                <a16:creationId xmlns:a16="http://schemas.microsoft.com/office/drawing/2014/main" id="{CF6AD224-7830-5869-6729-C63C5D8E0FFF}"/>
              </a:ext>
            </a:extLst>
          </p:cNvPr>
          <p:cNvSpPr txBox="1"/>
          <p:nvPr>
            <p:custDataLst>
              <p:tags r:id="rId17"/>
            </p:custDataLst>
          </p:nvPr>
        </p:nvSpPr>
        <p:spPr>
          <a:xfrm>
            <a:off x="3784386" y="6214865"/>
            <a:ext cx="2104438"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800" dirty="0"/>
              <a:t>+ Flexibility</a:t>
            </a:r>
          </a:p>
        </p:txBody>
      </p:sp>
      <p:sp>
        <p:nvSpPr>
          <p:cNvPr id="32" name="TextBox 31">
            <a:extLst>
              <a:ext uri="{FF2B5EF4-FFF2-40B4-BE49-F238E27FC236}">
                <a16:creationId xmlns:a16="http://schemas.microsoft.com/office/drawing/2014/main" id="{77520BB6-B4CA-E0DE-29CF-16475D0921A2}"/>
              </a:ext>
            </a:extLst>
          </p:cNvPr>
          <p:cNvSpPr txBox="1"/>
          <p:nvPr>
            <p:custDataLst>
              <p:tags r:id="rId18"/>
            </p:custDataLst>
          </p:nvPr>
        </p:nvSpPr>
        <p:spPr>
          <a:xfrm>
            <a:off x="6303178" y="6221520"/>
            <a:ext cx="221114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 Type safety</a:t>
            </a:r>
          </a:p>
        </p:txBody>
      </p:sp>
      <p:cxnSp>
        <p:nvCxnSpPr>
          <p:cNvPr id="47" name="Straight Connector 46">
            <a:extLst>
              <a:ext uri="{FF2B5EF4-FFF2-40B4-BE49-F238E27FC236}">
                <a16:creationId xmlns:a16="http://schemas.microsoft.com/office/drawing/2014/main" id="{C1EB5605-1755-DC29-A293-2C533F0575EC}"/>
              </a:ext>
            </a:extLst>
          </p:cNvPr>
          <p:cNvCxnSpPr/>
          <p:nvPr>
            <p:custDataLst>
              <p:tags r:id="rId19"/>
            </p:custDataLst>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custDataLst>
              <p:tags r:id="rId20"/>
            </p:custDataLst>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21"/>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22"/>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23"/>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24"/>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25"/>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37331851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Tree>
    <p:custDataLst>
      <p:tags r:id="rId1"/>
    </p:custDataLst>
    <p:extLst>
      <p:ext uri="{BB962C8B-B14F-4D97-AF65-F5344CB8AC3E}">
        <p14:creationId xmlns:p14="http://schemas.microsoft.com/office/powerpoint/2010/main" val="20424377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7"/>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Tree>
    <p:custDataLst>
      <p:tags r:id="rId1"/>
    </p:custDataLst>
    <p:extLst>
      <p:ext uri="{BB962C8B-B14F-4D97-AF65-F5344CB8AC3E}">
        <p14:creationId xmlns:p14="http://schemas.microsoft.com/office/powerpoint/2010/main" val="3335368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8"/>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9"/>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0"/>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Tree>
    <p:custDataLst>
      <p:tags r:id="rId1"/>
    </p:custDataLst>
    <p:extLst>
      <p:ext uri="{BB962C8B-B14F-4D97-AF65-F5344CB8AC3E}">
        <p14:creationId xmlns:p14="http://schemas.microsoft.com/office/powerpoint/2010/main" val="3832274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9"/>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0"/>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1"/>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Tree>
    <p:custDataLst>
      <p:tags r:id="rId1"/>
    </p:custDataLst>
    <p:extLst>
      <p:ext uri="{BB962C8B-B14F-4D97-AF65-F5344CB8AC3E}">
        <p14:creationId xmlns:p14="http://schemas.microsoft.com/office/powerpoint/2010/main" val="24732081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9"/>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0"/>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1"/>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custDataLst>
              <p:tags r:id="rId12"/>
            </p:custDataLst>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custDataLst>
              <p:tags r:id="rId13"/>
            </p:custDataLst>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custDataLst>
      <p:tags r:id="rId1"/>
    </p:custDataLst>
    <p:extLst>
      <p:ext uri="{BB962C8B-B14F-4D97-AF65-F5344CB8AC3E}">
        <p14:creationId xmlns:p14="http://schemas.microsoft.com/office/powerpoint/2010/main" val="3744765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13</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1" name="Right Brace 10">
            <a:extLst>
              <a:ext uri="{FF2B5EF4-FFF2-40B4-BE49-F238E27FC236}">
                <a16:creationId xmlns:a16="http://schemas.microsoft.com/office/drawing/2014/main" id="{0E210CDB-EAA6-0C9F-CAB9-B16CAFD1D4A6}"/>
              </a:ext>
            </a:extLst>
          </p:cNvPr>
          <p:cNvSpPr/>
          <p:nvPr>
            <p:custDataLst>
              <p:tags r:id="rId9"/>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3" name="TextBox 12">
            <a:extLst>
              <a:ext uri="{FF2B5EF4-FFF2-40B4-BE49-F238E27FC236}">
                <a16:creationId xmlns:a16="http://schemas.microsoft.com/office/drawing/2014/main" id="{41D587DC-555E-F024-2296-A3954C42F0E6}"/>
              </a:ext>
            </a:extLst>
          </p:cNvPr>
          <p:cNvSpPr txBox="1"/>
          <p:nvPr>
            <p:custDataLst>
              <p:tags r:id="rId10"/>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11"/>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2"/>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3"/>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custDataLst>
              <p:tags r:id="rId14"/>
            </p:custDataLst>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custDataLst>
              <p:tags r:id="rId15"/>
            </p:custDataLst>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custDataLst>
      <p:tags r:id="rId1"/>
    </p:custDataLst>
    <p:extLst>
      <p:ext uri="{BB962C8B-B14F-4D97-AF65-F5344CB8AC3E}">
        <p14:creationId xmlns:p14="http://schemas.microsoft.com/office/powerpoint/2010/main" val="12955763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custDataLst>
              <p:tags r:id="rId2"/>
            </p:custDataLst>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custDataLst>
              <p:tags r:id="rId3"/>
            </p:custDataLst>
          </p:nvPr>
        </p:nvPicPr>
        <p:blipFill>
          <a:blip r:embed="rId18">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custDataLst>
              <p:tags r:id="rId5"/>
            </p:custDataLst>
          </p:nvPr>
        </p:nvSpPr>
        <p:spPr/>
        <p:txBody>
          <a:bodyPr/>
          <a:lstStyle/>
          <a:p>
            <a:r>
              <a:rPr lang="en-US" noProof="0"/>
              <a:t>14</a:t>
            </a:r>
            <a:endParaRPr lang="en-US" noProof="0" dirty="0"/>
          </a:p>
        </p:txBody>
      </p:sp>
      <p:sp>
        <p:nvSpPr>
          <p:cNvPr id="15" name="Arrow: Down 14">
            <a:extLst>
              <a:ext uri="{FF2B5EF4-FFF2-40B4-BE49-F238E27FC236}">
                <a16:creationId xmlns:a16="http://schemas.microsoft.com/office/drawing/2014/main" id="{71F4EF2F-6E0C-390A-B96B-78A98DF8198D}"/>
              </a:ext>
            </a:extLst>
          </p:cNvPr>
          <p:cNvSpPr/>
          <p:nvPr>
            <p:custDataLst>
              <p:tags r:id="rId6"/>
            </p:custDataLst>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custDataLst>
              <p:tags r:id="rId7"/>
            </p:custDataLst>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custDataLst>
              <p:tags r:id="rId8"/>
            </p:custDataLst>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custDataLst>
              <p:tags r:id="rId9"/>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custDataLst>
              <p:tags r:id="rId10"/>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custDataLst>
              <p:tags r:id="rId11"/>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custDataLst>
              <p:tags r:id="rId12"/>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custDataLst>
              <p:tags r:id="rId13"/>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custDataLst>
              <p:tags r:id="rId14"/>
            </p:custDataLst>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custDataLst>
              <p:tags r:id="rId15"/>
            </p:custDataLst>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custDataLst>
      <p:tags r:id="rId1"/>
    </p:custDataLst>
    <p:extLst>
      <p:ext uri="{BB962C8B-B14F-4D97-AF65-F5344CB8AC3E}">
        <p14:creationId xmlns:p14="http://schemas.microsoft.com/office/powerpoint/2010/main" val="208285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custDataLst>
              <p:tags r:id="rId2"/>
            </p:custDataLst>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custDataLst>
              <p:tags r:id="rId3"/>
            </p:custDataLst>
          </p:nvPr>
        </p:nvPicPr>
        <p:blipFill>
          <a:blip r:embed="rId24">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pic>
        <p:nvPicPr>
          <p:cNvPr id="17" name="Picture 16" descr="OpenTuner - An extensible framework for program autotuning">
            <a:extLst>
              <a:ext uri="{FF2B5EF4-FFF2-40B4-BE49-F238E27FC236}">
                <a16:creationId xmlns:a16="http://schemas.microsoft.com/office/drawing/2014/main" id="{FE3C7D25-A0C7-30BA-2165-6EA2D87D81BB}"/>
              </a:ext>
            </a:extLst>
          </p:cNvPr>
          <p:cNvPicPr>
            <a:picLocks noChangeAspect="1"/>
          </p:cNvPicPr>
          <p:nvPr>
            <p:custDataLst>
              <p:tags r:id="rId4"/>
            </p:custDataLst>
          </p:nvPr>
        </p:nvPicPr>
        <p:blipFill>
          <a:blip r:embed="rId25"/>
          <a:stretch>
            <a:fillRect/>
          </a:stretch>
        </p:blipFill>
        <p:spPr>
          <a:xfrm>
            <a:off x="9640027" y="5107245"/>
            <a:ext cx="2455817" cy="842437"/>
          </a:xfrm>
          <a:prstGeom prst="rect">
            <a:avLst/>
          </a:prstGeom>
        </p:spPr>
      </p:pic>
      <p:pic>
        <p:nvPicPr>
          <p:cNvPr id="18" name="Picture 17" descr="Optuna: A hyperparameter optimization framework — Optuna 4.9.0 documentation">
            <a:extLst>
              <a:ext uri="{FF2B5EF4-FFF2-40B4-BE49-F238E27FC236}">
                <a16:creationId xmlns:a16="http://schemas.microsoft.com/office/drawing/2014/main" id="{276F9629-B02B-A507-E094-FF65209AF28B}"/>
              </a:ext>
            </a:extLst>
          </p:cNvPr>
          <p:cNvPicPr>
            <a:picLocks noChangeAspect="1"/>
          </p:cNvPicPr>
          <p:nvPr>
            <p:custDataLst>
              <p:tags r:id="rId5"/>
            </p:custDataLst>
          </p:nvPr>
        </p:nvPicPr>
        <p:blipFill>
          <a:blip r:embed="rId26"/>
          <a:stretch>
            <a:fillRect/>
          </a:stretch>
        </p:blipFill>
        <p:spPr>
          <a:xfrm>
            <a:off x="9640027" y="4293832"/>
            <a:ext cx="2455817" cy="515722"/>
          </a:xfrm>
          <a:prstGeom prst="rect">
            <a:avLst/>
          </a:prstGeom>
        </p:spPr>
      </p:pic>
      <p:pic>
        <p:nvPicPr>
          <p:cNvPr id="19" name="Picture 18" descr="Auto-Tuning Framework (ATF) · GitHub">
            <a:extLst>
              <a:ext uri="{FF2B5EF4-FFF2-40B4-BE49-F238E27FC236}">
                <a16:creationId xmlns:a16="http://schemas.microsoft.com/office/drawing/2014/main" id="{C5F993FA-C874-B590-DD09-C0C58ACA9323}"/>
              </a:ext>
            </a:extLst>
          </p:cNvPr>
          <p:cNvPicPr>
            <a:picLocks noChangeAspect="1"/>
          </p:cNvPicPr>
          <p:nvPr>
            <p:custDataLst>
              <p:tags r:id="rId6"/>
            </p:custDataLst>
          </p:nvPr>
        </p:nvPicPr>
        <p:blipFill>
          <a:blip r:embed="rId27"/>
          <a:srcRect/>
          <a:stretch>
            <a:fillRect/>
          </a:stretch>
        </p:blipFill>
        <p:spPr>
          <a:xfrm>
            <a:off x="10048422" y="2962990"/>
            <a:ext cx="1099238" cy="1099238"/>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custDataLst>
              <p:tags r:id="rId8"/>
            </p:custDataLst>
          </p:nvPr>
        </p:nvSpPr>
        <p:spPr/>
        <p:txBody>
          <a:bodyPr/>
          <a:lstStyle/>
          <a:p>
            <a:r>
              <a:rPr lang="en-US" noProof="0"/>
              <a:t>14</a:t>
            </a:r>
            <a:endParaRPr lang="en-US" noProof="0" dirty="0"/>
          </a:p>
        </p:txBody>
      </p:sp>
      <p:cxnSp>
        <p:nvCxnSpPr>
          <p:cNvPr id="21" name="Straight Arrow Connector 20">
            <a:extLst>
              <a:ext uri="{FF2B5EF4-FFF2-40B4-BE49-F238E27FC236}">
                <a16:creationId xmlns:a16="http://schemas.microsoft.com/office/drawing/2014/main" id="{080E3B3C-6DC3-23E1-F613-5CB890D9FCC4}"/>
              </a:ext>
            </a:extLst>
          </p:cNvPr>
          <p:cNvCxnSpPr>
            <a:cxnSpLocks/>
            <a:endCxn id="19" idx="1"/>
          </p:cNvCxnSpPr>
          <p:nvPr>
            <p:custDataLst>
              <p:tags r:id="rId9"/>
            </p:custDataLst>
          </p:nvPr>
        </p:nvCxnSpPr>
        <p:spPr>
          <a:xfrm flipV="1">
            <a:off x="8831481" y="3512609"/>
            <a:ext cx="1216941" cy="9935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A3FB999-0F83-3972-3202-236033B9D716}"/>
              </a:ext>
            </a:extLst>
          </p:cNvPr>
          <p:cNvCxnSpPr>
            <a:cxnSpLocks/>
            <a:endCxn id="18" idx="1"/>
          </p:cNvCxnSpPr>
          <p:nvPr>
            <p:custDataLst>
              <p:tags r:id="rId10"/>
            </p:custDataLst>
          </p:nvPr>
        </p:nvCxnSpPr>
        <p:spPr>
          <a:xfrm>
            <a:off x="8831481" y="4534677"/>
            <a:ext cx="808546" cy="170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AB5D227-F743-8DE9-B931-2D340212DED2}"/>
              </a:ext>
            </a:extLst>
          </p:cNvPr>
          <p:cNvCxnSpPr>
            <a:cxnSpLocks/>
            <a:endCxn id="17" idx="1"/>
          </p:cNvCxnSpPr>
          <p:nvPr>
            <p:custDataLst>
              <p:tags r:id="rId11"/>
            </p:custDataLst>
          </p:nvPr>
        </p:nvCxnSpPr>
        <p:spPr>
          <a:xfrm>
            <a:off x="8831481" y="4551693"/>
            <a:ext cx="808546" cy="9767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Arrow: Down 14">
            <a:extLst>
              <a:ext uri="{FF2B5EF4-FFF2-40B4-BE49-F238E27FC236}">
                <a16:creationId xmlns:a16="http://schemas.microsoft.com/office/drawing/2014/main" id="{71F4EF2F-6E0C-390A-B96B-78A98DF8198D}"/>
              </a:ext>
            </a:extLst>
          </p:cNvPr>
          <p:cNvSpPr/>
          <p:nvPr>
            <p:custDataLst>
              <p:tags r:id="rId12"/>
            </p:custDataLst>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custDataLst>
              <p:tags r:id="rId13"/>
            </p:custDataLst>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custDataLst>
              <p:tags r:id="rId14"/>
            </p:custDataLst>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custDataLst>
              <p:tags r:id="rId15"/>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custDataLst>
              <p:tags r:id="rId16"/>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custDataLst>
              <p:tags r:id="rId17"/>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custDataLst>
              <p:tags r:id="rId18"/>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custDataLst>
              <p:tags r:id="rId19"/>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custDataLst>
              <p:tags r:id="rId20"/>
            </p:custDataLst>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custDataLst>
              <p:tags r:id="rId21"/>
            </p:custDataLst>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custDataLst>
      <p:tags r:id="rId1"/>
    </p:custDataLst>
    <p:extLst>
      <p:ext uri="{BB962C8B-B14F-4D97-AF65-F5344CB8AC3E}">
        <p14:creationId xmlns:p14="http://schemas.microsoft.com/office/powerpoint/2010/main" val="3140518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3"/>
            </p:custDataLst>
          </p:nvPr>
        </p:nvSpPr>
        <p:spPr/>
        <p:txBody>
          <a:bodyPr/>
          <a:lstStyle/>
          <a:p>
            <a:r>
              <a:rPr lang="en-US" noProof="0" dirty="0"/>
              <a:t>Distributed initialization using MPI</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5"/>
            </p:custDataLst>
          </p:nvPr>
        </p:nvSpPr>
        <p:spPr/>
        <p:txBody>
          <a:bodyPr/>
          <a:lstStyle/>
          <a:p>
            <a:r>
              <a:rPr lang="en-US" noProof="0"/>
              <a:t>15</a:t>
            </a:r>
            <a:endParaRPr lang="en-US" noProof="0" dirty="0"/>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6"/>
            </p:custDataLst>
          </p:nvPr>
        </p:nvPicPr>
        <p:blipFill>
          <a:blip>
            <a:extLst>
              <a:ext uri="{96DAC541-7B7A-43D3-8B79-37D633B846F1}">
                <asvg:svgBlip xmlns:asvg="http://schemas.microsoft.com/office/drawing/2016/SVG/main" r:embed="rId24"/>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7"/>
            </p:custDataLst>
          </p:nvPr>
        </p:nvPicPr>
        <p:blipFill>
          <a:blip>
            <a:extLst>
              <a:ext uri="{96DAC541-7B7A-43D3-8B79-37D633B846F1}">
                <asvg:svgBlip xmlns:asvg="http://schemas.microsoft.com/office/drawing/2016/SVG/main" r:embed="rId25"/>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8"/>
            </p:custDataLst>
          </p:nvPr>
        </p:nvPicPr>
        <p:blipFill>
          <a:blip>
            <a:extLst>
              <a:ext uri="{96DAC541-7B7A-43D3-8B79-37D633B846F1}">
                <asvg:svgBlip xmlns:asvg="http://schemas.microsoft.com/office/drawing/2016/SVG/main" r:embed="rId26"/>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1"/>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1"/>
                </p:custDataLst>
              </p:nvPr>
            </p:nvSpPr>
            <p:spPr>
              <a:xfrm>
                <a:off x="2848591" y="4397966"/>
                <a:ext cx="1567391" cy="369332"/>
              </a:xfrm>
              <a:prstGeom prst="rect">
                <a:avLst/>
              </a:prstGeom>
              <a:blipFill>
                <a:blip r:embed="rId29"/>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2"/>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2"/>
                </p:custDataLst>
              </p:nvPr>
            </p:nvSpPr>
            <p:spPr>
              <a:xfrm>
                <a:off x="1033705" y="2614207"/>
                <a:ext cx="1567391" cy="369332"/>
              </a:xfrm>
              <a:prstGeom prst="rect">
                <a:avLst/>
              </a:prstGeom>
              <a:blipFill>
                <a:blip r:embed="rId3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3"/>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4"/>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5"/>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6"/>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17"/>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18"/>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19"/>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0"/>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1"/>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693331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3"/>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4"/>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6"/>
            </p:custDataLst>
          </p:nvPr>
        </p:nvSpPr>
        <p:spPr/>
        <p:txBody>
          <a:bodyPr/>
          <a:lstStyle/>
          <a:p>
            <a:r>
              <a:rPr lang="en-US" noProof="0"/>
              <a:t>15</a:t>
            </a:r>
            <a:endParaRPr lang="en-US" noProof="0" dirty="0"/>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7"/>
            </p:custDataLst>
          </p:nvPr>
        </p:nvPicPr>
        <p:blipFill>
          <a:blip>
            <a:extLst>
              <a:ext uri="{96DAC541-7B7A-43D3-8B79-37D633B846F1}">
                <asvg:svgBlip xmlns:asvg="http://schemas.microsoft.com/office/drawing/2016/SVG/main" r:embed="rId25"/>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8"/>
            </p:custDataLst>
          </p:nvPr>
        </p:nvPicPr>
        <p:blipFill>
          <a:blip>
            <a:extLst>
              <a:ext uri="{96DAC541-7B7A-43D3-8B79-37D633B846F1}">
                <asvg:svgBlip xmlns:asvg="http://schemas.microsoft.com/office/drawing/2016/SVG/main" r:embed="rId26"/>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2"/>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2"/>
                </p:custDataLst>
              </p:nvPr>
            </p:nvSpPr>
            <p:spPr>
              <a:xfrm>
                <a:off x="2848591" y="4397966"/>
                <a:ext cx="1567391" cy="369332"/>
              </a:xfrm>
              <a:prstGeom prst="rect">
                <a:avLst/>
              </a:prstGeom>
              <a:blipFill>
                <a:blip r:embed="rId30"/>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3"/>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3"/>
                </p:custDataLst>
              </p:nvPr>
            </p:nvSpPr>
            <p:spPr>
              <a:xfrm>
                <a:off x="1033705" y="2614207"/>
                <a:ext cx="1567391" cy="369332"/>
              </a:xfrm>
              <a:prstGeom prst="rect">
                <a:avLst/>
              </a:prstGeom>
              <a:blipFill>
                <a:blip r:embed="rId3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4"/>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5"/>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6"/>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7"/>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18"/>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19"/>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0"/>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1"/>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2"/>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99514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SzPts val="100"/>
              <a:buNone/>
            </a:pPr>
            <a:r>
              <a:rPr lang="en-US" sz="2000" dirty="0">
                <a:solidFill>
                  <a:srgbClr val="267F99">
                    <a:alpha val="0"/>
                  </a:srgbClr>
                </a:solidFill>
                <a:latin typeface="Fira Code" panose="020B0809050000020004" pitchFamily="49" charset="0"/>
              </a:rPr>
              <a:t>auto Tile</a:t>
            </a:r>
            <a:r>
              <a:rPr lang="en-US" sz="2000" dirty="0">
                <a:solidFill>
                  <a:srgbClr val="000000">
                    <a:alpha val="0"/>
                  </a:srgbClr>
                </a:solidFill>
                <a:latin typeface="Fira Code" panose="020B0809050000020004" pitchFamily="49" charset="0"/>
              </a:rPr>
              <a:t> = …</a:t>
            </a:r>
          </a:p>
          <a:p>
            <a:pPr>
              <a:lnSpc>
                <a:spcPct val="113095"/>
              </a:lnSpc>
              <a:buSzPts val="100"/>
              <a:buNone/>
            </a:pPr>
            <a:r>
              <a:rPr lang="en-US" sz="2000" dirty="0" err="1">
                <a:solidFill>
                  <a:srgbClr val="001080">
                    <a:alpha val="0"/>
                  </a:srgbClr>
                </a:solidFill>
                <a:latin typeface="Fira Code" panose="020B0809050000020004" pitchFamily="49" charset="0"/>
              </a:rPr>
              <a:t>MPItrav</a:t>
            </a:r>
            <a:r>
              <a:rPr lang="en-US" sz="2000" dirty="0" err="1">
                <a:solidFill>
                  <a:srgbClr val="000000">
                    <a:alpha val="0"/>
                  </a:srgbClr>
                </a:solidFill>
                <a:latin typeface="Fira Code" panose="020B0809050000020004" pitchFamily="49" charset="0"/>
              </a:rPr>
              <a:t>.</a:t>
            </a:r>
            <a:r>
              <a:rPr lang="en-US" sz="2000" dirty="0" err="1">
                <a:solidFill>
                  <a:srgbClr val="795E26">
                    <a:alpha val="0"/>
                  </a:srgbClr>
                </a:solidFill>
                <a:latin typeface="Fira Code" panose="020B0809050000020004" pitchFamily="49" charset="0"/>
              </a:rPr>
              <a:t>for_each</a:t>
            </a:r>
            <a:r>
              <a:rPr lang="en-US" sz="2000" dirty="0">
                <a:solidFill>
                  <a:srgbClr val="000000">
                    <a:alpha val="0"/>
                  </a:srgbClr>
                </a:solidFill>
                <a:latin typeface="Fira Code" panose="020B0809050000020004" pitchFamily="49" charset="0"/>
              </a:rPr>
              <a:t>([&amp;](</a:t>
            </a:r>
            <a:r>
              <a:rPr lang="en-US" sz="2000" dirty="0">
                <a:solidFill>
                  <a:srgbClr val="267F99">
                    <a:alpha val="0"/>
                  </a:srgbClr>
                </a:solidFill>
                <a:latin typeface="Fira Code" panose="020B0809050000020004" pitchFamily="49" charset="0"/>
              </a:rPr>
              <a:t>auto</a:t>
            </a:r>
            <a:r>
              <a:rPr lang="en-US" sz="2000" dirty="0">
                <a:solidFill>
                  <a:srgbClr val="000000">
                    <a:alpha val="0"/>
                  </a:srgbClr>
                </a:solidFill>
                <a:latin typeface="Fira Code" panose="020B0809050000020004" pitchFamily="49" charset="0"/>
              </a:rPr>
              <a:t> </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 {</a:t>
            </a:r>
          </a:p>
          <a:p>
            <a:pPr>
              <a:lnSpc>
                <a:spcPct val="113095"/>
              </a:lnSpc>
              <a:buSzPts val="100"/>
              <a:buNone/>
            </a:pP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 = </a:t>
            </a:r>
            <a:r>
              <a:rPr lang="en-US" sz="2000" dirty="0" err="1">
                <a:solidFill>
                  <a:srgbClr val="795E26">
                    <a:alpha val="0"/>
                  </a:srgbClr>
                </a:solidFill>
                <a:latin typeface="Fira Code" panose="020B0809050000020004" pitchFamily="49" charset="0"/>
              </a:rPr>
              <a:t>init</a:t>
            </a:r>
            <a:r>
              <a:rPr lang="en-US" sz="2000" dirty="0">
                <a:solidFill>
                  <a:srgbClr val="000000">
                    <a:alpha val="0"/>
                  </a:srgbClr>
                </a:solidFill>
                <a:latin typeface="Fira Code" panose="020B0809050000020004" pitchFamily="49" charset="0"/>
              </a:rPr>
              <a:t>(</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a:t>
            </a:r>
          </a:p>
          <a:p>
            <a:pPr>
              <a:lnSpc>
                <a:spcPct val="113095"/>
              </a:lnSpc>
              <a:buSzPts val="100"/>
              <a:buNone/>
            </a:pPr>
            <a:r>
              <a:rPr lang="en-US" sz="2000" dirty="0">
                <a:solidFill>
                  <a:srgbClr val="000000">
                    <a:alpha val="0"/>
                  </a:srgbClr>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buSzPts val="100"/>
            </a:pPr>
            <a:r>
              <a:rPr lang="en-US" sz="2000" dirty="0">
                <a:solidFill>
                  <a:srgbClr val="795E26">
                    <a:alpha val="0"/>
                  </a:srgbClr>
                </a:solidFill>
                <a:latin typeface="Fira Code" panose="020B0809050000020004" pitchFamily="49" charset="0"/>
              </a:rPr>
              <a:t>gather</a:t>
            </a:r>
            <a:r>
              <a:rPr lang="en-US" sz="2000" dirty="0">
                <a:solidFill>
                  <a:srgbClr val="000000">
                    <a:alpha val="0"/>
                  </a:srgbClr>
                </a:solidFill>
                <a:latin typeface="Fira Code" panose="020B0809050000020004" pitchFamily="49" charset="0"/>
              </a:rPr>
              <a:t>(</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Data</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root</a:t>
            </a:r>
            <a:r>
              <a:rPr lang="en-US" sz="2000" dirty="0">
                <a:solidFill>
                  <a:srgbClr val="000000">
                    <a:alpha val="0"/>
                  </a:srgbClr>
                </a:solidFill>
                <a:latin typeface="Fira Code" panose="020B0809050000020004" pitchFamily="49" charset="0"/>
              </a:rPr>
              <a:t>, </a:t>
            </a:r>
            <a:r>
              <a:rPr lang="en-US" sz="2000" dirty="0" err="1">
                <a:solidFill>
                  <a:srgbClr val="001080">
                    <a:alpha val="0"/>
                  </a:srgbClr>
                </a:solidFill>
                <a:latin typeface="Fira Code" panose="020B0809050000020004" pitchFamily="49" charset="0"/>
              </a:rPr>
              <a:t>MPItrav</a:t>
            </a:r>
            <a:r>
              <a:rPr lang="en-US" sz="2000" dirty="0">
                <a:solidFill>
                  <a:srgbClr val="000000">
                    <a:alpha val="0"/>
                  </a:srgbClr>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018129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buSzPts val="100"/>
            </a:pPr>
            <a:r>
              <a:rPr lang="en-US" sz="2000" dirty="0">
                <a:solidFill>
                  <a:srgbClr val="795E26">
                    <a:alpha val="0"/>
                  </a:srgbClr>
                </a:solidFill>
                <a:latin typeface="Fira Code" panose="020B0809050000020004" pitchFamily="49" charset="0"/>
              </a:rPr>
              <a:t>gather</a:t>
            </a:r>
            <a:r>
              <a:rPr lang="en-US" sz="2000" dirty="0">
                <a:solidFill>
                  <a:srgbClr val="000000">
                    <a:alpha val="0"/>
                  </a:srgbClr>
                </a:solidFill>
                <a:latin typeface="Fira Code" panose="020B0809050000020004" pitchFamily="49" charset="0"/>
              </a:rPr>
              <a:t>(</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Data</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root</a:t>
            </a:r>
            <a:r>
              <a:rPr lang="en-US" sz="2000" dirty="0">
                <a:solidFill>
                  <a:srgbClr val="000000">
                    <a:alpha val="0"/>
                  </a:srgbClr>
                </a:solidFill>
                <a:latin typeface="Fira Code" panose="020B0809050000020004" pitchFamily="49" charset="0"/>
              </a:rPr>
              <a:t>, </a:t>
            </a:r>
            <a:r>
              <a:rPr lang="en-US" sz="2000" dirty="0" err="1">
                <a:solidFill>
                  <a:srgbClr val="001080">
                    <a:alpha val="0"/>
                  </a:srgbClr>
                </a:solidFill>
                <a:latin typeface="Fira Code" panose="020B0809050000020004" pitchFamily="49" charset="0"/>
              </a:rPr>
              <a:t>MPItrav</a:t>
            </a:r>
            <a:r>
              <a:rPr lang="en-US" sz="2000" dirty="0">
                <a:solidFill>
                  <a:srgbClr val="000000">
                    <a:alpha val="0"/>
                  </a:srgbClr>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11147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pPr>
            <a:r>
              <a:rPr lang="en-US" sz="2000" dirty="0">
                <a:solidFill>
                  <a:srgbClr val="795E26"/>
                </a:solidFill>
                <a:latin typeface="Fira Code" panose="020B0809050000020004" pitchFamily="49" charset="0"/>
              </a:rPr>
              <a:t>gather</a:t>
            </a:r>
            <a:r>
              <a:rPr lang="en-US" sz="2000" dirty="0">
                <a:solidFill>
                  <a:srgbClr val="000000"/>
                </a:solidFill>
                <a:latin typeface="Fira Code" panose="020B0809050000020004" pitchFamily="49" charset="0"/>
              </a:rPr>
              <a:t>(</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Data</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root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MPItrav</a:t>
            </a:r>
            <a:r>
              <a:rPr lang="en-US" sz="2000" dirty="0">
                <a:solidFill>
                  <a:srgbClr val="000000"/>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462285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3" name="TextBox 12">
            <a:extLst>
              <a:ext uri="{FF2B5EF4-FFF2-40B4-BE49-F238E27FC236}">
                <a16:creationId xmlns:a16="http://schemas.microsoft.com/office/drawing/2014/main" id="{439C9CAD-9E1E-7EC1-4429-D017CA1092E1}"/>
              </a:ext>
            </a:extLst>
          </p:cNvPr>
          <p:cNvSpPr txBox="1"/>
          <p:nvPr>
            <p:custDataLst>
              <p:tags r:id="rId6"/>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7"/>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8"/>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C246AED9-F132-9733-D20A-38A72DC05DB0}"/>
              </a:ext>
            </a:extLst>
          </p:cNvPr>
          <p:cNvSpPr txBox="1"/>
          <p:nvPr>
            <p:custDataLst>
              <p:tags r:id="rId9"/>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262" name="Group 261">
            <a:extLst>
              <a:ext uri="{FF2B5EF4-FFF2-40B4-BE49-F238E27FC236}">
                <a16:creationId xmlns:a16="http://schemas.microsoft.com/office/drawing/2014/main" id="{E3BFC522-F1EF-2168-0CD0-4D620EEFE5BA}"/>
              </a:ext>
            </a:extLst>
          </p:cNvPr>
          <p:cNvGrpSpPr/>
          <p:nvPr>
            <p:custDataLst>
              <p:tags r:id="rId10"/>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1"/>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4432161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custDataLst>
              <p:tags r:id="rId6"/>
            </p:custDataLst>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custDataLst>
              <p:tags r:id="rId7"/>
            </p:custDataLst>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custDataLst>
              <p:tags r:id="rId8"/>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9"/>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10"/>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custDataLst>
              <p:tags r:id="rId11"/>
            </p:custDataLst>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custDataLst>
              <p:tags r:id="rId12"/>
            </p:custDataLst>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custDataLst>
              <p:tags r:id="rId13"/>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247" name="Group 246">
            <a:extLst>
              <a:ext uri="{FF2B5EF4-FFF2-40B4-BE49-F238E27FC236}">
                <a16:creationId xmlns:a16="http://schemas.microsoft.com/office/drawing/2014/main" id="{39546144-54F9-8B96-CF33-3E5BF0E44AE0}"/>
              </a:ext>
            </a:extLst>
          </p:cNvPr>
          <p:cNvGrpSpPr/>
          <p:nvPr>
            <p:custDataLst>
              <p:tags r:id="rId14"/>
            </p:custDataLst>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custDataLst>
              <p:tags r:id="rId15"/>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6"/>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9096006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custDataLst>
              <p:tags r:id="rId6"/>
            </p:custDataLst>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custDataLst>
              <p:tags r:id="rId7"/>
            </p:custDataLst>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custDataLst>
              <p:tags r:id="rId8"/>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9"/>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10"/>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custDataLst>
              <p:tags r:id="rId11"/>
            </p:custDataLst>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custDataLst>
              <p:tags r:id="rId12"/>
            </p:custDataLst>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custDataLst>
              <p:tags r:id="rId13"/>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12" name="Group 11">
            <a:extLst>
              <a:ext uri="{FF2B5EF4-FFF2-40B4-BE49-F238E27FC236}">
                <a16:creationId xmlns:a16="http://schemas.microsoft.com/office/drawing/2014/main" id="{91C5C1F7-6962-E74A-2AAE-EC3FFFDE66D5}"/>
              </a:ext>
            </a:extLst>
          </p:cNvPr>
          <p:cNvGrpSpPr/>
          <p:nvPr>
            <p:custDataLst>
              <p:tags r:id="rId14"/>
            </p:custDataLst>
          </p:nvPr>
        </p:nvGrpSpPr>
        <p:grpSpPr>
          <a:xfrm>
            <a:off x="8023316" y="1515849"/>
            <a:ext cx="2743200" cy="912635"/>
            <a:chOff x="8661401" y="1810235"/>
            <a:chExt cx="2743200" cy="912635"/>
          </a:xfrm>
        </p:grpSpPr>
        <p:sp>
          <p:nvSpPr>
            <p:cNvPr id="5" name="Speech Bubble: Rectangle with Corners Rounded 4">
              <a:extLst>
                <a:ext uri="{FF2B5EF4-FFF2-40B4-BE49-F238E27FC236}">
                  <a16:creationId xmlns:a16="http://schemas.microsoft.com/office/drawing/2014/main" id="{3B3954D8-6618-8968-9344-B52E3B2C2D66}"/>
                </a:ext>
              </a:extLst>
            </p:cNvPr>
            <p:cNvSpPr/>
            <p:nvPr/>
          </p:nvSpPr>
          <p:spPr>
            <a:xfrm>
              <a:off x="8934595" y="1810235"/>
              <a:ext cx="2470005" cy="898064"/>
            </a:xfrm>
            <a:prstGeom prst="wedgeRoundRectCallout">
              <a:avLst>
                <a:gd name="adj1" fmla="val 26744"/>
                <a:gd name="adj2" fmla="val 179316"/>
                <a:gd name="adj3" fmla="val 16667"/>
              </a:avLst>
            </a:prstGeom>
            <a:solidFill>
              <a:srgbClr val="8EC8F0"/>
            </a:soli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sp>
          <p:nvSpPr>
            <p:cNvPr id="10" name="Speech Bubble: Rectangle with Corners Rounded 9">
              <a:extLst>
                <a:ext uri="{FF2B5EF4-FFF2-40B4-BE49-F238E27FC236}">
                  <a16:creationId xmlns:a16="http://schemas.microsoft.com/office/drawing/2014/main" id="{A64B26CC-455A-7502-D576-5F3D0CEC1479}"/>
                </a:ext>
              </a:extLst>
            </p:cNvPr>
            <p:cNvSpPr/>
            <p:nvPr/>
          </p:nvSpPr>
          <p:spPr>
            <a:xfrm>
              <a:off x="8661401" y="1812471"/>
              <a:ext cx="2743200" cy="898064"/>
            </a:xfrm>
            <a:prstGeom prst="wedgeRoundRectCallout">
              <a:avLst>
                <a:gd name="adj1" fmla="val -59905"/>
                <a:gd name="adj2" fmla="val -45335"/>
                <a:gd name="adj3" fmla="val 16667"/>
              </a:avLst>
            </a:prstGeom>
            <a:gradFill>
              <a:gsLst>
                <a:gs pos="0">
                  <a:srgbClr val="AFD8F7"/>
                </a:gs>
                <a:gs pos="50000">
                  <a:srgbClr val="A2CDEE"/>
                </a:gs>
                <a:gs pos="100000">
                  <a:srgbClr val="8CC8F0"/>
                </a:gs>
              </a:gsLst>
            </a:gra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noProof="0" dirty="0"/>
                <a:t>Same for </a:t>
              </a:r>
              <a:r>
                <a:rPr lang="en-US" sz="2000" noProof="0" dirty="0" err="1">
                  <a:solidFill>
                    <a:srgbClr val="795E26"/>
                  </a:solidFill>
                  <a:latin typeface="Fira Code" panose="020B0809050000020004" pitchFamily="49" charset="0"/>
                </a:rPr>
                <a:t>bcast</a:t>
              </a:r>
              <a:r>
                <a:rPr lang="en-US" sz="2000" noProof="0" dirty="0"/>
                <a:t>, </a:t>
              </a:r>
              <a:r>
                <a:rPr lang="en-US" sz="2000" noProof="0" dirty="0">
                  <a:solidFill>
                    <a:srgbClr val="795E26"/>
                  </a:solidFill>
                  <a:latin typeface="Fira Code" panose="020B0809050000020004" pitchFamily="49" charset="0"/>
                </a:rPr>
                <a:t>scatter</a:t>
              </a:r>
              <a:r>
                <a:rPr lang="en-US" sz="2000" noProof="0" dirty="0"/>
                <a:t>, </a:t>
              </a:r>
              <a:r>
                <a:rPr lang="en-US" sz="2000" noProof="0" dirty="0">
                  <a:solidFill>
                    <a:srgbClr val="795E26"/>
                  </a:solidFill>
                  <a:latin typeface="Fira Code" panose="020B0809050000020004" pitchFamily="49" charset="0"/>
                </a:rPr>
                <a:t>gather</a:t>
              </a:r>
              <a:r>
                <a:rPr lang="en-US" sz="2000" noProof="0" dirty="0"/>
                <a:t>, …</a:t>
              </a:r>
            </a:p>
          </p:txBody>
        </p:sp>
        <p:sp>
          <p:nvSpPr>
            <p:cNvPr id="11" name="Rectangle: Rounded Corners 10">
              <a:extLst>
                <a:ext uri="{FF2B5EF4-FFF2-40B4-BE49-F238E27FC236}">
                  <a16:creationId xmlns:a16="http://schemas.microsoft.com/office/drawing/2014/main" id="{F41680C2-ADEE-FD1D-982B-41B9FF5E4258}"/>
                </a:ext>
              </a:extLst>
            </p:cNvPr>
            <p:cNvSpPr/>
            <p:nvPr/>
          </p:nvSpPr>
          <p:spPr>
            <a:xfrm>
              <a:off x="10358748" y="2621961"/>
              <a:ext cx="653208" cy="100909"/>
            </a:xfrm>
            <a:prstGeom prst="roundRect">
              <a:avLst>
                <a:gd name="adj" fmla="val 50000"/>
              </a:avLst>
            </a:prstGeom>
            <a:solidFill>
              <a:srgbClr val="8EC8F0"/>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grpSp>
      <p:grpSp>
        <p:nvGrpSpPr>
          <p:cNvPr id="247" name="Group 246">
            <a:extLst>
              <a:ext uri="{FF2B5EF4-FFF2-40B4-BE49-F238E27FC236}">
                <a16:creationId xmlns:a16="http://schemas.microsoft.com/office/drawing/2014/main" id="{39546144-54F9-8B96-CF33-3E5BF0E44AE0}"/>
              </a:ext>
            </a:extLst>
          </p:cNvPr>
          <p:cNvGrpSpPr/>
          <p:nvPr>
            <p:custDataLst>
              <p:tags r:id="rId15"/>
            </p:custDataLst>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custDataLst>
              <p:tags r:id="rId16"/>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7"/>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37781344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9E796-E8D3-B4A5-DE7B-322F63386F74}"/>
              </a:ext>
            </a:extLst>
          </p:cNvPr>
          <p:cNvSpPr>
            <a:spLocks noGrp="1"/>
          </p:cNvSpPr>
          <p:nvPr>
            <p:ph type="title"/>
          </p:nvPr>
        </p:nvSpPr>
        <p:spPr/>
        <p:txBody>
          <a:bodyPr/>
          <a:lstStyle/>
          <a:p>
            <a:r>
              <a:rPr lang="en-US" noProof="0" dirty="0"/>
              <a:t>Support for layout-agnostic data distribution</a:t>
            </a:r>
          </a:p>
        </p:txBody>
      </p:sp>
      <p:sp>
        <p:nvSpPr>
          <p:cNvPr id="3" name="Date Placeholder 2">
            <a:extLst>
              <a:ext uri="{FF2B5EF4-FFF2-40B4-BE49-F238E27FC236}">
                <a16:creationId xmlns:a16="http://schemas.microsoft.com/office/drawing/2014/main" id="{E10A9B0C-32AC-B4DC-D921-8746913B5E36}"/>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AB163094-AC61-E3F3-BAF8-AC409B2B6F0A}"/>
              </a:ext>
            </a:extLst>
          </p:cNvPr>
          <p:cNvSpPr>
            <a:spLocks noGrp="1"/>
          </p:cNvSpPr>
          <p:nvPr>
            <p:ph type="sldNum" sz="quarter" idx="12"/>
          </p:nvPr>
        </p:nvSpPr>
        <p:spPr/>
        <p:txBody>
          <a:bodyPr/>
          <a:lstStyle/>
          <a:p>
            <a:r>
              <a:rPr lang="en-US" noProof="0"/>
              <a:t>17</a:t>
            </a:r>
            <a:endParaRPr lang="en-US" noProof="0" dirty="0"/>
          </a:p>
        </p:txBody>
      </p:sp>
      <p:pic>
        <p:nvPicPr>
          <p:cNvPr id="8" name="Picture 7">
            <a:extLst>
              <a:ext uri="{FF2B5EF4-FFF2-40B4-BE49-F238E27FC236}">
                <a16:creationId xmlns:a16="http://schemas.microsoft.com/office/drawing/2014/main" id="{E0FCA7EC-7437-CC15-6D3A-990AAB3DDAFA}"/>
              </a:ext>
            </a:extLst>
          </p:cNvPr>
          <p:cNvPicPr>
            <a:picLocks noChangeAspect="1"/>
          </p:cNvPicPr>
          <p:nvPr/>
        </p:nvPicPr>
        <p:blipFill>
          <a:blip r:embed="rId4"/>
          <a:stretch>
            <a:fillRect/>
          </a:stretch>
        </p:blipFill>
        <p:spPr>
          <a:xfrm>
            <a:off x="152400" y="1690849"/>
            <a:ext cx="11887200" cy="3476302"/>
          </a:xfrm>
          <a:prstGeom prst="rect">
            <a:avLst/>
          </a:prstGeom>
        </p:spPr>
      </p:pic>
    </p:spTree>
    <p:custDataLst>
      <p:tags r:id="rId1"/>
    </p:custDataLst>
    <p:extLst>
      <p:ext uri="{BB962C8B-B14F-4D97-AF65-F5344CB8AC3E}">
        <p14:creationId xmlns:p14="http://schemas.microsoft.com/office/powerpoint/2010/main" val="202421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AE25-E132-6DBD-F16F-E9598EA6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BB0C-3BD1-5355-89AC-1EFD3483308F}"/>
              </a:ext>
            </a:extLst>
          </p:cNvPr>
          <p:cNvSpPr>
            <a:spLocks noGrp="1"/>
          </p:cNvSpPr>
          <p:nvPr>
            <p:ph type="title"/>
          </p:nvPr>
        </p:nvSpPr>
        <p:spPr/>
        <p:txBody>
          <a:bodyPr/>
          <a:lstStyle/>
          <a:p>
            <a:r>
              <a:rPr lang="en-US" noProof="0" dirty="0"/>
              <a:t>Noarr-MPI does not introduce overhead</a:t>
            </a:r>
          </a:p>
        </p:txBody>
      </p:sp>
      <p:sp>
        <p:nvSpPr>
          <p:cNvPr id="3" name="Date Placeholder 2">
            <a:extLst>
              <a:ext uri="{FF2B5EF4-FFF2-40B4-BE49-F238E27FC236}">
                <a16:creationId xmlns:a16="http://schemas.microsoft.com/office/drawing/2014/main" id="{28BB4D7E-1AFC-CDF0-9265-FE90CABB0DF6}"/>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5F5A869E-F9A0-1579-FBDB-E8F79B3DF8D9}"/>
              </a:ext>
            </a:extLst>
          </p:cNvPr>
          <p:cNvSpPr>
            <a:spLocks noGrp="1"/>
          </p:cNvSpPr>
          <p:nvPr>
            <p:ph type="sldNum" sz="quarter" idx="12"/>
          </p:nvPr>
        </p:nvSpPr>
        <p:spPr/>
        <p:txBody>
          <a:bodyPr/>
          <a:lstStyle/>
          <a:p>
            <a:r>
              <a:rPr lang="en-US" noProof="0"/>
              <a:t>18</a:t>
            </a:r>
            <a:endParaRPr lang="en-US" noProof="0" dirty="0"/>
          </a:p>
        </p:txBody>
      </p:sp>
      <p:pic>
        <p:nvPicPr>
          <p:cNvPr id="8" name="Picture 7">
            <a:extLst>
              <a:ext uri="{FF2B5EF4-FFF2-40B4-BE49-F238E27FC236}">
                <a16:creationId xmlns:a16="http://schemas.microsoft.com/office/drawing/2014/main" id="{9B147978-2CA9-0505-C6D4-60F25215B78C}"/>
              </a:ext>
            </a:extLst>
          </p:cNvPr>
          <p:cNvPicPr>
            <a:picLocks noChangeAspect="1"/>
          </p:cNvPicPr>
          <p:nvPr/>
        </p:nvPicPr>
        <p:blipFill>
          <a:blip r:embed="rId4"/>
          <a:stretch>
            <a:fillRect/>
          </a:stretch>
        </p:blipFill>
        <p:spPr>
          <a:xfrm>
            <a:off x="2628" y="1466512"/>
            <a:ext cx="12189372" cy="3924976"/>
          </a:xfrm>
          <a:prstGeom prst="rect">
            <a:avLst/>
          </a:prstGeom>
        </p:spPr>
      </p:pic>
    </p:spTree>
    <p:custDataLst>
      <p:tags r:id="rId1"/>
    </p:custDataLst>
    <p:extLst>
      <p:ext uri="{BB962C8B-B14F-4D97-AF65-F5344CB8AC3E}">
        <p14:creationId xmlns:p14="http://schemas.microsoft.com/office/powerpoint/2010/main" val="39727034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sp>
        <p:nvSpPr>
          <p:cNvPr id="17" name="TextBox 16">
            <a:extLst>
              <a:ext uri="{FF2B5EF4-FFF2-40B4-BE49-F238E27FC236}">
                <a16:creationId xmlns:a16="http://schemas.microsoft.com/office/drawing/2014/main" id="{EDBA9A01-C547-889B-493B-188DC700AFAE}"/>
              </a:ext>
            </a:extLst>
          </p:cNvPr>
          <p:cNvSpPr txBox="1"/>
          <p:nvPr>
            <p:custDataLst>
              <p:tags r:id="rId5"/>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sp>
        <p:nvSpPr>
          <p:cNvPr id="19" name="Rectangle 18">
            <a:extLst>
              <a:ext uri="{FF2B5EF4-FFF2-40B4-BE49-F238E27FC236}">
                <a16:creationId xmlns:a16="http://schemas.microsoft.com/office/drawing/2014/main" id="{6E59B725-5B8D-D594-A1C6-5596E71C41D8}"/>
              </a:ext>
            </a:extLst>
          </p:cNvPr>
          <p:cNvSpPr/>
          <p:nvPr>
            <p:custDataLst>
              <p:tags r:id="rId6"/>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7"/>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8"/>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9"/>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0"/>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1"/>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spTree>
    <p:custDataLst>
      <p:tags r:id="rId1"/>
    </p:custDataLst>
    <p:extLst>
      <p:ext uri="{BB962C8B-B14F-4D97-AF65-F5344CB8AC3E}">
        <p14:creationId xmlns:p14="http://schemas.microsoft.com/office/powerpoint/2010/main" val="21291602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custDataLst>
              <p:tags r:id="rId5"/>
            </p:custDataLst>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custDataLst>
              <p:tags r:id="rId6"/>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sp>
        <p:nvSpPr>
          <p:cNvPr id="19" name="Rectangle 18">
            <a:extLst>
              <a:ext uri="{FF2B5EF4-FFF2-40B4-BE49-F238E27FC236}">
                <a16:creationId xmlns:a16="http://schemas.microsoft.com/office/drawing/2014/main" id="{6E59B725-5B8D-D594-A1C6-5596E71C41D8}"/>
              </a:ext>
            </a:extLst>
          </p:cNvPr>
          <p:cNvSpPr/>
          <p:nvPr>
            <p:custDataLst>
              <p:tags r:id="rId7"/>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8"/>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9"/>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10"/>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1"/>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2"/>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custDataLst>
              <p:tags r:id="rId13"/>
            </p:custDataLst>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074132" y="1313599"/>
              <a:ext cx="732656" cy="732656"/>
            </a:xfrm>
            <a:prstGeom prst="rect">
              <a:avLst/>
            </a:prstGeom>
          </p:spPr>
        </p:pic>
      </p:grpSp>
    </p:spTree>
    <p:custDataLst>
      <p:tags r:id="rId1"/>
    </p:custDataLst>
    <p:extLst>
      <p:ext uri="{BB962C8B-B14F-4D97-AF65-F5344CB8AC3E}">
        <p14:creationId xmlns:p14="http://schemas.microsoft.com/office/powerpoint/2010/main" val="11167059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custDataLst>
              <p:tags r:id="rId5"/>
            </p:custDataLst>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custDataLst>
              <p:tags r:id="rId6"/>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grpSp>
        <p:nvGrpSpPr>
          <p:cNvPr id="8" name="Group 7">
            <a:extLst>
              <a:ext uri="{FF2B5EF4-FFF2-40B4-BE49-F238E27FC236}">
                <a16:creationId xmlns:a16="http://schemas.microsoft.com/office/drawing/2014/main" id="{8EAFD399-C8B3-F2C8-A168-313A709B17A8}"/>
              </a:ext>
            </a:extLst>
          </p:cNvPr>
          <p:cNvGrpSpPr/>
          <p:nvPr>
            <p:custDataLst>
              <p:tags r:id="rId7"/>
            </p:custDataLst>
          </p:nvPr>
        </p:nvGrpSpPr>
        <p:grpSpPr>
          <a:xfrm>
            <a:off x="7556282" y="2210069"/>
            <a:ext cx="4627188" cy="2320646"/>
            <a:chOff x="4042550" y="4991122"/>
            <a:chExt cx="4627188" cy="2320646"/>
          </a:xfrm>
        </p:grpSpPr>
        <p:pic>
          <p:nvPicPr>
            <p:cNvPr id="5" name="Picture 4">
              <a:extLst>
                <a:ext uri="{FF2B5EF4-FFF2-40B4-BE49-F238E27FC236}">
                  <a16:creationId xmlns:a16="http://schemas.microsoft.com/office/drawing/2014/main" id="{DBDA9C2C-E1CC-A951-8389-185C7CDBEF85}"/>
                </a:ext>
              </a:extLst>
            </p:cNvPr>
            <p:cNvPicPr>
              <a:picLocks noChangeAspect="1"/>
            </p:cNvPicPr>
            <p:nvPr/>
          </p:nvPicPr>
          <p:blipFill>
            <a:blip r:embed="rId18"/>
            <a:stretch>
              <a:fillRect/>
            </a:stretch>
          </p:blipFill>
          <p:spPr>
            <a:xfrm>
              <a:off x="6970149" y="5560830"/>
              <a:ext cx="1112954" cy="1298446"/>
            </a:xfrm>
            <a:prstGeom prst="rect">
              <a:avLst/>
            </a:prstGeom>
          </p:spPr>
        </p:pic>
        <p:sp>
          <p:nvSpPr>
            <p:cNvPr id="20" name="TextBox 19">
              <a:extLst>
                <a:ext uri="{FF2B5EF4-FFF2-40B4-BE49-F238E27FC236}">
                  <a16:creationId xmlns:a16="http://schemas.microsoft.com/office/drawing/2014/main" id="{00085155-9776-5628-AC7C-0E24C456238E}"/>
                </a:ext>
              </a:extLst>
            </p:cNvPr>
            <p:cNvSpPr txBox="1"/>
            <p:nvPr/>
          </p:nvSpPr>
          <p:spPr>
            <a:xfrm>
              <a:off x="4042550" y="4991122"/>
              <a:ext cx="3785232" cy="578882"/>
            </a:xfrm>
            <a:prstGeom prst="wedgeRoundRectCallout">
              <a:avLst>
                <a:gd name="adj1" fmla="val 32918"/>
                <a:gd name="adj2" fmla="val 128777"/>
                <a:gd name="adj3" fmla="val 16667"/>
              </a:avLst>
            </a:prstGeom>
            <a:gradFill>
              <a:gsLst>
                <a:gs pos="0">
                  <a:srgbClr val="ADD7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r>
                <a:rPr lang="en-US" sz="2800" noProof="0" dirty="0"/>
                <a:t>Can we abstract more?</a:t>
              </a:r>
            </a:p>
          </p:txBody>
        </p:sp>
        <p:sp>
          <p:nvSpPr>
            <p:cNvPr id="6" name="TextBox 5">
              <a:extLst>
                <a:ext uri="{FF2B5EF4-FFF2-40B4-BE49-F238E27FC236}">
                  <a16:creationId xmlns:a16="http://schemas.microsoft.com/office/drawing/2014/main" id="{A3ED9BA9-7D7E-319D-6BB0-E797117EB5EA}"/>
                </a:ext>
              </a:extLst>
            </p:cNvPr>
            <p:cNvSpPr txBox="1"/>
            <p:nvPr/>
          </p:nvSpPr>
          <p:spPr>
            <a:xfrm>
              <a:off x="6294921" y="6850103"/>
              <a:ext cx="2374817" cy="461665"/>
            </a:xfrm>
            <a:prstGeom prst="rect">
              <a:avLst/>
            </a:prstGeom>
            <a:noFill/>
          </p:spPr>
          <p:txBody>
            <a:bodyPr wrap="none" rtlCol="0">
              <a:spAutoFit/>
            </a:bodyPr>
            <a:lstStyle/>
            <a:p>
              <a:pPr algn="ctr"/>
              <a:r>
                <a:rPr lang="en-US" sz="2400" noProof="0" dirty="0" err="1"/>
                <a:t>Collegue</a:t>
              </a:r>
              <a:r>
                <a:rPr lang="en-US" sz="2400" noProof="0" dirty="0"/>
                <a:t> Brabec</a:t>
              </a:r>
            </a:p>
          </p:txBody>
        </p:sp>
      </p:grpSp>
      <p:sp>
        <p:nvSpPr>
          <p:cNvPr id="19" name="Rectangle 18">
            <a:extLst>
              <a:ext uri="{FF2B5EF4-FFF2-40B4-BE49-F238E27FC236}">
                <a16:creationId xmlns:a16="http://schemas.microsoft.com/office/drawing/2014/main" id="{6E59B725-5B8D-D594-A1C6-5596E71C41D8}"/>
              </a:ext>
            </a:extLst>
          </p:cNvPr>
          <p:cNvSpPr/>
          <p:nvPr>
            <p:custDataLst>
              <p:tags r:id="rId8"/>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9"/>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10"/>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11"/>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2"/>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3"/>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custDataLst>
              <p:tags r:id="rId14"/>
            </p:custDataLst>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074132" y="1313599"/>
              <a:ext cx="732656" cy="732656"/>
            </a:xfrm>
            <a:prstGeom prst="rect">
              <a:avLst/>
            </a:prstGeom>
          </p:spPr>
        </p:pic>
      </p:grpSp>
    </p:spTree>
    <p:custDataLst>
      <p:tags r:id="rId1"/>
    </p:custDataLst>
    <p:extLst>
      <p:ext uri="{BB962C8B-B14F-4D97-AF65-F5344CB8AC3E}">
        <p14:creationId xmlns:p14="http://schemas.microsoft.com/office/powerpoint/2010/main" val="5785947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2"/>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4"/>
            </p:custDataLst>
          </p:nvPr>
        </p:nvSpPr>
        <p:spPr/>
        <p:txBody>
          <a:bodyPr/>
          <a:lstStyle/>
          <a:p>
            <a:r>
              <a:rPr lang="en-US" noProof="0"/>
              <a:t>20</a:t>
            </a:r>
            <a:endParaRPr lang="en-US" noProof="0" dirty="0"/>
          </a:p>
        </p:txBody>
      </p:sp>
    </p:spTree>
    <p:custDataLst>
      <p:tags r:id="rId1"/>
    </p:custDataLst>
    <p:extLst>
      <p:ext uri="{BB962C8B-B14F-4D97-AF65-F5344CB8AC3E}">
        <p14:creationId xmlns:p14="http://schemas.microsoft.com/office/powerpoint/2010/main" val="3217993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sp>
        <p:nvSpPr>
          <p:cNvPr id="10" name="TextBox 9">
            <a:extLst>
              <a:ext uri="{FF2B5EF4-FFF2-40B4-BE49-F238E27FC236}">
                <a16:creationId xmlns:a16="http://schemas.microsoft.com/office/drawing/2014/main" id="{F87652A6-37F0-2CC7-1FD2-E46D9878EE9E}"/>
              </a:ext>
            </a:extLst>
          </p:cNvPr>
          <p:cNvSpPr txBox="1"/>
          <p:nvPr>
            <p:custDataLst>
              <p:tags r:id="rId6"/>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Tree>
    <p:custDataLst>
      <p:tags r:id="rId1"/>
    </p:custDataLst>
    <p:extLst>
      <p:ext uri="{BB962C8B-B14F-4D97-AF65-F5344CB8AC3E}">
        <p14:creationId xmlns:p14="http://schemas.microsoft.com/office/powerpoint/2010/main" val="25604464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sp>
        <p:nvSpPr>
          <p:cNvPr id="10" name="TextBox 9">
            <a:extLst>
              <a:ext uri="{FF2B5EF4-FFF2-40B4-BE49-F238E27FC236}">
                <a16:creationId xmlns:a16="http://schemas.microsoft.com/office/drawing/2014/main" id="{F87652A6-37F0-2CC7-1FD2-E46D9878EE9E}"/>
              </a:ext>
            </a:extLst>
          </p:cNvPr>
          <p:cNvSpPr txBox="1"/>
          <p:nvPr>
            <p:custDataLst>
              <p:tags r:id="rId6"/>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7"/>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3941538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custDataLst>
              <p:tags r:id="rId6"/>
            </p:custDataLst>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sp>
        <p:nvSpPr>
          <p:cNvPr id="10" name="TextBox 9">
            <a:extLst>
              <a:ext uri="{FF2B5EF4-FFF2-40B4-BE49-F238E27FC236}">
                <a16:creationId xmlns:a16="http://schemas.microsoft.com/office/drawing/2014/main" id="{F87652A6-37F0-2CC7-1FD2-E46D9878EE9E}"/>
              </a:ext>
            </a:extLst>
          </p:cNvPr>
          <p:cNvSpPr txBox="1"/>
          <p:nvPr>
            <p:custDataLst>
              <p:tags r:id="rId7"/>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8"/>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29186137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custDataLst>
              <p:tags r:id="rId6"/>
            </p:custDataLst>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grpSp>
        <p:nvGrpSpPr>
          <p:cNvPr id="12" name="Group 11">
            <a:extLst>
              <a:ext uri="{FF2B5EF4-FFF2-40B4-BE49-F238E27FC236}">
                <a16:creationId xmlns:a16="http://schemas.microsoft.com/office/drawing/2014/main" id="{0E365D69-516D-0808-8085-F8A462F03D96}"/>
              </a:ext>
            </a:extLst>
          </p:cNvPr>
          <p:cNvGrpSpPr/>
          <p:nvPr>
            <p:custDataLst>
              <p:tags r:id="rId7"/>
            </p:custDataLst>
          </p:nvPr>
        </p:nvGrpSpPr>
        <p:grpSpPr>
          <a:xfrm>
            <a:off x="5426127" y="3607154"/>
            <a:ext cx="6706530" cy="2225552"/>
            <a:chOff x="5703901" y="3724517"/>
            <a:chExt cx="6369437" cy="2225552"/>
          </a:xfrm>
        </p:grpSpPr>
        <p:sp>
          <p:nvSpPr>
            <p:cNvPr id="46" name="TextBox 45">
              <a:extLst>
                <a:ext uri="{FF2B5EF4-FFF2-40B4-BE49-F238E27FC236}">
                  <a16:creationId xmlns:a16="http://schemas.microsoft.com/office/drawing/2014/main" id="{0F7A28B7-7C76-0D69-D0F9-D698CC5C32FC}"/>
                </a:ext>
              </a:extLst>
            </p:cNvPr>
            <p:cNvSpPr txBox="1"/>
            <p:nvPr/>
          </p:nvSpPr>
          <p:spPr>
            <a:xfrm>
              <a:off x="5703901" y="4130212"/>
              <a:ext cx="6369437" cy="1819857"/>
            </a:xfrm>
            <a:prstGeom prst="rect">
              <a:avLst/>
            </a:prstGeom>
            <a:noFill/>
            <a:ln>
              <a:solidFill>
                <a:schemeClr val="tx1"/>
              </a:solidFill>
            </a:ln>
          </p:spPr>
          <p:txBody>
            <a:bodyPr wrap="none">
              <a:spAutoFit/>
            </a:bodyPr>
            <a:lstStyle/>
            <a:p>
              <a:pPr>
                <a:lnSpc>
                  <a:spcPct val="113095"/>
                </a:lnSpc>
                <a:buNone/>
              </a:pP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err="1">
                  <a:solidFill>
                    <a:srgbClr val="001080"/>
                  </a:solidFill>
                  <a:latin typeface="Fira Code" panose="020B0809050000020004" pitchFamily="49" charset="0"/>
                  <a:ea typeface="Fira Code" panose="020B0809050000020004" pitchFamily="49" charset="0"/>
                  <a:cs typeface="Fira Code" panose="020B0809050000020004" pitchFamily="49" charset="0"/>
                </a:rPr>
                <a:t>is_alive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has3_or_2</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endParaRPr lang="en-US" sz="2000" noProof="0" dirty="0">
                <a:solidFill>
                  <a:srgbClr val="000000"/>
                </a:solidFill>
                <a:latin typeface="Fira Code" panose="020B0809050000020004" pitchFamily="49" charset="0"/>
                <a:ea typeface="Fira Code" panose="020B0809050000020004" pitchFamily="49" charset="0"/>
                <a:cs typeface="Fira Code" panose="020B0809050000020004" pitchFamily="49" charset="0"/>
              </a:endParaRP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p:txBody>
        </p:sp>
        <p:sp>
          <p:nvSpPr>
            <p:cNvPr id="50" name="TextBox 49">
              <a:extLst>
                <a:ext uri="{FF2B5EF4-FFF2-40B4-BE49-F238E27FC236}">
                  <a16:creationId xmlns:a16="http://schemas.microsoft.com/office/drawing/2014/main" id="{B0BF9745-75CB-C855-CD93-BB61357ED979}"/>
                </a:ext>
              </a:extLst>
            </p:cNvPr>
            <p:cNvSpPr txBox="1"/>
            <p:nvPr/>
          </p:nvSpPr>
          <p:spPr>
            <a:xfrm>
              <a:off x="6891475" y="3724517"/>
              <a:ext cx="4579776" cy="461665"/>
            </a:xfrm>
            <a:prstGeom prst="rect">
              <a:avLst/>
            </a:prstGeom>
            <a:noFill/>
          </p:spPr>
          <p:txBody>
            <a:bodyPr wrap="none" rtlCol="0" anchor="b">
              <a:spAutoFit/>
            </a:bodyPr>
            <a:lstStyle/>
            <a:p>
              <a:pPr algn="ctr"/>
              <a:r>
                <a:rPr lang="en-US" sz="2400" noProof="0" dirty="0">
                  <a:ea typeface="Fira Code" panose="020B0809050000020004" pitchFamily="49" charset="0"/>
                  <a:cs typeface="Fira Code" panose="020B0809050000020004" pitchFamily="49" charset="0"/>
                </a:rPr>
                <a:t>Type-level expression (Cellato DSL)</a:t>
              </a:r>
            </a:p>
          </p:txBody>
        </p:sp>
      </p:grpSp>
      <p:sp>
        <p:nvSpPr>
          <p:cNvPr id="10" name="TextBox 9">
            <a:extLst>
              <a:ext uri="{FF2B5EF4-FFF2-40B4-BE49-F238E27FC236}">
                <a16:creationId xmlns:a16="http://schemas.microsoft.com/office/drawing/2014/main" id="{F87652A6-37F0-2CC7-1FD2-E46D9878EE9E}"/>
              </a:ext>
            </a:extLst>
          </p:cNvPr>
          <p:cNvSpPr txBox="1"/>
          <p:nvPr>
            <p:custDataLst>
              <p:tags r:id="rId8"/>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9"/>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12989365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4367950-8D7A-8F93-A9DA-64D5AC81F27E}"/>
              </a:ext>
            </a:extLst>
          </p:cNvPr>
          <p:cNvSpPr txBox="1"/>
          <p:nvPr/>
        </p:nvSpPr>
        <p:spPr>
          <a:xfrm>
            <a:off x="2787245" y="609035"/>
            <a:ext cx="6737742" cy="1819857"/>
          </a:xfrm>
          <a:prstGeom prst="rect">
            <a:avLst/>
          </a:prstGeom>
          <a:noFill/>
          <a:ln>
            <a:solidFill>
              <a:schemeClr val="tx1"/>
            </a:solidFill>
          </a:ln>
        </p:spPr>
        <p:txBody>
          <a:bodyPr wrap="none">
            <a:spAutoFit/>
          </a:bodyPr>
          <a:lstStyle/>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err="1">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is_alive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has3_or_2</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p:txBody>
      </p:sp>
      <p:sp>
        <p:nvSpPr>
          <p:cNvPr id="3" name="Date Placeholder 2">
            <a:extLst>
              <a:ext uri="{FF2B5EF4-FFF2-40B4-BE49-F238E27FC236}">
                <a16:creationId xmlns:a16="http://schemas.microsoft.com/office/drawing/2014/main" id="{B3684863-8FF8-82FF-0851-73946F133EDC}"/>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35D5ED14-BD2B-929B-4FDF-EB4408FEAFEC}"/>
              </a:ext>
            </a:extLst>
          </p:cNvPr>
          <p:cNvSpPr>
            <a:spLocks noGrp="1"/>
          </p:cNvSpPr>
          <p:nvPr>
            <p:ph type="sldNum" sz="quarter" idx="12"/>
          </p:nvPr>
        </p:nvSpPr>
        <p:spPr/>
        <p:txBody>
          <a:bodyPr/>
          <a:lstStyle/>
          <a:p>
            <a:r>
              <a:rPr lang="en-US" noProof="0"/>
              <a:t>21</a:t>
            </a:r>
            <a:endParaRPr lang="en-US" noProof="0" dirty="0"/>
          </a:p>
        </p:txBody>
      </p:sp>
      <p:pic>
        <p:nvPicPr>
          <p:cNvPr id="6" name="Picture 5">
            <a:extLst>
              <a:ext uri="{FF2B5EF4-FFF2-40B4-BE49-F238E27FC236}">
                <a16:creationId xmlns:a16="http://schemas.microsoft.com/office/drawing/2014/main" id="{A443639C-7B66-77F3-B03F-A4476642A9B9}"/>
              </a:ext>
            </a:extLst>
          </p:cNvPr>
          <p:cNvPicPr>
            <a:picLocks noChangeAspect="1"/>
          </p:cNvPicPr>
          <p:nvPr/>
        </p:nvPicPr>
        <p:blipFill>
          <a:blip r:embed="rId4"/>
          <a:stretch>
            <a:fillRect/>
          </a:stretch>
        </p:blipFill>
        <p:spPr>
          <a:xfrm>
            <a:off x="1047003" y="2824126"/>
            <a:ext cx="10286254" cy="3636772"/>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90207B99-7626-B9B7-5B84-847CAB7644E6}"/>
              </a:ext>
            </a:extLst>
          </p:cNvPr>
          <p:cNvCxnSpPr>
            <a:cxnSpLocks/>
          </p:cNvCxnSpPr>
          <p:nvPr/>
        </p:nvCxnSpPr>
        <p:spPr>
          <a:xfrm>
            <a:off x="8647386" y="2428892"/>
            <a:ext cx="930166" cy="944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9F90E6E-4EBE-508F-0BBE-D1A1083C436D}"/>
              </a:ext>
            </a:extLst>
          </p:cNvPr>
          <p:cNvSpPr txBox="1"/>
          <p:nvPr/>
        </p:nvSpPr>
        <p:spPr>
          <a:xfrm>
            <a:off x="3680915" y="166269"/>
            <a:ext cx="4830168" cy="461665"/>
          </a:xfrm>
          <a:prstGeom prst="rect">
            <a:avLst/>
          </a:prstGeom>
          <a:noFill/>
        </p:spPr>
        <p:txBody>
          <a:bodyPr wrap="none" rtlCol="0">
            <a:spAutoFit/>
          </a:bodyPr>
          <a:lstStyle/>
          <a:p>
            <a:pPr algn="ctr"/>
            <a:r>
              <a:rPr lang="en-US" sz="2400" noProof="0" dirty="0"/>
              <a:t>Type-level expression (Cellato DSL)</a:t>
            </a:r>
          </a:p>
        </p:txBody>
      </p:sp>
      <p:sp>
        <p:nvSpPr>
          <p:cNvPr id="11" name="TextBox 10">
            <a:extLst>
              <a:ext uri="{FF2B5EF4-FFF2-40B4-BE49-F238E27FC236}">
                <a16:creationId xmlns:a16="http://schemas.microsoft.com/office/drawing/2014/main" id="{04678AD1-9DFB-3AD1-C85E-E08FEAB31F7D}"/>
              </a:ext>
            </a:extLst>
          </p:cNvPr>
          <p:cNvSpPr txBox="1"/>
          <p:nvPr/>
        </p:nvSpPr>
        <p:spPr>
          <a:xfrm>
            <a:off x="1563128" y="4776952"/>
            <a:ext cx="2448234" cy="830997"/>
          </a:xfrm>
          <a:prstGeom prst="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ctr">
            <a:spAutoFit/>
          </a:bodyPr>
          <a:lstStyle/>
          <a:p>
            <a:pPr algn="ctr"/>
            <a:r>
              <a:rPr lang="en-US" sz="2400" noProof="0" dirty="0"/>
              <a:t>Already prepared</a:t>
            </a:r>
            <a:br>
              <a:rPr lang="en-US" sz="2400" noProof="0" dirty="0"/>
            </a:br>
            <a:r>
              <a:rPr lang="en-US" sz="2400" noProof="0" dirty="0"/>
              <a:t>in the library</a:t>
            </a:r>
          </a:p>
        </p:txBody>
      </p:sp>
      <p:cxnSp>
        <p:nvCxnSpPr>
          <p:cNvPr id="14" name="Straight Arrow Connector 13">
            <a:extLst>
              <a:ext uri="{FF2B5EF4-FFF2-40B4-BE49-F238E27FC236}">
                <a16:creationId xmlns:a16="http://schemas.microsoft.com/office/drawing/2014/main" id="{66F763AA-62BB-1A9E-B067-864136F9DBD9}"/>
              </a:ext>
            </a:extLst>
          </p:cNvPr>
          <p:cNvCxnSpPr>
            <a:stCxn id="11" idx="0"/>
          </p:cNvCxnSpPr>
          <p:nvPr/>
        </p:nvCxnSpPr>
        <p:spPr>
          <a:xfrm flipH="1" flipV="1">
            <a:off x="2388476" y="4099034"/>
            <a:ext cx="398769" cy="677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2EA30E8-0AB2-E770-D08E-8C4BF7B98448}"/>
              </a:ext>
            </a:extLst>
          </p:cNvPr>
          <p:cNvCxnSpPr>
            <a:stCxn id="11" idx="3"/>
          </p:cNvCxnSpPr>
          <p:nvPr/>
        </p:nvCxnSpPr>
        <p:spPr>
          <a:xfrm>
            <a:off x="4011362" y="5192451"/>
            <a:ext cx="1341031" cy="3333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A2D40E2-56FA-1456-C944-4EAED82B478E}"/>
              </a:ext>
            </a:extLst>
          </p:cNvPr>
          <p:cNvCxnSpPr/>
          <p:nvPr/>
        </p:nvCxnSpPr>
        <p:spPr>
          <a:xfrm flipV="1">
            <a:off x="4011362" y="4035972"/>
            <a:ext cx="1199141" cy="740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853544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07A5E-8CD8-50D6-0F99-3C19D813CE41}"/>
              </a:ext>
            </a:extLst>
          </p:cNvPr>
          <p:cNvPicPr>
            <a:picLocks noChangeAspect="1"/>
          </p:cNvPicPr>
          <p:nvPr/>
        </p:nvPicPr>
        <p:blipFill>
          <a:blip r:embed="rId4"/>
          <a:stretch>
            <a:fillRect/>
          </a:stretch>
        </p:blipFill>
        <p:spPr>
          <a:xfrm>
            <a:off x="0" y="1486810"/>
            <a:ext cx="12192000" cy="4511038"/>
          </a:xfrm>
          <a:prstGeom prst="rect">
            <a:avLst/>
          </a:prstGeom>
        </p:spPr>
      </p:pic>
      <p:sp>
        <p:nvSpPr>
          <p:cNvPr id="2" name="Title 1">
            <a:extLst>
              <a:ext uri="{FF2B5EF4-FFF2-40B4-BE49-F238E27FC236}">
                <a16:creationId xmlns:a16="http://schemas.microsoft.com/office/drawing/2014/main" id="{04F59CE6-2253-EE24-67C6-8EB494EB84BC}"/>
              </a:ext>
            </a:extLst>
          </p:cNvPr>
          <p:cNvSpPr>
            <a:spLocks noGrp="1"/>
          </p:cNvSpPr>
          <p:nvPr>
            <p:ph type="title"/>
          </p:nvPr>
        </p:nvSpPr>
        <p:spPr/>
        <p:txBody>
          <a:bodyPr/>
          <a:lstStyle/>
          <a:p>
            <a:r>
              <a:rPr lang="en-US" noProof="0" dirty="0"/>
              <a:t>What the design allows us to gain</a:t>
            </a:r>
          </a:p>
        </p:txBody>
      </p:sp>
      <p:sp>
        <p:nvSpPr>
          <p:cNvPr id="3" name="Date Placeholder 2">
            <a:extLst>
              <a:ext uri="{FF2B5EF4-FFF2-40B4-BE49-F238E27FC236}">
                <a16:creationId xmlns:a16="http://schemas.microsoft.com/office/drawing/2014/main" id="{A10CD936-56E6-AA18-96C2-8D61C51D1859}"/>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0D20B34-8FD2-D44C-9B00-2701B9B94787}"/>
              </a:ext>
            </a:extLst>
          </p:cNvPr>
          <p:cNvSpPr>
            <a:spLocks noGrp="1"/>
          </p:cNvSpPr>
          <p:nvPr>
            <p:ph type="sldNum" sz="quarter" idx="12"/>
          </p:nvPr>
        </p:nvSpPr>
        <p:spPr/>
        <p:txBody>
          <a:bodyPr/>
          <a:lstStyle/>
          <a:p>
            <a:r>
              <a:rPr lang="en-US" noProof="0"/>
              <a:t>22</a:t>
            </a:r>
            <a:endParaRPr lang="en-US" noProof="0" dirty="0"/>
          </a:p>
        </p:txBody>
      </p:sp>
      <p:sp>
        <p:nvSpPr>
          <p:cNvPr id="6" name="TextBox 5">
            <a:extLst>
              <a:ext uri="{FF2B5EF4-FFF2-40B4-BE49-F238E27FC236}">
                <a16:creationId xmlns:a16="http://schemas.microsoft.com/office/drawing/2014/main" id="{358DA207-69B2-929A-62C9-4DE6DBD7195D}"/>
              </a:ext>
            </a:extLst>
          </p:cNvPr>
          <p:cNvSpPr txBox="1"/>
          <p:nvPr/>
        </p:nvSpPr>
        <p:spPr>
          <a:xfrm>
            <a:off x="1493490" y="5997848"/>
            <a:ext cx="9205020" cy="430887"/>
          </a:xfrm>
          <a:prstGeom prst="rect">
            <a:avLst/>
          </a:prstGeom>
          <a:noFill/>
        </p:spPr>
        <p:txBody>
          <a:bodyPr wrap="none" rtlCol="0">
            <a:spAutoFit/>
          </a:bodyPr>
          <a:lstStyle/>
          <a:p>
            <a:pPr algn="ctr"/>
            <a:r>
              <a:rPr lang="en-US" sz="2200" noProof="0" dirty="0"/>
              <a:t>Comparison of GPU-parallelized computation of various cellular automata</a:t>
            </a:r>
            <a:endParaRPr lang="en-US" sz="2200" i="1" noProof="0" dirty="0"/>
          </a:p>
        </p:txBody>
      </p:sp>
    </p:spTree>
    <p:custDataLst>
      <p:tags r:id="rId1"/>
    </p:custDataLst>
    <p:extLst>
      <p:ext uri="{BB962C8B-B14F-4D97-AF65-F5344CB8AC3E}">
        <p14:creationId xmlns:p14="http://schemas.microsoft.com/office/powerpoint/2010/main" val="13104121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2"/>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3"/>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SzPts val="100"/>
              <a:buNone/>
            </a:pPr>
            <a:r>
              <a:rPr lang="en-US" noProof="0" dirty="0">
                <a:solidFill>
                  <a:schemeClr val="tx1">
                    <a:alpha val="0"/>
                  </a:schemeClr>
                </a:solidFill>
              </a:rPr>
              <a:t>Improve</a:t>
            </a:r>
          </a:p>
          <a:p>
            <a:pPr lvl="1">
              <a:buSzPts val="100"/>
              <a:buFont typeface="Aptos" panose="020B0004020202020204" pitchFamily="34" charset="0"/>
              <a:buChar char="+"/>
            </a:pPr>
            <a:r>
              <a:rPr lang="en-US" noProof="0" dirty="0">
                <a:solidFill>
                  <a:schemeClr val="tx1">
                    <a:alpha val="0"/>
                  </a:schemeClr>
                </a:solidFill>
              </a:rPr>
              <a:t> Simplicity</a:t>
            </a:r>
          </a:p>
          <a:p>
            <a:pPr lvl="1">
              <a:buSzPts val="100"/>
              <a:buFont typeface="Aptos" panose="020B0004020202020204" pitchFamily="34" charset="0"/>
              <a:buChar char="+"/>
            </a:pPr>
            <a:r>
              <a:rPr lang="en-US" noProof="0" dirty="0">
                <a:solidFill>
                  <a:schemeClr val="tx1">
                    <a:alpha val="0"/>
                  </a:schemeClr>
                </a:solidFill>
              </a:rPr>
              <a:t> Flexibility</a:t>
            </a:r>
          </a:p>
          <a:p>
            <a:pPr lvl="1">
              <a:buSzPts val="100"/>
              <a:buFont typeface="Aptos" panose="020B0004020202020204" pitchFamily="34" charset="0"/>
              <a:buChar char="+"/>
            </a:pPr>
            <a:r>
              <a:rPr lang="en-US" noProof="0" dirty="0">
                <a:solidFill>
                  <a:schemeClr val="tx1">
                    <a:alpha val="0"/>
                  </a:schemeClr>
                </a:solidFill>
              </a:rPr>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5"/>
            </p:custDataLst>
          </p:nvPr>
        </p:nvSpPr>
        <p:spPr/>
        <p:txBody>
          <a:bodyPr/>
          <a:lstStyle/>
          <a:p>
            <a:r>
              <a:rPr lang="en-US" noProof="0"/>
              <a:t>23</a:t>
            </a:r>
            <a:endParaRPr lang="en-US" noProof="0" dirty="0"/>
          </a:p>
        </p:txBody>
      </p:sp>
    </p:spTree>
    <p:custDataLst>
      <p:tags r:id="rId1"/>
    </p:custDataLst>
    <p:extLst>
      <p:ext uri="{BB962C8B-B14F-4D97-AF65-F5344CB8AC3E}">
        <p14:creationId xmlns:p14="http://schemas.microsoft.com/office/powerpoint/2010/main" val="6279520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2"/>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3"/>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5"/>
            </p:custDataLst>
          </p:nvPr>
        </p:nvSpPr>
        <p:spPr/>
        <p:txBody>
          <a:bodyPr/>
          <a:lstStyle/>
          <a:p>
            <a:r>
              <a:rPr lang="en-US" noProof="0"/>
              <a:t>23</a:t>
            </a:r>
            <a:endParaRPr lang="en-US" noProof="0" dirty="0"/>
          </a:p>
        </p:txBody>
      </p:sp>
    </p:spTree>
    <p:custDataLst>
      <p:tags r:id="rId1"/>
    </p:custDataLst>
    <p:extLst>
      <p:ext uri="{BB962C8B-B14F-4D97-AF65-F5344CB8AC3E}">
        <p14:creationId xmlns:p14="http://schemas.microsoft.com/office/powerpoint/2010/main" val="14654153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8984CF-F135-422A-BC96-9BDB08D720D4}"/>
              </a:ext>
            </a:extLst>
          </p:cNvPr>
          <p:cNvPicPr>
            <a:picLocks noChangeAspect="1"/>
          </p:cNvPicPr>
          <p:nvPr>
            <p:custDataLst>
              <p:tags r:id="rId2"/>
            </p:custDataLst>
          </p:nvPr>
        </p:nvPicPr>
        <p:blipFill>
          <a:blip r:embed="rId12"/>
          <a:srcRect l="12883" t="17084" r="11844" b="16205"/>
          <a:stretch>
            <a:fillRect/>
          </a:stretch>
        </p:blipFill>
        <p:spPr>
          <a:xfrm>
            <a:off x="5740045" y="4200417"/>
            <a:ext cx="1507332" cy="1335881"/>
          </a:xfrm>
          <a:prstGeom prst="rect">
            <a:avLst/>
          </a:prstGeom>
        </p:spPr>
      </p:pic>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3"/>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4"/>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6"/>
            </p:custDataLst>
          </p:nvPr>
        </p:nvSpPr>
        <p:spPr/>
        <p:txBody>
          <a:bodyPr/>
          <a:lstStyle/>
          <a:p>
            <a:r>
              <a:rPr lang="en-US" noProof="0"/>
              <a:t>23</a:t>
            </a:r>
            <a:endParaRPr lang="en-US" noProof="0" dirty="0"/>
          </a:p>
        </p:txBody>
      </p:sp>
      <p:sp>
        <p:nvSpPr>
          <p:cNvPr id="6" name="Right Brace 5">
            <a:extLst>
              <a:ext uri="{FF2B5EF4-FFF2-40B4-BE49-F238E27FC236}">
                <a16:creationId xmlns:a16="http://schemas.microsoft.com/office/drawing/2014/main" id="{78CF35CC-A730-C361-5E7C-62A784D86C38}"/>
              </a:ext>
            </a:extLst>
          </p:cNvPr>
          <p:cNvSpPr/>
          <p:nvPr>
            <p:custDataLst>
              <p:tags r:id="rId7"/>
            </p:custDataLst>
          </p:nvPr>
        </p:nvSpPr>
        <p:spPr>
          <a:xfrm>
            <a:off x="3388659" y="3805519"/>
            <a:ext cx="296553" cy="1268296"/>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cxnSp>
        <p:nvCxnSpPr>
          <p:cNvPr id="10" name="Straight Connector 9">
            <a:extLst>
              <a:ext uri="{FF2B5EF4-FFF2-40B4-BE49-F238E27FC236}">
                <a16:creationId xmlns:a16="http://schemas.microsoft.com/office/drawing/2014/main" id="{6A7A7546-AB4B-B0AA-3591-AB55403B6F68}"/>
              </a:ext>
            </a:extLst>
          </p:cNvPr>
          <p:cNvCxnSpPr>
            <a:cxnSpLocks/>
            <a:stCxn id="6" idx="1"/>
            <a:endCxn id="9" idx="1"/>
          </p:cNvCxnSpPr>
          <p:nvPr>
            <p:custDataLst>
              <p:tags r:id="rId8"/>
            </p:custDataLst>
          </p:nvPr>
        </p:nvCxnSpPr>
        <p:spPr>
          <a:xfrm>
            <a:off x="3685212" y="4439667"/>
            <a:ext cx="2054833" cy="42869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EEA29218-CBAB-5518-9C50-26809DEFD9F4}"/>
              </a:ext>
            </a:extLst>
          </p:cNvPr>
          <p:cNvSpPr/>
          <p:nvPr>
            <p:custDataLst>
              <p:tags r:id="rId9"/>
            </p:custDataLst>
          </p:nvPr>
        </p:nvSpPr>
        <p:spPr>
          <a:xfrm>
            <a:off x="6938950" y="3429000"/>
            <a:ext cx="4109740" cy="896259"/>
          </a:xfrm>
          <a:prstGeom prst="wedgeRoundRectCallout">
            <a:avLst>
              <a:gd name="adj1" fmla="val -46931"/>
              <a:gd name="adj2" fmla="val 78756"/>
              <a:gd name="adj3" fmla="val 16667"/>
            </a:avLst>
          </a:prstGeom>
          <a:gradFill>
            <a:gsLst>
              <a:gs pos="0">
                <a:srgbClr val="D7ADD0"/>
              </a:gs>
              <a:gs pos="50000">
                <a:srgbClr val="CD9FC6"/>
              </a:gs>
              <a:gs pos="100000">
                <a:srgbClr val="CE9AC5"/>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I, an LLM, can redesign algorithms</a:t>
            </a:r>
          </a:p>
        </p:txBody>
      </p:sp>
    </p:spTree>
    <p:custDataLst>
      <p:tags r:id="rId1"/>
    </p:custDataLst>
    <p:extLst>
      <p:ext uri="{BB962C8B-B14F-4D97-AF65-F5344CB8AC3E}">
        <p14:creationId xmlns:p14="http://schemas.microsoft.com/office/powerpoint/2010/main" val="1204128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custDataLst>
              <p:tags r:id="rId2"/>
            </p:custDataLst>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custDataLst>
              <p:tags r:id="rId4"/>
            </p:custDataLst>
          </p:nvPr>
        </p:nvSpPr>
        <p:spPr/>
        <p:txBody>
          <a:bodyPr/>
          <a:lstStyle/>
          <a:p>
            <a:r>
              <a:rPr lang="en-US" noProof="0"/>
              <a:t>24</a:t>
            </a:r>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custDataLst>
              <p:tags r:id="rId5"/>
            </p:custDataLst>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custDataLst>
              <p:tags r:id="rId6"/>
            </p:custDataLst>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custDataLst>
              <p:tags r:id="rId7"/>
            </p:custDataLst>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custDataLst>
              <p:tags r:id="rId8"/>
            </p:custDataLst>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2" name="Picture 41">
            <a:extLst>
              <a:ext uri="{FF2B5EF4-FFF2-40B4-BE49-F238E27FC236}">
                <a16:creationId xmlns:a16="http://schemas.microsoft.com/office/drawing/2014/main" id="{316BF04B-178F-112C-0FA1-1E930ED0B64B}"/>
              </a:ext>
            </a:extLst>
          </p:cNvPr>
          <p:cNvPicPr>
            <a:picLocks noChangeAspect="1"/>
          </p:cNvPicPr>
          <p:nvPr>
            <p:custDataLst>
              <p:tags r:id="rId9"/>
            </p:custDataLst>
          </p:nvPr>
        </p:nvPicPr>
        <p:blipFill>
          <a:blip r:embed="rId12"/>
          <a:srcRect l="12577" t="17864" r="12520" b="16352"/>
          <a:stretch>
            <a:fillRect/>
          </a:stretch>
        </p:blipFill>
        <p:spPr>
          <a:xfrm>
            <a:off x="1792626" y="3852129"/>
            <a:ext cx="919163" cy="807244"/>
          </a:xfrm>
          <a:prstGeom prst="rect">
            <a:avLst/>
          </a:prstGeom>
        </p:spPr>
      </p:pic>
    </p:spTree>
    <p:custDataLst>
      <p:tags r:id="rId1"/>
    </p:custDataLst>
    <p:extLst>
      <p:ext uri="{BB962C8B-B14F-4D97-AF65-F5344CB8AC3E}">
        <p14:creationId xmlns:p14="http://schemas.microsoft.com/office/powerpoint/2010/main" val="4917763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custDataLst>
              <p:tags r:id="rId2"/>
            </p:custDataLst>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custDataLst>
              <p:tags r:id="rId4"/>
            </p:custDataLst>
          </p:nvPr>
        </p:nvSpPr>
        <p:spPr/>
        <p:txBody>
          <a:bodyPr/>
          <a:lstStyle/>
          <a:p>
            <a:r>
              <a:rPr lang="en-US" noProof="0"/>
              <a:t>24</a:t>
            </a:r>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custDataLst>
              <p:tags r:id="rId5"/>
            </p:custDataLst>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custDataLst>
              <p:tags r:id="rId6"/>
            </p:custDataLst>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custDataLst>
              <p:tags r:id="rId7"/>
            </p:custDataLst>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custDataLst>
              <p:tags r:id="rId8"/>
            </p:custDataLst>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FAD4EE1-A685-999A-4B14-45D9D5B9DB08}"/>
              </a:ext>
            </a:extLst>
          </p:cNvPr>
          <p:cNvSpPr txBox="1"/>
          <p:nvPr>
            <p:custDataLst>
              <p:tags r:id="rId9"/>
            </p:custDataLst>
          </p:nvPr>
        </p:nvSpPr>
        <p:spPr>
          <a:xfrm>
            <a:off x="4616552" y="1450268"/>
            <a:ext cx="3549984"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 Here are</a:t>
            </a:r>
            <a:br>
              <a:rPr lang="en-US" sz="3200" noProof="0" dirty="0"/>
            </a:br>
            <a:r>
              <a:rPr lang="en-US" sz="3200" noProof="0" dirty="0"/>
              <a:t>some hints</a:t>
            </a:r>
          </a:p>
        </p:txBody>
      </p:sp>
      <p:cxnSp>
        <p:nvCxnSpPr>
          <p:cNvPr id="31" name="Straight Arrow Connector 30">
            <a:extLst>
              <a:ext uri="{FF2B5EF4-FFF2-40B4-BE49-F238E27FC236}">
                <a16:creationId xmlns:a16="http://schemas.microsoft.com/office/drawing/2014/main" id="{182A4212-A4DA-F723-BE49-8CBB358B83EE}"/>
              </a:ext>
            </a:extLst>
          </p:cNvPr>
          <p:cNvCxnSpPr>
            <a:cxnSpLocks/>
            <a:stCxn id="30" idx="4"/>
            <a:endCxn id="45" idx="0"/>
          </p:cNvCxnSpPr>
          <p:nvPr>
            <p:custDataLst>
              <p:tags r:id="rId10"/>
            </p:custDataLst>
          </p:nvPr>
        </p:nvCxnSpPr>
        <p:spPr>
          <a:xfrm>
            <a:off x="6391544" y="3174432"/>
            <a:ext cx="0" cy="67769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E91551C-845A-9444-C470-26D5FFE36AB4}"/>
              </a:ext>
            </a:extLst>
          </p:cNvPr>
          <p:cNvSpPr/>
          <p:nvPr>
            <p:custDataLst>
              <p:tags r:id="rId11"/>
            </p:custDataLst>
          </p:nvPr>
        </p:nvSpPr>
        <p:spPr>
          <a:xfrm>
            <a:off x="4768213" y="5440720"/>
            <a:ext cx="3246662"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Better code</a:t>
            </a:r>
          </a:p>
        </p:txBody>
      </p:sp>
      <p:cxnSp>
        <p:nvCxnSpPr>
          <p:cNvPr id="33" name="Straight Arrow Connector 32">
            <a:extLst>
              <a:ext uri="{FF2B5EF4-FFF2-40B4-BE49-F238E27FC236}">
                <a16:creationId xmlns:a16="http://schemas.microsoft.com/office/drawing/2014/main" id="{0AC963EE-C48C-9FB8-06B7-25587D005F38}"/>
              </a:ext>
            </a:extLst>
          </p:cNvPr>
          <p:cNvCxnSpPr>
            <a:cxnSpLocks/>
            <a:stCxn id="45" idx="2"/>
            <a:endCxn id="32" idx="0"/>
          </p:cNvCxnSpPr>
          <p:nvPr>
            <p:custDataLst>
              <p:tags r:id="rId12"/>
            </p:custDataLst>
          </p:nvPr>
        </p:nvCxnSpPr>
        <p:spPr>
          <a:xfrm>
            <a:off x="6391544"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D29855-3079-7844-981D-E8EB78A92E21}"/>
              </a:ext>
            </a:extLst>
          </p:cNvPr>
          <p:cNvSpPr txBox="1"/>
          <p:nvPr>
            <p:custDataLst>
              <p:tags r:id="rId13"/>
            </p:custDataLst>
          </p:nvPr>
        </p:nvSpPr>
        <p:spPr>
          <a:xfrm>
            <a:off x="8319290" y="1515440"/>
            <a:ext cx="3615756" cy="162600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Follow this</a:t>
            </a:r>
            <a:br>
              <a:rPr lang="en-US" sz="3200" noProof="0" dirty="0"/>
            </a:br>
            <a:r>
              <a:rPr lang="en-US" sz="3200" noProof="0" dirty="0"/>
              <a:t>design</a:t>
            </a:r>
          </a:p>
        </p:txBody>
      </p:sp>
      <p:sp>
        <p:nvSpPr>
          <p:cNvPr id="61" name="Rectangle 60">
            <a:extLst>
              <a:ext uri="{FF2B5EF4-FFF2-40B4-BE49-F238E27FC236}">
                <a16:creationId xmlns:a16="http://schemas.microsoft.com/office/drawing/2014/main" id="{560AD894-F06B-81D0-4862-B5F5392198BC}"/>
              </a:ext>
            </a:extLst>
          </p:cNvPr>
          <p:cNvSpPr/>
          <p:nvPr>
            <p:custDataLst>
              <p:tags r:id="rId14"/>
            </p:custDataLst>
          </p:nvPr>
        </p:nvSpPr>
        <p:spPr>
          <a:xfrm>
            <a:off x="8473761" y="5440720"/>
            <a:ext cx="330681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Efficient code?</a:t>
            </a:r>
          </a:p>
        </p:txBody>
      </p:sp>
      <p:cxnSp>
        <p:nvCxnSpPr>
          <p:cNvPr id="65" name="Straight Arrow Connector 64">
            <a:extLst>
              <a:ext uri="{FF2B5EF4-FFF2-40B4-BE49-F238E27FC236}">
                <a16:creationId xmlns:a16="http://schemas.microsoft.com/office/drawing/2014/main" id="{1B02E96B-466B-BBC3-B8FB-DB7A29A2BB81}"/>
              </a:ext>
            </a:extLst>
          </p:cNvPr>
          <p:cNvCxnSpPr>
            <a:cxnSpLocks/>
            <a:stCxn id="47" idx="4"/>
            <a:endCxn id="46" idx="0"/>
          </p:cNvCxnSpPr>
          <p:nvPr>
            <p:custDataLst>
              <p:tags r:id="rId15"/>
            </p:custDataLst>
          </p:nvPr>
        </p:nvCxnSpPr>
        <p:spPr>
          <a:xfrm>
            <a:off x="10127168" y="3141444"/>
            <a:ext cx="0" cy="70564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4C375B0-66D1-4094-A4CE-A46305DDB331}"/>
              </a:ext>
            </a:extLst>
          </p:cNvPr>
          <p:cNvCxnSpPr>
            <a:cxnSpLocks/>
            <a:stCxn id="46" idx="2"/>
            <a:endCxn id="61" idx="0"/>
          </p:cNvCxnSpPr>
          <p:nvPr>
            <p:custDataLst>
              <p:tags r:id="rId16"/>
            </p:custDataLst>
          </p:nvPr>
        </p:nvCxnSpPr>
        <p:spPr>
          <a:xfrm>
            <a:off x="10127168" y="4654328"/>
            <a:ext cx="0" cy="7863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45CEB7EB-9DDD-0346-0151-E8B9C95212BD}"/>
              </a:ext>
            </a:extLst>
          </p:cNvPr>
          <p:cNvSpPr txBox="1"/>
          <p:nvPr>
            <p:custDataLst>
              <p:tags r:id="rId17"/>
            </p:custDataLst>
          </p:nvPr>
        </p:nvSpPr>
        <p:spPr>
          <a:xfrm>
            <a:off x="4017106" y="4076450"/>
            <a:ext cx="381836" cy="369332"/>
          </a:xfrm>
          <a:prstGeom prst="rect">
            <a:avLst/>
          </a:prstGeom>
          <a:noFill/>
        </p:spPr>
        <p:txBody>
          <a:bodyPr wrap="none" rtlCol="0">
            <a:spAutoFit/>
          </a:bodyPr>
          <a:lstStyle/>
          <a:p>
            <a:r>
              <a:rPr lang="en-US" noProof="0" dirty="0"/>
              <a:t>…</a:t>
            </a:r>
          </a:p>
        </p:txBody>
      </p:sp>
      <p:sp>
        <p:nvSpPr>
          <p:cNvPr id="70" name="TextBox 69">
            <a:extLst>
              <a:ext uri="{FF2B5EF4-FFF2-40B4-BE49-F238E27FC236}">
                <a16:creationId xmlns:a16="http://schemas.microsoft.com/office/drawing/2014/main" id="{9F6F3DBF-1BFB-DB5C-2306-CC6096186851}"/>
              </a:ext>
            </a:extLst>
          </p:cNvPr>
          <p:cNvSpPr txBox="1"/>
          <p:nvPr>
            <p:custDataLst>
              <p:tags r:id="rId18"/>
            </p:custDataLst>
          </p:nvPr>
        </p:nvSpPr>
        <p:spPr>
          <a:xfrm>
            <a:off x="8091925" y="4148175"/>
            <a:ext cx="381836" cy="369332"/>
          </a:xfrm>
          <a:prstGeom prst="rect">
            <a:avLst/>
          </a:prstGeom>
          <a:noFill/>
        </p:spPr>
        <p:txBody>
          <a:bodyPr wrap="none" rtlCol="0">
            <a:spAutoFit/>
          </a:bodyPr>
          <a:lstStyle/>
          <a:p>
            <a:r>
              <a:rPr lang="en-US" noProof="0" dirty="0"/>
              <a:t>…</a:t>
            </a:r>
          </a:p>
        </p:txBody>
      </p:sp>
      <p:pic>
        <p:nvPicPr>
          <p:cNvPr id="42" name="Picture 41">
            <a:extLst>
              <a:ext uri="{FF2B5EF4-FFF2-40B4-BE49-F238E27FC236}">
                <a16:creationId xmlns:a16="http://schemas.microsoft.com/office/drawing/2014/main" id="{316BF04B-178F-112C-0FA1-1E930ED0B64B}"/>
              </a:ext>
            </a:extLst>
          </p:cNvPr>
          <p:cNvPicPr>
            <a:picLocks noChangeAspect="1"/>
          </p:cNvPicPr>
          <p:nvPr>
            <p:custDataLst>
              <p:tags r:id="rId19"/>
            </p:custDataLst>
          </p:nvPr>
        </p:nvPicPr>
        <p:blipFill>
          <a:blip r:embed="rId24"/>
          <a:srcRect l="12577" t="17864" r="12520" b="16352"/>
          <a:stretch>
            <a:fillRect/>
          </a:stretch>
        </p:blipFill>
        <p:spPr>
          <a:xfrm>
            <a:off x="1792626" y="3852129"/>
            <a:ext cx="919163" cy="807244"/>
          </a:xfrm>
          <a:prstGeom prst="rect">
            <a:avLst/>
          </a:prstGeom>
        </p:spPr>
      </p:pic>
      <p:pic>
        <p:nvPicPr>
          <p:cNvPr id="45" name="Picture 44">
            <a:extLst>
              <a:ext uri="{FF2B5EF4-FFF2-40B4-BE49-F238E27FC236}">
                <a16:creationId xmlns:a16="http://schemas.microsoft.com/office/drawing/2014/main" id="{D98B62BA-C0CE-0DD2-0B2E-7832065054EA}"/>
              </a:ext>
            </a:extLst>
          </p:cNvPr>
          <p:cNvPicPr>
            <a:picLocks noChangeAspect="1"/>
          </p:cNvPicPr>
          <p:nvPr>
            <p:custDataLst>
              <p:tags r:id="rId20"/>
            </p:custDataLst>
          </p:nvPr>
        </p:nvPicPr>
        <p:blipFill>
          <a:blip r:embed="rId24"/>
          <a:srcRect l="12577" t="17864" r="12520" b="16352"/>
          <a:stretch>
            <a:fillRect/>
          </a:stretch>
        </p:blipFill>
        <p:spPr>
          <a:xfrm>
            <a:off x="5931962" y="3852129"/>
            <a:ext cx="919163" cy="807244"/>
          </a:xfrm>
          <a:prstGeom prst="rect">
            <a:avLst/>
          </a:prstGeom>
        </p:spPr>
      </p:pic>
      <p:pic>
        <p:nvPicPr>
          <p:cNvPr id="46" name="Picture 45">
            <a:extLst>
              <a:ext uri="{FF2B5EF4-FFF2-40B4-BE49-F238E27FC236}">
                <a16:creationId xmlns:a16="http://schemas.microsoft.com/office/drawing/2014/main" id="{AC2085E0-A83D-2E90-B6F6-59D17C0E4A65}"/>
              </a:ext>
            </a:extLst>
          </p:cNvPr>
          <p:cNvPicPr>
            <a:picLocks noChangeAspect="1"/>
          </p:cNvPicPr>
          <p:nvPr>
            <p:custDataLst>
              <p:tags r:id="rId21"/>
            </p:custDataLst>
          </p:nvPr>
        </p:nvPicPr>
        <p:blipFill>
          <a:blip r:embed="rId24"/>
          <a:srcRect l="12577" t="17864" r="12520" b="16352"/>
          <a:stretch>
            <a:fillRect/>
          </a:stretch>
        </p:blipFill>
        <p:spPr>
          <a:xfrm>
            <a:off x="9667586" y="3847084"/>
            <a:ext cx="919163" cy="807244"/>
          </a:xfrm>
          <a:prstGeom prst="rect">
            <a:avLst/>
          </a:prstGeom>
        </p:spPr>
      </p:pic>
    </p:spTree>
    <p:custDataLst>
      <p:tags r:id="rId1"/>
    </p:custDataLst>
    <p:extLst>
      <p:ext uri="{BB962C8B-B14F-4D97-AF65-F5344CB8AC3E}">
        <p14:creationId xmlns:p14="http://schemas.microsoft.com/office/powerpoint/2010/main" val="9860902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13"/>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14"/>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10"/>
            </p:custDataLst>
          </p:nvPr>
        </p:nvPicPr>
        <p:blipFill>
          <a:blip r:embed="rId15">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7017933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16"/>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17"/>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13"/>
            </p:custDataLst>
          </p:nvPr>
        </p:nvPicPr>
        <p:blipFill>
          <a:blip r:embed="rId18">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41816011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31"/>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32"/>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custDataLst>
              <p:tags r:id="rId13"/>
            </p:custDataLst>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custDataLst>
              <p:tags r:id="rId14"/>
            </p:custDataLst>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custDataLst>
              <p:tags r:id="rId15"/>
            </p:custDataLst>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custDataLst>
              <p:tags r:id="rId16"/>
            </p:custDataLst>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custDataLst>
              <p:tags r:id="rId17"/>
            </p:custDataLst>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custDataLst>
              <p:tags r:id="rId18"/>
            </p:custDataLst>
          </p:nvPr>
        </p:nvSpPr>
        <p:spPr>
          <a:xfrm>
            <a:off x="6988894"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custDataLst>
              <p:tags r:id="rId19"/>
            </p:custDataLst>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custDataLst>
              <p:tags r:id="rId20"/>
            </p:custDataLst>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custDataLst>
              <p:tags r:id="rId21"/>
            </p:custDataLst>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custDataLst>
              <p:tags r:id="rId22"/>
            </p:custDataLst>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custDataLst>
              <p:tags r:id="rId23"/>
            </p:custDataLst>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custDataLst>
              <p:tags r:id="rId24"/>
            </p:custDataLst>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custDataLst>
              <p:tags r:id="rId25"/>
            </p:custDataLst>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custDataLst>
              <p:tags r:id="rId26"/>
            </p:custDataLst>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custDataLst>
              <p:tags r:id="rId27"/>
            </p:custDataLst>
          </p:nvPr>
        </p:nvSpPr>
        <p:spPr>
          <a:xfrm>
            <a:off x="6460017" y="5304610"/>
            <a:ext cx="748923" cy="584775"/>
          </a:xfrm>
          <a:prstGeom prst="rect">
            <a:avLst/>
          </a:prstGeom>
          <a:noFill/>
        </p:spPr>
        <p:txBody>
          <a:bodyPr wrap="none" rtlCol="0">
            <a:spAutoFit/>
          </a:bodyPr>
          <a:lstStyle/>
          <a:p>
            <a:pPr algn="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28"/>
            </p:custDataLst>
          </p:nvPr>
        </p:nvPicPr>
        <p:blipFill>
          <a:blip r:embed="rId33">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26282407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35"/>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36"/>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custDataLst>
              <p:tags r:id="rId13"/>
            </p:custDataLst>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custDataLst>
              <p:tags r:id="rId14"/>
            </p:custDataLst>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custDataLst>
              <p:tags r:id="rId15"/>
            </p:custDataLst>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7" name="TextBox 36">
            <a:extLst>
              <a:ext uri="{FF2B5EF4-FFF2-40B4-BE49-F238E27FC236}">
                <a16:creationId xmlns:a16="http://schemas.microsoft.com/office/drawing/2014/main" id="{6F047493-C970-CEB3-77AE-369B5263B184}"/>
              </a:ext>
            </a:extLst>
          </p:cNvPr>
          <p:cNvSpPr txBox="1"/>
          <p:nvPr>
            <p:custDataLst>
              <p:tags r:id="rId16"/>
            </p:custDataLst>
          </p:nvPr>
        </p:nvSpPr>
        <p:spPr>
          <a:xfrm>
            <a:off x="9880866"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custDataLst>
              <p:tags r:id="rId17"/>
            </p:custDataLst>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custDataLst>
              <p:tags r:id="rId18"/>
            </p:custDataLst>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custDataLst>
              <p:tags r:id="rId19"/>
            </p:custDataLst>
          </p:nvPr>
        </p:nvSpPr>
        <p:spPr>
          <a:xfrm>
            <a:off x="6988894" y="4105182"/>
            <a:ext cx="748923" cy="584775"/>
          </a:xfrm>
          <a:prstGeom prst="rect">
            <a:avLst/>
          </a:prstGeom>
          <a:noFill/>
        </p:spPr>
        <p:txBody>
          <a:bodyPr wrap="none" rtlCol="0">
            <a:spAutoFit/>
          </a:bodyPr>
          <a:lstStyle/>
          <a:p>
            <a:r>
              <a:rPr lang="en-US" sz="3200" noProof="0" dirty="0"/>
              <a:t>🐌</a:t>
            </a:r>
          </a:p>
        </p:txBody>
      </p:sp>
      <p:sp>
        <p:nvSpPr>
          <p:cNvPr id="43" name="TextBox 42">
            <a:extLst>
              <a:ext uri="{FF2B5EF4-FFF2-40B4-BE49-F238E27FC236}">
                <a16:creationId xmlns:a16="http://schemas.microsoft.com/office/drawing/2014/main" id="{54AC2113-CF34-9C42-B33D-D4AC898FA2ED}"/>
              </a:ext>
            </a:extLst>
          </p:cNvPr>
          <p:cNvSpPr txBox="1"/>
          <p:nvPr>
            <p:custDataLst>
              <p:tags r:id="rId20"/>
            </p:custDataLst>
          </p:nvPr>
        </p:nvSpPr>
        <p:spPr>
          <a:xfrm>
            <a:off x="10409168"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custDataLst>
              <p:tags r:id="rId21"/>
            </p:custDataLst>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custDataLst>
              <p:tags r:id="rId22"/>
            </p:custDataLst>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custDataLst>
              <p:tags r:id="rId23"/>
            </p:custDataLst>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custDataLst>
              <p:tags r:id="rId24"/>
            </p:custDataLst>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3" name="TextBox 52">
            <a:extLst>
              <a:ext uri="{FF2B5EF4-FFF2-40B4-BE49-F238E27FC236}">
                <a16:creationId xmlns:a16="http://schemas.microsoft.com/office/drawing/2014/main" id="{6E5838EE-B8C5-9F68-CADA-001435EE4B34}"/>
              </a:ext>
            </a:extLst>
          </p:cNvPr>
          <p:cNvSpPr txBox="1"/>
          <p:nvPr>
            <p:custDataLst>
              <p:tags r:id="rId25"/>
            </p:custDataLst>
          </p:nvPr>
        </p:nvSpPr>
        <p:spPr>
          <a:xfrm>
            <a:off x="10157847" y="4731767"/>
            <a:ext cx="748923" cy="584775"/>
          </a:xfrm>
          <a:prstGeom prst="rect">
            <a:avLst/>
          </a:prstGeom>
          <a:noFill/>
        </p:spPr>
        <p:txBody>
          <a:bodyPr wrap="none" rtlCol="0">
            <a:spAutoFit/>
          </a:bodyPr>
          <a:lstStyle/>
          <a:p>
            <a:pPr algn="ct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custDataLst>
              <p:tags r:id="rId26"/>
            </p:custDataLst>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custDataLst>
              <p:tags r:id="rId27"/>
            </p:custDataLst>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custDataLst>
              <p:tags r:id="rId28"/>
            </p:custDataLst>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custDataLst>
              <p:tags r:id="rId29"/>
            </p:custDataLst>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custDataLst>
              <p:tags r:id="rId30"/>
            </p:custDataLst>
          </p:nvPr>
        </p:nvSpPr>
        <p:spPr>
          <a:xfrm>
            <a:off x="6460017" y="5304610"/>
            <a:ext cx="748923" cy="584775"/>
          </a:xfrm>
          <a:prstGeom prst="rect">
            <a:avLst/>
          </a:prstGeom>
          <a:noFill/>
        </p:spPr>
        <p:txBody>
          <a:bodyPr wrap="none" rtlCol="0">
            <a:spAutoFit/>
          </a:bodyPr>
          <a:lstStyle/>
          <a:p>
            <a:pPr algn="r"/>
            <a:r>
              <a:rPr lang="en-US" sz="3200" noProof="0" dirty="0"/>
              <a:t>⚠️</a:t>
            </a:r>
          </a:p>
        </p:txBody>
      </p:sp>
      <p:sp>
        <p:nvSpPr>
          <p:cNvPr id="69" name="TextBox 68">
            <a:extLst>
              <a:ext uri="{FF2B5EF4-FFF2-40B4-BE49-F238E27FC236}">
                <a16:creationId xmlns:a16="http://schemas.microsoft.com/office/drawing/2014/main" id="{296BAB42-31A3-D342-F6EC-828DF204BB89}"/>
              </a:ext>
            </a:extLst>
          </p:cNvPr>
          <p:cNvSpPr txBox="1"/>
          <p:nvPr>
            <p:custDataLst>
              <p:tags r:id="rId31"/>
            </p:custDataLst>
          </p:nvPr>
        </p:nvSpPr>
        <p:spPr>
          <a:xfrm>
            <a:off x="10157847" y="5304610"/>
            <a:ext cx="748923" cy="584775"/>
          </a:xfrm>
          <a:prstGeom prst="rect">
            <a:avLst/>
          </a:prstGeom>
          <a:noFill/>
        </p:spPr>
        <p:txBody>
          <a:bodyPr wrap="none" rtlCol="0">
            <a:spAutoFit/>
          </a:bodyPr>
          <a:lstStyle/>
          <a:p>
            <a:pPr algn="ct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32"/>
            </p:custDataLst>
          </p:nvPr>
        </p:nvPicPr>
        <p:blipFill>
          <a:blip r:embed="rId37">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14312239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E109-C468-9CAD-7328-CB565CAB08E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D1A2F12-E0B1-E78D-1174-3E84B38E55D2}"/>
              </a:ext>
            </a:extLst>
          </p:cNvPr>
          <p:cNvPicPr>
            <a:picLocks noChangeAspect="1"/>
          </p:cNvPicPr>
          <p:nvPr/>
        </p:nvPicPr>
        <p:blipFill>
          <a:blip r:embed="rId4"/>
          <a:srcRect r="758"/>
          <a:stretch>
            <a:fillRect/>
          </a:stretch>
        </p:blipFill>
        <p:spPr>
          <a:xfrm>
            <a:off x="5725239" y="2414515"/>
            <a:ext cx="6428662" cy="3400819"/>
          </a:xfrm>
          <a:prstGeom prst="rect">
            <a:avLst/>
          </a:prstGeom>
        </p:spPr>
      </p:pic>
      <p:sp>
        <p:nvSpPr>
          <p:cNvPr id="2" name="Title 1">
            <a:extLst>
              <a:ext uri="{FF2B5EF4-FFF2-40B4-BE49-F238E27FC236}">
                <a16:creationId xmlns:a16="http://schemas.microsoft.com/office/drawing/2014/main" id="{15F9A852-DFA7-BB45-D52F-5ADF7BD5F985}"/>
              </a:ext>
            </a:extLst>
          </p:cNvPr>
          <p:cNvSpPr>
            <a:spLocks noGrp="1"/>
          </p:cNvSpPr>
          <p:nvPr>
            <p:ph type="title"/>
          </p:nvPr>
        </p:nvSpPr>
        <p:spPr/>
        <p:txBody>
          <a:bodyPr/>
          <a:lstStyle/>
          <a:p>
            <a:r>
              <a:rPr lang="en-US" noProof="0" dirty="0"/>
              <a:t>Tutoring LLMs for CUDA – submission</a:t>
            </a:r>
            <a:br>
              <a:rPr lang="en-US" noProof="0" dirty="0"/>
            </a:br>
            <a:r>
              <a:rPr lang="en-US" sz="2400" i="1" noProof="0" dirty="0"/>
              <a:t>OpenAI o3-mini</a:t>
            </a:r>
            <a:endParaRPr lang="en-US" sz="2400" noProof="0" dirty="0"/>
          </a:p>
        </p:txBody>
      </p:sp>
      <p:sp>
        <p:nvSpPr>
          <p:cNvPr id="3" name="Date Placeholder 2">
            <a:extLst>
              <a:ext uri="{FF2B5EF4-FFF2-40B4-BE49-F238E27FC236}">
                <a16:creationId xmlns:a16="http://schemas.microsoft.com/office/drawing/2014/main" id="{193E9B5A-3051-3FC5-830E-F33DF82F4788}"/>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F170B554-C7EC-EA4A-7377-16FE1E7F2197}"/>
              </a:ext>
            </a:extLst>
          </p:cNvPr>
          <p:cNvSpPr>
            <a:spLocks noGrp="1"/>
          </p:cNvSpPr>
          <p:nvPr>
            <p:ph type="sldNum" sz="quarter" idx="12"/>
          </p:nvPr>
        </p:nvSpPr>
        <p:spPr/>
        <p:txBody>
          <a:bodyPr/>
          <a:lstStyle/>
          <a:p>
            <a:r>
              <a:rPr lang="en-US" noProof="0"/>
              <a:t>26</a:t>
            </a:r>
            <a:endParaRPr lang="en-US" noProof="0" dirty="0"/>
          </a:p>
        </p:txBody>
      </p:sp>
      <p:sp>
        <p:nvSpPr>
          <p:cNvPr id="9" name="TextBox 8">
            <a:extLst>
              <a:ext uri="{FF2B5EF4-FFF2-40B4-BE49-F238E27FC236}">
                <a16:creationId xmlns:a16="http://schemas.microsoft.com/office/drawing/2014/main" id="{5F4D55C3-3077-8567-A06E-0244BA5AA6CA}"/>
              </a:ext>
            </a:extLst>
          </p:cNvPr>
          <p:cNvSpPr txBox="1"/>
          <p:nvPr/>
        </p:nvSpPr>
        <p:spPr>
          <a:xfrm>
            <a:off x="304855" y="5753021"/>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11" name="TextBox 10">
            <a:extLst>
              <a:ext uri="{FF2B5EF4-FFF2-40B4-BE49-F238E27FC236}">
                <a16:creationId xmlns:a16="http://schemas.microsoft.com/office/drawing/2014/main" id="{BEFC1A91-D2F9-8087-5FD2-A346BE6173B0}"/>
              </a:ext>
            </a:extLst>
          </p:cNvPr>
          <p:cNvSpPr txBox="1"/>
          <p:nvPr/>
        </p:nvSpPr>
        <p:spPr>
          <a:xfrm>
            <a:off x="6189752" y="5756063"/>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pic>
        <p:nvPicPr>
          <p:cNvPr id="12" name="Picture 11">
            <a:extLst>
              <a:ext uri="{FF2B5EF4-FFF2-40B4-BE49-F238E27FC236}">
                <a16:creationId xmlns:a16="http://schemas.microsoft.com/office/drawing/2014/main" id="{F37C588F-446D-B5A9-2747-7A8074A7E755}"/>
              </a:ext>
            </a:extLst>
          </p:cNvPr>
          <p:cNvPicPr>
            <a:picLocks noChangeAspect="1"/>
          </p:cNvPicPr>
          <p:nvPr/>
        </p:nvPicPr>
        <p:blipFill>
          <a:blip r:embed="rId5"/>
          <a:stretch>
            <a:fillRect/>
          </a:stretch>
        </p:blipFill>
        <p:spPr>
          <a:xfrm>
            <a:off x="38099" y="1813041"/>
            <a:ext cx="5505218" cy="4002293"/>
          </a:xfrm>
          <a:prstGeom prst="rect">
            <a:avLst/>
          </a:prstGeom>
        </p:spPr>
      </p:pic>
      <p:sp>
        <p:nvSpPr>
          <p:cNvPr id="6" name="TextBox 5">
            <a:extLst>
              <a:ext uri="{FF2B5EF4-FFF2-40B4-BE49-F238E27FC236}">
                <a16:creationId xmlns:a16="http://schemas.microsoft.com/office/drawing/2014/main" id="{72D4F460-314F-F2C1-B648-8D4D93BCB4E5}"/>
              </a:ext>
            </a:extLst>
          </p:cNvPr>
          <p:cNvSpPr txBox="1"/>
          <p:nvPr/>
        </p:nvSpPr>
        <p:spPr>
          <a:xfrm>
            <a:off x="2078136" y="1390039"/>
            <a:ext cx="1789272" cy="523220"/>
          </a:xfrm>
          <a:prstGeom prst="rect">
            <a:avLst/>
          </a:prstGeom>
          <a:noFill/>
        </p:spPr>
        <p:txBody>
          <a:bodyPr wrap="none" rtlCol="0" anchor="b">
            <a:spAutoFit/>
          </a:bodyPr>
          <a:lstStyle/>
          <a:p>
            <a:pPr algn="ctr"/>
            <a:r>
              <a:rPr lang="en-US" sz="2800" noProof="0" dirty="0"/>
              <a:t>Histogram</a:t>
            </a:r>
          </a:p>
        </p:txBody>
      </p:sp>
      <p:sp>
        <p:nvSpPr>
          <p:cNvPr id="8" name="TextBox 7">
            <a:extLst>
              <a:ext uri="{FF2B5EF4-FFF2-40B4-BE49-F238E27FC236}">
                <a16:creationId xmlns:a16="http://schemas.microsoft.com/office/drawing/2014/main" id="{95B23757-4EAA-DF6D-49E2-44BDA612747C}"/>
              </a:ext>
            </a:extLst>
          </p:cNvPr>
          <p:cNvSpPr txBox="1"/>
          <p:nvPr/>
        </p:nvSpPr>
        <p:spPr>
          <a:xfrm>
            <a:off x="8261146" y="1971431"/>
            <a:ext cx="2135521" cy="523220"/>
          </a:xfrm>
          <a:prstGeom prst="rect">
            <a:avLst/>
          </a:prstGeom>
          <a:noFill/>
        </p:spPr>
        <p:txBody>
          <a:bodyPr wrap="none" rtlCol="0" anchor="b">
            <a:spAutoFit/>
          </a:bodyPr>
          <a:lstStyle/>
          <a:p>
            <a:pPr algn="ctr"/>
            <a:r>
              <a:rPr lang="en-US" sz="2800" noProof="0" dirty="0"/>
              <a:t>Game of Life</a:t>
            </a:r>
          </a:p>
        </p:txBody>
      </p:sp>
    </p:spTree>
    <p:custDataLst>
      <p:tags r:id="rId1"/>
    </p:custDataLst>
    <p:extLst>
      <p:ext uri="{BB962C8B-B14F-4D97-AF65-F5344CB8AC3E}">
        <p14:creationId xmlns:p14="http://schemas.microsoft.com/office/powerpoint/2010/main" val="23071661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78C7-4C18-1E14-E39F-1667DC67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D726E-1126-5E1F-5D98-D610109CCB14}"/>
              </a:ext>
            </a:extLst>
          </p:cNvPr>
          <p:cNvSpPr>
            <a:spLocks noGrp="1"/>
          </p:cNvSpPr>
          <p:nvPr>
            <p:ph type="title"/>
          </p:nvPr>
        </p:nvSpPr>
        <p:spPr/>
        <p:txBody>
          <a:bodyPr/>
          <a:lstStyle/>
          <a:p>
            <a:r>
              <a:rPr lang="en-US" noProof="0" dirty="0"/>
              <a:t>Tutoring LLMs for CUDA – at conference</a:t>
            </a:r>
            <a:br>
              <a:rPr lang="en-US" noProof="0" dirty="0"/>
            </a:br>
            <a:r>
              <a:rPr lang="en-US" sz="2400" i="1" noProof="0" dirty="0"/>
              <a:t>OpenAI GPT-5</a:t>
            </a:r>
            <a:endParaRPr lang="en-US" sz="2400" noProof="0" dirty="0"/>
          </a:p>
        </p:txBody>
      </p:sp>
      <p:pic>
        <p:nvPicPr>
          <p:cNvPr id="14" name="Picture 13">
            <a:extLst>
              <a:ext uri="{FF2B5EF4-FFF2-40B4-BE49-F238E27FC236}">
                <a16:creationId xmlns:a16="http://schemas.microsoft.com/office/drawing/2014/main" id="{9A37D793-DB98-C60F-2025-13AB50A6AFD7}"/>
              </a:ext>
            </a:extLst>
          </p:cNvPr>
          <p:cNvPicPr>
            <a:picLocks noChangeAspect="1"/>
          </p:cNvPicPr>
          <p:nvPr/>
        </p:nvPicPr>
        <p:blipFill>
          <a:blip r:embed="rId4"/>
          <a:stretch>
            <a:fillRect/>
          </a:stretch>
        </p:blipFill>
        <p:spPr>
          <a:xfrm>
            <a:off x="521915" y="2091797"/>
            <a:ext cx="5419726" cy="3940140"/>
          </a:xfrm>
          <a:prstGeom prst="rect">
            <a:avLst/>
          </a:prstGeom>
        </p:spPr>
      </p:pic>
      <p:pic>
        <p:nvPicPr>
          <p:cNvPr id="17" name="Picture 16">
            <a:extLst>
              <a:ext uri="{FF2B5EF4-FFF2-40B4-BE49-F238E27FC236}">
                <a16:creationId xmlns:a16="http://schemas.microsoft.com/office/drawing/2014/main" id="{43D8561C-C389-8CD1-355F-3F17053E9681}"/>
              </a:ext>
            </a:extLst>
          </p:cNvPr>
          <p:cNvPicPr>
            <a:picLocks noChangeAspect="1"/>
          </p:cNvPicPr>
          <p:nvPr/>
        </p:nvPicPr>
        <p:blipFill>
          <a:blip r:embed="rId5"/>
          <a:stretch>
            <a:fillRect/>
          </a:stretch>
        </p:blipFill>
        <p:spPr>
          <a:xfrm>
            <a:off x="6350972" y="2037561"/>
            <a:ext cx="5494327" cy="3994376"/>
          </a:xfrm>
          <a:prstGeom prst="rect">
            <a:avLst/>
          </a:prstGeom>
        </p:spPr>
      </p:pic>
      <p:sp>
        <p:nvSpPr>
          <p:cNvPr id="3" name="Date Placeholder 2">
            <a:extLst>
              <a:ext uri="{FF2B5EF4-FFF2-40B4-BE49-F238E27FC236}">
                <a16:creationId xmlns:a16="http://schemas.microsoft.com/office/drawing/2014/main" id="{B6E2F9E9-446F-AB04-F509-E2224D7D2122}"/>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C8E7E7C3-3B23-4ED6-C275-8801DBA6025D}"/>
              </a:ext>
            </a:extLst>
          </p:cNvPr>
          <p:cNvSpPr>
            <a:spLocks noGrp="1"/>
          </p:cNvSpPr>
          <p:nvPr>
            <p:ph type="sldNum" sz="quarter" idx="12"/>
          </p:nvPr>
        </p:nvSpPr>
        <p:spPr/>
        <p:txBody>
          <a:bodyPr/>
          <a:lstStyle/>
          <a:p>
            <a:r>
              <a:rPr lang="en-US" noProof="0"/>
              <a:t>27</a:t>
            </a:r>
            <a:endParaRPr lang="en-US" noProof="0" dirty="0"/>
          </a:p>
        </p:txBody>
      </p:sp>
      <p:sp>
        <p:nvSpPr>
          <p:cNvPr id="10" name="TextBox 9">
            <a:extLst>
              <a:ext uri="{FF2B5EF4-FFF2-40B4-BE49-F238E27FC236}">
                <a16:creationId xmlns:a16="http://schemas.microsoft.com/office/drawing/2014/main" id="{EFE45328-838A-47CE-23A0-47149F269933}"/>
              </a:ext>
            </a:extLst>
          </p:cNvPr>
          <p:cNvSpPr txBox="1"/>
          <p:nvPr/>
        </p:nvSpPr>
        <p:spPr>
          <a:xfrm>
            <a:off x="2164017" y="1568577"/>
            <a:ext cx="2135521" cy="523220"/>
          </a:xfrm>
          <a:prstGeom prst="rect">
            <a:avLst/>
          </a:prstGeom>
          <a:noFill/>
        </p:spPr>
        <p:txBody>
          <a:bodyPr wrap="none" rtlCol="0" anchor="b">
            <a:spAutoFit/>
          </a:bodyPr>
          <a:lstStyle/>
          <a:p>
            <a:pPr algn="ctr"/>
            <a:r>
              <a:rPr lang="en-US" sz="2800" noProof="0" dirty="0"/>
              <a:t>Game of Life</a:t>
            </a:r>
          </a:p>
        </p:txBody>
      </p:sp>
      <p:sp>
        <p:nvSpPr>
          <p:cNvPr id="13" name="TextBox 12">
            <a:extLst>
              <a:ext uri="{FF2B5EF4-FFF2-40B4-BE49-F238E27FC236}">
                <a16:creationId xmlns:a16="http://schemas.microsoft.com/office/drawing/2014/main" id="{925974EF-A245-0905-3B10-966BC4F2328D}"/>
              </a:ext>
            </a:extLst>
          </p:cNvPr>
          <p:cNvSpPr txBox="1"/>
          <p:nvPr/>
        </p:nvSpPr>
        <p:spPr>
          <a:xfrm>
            <a:off x="7892464" y="1568577"/>
            <a:ext cx="3371436" cy="523220"/>
          </a:xfrm>
          <a:prstGeom prst="rect">
            <a:avLst/>
          </a:prstGeom>
          <a:noFill/>
        </p:spPr>
        <p:txBody>
          <a:bodyPr wrap="none" rtlCol="0" anchor="b">
            <a:spAutoFit/>
          </a:bodyPr>
          <a:lstStyle/>
          <a:p>
            <a:pPr algn="ctr"/>
            <a:r>
              <a:rPr lang="en-US" sz="2800" noProof="0" dirty="0"/>
              <a:t>k-Nearest Neighbors</a:t>
            </a:r>
          </a:p>
        </p:txBody>
      </p:sp>
      <p:sp>
        <p:nvSpPr>
          <p:cNvPr id="16" name="TextBox 15">
            <a:extLst>
              <a:ext uri="{FF2B5EF4-FFF2-40B4-BE49-F238E27FC236}">
                <a16:creationId xmlns:a16="http://schemas.microsoft.com/office/drawing/2014/main" id="{4CA870EA-9FA0-3527-D9FC-4D14AAF90D3C}"/>
              </a:ext>
            </a:extLst>
          </p:cNvPr>
          <p:cNvSpPr txBox="1"/>
          <p:nvPr/>
        </p:nvSpPr>
        <p:spPr>
          <a:xfrm>
            <a:off x="299642" y="6013676"/>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21" name="TextBox 20">
            <a:extLst>
              <a:ext uri="{FF2B5EF4-FFF2-40B4-BE49-F238E27FC236}">
                <a16:creationId xmlns:a16="http://schemas.microsoft.com/office/drawing/2014/main" id="{EBEA3F10-024D-07D5-20F8-E8C233912E18}"/>
              </a:ext>
            </a:extLst>
          </p:cNvPr>
          <p:cNvSpPr txBox="1"/>
          <p:nvPr/>
        </p:nvSpPr>
        <p:spPr>
          <a:xfrm>
            <a:off x="6350972" y="5987018"/>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Tree>
    <p:custDataLst>
      <p:tags r:id="rId1"/>
    </p:custDataLst>
    <p:extLst>
      <p:ext uri="{BB962C8B-B14F-4D97-AF65-F5344CB8AC3E}">
        <p14:creationId xmlns:p14="http://schemas.microsoft.com/office/powerpoint/2010/main" val="21285730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2"/>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3"/>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4"/>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5"/>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6"/>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7"/>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8"/>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9"/>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Tree>
    <p:custDataLst>
      <p:tags r:id="rId1"/>
    </p:custDataLst>
    <p:extLst>
      <p:ext uri="{BB962C8B-B14F-4D97-AF65-F5344CB8AC3E}">
        <p14:creationId xmlns:p14="http://schemas.microsoft.com/office/powerpoint/2010/main" val="20539067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4"/>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5"/>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6"/>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8"/>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9"/>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0"/>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1"/>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2"/>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22" name="TextBox 21">
            <a:extLst>
              <a:ext uri="{FF2B5EF4-FFF2-40B4-BE49-F238E27FC236}">
                <a16:creationId xmlns:a16="http://schemas.microsoft.com/office/drawing/2014/main" id="{00AE5E7C-9BCF-9753-06F8-EAF716A55760}"/>
              </a:ext>
            </a:extLst>
          </p:cNvPr>
          <p:cNvSpPr txBox="1"/>
          <p:nvPr>
            <p:custDataLst>
              <p:tags r:id="rId13"/>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4"/>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5"/>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Tree>
    <p:custDataLst>
      <p:tags r:id="rId1"/>
    </p:custDataLst>
    <p:extLst>
      <p:ext uri="{BB962C8B-B14F-4D97-AF65-F5344CB8AC3E}">
        <p14:creationId xmlns:p14="http://schemas.microsoft.com/office/powerpoint/2010/main" val="7617216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custDataLst>
              <p:tags r:id="rId4"/>
            </p:custDataLst>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custDataLst>
              <p:tags r:id="rId5"/>
            </p:custDataLst>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6"/>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7"/>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8"/>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10"/>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11"/>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2"/>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3"/>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4"/>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custDataLst>
              <p:tags r:id="rId15"/>
            </p:custDataLst>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custDataLst>
              <p:tags r:id="rId16"/>
            </p:custDataLst>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custDataLst>
              <p:tags r:id="rId17"/>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8"/>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9"/>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custDataLst>
              <p:tags r:id="rId20"/>
            </p:custDataLst>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custDataLst>
              <p:tags r:id="rId21"/>
            </p:custDataLst>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Tree>
    <p:custDataLst>
      <p:tags r:id="rId1"/>
    </p:custDataLst>
    <p:extLst>
      <p:ext uri="{BB962C8B-B14F-4D97-AF65-F5344CB8AC3E}">
        <p14:creationId xmlns:p14="http://schemas.microsoft.com/office/powerpoint/2010/main" val="23133244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custDataLst>
              <p:tags r:id="rId4"/>
            </p:custDataLst>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custDataLst>
              <p:tags r:id="rId5"/>
            </p:custDataLst>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6"/>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7"/>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8"/>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10"/>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11"/>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2"/>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3"/>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4"/>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custDataLst>
              <p:tags r:id="rId15"/>
            </p:custDataLst>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custDataLst>
              <p:tags r:id="rId16"/>
            </p:custDataLst>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custDataLst>
              <p:tags r:id="rId17"/>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8"/>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9"/>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custDataLst>
              <p:tags r:id="rId20"/>
            </p:custDataLst>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custDataLst>
              <p:tags r:id="rId21"/>
            </p:custDataLst>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
        <p:nvSpPr>
          <p:cNvPr id="35" name="Right Brace 34">
            <a:extLst>
              <a:ext uri="{FF2B5EF4-FFF2-40B4-BE49-F238E27FC236}">
                <a16:creationId xmlns:a16="http://schemas.microsoft.com/office/drawing/2014/main" id="{9F09A8EB-ABF6-B6C8-D0BA-80FB857DE93D}"/>
              </a:ext>
            </a:extLst>
          </p:cNvPr>
          <p:cNvSpPr/>
          <p:nvPr>
            <p:custDataLst>
              <p:tags r:id="rId22"/>
            </p:custDataLst>
          </p:nvPr>
        </p:nvSpPr>
        <p:spPr>
          <a:xfrm rot="5400000">
            <a:off x="6014510" y="898475"/>
            <a:ext cx="162980" cy="8496300"/>
          </a:xfrm>
          <a:prstGeom prst="rightBrace">
            <a:avLst/>
          </a:prstGeom>
          <a:ln w="19050">
            <a:solidFill>
              <a:srgbClr val="0D17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2389E2B3-4BCB-989F-B436-E7DF27AF788B}"/>
              </a:ext>
            </a:extLst>
          </p:cNvPr>
          <p:cNvSpPr txBox="1"/>
          <p:nvPr>
            <p:custDataLst>
              <p:tags r:id="rId23"/>
            </p:custDataLst>
          </p:nvPr>
        </p:nvSpPr>
        <p:spPr>
          <a:xfrm>
            <a:off x="3673702" y="5222758"/>
            <a:ext cx="4844596" cy="954107"/>
          </a:xfrm>
          <a:prstGeom prst="rect">
            <a:avLst/>
          </a:prstGeom>
          <a:noFill/>
        </p:spPr>
        <p:txBody>
          <a:bodyPr wrap="none" rtlCol="0">
            <a:spAutoFit/>
          </a:bodyPr>
          <a:lstStyle/>
          <a:p>
            <a:pPr algn="ctr"/>
            <a:r>
              <a:rPr lang="en-US" sz="2800" noProof="0" dirty="0"/>
              <a:t>Would abstractions help LLMs</a:t>
            </a:r>
            <a:br>
              <a:rPr lang="en-US" sz="2800" noProof="0" dirty="0"/>
            </a:br>
            <a:r>
              <a:rPr lang="en-US" sz="2800" noProof="0" dirty="0"/>
              <a:t>generate better code?</a:t>
            </a:r>
          </a:p>
        </p:txBody>
      </p:sp>
    </p:spTree>
    <p:custDataLst>
      <p:tags r:id="rId1"/>
    </p:custDataLst>
    <p:extLst>
      <p:ext uri="{BB962C8B-B14F-4D97-AF65-F5344CB8AC3E}">
        <p14:creationId xmlns:p14="http://schemas.microsoft.com/office/powerpoint/2010/main" val="11133005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8"/>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spTree>
    <p:custDataLst>
      <p:tags r:id="rId1"/>
    </p:custDataLst>
    <p:extLst>
      <p:ext uri="{BB962C8B-B14F-4D97-AF65-F5344CB8AC3E}">
        <p14:creationId xmlns:p14="http://schemas.microsoft.com/office/powerpoint/2010/main" val="16898124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12"/>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custDataLst>
              <p:tags r:id="rId6"/>
            </p:custDataLst>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custDataLst>
              <p:tags r:id="rId7"/>
            </p:custDataLst>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B2DD5B8E-4E3D-5FCE-6E08-4D6F0F157642}"/>
              </a:ext>
            </a:extLst>
          </p:cNvPr>
          <p:cNvPicPr>
            <a:picLocks noChangeAspect="1"/>
          </p:cNvPicPr>
          <p:nvPr>
            <p:custDataLst>
              <p:tags r:id="rId8"/>
            </p:custDataLst>
          </p:nvPr>
        </p:nvPicPr>
        <p:blipFill>
          <a:blip r:embed="rId13"/>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custDataLst>
              <p:tags r:id="rId9"/>
            </p:custDataLst>
          </p:nvPr>
        </p:nvPicPr>
        <p:blipFill>
          <a:blip r:embed="rId13"/>
          <a:srcRect l="12577" t="17864" r="12520" b="16352"/>
          <a:stretch>
            <a:fillRect/>
          </a:stretch>
        </p:blipFill>
        <p:spPr>
          <a:xfrm>
            <a:off x="8166324" y="1343818"/>
            <a:ext cx="665908" cy="584826"/>
          </a:xfrm>
          <a:prstGeom prst="rect">
            <a:avLst/>
          </a:prstGeom>
        </p:spPr>
      </p:pic>
    </p:spTree>
    <p:custDataLst>
      <p:tags r:id="rId1"/>
    </p:custDataLst>
    <p:extLst>
      <p:ext uri="{BB962C8B-B14F-4D97-AF65-F5344CB8AC3E}">
        <p14:creationId xmlns:p14="http://schemas.microsoft.com/office/powerpoint/2010/main" val="25713339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14"/>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custDataLst>
              <p:tags r:id="rId6"/>
            </p:custDataLst>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custDataLst>
              <p:tags r:id="rId7"/>
            </p:custDataLst>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DA1AECA-B818-9D85-2746-62B9AE88EC04}"/>
              </a:ext>
            </a:extLst>
          </p:cNvPr>
          <p:cNvSpPr txBox="1"/>
          <p:nvPr>
            <p:custDataLst>
              <p:tags r:id="rId8"/>
            </p:custDataLst>
          </p:nvPr>
        </p:nvSpPr>
        <p:spPr>
          <a:xfrm>
            <a:off x="81118" y="1928644"/>
            <a:ext cx="1905330" cy="461665"/>
          </a:xfrm>
          <a:prstGeom prst="rect">
            <a:avLst/>
          </a:prstGeom>
          <a:noFill/>
        </p:spPr>
        <p:txBody>
          <a:bodyPr wrap="none" rtlCol="0" anchor="b">
            <a:spAutoFit/>
          </a:bodyPr>
          <a:lstStyle/>
          <a:p>
            <a:pPr algn="ctr"/>
            <a:r>
              <a:rPr lang="en-US" sz="2400" dirty="0" err="1"/>
              <a:t>PolyBench</a:t>
            </a:r>
            <a:r>
              <a:rPr lang="en-US" sz="2400" dirty="0"/>
              <a:t>/C</a:t>
            </a:r>
          </a:p>
        </p:txBody>
      </p:sp>
      <p:pic>
        <p:nvPicPr>
          <p:cNvPr id="7" name="Picture 6">
            <a:extLst>
              <a:ext uri="{FF2B5EF4-FFF2-40B4-BE49-F238E27FC236}">
                <a16:creationId xmlns:a16="http://schemas.microsoft.com/office/drawing/2014/main" id="{B2DD5B8E-4E3D-5FCE-6E08-4D6F0F157642}"/>
              </a:ext>
            </a:extLst>
          </p:cNvPr>
          <p:cNvPicPr>
            <a:picLocks noChangeAspect="1"/>
          </p:cNvPicPr>
          <p:nvPr>
            <p:custDataLst>
              <p:tags r:id="rId9"/>
            </p:custDataLst>
          </p:nvPr>
        </p:nvPicPr>
        <p:blipFill>
          <a:blip r:embed="rId15"/>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custDataLst>
              <p:tags r:id="rId10"/>
            </p:custDataLst>
          </p:nvPr>
        </p:nvPicPr>
        <p:blipFill>
          <a:blip r:embed="rId15"/>
          <a:srcRect l="12577" t="17864" r="12520" b="16352"/>
          <a:stretch>
            <a:fillRect/>
          </a:stretch>
        </p:blipFill>
        <p:spPr>
          <a:xfrm>
            <a:off x="8166324" y="1343818"/>
            <a:ext cx="665908" cy="584826"/>
          </a:xfrm>
          <a:prstGeom prst="rect">
            <a:avLst/>
          </a:prstGeom>
        </p:spPr>
      </p:pic>
      <p:cxnSp>
        <p:nvCxnSpPr>
          <p:cNvPr id="14" name="Straight Arrow Connector 13">
            <a:extLst>
              <a:ext uri="{FF2B5EF4-FFF2-40B4-BE49-F238E27FC236}">
                <a16:creationId xmlns:a16="http://schemas.microsoft.com/office/drawing/2014/main" id="{BD834972-E809-4BF9-BFD2-EB6411C5399D}"/>
              </a:ext>
            </a:extLst>
          </p:cNvPr>
          <p:cNvCxnSpPr>
            <a:cxnSpLocks/>
            <a:stCxn id="5" idx="2"/>
          </p:cNvCxnSpPr>
          <p:nvPr>
            <p:custDataLst>
              <p:tags r:id="rId11"/>
            </p:custDataLst>
          </p:nvPr>
        </p:nvCxnSpPr>
        <p:spPr>
          <a:xfrm>
            <a:off x="1033783" y="2390309"/>
            <a:ext cx="0" cy="726747"/>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33867613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43DA17-E138-247B-4A07-447B5A24647A}"/>
              </a:ext>
            </a:extLst>
          </p:cNvPr>
          <p:cNvPicPr>
            <a:picLocks noChangeAspect="1"/>
          </p:cNvPicPr>
          <p:nvPr/>
        </p:nvPicPr>
        <p:blipFill>
          <a:blip r:embed="rId4"/>
          <a:stretch>
            <a:fillRect/>
          </a:stretch>
        </p:blipFill>
        <p:spPr>
          <a:xfrm>
            <a:off x="371719" y="952391"/>
            <a:ext cx="11607430" cy="5594782"/>
          </a:xfrm>
          <a:prstGeom prst="rect">
            <a:avLst/>
          </a:prstGeom>
        </p:spPr>
      </p:pic>
      <p:sp>
        <p:nvSpPr>
          <p:cNvPr id="6" name="Title 5">
            <a:extLst>
              <a:ext uri="{FF2B5EF4-FFF2-40B4-BE49-F238E27FC236}">
                <a16:creationId xmlns:a16="http://schemas.microsoft.com/office/drawing/2014/main" id="{7951329F-EFE3-A4A4-5416-4AA800AB8042}"/>
              </a:ext>
            </a:extLst>
          </p:cNvPr>
          <p:cNvSpPr>
            <a:spLocks noGrp="1"/>
          </p:cNvSpPr>
          <p:nvPr>
            <p:ph type="title"/>
          </p:nvPr>
        </p:nvSpPr>
        <p:spPr/>
        <p:txBody>
          <a:bodyPr/>
          <a:lstStyle/>
          <a:p>
            <a:r>
              <a:rPr lang="en-US" dirty="0"/>
              <a:t>C outperforms the abstractions</a:t>
            </a:r>
          </a:p>
        </p:txBody>
      </p:sp>
      <p:sp>
        <p:nvSpPr>
          <p:cNvPr id="3" name="Date Placeholder 2">
            <a:extLst>
              <a:ext uri="{FF2B5EF4-FFF2-40B4-BE49-F238E27FC236}">
                <a16:creationId xmlns:a16="http://schemas.microsoft.com/office/drawing/2014/main" id="{2CD49F71-7448-E212-BBEF-8893E6B1C5F2}"/>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B6276319-0BF2-515F-5739-FB698D92221B}"/>
              </a:ext>
            </a:extLst>
          </p:cNvPr>
          <p:cNvSpPr>
            <a:spLocks noGrp="1"/>
          </p:cNvSpPr>
          <p:nvPr>
            <p:ph type="sldNum" sz="quarter" idx="12"/>
          </p:nvPr>
        </p:nvSpPr>
        <p:spPr/>
        <p:txBody>
          <a:bodyPr/>
          <a:lstStyle/>
          <a:p>
            <a:r>
              <a:rPr lang="en-US" noProof="0"/>
              <a:t>30</a:t>
            </a:r>
            <a:endParaRPr lang="en-US" noProof="0" dirty="0"/>
          </a:p>
        </p:txBody>
      </p:sp>
      <p:cxnSp>
        <p:nvCxnSpPr>
          <p:cNvPr id="8" name="Straight Arrow Connector 7">
            <a:extLst>
              <a:ext uri="{FF2B5EF4-FFF2-40B4-BE49-F238E27FC236}">
                <a16:creationId xmlns:a16="http://schemas.microsoft.com/office/drawing/2014/main" id="{C8052565-253C-E35C-2150-0BF281B9248A}"/>
              </a:ext>
            </a:extLst>
          </p:cNvPr>
          <p:cNvCxnSpPr>
            <a:cxnSpLocks/>
            <a:stCxn id="10" idx="2"/>
          </p:cNvCxnSpPr>
          <p:nvPr/>
        </p:nvCxnSpPr>
        <p:spPr>
          <a:xfrm>
            <a:off x="1224053" y="1613934"/>
            <a:ext cx="590330" cy="652813"/>
          </a:xfrm>
          <a:prstGeom prst="straightConnector1">
            <a:avLst/>
          </a:prstGeom>
          <a:ln>
            <a:solidFill>
              <a:srgbClr val="1F77B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4510F7E-BEF2-4291-2C14-78CF368B4E8A}"/>
              </a:ext>
            </a:extLst>
          </p:cNvPr>
          <p:cNvSpPr txBox="1"/>
          <p:nvPr/>
        </p:nvSpPr>
        <p:spPr>
          <a:xfrm>
            <a:off x="0" y="1213824"/>
            <a:ext cx="2448106" cy="400110"/>
          </a:xfrm>
          <a:prstGeom prst="rect">
            <a:avLst/>
          </a:prstGeom>
          <a:noFill/>
        </p:spPr>
        <p:txBody>
          <a:bodyPr wrap="none" rtlCol="0">
            <a:spAutoFit/>
          </a:bodyPr>
          <a:lstStyle/>
          <a:p>
            <a:pPr algn="ctr"/>
            <a:r>
              <a:rPr lang="en-US" noProof="0" dirty="0"/>
              <a:t>Best </a:t>
            </a:r>
            <a:r>
              <a:rPr lang="en-US" sz="2000" noProof="0" dirty="0"/>
              <a:t>performance</a:t>
            </a:r>
            <a:r>
              <a:rPr lang="en-US" noProof="0" dirty="0"/>
              <a:t> (C)</a:t>
            </a:r>
          </a:p>
        </p:txBody>
      </p:sp>
    </p:spTree>
    <p:custDataLst>
      <p:tags r:id="rId1"/>
    </p:custDataLst>
    <p:extLst>
      <p:ext uri="{BB962C8B-B14F-4D97-AF65-F5344CB8AC3E}">
        <p14:creationId xmlns:p14="http://schemas.microsoft.com/office/powerpoint/2010/main" val="13416658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BEA25C6-5912-033A-1DD3-AE5CB2BC4AB3}"/>
              </a:ext>
            </a:extLst>
          </p:cNvPr>
          <p:cNvSpPr txBox="1"/>
          <p:nvPr>
            <p:custDataLst>
              <p:tags r:id="rId2"/>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3"/>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4"/>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5"/>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6"/>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7"/>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8"/>
            </p:custDataLst>
          </p:nvPr>
        </p:nvSpPr>
        <p:spPr/>
        <p:txBody>
          <a:bodyPr/>
          <a:lstStyle/>
          <a:p>
            <a:r>
              <a:rPr lang="en-US" noProof="0"/>
              <a:t>31</a:t>
            </a:r>
            <a:endParaRPr lang="en-US" noProof="0" dirty="0"/>
          </a:p>
        </p:txBody>
      </p:sp>
    </p:spTree>
    <p:custDataLst>
      <p:tags r:id="rId1"/>
    </p:custDataLst>
    <p:extLst>
      <p:ext uri="{BB962C8B-B14F-4D97-AF65-F5344CB8AC3E}">
        <p14:creationId xmlns:p14="http://schemas.microsoft.com/office/powerpoint/2010/main" val="19030395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3"/>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20" name="TextBox 19">
            <a:extLst>
              <a:ext uri="{FF2B5EF4-FFF2-40B4-BE49-F238E27FC236}">
                <a16:creationId xmlns:a16="http://schemas.microsoft.com/office/drawing/2014/main" id="{EBEA25C6-5912-033A-1DD3-AE5CB2BC4AB3}"/>
              </a:ext>
            </a:extLst>
          </p:cNvPr>
          <p:cNvSpPr txBox="1"/>
          <p:nvPr>
            <p:custDataLst>
              <p:tags r:id="rId4"/>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5"/>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6"/>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7"/>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8"/>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9"/>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0"/>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1"/>
            </p:custDataLst>
          </p:nvPr>
        </p:nvPicPr>
        <p:blipFill>
          <a:blip>
            <a:extLst>
              <a:ext uri="{96DAC541-7B7A-43D3-8B79-37D633B846F1}">
                <asvg:svgBlip xmlns:asvg="http://schemas.microsoft.com/office/drawing/2016/SVG/main" r:embed="rId14"/>
              </a:ext>
            </a:extLst>
          </a:blip>
          <a:stretch>
            <a:fillRect/>
          </a:stretch>
        </p:blipFill>
        <p:spPr>
          <a:xfrm>
            <a:off x="259545" y="1724594"/>
            <a:ext cx="692126" cy="692126"/>
          </a:xfrm>
          <a:prstGeom prst="rect">
            <a:avLst/>
          </a:prstGeom>
        </p:spPr>
      </p:pic>
    </p:spTree>
    <p:custDataLst>
      <p:tags r:id="rId1"/>
    </p:custDataLst>
    <p:extLst>
      <p:ext uri="{BB962C8B-B14F-4D97-AF65-F5344CB8AC3E}">
        <p14:creationId xmlns:p14="http://schemas.microsoft.com/office/powerpoint/2010/main" val="36239188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4"/>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5"/>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20" name="TextBox 19">
            <a:extLst>
              <a:ext uri="{FF2B5EF4-FFF2-40B4-BE49-F238E27FC236}">
                <a16:creationId xmlns:a16="http://schemas.microsoft.com/office/drawing/2014/main" id="{EBEA25C6-5912-033A-1DD3-AE5CB2BC4AB3}"/>
              </a:ext>
            </a:extLst>
          </p:cNvPr>
          <p:cNvSpPr txBox="1"/>
          <p:nvPr>
            <p:custDataLst>
              <p:tags r:id="rId6"/>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7"/>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8"/>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9"/>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1"/>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2"/>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3"/>
            </p:custDataLst>
          </p:nvPr>
        </p:nvPicPr>
        <p:blipFill>
          <a:blip>
            <a:extLst>
              <a:ext uri="{96DAC541-7B7A-43D3-8B79-37D633B846F1}">
                <asvg:svgBlip xmlns:asvg="http://schemas.microsoft.com/office/drawing/2016/SVG/main" r:embed="rId17"/>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4"/>
            </p:custDataLst>
          </p:nvPr>
        </p:nvPicPr>
        <p:blipFill>
          <a:blip>
            <a:extLst>
              <a:ext uri="{96DAC541-7B7A-43D3-8B79-37D633B846F1}">
                <asvg:svgBlip xmlns:asvg="http://schemas.microsoft.com/office/drawing/2016/SVG/main" r:embed="rId17"/>
              </a:ext>
            </a:extLst>
          </a:blip>
          <a:stretch>
            <a:fillRect/>
          </a:stretch>
        </p:blipFill>
        <p:spPr>
          <a:xfrm>
            <a:off x="612168" y="2754124"/>
            <a:ext cx="692126" cy="692126"/>
          </a:xfrm>
          <a:prstGeom prst="rect">
            <a:avLst/>
          </a:prstGeom>
        </p:spPr>
      </p:pic>
    </p:spTree>
    <p:custDataLst>
      <p:tags r:id="rId1"/>
    </p:custDataLst>
    <p:extLst>
      <p:ext uri="{BB962C8B-B14F-4D97-AF65-F5344CB8AC3E}">
        <p14:creationId xmlns:p14="http://schemas.microsoft.com/office/powerpoint/2010/main" val="8266410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5"/>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6"/>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7"/>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8"/>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9"/>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0"/>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1"/>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2"/>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3"/>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4"/>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5"/>
            </p:custDataLst>
          </p:nvPr>
        </p:nvPicPr>
        <p:blipFill>
          <a:blip>
            <a:extLst>
              <a:ext uri="{96DAC541-7B7A-43D3-8B79-37D633B846F1}">
                <asvg:svgBlip xmlns:asvg="http://schemas.microsoft.com/office/drawing/2016/SVG/main" r:embed="rId20"/>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6"/>
            </p:custDataLst>
          </p:nvPr>
        </p:nvPicPr>
        <p:blipFill>
          <a:blip>
            <a:extLst>
              <a:ext uri="{96DAC541-7B7A-43D3-8B79-37D633B846F1}">
                <asvg:svgBlip xmlns:asvg="http://schemas.microsoft.com/office/drawing/2016/SVG/main" r:embed="rId20"/>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17"/>
            </p:custDataLst>
          </p:nvPr>
        </p:nvPicPr>
        <p:blipFill>
          <a:blip>
            <a:extLst>
              <a:ext uri="{96DAC541-7B7A-43D3-8B79-37D633B846F1}">
                <asvg:svgBlip xmlns:asvg="http://schemas.microsoft.com/office/drawing/2016/SVG/main" r:embed="rId21"/>
              </a:ext>
            </a:extLst>
          </a:blip>
          <a:stretch>
            <a:fillRect/>
          </a:stretch>
        </p:blipFill>
        <p:spPr>
          <a:xfrm>
            <a:off x="-73665" y="3804149"/>
            <a:ext cx="684040" cy="684040"/>
          </a:xfrm>
          <a:prstGeom prst="rect">
            <a:avLst/>
          </a:prstGeom>
        </p:spPr>
      </p:pic>
    </p:spTree>
    <p:custDataLst>
      <p:tags r:id="rId1"/>
    </p:custDataLst>
    <p:extLst>
      <p:ext uri="{BB962C8B-B14F-4D97-AF65-F5344CB8AC3E}">
        <p14:creationId xmlns:p14="http://schemas.microsoft.com/office/powerpoint/2010/main" val="20090647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5"/>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6"/>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7"/>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8"/>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9"/>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10"/>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1"/>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2"/>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3"/>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4"/>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5"/>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6"/>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7"/>
            </p:custDataLst>
          </p:nvPr>
        </p:nvPicPr>
        <p:blipFill>
          <a:blip>
            <a:extLst>
              <a:ext uri="{96DAC541-7B7A-43D3-8B79-37D633B846F1}">
                <asvg:svgBlip xmlns:asvg="http://schemas.microsoft.com/office/drawing/2016/SVG/main" r:embed="rId24"/>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8"/>
            </p:custDataLst>
          </p:nvPr>
        </p:nvPicPr>
        <p:blipFill>
          <a:blip>
            <a:extLst>
              <a:ext uri="{96DAC541-7B7A-43D3-8B79-37D633B846F1}">
                <asvg:svgBlip xmlns:asvg="http://schemas.microsoft.com/office/drawing/2016/SVG/main" r:embed="rId24"/>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19"/>
            </p:custDataLst>
          </p:nvPr>
        </p:nvPicPr>
        <p:blipFill>
          <a:blip>
            <a:extLst>
              <a:ext uri="{96DAC541-7B7A-43D3-8B79-37D633B846F1}">
                <asvg:svgBlip xmlns:asvg="http://schemas.microsoft.com/office/drawing/2016/SVG/main" r:embed="rId25"/>
              </a:ext>
            </a:extLst>
          </a:blip>
          <a:stretch>
            <a:fillRect/>
          </a:stretch>
        </p:blipFill>
        <p:spPr>
          <a:xfrm>
            <a:off x="-73665" y="3804149"/>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0"/>
            </p:custDataLst>
          </p:nvPr>
        </p:nvPicPr>
        <p:blipFill>
          <a:blip>
            <a:extLst>
              <a:ext uri="{96DAC541-7B7A-43D3-8B79-37D633B846F1}">
                <asvg:svgBlip xmlns:asvg="http://schemas.microsoft.com/office/drawing/2016/SVG/main" r:embed="rId26"/>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1"/>
            </p:custDataLst>
          </p:nvPr>
        </p:nvPicPr>
        <p:blipFill>
          <a:blip>
            <a:extLst>
              <a:ext uri="{96DAC541-7B7A-43D3-8B79-37D633B846F1}">
                <asvg:svgBlip xmlns:asvg="http://schemas.microsoft.com/office/drawing/2016/SVG/main" r:embed="rId27"/>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2340615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5"/>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6"/>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7"/>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8"/>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9"/>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0"/>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1"/>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32" name="TextBox 31">
            <a:extLst>
              <a:ext uri="{FF2B5EF4-FFF2-40B4-BE49-F238E27FC236}">
                <a16:creationId xmlns:a16="http://schemas.microsoft.com/office/drawing/2014/main" id="{575DD392-3AAA-5F2A-363D-37ADF1B2AD3E}"/>
              </a:ext>
            </a:extLst>
          </p:cNvPr>
          <p:cNvSpPr txBox="1"/>
          <p:nvPr>
            <p:custDataLst>
              <p:tags r:id="rId12"/>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3"/>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4"/>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5"/>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6"/>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7"/>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8"/>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9"/>
            </p:custDataLst>
          </p:nvPr>
        </p:nvPicPr>
        <p:blipFill>
          <a:blip>
            <a:extLst>
              <a:ext uri="{96DAC541-7B7A-43D3-8B79-37D633B846F1}">
                <asvg:svgBlip xmlns:asvg="http://schemas.microsoft.com/office/drawing/2016/SVG/main" r:embed="rId27"/>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0"/>
            </p:custDataLst>
          </p:nvPr>
        </p:nvPicPr>
        <p:blipFill>
          <a:blip>
            <a:extLst>
              <a:ext uri="{96DAC541-7B7A-43D3-8B79-37D633B846F1}">
                <asvg:svgBlip xmlns:asvg="http://schemas.microsoft.com/office/drawing/2016/SVG/main" r:embed="rId27"/>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1"/>
            </p:custDataLst>
          </p:nvPr>
        </p:nvPicPr>
        <p:blipFill>
          <a:blip>
            <a:extLst>
              <a:ext uri="{96DAC541-7B7A-43D3-8B79-37D633B846F1}">
                <asvg:svgBlip xmlns:asvg="http://schemas.microsoft.com/office/drawing/2016/SVG/main" r:embed="rId28"/>
              </a:ext>
            </a:extLst>
          </a:blip>
          <a:stretch>
            <a:fillRect/>
          </a:stretch>
        </p:blipFill>
        <p:spPr>
          <a:xfrm>
            <a:off x="-73665" y="3804149"/>
            <a:ext cx="684040" cy="684040"/>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2"/>
            </p:custDataLst>
          </p:nvPr>
        </p:nvPicPr>
        <p:blipFill>
          <a:blip>
            <a:extLst>
              <a:ext uri="{96DAC541-7B7A-43D3-8B79-37D633B846F1}">
                <asvg:svgBlip xmlns:asvg="http://schemas.microsoft.com/office/drawing/2016/SVG/main" r:embed="rId27"/>
              </a:ext>
            </a:extLst>
          </a:blip>
          <a:stretch>
            <a:fillRect/>
          </a:stretch>
        </p:blipFill>
        <p:spPr>
          <a:xfrm>
            <a:off x="11577153" y="2104335"/>
            <a:ext cx="688481" cy="688481"/>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3"/>
            </p:custDataLst>
          </p:nvPr>
        </p:nvPicPr>
        <p:blipFill>
          <a:blip>
            <a:extLst>
              <a:ext uri="{96DAC541-7B7A-43D3-8B79-37D633B846F1}">
                <asvg:svgBlip xmlns:asvg="http://schemas.microsoft.com/office/drawing/2016/SVG/main" r:embed="rId29"/>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4"/>
            </p:custDataLst>
          </p:nvPr>
        </p:nvPicPr>
        <p:blipFill>
          <a:blip>
            <a:extLst>
              <a:ext uri="{96DAC541-7B7A-43D3-8B79-37D633B846F1}">
                <asvg:svgBlip xmlns:asvg="http://schemas.microsoft.com/office/drawing/2016/SVG/main" r:embed="rId30"/>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21449225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5"/>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6"/>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7"/>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8"/>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9"/>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10"/>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1"/>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2"/>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3"/>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4"/>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8" name="TextBox 27">
            <a:extLst>
              <a:ext uri="{FF2B5EF4-FFF2-40B4-BE49-F238E27FC236}">
                <a16:creationId xmlns:a16="http://schemas.microsoft.com/office/drawing/2014/main" id="{4E10342D-AF4F-9D7A-596A-774C5A75EE80}"/>
              </a:ext>
            </a:extLst>
          </p:cNvPr>
          <p:cNvSpPr txBox="1"/>
          <p:nvPr>
            <p:custDataLst>
              <p:tags r:id="rId15"/>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16"/>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7"/>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8"/>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9"/>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1"/>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2"/>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3"/>
            </p:custDataLst>
          </p:nvPr>
        </p:nvPicPr>
        <p:blipFill>
          <a:blip>
            <a:extLst>
              <a:ext uri="{96DAC541-7B7A-43D3-8B79-37D633B846F1}">
                <asvg:svgBlip xmlns:asvg="http://schemas.microsoft.com/office/drawing/2016/SVG/main" r:embed="rId32"/>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4"/>
            </p:custDataLst>
          </p:nvPr>
        </p:nvPicPr>
        <p:blipFill>
          <a:blip>
            <a:extLst>
              <a:ext uri="{96DAC541-7B7A-43D3-8B79-37D633B846F1}">
                <asvg:svgBlip xmlns:asvg="http://schemas.microsoft.com/office/drawing/2016/SVG/main" r:embed="rId32"/>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5"/>
            </p:custDataLst>
          </p:nvPr>
        </p:nvPicPr>
        <p:blipFill>
          <a:blip>
            <a:extLst>
              <a:ext uri="{96DAC541-7B7A-43D3-8B79-37D633B846F1}">
                <asvg:svgBlip xmlns:asvg="http://schemas.microsoft.com/office/drawing/2016/SVG/main" r:embed="rId33"/>
              </a:ext>
            </a:extLst>
          </a:blip>
          <a:stretch>
            <a:fillRect/>
          </a:stretch>
        </p:blipFill>
        <p:spPr>
          <a:xfrm>
            <a:off x="-73665" y="3804149"/>
            <a:ext cx="684040" cy="684040"/>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6"/>
            </p:custDataLst>
          </p:nvPr>
        </p:nvPicPr>
        <p:blipFill>
          <a:blip>
            <a:extLst>
              <a:ext uri="{96DAC541-7B7A-43D3-8B79-37D633B846F1}">
                <asvg:svgBlip xmlns:asvg="http://schemas.microsoft.com/office/drawing/2016/SVG/main" r:embed="rId32"/>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27"/>
            </p:custDataLst>
          </p:nvPr>
        </p:nvPicPr>
        <p:blipFill>
          <a:blip>
            <a:extLst>
              <a:ext uri="{96DAC541-7B7A-43D3-8B79-37D633B846F1}">
                <asvg:svgBlip xmlns:asvg="http://schemas.microsoft.com/office/drawing/2016/SVG/main" r:embed="rId32"/>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8"/>
            </p:custDataLst>
          </p:nvPr>
        </p:nvPicPr>
        <p:blipFill>
          <a:blip>
            <a:extLst>
              <a:ext uri="{96DAC541-7B7A-43D3-8B79-37D633B846F1}">
                <asvg:svgBlip xmlns:asvg="http://schemas.microsoft.com/office/drawing/2016/SVG/main" r:embed="rId34"/>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9"/>
            </p:custDataLst>
          </p:nvPr>
        </p:nvPicPr>
        <p:blipFill>
          <a:blip>
            <a:extLst>
              <a:ext uri="{96DAC541-7B7A-43D3-8B79-37D633B846F1}">
                <asvg:svgBlip xmlns:asvg="http://schemas.microsoft.com/office/drawing/2016/SVG/main" r:embed="rId35"/>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35608903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4"/>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5"/>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6"/>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7"/>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8"/>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9"/>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0"/>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1"/>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2"/>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3"/>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4"/>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5"/>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6"/>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8" name="TextBox 27">
            <a:extLst>
              <a:ext uri="{FF2B5EF4-FFF2-40B4-BE49-F238E27FC236}">
                <a16:creationId xmlns:a16="http://schemas.microsoft.com/office/drawing/2014/main" id="{4E10342D-AF4F-9D7A-596A-774C5A75EE80}"/>
              </a:ext>
            </a:extLst>
          </p:cNvPr>
          <p:cNvSpPr txBox="1"/>
          <p:nvPr>
            <p:custDataLst>
              <p:tags r:id="rId17"/>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18"/>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9"/>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0"/>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1"/>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2"/>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3"/>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4"/>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5"/>
            </p:custDataLst>
          </p:nvPr>
        </p:nvPicPr>
        <p:blipFill>
          <a:blip>
            <a:extLst>
              <a:ext uri="{96DAC541-7B7A-43D3-8B79-37D633B846F1}">
                <asvg:svgBlip xmlns:asvg="http://schemas.microsoft.com/office/drawing/2016/SVG/main" r:embed="rId35"/>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6"/>
            </p:custDataLst>
          </p:nvPr>
        </p:nvPicPr>
        <p:blipFill>
          <a:blip>
            <a:extLst>
              <a:ext uri="{96DAC541-7B7A-43D3-8B79-37D633B846F1}">
                <asvg:svgBlip xmlns:asvg="http://schemas.microsoft.com/office/drawing/2016/SVG/main" r:embed="rId35"/>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7"/>
            </p:custDataLst>
          </p:nvPr>
        </p:nvPicPr>
        <p:blipFill>
          <a:blip>
            <a:extLst>
              <a:ext uri="{96DAC541-7B7A-43D3-8B79-37D633B846F1}">
                <asvg:svgBlip xmlns:asvg="http://schemas.microsoft.com/office/drawing/2016/SVG/main" r:embed="rId36"/>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28"/>
            </p:custDataLst>
          </p:nvPr>
        </p:nvPicPr>
        <p:blipFill>
          <a:blip>
            <a:extLst>
              <a:ext uri="{96DAC541-7B7A-43D3-8B79-37D633B846F1}">
                <asvg:svgBlip xmlns:asvg="http://schemas.microsoft.com/office/drawing/2016/SVG/main" r:embed="rId35"/>
              </a:ext>
            </a:extLst>
          </a:blip>
          <a:stretch>
            <a:fillRect/>
          </a:stretch>
        </p:blipFill>
        <p:spPr>
          <a:xfrm>
            <a:off x="1267745" y="4557585"/>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9"/>
            </p:custDataLst>
          </p:nvPr>
        </p:nvPicPr>
        <p:blipFill>
          <a:blip>
            <a:extLst>
              <a:ext uri="{96DAC541-7B7A-43D3-8B79-37D633B846F1}">
                <asvg:svgBlip xmlns:asvg="http://schemas.microsoft.com/office/drawing/2016/SVG/main" r:embed="rId35"/>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0"/>
            </p:custDataLst>
          </p:nvPr>
        </p:nvPicPr>
        <p:blipFill>
          <a:blip>
            <a:extLst>
              <a:ext uri="{96DAC541-7B7A-43D3-8B79-37D633B846F1}">
                <asvg:svgBlip xmlns:asvg="http://schemas.microsoft.com/office/drawing/2016/SVG/main" r:embed="rId35"/>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1"/>
            </p:custDataLst>
          </p:nvPr>
        </p:nvPicPr>
        <p:blipFill>
          <a:blip>
            <a:extLst>
              <a:ext uri="{96DAC541-7B7A-43D3-8B79-37D633B846F1}">
                <asvg:svgBlip xmlns:asvg="http://schemas.microsoft.com/office/drawing/2016/SVG/main" r:embed="rId37"/>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32"/>
            </p:custDataLst>
          </p:nvPr>
        </p:nvPicPr>
        <p:blipFill>
          <a:blip>
            <a:extLst>
              <a:ext uri="{96DAC541-7B7A-43D3-8B79-37D633B846F1}">
                <asvg:svgBlip xmlns:asvg="http://schemas.microsoft.com/office/drawing/2016/SVG/main" r:embed="rId38"/>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9940470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4"/>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5"/>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6"/>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7"/>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8"/>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9"/>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0"/>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1"/>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2"/>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3"/>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4"/>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5"/>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6"/>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7"/>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8"/>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19"/>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0"/>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1"/>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2"/>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3"/>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4"/>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5"/>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6"/>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7"/>
            </p:custDataLst>
          </p:nvPr>
        </p:nvSpPr>
        <p:spPr/>
        <p:txBody>
          <a:bodyPr/>
          <a:lstStyle/>
          <a:p>
            <a:r>
              <a:rPr lang="en-US" noProof="0"/>
              <a:t>31</a:t>
            </a:r>
            <a:endParaRPr lang="en-US" noProof="0" dirty="0"/>
          </a:p>
        </p:txBody>
      </p:sp>
      <p:sp>
        <p:nvSpPr>
          <p:cNvPr id="105" name="TextBox 104">
            <a:extLst>
              <a:ext uri="{FF2B5EF4-FFF2-40B4-BE49-F238E27FC236}">
                <a16:creationId xmlns:a16="http://schemas.microsoft.com/office/drawing/2014/main" id="{34EEE70E-66B1-DBA0-D563-ADA02418E73F}"/>
              </a:ext>
            </a:extLst>
          </p:cNvPr>
          <p:cNvSpPr txBox="1"/>
          <p:nvPr>
            <p:custDataLst>
              <p:tags r:id="rId28"/>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9"/>
            </p:custDataLst>
          </p:nvPr>
        </p:nvPicPr>
        <p:blipFill>
          <a:blip>
            <a:extLst>
              <a:ext uri="{96DAC541-7B7A-43D3-8B79-37D633B846F1}">
                <asvg:svgBlip xmlns:asvg="http://schemas.microsoft.com/office/drawing/2016/SVG/main" r:embed="rId40"/>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0"/>
            </p:custDataLst>
          </p:nvPr>
        </p:nvPicPr>
        <p:blipFill>
          <a:blip>
            <a:extLst>
              <a:ext uri="{96DAC541-7B7A-43D3-8B79-37D633B846F1}">
                <asvg:svgBlip xmlns:asvg="http://schemas.microsoft.com/office/drawing/2016/SVG/main" r:embed="rId40"/>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1"/>
            </p:custDataLst>
          </p:nvPr>
        </p:nvPicPr>
        <p:blipFill>
          <a:blip>
            <a:extLst>
              <a:ext uri="{96DAC541-7B7A-43D3-8B79-37D633B846F1}">
                <asvg:svgBlip xmlns:asvg="http://schemas.microsoft.com/office/drawing/2016/SVG/main" r:embed="rId41"/>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2"/>
            </p:custDataLst>
          </p:nvPr>
        </p:nvPicPr>
        <p:blipFill>
          <a:blip>
            <a:extLst>
              <a:ext uri="{96DAC541-7B7A-43D3-8B79-37D633B846F1}">
                <asvg:svgBlip xmlns:asvg="http://schemas.microsoft.com/office/drawing/2016/SVG/main" r:embed="rId40"/>
              </a:ext>
            </a:extLst>
          </a:blip>
          <a:stretch>
            <a:fillRect/>
          </a:stretch>
        </p:blipFill>
        <p:spPr>
          <a:xfrm>
            <a:off x="1267745" y="4557585"/>
            <a:ext cx="688481" cy="688481"/>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33"/>
            </p:custDataLst>
          </p:nvPr>
        </p:nvPicPr>
        <p:blipFill>
          <a:blip>
            <a:extLst>
              <a:ext uri="{96DAC541-7B7A-43D3-8B79-37D633B846F1}">
                <asvg:svgBlip xmlns:asvg="http://schemas.microsoft.com/office/drawing/2016/SVG/main" r:embed="rId42"/>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34"/>
            </p:custDataLst>
          </p:nvPr>
        </p:nvPicPr>
        <p:blipFill>
          <a:blip>
            <a:extLst>
              <a:ext uri="{96DAC541-7B7A-43D3-8B79-37D633B846F1}">
                <asvg:svgBlip xmlns:asvg="http://schemas.microsoft.com/office/drawing/2016/SVG/main" r:embed="rId40"/>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5"/>
            </p:custDataLst>
          </p:nvPr>
        </p:nvPicPr>
        <p:blipFill>
          <a:blip>
            <a:extLst>
              <a:ext uri="{96DAC541-7B7A-43D3-8B79-37D633B846F1}">
                <asvg:svgBlip xmlns:asvg="http://schemas.microsoft.com/office/drawing/2016/SVG/main" r:embed="rId40"/>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6"/>
            </p:custDataLst>
          </p:nvPr>
        </p:nvPicPr>
        <p:blipFill>
          <a:blip>
            <a:extLst>
              <a:ext uri="{96DAC541-7B7A-43D3-8B79-37D633B846F1}">
                <asvg:svgBlip xmlns:asvg="http://schemas.microsoft.com/office/drawing/2016/SVG/main" r:embed="rId43"/>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37"/>
            </p:custDataLst>
          </p:nvPr>
        </p:nvPicPr>
        <p:blipFill>
          <a:blip>
            <a:extLst>
              <a:ext uri="{96DAC541-7B7A-43D3-8B79-37D633B846F1}">
                <asvg:svgBlip xmlns:asvg="http://schemas.microsoft.com/office/drawing/2016/SVG/main" r:embed="rId44"/>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26299940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custDataLst>
              <p:tags r:id="rId2"/>
            </p:custDataLst>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3"/>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4"/>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5"/>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6"/>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7"/>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8"/>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9"/>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10"/>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1"/>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2"/>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3"/>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custDataLst>
              <p:tags r:id="rId14"/>
            </p:custDataLst>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5"/>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6"/>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7"/>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8"/>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9"/>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20"/>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21"/>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2"/>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3"/>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4"/>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5"/>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6"/>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7"/>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8"/>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9"/>
            </p:custDataLst>
          </p:nvPr>
        </p:nvSpPr>
        <p:spPr/>
        <p:txBody>
          <a:bodyPr/>
          <a:lstStyle/>
          <a:p>
            <a:r>
              <a:rPr lang="en-US" noProof="0"/>
              <a:t>31</a:t>
            </a:r>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custDataLst>
              <p:tags r:id="rId30"/>
            </p:custDataLst>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custDataLst>
              <p:tags r:id="rId31"/>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32"/>
            </p:custDataLst>
          </p:nvPr>
        </p:nvPicPr>
        <p:blipFill>
          <a:blip>
            <a:extLst>
              <a:ext uri="{96DAC541-7B7A-43D3-8B79-37D633B846F1}">
                <asvg:svgBlip xmlns:asvg="http://schemas.microsoft.com/office/drawing/2016/SVG/main" r:embed="rId44"/>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3"/>
            </p:custDataLst>
          </p:nvPr>
        </p:nvPicPr>
        <p:blipFill>
          <a:blip>
            <a:extLst>
              <a:ext uri="{96DAC541-7B7A-43D3-8B79-37D633B846F1}">
                <asvg:svgBlip xmlns:asvg="http://schemas.microsoft.com/office/drawing/2016/SVG/main" r:embed="rId44"/>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4"/>
            </p:custDataLst>
          </p:nvPr>
        </p:nvPicPr>
        <p:blipFill>
          <a:blip>
            <a:extLst>
              <a:ext uri="{96DAC541-7B7A-43D3-8B79-37D633B846F1}">
                <asvg:svgBlip xmlns:asvg="http://schemas.microsoft.com/office/drawing/2016/SVG/main" r:embed="rId45"/>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5"/>
            </p:custDataLst>
          </p:nvPr>
        </p:nvPicPr>
        <p:blipFill>
          <a:blip>
            <a:extLst>
              <a:ext uri="{96DAC541-7B7A-43D3-8B79-37D633B846F1}">
                <asvg:svgBlip xmlns:asvg="http://schemas.microsoft.com/office/drawing/2016/SVG/main" r:embed="rId44"/>
              </a:ext>
            </a:extLst>
          </a:blip>
          <a:stretch>
            <a:fillRect/>
          </a:stretch>
        </p:blipFill>
        <p:spPr>
          <a:xfrm>
            <a:off x="1267745" y="4557585"/>
            <a:ext cx="688481" cy="688481"/>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36"/>
            </p:custDataLst>
          </p:nvPr>
        </p:nvPicPr>
        <p:blipFill>
          <a:blip>
            <a:extLst>
              <a:ext uri="{96DAC541-7B7A-43D3-8B79-37D633B846F1}">
                <asvg:svgBlip xmlns:asvg="http://schemas.microsoft.com/office/drawing/2016/SVG/main" r:embed="rId46"/>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37"/>
            </p:custDataLst>
          </p:nvPr>
        </p:nvPicPr>
        <p:blipFill>
          <a:blip>
            <a:extLst>
              <a:ext uri="{96DAC541-7B7A-43D3-8B79-37D633B846F1}">
                <asvg:svgBlip xmlns:asvg="http://schemas.microsoft.com/office/drawing/2016/SVG/main" r:embed="rId44"/>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8"/>
            </p:custDataLst>
          </p:nvPr>
        </p:nvPicPr>
        <p:blipFill>
          <a:blip>
            <a:extLst>
              <a:ext uri="{96DAC541-7B7A-43D3-8B79-37D633B846F1}">
                <asvg:svgBlip xmlns:asvg="http://schemas.microsoft.com/office/drawing/2016/SVG/main" r:embed="rId44"/>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9"/>
            </p:custDataLst>
          </p:nvPr>
        </p:nvPicPr>
        <p:blipFill>
          <a:blip>
            <a:extLst>
              <a:ext uri="{96DAC541-7B7A-43D3-8B79-37D633B846F1}">
                <asvg:svgBlip xmlns:asvg="http://schemas.microsoft.com/office/drawing/2016/SVG/main" r:embed="rId47"/>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custDataLst>
              <p:tags r:id="rId40"/>
            </p:custDataLst>
          </p:nvPr>
        </p:nvPicPr>
        <p:blipFill>
          <a:blip>
            <a:extLst>
              <a:ext uri="{96DAC541-7B7A-43D3-8B79-37D633B846F1}">
                <asvg:svgBlip xmlns:asvg="http://schemas.microsoft.com/office/drawing/2016/SVG/main" r:embed="rId48"/>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41"/>
            </p:custDataLst>
          </p:nvPr>
        </p:nvPicPr>
        <p:blipFill>
          <a:blip>
            <a:extLst>
              <a:ext uri="{96DAC541-7B7A-43D3-8B79-37D633B846F1}">
                <asvg:svgBlip xmlns:asvg="http://schemas.microsoft.com/office/drawing/2016/SVG/main" r:embed="rId49"/>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34938767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custDataLst>
              <p:tags r:id="rId2"/>
            </p:custDataLst>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3"/>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4"/>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5"/>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6"/>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7"/>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8"/>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9"/>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10"/>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1"/>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2"/>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3"/>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33C5503-8ADB-3112-D468-A9D46C7291F9}"/>
              </a:ext>
            </a:extLst>
          </p:cNvPr>
          <p:cNvCxnSpPr>
            <a:cxnSpLocks/>
            <a:stCxn id="83" idx="0"/>
            <a:endCxn id="27" idx="2"/>
          </p:cNvCxnSpPr>
          <p:nvPr>
            <p:custDataLst>
              <p:tags r:id="rId14"/>
            </p:custDataLst>
          </p:nvPr>
        </p:nvCxnSpPr>
        <p:spPr>
          <a:xfrm flipV="1">
            <a:off x="6376588" y="2223248"/>
            <a:ext cx="112501" cy="64524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EDBBB33-4558-F22F-1F22-F472582CA31D}"/>
              </a:ext>
            </a:extLst>
          </p:cNvPr>
          <p:cNvCxnSpPr>
            <a:cxnSpLocks/>
            <a:stCxn id="24" idx="1"/>
            <a:endCxn id="83" idx="0"/>
          </p:cNvCxnSpPr>
          <p:nvPr>
            <p:custDataLst>
              <p:tags r:id="rId15"/>
            </p:custDataLst>
          </p:nvPr>
        </p:nvCxnSpPr>
        <p:spPr>
          <a:xfrm flipH="1">
            <a:off x="6376588" y="2382425"/>
            <a:ext cx="1793571" cy="486069"/>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custDataLst>
              <p:tags r:id="rId16"/>
            </p:custDataLst>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7"/>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8"/>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9"/>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20"/>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21"/>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22"/>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23"/>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4"/>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5"/>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6"/>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7"/>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8"/>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83" name="TextBox 82">
            <a:extLst>
              <a:ext uri="{FF2B5EF4-FFF2-40B4-BE49-F238E27FC236}">
                <a16:creationId xmlns:a16="http://schemas.microsoft.com/office/drawing/2014/main" id="{B8340993-B06E-A311-6876-6E4CE72B0A74}"/>
              </a:ext>
            </a:extLst>
          </p:cNvPr>
          <p:cNvSpPr txBox="1"/>
          <p:nvPr>
            <p:custDataLst>
              <p:tags r:id="rId29"/>
            </p:custDataLst>
          </p:nvPr>
        </p:nvSpPr>
        <p:spPr>
          <a:xfrm>
            <a:off x="4321131" y="2868494"/>
            <a:ext cx="4110914" cy="543595"/>
          </a:xfrm>
          <a:prstGeom prst="roundRect">
            <a:avLst>
              <a:gd name="adj" fmla="val 21669"/>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Bit-Planes for CA abstraction</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3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31"/>
            </p:custDataLst>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32"/>
            </p:custDataLst>
          </p:nvPr>
        </p:nvSpPr>
        <p:spPr/>
        <p:txBody>
          <a:bodyPr/>
          <a:lstStyle/>
          <a:p>
            <a:r>
              <a:rPr lang="en-US" noProof="0"/>
              <a:t>31</a:t>
            </a:r>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custDataLst>
              <p:tags r:id="rId33"/>
            </p:custDataLst>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custDataLst>
              <p:tags r:id="rId34"/>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35"/>
            </p:custDataLst>
          </p:nvPr>
        </p:nvPicPr>
        <p:blipFill>
          <a:blip>
            <a:extLst>
              <a:ext uri="{96DAC541-7B7A-43D3-8B79-37D633B846F1}">
                <asvg:svgBlip xmlns:asvg="http://schemas.microsoft.com/office/drawing/2016/SVG/main" r:embed="rId49"/>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6"/>
            </p:custDataLst>
          </p:nvPr>
        </p:nvPicPr>
        <p:blipFill>
          <a:blip>
            <a:extLst>
              <a:ext uri="{96DAC541-7B7A-43D3-8B79-37D633B846F1}">
                <asvg:svgBlip xmlns:asvg="http://schemas.microsoft.com/office/drawing/2016/SVG/main" r:embed="rId49"/>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7"/>
            </p:custDataLst>
          </p:nvPr>
        </p:nvPicPr>
        <p:blipFill>
          <a:blip>
            <a:extLst>
              <a:ext uri="{96DAC541-7B7A-43D3-8B79-37D633B846F1}">
                <asvg:svgBlip xmlns:asvg="http://schemas.microsoft.com/office/drawing/2016/SVG/main" r:embed="rId50"/>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8"/>
            </p:custDataLst>
          </p:nvPr>
        </p:nvPicPr>
        <p:blipFill>
          <a:blip>
            <a:extLst>
              <a:ext uri="{96DAC541-7B7A-43D3-8B79-37D633B846F1}">
                <asvg:svgBlip xmlns:asvg="http://schemas.microsoft.com/office/drawing/2016/SVG/main" r:embed="rId49"/>
              </a:ext>
            </a:extLst>
          </a:blip>
          <a:stretch>
            <a:fillRect/>
          </a:stretch>
        </p:blipFill>
        <p:spPr>
          <a:xfrm>
            <a:off x="1267745" y="4557585"/>
            <a:ext cx="688481" cy="688481"/>
          </a:xfrm>
          <a:prstGeom prst="rect">
            <a:avLst/>
          </a:prstGeom>
        </p:spPr>
      </p:pic>
      <p:pic>
        <p:nvPicPr>
          <p:cNvPr id="118" name="Graphic 117" descr="Document with solid fill">
            <a:extLst>
              <a:ext uri="{FF2B5EF4-FFF2-40B4-BE49-F238E27FC236}">
                <a16:creationId xmlns:a16="http://schemas.microsoft.com/office/drawing/2014/main" id="{2272B4AB-7D5F-AB8E-81F9-35DCF3C22CC4}"/>
              </a:ext>
            </a:extLst>
          </p:cNvPr>
          <p:cNvPicPr>
            <a:picLocks noChangeAspect="1"/>
          </p:cNvPicPr>
          <p:nvPr>
            <p:custDataLst>
              <p:tags r:id="rId39"/>
            </p:custDataLst>
          </p:nvPr>
        </p:nvPicPr>
        <p:blipFill>
          <a:blip>
            <a:extLst>
              <a:ext uri="{96DAC541-7B7A-43D3-8B79-37D633B846F1}">
                <asvg:svgBlip xmlns:asvg="http://schemas.microsoft.com/office/drawing/2016/SVG/main" r:embed="rId51"/>
              </a:ext>
            </a:extLst>
          </a:blip>
          <a:stretch>
            <a:fillRect/>
          </a:stretch>
        </p:blipFill>
        <p:spPr>
          <a:xfrm>
            <a:off x="8330988" y="2845627"/>
            <a:ext cx="684040" cy="684040"/>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40"/>
            </p:custDataLst>
          </p:nvPr>
        </p:nvPicPr>
        <p:blipFill>
          <a:blip>
            <a:extLst>
              <a:ext uri="{96DAC541-7B7A-43D3-8B79-37D633B846F1}">
                <asvg:svgBlip xmlns:asvg="http://schemas.microsoft.com/office/drawing/2016/SVG/main" r:embed="rId52"/>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41"/>
            </p:custDataLst>
          </p:nvPr>
        </p:nvPicPr>
        <p:blipFill>
          <a:blip>
            <a:extLst>
              <a:ext uri="{96DAC541-7B7A-43D3-8B79-37D633B846F1}">
                <asvg:svgBlip xmlns:asvg="http://schemas.microsoft.com/office/drawing/2016/SVG/main" r:embed="rId49"/>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42"/>
            </p:custDataLst>
          </p:nvPr>
        </p:nvPicPr>
        <p:blipFill>
          <a:blip>
            <a:extLst>
              <a:ext uri="{96DAC541-7B7A-43D3-8B79-37D633B846F1}">
                <asvg:svgBlip xmlns:asvg="http://schemas.microsoft.com/office/drawing/2016/SVG/main" r:embed="rId49"/>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43"/>
            </p:custDataLst>
          </p:nvPr>
        </p:nvPicPr>
        <p:blipFill>
          <a:blip>
            <a:extLst>
              <a:ext uri="{96DAC541-7B7A-43D3-8B79-37D633B846F1}">
                <asvg:svgBlip xmlns:asvg="http://schemas.microsoft.com/office/drawing/2016/SVG/main" r:embed="rId51"/>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custDataLst>
              <p:tags r:id="rId44"/>
            </p:custDataLst>
          </p:nvPr>
        </p:nvPicPr>
        <p:blipFill>
          <a:blip>
            <a:extLst>
              <a:ext uri="{96DAC541-7B7A-43D3-8B79-37D633B846F1}">
                <asvg:svgBlip xmlns:asvg="http://schemas.microsoft.com/office/drawing/2016/SVG/main" r:embed="rId53"/>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45"/>
            </p:custDataLst>
          </p:nvPr>
        </p:nvPicPr>
        <p:blipFill>
          <a:blip>
            <a:extLst>
              <a:ext uri="{96DAC541-7B7A-43D3-8B79-37D633B846F1}">
                <asvg:svgBlip xmlns:asvg="http://schemas.microsoft.com/office/drawing/2016/SVG/main" r:embed="rId54"/>
              </a:ext>
            </a:extLst>
          </a:blip>
          <a:stretch>
            <a:fillRect/>
          </a:stretch>
        </p:blipFill>
        <p:spPr>
          <a:xfrm>
            <a:off x="6739057" y="5535157"/>
            <a:ext cx="372564" cy="372564"/>
          </a:xfrm>
          <a:prstGeom prst="rect">
            <a:avLst/>
          </a:prstGeom>
        </p:spPr>
      </p:pic>
      <p:pic>
        <p:nvPicPr>
          <p:cNvPr id="134" name="Graphic 133" descr="Hourglass 90% with solid fill">
            <a:extLst>
              <a:ext uri="{FF2B5EF4-FFF2-40B4-BE49-F238E27FC236}">
                <a16:creationId xmlns:a16="http://schemas.microsoft.com/office/drawing/2014/main" id="{3A28964A-C8E0-7C8E-551D-E262DC957E63}"/>
              </a:ext>
            </a:extLst>
          </p:cNvPr>
          <p:cNvPicPr>
            <a:picLocks noChangeAspect="1"/>
          </p:cNvPicPr>
          <p:nvPr>
            <p:custDataLst>
              <p:tags r:id="rId46"/>
            </p:custDataLst>
          </p:nvPr>
        </p:nvPicPr>
        <p:blipFill>
          <a:blip>
            <a:extLst>
              <a:ext uri="{96DAC541-7B7A-43D3-8B79-37D633B846F1}">
                <asvg:svgBlip xmlns:asvg="http://schemas.microsoft.com/office/drawing/2016/SVG/main" r:embed="rId54"/>
              </a:ext>
            </a:extLst>
          </a:blip>
          <a:stretch>
            <a:fillRect/>
          </a:stretch>
        </p:blipFill>
        <p:spPr>
          <a:xfrm>
            <a:off x="8910745" y="3001049"/>
            <a:ext cx="372564" cy="372564"/>
          </a:xfrm>
          <a:prstGeom prst="rect">
            <a:avLst/>
          </a:prstGeom>
        </p:spPr>
      </p:pic>
    </p:spTree>
    <p:custDataLst>
      <p:tags r:id="rId1"/>
    </p:custDataLst>
    <p:extLst>
      <p:ext uri="{BB962C8B-B14F-4D97-AF65-F5344CB8AC3E}">
        <p14:creationId xmlns:p14="http://schemas.microsoft.com/office/powerpoint/2010/main" val="32556231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E2FB-C33B-F5A6-39E3-F8E23A8324D1}"/>
              </a:ext>
            </a:extLst>
          </p:cNvPr>
          <p:cNvSpPr>
            <a:spLocks noGrp="1"/>
          </p:cNvSpPr>
          <p:nvPr>
            <p:ph type="title"/>
          </p:nvPr>
        </p:nvSpPr>
        <p:spPr/>
        <p:txBody>
          <a:bodyPr/>
          <a:lstStyle/>
          <a:p>
            <a:r>
              <a:rPr lang="en-US" dirty="0"/>
              <a:t>Contribution s</a:t>
            </a:r>
            <a:r>
              <a:rPr lang="en-US" noProof="0" dirty="0" err="1"/>
              <a:t>ummary</a:t>
            </a:r>
            <a:endParaRPr lang="en-US" noProof="0" dirty="0"/>
          </a:p>
        </p:txBody>
      </p:sp>
      <p:sp>
        <p:nvSpPr>
          <p:cNvPr id="3" name="Date Placeholder 2">
            <a:extLst>
              <a:ext uri="{FF2B5EF4-FFF2-40B4-BE49-F238E27FC236}">
                <a16:creationId xmlns:a16="http://schemas.microsoft.com/office/drawing/2014/main" id="{619F2EFF-764E-D77C-839A-710FB5E7FAC9}"/>
              </a:ext>
            </a:extLst>
          </p:cNvPr>
          <p:cNvSpPr>
            <a:spLocks noGrp="1"/>
          </p:cNvSpPr>
          <p:nvPr>
            <p:ph type="dt" sz="half" idx="10"/>
          </p:nvPr>
        </p:nvSpPr>
        <p:spPr/>
        <p:txBody>
          <a:bodyPr/>
          <a:lstStyle/>
          <a:p>
            <a:r>
              <a:rPr lang="en-US" noProof="0"/>
              <a:t>9/7/2026</a:t>
            </a:r>
            <a:endParaRPr lang="en-US" noProof="0" dirty="0"/>
          </a:p>
        </p:txBody>
      </p:sp>
      <p:sp>
        <p:nvSpPr>
          <p:cNvPr id="4" name="Slide Number Placeholder 3">
            <a:extLst>
              <a:ext uri="{FF2B5EF4-FFF2-40B4-BE49-F238E27FC236}">
                <a16:creationId xmlns:a16="http://schemas.microsoft.com/office/drawing/2014/main" id="{63653686-DDC4-AE26-E80F-25922CD6EA22}"/>
              </a:ext>
            </a:extLst>
          </p:cNvPr>
          <p:cNvSpPr>
            <a:spLocks noGrp="1"/>
          </p:cNvSpPr>
          <p:nvPr>
            <p:ph type="sldNum" sz="quarter" idx="12"/>
          </p:nvPr>
        </p:nvSpPr>
        <p:spPr/>
        <p:txBody>
          <a:bodyPr/>
          <a:lstStyle/>
          <a:p>
            <a:r>
              <a:rPr lang="en-US" noProof="0"/>
              <a:t>32</a:t>
            </a:r>
            <a:endParaRPr lang="en-US" noProof="0" dirty="0"/>
          </a:p>
        </p:txBody>
      </p:sp>
      <p:sp>
        <p:nvSpPr>
          <p:cNvPr id="5" name="TextBox 4">
            <a:extLst>
              <a:ext uri="{FF2B5EF4-FFF2-40B4-BE49-F238E27FC236}">
                <a16:creationId xmlns:a16="http://schemas.microsoft.com/office/drawing/2014/main" id="{07460CFD-1ADD-C377-3592-F33BC4F867B6}"/>
              </a:ext>
            </a:extLst>
          </p:cNvPr>
          <p:cNvSpPr txBox="1"/>
          <p:nvPr/>
        </p:nvSpPr>
        <p:spPr>
          <a:xfrm>
            <a:off x="2426878" y="1800983"/>
            <a:ext cx="1230658" cy="430887"/>
          </a:xfrm>
          <a:prstGeom prst="rect">
            <a:avLst/>
          </a:prstGeom>
          <a:noFill/>
        </p:spPr>
        <p:txBody>
          <a:bodyPr wrap="square" rtlCol="0">
            <a:spAutoFit/>
          </a:bodyPr>
          <a:lstStyle/>
          <a:p>
            <a:pPr algn="r"/>
            <a:r>
              <a:rPr lang="en-US" sz="2200" noProof="0" dirty="0"/>
              <a:t>Layouts</a:t>
            </a:r>
          </a:p>
        </p:txBody>
      </p:sp>
      <p:sp>
        <p:nvSpPr>
          <p:cNvPr id="8" name="TextBox 7">
            <a:extLst>
              <a:ext uri="{FF2B5EF4-FFF2-40B4-BE49-F238E27FC236}">
                <a16:creationId xmlns:a16="http://schemas.microsoft.com/office/drawing/2014/main" id="{8A890452-B9A2-74CC-8DAA-A01425E62FD3}"/>
              </a:ext>
            </a:extLst>
          </p:cNvPr>
          <p:cNvSpPr txBox="1"/>
          <p:nvPr/>
        </p:nvSpPr>
        <p:spPr>
          <a:xfrm>
            <a:off x="2252985" y="2116499"/>
            <a:ext cx="1404551" cy="430887"/>
          </a:xfrm>
          <a:prstGeom prst="rect">
            <a:avLst/>
          </a:prstGeom>
          <a:noFill/>
        </p:spPr>
        <p:txBody>
          <a:bodyPr wrap="none" rtlCol="0">
            <a:spAutoFit/>
          </a:bodyPr>
          <a:lstStyle/>
          <a:p>
            <a:pPr algn="r"/>
            <a:r>
              <a:rPr lang="en-US" sz="2200" noProof="0" dirty="0"/>
              <a:t>Traversals</a:t>
            </a:r>
          </a:p>
        </p:txBody>
      </p:sp>
      <p:sp>
        <p:nvSpPr>
          <p:cNvPr id="10" name="TextBox 9">
            <a:extLst>
              <a:ext uri="{FF2B5EF4-FFF2-40B4-BE49-F238E27FC236}">
                <a16:creationId xmlns:a16="http://schemas.microsoft.com/office/drawing/2014/main" id="{BD8A1E1A-6D5A-56E5-F8EC-DE0EA51B3C0D}"/>
              </a:ext>
            </a:extLst>
          </p:cNvPr>
          <p:cNvSpPr txBox="1"/>
          <p:nvPr/>
        </p:nvSpPr>
        <p:spPr>
          <a:xfrm>
            <a:off x="2061971" y="2399717"/>
            <a:ext cx="1595565" cy="430887"/>
          </a:xfrm>
          <a:prstGeom prst="rect">
            <a:avLst/>
          </a:prstGeom>
          <a:noFill/>
        </p:spPr>
        <p:txBody>
          <a:bodyPr wrap="none" rtlCol="0">
            <a:spAutoFit/>
          </a:bodyPr>
          <a:lstStyle/>
          <a:p>
            <a:pPr algn="r"/>
            <a:r>
              <a:rPr lang="en-US" sz="2200" b="1" noProof="0" dirty="0"/>
              <a:t>Autotuning</a:t>
            </a:r>
          </a:p>
        </p:txBody>
      </p:sp>
      <p:sp>
        <p:nvSpPr>
          <p:cNvPr id="12" name="TextBox 11">
            <a:extLst>
              <a:ext uri="{FF2B5EF4-FFF2-40B4-BE49-F238E27FC236}">
                <a16:creationId xmlns:a16="http://schemas.microsoft.com/office/drawing/2014/main" id="{F9277F25-EB33-FBD0-50C1-C49A0970F767}"/>
              </a:ext>
            </a:extLst>
          </p:cNvPr>
          <p:cNvSpPr txBox="1"/>
          <p:nvPr/>
        </p:nvSpPr>
        <p:spPr>
          <a:xfrm>
            <a:off x="2111920" y="2695114"/>
            <a:ext cx="1545616" cy="430887"/>
          </a:xfrm>
          <a:prstGeom prst="rect">
            <a:avLst/>
          </a:prstGeom>
          <a:noFill/>
        </p:spPr>
        <p:txBody>
          <a:bodyPr wrap="none" rtlCol="0">
            <a:spAutoFit/>
          </a:bodyPr>
          <a:lstStyle/>
          <a:p>
            <a:pPr algn="r"/>
            <a:r>
              <a:rPr lang="en-US" sz="2200" noProof="0" dirty="0"/>
              <a:t>Distributed</a:t>
            </a:r>
          </a:p>
        </p:txBody>
      </p:sp>
      <p:sp>
        <p:nvSpPr>
          <p:cNvPr id="14" name="TextBox 13">
            <a:extLst>
              <a:ext uri="{FF2B5EF4-FFF2-40B4-BE49-F238E27FC236}">
                <a16:creationId xmlns:a16="http://schemas.microsoft.com/office/drawing/2014/main" id="{CE8F7A3C-A424-8253-CB99-0B73DC4FE674}"/>
              </a:ext>
            </a:extLst>
          </p:cNvPr>
          <p:cNvSpPr txBox="1"/>
          <p:nvPr/>
        </p:nvSpPr>
        <p:spPr>
          <a:xfrm>
            <a:off x="1570426" y="2961166"/>
            <a:ext cx="2087110" cy="430887"/>
          </a:xfrm>
          <a:prstGeom prst="rect">
            <a:avLst/>
          </a:prstGeom>
          <a:noFill/>
        </p:spPr>
        <p:txBody>
          <a:bodyPr wrap="none" rtlCol="0">
            <a:spAutoFit/>
          </a:bodyPr>
          <a:lstStyle/>
          <a:p>
            <a:pPr algn="r"/>
            <a:r>
              <a:rPr lang="en-US" sz="2200" b="1" noProof="0" dirty="0"/>
              <a:t>CA abstraction</a:t>
            </a:r>
          </a:p>
        </p:txBody>
      </p:sp>
      <p:sp>
        <p:nvSpPr>
          <p:cNvPr id="16" name="TextBox 15">
            <a:extLst>
              <a:ext uri="{FF2B5EF4-FFF2-40B4-BE49-F238E27FC236}">
                <a16:creationId xmlns:a16="http://schemas.microsoft.com/office/drawing/2014/main" id="{92124A68-C53E-11BD-CAF9-0273F97C47FA}"/>
              </a:ext>
            </a:extLst>
          </p:cNvPr>
          <p:cNvSpPr txBox="1"/>
          <p:nvPr/>
        </p:nvSpPr>
        <p:spPr>
          <a:xfrm>
            <a:off x="603495" y="3232729"/>
            <a:ext cx="3054041" cy="430887"/>
          </a:xfrm>
          <a:prstGeom prst="rect">
            <a:avLst/>
          </a:prstGeom>
          <a:noFill/>
        </p:spPr>
        <p:txBody>
          <a:bodyPr wrap="none" rtlCol="0">
            <a:spAutoFit/>
          </a:bodyPr>
          <a:lstStyle/>
          <a:p>
            <a:pPr algn="r"/>
            <a:r>
              <a:rPr lang="en-US" sz="2200" noProof="0" dirty="0"/>
              <a:t>Tutoring LLMs for CUDA</a:t>
            </a:r>
          </a:p>
        </p:txBody>
      </p:sp>
      <p:sp>
        <p:nvSpPr>
          <p:cNvPr id="18" name="TextBox 17">
            <a:extLst>
              <a:ext uri="{FF2B5EF4-FFF2-40B4-BE49-F238E27FC236}">
                <a16:creationId xmlns:a16="http://schemas.microsoft.com/office/drawing/2014/main" id="{DD278D3E-9071-30B3-5084-67810955D802}"/>
              </a:ext>
            </a:extLst>
          </p:cNvPr>
          <p:cNvSpPr txBox="1"/>
          <p:nvPr/>
        </p:nvSpPr>
        <p:spPr>
          <a:xfrm>
            <a:off x="723721" y="3541885"/>
            <a:ext cx="2933815" cy="430887"/>
          </a:xfrm>
          <a:prstGeom prst="rect">
            <a:avLst/>
          </a:prstGeom>
          <a:noFill/>
        </p:spPr>
        <p:txBody>
          <a:bodyPr wrap="none" rtlCol="0">
            <a:spAutoFit/>
          </a:bodyPr>
          <a:lstStyle/>
          <a:p>
            <a:pPr algn="r"/>
            <a:r>
              <a:rPr lang="en-US" sz="2200" noProof="0" dirty="0"/>
              <a:t>LLMs and abstractions</a:t>
            </a:r>
          </a:p>
        </p:txBody>
      </p:sp>
      <p:sp>
        <p:nvSpPr>
          <p:cNvPr id="20" name="TextBox 19">
            <a:extLst>
              <a:ext uri="{FF2B5EF4-FFF2-40B4-BE49-F238E27FC236}">
                <a16:creationId xmlns:a16="http://schemas.microsoft.com/office/drawing/2014/main" id="{2EEB6927-BD1C-C0F1-C38D-1A40C72A2497}"/>
              </a:ext>
            </a:extLst>
          </p:cNvPr>
          <p:cNvSpPr txBox="1"/>
          <p:nvPr/>
        </p:nvSpPr>
        <p:spPr>
          <a:xfrm>
            <a:off x="1404996" y="4431055"/>
            <a:ext cx="2252540" cy="430887"/>
          </a:xfrm>
          <a:prstGeom prst="rect">
            <a:avLst/>
          </a:prstGeom>
          <a:noFill/>
        </p:spPr>
        <p:txBody>
          <a:bodyPr wrap="none" rtlCol="0">
            <a:spAutoFit/>
          </a:bodyPr>
          <a:lstStyle/>
          <a:p>
            <a:pPr algn="r"/>
            <a:r>
              <a:rPr lang="en-US" sz="2200" noProof="0" dirty="0"/>
              <a:t>GPU </a:t>
            </a:r>
            <a:r>
              <a:rPr lang="en-US" sz="2200" noProof="0" dirty="0" err="1"/>
              <a:t>EmbedSOM</a:t>
            </a:r>
            <a:endParaRPr lang="en-US" sz="2200" noProof="0" dirty="0"/>
          </a:p>
        </p:txBody>
      </p:sp>
      <p:sp>
        <p:nvSpPr>
          <p:cNvPr id="22" name="TextBox 21">
            <a:extLst>
              <a:ext uri="{FF2B5EF4-FFF2-40B4-BE49-F238E27FC236}">
                <a16:creationId xmlns:a16="http://schemas.microsoft.com/office/drawing/2014/main" id="{35C78A90-FEC1-2DB8-B891-AC8BDA35A2A4}"/>
              </a:ext>
            </a:extLst>
          </p:cNvPr>
          <p:cNvSpPr txBox="1"/>
          <p:nvPr/>
        </p:nvSpPr>
        <p:spPr>
          <a:xfrm>
            <a:off x="550596" y="4716295"/>
            <a:ext cx="3106940" cy="430887"/>
          </a:xfrm>
          <a:prstGeom prst="rect">
            <a:avLst/>
          </a:prstGeom>
          <a:noFill/>
        </p:spPr>
        <p:txBody>
          <a:bodyPr wrap="none" rtlCol="0">
            <a:spAutoFit/>
          </a:bodyPr>
          <a:lstStyle/>
          <a:p>
            <a:pPr algn="r"/>
            <a:r>
              <a:rPr lang="en-US" sz="2200" noProof="0" dirty="0"/>
              <a:t>Bitwise encoding of </a:t>
            </a:r>
            <a:r>
              <a:rPr lang="en-US" sz="2200" noProof="0" dirty="0" err="1"/>
              <a:t>GoL</a:t>
            </a:r>
            <a:endParaRPr lang="en-US" sz="2200" noProof="0" dirty="0"/>
          </a:p>
        </p:txBody>
      </p:sp>
      <p:sp>
        <p:nvSpPr>
          <p:cNvPr id="24" name="TextBox 23">
            <a:extLst>
              <a:ext uri="{FF2B5EF4-FFF2-40B4-BE49-F238E27FC236}">
                <a16:creationId xmlns:a16="http://schemas.microsoft.com/office/drawing/2014/main" id="{1A9FF1FA-5071-1EAC-9BA2-D4E5B82F1A7A}"/>
              </a:ext>
            </a:extLst>
          </p:cNvPr>
          <p:cNvSpPr txBox="1"/>
          <p:nvPr/>
        </p:nvSpPr>
        <p:spPr>
          <a:xfrm>
            <a:off x="778223" y="5026689"/>
            <a:ext cx="2879313" cy="430887"/>
          </a:xfrm>
          <a:prstGeom prst="rect">
            <a:avLst/>
          </a:prstGeom>
          <a:noFill/>
        </p:spPr>
        <p:txBody>
          <a:bodyPr wrap="none" rtlCol="0">
            <a:spAutoFit/>
          </a:bodyPr>
          <a:lstStyle/>
          <a:p>
            <a:pPr algn="r"/>
            <a:r>
              <a:rPr lang="en-US" sz="2200" b="1" noProof="0" dirty="0" err="1"/>
              <a:t>kNN</a:t>
            </a:r>
            <a:r>
              <a:rPr lang="en-US" sz="2200" b="1" noProof="0" dirty="0"/>
              <a:t> with </a:t>
            </a:r>
            <a:r>
              <a:rPr lang="en-US" sz="2200" b="1" noProof="0" dirty="0" err="1"/>
              <a:t>bitonic</a:t>
            </a:r>
            <a:r>
              <a:rPr lang="en-US" sz="2200" b="1" noProof="0" dirty="0"/>
              <a:t> sort</a:t>
            </a:r>
          </a:p>
        </p:txBody>
      </p:sp>
      <p:sp>
        <p:nvSpPr>
          <p:cNvPr id="25" name="TextBox 24">
            <a:extLst>
              <a:ext uri="{FF2B5EF4-FFF2-40B4-BE49-F238E27FC236}">
                <a16:creationId xmlns:a16="http://schemas.microsoft.com/office/drawing/2014/main" id="{1814196E-42A9-2357-683E-D9B1852BAD1C}"/>
              </a:ext>
            </a:extLst>
          </p:cNvPr>
          <p:cNvSpPr txBox="1"/>
          <p:nvPr/>
        </p:nvSpPr>
        <p:spPr>
          <a:xfrm>
            <a:off x="743853" y="5292203"/>
            <a:ext cx="2913683" cy="430887"/>
          </a:xfrm>
          <a:prstGeom prst="rect">
            <a:avLst/>
          </a:prstGeom>
          <a:noFill/>
        </p:spPr>
        <p:txBody>
          <a:bodyPr wrap="none" rtlCol="0">
            <a:spAutoFit/>
          </a:bodyPr>
          <a:lstStyle/>
          <a:p>
            <a:pPr algn="r"/>
            <a:r>
              <a:rPr lang="en-US" sz="2200" b="1" noProof="0" dirty="0"/>
              <a:t>Bit-Planes – CA </a:t>
            </a:r>
            <a:r>
              <a:rPr lang="en-US" sz="2200" b="1" noProof="0" dirty="0" err="1"/>
              <a:t>abstr</a:t>
            </a:r>
            <a:r>
              <a:rPr lang="en-US" sz="2200" b="1" noProof="0" dirty="0"/>
              <a:t>.</a:t>
            </a:r>
          </a:p>
        </p:txBody>
      </p:sp>
      <p:sp>
        <p:nvSpPr>
          <p:cNvPr id="7" name="Left Brace 6">
            <a:extLst>
              <a:ext uri="{FF2B5EF4-FFF2-40B4-BE49-F238E27FC236}">
                <a16:creationId xmlns:a16="http://schemas.microsoft.com/office/drawing/2014/main" id="{70FB1660-D075-7B01-57E6-A7BE0BF087E2}"/>
              </a:ext>
            </a:extLst>
          </p:cNvPr>
          <p:cNvSpPr/>
          <p:nvPr/>
        </p:nvSpPr>
        <p:spPr>
          <a:xfrm>
            <a:off x="1958742" y="1903362"/>
            <a:ext cx="183607" cy="1113856"/>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9" name="TextBox 8">
            <a:extLst>
              <a:ext uri="{FF2B5EF4-FFF2-40B4-BE49-F238E27FC236}">
                <a16:creationId xmlns:a16="http://schemas.microsoft.com/office/drawing/2014/main" id="{074A760B-F774-39E3-E0AC-9B2DEC8AF4DE}"/>
              </a:ext>
            </a:extLst>
          </p:cNvPr>
          <p:cNvSpPr txBox="1"/>
          <p:nvPr/>
        </p:nvSpPr>
        <p:spPr>
          <a:xfrm>
            <a:off x="1079975" y="2221582"/>
            <a:ext cx="878767" cy="430887"/>
          </a:xfrm>
          <a:prstGeom prst="rect">
            <a:avLst/>
          </a:prstGeom>
          <a:noFill/>
        </p:spPr>
        <p:txBody>
          <a:bodyPr wrap="none" rtlCol="0">
            <a:spAutoFit/>
          </a:bodyPr>
          <a:lstStyle/>
          <a:p>
            <a:r>
              <a:rPr lang="en-US" sz="2200" noProof="0" dirty="0"/>
              <a:t>Noarr</a:t>
            </a:r>
          </a:p>
        </p:txBody>
      </p:sp>
      <p:sp>
        <p:nvSpPr>
          <p:cNvPr id="13" name="Left Brace 12">
            <a:extLst>
              <a:ext uri="{FF2B5EF4-FFF2-40B4-BE49-F238E27FC236}">
                <a16:creationId xmlns:a16="http://schemas.microsoft.com/office/drawing/2014/main" id="{6258EB1D-0B46-9D04-4739-FBEC2EF2265A}"/>
              </a:ext>
            </a:extLst>
          </p:cNvPr>
          <p:cNvSpPr/>
          <p:nvPr/>
        </p:nvSpPr>
        <p:spPr>
          <a:xfrm>
            <a:off x="1469940" y="3017218"/>
            <a:ext cx="183607" cy="286541"/>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17" name="TextBox 16">
            <a:extLst>
              <a:ext uri="{FF2B5EF4-FFF2-40B4-BE49-F238E27FC236}">
                <a16:creationId xmlns:a16="http://schemas.microsoft.com/office/drawing/2014/main" id="{FD7B44A4-A32D-E3BD-91BE-CB60C63F0094}"/>
              </a:ext>
            </a:extLst>
          </p:cNvPr>
          <p:cNvSpPr txBox="1"/>
          <p:nvPr/>
        </p:nvSpPr>
        <p:spPr>
          <a:xfrm>
            <a:off x="408380" y="2941387"/>
            <a:ext cx="1066318" cy="430887"/>
          </a:xfrm>
          <a:prstGeom prst="rect">
            <a:avLst/>
          </a:prstGeom>
          <a:noFill/>
        </p:spPr>
        <p:txBody>
          <a:bodyPr wrap="none" rtlCol="0">
            <a:spAutoFit/>
          </a:bodyPr>
          <a:lstStyle/>
          <a:p>
            <a:pPr algn="r"/>
            <a:r>
              <a:rPr lang="en-US" sz="2200" noProof="0" dirty="0"/>
              <a:t>Cellato</a:t>
            </a:r>
          </a:p>
        </p:txBody>
      </p:sp>
      <p:pic>
        <p:nvPicPr>
          <p:cNvPr id="19" name="Picture 18">
            <a:extLst>
              <a:ext uri="{FF2B5EF4-FFF2-40B4-BE49-F238E27FC236}">
                <a16:creationId xmlns:a16="http://schemas.microsoft.com/office/drawing/2014/main" id="{7BBFF5E8-6F34-AD91-483A-BF96ED8BB2E9}"/>
              </a:ext>
            </a:extLst>
          </p:cNvPr>
          <p:cNvPicPr>
            <a:picLocks noChangeAspect="1"/>
          </p:cNvPicPr>
          <p:nvPr/>
        </p:nvPicPr>
        <p:blipFill>
          <a:blip r:embed="rId4"/>
          <a:srcRect l="8227"/>
          <a:stretch>
            <a:fillRect/>
          </a:stretch>
        </p:blipFill>
        <p:spPr>
          <a:xfrm>
            <a:off x="3690596" y="1422499"/>
            <a:ext cx="8501404" cy="4274301"/>
          </a:xfrm>
          <a:prstGeom prst="rect">
            <a:avLst/>
          </a:prstGeom>
        </p:spPr>
      </p:pic>
      <p:cxnSp>
        <p:nvCxnSpPr>
          <p:cNvPr id="37" name="Connector: Curved 36">
            <a:extLst>
              <a:ext uri="{FF2B5EF4-FFF2-40B4-BE49-F238E27FC236}">
                <a16:creationId xmlns:a16="http://schemas.microsoft.com/office/drawing/2014/main" id="{2240D803-50FC-D08D-43CC-A9BA0D55AD8B}"/>
              </a:ext>
            </a:extLst>
          </p:cNvPr>
          <p:cNvCxnSpPr>
            <a:cxnSpLocks/>
            <a:stCxn id="25" idx="1"/>
            <a:endCxn id="17" idx="1"/>
          </p:cNvCxnSpPr>
          <p:nvPr/>
        </p:nvCxnSpPr>
        <p:spPr>
          <a:xfrm rot="10800000">
            <a:off x="408381" y="3156831"/>
            <a:ext cx="335473" cy="2350816"/>
          </a:xfrm>
          <a:prstGeom prst="curvedConnector3">
            <a:avLst>
              <a:gd name="adj1" fmla="val 16814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Cloud 5">
            <a:extLst>
              <a:ext uri="{FF2B5EF4-FFF2-40B4-BE49-F238E27FC236}">
                <a16:creationId xmlns:a16="http://schemas.microsoft.com/office/drawing/2014/main" id="{649FBB15-DDE7-53A8-F2E8-FA8A59181102}"/>
              </a:ext>
            </a:extLst>
          </p:cNvPr>
          <p:cNvSpPr/>
          <p:nvPr/>
        </p:nvSpPr>
        <p:spPr>
          <a:xfrm>
            <a:off x="3610240" y="3574537"/>
            <a:ext cx="1718505" cy="390086"/>
          </a:xfrm>
          <a:prstGeom prst="cloud">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r"/>
            <a:r>
              <a:rPr lang="en-US" dirty="0">
                <a:solidFill>
                  <a:schemeClr val="tx1"/>
                </a:solidFill>
              </a:rPr>
              <a:t>ICA3PP         </a:t>
            </a:r>
          </a:p>
        </p:txBody>
      </p:sp>
    </p:spTree>
    <p:custDataLst>
      <p:tags r:id="rId1"/>
    </p:custDataLst>
    <p:extLst>
      <p:ext uri="{BB962C8B-B14F-4D97-AF65-F5344CB8AC3E}">
        <p14:creationId xmlns:p14="http://schemas.microsoft.com/office/powerpoint/2010/main" val="20253718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14D937-1CAE-414B-A7D5-018C68698F98}"/>
              </a:ext>
            </a:extLst>
          </p:cNvPr>
          <p:cNvSpPr>
            <a:spLocks noGrp="1"/>
          </p:cNvSpPr>
          <p:nvPr>
            <p:ph type="title"/>
          </p:nvPr>
        </p:nvSpPr>
        <p:spPr/>
        <p:txBody>
          <a:bodyPr/>
          <a:lstStyle/>
          <a:p>
            <a:r>
              <a:rPr lang="en-US" noProof="0" dirty="0"/>
              <a:t>Review comments and questions</a:t>
            </a:r>
          </a:p>
        </p:txBody>
      </p:sp>
      <p:sp>
        <p:nvSpPr>
          <p:cNvPr id="7" name="Text Placeholder 6">
            <a:extLst>
              <a:ext uri="{FF2B5EF4-FFF2-40B4-BE49-F238E27FC236}">
                <a16:creationId xmlns:a16="http://schemas.microsoft.com/office/drawing/2014/main" id="{5130AF46-445A-EA10-5B0A-764E1CA13B08}"/>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1384B596-5AF7-51AF-3EE6-313BDA5CC3C0}"/>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3BD45EBF-BF5B-CB1B-7863-61BA3DD3C837}"/>
              </a:ext>
            </a:extLst>
          </p:cNvPr>
          <p:cNvSpPr>
            <a:spLocks noGrp="1"/>
          </p:cNvSpPr>
          <p:nvPr>
            <p:ph type="sldNum" sz="quarter" idx="12"/>
          </p:nvPr>
        </p:nvSpPr>
        <p:spPr/>
        <p:txBody>
          <a:bodyPr/>
          <a:lstStyle/>
          <a:p>
            <a:r>
              <a:rPr lang="en-US" noProof="0"/>
              <a:t>33</a:t>
            </a:r>
            <a:endParaRPr lang="en-US" noProof="0" dirty="0"/>
          </a:p>
        </p:txBody>
      </p:sp>
    </p:spTree>
    <p:custDataLst>
      <p:tags r:id="rId1"/>
    </p:custDataLst>
    <p:extLst>
      <p:ext uri="{BB962C8B-B14F-4D97-AF65-F5344CB8AC3E}">
        <p14:creationId xmlns:p14="http://schemas.microsoft.com/office/powerpoint/2010/main" val="25953849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A3A68D-BA44-145A-8266-F48BAE5922B6}"/>
              </a:ext>
            </a:extLst>
          </p:cNvPr>
          <p:cNvSpPr>
            <a:spLocks noGrp="1"/>
          </p:cNvSpPr>
          <p:nvPr>
            <p:ph type="title"/>
          </p:nvPr>
        </p:nvSpPr>
        <p:spPr/>
        <p:txBody>
          <a:bodyPr>
            <a:normAutofit/>
          </a:bodyPr>
          <a:lstStyle/>
          <a:p>
            <a:r>
              <a:rPr lang="en-US" noProof="0" dirty="0"/>
              <a:t>Why is Cellato separate from Noarr?</a:t>
            </a:r>
          </a:p>
        </p:txBody>
      </p:sp>
      <p:sp>
        <p:nvSpPr>
          <p:cNvPr id="7" name="Content Placeholder 6">
            <a:extLst>
              <a:ext uri="{FF2B5EF4-FFF2-40B4-BE49-F238E27FC236}">
                <a16:creationId xmlns:a16="http://schemas.microsoft.com/office/drawing/2014/main" id="{78E4B909-7FF2-6BA5-88FD-CADA9D5BE98F}"/>
              </a:ext>
            </a:extLst>
          </p:cNvPr>
          <p:cNvSpPr>
            <a:spLocks noGrp="1"/>
          </p:cNvSpPr>
          <p:nvPr>
            <p:ph idx="1"/>
          </p:nvPr>
        </p:nvSpPr>
        <p:spPr/>
        <p:txBody>
          <a:bodyPr anchor="ctr"/>
          <a:lstStyle/>
          <a:p>
            <a:r>
              <a:rPr lang="en-US" noProof="0" dirty="0"/>
              <a:t>Optimization tied to bit-level encoding and bitwise evaluation</a:t>
            </a:r>
          </a:p>
          <a:p>
            <a:r>
              <a:rPr lang="en-US" noProof="0" dirty="0"/>
              <a:t>Noarr doesn’t inspect or abstract statements/expressions</a:t>
            </a:r>
          </a:p>
          <a:p>
            <a:r>
              <a:rPr lang="en-US" dirty="0"/>
              <a:t>Cellato adopts layout &amp; traversal agnosticism and the template metaprogramming implementation; the goals are more specific</a:t>
            </a:r>
          </a:p>
        </p:txBody>
      </p:sp>
      <p:sp>
        <p:nvSpPr>
          <p:cNvPr id="4" name="Date Placeholder 3">
            <a:extLst>
              <a:ext uri="{FF2B5EF4-FFF2-40B4-BE49-F238E27FC236}">
                <a16:creationId xmlns:a16="http://schemas.microsoft.com/office/drawing/2014/main" id="{165FE8C8-E861-092A-DD67-F97F8685CC22}"/>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63AF3829-2535-EDEB-0FC1-2B5DC2FB518B}"/>
              </a:ext>
            </a:extLst>
          </p:cNvPr>
          <p:cNvSpPr>
            <a:spLocks noGrp="1"/>
          </p:cNvSpPr>
          <p:nvPr>
            <p:ph type="sldNum" sz="quarter" idx="12"/>
          </p:nvPr>
        </p:nvSpPr>
        <p:spPr/>
        <p:txBody>
          <a:bodyPr/>
          <a:lstStyle/>
          <a:p>
            <a:r>
              <a:rPr lang="en-US" noProof="0"/>
              <a:t>34</a:t>
            </a:r>
            <a:endParaRPr lang="en-US" noProof="0" dirty="0"/>
          </a:p>
        </p:txBody>
      </p:sp>
    </p:spTree>
    <p:custDataLst>
      <p:tags r:id="rId1"/>
    </p:custDataLst>
    <p:extLst>
      <p:ext uri="{BB962C8B-B14F-4D97-AF65-F5344CB8AC3E}">
        <p14:creationId xmlns:p14="http://schemas.microsoft.com/office/powerpoint/2010/main" val="37053176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595D-F97E-73E9-84DA-0FC353335568}"/>
              </a:ext>
            </a:extLst>
          </p:cNvPr>
          <p:cNvSpPr>
            <a:spLocks noGrp="1"/>
          </p:cNvSpPr>
          <p:nvPr>
            <p:ph type="title"/>
          </p:nvPr>
        </p:nvSpPr>
        <p:spPr/>
        <p:txBody>
          <a:bodyPr/>
          <a:lstStyle/>
          <a:p>
            <a:r>
              <a:rPr lang="en-US" noProof="0" dirty="0"/>
              <a:t>What do you think an abstraction designed specifically for an LLM should look like?</a:t>
            </a:r>
          </a:p>
        </p:txBody>
      </p:sp>
      <p:sp>
        <p:nvSpPr>
          <p:cNvPr id="3" name="Content Placeholder 2">
            <a:extLst>
              <a:ext uri="{FF2B5EF4-FFF2-40B4-BE49-F238E27FC236}">
                <a16:creationId xmlns:a16="http://schemas.microsoft.com/office/drawing/2014/main" id="{6F21508F-6DB1-BCB4-96D9-949E58869DE2}"/>
              </a:ext>
            </a:extLst>
          </p:cNvPr>
          <p:cNvSpPr>
            <a:spLocks noGrp="1"/>
          </p:cNvSpPr>
          <p:nvPr>
            <p:ph idx="1"/>
          </p:nvPr>
        </p:nvSpPr>
        <p:spPr/>
        <p:txBody>
          <a:bodyPr anchor="ctr"/>
          <a:lstStyle/>
          <a:p>
            <a:r>
              <a:rPr lang="en-US" noProof="0" dirty="0"/>
              <a:t>A good answer would require a specific study</a:t>
            </a:r>
          </a:p>
          <a:p>
            <a:r>
              <a:rPr lang="en-US" noProof="0" dirty="0"/>
              <a:t>I have identified (at the time of experiments) that C++ syntax was quite challenging to the LLM (particularly angle brackets)</a:t>
            </a:r>
          </a:p>
          <a:p>
            <a:r>
              <a:rPr lang="en-US" noProof="0" dirty="0"/>
              <a:t>Python-based Exo performed best out of the studied abstractions</a:t>
            </a:r>
          </a:p>
          <a:p>
            <a:r>
              <a:rPr lang="en-US" noProof="0" dirty="0"/>
              <a:t>Good performance on abstraction-less C suggests more explicit representation might perform better</a:t>
            </a:r>
          </a:p>
          <a:p>
            <a:endParaRPr lang="en-US" noProof="0" dirty="0"/>
          </a:p>
          <a:p>
            <a:r>
              <a:rPr lang="en-US" noProof="0" dirty="0"/>
              <a:t>Agentic LLMs might benefit from extensive compiler feedback and runtime metrics</a:t>
            </a:r>
          </a:p>
          <a:p>
            <a:r>
              <a:rPr lang="en-US" noProof="0" dirty="0"/>
              <a:t>Inspiration by ComPilot: structured back-and-forth communication</a:t>
            </a:r>
          </a:p>
        </p:txBody>
      </p:sp>
      <p:sp>
        <p:nvSpPr>
          <p:cNvPr id="4" name="Date Placeholder 3">
            <a:extLst>
              <a:ext uri="{FF2B5EF4-FFF2-40B4-BE49-F238E27FC236}">
                <a16:creationId xmlns:a16="http://schemas.microsoft.com/office/drawing/2014/main" id="{4D600627-2EB4-B0E4-6C58-9D40BFDA6DD6}"/>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EDCA47EB-C20E-1A0D-DA75-7B7C311F0375}"/>
              </a:ext>
            </a:extLst>
          </p:cNvPr>
          <p:cNvSpPr>
            <a:spLocks noGrp="1"/>
          </p:cNvSpPr>
          <p:nvPr>
            <p:ph type="sldNum" sz="quarter" idx="12"/>
          </p:nvPr>
        </p:nvSpPr>
        <p:spPr/>
        <p:txBody>
          <a:bodyPr/>
          <a:lstStyle/>
          <a:p>
            <a:r>
              <a:rPr lang="en-US" noProof="0"/>
              <a:t>35</a:t>
            </a:r>
            <a:endParaRPr lang="en-US" noProof="0" dirty="0"/>
          </a:p>
        </p:txBody>
      </p:sp>
    </p:spTree>
    <p:custDataLst>
      <p:tags r:id="rId1"/>
    </p:custDataLst>
    <p:extLst>
      <p:ext uri="{BB962C8B-B14F-4D97-AF65-F5344CB8AC3E}">
        <p14:creationId xmlns:p14="http://schemas.microsoft.com/office/powerpoint/2010/main" val="42697049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1CC-E8C4-0B21-8037-B59EAE91DFC2}"/>
              </a:ext>
            </a:extLst>
          </p:cNvPr>
          <p:cNvSpPr>
            <a:spLocks noGrp="1"/>
          </p:cNvSpPr>
          <p:nvPr>
            <p:ph type="title"/>
          </p:nvPr>
        </p:nvSpPr>
        <p:spPr/>
        <p:txBody>
          <a:bodyPr/>
          <a:lstStyle/>
          <a:p>
            <a:r>
              <a:rPr lang="en-US" noProof="0" dirty="0"/>
              <a:t> Is </a:t>
            </a:r>
            <a:r>
              <a:rPr lang="en-US" noProof="0" dirty="0" err="1"/>
              <a:t>hvector</a:t>
            </a:r>
            <a:r>
              <a:rPr lang="en-US" noProof="0" dirty="0"/>
              <a:t> necessary?</a:t>
            </a:r>
            <a:br>
              <a:rPr lang="en-US" noProof="0" dirty="0"/>
            </a:br>
            <a:r>
              <a:rPr lang="en-US" noProof="0" dirty="0"/>
              <a:t>vector more convenient?</a:t>
            </a:r>
          </a:p>
        </p:txBody>
      </p:sp>
      <p:sp>
        <p:nvSpPr>
          <p:cNvPr id="3" name="Content Placeholder 2">
            <a:extLst>
              <a:ext uri="{FF2B5EF4-FFF2-40B4-BE49-F238E27FC236}">
                <a16:creationId xmlns:a16="http://schemas.microsoft.com/office/drawing/2014/main" id="{671A00C2-D819-CE9A-6EA6-9695C2780324}"/>
              </a:ext>
            </a:extLst>
          </p:cNvPr>
          <p:cNvSpPr>
            <a:spLocks noGrp="1"/>
          </p:cNvSpPr>
          <p:nvPr>
            <p:ph idx="1"/>
          </p:nvPr>
        </p:nvSpPr>
        <p:spPr/>
        <p:txBody>
          <a:bodyPr anchor="ctr"/>
          <a:lstStyle/>
          <a:p>
            <a:r>
              <a:rPr lang="en-US" noProof="0" dirty="0"/>
              <a:t>For a general multidimensional structure, </a:t>
            </a:r>
            <a:r>
              <a:rPr lang="en-US" noProof="0" dirty="0" err="1"/>
              <a:t>hvector</a:t>
            </a:r>
            <a:r>
              <a:rPr lang="en-US" noProof="0" dirty="0"/>
              <a:t> is more convenient</a:t>
            </a:r>
          </a:p>
          <a:p>
            <a:pPr lvl="1"/>
            <a:r>
              <a:rPr lang="en-US" noProof="0" dirty="0"/>
              <a:t>For the first iteration, vector seems like the right choice</a:t>
            </a:r>
          </a:p>
          <a:p>
            <a:pPr lvl="1"/>
            <a:r>
              <a:rPr lang="en-US" noProof="0" dirty="0"/>
              <a:t>For later iterations, the underlying datatype is the previous iteration</a:t>
            </a:r>
          </a:p>
          <a:p>
            <a:pPr lvl="2"/>
            <a:r>
              <a:rPr lang="en-US" noProof="0" dirty="0"/>
              <a:t>Then works conveniently only for contiguous-like encodings</a:t>
            </a:r>
          </a:p>
          <a:p>
            <a:pPr lvl="2"/>
            <a:r>
              <a:rPr lang="en-US" noProof="0" dirty="0"/>
              <a:t>Not for the following: the extent of sub-layout does not divide the stride of the result layout</a:t>
            </a:r>
            <a:br>
              <a:rPr lang="en-US" noProof="0" dirty="0"/>
            </a:br>
            <a:r>
              <a:rPr lang="en-US" noProof="0" dirty="0"/>
              <a:t>(see Slide 4 for better visualization of the two communicated layouts)</a:t>
            </a:r>
          </a:p>
        </p:txBody>
      </p:sp>
      <p:sp>
        <p:nvSpPr>
          <p:cNvPr id="4" name="Date Placeholder 3">
            <a:extLst>
              <a:ext uri="{FF2B5EF4-FFF2-40B4-BE49-F238E27FC236}">
                <a16:creationId xmlns:a16="http://schemas.microsoft.com/office/drawing/2014/main" id="{74CE120E-B666-59CF-BAF9-35F39BFC89E6}"/>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18EED586-2A74-4D32-AAE4-9ED352AB10CB}"/>
              </a:ext>
            </a:extLst>
          </p:cNvPr>
          <p:cNvSpPr>
            <a:spLocks noGrp="1"/>
          </p:cNvSpPr>
          <p:nvPr>
            <p:ph type="sldNum" sz="quarter" idx="12"/>
          </p:nvPr>
        </p:nvSpPr>
        <p:spPr/>
        <p:txBody>
          <a:bodyPr/>
          <a:lstStyle/>
          <a:p>
            <a:r>
              <a:rPr lang="en-US" noProof="0"/>
              <a:t>36</a:t>
            </a:r>
            <a:endParaRPr lang="en-US" noProof="0" dirty="0"/>
          </a:p>
        </p:txBody>
      </p:sp>
      <p:sp>
        <p:nvSpPr>
          <p:cNvPr id="6" name="TextBox 5">
            <a:extLst>
              <a:ext uri="{FF2B5EF4-FFF2-40B4-BE49-F238E27FC236}">
                <a16:creationId xmlns:a16="http://schemas.microsoft.com/office/drawing/2014/main" id="{E4446F09-51B2-65D1-B5C7-B33B2B727078}"/>
              </a:ext>
            </a:extLst>
          </p:cNvPr>
          <p:cNvSpPr txBox="1"/>
          <p:nvPr/>
        </p:nvSpPr>
        <p:spPr>
          <a:xfrm>
            <a:off x="4267201" y="5495658"/>
            <a:ext cx="373820" cy="369332"/>
          </a:xfrm>
          <a:prstGeom prst="rect">
            <a:avLst/>
          </a:prstGeom>
          <a:noFill/>
        </p:spPr>
        <p:txBody>
          <a:bodyPr wrap="none" rtlCol="0">
            <a:spAutoFit/>
          </a:bodyPr>
          <a:lstStyle/>
          <a:p>
            <a:r>
              <a:rPr lang="en-US" noProof="0" dirty="0"/>
              <a:t>1.</a:t>
            </a:r>
          </a:p>
        </p:txBody>
      </p:sp>
      <p:sp>
        <p:nvSpPr>
          <p:cNvPr id="7" name="Rectangle 6">
            <a:extLst>
              <a:ext uri="{FF2B5EF4-FFF2-40B4-BE49-F238E27FC236}">
                <a16:creationId xmlns:a16="http://schemas.microsoft.com/office/drawing/2014/main" id="{ED173626-BF0E-DC66-AF9C-49C4425418EF}"/>
              </a:ext>
            </a:extLst>
          </p:cNvPr>
          <p:cNvSpPr/>
          <p:nvPr/>
        </p:nvSpPr>
        <p:spPr>
          <a:xfrm>
            <a:off x="4771698" y="5495658"/>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2FE75E6-20CA-0C32-444D-F5E72974B166}"/>
              </a:ext>
            </a:extLst>
          </p:cNvPr>
          <p:cNvSpPr/>
          <p:nvPr/>
        </p:nvSpPr>
        <p:spPr>
          <a:xfrm>
            <a:off x="5906814" y="5495653"/>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ACFBA8D-FE38-38D4-9ED4-818152959C8D}"/>
              </a:ext>
            </a:extLst>
          </p:cNvPr>
          <p:cNvSpPr/>
          <p:nvPr/>
        </p:nvSpPr>
        <p:spPr>
          <a:xfrm>
            <a:off x="7049968"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D81B5FB8-3E80-148D-A1CF-7D8097D394FC}"/>
              </a:ext>
            </a:extLst>
          </p:cNvPr>
          <p:cNvSpPr/>
          <p:nvPr/>
        </p:nvSpPr>
        <p:spPr>
          <a:xfrm>
            <a:off x="8195443"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C63AD2B4-D9EF-D3CE-FC20-5695D2C82C8E}"/>
              </a:ext>
            </a:extLst>
          </p:cNvPr>
          <p:cNvSpPr txBox="1"/>
          <p:nvPr/>
        </p:nvSpPr>
        <p:spPr>
          <a:xfrm>
            <a:off x="4267201" y="5987017"/>
            <a:ext cx="373820" cy="369332"/>
          </a:xfrm>
          <a:prstGeom prst="rect">
            <a:avLst/>
          </a:prstGeom>
          <a:noFill/>
        </p:spPr>
        <p:txBody>
          <a:bodyPr wrap="none" rtlCol="0">
            <a:spAutoFit/>
          </a:bodyPr>
          <a:lstStyle/>
          <a:p>
            <a:r>
              <a:rPr lang="en-US" noProof="0" dirty="0"/>
              <a:t>2.</a:t>
            </a:r>
          </a:p>
        </p:txBody>
      </p:sp>
      <p:sp>
        <p:nvSpPr>
          <p:cNvPr id="17" name="Rectangle 16">
            <a:extLst>
              <a:ext uri="{FF2B5EF4-FFF2-40B4-BE49-F238E27FC236}">
                <a16:creationId xmlns:a16="http://schemas.microsoft.com/office/drawing/2014/main" id="{BE996E37-8BAE-6155-A295-145A6CCF4B82}"/>
              </a:ext>
            </a:extLst>
          </p:cNvPr>
          <p:cNvSpPr/>
          <p:nvPr/>
        </p:nvSpPr>
        <p:spPr>
          <a:xfrm>
            <a:off x="4771698" y="5987017"/>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C77AC894-FDFC-15D2-D531-72EF1A4246F3}"/>
              </a:ext>
            </a:extLst>
          </p:cNvPr>
          <p:cNvSpPr/>
          <p:nvPr/>
        </p:nvSpPr>
        <p:spPr>
          <a:xfrm>
            <a:off x="5906814" y="5987012"/>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AAD899D7-8DF9-519A-B48F-0662D93D854D}"/>
              </a:ext>
            </a:extLst>
          </p:cNvPr>
          <p:cNvSpPr/>
          <p:nvPr/>
        </p:nvSpPr>
        <p:spPr>
          <a:xfrm>
            <a:off x="7049968"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1E53DBD4-FED9-7F10-40C8-168760C29B11}"/>
              </a:ext>
            </a:extLst>
          </p:cNvPr>
          <p:cNvSpPr/>
          <p:nvPr/>
        </p:nvSpPr>
        <p:spPr>
          <a:xfrm>
            <a:off x="8195443"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24">
            <a:extLst>
              <a:ext uri="{FF2B5EF4-FFF2-40B4-BE49-F238E27FC236}">
                <a16:creationId xmlns:a16="http://schemas.microsoft.com/office/drawing/2014/main" id="{C071E504-7CC1-B356-FAE6-A5DBFF0C87C7}"/>
              </a:ext>
            </a:extLst>
          </p:cNvPr>
          <p:cNvSpPr/>
          <p:nvPr/>
        </p:nvSpPr>
        <p:spPr>
          <a:xfrm>
            <a:off x="5150070" y="5987016"/>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F6CB748B-0E70-E5A5-F020-DA07D9CB2730}"/>
              </a:ext>
            </a:extLst>
          </p:cNvPr>
          <p:cNvSpPr/>
          <p:nvPr/>
        </p:nvSpPr>
        <p:spPr>
          <a:xfrm>
            <a:off x="6285186" y="5987011"/>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D8CFBA8D-EA0C-ED86-7BBC-6F8DB3D90524}"/>
              </a:ext>
            </a:extLst>
          </p:cNvPr>
          <p:cNvSpPr/>
          <p:nvPr/>
        </p:nvSpPr>
        <p:spPr>
          <a:xfrm>
            <a:off x="7428340"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FFC0ADC7-CBA2-EB31-FD31-8FAB768F3C96}"/>
              </a:ext>
            </a:extLst>
          </p:cNvPr>
          <p:cNvSpPr/>
          <p:nvPr/>
        </p:nvSpPr>
        <p:spPr>
          <a:xfrm>
            <a:off x="8573815"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3" name="Rectangle 32">
            <a:extLst>
              <a:ext uri="{FF2B5EF4-FFF2-40B4-BE49-F238E27FC236}">
                <a16:creationId xmlns:a16="http://schemas.microsoft.com/office/drawing/2014/main" id="{0BB49EF2-834B-00B9-CCAF-6035659289E3}"/>
              </a:ext>
            </a:extLst>
          </p:cNvPr>
          <p:cNvSpPr/>
          <p:nvPr/>
        </p:nvSpPr>
        <p:spPr>
          <a:xfrm>
            <a:off x="5528442" y="5987014"/>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03556D99-5A2D-184E-D039-451132AD5FE0}"/>
              </a:ext>
            </a:extLst>
          </p:cNvPr>
          <p:cNvSpPr/>
          <p:nvPr/>
        </p:nvSpPr>
        <p:spPr>
          <a:xfrm>
            <a:off x="6663558" y="5987009"/>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D658752F-1256-ECD3-4378-261ADA797F54}"/>
              </a:ext>
            </a:extLst>
          </p:cNvPr>
          <p:cNvSpPr/>
          <p:nvPr/>
        </p:nvSpPr>
        <p:spPr>
          <a:xfrm>
            <a:off x="7806712"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4812BFAD-5F87-4E46-3C3B-8B136D168949}"/>
              </a:ext>
            </a:extLst>
          </p:cNvPr>
          <p:cNvSpPr/>
          <p:nvPr/>
        </p:nvSpPr>
        <p:spPr>
          <a:xfrm>
            <a:off x="8952187"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40" name="TextBox 39">
            <a:extLst>
              <a:ext uri="{FF2B5EF4-FFF2-40B4-BE49-F238E27FC236}">
                <a16:creationId xmlns:a16="http://schemas.microsoft.com/office/drawing/2014/main" id="{3B057709-2131-BEA4-A760-B569B0EC1EFB}"/>
              </a:ext>
            </a:extLst>
          </p:cNvPr>
          <p:cNvSpPr txBox="1"/>
          <p:nvPr/>
        </p:nvSpPr>
        <p:spPr>
          <a:xfrm>
            <a:off x="328993" y="1734207"/>
            <a:ext cx="10966465" cy="523220"/>
          </a:xfrm>
          <a:prstGeom prst="rect">
            <a:avLst/>
          </a:prstGeom>
          <a:noFill/>
        </p:spPr>
        <p:txBody>
          <a:bodyPr wrap="none" rtlCol="0">
            <a:spAutoFit/>
          </a:bodyPr>
          <a:lstStyle/>
          <a:p>
            <a:pPr algn="ctr"/>
            <a:r>
              <a:rPr lang="en-US" sz="2800" dirty="0"/>
              <a:t>(context: </a:t>
            </a:r>
            <a:r>
              <a:rPr lang="en-US" sz="2800" dirty="0" err="1"/>
              <a:t>type_vector</a:t>
            </a:r>
            <a:r>
              <a:rPr lang="en-US" sz="2800" dirty="0"/>
              <a:t> uses extent of the underlying type for offset calc.)</a:t>
            </a:r>
          </a:p>
        </p:txBody>
      </p:sp>
      <p:sp>
        <p:nvSpPr>
          <p:cNvPr id="8" name="Right Brace 7">
            <a:extLst>
              <a:ext uri="{FF2B5EF4-FFF2-40B4-BE49-F238E27FC236}">
                <a16:creationId xmlns:a16="http://schemas.microsoft.com/office/drawing/2014/main" id="{A97C4AB7-8F17-4C92-1028-4CC06934D205}"/>
              </a:ext>
            </a:extLst>
          </p:cNvPr>
          <p:cNvSpPr/>
          <p:nvPr/>
        </p:nvSpPr>
        <p:spPr>
          <a:xfrm rot="16200000">
            <a:off x="6611251" y="3528668"/>
            <a:ext cx="104615" cy="38021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A02E8D5-F21B-9668-E4EF-AB0E1DD30169}"/>
              </a:ext>
            </a:extLst>
          </p:cNvPr>
          <p:cNvSpPr txBox="1"/>
          <p:nvPr/>
        </p:nvSpPr>
        <p:spPr>
          <a:xfrm>
            <a:off x="6228375" y="5026152"/>
            <a:ext cx="870367" cy="400110"/>
          </a:xfrm>
          <a:prstGeom prst="rect">
            <a:avLst/>
          </a:prstGeom>
          <a:noFill/>
        </p:spPr>
        <p:txBody>
          <a:bodyPr wrap="none" rtlCol="0" anchor="b">
            <a:spAutoFit/>
          </a:bodyPr>
          <a:lstStyle/>
          <a:p>
            <a:pPr algn="ctr"/>
            <a:r>
              <a:rPr lang="en-US" sz="2000" dirty="0"/>
              <a:t>extent</a:t>
            </a:r>
          </a:p>
        </p:txBody>
      </p:sp>
      <p:sp>
        <p:nvSpPr>
          <p:cNvPr id="14" name="Right Brace 13">
            <a:extLst>
              <a:ext uri="{FF2B5EF4-FFF2-40B4-BE49-F238E27FC236}">
                <a16:creationId xmlns:a16="http://schemas.microsoft.com/office/drawing/2014/main" id="{A67D3EE3-3CE5-18DC-C41F-978BC4DB7EEF}"/>
              </a:ext>
            </a:extLst>
          </p:cNvPr>
          <p:cNvSpPr/>
          <p:nvPr/>
        </p:nvSpPr>
        <p:spPr>
          <a:xfrm rot="5400000">
            <a:off x="5120513" y="6223859"/>
            <a:ext cx="59115" cy="37837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8F4901-DE99-509C-6FD1-48F638F093B4}"/>
              </a:ext>
            </a:extLst>
          </p:cNvPr>
          <p:cNvSpPr txBox="1"/>
          <p:nvPr/>
        </p:nvSpPr>
        <p:spPr>
          <a:xfrm>
            <a:off x="4749560" y="6410087"/>
            <a:ext cx="817853" cy="400110"/>
          </a:xfrm>
          <a:prstGeom prst="rect">
            <a:avLst/>
          </a:prstGeom>
          <a:noFill/>
        </p:spPr>
        <p:txBody>
          <a:bodyPr wrap="none" rtlCol="0" anchor="t">
            <a:spAutoFit/>
          </a:bodyPr>
          <a:lstStyle/>
          <a:p>
            <a:pPr algn="ctr"/>
            <a:r>
              <a:rPr lang="en-US" sz="2000" dirty="0"/>
              <a:t>stride</a:t>
            </a:r>
          </a:p>
        </p:txBody>
      </p:sp>
    </p:spTree>
    <p:custDataLst>
      <p:tags r:id="rId1"/>
    </p:custDataLst>
    <p:extLst>
      <p:ext uri="{BB962C8B-B14F-4D97-AF65-F5344CB8AC3E}">
        <p14:creationId xmlns:p14="http://schemas.microsoft.com/office/powerpoint/2010/main" val="1348916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9577-4141-543D-D922-3370CFEB625E}"/>
              </a:ext>
            </a:extLst>
          </p:cNvPr>
          <p:cNvSpPr>
            <a:spLocks noGrp="1"/>
          </p:cNvSpPr>
          <p:nvPr>
            <p:ph type="title"/>
          </p:nvPr>
        </p:nvSpPr>
        <p:spPr/>
        <p:txBody>
          <a:bodyPr/>
          <a:lstStyle/>
          <a:p>
            <a:r>
              <a:rPr lang="en-US" noProof="0" dirty="0"/>
              <a:t>Is Noarr used outside the department?</a:t>
            </a:r>
            <a:br>
              <a:rPr lang="en-US" noProof="0" dirty="0"/>
            </a:br>
            <a:r>
              <a:rPr lang="en-US" noProof="0" dirty="0"/>
              <a:t>If not, why?</a:t>
            </a:r>
          </a:p>
        </p:txBody>
      </p:sp>
      <p:sp>
        <p:nvSpPr>
          <p:cNvPr id="3" name="Content Placeholder 2">
            <a:extLst>
              <a:ext uri="{FF2B5EF4-FFF2-40B4-BE49-F238E27FC236}">
                <a16:creationId xmlns:a16="http://schemas.microsoft.com/office/drawing/2014/main" id="{31E821CD-BE7F-B010-9DB1-510E4FCFFBDE}"/>
              </a:ext>
            </a:extLst>
          </p:cNvPr>
          <p:cNvSpPr>
            <a:spLocks noGrp="1"/>
          </p:cNvSpPr>
          <p:nvPr>
            <p:ph idx="1"/>
          </p:nvPr>
        </p:nvSpPr>
        <p:spPr/>
        <p:txBody>
          <a:bodyPr anchor="ctr"/>
          <a:lstStyle/>
          <a:p>
            <a:r>
              <a:rPr lang="en-US" noProof="0" dirty="0"/>
              <a:t>Some little use</a:t>
            </a:r>
          </a:p>
          <a:p>
            <a:pPr lvl="1"/>
            <a:r>
              <a:rPr lang="en-US" noProof="0" dirty="0"/>
              <a:t>Adam </a:t>
            </a:r>
            <a:r>
              <a:rPr lang="en-US" noProof="0" dirty="0" err="1"/>
              <a:t>Šmelko</a:t>
            </a:r>
            <a:r>
              <a:rPr lang="en-US" noProof="0" dirty="0"/>
              <a:t> (past member of the department)</a:t>
            </a:r>
          </a:p>
          <a:p>
            <a:pPr lvl="1"/>
            <a:r>
              <a:rPr lang="en-US" noProof="0" dirty="0"/>
              <a:t>Marek </a:t>
            </a:r>
            <a:r>
              <a:rPr lang="en-US" noProof="0" dirty="0" err="1"/>
              <a:t>Čupr</a:t>
            </a:r>
            <a:r>
              <a:rPr lang="en-US" noProof="0" dirty="0"/>
              <a:t> (BUT student)</a:t>
            </a:r>
          </a:p>
          <a:p>
            <a:r>
              <a:rPr lang="en-US" noProof="0" dirty="0"/>
              <a:t>Noarr is mostly an experimental tool</a:t>
            </a:r>
          </a:p>
          <a:p>
            <a:r>
              <a:rPr lang="en-US" noProof="0" dirty="0"/>
              <a:t>Development tied to research</a:t>
            </a:r>
            <a:endParaRPr lang="cs-CZ" noProof="0" dirty="0"/>
          </a:p>
          <a:p>
            <a:r>
              <a:rPr lang="cs-CZ" dirty="0"/>
              <a:t>CuTe?</a:t>
            </a:r>
            <a:endParaRPr lang="en-US" noProof="0" dirty="0"/>
          </a:p>
        </p:txBody>
      </p:sp>
      <p:sp>
        <p:nvSpPr>
          <p:cNvPr id="4" name="Date Placeholder 3">
            <a:extLst>
              <a:ext uri="{FF2B5EF4-FFF2-40B4-BE49-F238E27FC236}">
                <a16:creationId xmlns:a16="http://schemas.microsoft.com/office/drawing/2014/main" id="{24530F84-F1D1-A8AF-C539-37F86DA2DC81}"/>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02BCFBEF-2181-071A-E2A2-850955C7B133}"/>
              </a:ext>
            </a:extLst>
          </p:cNvPr>
          <p:cNvSpPr>
            <a:spLocks noGrp="1"/>
          </p:cNvSpPr>
          <p:nvPr>
            <p:ph type="sldNum" sz="quarter" idx="12"/>
          </p:nvPr>
        </p:nvSpPr>
        <p:spPr/>
        <p:txBody>
          <a:bodyPr/>
          <a:lstStyle/>
          <a:p>
            <a:r>
              <a:rPr lang="en-US" noProof="0"/>
              <a:t>37</a:t>
            </a:r>
            <a:endParaRPr lang="en-US" noProof="0" dirty="0"/>
          </a:p>
        </p:txBody>
      </p:sp>
    </p:spTree>
    <p:custDataLst>
      <p:tags r:id="rId1"/>
    </p:custDataLst>
    <p:extLst>
      <p:ext uri="{BB962C8B-B14F-4D97-AF65-F5344CB8AC3E}">
        <p14:creationId xmlns:p14="http://schemas.microsoft.com/office/powerpoint/2010/main" val="17507385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3DB4-56B7-B5F6-DADB-224E92331A19}"/>
              </a:ext>
            </a:extLst>
          </p:cNvPr>
          <p:cNvSpPr>
            <a:spLocks noGrp="1"/>
          </p:cNvSpPr>
          <p:nvPr>
            <p:ph type="title"/>
          </p:nvPr>
        </p:nvSpPr>
        <p:spPr/>
        <p:txBody>
          <a:bodyPr>
            <a:normAutofit/>
          </a:bodyPr>
          <a:lstStyle/>
          <a:p>
            <a:r>
              <a:rPr lang="en-US" noProof="0" dirty="0"/>
              <a:t>Can Noarr naturally incorporate</a:t>
            </a:r>
            <a:br>
              <a:rPr lang="en-US" noProof="0" dirty="0"/>
            </a:br>
            <a:r>
              <a:rPr lang="en-US" noProof="0" dirty="0"/>
              <a:t>#pragma </a:t>
            </a:r>
            <a:r>
              <a:rPr lang="en-US" noProof="0" dirty="0" err="1"/>
              <a:t>omp</a:t>
            </a:r>
            <a:r>
              <a:rPr lang="en-US" noProof="0" dirty="0"/>
              <a:t> </a:t>
            </a:r>
            <a:r>
              <a:rPr lang="en-US" noProof="0" dirty="0" err="1"/>
              <a:t>simd</a:t>
            </a:r>
            <a:r>
              <a:rPr lang="en-US" noProof="0" dirty="0"/>
              <a:t> or SIMD-aware traversers</a:t>
            </a:r>
          </a:p>
        </p:txBody>
      </p:sp>
      <p:sp>
        <p:nvSpPr>
          <p:cNvPr id="3" name="Content Placeholder 2">
            <a:extLst>
              <a:ext uri="{FF2B5EF4-FFF2-40B4-BE49-F238E27FC236}">
                <a16:creationId xmlns:a16="http://schemas.microsoft.com/office/drawing/2014/main" id="{BC42B871-DAA1-BBF1-B375-5D0537118BC2}"/>
              </a:ext>
            </a:extLst>
          </p:cNvPr>
          <p:cNvSpPr>
            <a:spLocks noGrp="1"/>
          </p:cNvSpPr>
          <p:nvPr>
            <p:ph idx="1"/>
          </p:nvPr>
        </p:nvSpPr>
        <p:spPr/>
        <p:txBody>
          <a:bodyPr anchor="ctr"/>
          <a:lstStyle/>
          <a:p>
            <a:r>
              <a:rPr lang="en-US" noProof="0" dirty="0"/>
              <a:t>OpenMP SIMD explicitly rejects class-based iteration (e.g., range-based for)</a:t>
            </a:r>
          </a:p>
          <a:p>
            <a:pPr lvl="1"/>
            <a:r>
              <a:rPr lang="en-US" noProof="0" dirty="0">
                <a:latin typeface="Fira Code" panose="020B0809050000020004" pitchFamily="49" charset="0"/>
                <a:ea typeface="Fira Code" panose="020B0809050000020004" pitchFamily="49" charset="0"/>
                <a:cs typeface="Fira Code" panose="020B0809050000020004" pitchFamily="49" charset="0"/>
              </a:rPr>
              <a:t>#pragma </a:t>
            </a:r>
            <a:r>
              <a:rPr lang="en-US" noProof="0" dirty="0" err="1">
                <a:latin typeface="Fira Code" panose="020B0809050000020004" pitchFamily="49" charset="0"/>
                <a:ea typeface="Fira Code" panose="020B0809050000020004" pitchFamily="49" charset="0"/>
                <a:cs typeface="Fira Code" panose="020B0809050000020004" pitchFamily="49" charset="0"/>
              </a:rPr>
              <a:t>omp</a:t>
            </a:r>
            <a:r>
              <a:rPr lang="en-US"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err="1">
                <a:latin typeface="Fira Code" panose="020B0809050000020004" pitchFamily="49" charset="0"/>
                <a:ea typeface="Fira Code" panose="020B0809050000020004" pitchFamily="49" charset="0"/>
                <a:cs typeface="Fira Code" panose="020B0809050000020004" pitchFamily="49" charset="0"/>
              </a:rPr>
              <a:t>simd</a:t>
            </a:r>
            <a:r>
              <a:rPr lang="en-US" noProof="0" dirty="0"/>
              <a:t> specifically may be in explicit SIMD-enabled for_each</a:t>
            </a:r>
          </a:p>
          <a:p>
            <a:pPr marL="914400" lvl="2" indent="0">
              <a:buNone/>
            </a:pPr>
            <a:r>
              <a:rPr lang="en-US" dirty="0" err="1">
                <a:solidFill>
                  <a:srgbClr val="001080"/>
                </a:solidFill>
                <a:latin typeface="Fira Code" panose="020B0809050000020004" pitchFamily="49" charset="0"/>
              </a:rPr>
              <a:t>traverser</a:t>
            </a:r>
            <a:r>
              <a:rPr lang="en-US" dirty="0" err="1">
                <a:latin typeface="Fira Code" panose="020B0809050000020004" pitchFamily="49" charset="0"/>
                <a:ea typeface="Fira Code" panose="020B0809050000020004" pitchFamily="49" charset="0"/>
                <a:cs typeface="Fira Code" panose="020B0809050000020004" pitchFamily="49" charset="0"/>
              </a:rPr>
              <a:t>.</a:t>
            </a:r>
            <a:r>
              <a:rPr lang="en-US" dirty="0" err="1">
                <a:solidFill>
                  <a:srgbClr val="795E26"/>
                </a:solidFill>
                <a:latin typeface="Fira Code" panose="020B0809050000020004" pitchFamily="49" charset="0"/>
                <a:ea typeface="Fira Code" panose="020B0809050000020004" pitchFamily="49" charset="0"/>
                <a:cs typeface="Fira Code" panose="020B0809050000020004" pitchFamily="49" charset="0"/>
              </a:rPr>
              <a:t>omp_simd_for_each</a:t>
            </a:r>
            <a:r>
              <a:rPr lang="en-US" noProof="0" dirty="0">
                <a:latin typeface="Fira Code" panose="020B0809050000020004" pitchFamily="49" charset="0"/>
                <a:ea typeface="Fira Code" panose="020B0809050000020004" pitchFamily="49" charset="0"/>
                <a:cs typeface="Fira Code" panose="020B0809050000020004" pitchFamily="49" charset="0"/>
              </a:rPr>
              <a:t>(…)</a:t>
            </a:r>
          </a:p>
          <a:p>
            <a:r>
              <a:rPr lang="en-US" noProof="0" dirty="0"/>
              <a:t>More extensive OpenMP pragma support challenging</a:t>
            </a:r>
          </a:p>
          <a:p>
            <a:r>
              <a:rPr lang="en-US" noProof="0" dirty="0"/>
              <a:t>Future SIMD-aware traversers</a:t>
            </a:r>
          </a:p>
          <a:p>
            <a:pPr lvl="1"/>
            <a:r>
              <a:rPr lang="en-US" noProof="0" dirty="0"/>
              <a:t>Possible with computation-aware abstractions</a:t>
            </a:r>
          </a:p>
          <a:p>
            <a:pPr lvl="1"/>
            <a:r>
              <a:rPr lang="en-US" noProof="0" dirty="0"/>
              <a:t>Noarr already implements “planners” </a:t>
            </a:r>
            <a:r>
              <a:rPr lang="en-US" noProof="0" dirty="0">
                <a:sym typeface="Wingdings" panose="05000000000000000000" pitchFamily="2" charset="2"/>
              </a:rPr>
              <a:t> traversers that store the computation and enable more expressive transformations</a:t>
            </a:r>
            <a:endParaRPr lang="en-US" noProof="0" dirty="0"/>
          </a:p>
        </p:txBody>
      </p:sp>
      <p:sp>
        <p:nvSpPr>
          <p:cNvPr id="4" name="Date Placeholder 3">
            <a:extLst>
              <a:ext uri="{FF2B5EF4-FFF2-40B4-BE49-F238E27FC236}">
                <a16:creationId xmlns:a16="http://schemas.microsoft.com/office/drawing/2014/main" id="{1892527F-86FC-931B-BB6D-A846949E1C75}"/>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8311E580-80EB-54AE-90EB-F7D45DA0B45E}"/>
              </a:ext>
            </a:extLst>
          </p:cNvPr>
          <p:cNvSpPr>
            <a:spLocks noGrp="1"/>
          </p:cNvSpPr>
          <p:nvPr>
            <p:ph type="sldNum" sz="quarter" idx="12"/>
          </p:nvPr>
        </p:nvSpPr>
        <p:spPr/>
        <p:txBody>
          <a:bodyPr/>
          <a:lstStyle/>
          <a:p>
            <a:r>
              <a:rPr lang="en-US" noProof="0"/>
              <a:t>38</a:t>
            </a:r>
            <a:endParaRPr lang="en-US" noProof="0" dirty="0"/>
          </a:p>
        </p:txBody>
      </p:sp>
    </p:spTree>
    <p:custDataLst>
      <p:tags r:id="rId1"/>
    </p:custDataLst>
    <p:extLst>
      <p:ext uri="{BB962C8B-B14F-4D97-AF65-F5344CB8AC3E}">
        <p14:creationId xmlns:p14="http://schemas.microsoft.com/office/powerpoint/2010/main" val="20295816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DEE5-750D-2E34-780B-7B30703452C0}"/>
              </a:ext>
            </a:extLst>
          </p:cNvPr>
          <p:cNvSpPr>
            <a:spLocks noGrp="1"/>
          </p:cNvSpPr>
          <p:nvPr>
            <p:ph type="title"/>
          </p:nvPr>
        </p:nvSpPr>
        <p:spPr/>
        <p:txBody>
          <a:bodyPr/>
          <a:lstStyle/>
          <a:p>
            <a:r>
              <a:rPr lang="en-US" noProof="0" dirty="0"/>
              <a:t>Novelty in layout- and traversal-agnosticism</a:t>
            </a:r>
          </a:p>
        </p:txBody>
      </p:sp>
      <p:sp>
        <p:nvSpPr>
          <p:cNvPr id="3" name="Content Placeholder 2">
            <a:extLst>
              <a:ext uri="{FF2B5EF4-FFF2-40B4-BE49-F238E27FC236}">
                <a16:creationId xmlns:a16="http://schemas.microsoft.com/office/drawing/2014/main" id="{7A4C7CE7-A5CF-9AB9-4808-73A235F6B8CE}"/>
              </a:ext>
            </a:extLst>
          </p:cNvPr>
          <p:cNvSpPr>
            <a:spLocks noGrp="1"/>
          </p:cNvSpPr>
          <p:nvPr>
            <p:ph idx="1"/>
          </p:nvPr>
        </p:nvSpPr>
        <p:spPr/>
        <p:txBody>
          <a:bodyPr anchor="ctr"/>
          <a:lstStyle/>
          <a:p>
            <a:r>
              <a:rPr lang="en-US" noProof="0" dirty="0"/>
              <a:t>We do not claim to invent these two concepts as new paradigms</a:t>
            </a:r>
          </a:p>
          <a:p>
            <a:pPr lvl="1"/>
            <a:r>
              <a:rPr lang="en-US" noProof="0" dirty="0"/>
              <a:t>The thesis explicitly studies the two concepts</a:t>
            </a:r>
          </a:p>
          <a:p>
            <a:pPr lvl="2"/>
            <a:r>
              <a:rPr lang="en-US" noProof="0" dirty="0"/>
              <a:t>introducing them as two identified underexplored principles</a:t>
            </a:r>
          </a:p>
          <a:p>
            <a:r>
              <a:rPr lang="en-US" noProof="0" dirty="0"/>
              <a:t>Main novelty</a:t>
            </a:r>
          </a:p>
          <a:p>
            <a:pPr lvl="1"/>
            <a:r>
              <a:rPr lang="en-US" noProof="0" dirty="0"/>
              <a:t>Unified approach for layout &amp; traversal-agnostic algorithm design</a:t>
            </a:r>
          </a:p>
          <a:p>
            <a:pPr lvl="1"/>
            <a:r>
              <a:rPr lang="en-US" noProof="0" dirty="0"/>
              <a:t>Named dimensions and compositional approach</a:t>
            </a:r>
          </a:p>
          <a:p>
            <a:pPr lvl="1"/>
            <a:r>
              <a:rPr lang="en-US" noProof="0" dirty="0"/>
              <a:t>Abstracting evaluation strategy and encoding for Cellular Automata</a:t>
            </a:r>
          </a:p>
        </p:txBody>
      </p:sp>
      <p:sp>
        <p:nvSpPr>
          <p:cNvPr id="4" name="Date Placeholder 3">
            <a:extLst>
              <a:ext uri="{FF2B5EF4-FFF2-40B4-BE49-F238E27FC236}">
                <a16:creationId xmlns:a16="http://schemas.microsoft.com/office/drawing/2014/main" id="{948C54E1-6E6D-2E32-65E2-74ED092C4452}"/>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4F0AAC9A-8584-05EF-C97F-9A8A4DE36F9D}"/>
              </a:ext>
            </a:extLst>
          </p:cNvPr>
          <p:cNvSpPr>
            <a:spLocks noGrp="1"/>
          </p:cNvSpPr>
          <p:nvPr>
            <p:ph type="sldNum" sz="quarter" idx="12"/>
          </p:nvPr>
        </p:nvSpPr>
        <p:spPr/>
        <p:txBody>
          <a:bodyPr/>
          <a:lstStyle/>
          <a:p>
            <a:r>
              <a:rPr lang="en-US" noProof="0"/>
              <a:t>39</a:t>
            </a:r>
            <a:endParaRPr lang="en-US" noProof="0" dirty="0"/>
          </a:p>
        </p:txBody>
      </p:sp>
    </p:spTree>
    <p:custDataLst>
      <p:tags r:id="rId1"/>
    </p:custDataLst>
    <p:extLst>
      <p:ext uri="{BB962C8B-B14F-4D97-AF65-F5344CB8AC3E}">
        <p14:creationId xmlns:p14="http://schemas.microsoft.com/office/powerpoint/2010/main" val="17565713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B94CF-19F9-112D-5812-9019906C4F6E}"/>
              </a:ext>
            </a:extLst>
          </p:cNvPr>
          <p:cNvSpPr>
            <a:spLocks noGrp="1"/>
          </p:cNvSpPr>
          <p:nvPr>
            <p:ph type="title"/>
          </p:nvPr>
        </p:nvSpPr>
        <p:spPr/>
        <p:txBody>
          <a:bodyPr>
            <a:normAutofit/>
          </a:bodyPr>
          <a:lstStyle/>
          <a:p>
            <a:r>
              <a:rPr lang="en-US" noProof="0" dirty="0"/>
              <a:t>Which of these ideas can be found in software like Kokkos or OpenMP's loop transformations?</a:t>
            </a:r>
          </a:p>
        </p:txBody>
      </p:sp>
      <p:sp>
        <p:nvSpPr>
          <p:cNvPr id="3" name="Content Placeholder 2">
            <a:extLst>
              <a:ext uri="{FF2B5EF4-FFF2-40B4-BE49-F238E27FC236}">
                <a16:creationId xmlns:a16="http://schemas.microsoft.com/office/drawing/2014/main" id="{5E30BABB-A5A5-A95D-8DB1-6B93F86A91B6}"/>
              </a:ext>
            </a:extLst>
          </p:cNvPr>
          <p:cNvSpPr>
            <a:spLocks noGrp="1"/>
          </p:cNvSpPr>
          <p:nvPr>
            <p:ph idx="1"/>
          </p:nvPr>
        </p:nvSpPr>
        <p:spPr/>
        <p:txBody>
          <a:bodyPr>
            <a:noAutofit/>
          </a:bodyPr>
          <a:lstStyle/>
          <a:p>
            <a:pPr marL="0" indent="0">
              <a:buNone/>
            </a:pPr>
            <a:r>
              <a:rPr lang="en-US" noProof="0" dirty="0"/>
              <a:t>(reaction to layout- and traversal-agnostic design)</a:t>
            </a:r>
          </a:p>
          <a:p>
            <a:endParaRPr lang="en-US" noProof="0" dirty="0"/>
          </a:p>
          <a:p>
            <a:r>
              <a:rPr lang="en-US" noProof="0" dirty="0"/>
              <a:t>Kokkos Views (and </a:t>
            </a:r>
            <a:r>
              <a:rPr lang="en-US" noProof="0" dirty="0" err="1"/>
              <a:t>mdspans</a:t>
            </a:r>
            <a:r>
              <a:rPr lang="en-US" noProof="0" dirty="0"/>
              <a:t>) abstract physical memory layout</a:t>
            </a:r>
          </a:p>
          <a:p>
            <a:pPr lvl="1"/>
            <a:r>
              <a:rPr lang="en-US" noProof="0" dirty="0"/>
              <a:t>Limited to multidimensional arrays</a:t>
            </a:r>
          </a:p>
          <a:p>
            <a:pPr lvl="1"/>
            <a:r>
              <a:rPr lang="en-US" noProof="0" dirty="0"/>
              <a:t>Mostly focus row-major vs column-major (and custom strides)</a:t>
            </a:r>
          </a:p>
          <a:p>
            <a:pPr lvl="1"/>
            <a:r>
              <a:rPr lang="en-US" noProof="0" dirty="0" err="1"/>
              <a:t>Subviews</a:t>
            </a:r>
            <a:endParaRPr lang="en-US" noProof="0" dirty="0"/>
          </a:p>
          <a:p>
            <a:pPr lvl="1"/>
            <a:r>
              <a:rPr lang="en-US" noProof="0" dirty="0">
                <a:sym typeface="Wingdings" panose="05000000000000000000" pitchFamily="2" charset="2"/>
              </a:rPr>
              <a:t>CuTe supports more general layout algebra</a:t>
            </a:r>
          </a:p>
          <a:p>
            <a:r>
              <a:rPr lang="en-US" noProof="0" dirty="0">
                <a:sym typeface="Wingdings" panose="05000000000000000000" pitchFamily="2" charset="2"/>
              </a:rPr>
              <a:t>OpenMP (6.0)  some powerful loop transformation directives</a:t>
            </a:r>
          </a:p>
          <a:p>
            <a:pPr lvl="1"/>
            <a:r>
              <a:rPr lang="en-US" noProof="0" dirty="0"/>
              <a:t>Not exactly traversal-agnostic design; good alternative in many use cases</a:t>
            </a:r>
          </a:p>
        </p:txBody>
      </p:sp>
      <p:sp>
        <p:nvSpPr>
          <p:cNvPr id="4" name="Date Placeholder 3">
            <a:extLst>
              <a:ext uri="{FF2B5EF4-FFF2-40B4-BE49-F238E27FC236}">
                <a16:creationId xmlns:a16="http://schemas.microsoft.com/office/drawing/2014/main" id="{1D30CB14-538F-D9BD-31BC-4BF79D148A24}"/>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6CB55591-70A5-4366-E73A-F1A5B371B2E3}"/>
              </a:ext>
            </a:extLst>
          </p:cNvPr>
          <p:cNvSpPr>
            <a:spLocks noGrp="1"/>
          </p:cNvSpPr>
          <p:nvPr>
            <p:ph type="sldNum" sz="quarter" idx="12"/>
          </p:nvPr>
        </p:nvSpPr>
        <p:spPr/>
        <p:txBody>
          <a:bodyPr/>
          <a:lstStyle/>
          <a:p>
            <a:r>
              <a:rPr lang="en-US" noProof="0"/>
              <a:t>40</a:t>
            </a:r>
            <a:endParaRPr lang="en-US" noProof="0" dirty="0"/>
          </a:p>
        </p:txBody>
      </p:sp>
    </p:spTree>
    <p:custDataLst>
      <p:tags r:id="rId1"/>
    </p:custDataLst>
    <p:extLst>
      <p:ext uri="{BB962C8B-B14F-4D97-AF65-F5344CB8AC3E}">
        <p14:creationId xmlns:p14="http://schemas.microsoft.com/office/powerpoint/2010/main" val="3901880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6747-FA1D-0A89-B23F-652400CDBDA3}"/>
              </a:ext>
            </a:extLst>
          </p:cNvPr>
          <p:cNvSpPr>
            <a:spLocks noGrp="1"/>
          </p:cNvSpPr>
          <p:nvPr>
            <p:ph type="title"/>
          </p:nvPr>
        </p:nvSpPr>
        <p:spPr/>
        <p:txBody>
          <a:bodyPr/>
          <a:lstStyle/>
          <a:p>
            <a:r>
              <a:rPr lang="en-US" dirty="0"/>
              <a:t>State of the art summary and our novelty</a:t>
            </a:r>
          </a:p>
        </p:txBody>
      </p:sp>
      <p:sp>
        <p:nvSpPr>
          <p:cNvPr id="3" name="Content Placeholder 2">
            <a:extLst>
              <a:ext uri="{FF2B5EF4-FFF2-40B4-BE49-F238E27FC236}">
                <a16:creationId xmlns:a16="http://schemas.microsoft.com/office/drawing/2014/main" id="{8AC28D19-3293-E69A-8D0A-95CD64D09AD4}"/>
              </a:ext>
            </a:extLst>
          </p:cNvPr>
          <p:cNvSpPr>
            <a:spLocks noGrp="1"/>
          </p:cNvSpPr>
          <p:nvPr>
            <p:ph idx="1"/>
          </p:nvPr>
        </p:nvSpPr>
        <p:spPr/>
        <p:txBody>
          <a:bodyPr/>
          <a:lstStyle/>
          <a:p>
            <a:r>
              <a:rPr lang="en-US" dirty="0"/>
              <a:t>Layout abstractions</a:t>
            </a:r>
          </a:p>
          <a:p>
            <a:pPr lvl="1"/>
            <a:r>
              <a:rPr lang="en-US" dirty="0"/>
              <a:t>Kokkos Views for general use, </a:t>
            </a:r>
            <a:r>
              <a:rPr lang="en-US" dirty="0" err="1"/>
              <a:t>GridTools</a:t>
            </a:r>
            <a:r>
              <a:rPr lang="en-US" dirty="0"/>
              <a:t> for stencils</a:t>
            </a:r>
          </a:p>
          <a:p>
            <a:pPr lvl="1"/>
            <a:r>
              <a:rPr lang="en-US" dirty="0"/>
              <a:t>Both target CPU &amp; GPU</a:t>
            </a:r>
          </a:p>
          <a:p>
            <a:pPr lvl="1"/>
            <a:r>
              <a:rPr lang="en-US" dirty="0"/>
              <a:t>Both implement facilities for automatic parallelization, tiling (, halo exchange)</a:t>
            </a:r>
          </a:p>
          <a:p>
            <a:r>
              <a:rPr lang="en-US" dirty="0"/>
              <a:t>Alternative layout and traversal transformation, parallelization</a:t>
            </a:r>
          </a:p>
          <a:p>
            <a:pPr lvl="1"/>
            <a:r>
              <a:rPr lang="en-US" dirty="0"/>
              <a:t>Algorithm + schedule model: Halide, Tiramisu, Exo, OpenMP, …</a:t>
            </a:r>
          </a:p>
          <a:p>
            <a:pPr lvl="2"/>
            <a:r>
              <a:rPr lang="en-US" dirty="0"/>
              <a:t>Tools/frameworks that rely on (custom) compilation pipelines</a:t>
            </a:r>
          </a:p>
          <a:p>
            <a:pPr lvl="1"/>
            <a:r>
              <a:rPr lang="en-US" dirty="0"/>
              <a:t>Policy-based execution model: Kokkos, standard C++ algorithms</a:t>
            </a:r>
          </a:p>
          <a:p>
            <a:r>
              <a:rPr lang="en-US" dirty="0"/>
              <a:t>Novelty</a:t>
            </a:r>
          </a:p>
          <a:p>
            <a:pPr lvl="1"/>
            <a:r>
              <a:rPr lang="en-US" dirty="0"/>
              <a:t>Native C++ compositional approach with named dimensions (Noarr)</a:t>
            </a:r>
          </a:p>
          <a:p>
            <a:pPr lvl="1"/>
            <a:r>
              <a:rPr lang="en-US" dirty="0"/>
              <a:t>Sub-byte encoding and bitwise evaluation strategies (Cellato)</a:t>
            </a:r>
          </a:p>
        </p:txBody>
      </p:sp>
      <p:sp>
        <p:nvSpPr>
          <p:cNvPr id="4" name="Date Placeholder 3">
            <a:extLst>
              <a:ext uri="{FF2B5EF4-FFF2-40B4-BE49-F238E27FC236}">
                <a16:creationId xmlns:a16="http://schemas.microsoft.com/office/drawing/2014/main" id="{5C5A991F-3D47-EA5C-A204-1DEF76D41D0A}"/>
              </a:ext>
            </a:extLst>
          </p:cNvPr>
          <p:cNvSpPr>
            <a:spLocks noGrp="1"/>
          </p:cNvSpPr>
          <p:nvPr>
            <p:ph type="dt" sz="half" idx="10"/>
          </p:nvPr>
        </p:nvSpPr>
        <p:spPr/>
        <p:txBody>
          <a:bodyPr/>
          <a:lstStyle/>
          <a:p>
            <a:r>
              <a:rPr lang="en-US"/>
              <a:t>9/7/2026</a:t>
            </a:r>
          </a:p>
        </p:txBody>
      </p:sp>
      <p:sp>
        <p:nvSpPr>
          <p:cNvPr id="5" name="Slide Number Placeholder 4">
            <a:extLst>
              <a:ext uri="{FF2B5EF4-FFF2-40B4-BE49-F238E27FC236}">
                <a16:creationId xmlns:a16="http://schemas.microsoft.com/office/drawing/2014/main" id="{38353882-5ADB-9DD8-85F7-D28B47129FA0}"/>
              </a:ext>
            </a:extLst>
          </p:cNvPr>
          <p:cNvSpPr>
            <a:spLocks noGrp="1"/>
          </p:cNvSpPr>
          <p:nvPr>
            <p:ph type="sldNum" sz="quarter" idx="12"/>
          </p:nvPr>
        </p:nvSpPr>
        <p:spPr/>
        <p:txBody>
          <a:bodyPr/>
          <a:lstStyle/>
          <a:p>
            <a:r>
              <a:rPr lang="en-US"/>
              <a:t>41</a:t>
            </a:r>
          </a:p>
        </p:txBody>
      </p:sp>
    </p:spTree>
    <p:custDataLst>
      <p:tags r:id="rId1"/>
    </p:custDataLst>
    <p:extLst>
      <p:ext uri="{BB962C8B-B14F-4D97-AF65-F5344CB8AC3E}">
        <p14:creationId xmlns:p14="http://schemas.microsoft.com/office/powerpoint/2010/main" val="33952908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5C75-72D4-F8D1-AAB2-87E7B5F2197D}"/>
              </a:ext>
            </a:extLst>
          </p:cNvPr>
          <p:cNvSpPr>
            <a:spLocks noGrp="1"/>
          </p:cNvSpPr>
          <p:nvPr>
            <p:ph type="title"/>
          </p:nvPr>
        </p:nvSpPr>
        <p:spPr/>
        <p:txBody>
          <a:bodyPr/>
          <a:lstStyle/>
          <a:p>
            <a:r>
              <a:rPr lang="en-US" noProof="0" dirty="0"/>
              <a:t>Comparison table</a:t>
            </a:r>
          </a:p>
        </p:txBody>
      </p:sp>
      <p:sp>
        <p:nvSpPr>
          <p:cNvPr id="4" name="Date Placeholder 3">
            <a:extLst>
              <a:ext uri="{FF2B5EF4-FFF2-40B4-BE49-F238E27FC236}">
                <a16:creationId xmlns:a16="http://schemas.microsoft.com/office/drawing/2014/main" id="{AC63D3EB-3E46-0420-084C-0ABC25889B18}"/>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69B0E3B4-2FE9-EF9E-DBB8-AFE3DD090B8B}"/>
              </a:ext>
            </a:extLst>
          </p:cNvPr>
          <p:cNvSpPr>
            <a:spLocks noGrp="1"/>
          </p:cNvSpPr>
          <p:nvPr>
            <p:ph type="sldNum" sz="quarter" idx="12"/>
          </p:nvPr>
        </p:nvSpPr>
        <p:spPr/>
        <p:txBody>
          <a:bodyPr/>
          <a:lstStyle/>
          <a:p>
            <a:r>
              <a:rPr lang="en-US" noProof="0"/>
              <a:t>42</a:t>
            </a:r>
            <a:endParaRPr lang="en-US" noProof="0" dirty="0"/>
          </a:p>
        </p:txBody>
      </p:sp>
      <p:pic>
        <p:nvPicPr>
          <p:cNvPr id="7" name="Picture 6">
            <a:extLst>
              <a:ext uri="{FF2B5EF4-FFF2-40B4-BE49-F238E27FC236}">
                <a16:creationId xmlns:a16="http://schemas.microsoft.com/office/drawing/2014/main" id="{1C400F22-D6D2-9A75-14E4-C50B839EF947}"/>
              </a:ext>
            </a:extLst>
          </p:cNvPr>
          <p:cNvPicPr>
            <a:picLocks noChangeAspect="1"/>
          </p:cNvPicPr>
          <p:nvPr/>
        </p:nvPicPr>
        <p:blipFill>
          <a:blip r:embed="rId4"/>
          <a:stretch>
            <a:fillRect/>
          </a:stretch>
        </p:blipFill>
        <p:spPr>
          <a:xfrm>
            <a:off x="0" y="1529445"/>
            <a:ext cx="12192000" cy="3799111"/>
          </a:xfrm>
          <a:prstGeom prst="rect">
            <a:avLst/>
          </a:prstGeom>
        </p:spPr>
      </p:pic>
    </p:spTree>
    <p:custDataLst>
      <p:tags r:id="rId1"/>
    </p:custDataLst>
    <p:extLst>
      <p:ext uri="{BB962C8B-B14F-4D97-AF65-F5344CB8AC3E}">
        <p14:creationId xmlns:p14="http://schemas.microsoft.com/office/powerpoint/2010/main" val="141375254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8C31-21B3-4C00-B5D8-7F093ABFEC3C}"/>
              </a:ext>
            </a:extLst>
          </p:cNvPr>
          <p:cNvSpPr>
            <a:spLocks noGrp="1"/>
          </p:cNvSpPr>
          <p:nvPr>
            <p:ph type="title"/>
          </p:nvPr>
        </p:nvSpPr>
        <p:spPr/>
        <p:txBody>
          <a:bodyPr/>
          <a:lstStyle/>
          <a:p>
            <a:r>
              <a:rPr lang="en-US" dirty="0"/>
              <a:t>Genuine limitations of Noarr and Cellato</a:t>
            </a:r>
          </a:p>
        </p:txBody>
      </p:sp>
      <p:sp>
        <p:nvSpPr>
          <p:cNvPr id="5" name="Content Placeholder 4">
            <a:extLst>
              <a:ext uri="{FF2B5EF4-FFF2-40B4-BE49-F238E27FC236}">
                <a16:creationId xmlns:a16="http://schemas.microsoft.com/office/drawing/2014/main" id="{8A184959-C556-48E5-BDD9-ED0CC2A4736A}"/>
              </a:ext>
            </a:extLst>
          </p:cNvPr>
          <p:cNvSpPr>
            <a:spLocks noGrp="1"/>
          </p:cNvSpPr>
          <p:nvPr>
            <p:ph idx="1"/>
          </p:nvPr>
        </p:nvSpPr>
        <p:spPr/>
        <p:txBody>
          <a:bodyPr anchor="ctr"/>
          <a:lstStyle/>
          <a:p>
            <a:r>
              <a:rPr lang="en-US" dirty="0"/>
              <a:t>Not paired with formal verification</a:t>
            </a:r>
          </a:p>
          <a:p>
            <a:r>
              <a:rPr lang="en-US" dirty="0"/>
              <a:t>Compilation time overhead</a:t>
            </a:r>
          </a:p>
          <a:p>
            <a:r>
              <a:rPr lang="en-US" dirty="0"/>
              <a:t>Template metaprogramming imposes some limitations</a:t>
            </a:r>
          </a:p>
          <a:p>
            <a:pPr lvl="1"/>
            <a:r>
              <a:rPr lang="en-US" dirty="0"/>
              <a:t>The syntax of the resulting DSLs may be awkward</a:t>
            </a:r>
          </a:p>
          <a:p>
            <a:pPr lvl="1"/>
            <a:r>
              <a:rPr lang="en-US" dirty="0"/>
              <a:t>Makes online tuning more costly compared to alternatives such as </a:t>
            </a:r>
            <a:r>
              <a:rPr lang="en-US" dirty="0" err="1"/>
              <a:t>mdspans</a:t>
            </a:r>
            <a:r>
              <a:rPr lang="en-US" dirty="0"/>
              <a:t> or Kokkos Views (recompilation)</a:t>
            </a:r>
          </a:p>
          <a:p>
            <a:r>
              <a:rPr lang="en-US" dirty="0"/>
              <a:t>Usability not supported by user studies</a:t>
            </a:r>
          </a:p>
        </p:txBody>
      </p:sp>
      <p:sp>
        <p:nvSpPr>
          <p:cNvPr id="3" name="Date Placeholder 2">
            <a:extLst>
              <a:ext uri="{FF2B5EF4-FFF2-40B4-BE49-F238E27FC236}">
                <a16:creationId xmlns:a16="http://schemas.microsoft.com/office/drawing/2014/main" id="{D76BAA40-3587-0EAB-97D0-C6C555DE4F28}"/>
              </a:ext>
            </a:extLst>
          </p:cNvPr>
          <p:cNvSpPr>
            <a:spLocks noGrp="1"/>
          </p:cNvSpPr>
          <p:nvPr>
            <p:ph type="dt" sz="half" idx="10"/>
          </p:nvPr>
        </p:nvSpPr>
        <p:spPr/>
        <p:txBody>
          <a:bodyPr/>
          <a:lstStyle/>
          <a:p>
            <a:r>
              <a:rPr lang="en-US"/>
              <a:t>9/7/2026</a:t>
            </a:r>
            <a:endParaRPr lang="en-US" dirty="0"/>
          </a:p>
        </p:txBody>
      </p:sp>
      <p:sp>
        <p:nvSpPr>
          <p:cNvPr id="4" name="Slide Number Placeholder 3">
            <a:extLst>
              <a:ext uri="{FF2B5EF4-FFF2-40B4-BE49-F238E27FC236}">
                <a16:creationId xmlns:a16="http://schemas.microsoft.com/office/drawing/2014/main" id="{FA0D4A39-443E-0EE9-F71D-F4A2060B2526}"/>
              </a:ext>
            </a:extLst>
          </p:cNvPr>
          <p:cNvSpPr>
            <a:spLocks noGrp="1"/>
          </p:cNvSpPr>
          <p:nvPr>
            <p:ph type="sldNum" sz="quarter" idx="12"/>
          </p:nvPr>
        </p:nvSpPr>
        <p:spPr/>
        <p:txBody>
          <a:bodyPr/>
          <a:lstStyle/>
          <a:p>
            <a:r>
              <a:rPr lang="en-US"/>
              <a:t>43</a:t>
            </a:r>
          </a:p>
        </p:txBody>
      </p:sp>
    </p:spTree>
    <p:custDataLst>
      <p:tags r:id="rId1"/>
    </p:custDataLst>
    <p:extLst>
      <p:ext uri="{BB962C8B-B14F-4D97-AF65-F5344CB8AC3E}">
        <p14:creationId xmlns:p14="http://schemas.microsoft.com/office/powerpoint/2010/main" val="70786005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0497-CBB6-D2E1-4D1A-ED2AA0BB7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ECE5F-2C1C-357D-AE8A-7FA4DA556E91}"/>
              </a:ext>
            </a:extLst>
          </p:cNvPr>
          <p:cNvSpPr>
            <a:spLocks noGrp="1"/>
          </p:cNvSpPr>
          <p:nvPr>
            <p:ph type="title"/>
          </p:nvPr>
        </p:nvSpPr>
        <p:spPr/>
        <p:txBody>
          <a:bodyPr/>
          <a:lstStyle/>
          <a:p>
            <a:r>
              <a:rPr lang="en-US" noProof="0" dirty="0"/>
              <a:t>Template-exclusive statements</a:t>
            </a:r>
          </a:p>
        </p:txBody>
      </p:sp>
      <p:sp>
        <p:nvSpPr>
          <p:cNvPr id="3" name="Content Placeholder 2">
            <a:extLst>
              <a:ext uri="{FF2B5EF4-FFF2-40B4-BE49-F238E27FC236}">
                <a16:creationId xmlns:a16="http://schemas.microsoft.com/office/drawing/2014/main" id="{8FF9516C-E8E3-08CD-1240-AB67A5640919}"/>
              </a:ext>
            </a:extLst>
          </p:cNvPr>
          <p:cNvSpPr>
            <a:spLocks noGrp="1"/>
          </p:cNvSpPr>
          <p:nvPr>
            <p:ph idx="1"/>
          </p:nvPr>
        </p:nvSpPr>
        <p:spPr/>
        <p:txBody>
          <a:bodyPr anchor="ctr"/>
          <a:lstStyle/>
          <a:p>
            <a:r>
              <a:rPr lang="en-US" noProof="0" dirty="0"/>
              <a:t>I do not </a:t>
            </a:r>
            <a:r>
              <a:rPr lang="en-US" noProof="0" dirty="0" err="1"/>
              <a:t>clai</a:t>
            </a:r>
            <a:r>
              <a:rPr lang="en-US" dirty="0"/>
              <a:t>m that templates are the only solution</a:t>
            </a:r>
          </a:p>
          <a:p>
            <a:r>
              <a:rPr lang="en-US" noProof="0" dirty="0"/>
              <a:t>We do not consider compilation pipeline extensions (e.g., compiler extensions) due to:</a:t>
            </a:r>
          </a:p>
          <a:p>
            <a:pPr lvl="1"/>
            <a:r>
              <a:rPr lang="en-US" noProof="0" dirty="0"/>
              <a:t>Such solutions hindering portability; reliance on external tools</a:t>
            </a:r>
          </a:p>
          <a:p>
            <a:pPr lvl="1"/>
            <a:r>
              <a:rPr lang="en-US" dirty="0"/>
              <a:t>Core research group focus and expertise</a:t>
            </a:r>
          </a:p>
          <a:p>
            <a:pPr lvl="1"/>
            <a:r>
              <a:rPr lang="en-US" noProof="0" dirty="0"/>
              <a:t>Research scope closely tied to algorithm design</a:t>
            </a:r>
          </a:p>
        </p:txBody>
      </p:sp>
      <p:sp>
        <p:nvSpPr>
          <p:cNvPr id="4" name="Date Placeholder 3">
            <a:extLst>
              <a:ext uri="{FF2B5EF4-FFF2-40B4-BE49-F238E27FC236}">
                <a16:creationId xmlns:a16="http://schemas.microsoft.com/office/drawing/2014/main" id="{201D6062-9A3A-0AD5-574A-E26659D7FBAC}"/>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86B73E9E-8DA4-6D98-F073-7AF2BF2083AC}"/>
              </a:ext>
            </a:extLst>
          </p:cNvPr>
          <p:cNvSpPr>
            <a:spLocks noGrp="1"/>
          </p:cNvSpPr>
          <p:nvPr>
            <p:ph type="sldNum" sz="quarter" idx="12"/>
          </p:nvPr>
        </p:nvSpPr>
        <p:spPr/>
        <p:txBody>
          <a:bodyPr/>
          <a:lstStyle/>
          <a:p>
            <a:r>
              <a:rPr lang="en-US" noProof="0"/>
              <a:t>44</a:t>
            </a:r>
            <a:endParaRPr lang="en-US" noProof="0" dirty="0"/>
          </a:p>
        </p:txBody>
      </p:sp>
    </p:spTree>
    <p:custDataLst>
      <p:tags r:id="rId1"/>
    </p:custDataLst>
    <p:extLst>
      <p:ext uri="{BB962C8B-B14F-4D97-AF65-F5344CB8AC3E}">
        <p14:creationId xmlns:p14="http://schemas.microsoft.com/office/powerpoint/2010/main" val="34445210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181A-2F41-81F5-2007-5244DC687F1D}"/>
              </a:ext>
            </a:extLst>
          </p:cNvPr>
          <p:cNvSpPr>
            <a:spLocks noGrp="1"/>
          </p:cNvSpPr>
          <p:nvPr>
            <p:ph type="title"/>
          </p:nvPr>
        </p:nvSpPr>
        <p:spPr/>
        <p:txBody>
          <a:bodyPr/>
          <a:lstStyle/>
          <a:p>
            <a:r>
              <a:rPr lang="en-US" noProof="0" dirty="0"/>
              <a:t>Why did the abstractions hinder the LLM</a:t>
            </a:r>
          </a:p>
        </p:txBody>
      </p:sp>
      <p:sp>
        <p:nvSpPr>
          <p:cNvPr id="3" name="Content Placeholder 2">
            <a:extLst>
              <a:ext uri="{FF2B5EF4-FFF2-40B4-BE49-F238E27FC236}">
                <a16:creationId xmlns:a16="http://schemas.microsoft.com/office/drawing/2014/main" id="{BFE9388A-2481-EE41-E355-566C2612FC2B}"/>
              </a:ext>
            </a:extLst>
          </p:cNvPr>
          <p:cNvSpPr>
            <a:spLocks noGrp="1"/>
          </p:cNvSpPr>
          <p:nvPr>
            <p:ph idx="1"/>
          </p:nvPr>
        </p:nvSpPr>
        <p:spPr/>
        <p:txBody>
          <a:bodyPr anchor="ctr"/>
          <a:lstStyle/>
          <a:p>
            <a:r>
              <a:rPr lang="en-US" dirty="0"/>
              <a:t>Some generated Noarr layouts preserve syntactic order of dimensions rather than the semantic one (unintended layout transformations)</a:t>
            </a:r>
          </a:p>
          <a:p>
            <a:r>
              <a:rPr lang="en-US" noProof="0" dirty="0"/>
              <a:t>Halide was an awkward representation </a:t>
            </a:r>
            <a:r>
              <a:rPr lang="en-US" dirty="0"/>
              <a:t>for many algorithms</a:t>
            </a:r>
          </a:p>
          <a:p>
            <a:r>
              <a:rPr lang="en-US" noProof="0" dirty="0"/>
              <a:t>Hallucinated API</a:t>
            </a:r>
          </a:p>
          <a:p>
            <a:pPr lvl="1"/>
            <a:r>
              <a:rPr lang="en-US" noProof="0" dirty="0"/>
              <a:t>(mostly for Halide), the LLM considered more general function overloads</a:t>
            </a:r>
          </a:p>
          <a:p>
            <a:pPr lvl="1"/>
            <a:r>
              <a:rPr lang="en-US" dirty="0"/>
              <a:t>(mostly for Exo), the LLM failed to preserve expected invariants</a:t>
            </a:r>
          </a:p>
          <a:p>
            <a:pPr lvl="1"/>
            <a:r>
              <a:rPr lang="en-US" noProof="0" dirty="0"/>
              <a:t>(mostly for Noarr), the LLM made </a:t>
            </a:r>
            <a:r>
              <a:rPr lang="en-US" dirty="0"/>
              <a:t>genuine mistakes (e.g., replaced angle brackets with square brackets)</a:t>
            </a:r>
          </a:p>
        </p:txBody>
      </p:sp>
      <p:sp>
        <p:nvSpPr>
          <p:cNvPr id="4" name="Date Placeholder 3">
            <a:extLst>
              <a:ext uri="{FF2B5EF4-FFF2-40B4-BE49-F238E27FC236}">
                <a16:creationId xmlns:a16="http://schemas.microsoft.com/office/drawing/2014/main" id="{38A398BB-7A0C-F187-3DAA-0CA6E59EF3D1}"/>
              </a:ext>
            </a:extLst>
          </p:cNvPr>
          <p:cNvSpPr>
            <a:spLocks noGrp="1"/>
          </p:cNvSpPr>
          <p:nvPr>
            <p:ph type="dt" sz="half" idx="10"/>
          </p:nvPr>
        </p:nvSpPr>
        <p:spPr/>
        <p:txBody>
          <a:bodyPr/>
          <a:lstStyle/>
          <a:p>
            <a:r>
              <a:rPr lang="en-US" noProof="0"/>
              <a:t>9/7/2026</a:t>
            </a:r>
            <a:endParaRPr lang="en-US" noProof="0" dirty="0"/>
          </a:p>
        </p:txBody>
      </p:sp>
      <p:sp>
        <p:nvSpPr>
          <p:cNvPr id="5" name="Slide Number Placeholder 4">
            <a:extLst>
              <a:ext uri="{FF2B5EF4-FFF2-40B4-BE49-F238E27FC236}">
                <a16:creationId xmlns:a16="http://schemas.microsoft.com/office/drawing/2014/main" id="{A236833A-9918-E7AE-C3D5-650A1C45B68A}"/>
              </a:ext>
            </a:extLst>
          </p:cNvPr>
          <p:cNvSpPr>
            <a:spLocks noGrp="1"/>
          </p:cNvSpPr>
          <p:nvPr>
            <p:ph type="sldNum" sz="quarter" idx="12"/>
          </p:nvPr>
        </p:nvSpPr>
        <p:spPr/>
        <p:txBody>
          <a:bodyPr/>
          <a:lstStyle/>
          <a:p>
            <a:r>
              <a:rPr lang="en-US" noProof="0"/>
              <a:t>45</a:t>
            </a:r>
            <a:endParaRPr lang="en-US" noProof="0" dirty="0"/>
          </a:p>
        </p:txBody>
      </p:sp>
    </p:spTree>
    <p:custDataLst>
      <p:tags r:id="rId1"/>
    </p:custDataLst>
    <p:extLst>
      <p:ext uri="{BB962C8B-B14F-4D97-AF65-F5344CB8AC3E}">
        <p14:creationId xmlns:p14="http://schemas.microsoft.com/office/powerpoint/2010/main" val="41139591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pPr>
              <a:buSzPts val="100"/>
            </a:pPr>
            <a:r>
              <a:rPr lang="en-US" noProof="0" dirty="0">
                <a:solidFill>
                  <a:schemeClr val="tx1">
                    <a:alpha val="0"/>
                  </a:schemeClr>
                </a:solidFill>
              </a:rPr>
              <a:t>Prompting specificity ✅</a:t>
            </a:r>
          </a:p>
          <a:p>
            <a:pPr>
              <a:buSzPts val="100"/>
            </a:pPr>
            <a:r>
              <a:rPr lang="en-US" noProof="0" dirty="0">
                <a:solidFill>
                  <a:schemeClr val="tx1">
                    <a:alpha val="0"/>
                  </a:schemeClr>
                </a:solidFill>
              </a:rPr>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143141975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pPr>
              <a:buSzPts val="100"/>
            </a:pPr>
            <a:r>
              <a:rPr lang="en-US" noProof="0" dirty="0">
                <a:solidFill>
                  <a:schemeClr val="tx1">
                    <a:alpha val="0"/>
                  </a:schemeClr>
                </a:solidFill>
              </a:rPr>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353796882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20423387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8308431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39925916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40397648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r>
              <a:rPr lang="en-US" noProof="0" dirty="0"/>
              <a:t>LLMs still do not replace abstractions (</a:t>
            </a:r>
            <a:r>
              <a:rPr lang="en-US" sz="2400" noProof="0" dirty="0"/>
              <a:t>⬆️flexibility</a:t>
            </a:r>
            <a:r>
              <a:rPr lang="en-US" noProof="0" dirty="0"/>
              <a:t>, </a:t>
            </a:r>
            <a:r>
              <a:rPr lang="en-US" sz="2400" noProof="0" dirty="0"/>
              <a:t>⬇️                                </a:t>
            </a:r>
            <a:r>
              <a:rPr lang="en-US" noProof="0" dirty="0"/>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9/7/2026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
        <p:nvSpPr>
          <p:cNvPr id="4" name="TextBox 3">
            <a:extLst>
              <a:ext uri="{FF2B5EF4-FFF2-40B4-BE49-F238E27FC236}">
                <a16:creationId xmlns:a16="http://schemas.microsoft.com/office/drawing/2014/main" id="{B965D0A2-488C-6AE6-55B4-95CCADB0A059}"/>
              </a:ext>
            </a:extLst>
          </p:cNvPr>
          <p:cNvSpPr txBox="1"/>
          <p:nvPr>
            <p:custDataLst>
              <p:tags r:id="rId6"/>
            </p:custDataLst>
          </p:nvPr>
        </p:nvSpPr>
        <p:spPr>
          <a:xfrm>
            <a:off x="9138232" y="5688871"/>
            <a:ext cx="2125390" cy="461665"/>
          </a:xfrm>
          <a:prstGeom prst="rect">
            <a:avLst/>
          </a:prstGeom>
          <a:noFill/>
        </p:spPr>
        <p:txBody>
          <a:bodyPr wrap="none" rtlCol="0">
            <a:spAutoFit/>
          </a:bodyPr>
          <a:lstStyle/>
          <a:p>
            <a:pPr algn="ctr"/>
            <a:r>
              <a:rPr lang="en-US" sz="2400" noProof="0" dirty="0"/>
              <a:t>interpretability</a:t>
            </a:r>
          </a:p>
        </p:txBody>
      </p:sp>
      <p:sp>
        <p:nvSpPr>
          <p:cNvPr id="8" name="TextBox 7">
            <a:extLst>
              <a:ext uri="{FF2B5EF4-FFF2-40B4-BE49-F238E27FC236}">
                <a16:creationId xmlns:a16="http://schemas.microsoft.com/office/drawing/2014/main" id="{DFEF80E3-6A55-EBC0-500C-3DC766A1C247}"/>
              </a:ext>
            </a:extLst>
          </p:cNvPr>
          <p:cNvSpPr txBox="1"/>
          <p:nvPr>
            <p:custDataLst>
              <p:tags r:id="rId7"/>
            </p:custDataLst>
          </p:nvPr>
        </p:nvSpPr>
        <p:spPr>
          <a:xfrm>
            <a:off x="9258453" y="5397074"/>
            <a:ext cx="1884948" cy="461665"/>
          </a:xfrm>
          <a:prstGeom prst="rect">
            <a:avLst/>
          </a:prstGeom>
          <a:noFill/>
        </p:spPr>
        <p:txBody>
          <a:bodyPr wrap="square">
            <a:spAutoFit/>
          </a:bodyPr>
          <a:lstStyle/>
          <a:p>
            <a:pPr algn="ctr"/>
            <a:r>
              <a:rPr lang="en-US" sz="2400" noProof="0" dirty="0"/>
              <a:t>determinism</a:t>
            </a:r>
            <a:endParaRPr lang="en-US" noProof="0" dirty="0"/>
          </a:p>
        </p:txBody>
      </p:sp>
    </p:spTree>
    <p:custDataLst>
      <p:tags r:id="rId1"/>
    </p:custDataLst>
    <p:extLst>
      <p:ext uri="{BB962C8B-B14F-4D97-AF65-F5344CB8AC3E}">
        <p14:creationId xmlns:p14="http://schemas.microsoft.com/office/powerpoint/2010/main" val="18118928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
</p:tagLst>
</file>

<file path=ppt/tags/tag2.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3.xml><?xml version="1.0" encoding="utf-8"?>
<p:tagLst xmlns:a="http://schemas.openxmlformats.org/drawingml/2006/main" xmlns:r="http://schemas.openxmlformats.org/officeDocument/2006/relationships" xmlns:p="http://schemas.openxmlformats.org/presentationml/2006/main">
  <p:tag name="PPSPLIT_ID" val=" 2"/>
</p:tagLst>
</file>

<file path=ppt/tags/tag4.xml><?xml version="1.0" encoding="utf-8"?>
<p:tagLst xmlns:a="http://schemas.openxmlformats.org/drawingml/2006/main" xmlns:r="http://schemas.openxmlformats.org/officeDocument/2006/relationships" xmlns:p="http://schemas.openxmlformats.org/presentationml/2006/main">
  <p:tag name="PPSPLIT_ID" val=" 3"/>
</p:tagLst>
</file>

<file path=ppt/tags/tag5.xml><?xml version="1.0" encoding="utf-8"?>
<p:tagLst xmlns:a="http://schemas.openxmlformats.org/drawingml/2006/main" xmlns:r="http://schemas.openxmlformats.org/officeDocument/2006/relationships" xmlns:p="http://schemas.openxmlformats.org/presentationml/2006/main">
  <p:tag name="PPSPLIT_ID" val=" 4"/>
</p:tagLst>
</file>

<file path=ppt/tags/tag6.xml><?xml version="1.0" encoding="utf-8"?>
<p:tagLst xmlns:a="http://schemas.openxmlformats.org/drawingml/2006/main" xmlns:r="http://schemas.openxmlformats.org/officeDocument/2006/relationships" xmlns:p="http://schemas.openxmlformats.org/presentationml/2006/main">
  <p:tag name="PPSPLIT_ID" val=" 5"/>
</p:tagLst>
</file>

<file path=ppt/tags/tag7.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8.xml><?xml version="1.0" encoding="utf-8"?>
<p:tagLst xmlns:a="http://schemas.openxmlformats.org/drawingml/2006/main" xmlns:r="http://schemas.openxmlformats.org/officeDocument/2006/relationships" xmlns:p="http://schemas.openxmlformats.org/presentationml/2006/main">
  <p:tag name="PPSPLIT_ID" val=" 2"/>
</p:tagLst>
</file>

<file path=ppt/tags/tag9.xml><?xml version="1.0" encoding="utf-8"?>
<p:tagLst xmlns:a="http://schemas.openxmlformats.org/drawingml/2006/main" xmlns:r="http://schemas.openxmlformats.org/officeDocument/2006/relationships" xmlns:p="http://schemas.openxmlformats.org/presentationml/2006/main">
  <p:tag name="PPSPLIT_ID" val=" 3"/>
</p:tagLst>
</file>

<file path=ppt/tags/tag10.xml><?xml version="1.0" encoding="utf-8"?>
<p:tagLst xmlns:a="http://schemas.openxmlformats.org/drawingml/2006/main" xmlns:r="http://schemas.openxmlformats.org/officeDocument/2006/relationships" xmlns:p="http://schemas.openxmlformats.org/presentationml/2006/main">
  <p:tag name="PPSPLIT_ID" val=" 4"/>
</p:tagLst>
</file>

<file path=ppt/tags/tag11.xml><?xml version="1.0" encoding="utf-8"?>
<p:tagLst xmlns:a="http://schemas.openxmlformats.org/drawingml/2006/main" xmlns:r="http://schemas.openxmlformats.org/officeDocument/2006/relationships" xmlns:p="http://schemas.openxmlformats.org/presentationml/2006/main">
  <p:tag name="PPSPLIT_ID" val=" 5"/>
</p:tagLst>
</file>

<file path=ppt/tags/tag12.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13.xml><?xml version="1.0" encoding="utf-8"?>
<p:tagLst xmlns:a="http://schemas.openxmlformats.org/drawingml/2006/main" xmlns:r="http://schemas.openxmlformats.org/officeDocument/2006/relationships" xmlns:p="http://schemas.openxmlformats.org/presentationml/2006/main">
  <p:tag name="PPSPLIT_ID" val=" 2"/>
</p:tagLst>
</file>

<file path=ppt/tags/tag14.xml><?xml version="1.0" encoding="utf-8"?>
<p:tagLst xmlns:a="http://schemas.openxmlformats.org/drawingml/2006/main" xmlns:r="http://schemas.openxmlformats.org/officeDocument/2006/relationships" xmlns:p="http://schemas.openxmlformats.org/presentationml/2006/main">
  <p:tag name="PPSPLIT_ID" val=" 3"/>
</p:tagLst>
</file>

<file path=ppt/tags/tag15.xml><?xml version="1.0" encoding="utf-8"?>
<p:tagLst xmlns:a="http://schemas.openxmlformats.org/drawingml/2006/main" xmlns:r="http://schemas.openxmlformats.org/officeDocument/2006/relationships" xmlns:p="http://schemas.openxmlformats.org/presentationml/2006/main">
  <p:tag name="PPSPLIT_ID" val=" 4"/>
</p:tagLst>
</file>

<file path=ppt/tags/tag16.xml><?xml version="1.0" encoding="utf-8"?>
<p:tagLst xmlns:a="http://schemas.openxmlformats.org/drawingml/2006/main" xmlns:r="http://schemas.openxmlformats.org/officeDocument/2006/relationships" xmlns:p="http://schemas.openxmlformats.org/presentationml/2006/main">
  <p:tag name="PPSPLIT_ID" val=" 5"/>
</p:tagLst>
</file>

<file path=ppt/tags/tag17.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18.xml><?xml version="1.0" encoding="utf-8"?>
<p:tagLst xmlns:a="http://schemas.openxmlformats.org/drawingml/2006/main" xmlns:r="http://schemas.openxmlformats.org/officeDocument/2006/relationships" xmlns:p="http://schemas.openxmlformats.org/presentationml/2006/main">
  <p:tag name="PPSPLIT_ID" val=" 2"/>
</p:tagLst>
</file>

<file path=ppt/tags/tag19.xml><?xml version="1.0" encoding="utf-8"?>
<p:tagLst xmlns:a="http://schemas.openxmlformats.org/drawingml/2006/main" xmlns:r="http://schemas.openxmlformats.org/officeDocument/2006/relationships" xmlns:p="http://schemas.openxmlformats.org/presentationml/2006/main">
  <p:tag name="PPSPLIT_ID" val=" 3"/>
</p:tagLst>
</file>

<file path=ppt/tags/tag20.xml><?xml version="1.0" encoding="utf-8"?>
<p:tagLst xmlns:a="http://schemas.openxmlformats.org/drawingml/2006/main" xmlns:r="http://schemas.openxmlformats.org/officeDocument/2006/relationships" xmlns:p="http://schemas.openxmlformats.org/presentationml/2006/main">
  <p:tag name="PPSPLIT_ID" val=" 4"/>
</p:tagLst>
</file>

<file path=ppt/tags/tag21.xml><?xml version="1.0" encoding="utf-8"?>
<p:tagLst xmlns:a="http://schemas.openxmlformats.org/drawingml/2006/main" xmlns:r="http://schemas.openxmlformats.org/officeDocument/2006/relationships" xmlns:p="http://schemas.openxmlformats.org/presentationml/2006/main">
  <p:tag name="PPSPLIT_ID" val=" 5"/>
</p:tagLst>
</file>

<file path=ppt/tags/tag22.xml><?xml version="1.0" encoding="utf-8"?>
<p:tagLst xmlns:a="http://schemas.openxmlformats.org/drawingml/2006/main" xmlns:r="http://schemas.openxmlformats.org/officeDocument/2006/relationships" xmlns:p="http://schemas.openxmlformats.org/presentationml/2006/main">
  <p:tag name="PPSPLIT_ID" val=" 8"/>
</p:tagLst>
</file>

<file path=ppt/tags/tag23.xml><?xml version="1.0" encoding="utf-8"?>
<p:tagLst xmlns:a="http://schemas.openxmlformats.org/drawingml/2006/main" xmlns:r="http://schemas.openxmlformats.org/officeDocument/2006/relationships" xmlns:p="http://schemas.openxmlformats.org/presentationml/2006/main">
  <p:tag name="PPSPLIT_ID" val=" 10"/>
</p:tagLst>
</file>

<file path=ppt/tags/tag24.xml><?xml version="1.0" encoding="utf-8"?>
<p:tagLst xmlns:a="http://schemas.openxmlformats.org/drawingml/2006/main" xmlns:r="http://schemas.openxmlformats.org/officeDocument/2006/relationships" xmlns:p="http://schemas.openxmlformats.org/presentationml/2006/main">
  <p:tag name="PPSPLIT_ID" val=" 11"/>
</p:tagLst>
</file>

<file path=ppt/tags/tag25.xml><?xml version="1.0" encoding="utf-8"?>
<p:tagLst xmlns:a="http://schemas.openxmlformats.org/drawingml/2006/main" xmlns:r="http://schemas.openxmlformats.org/officeDocument/2006/relationships" xmlns:p="http://schemas.openxmlformats.org/presentationml/2006/main">
  <p:tag name="PPSPLIT_ID" val=" 12"/>
</p:tagLst>
</file>

<file path=ppt/tags/tag26.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27.xml><?xml version="1.0" encoding="utf-8"?>
<p:tagLst xmlns:a="http://schemas.openxmlformats.org/drawingml/2006/main" xmlns:r="http://schemas.openxmlformats.org/officeDocument/2006/relationships" xmlns:p="http://schemas.openxmlformats.org/presentationml/2006/main">
  <p:tag name="PPSPLIT_ID" val=" 2"/>
</p:tagLst>
</file>

<file path=ppt/tags/tag28.xml><?xml version="1.0" encoding="utf-8"?>
<p:tagLst xmlns:a="http://schemas.openxmlformats.org/drawingml/2006/main" xmlns:r="http://schemas.openxmlformats.org/officeDocument/2006/relationships" xmlns:p="http://schemas.openxmlformats.org/presentationml/2006/main">
  <p:tag name="PPSPLIT_ID" val=" 3"/>
</p:tagLst>
</file>

<file path=ppt/tags/tag29.xml><?xml version="1.0" encoding="utf-8"?>
<p:tagLst xmlns:a="http://schemas.openxmlformats.org/drawingml/2006/main" xmlns:r="http://schemas.openxmlformats.org/officeDocument/2006/relationships" xmlns:p="http://schemas.openxmlformats.org/presentationml/2006/main">
  <p:tag name="PPSPLIT_ID" val=" 4"/>
</p:tagLst>
</file>

<file path=ppt/tags/tag30.xml><?xml version="1.0" encoding="utf-8"?>
<p:tagLst xmlns:a="http://schemas.openxmlformats.org/drawingml/2006/main" xmlns:r="http://schemas.openxmlformats.org/officeDocument/2006/relationships" xmlns:p="http://schemas.openxmlformats.org/presentationml/2006/main">
  <p:tag name="PPSPLIT_ID" val=" 5"/>
</p:tagLst>
</file>

<file path=ppt/tags/tag31.xml><?xml version="1.0" encoding="utf-8"?>
<p:tagLst xmlns:a="http://schemas.openxmlformats.org/drawingml/2006/main" xmlns:r="http://schemas.openxmlformats.org/officeDocument/2006/relationships" xmlns:p="http://schemas.openxmlformats.org/presentationml/2006/main">
  <p:tag name="PPSPLIT_ID" val=" 8"/>
</p:tagLst>
</file>

<file path=ppt/tags/tag32.xml><?xml version="1.0" encoding="utf-8"?>
<p:tagLst xmlns:a="http://schemas.openxmlformats.org/drawingml/2006/main" xmlns:r="http://schemas.openxmlformats.org/officeDocument/2006/relationships" xmlns:p="http://schemas.openxmlformats.org/presentationml/2006/main">
  <p:tag name="PPSPLIT_ID" val=" 10"/>
</p:tagLst>
</file>

<file path=ppt/tags/tag33.xml><?xml version="1.0" encoding="utf-8"?>
<p:tagLst xmlns:a="http://schemas.openxmlformats.org/drawingml/2006/main" xmlns:r="http://schemas.openxmlformats.org/officeDocument/2006/relationships" xmlns:p="http://schemas.openxmlformats.org/presentationml/2006/main">
  <p:tag name="PPSPLIT_ID" val=" 11"/>
</p:tagLst>
</file>

<file path=ppt/tags/tag34.xml><?xml version="1.0" encoding="utf-8"?>
<p:tagLst xmlns:a="http://schemas.openxmlformats.org/drawingml/2006/main" xmlns:r="http://schemas.openxmlformats.org/officeDocument/2006/relationships" xmlns:p="http://schemas.openxmlformats.org/presentationml/2006/main">
  <p:tag name="PPSPLIT_ID" val=" 12"/>
</p:tagLst>
</file>

<file path=ppt/tags/tag35.xml><?xml version="1.0" encoding="utf-8"?>
<p:tagLst xmlns:a="http://schemas.openxmlformats.org/drawingml/2006/main" xmlns:r="http://schemas.openxmlformats.org/officeDocument/2006/relationships" xmlns:p="http://schemas.openxmlformats.org/presentationml/2006/main">
  <p:tag name="PPSPLIT_ID" val=" 16"/>
</p:tagLst>
</file>

<file path=ppt/tags/tag36.xml><?xml version="1.0" encoding="utf-8"?>
<p:tagLst xmlns:a="http://schemas.openxmlformats.org/drawingml/2006/main" xmlns:r="http://schemas.openxmlformats.org/officeDocument/2006/relationships" xmlns:p="http://schemas.openxmlformats.org/presentationml/2006/main">
  <p:tag name="PPSPLIT_ID" val=" 18"/>
</p:tagLst>
</file>

<file path=ppt/tags/tag37.xml><?xml version="1.0" encoding="utf-8"?>
<p:tagLst xmlns:a="http://schemas.openxmlformats.org/drawingml/2006/main" xmlns:r="http://schemas.openxmlformats.org/officeDocument/2006/relationships" xmlns:p="http://schemas.openxmlformats.org/presentationml/2006/main">
  <p:tag name="PPSPLIT_ID" val=" 20"/>
</p:tagLst>
</file>

<file path=ppt/tags/tag38.xml><?xml version="1.0" encoding="utf-8"?>
<p:tagLst xmlns:a="http://schemas.openxmlformats.org/drawingml/2006/main" xmlns:r="http://schemas.openxmlformats.org/officeDocument/2006/relationships" xmlns:p="http://schemas.openxmlformats.org/presentationml/2006/main">
  <p:tag name="PPSPLIT_ID" val=" 22"/>
</p:tagLst>
</file>

<file path=ppt/tags/tag39.xml><?xml version="1.0" encoding="utf-8"?>
<p:tagLst xmlns:a="http://schemas.openxmlformats.org/drawingml/2006/main" xmlns:r="http://schemas.openxmlformats.org/officeDocument/2006/relationships" xmlns:p="http://schemas.openxmlformats.org/presentationml/2006/main">
  <p:tag name="PPSPLIT_ID" val=" 24"/>
</p:tagLst>
</file>

<file path=ppt/tags/tag40.xml><?xml version="1.0" encoding="utf-8"?>
<p:tagLst xmlns:a="http://schemas.openxmlformats.org/drawingml/2006/main" xmlns:r="http://schemas.openxmlformats.org/officeDocument/2006/relationships" xmlns:p="http://schemas.openxmlformats.org/presentationml/2006/main">
  <p:tag name="PPSPLIT_ID" val=" 27"/>
</p:tagLst>
</file>

<file path=ppt/tags/tag41.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 name="PPSPLIT_DONE" val="1"/>
</p:tagLst>
</file>

<file path=ppt/tags/tag42.xml><?xml version="1.0" encoding="utf-8"?>
<p:tagLst xmlns:a="http://schemas.openxmlformats.org/drawingml/2006/main" xmlns:r="http://schemas.openxmlformats.org/officeDocument/2006/relationships" xmlns:p="http://schemas.openxmlformats.org/presentationml/2006/main">
  <p:tag name="PPSPLIT_ID" val=" 2"/>
</p:tagLst>
</file>

<file path=ppt/tags/tag43.xml><?xml version="1.0" encoding="utf-8"?>
<p:tagLst xmlns:a="http://schemas.openxmlformats.org/drawingml/2006/main" xmlns:r="http://schemas.openxmlformats.org/officeDocument/2006/relationships" xmlns:p="http://schemas.openxmlformats.org/presentationml/2006/main">
  <p:tag name="PPSPLIT_ID" val=" 3"/>
</p:tagLst>
</file>

<file path=ppt/tags/tag44.xml><?xml version="1.0" encoding="utf-8"?>
<p:tagLst xmlns:a="http://schemas.openxmlformats.org/drawingml/2006/main" xmlns:r="http://schemas.openxmlformats.org/officeDocument/2006/relationships" xmlns:p="http://schemas.openxmlformats.org/presentationml/2006/main">
  <p:tag name="PPSPLIT_ID" val=" 4"/>
</p:tagLst>
</file>

<file path=ppt/tags/tag45.xml><?xml version="1.0" encoding="utf-8"?>
<p:tagLst xmlns:a="http://schemas.openxmlformats.org/drawingml/2006/main" xmlns:r="http://schemas.openxmlformats.org/officeDocument/2006/relationships" xmlns:p="http://schemas.openxmlformats.org/presentationml/2006/main">
  <p:tag name="PPSPLIT_ID" val=" 5"/>
</p:tagLst>
</file>

<file path=ppt/tags/tag46.xml><?xml version="1.0" encoding="utf-8"?>
<p:tagLst xmlns:a="http://schemas.openxmlformats.org/drawingml/2006/main" xmlns:r="http://schemas.openxmlformats.org/officeDocument/2006/relationships" xmlns:p="http://schemas.openxmlformats.org/presentationml/2006/main">
  <p:tag name="PPSPLIT_ID" val=" 8"/>
</p:tagLst>
</file>

<file path=ppt/tags/tag47.xml><?xml version="1.0" encoding="utf-8"?>
<p:tagLst xmlns:a="http://schemas.openxmlformats.org/drawingml/2006/main" xmlns:r="http://schemas.openxmlformats.org/officeDocument/2006/relationships" xmlns:p="http://schemas.openxmlformats.org/presentationml/2006/main">
  <p:tag name="PPSPLIT_ID" val=" 10"/>
</p:tagLst>
</file>

<file path=ppt/tags/tag48.xml><?xml version="1.0" encoding="utf-8"?>
<p:tagLst xmlns:a="http://schemas.openxmlformats.org/drawingml/2006/main" xmlns:r="http://schemas.openxmlformats.org/officeDocument/2006/relationships" xmlns:p="http://schemas.openxmlformats.org/presentationml/2006/main">
  <p:tag name="PPSPLIT_ID" val=" 11"/>
</p:tagLst>
</file>

<file path=ppt/tags/tag49.xml><?xml version="1.0" encoding="utf-8"?>
<p:tagLst xmlns:a="http://schemas.openxmlformats.org/drawingml/2006/main" xmlns:r="http://schemas.openxmlformats.org/officeDocument/2006/relationships" xmlns:p="http://schemas.openxmlformats.org/presentationml/2006/main">
  <p:tag name="PPSPLIT_ID" val=" 12"/>
</p:tagLst>
</file>

<file path=ppt/tags/tag50.xml><?xml version="1.0" encoding="utf-8"?>
<p:tagLst xmlns:a="http://schemas.openxmlformats.org/drawingml/2006/main" xmlns:r="http://schemas.openxmlformats.org/officeDocument/2006/relationships" xmlns:p="http://schemas.openxmlformats.org/presentationml/2006/main">
  <p:tag name="PPSPLIT_ID" val=" 16"/>
</p:tagLst>
</file>

<file path=ppt/tags/tag51.xml><?xml version="1.0" encoding="utf-8"?>
<p:tagLst xmlns:a="http://schemas.openxmlformats.org/drawingml/2006/main" xmlns:r="http://schemas.openxmlformats.org/officeDocument/2006/relationships" xmlns:p="http://schemas.openxmlformats.org/presentationml/2006/main">
  <p:tag name="PPSPLIT_ID" val=" 18"/>
</p:tagLst>
</file>

<file path=ppt/tags/tag52.xml><?xml version="1.0" encoding="utf-8"?>
<p:tagLst xmlns:a="http://schemas.openxmlformats.org/drawingml/2006/main" xmlns:r="http://schemas.openxmlformats.org/officeDocument/2006/relationships" xmlns:p="http://schemas.openxmlformats.org/presentationml/2006/main">
  <p:tag name="PPSPLIT_ID" val=" 20"/>
</p:tagLst>
</file>

<file path=ppt/tags/tag53.xml><?xml version="1.0" encoding="utf-8"?>
<p:tagLst xmlns:a="http://schemas.openxmlformats.org/drawingml/2006/main" xmlns:r="http://schemas.openxmlformats.org/officeDocument/2006/relationships" xmlns:p="http://schemas.openxmlformats.org/presentationml/2006/main">
  <p:tag name="PPSPLIT_ID" val=" 22"/>
</p:tagLst>
</file>

<file path=ppt/tags/tag54.xml><?xml version="1.0" encoding="utf-8"?>
<p:tagLst xmlns:a="http://schemas.openxmlformats.org/drawingml/2006/main" xmlns:r="http://schemas.openxmlformats.org/officeDocument/2006/relationships" xmlns:p="http://schemas.openxmlformats.org/presentationml/2006/main">
  <p:tag name="PPSPLIT_ID" val=" 24"/>
</p:tagLst>
</file>

<file path=ppt/tags/tag55.xml><?xml version="1.0" encoding="utf-8"?>
<p:tagLst xmlns:a="http://schemas.openxmlformats.org/drawingml/2006/main" xmlns:r="http://schemas.openxmlformats.org/officeDocument/2006/relationships" xmlns:p="http://schemas.openxmlformats.org/presentationml/2006/main">
  <p:tag name="PPSPLIT_ID" val=" 27"/>
</p:tagLst>
</file>

<file path=ppt/tags/tag56.xml><?xml version="1.0" encoding="utf-8"?>
<p:tagLst xmlns:a="http://schemas.openxmlformats.org/drawingml/2006/main" xmlns:r="http://schemas.openxmlformats.org/officeDocument/2006/relationships" xmlns:p="http://schemas.openxmlformats.org/presentationml/2006/main">
  <p:tag name="TIMING" val="|8.4|7.7|6.7|7.3|9|12"/>
  <p:tag name="PPSPLIT_SPLIT" val="1"/>
  <p:tag name="PPSPLIT_ORIGINALSLIDENUMBER" val="2"/>
</p:tagLst>
</file>

<file path=ppt/tags/tag57.xml><?xml version="1.0" encoding="utf-8"?>
<p:tagLst xmlns:a="http://schemas.openxmlformats.org/drawingml/2006/main" xmlns:r="http://schemas.openxmlformats.org/officeDocument/2006/relationships" xmlns:p="http://schemas.openxmlformats.org/presentationml/2006/main">
  <p:tag name="PPSPLIT_ID" val=" 2"/>
</p:tagLst>
</file>

<file path=ppt/tags/tag58.xml><?xml version="1.0" encoding="utf-8"?>
<p:tagLst xmlns:a="http://schemas.openxmlformats.org/drawingml/2006/main" xmlns:r="http://schemas.openxmlformats.org/officeDocument/2006/relationships" xmlns:p="http://schemas.openxmlformats.org/presentationml/2006/main">
  <p:tag name="PPSPLIT_ID" val=" 3"/>
</p:tagLst>
</file>

<file path=ppt/tags/tag59.xml><?xml version="1.0" encoding="utf-8"?>
<p:tagLst xmlns:a="http://schemas.openxmlformats.org/drawingml/2006/main" xmlns:r="http://schemas.openxmlformats.org/officeDocument/2006/relationships" xmlns:p="http://schemas.openxmlformats.org/presentationml/2006/main">
  <p:tag name="PPSPLIT_ID" val=" 4"/>
</p:tagLst>
</file>

<file path=ppt/tags/tag60.xml><?xml version="1.0" encoding="utf-8"?>
<p:tagLst xmlns:a="http://schemas.openxmlformats.org/drawingml/2006/main" xmlns:r="http://schemas.openxmlformats.org/officeDocument/2006/relationships" xmlns:p="http://schemas.openxmlformats.org/presentationml/2006/main">
  <p:tag name="PPSPLIT_ID" val=" 5"/>
</p:tagLst>
</file>

<file path=ppt/tags/tag61.xml><?xml version="1.0" encoding="utf-8"?>
<p:tagLst xmlns:a="http://schemas.openxmlformats.org/drawingml/2006/main" xmlns:r="http://schemas.openxmlformats.org/officeDocument/2006/relationships" xmlns:p="http://schemas.openxmlformats.org/presentationml/2006/main">
  <p:tag name="PPSPLIT_ID" val=" 6"/>
</p:tagLst>
</file>

<file path=ppt/tags/tag62.xml><?xml version="1.0" encoding="utf-8"?>
<p:tagLst xmlns:a="http://schemas.openxmlformats.org/drawingml/2006/main" xmlns:r="http://schemas.openxmlformats.org/officeDocument/2006/relationships" xmlns:p="http://schemas.openxmlformats.org/presentationml/2006/main">
  <p:tag name="PPSPLIT_ID" val=" 8"/>
</p:tagLst>
</file>

<file path=ppt/tags/tag63.xml><?xml version="1.0" encoding="utf-8"?>
<p:tagLst xmlns:a="http://schemas.openxmlformats.org/drawingml/2006/main" xmlns:r="http://schemas.openxmlformats.org/officeDocument/2006/relationships" xmlns:p="http://schemas.openxmlformats.org/presentationml/2006/main">
  <p:tag name="PPSPLIT_ID" val=" 10"/>
</p:tagLst>
</file>

<file path=ppt/tags/tag64.xml><?xml version="1.0" encoding="utf-8"?>
<p:tagLst xmlns:a="http://schemas.openxmlformats.org/drawingml/2006/main" xmlns:r="http://schemas.openxmlformats.org/officeDocument/2006/relationships" xmlns:p="http://schemas.openxmlformats.org/presentationml/2006/main">
  <p:tag name="PPSPLIT_ID" val=" 11"/>
</p:tagLst>
</file>

<file path=ppt/tags/tag65.xml><?xml version="1.0" encoding="utf-8"?>
<p:tagLst xmlns:a="http://schemas.openxmlformats.org/drawingml/2006/main" xmlns:r="http://schemas.openxmlformats.org/officeDocument/2006/relationships" xmlns:p="http://schemas.openxmlformats.org/presentationml/2006/main">
  <p:tag name="PPSPLIT_ID" val=" 12"/>
</p:tagLst>
</file>

<file path=ppt/tags/tag66.xml><?xml version="1.0" encoding="utf-8"?>
<p:tagLst xmlns:a="http://schemas.openxmlformats.org/drawingml/2006/main" xmlns:r="http://schemas.openxmlformats.org/officeDocument/2006/relationships" xmlns:p="http://schemas.openxmlformats.org/presentationml/2006/main">
  <p:tag name="PPSPLIT_ID" val=" 16"/>
</p:tagLst>
</file>

<file path=ppt/tags/tag67.xml><?xml version="1.0" encoding="utf-8"?>
<p:tagLst xmlns:a="http://schemas.openxmlformats.org/drawingml/2006/main" xmlns:r="http://schemas.openxmlformats.org/officeDocument/2006/relationships" xmlns:p="http://schemas.openxmlformats.org/presentationml/2006/main">
  <p:tag name="PPSPLIT_ID" val=" 18"/>
</p:tagLst>
</file>

<file path=ppt/tags/tag68.xml><?xml version="1.0" encoding="utf-8"?>
<p:tagLst xmlns:a="http://schemas.openxmlformats.org/drawingml/2006/main" xmlns:r="http://schemas.openxmlformats.org/officeDocument/2006/relationships" xmlns:p="http://schemas.openxmlformats.org/presentationml/2006/main">
  <p:tag name="PPSPLIT_ID" val=" 20"/>
</p:tagLst>
</file>

<file path=ppt/tags/tag69.xml><?xml version="1.0" encoding="utf-8"?>
<p:tagLst xmlns:a="http://schemas.openxmlformats.org/drawingml/2006/main" xmlns:r="http://schemas.openxmlformats.org/officeDocument/2006/relationships" xmlns:p="http://schemas.openxmlformats.org/presentationml/2006/main">
  <p:tag name="PPSPLIT_ID" val=" 22"/>
</p:tagLst>
</file>

<file path=ppt/tags/tag70.xml><?xml version="1.0" encoding="utf-8"?>
<p:tagLst xmlns:a="http://schemas.openxmlformats.org/drawingml/2006/main" xmlns:r="http://schemas.openxmlformats.org/officeDocument/2006/relationships" xmlns:p="http://schemas.openxmlformats.org/presentationml/2006/main">
  <p:tag name="PPSPLIT_ID" val=" 24"/>
</p:tagLst>
</file>

<file path=ppt/tags/tag71.xml><?xml version="1.0" encoding="utf-8"?>
<p:tagLst xmlns:a="http://schemas.openxmlformats.org/drawingml/2006/main" xmlns:r="http://schemas.openxmlformats.org/officeDocument/2006/relationships" xmlns:p="http://schemas.openxmlformats.org/presentationml/2006/main">
  <p:tag name="PPSPLIT_ID" val=" 27"/>
</p:tagLst>
</file>

<file path=ppt/tags/tag72.xml><?xml version="1.0" encoding="utf-8"?>
<p:tagLst xmlns:a="http://schemas.openxmlformats.org/drawingml/2006/main" xmlns:r="http://schemas.openxmlformats.org/officeDocument/2006/relationships" xmlns:p="http://schemas.openxmlformats.org/presentationml/2006/main">
  <p:tag name="TIMING" val="|32.9|28.1"/>
  <p:tag name="PPSPLIT_SPLIT" val="1"/>
  <p:tag name="PPSPLIT_ORIGINALSLIDENUMBER" val="3"/>
  <p:tag name="PPSPLIT_DONE" val="1"/>
</p:tagLst>
</file>

<file path=ppt/tags/tag73.xml><?xml version="1.0" encoding="utf-8"?>
<p:tagLst xmlns:a="http://schemas.openxmlformats.org/drawingml/2006/main" xmlns:r="http://schemas.openxmlformats.org/officeDocument/2006/relationships" xmlns:p="http://schemas.openxmlformats.org/presentationml/2006/main">
  <p:tag name="PPSPLIT_ID" val=" 2"/>
</p:tagLst>
</file>

<file path=ppt/tags/tag74.xml><?xml version="1.0" encoding="utf-8"?>
<p:tagLst xmlns:a="http://schemas.openxmlformats.org/drawingml/2006/main" xmlns:r="http://schemas.openxmlformats.org/officeDocument/2006/relationships" xmlns:p="http://schemas.openxmlformats.org/presentationml/2006/main">
  <p:tag name="PPSPLIT_ID" val=" 16"/>
</p:tagLst>
</file>

<file path=ppt/tags/tag75.xml><?xml version="1.0" encoding="utf-8"?>
<p:tagLst xmlns:a="http://schemas.openxmlformats.org/drawingml/2006/main" xmlns:r="http://schemas.openxmlformats.org/officeDocument/2006/relationships" xmlns:p="http://schemas.openxmlformats.org/presentationml/2006/main">
  <p:tag name="PPSPLIT_ID" val=" 20"/>
</p:tagLst>
</file>

<file path=ppt/tags/tag76.xml><?xml version="1.0" encoding="utf-8"?>
<p:tagLst xmlns:a="http://schemas.openxmlformats.org/drawingml/2006/main" xmlns:r="http://schemas.openxmlformats.org/officeDocument/2006/relationships" xmlns:p="http://schemas.openxmlformats.org/presentationml/2006/main">
  <p:tag name="PPSPLIT_ID" val=" 3"/>
</p:tagLst>
</file>

<file path=ppt/tags/tag77.xml><?xml version="1.0" encoding="utf-8"?>
<p:tagLst xmlns:a="http://schemas.openxmlformats.org/drawingml/2006/main" xmlns:r="http://schemas.openxmlformats.org/officeDocument/2006/relationships" xmlns:p="http://schemas.openxmlformats.org/presentationml/2006/main">
  <p:tag name="PPSPLIT_ID" val=" 8"/>
</p:tagLst>
</file>

<file path=ppt/tags/tag78.xml><?xml version="1.0" encoding="utf-8"?>
<p:tagLst xmlns:a="http://schemas.openxmlformats.org/drawingml/2006/main" xmlns:r="http://schemas.openxmlformats.org/officeDocument/2006/relationships" xmlns:p="http://schemas.openxmlformats.org/presentationml/2006/main">
  <p:tag name="PPSPLIT_ID" val=" 14"/>
</p:tagLst>
</file>

<file path=ppt/tags/tag79.xml><?xml version="1.0" encoding="utf-8"?>
<p:tagLst xmlns:a="http://schemas.openxmlformats.org/drawingml/2006/main" xmlns:r="http://schemas.openxmlformats.org/officeDocument/2006/relationships" xmlns:p="http://schemas.openxmlformats.org/presentationml/2006/main">
  <p:tag name="PPSPLIT_ID" val=" 15"/>
</p:tagLst>
</file>

<file path=ppt/tags/tag80.xml><?xml version="1.0" encoding="utf-8"?>
<p:tagLst xmlns:a="http://schemas.openxmlformats.org/drawingml/2006/main" xmlns:r="http://schemas.openxmlformats.org/officeDocument/2006/relationships" xmlns:p="http://schemas.openxmlformats.org/presentationml/2006/main">
  <p:tag name="TIMING" val="|32.9|28.1"/>
  <p:tag name="PPSPLIT_SPLIT" val="1"/>
  <p:tag name="PPSPLIT_ORIGINALSLIDENUMBER" val="3"/>
  <p:tag name="PPSPLIT_DONE" val="1"/>
</p:tagLst>
</file>

<file path=ppt/tags/tag81.xml><?xml version="1.0" encoding="utf-8"?>
<p:tagLst xmlns:a="http://schemas.openxmlformats.org/drawingml/2006/main" xmlns:r="http://schemas.openxmlformats.org/officeDocument/2006/relationships" xmlns:p="http://schemas.openxmlformats.org/presentationml/2006/main">
  <p:tag name="PPSPLIT_ID" val=" 2"/>
</p:tagLst>
</file>

<file path=ppt/tags/tag82.xml><?xml version="1.0" encoding="utf-8"?>
<p:tagLst xmlns:a="http://schemas.openxmlformats.org/drawingml/2006/main" xmlns:r="http://schemas.openxmlformats.org/officeDocument/2006/relationships" xmlns:p="http://schemas.openxmlformats.org/presentationml/2006/main">
  <p:tag name="PPSPLIT_ID" val=" 4"/>
</p:tagLst>
</file>

<file path=ppt/tags/tag83.xml><?xml version="1.0" encoding="utf-8"?>
<p:tagLst xmlns:a="http://schemas.openxmlformats.org/drawingml/2006/main" xmlns:r="http://schemas.openxmlformats.org/officeDocument/2006/relationships" xmlns:p="http://schemas.openxmlformats.org/presentationml/2006/main">
  <p:tag name="PPSPLIT_ID" val=" 16"/>
</p:tagLst>
</file>

<file path=ppt/tags/tag84.xml><?xml version="1.0" encoding="utf-8"?>
<p:tagLst xmlns:a="http://schemas.openxmlformats.org/drawingml/2006/main" xmlns:r="http://schemas.openxmlformats.org/officeDocument/2006/relationships" xmlns:p="http://schemas.openxmlformats.org/presentationml/2006/main">
  <p:tag name="PPSPLIT_ID" val=" 20"/>
</p:tagLst>
</file>

<file path=ppt/tags/tag85.xml><?xml version="1.0" encoding="utf-8"?>
<p:tagLst xmlns:a="http://schemas.openxmlformats.org/drawingml/2006/main" xmlns:r="http://schemas.openxmlformats.org/officeDocument/2006/relationships" xmlns:p="http://schemas.openxmlformats.org/presentationml/2006/main">
  <p:tag name="PPSPLIT_ID" val=" 3"/>
</p:tagLst>
</file>

<file path=ppt/tags/tag86.xml><?xml version="1.0" encoding="utf-8"?>
<p:tagLst xmlns:a="http://schemas.openxmlformats.org/drawingml/2006/main" xmlns:r="http://schemas.openxmlformats.org/officeDocument/2006/relationships" xmlns:p="http://schemas.openxmlformats.org/presentationml/2006/main">
  <p:tag name="PPSPLIT_ID" val=" 8"/>
</p:tagLst>
</file>

<file path=ppt/tags/tag87.xml><?xml version="1.0" encoding="utf-8"?>
<p:tagLst xmlns:a="http://schemas.openxmlformats.org/drawingml/2006/main" xmlns:r="http://schemas.openxmlformats.org/officeDocument/2006/relationships" xmlns:p="http://schemas.openxmlformats.org/presentationml/2006/main">
  <p:tag name="PPSPLIT_ID" val=" 12"/>
</p:tagLst>
</file>

<file path=ppt/tags/tag88.xml><?xml version="1.0" encoding="utf-8"?>
<p:tagLst xmlns:a="http://schemas.openxmlformats.org/drawingml/2006/main" xmlns:r="http://schemas.openxmlformats.org/officeDocument/2006/relationships" xmlns:p="http://schemas.openxmlformats.org/presentationml/2006/main">
  <p:tag name="PPSPLIT_ID" val=" 18"/>
</p:tagLst>
</file>

<file path=ppt/tags/tag89.xml><?xml version="1.0" encoding="utf-8"?>
<p:tagLst xmlns:a="http://schemas.openxmlformats.org/drawingml/2006/main" xmlns:r="http://schemas.openxmlformats.org/officeDocument/2006/relationships" xmlns:p="http://schemas.openxmlformats.org/presentationml/2006/main">
  <p:tag name="PPSPLIT_ID" val=" 10"/>
</p:tagLst>
</file>

<file path=ppt/tags/tag90.xml><?xml version="1.0" encoding="utf-8"?>
<p:tagLst xmlns:a="http://schemas.openxmlformats.org/drawingml/2006/main" xmlns:r="http://schemas.openxmlformats.org/officeDocument/2006/relationships" xmlns:p="http://schemas.openxmlformats.org/presentationml/2006/main">
  <p:tag name="PPSPLIT_ID" val=" 23"/>
</p:tagLst>
</file>

<file path=ppt/tags/tag91.xml><?xml version="1.0" encoding="utf-8"?>
<p:tagLst xmlns:a="http://schemas.openxmlformats.org/drawingml/2006/main" xmlns:r="http://schemas.openxmlformats.org/officeDocument/2006/relationships" xmlns:p="http://schemas.openxmlformats.org/presentationml/2006/main">
  <p:tag name="PPSPLIT_ID" val=" 14"/>
</p:tagLst>
</file>

<file path=ppt/tags/tag92.xml><?xml version="1.0" encoding="utf-8"?>
<p:tagLst xmlns:a="http://schemas.openxmlformats.org/drawingml/2006/main" xmlns:r="http://schemas.openxmlformats.org/officeDocument/2006/relationships" xmlns:p="http://schemas.openxmlformats.org/presentationml/2006/main">
  <p:tag name="PPSPLIT_ID" val=" 15"/>
</p:tagLst>
</file>

<file path=ppt/tags/tag93.xml><?xml version="1.0" encoding="utf-8"?>
<p:tagLst xmlns:a="http://schemas.openxmlformats.org/drawingml/2006/main" xmlns:r="http://schemas.openxmlformats.org/officeDocument/2006/relationships" xmlns:p="http://schemas.openxmlformats.org/presentationml/2006/main">
  <p:tag name="TIMING" val="|32.9|28.1"/>
  <p:tag name="PPSPLIT_SPLIT" val="1"/>
  <p:tag name="PPSPLIT_ORIGINALSLIDENUMBER" val="3"/>
</p:tagLst>
</file>

<file path=ppt/tags/tag94.xml><?xml version="1.0" encoding="utf-8"?>
<p:tagLst xmlns:a="http://schemas.openxmlformats.org/drawingml/2006/main" xmlns:r="http://schemas.openxmlformats.org/officeDocument/2006/relationships" xmlns:p="http://schemas.openxmlformats.org/presentationml/2006/main">
  <p:tag name="PPSPLIT_ID" val=" 2"/>
</p:tagLst>
</file>

<file path=ppt/tags/tag95.xml><?xml version="1.0" encoding="utf-8"?>
<p:tagLst xmlns:a="http://schemas.openxmlformats.org/drawingml/2006/main" xmlns:r="http://schemas.openxmlformats.org/officeDocument/2006/relationships" xmlns:p="http://schemas.openxmlformats.org/presentationml/2006/main">
  <p:tag name="PPSPLIT_ID" val=" 4"/>
</p:tagLst>
</file>

<file path=ppt/tags/tag96.xml><?xml version="1.0" encoding="utf-8"?>
<p:tagLst xmlns:a="http://schemas.openxmlformats.org/drawingml/2006/main" xmlns:r="http://schemas.openxmlformats.org/officeDocument/2006/relationships" xmlns:p="http://schemas.openxmlformats.org/presentationml/2006/main">
  <p:tag name="PPSPLIT_ID" val=" 5"/>
</p:tagLst>
</file>

<file path=ppt/tags/tag97.xml><?xml version="1.0" encoding="utf-8"?>
<p:tagLst xmlns:a="http://schemas.openxmlformats.org/drawingml/2006/main" xmlns:r="http://schemas.openxmlformats.org/officeDocument/2006/relationships" xmlns:p="http://schemas.openxmlformats.org/presentationml/2006/main">
  <p:tag name="PPSPLIT_ID" val=" 16"/>
</p:tagLst>
</file>

<file path=ppt/tags/tag98.xml><?xml version="1.0" encoding="utf-8"?>
<p:tagLst xmlns:a="http://schemas.openxmlformats.org/drawingml/2006/main" xmlns:r="http://schemas.openxmlformats.org/officeDocument/2006/relationships" xmlns:p="http://schemas.openxmlformats.org/presentationml/2006/main">
  <p:tag name="PPSPLIT_ID" val=" 20"/>
</p:tagLst>
</file>

<file path=ppt/tags/tag99.xml><?xml version="1.0" encoding="utf-8"?>
<p:tagLst xmlns:a="http://schemas.openxmlformats.org/drawingml/2006/main" xmlns:r="http://schemas.openxmlformats.org/officeDocument/2006/relationships" xmlns:p="http://schemas.openxmlformats.org/presentationml/2006/main">
  <p:tag name="PPSPLIT_ID" val=" 3"/>
</p:tagLst>
</file>

<file path=ppt/tags/tag100.xml><?xml version="1.0" encoding="utf-8"?>
<p:tagLst xmlns:a="http://schemas.openxmlformats.org/drawingml/2006/main" xmlns:r="http://schemas.openxmlformats.org/officeDocument/2006/relationships" xmlns:p="http://schemas.openxmlformats.org/presentationml/2006/main">
  <p:tag name="PPSPLIT_ID" val=" 8"/>
</p:tagLst>
</file>

<file path=ppt/tags/tag101.xml><?xml version="1.0" encoding="utf-8"?>
<p:tagLst xmlns:a="http://schemas.openxmlformats.org/drawingml/2006/main" xmlns:r="http://schemas.openxmlformats.org/officeDocument/2006/relationships" xmlns:p="http://schemas.openxmlformats.org/presentationml/2006/main">
  <p:tag name="PPSPLIT_ID" val=" 12"/>
</p:tagLst>
</file>

<file path=ppt/tags/tag102.xml><?xml version="1.0" encoding="utf-8"?>
<p:tagLst xmlns:a="http://schemas.openxmlformats.org/drawingml/2006/main" xmlns:r="http://schemas.openxmlformats.org/officeDocument/2006/relationships" xmlns:p="http://schemas.openxmlformats.org/presentationml/2006/main">
  <p:tag name="PPSPLIT_ID" val=" 17"/>
</p:tagLst>
</file>

<file path=ppt/tags/tag103.xml><?xml version="1.0" encoding="utf-8"?>
<p:tagLst xmlns:a="http://schemas.openxmlformats.org/drawingml/2006/main" xmlns:r="http://schemas.openxmlformats.org/officeDocument/2006/relationships" xmlns:p="http://schemas.openxmlformats.org/presentationml/2006/main">
  <p:tag name="PPSPLIT_ID" val=" 18"/>
</p:tagLst>
</file>

<file path=ppt/tags/tag104.xml><?xml version="1.0" encoding="utf-8"?>
<p:tagLst xmlns:a="http://schemas.openxmlformats.org/drawingml/2006/main" xmlns:r="http://schemas.openxmlformats.org/officeDocument/2006/relationships" xmlns:p="http://schemas.openxmlformats.org/presentationml/2006/main">
  <p:tag name="PPSPLIT_ID" val=" 22"/>
</p:tagLst>
</file>

<file path=ppt/tags/tag105.xml><?xml version="1.0" encoding="utf-8"?>
<p:tagLst xmlns:a="http://schemas.openxmlformats.org/drawingml/2006/main" xmlns:r="http://schemas.openxmlformats.org/officeDocument/2006/relationships" xmlns:p="http://schemas.openxmlformats.org/presentationml/2006/main">
  <p:tag name="PPSPLIT_ID" val=" 10"/>
</p:tagLst>
</file>

<file path=ppt/tags/tag106.xml><?xml version="1.0" encoding="utf-8"?>
<p:tagLst xmlns:a="http://schemas.openxmlformats.org/drawingml/2006/main" xmlns:r="http://schemas.openxmlformats.org/officeDocument/2006/relationships" xmlns:p="http://schemas.openxmlformats.org/presentationml/2006/main">
  <p:tag name="PPSPLIT_ID" val=" 13"/>
</p:tagLst>
</file>

<file path=ppt/tags/tag107.xml><?xml version="1.0" encoding="utf-8"?>
<p:tagLst xmlns:a="http://schemas.openxmlformats.org/drawingml/2006/main" xmlns:r="http://schemas.openxmlformats.org/officeDocument/2006/relationships" xmlns:p="http://schemas.openxmlformats.org/presentationml/2006/main">
  <p:tag name="PPSPLIT_ID" val=" 19"/>
</p:tagLst>
</file>

<file path=ppt/tags/tag108.xml><?xml version="1.0" encoding="utf-8"?>
<p:tagLst xmlns:a="http://schemas.openxmlformats.org/drawingml/2006/main" xmlns:r="http://schemas.openxmlformats.org/officeDocument/2006/relationships" xmlns:p="http://schemas.openxmlformats.org/presentationml/2006/main">
  <p:tag name="PPSPLIT_ID" val=" 23"/>
</p:tagLst>
</file>

<file path=ppt/tags/tag109.xml><?xml version="1.0" encoding="utf-8"?>
<p:tagLst xmlns:a="http://schemas.openxmlformats.org/drawingml/2006/main" xmlns:r="http://schemas.openxmlformats.org/officeDocument/2006/relationships" xmlns:p="http://schemas.openxmlformats.org/presentationml/2006/main">
  <p:tag name="PPSPLIT_ID" val=" 14"/>
</p:tagLst>
</file>

<file path=ppt/tags/tag110.xml><?xml version="1.0" encoding="utf-8"?>
<p:tagLst xmlns:a="http://schemas.openxmlformats.org/drawingml/2006/main" xmlns:r="http://schemas.openxmlformats.org/officeDocument/2006/relationships" xmlns:p="http://schemas.openxmlformats.org/presentationml/2006/main">
  <p:tag name="PPSPLIT_ID" val=" 15"/>
</p:tagLst>
</file>

<file path=ppt/tags/tag111.xml><?xml version="1.0" encoding="utf-8"?>
<p:tagLst xmlns:a="http://schemas.openxmlformats.org/drawingml/2006/main" xmlns:r="http://schemas.openxmlformats.org/officeDocument/2006/relationships" xmlns:p="http://schemas.openxmlformats.org/presentationml/2006/main">
  <p:tag name="TIMING" val="|33|9.2|4.9|9.6"/>
  <p:tag name="PPSPLIT_SPLIT" val="1"/>
  <p:tag name="PPSPLIT_ORIGINALSLIDENUMBER" val="4"/>
  <p:tag name="PPSPLIT_DONE" val="1"/>
</p:tagLst>
</file>

<file path=ppt/tags/tag112.xml><?xml version="1.0" encoding="utf-8"?>
<p:tagLst xmlns:a="http://schemas.openxmlformats.org/drawingml/2006/main" xmlns:r="http://schemas.openxmlformats.org/officeDocument/2006/relationships" xmlns:p="http://schemas.openxmlformats.org/presentationml/2006/main">
  <p:tag name="PPSPLIT_ID" val=" 2"/>
</p:tagLst>
</file>

<file path=ppt/tags/tag113.xml><?xml version="1.0" encoding="utf-8"?>
<p:tagLst xmlns:a="http://schemas.openxmlformats.org/drawingml/2006/main" xmlns:r="http://schemas.openxmlformats.org/officeDocument/2006/relationships" xmlns:p="http://schemas.openxmlformats.org/presentationml/2006/main">
  <p:tag name="PPSPLIT_ID" val=" 15"/>
</p:tagLst>
</file>

<file path=ppt/tags/tag114.xml><?xml version="1.0" encoding="utf-8"?>
<p:tagLst xmlns:a="http://schemas.openxmlformats.org/drawingml/2006/main" xmlns:r="http://schemas.openxmlformats.org/officeDocument/2006/relationships" xmlns:p="http://schemas.openxmlformats.org/presentationml/2006/main">
  <p:tag name="PPSPLIT_ID" val=" 16"/>
</p:tagLst>
</file>

<file path=ppt/tags/tag115.xml><?xml version="1.0" encoding="utf-8"?>
<p:tagLst xmlns:a="http://schemas.openxmlformats.org/drawingml/2006/main" xmlns:r="http://schemas.openxmlformats.org/officeDocument/2006/relationships" xmlns:p="http://schemas.openxmlformats.org/presentationml/2006/main">
  <p:tag name="PPSPLIT_ID" val=" 10"/>
</p:tagLst>
</file>

<file path=ppt/tags/tag116.xml><?xml version="1.0" encoding="utf-8"?>
<p:tagLst xmlns:a="http://schemas.openxmlformats.org/drawingml/2006/main" xmlns:r="http://schemas.openxmlformats.org/officeDocument/2006/relationships" xmlns:p="http://schemas.openxmlformats.org/presentationml/2006/main">
  <p:tag name="TIMING" val="|33|9.2|4.9|9.6"/>
  <p:tag name="PPSPLIT_SPLIT" val="1"/>
  <p:tag name="PPSPLIT_ORIGINALSLIDENUMBER" val="4"/>
  <p:tag name="PPSPLIT_DONE" val="1"/>
</p:tagLst>
</file>

<file path=ppt/tags/tag117.xml><?xml version="1.0" encoding="utf-8"?>
<p:tagLst xmlns:a="http://schemas.openxmlformats.org/drawingml/2006/main" xmlns:r="http://schemas.openxmlformats.org/officeDocument/2006/relationships" xmlns:p="http://schemas.openxmlformats.org/presentationml/2006/main">
  <p:tag name="PPSPLIT_ID" val=" 17"/>
</p:tagLst>
</file>

<file path=ppt/tags/tag118.xml><?xml version="1.0" encoding="utf-8"?>
<p:tagLst xmlns:a="http://schemas.openxmlformats.org/drawingml/2006/main" xmlns:r="http://schemas.openxmlformats.org/officeDocument/2006/relationships" xmlns:p="http://schemas.openxmlformats.org/presentationml/2006/main">
  <p:tag name="PPSPLIT_ID" val=" 2"/>
</p:tagLst>
</file>

<file path=ppt/tags/tag119.xml><?xml version="1.0" encoding="utf-8"?>
<p:tagLst xmlns:a="http://schemas.openxmlformats.org/drawingml/2006/main" xmlns:r="http://schemas.openxmlformats.org/officeDocument/2006/relationships" xmlns:p="http://schemas.openxmlformats.org/presentationml/2006/main">
  <p:tag name="PPSPLIT_ID" val=" 6"/>
</p:tagLst>
</file>

<file path=ppt/tags/tag120.xml><?xml version="1.0" encoding="utf-8"?>
<p:tagLst xmlns:a="http://schemas.openxmlformats.org/drawingml/2006/main" xmlns:r="http://schemas.openxmlformats.org/officeDocument/2006/relationships" xmlns:p="http://schemas.openxmlformats.org/presentationml/2006/main">
  <p:tag name="PPSPLIT_ID" val=" 15"/>
</p:tagLst>
</file>

<file path=ppt/tags/tag121.xml><?xml version="1.0" encoding="utf-8"?>
<p:tagLst xmlns:a="http://schemas.openxmlformats.org/drawingml/2006/main" xmlns:r="http://schemas.openxmlformats.org/officeDocument/2006/relationships" xmlns:p="http://schemas.openxmlformats.org/presentationml/2006/main">
  <p:tag name="PPSPLIT_ID" val=" 16"/>
</p:tagLst>
</file>

<file path=ppt/tags/tag122.xml><?xml version="1.0" encoding="utf-8"?>
<p:tagLst xmlns:a="http://schemas.openxmlformats.org/drawingml/2006/main" xmlns:r="http://schemas.openxmlformats.org/officeDocument/2006/relationships" xmlns:p="http://schemas.openxmlformats.org/presentationml/2006/main">
  <p:tag name="PPSPLIT_ID" val=" 10"/>
</p:tagLst>
</file>

<file path=ppt/tags/tag123.xml><?xml version="1.0" encoding="utf-8"?>
<p:tagLst xmlns:a="http://schemas.openxmlformats.org/drawingml/2006/main" xmlns:r="http://schemas.openxmlformats.org/officeDocument/2006/relationships" xmlns:p="http://schemas.openxmlformats.org/presentationml/2006/main">
  <p:tag name="PPSPLIT_ID" val=" 38"/>
</p:tagLst>
</file>

<file path=ppt/tags/tag124.xml><?xml version="1.0" encoding="utf-8"?>
<p:tagLst xmlns:a="http://schemas.openxmlformats.org/drawingml/2006/main" xmlns:r="http://schemas.openxmlformats.org/officeDocument/2006/relationships" xmlns:p="http://schemas.openxmlformats.org/presentationml/2006/main">
  <p:tag name="PPSPLIT_ID" val=" 41"/>
</p:tagLst>
</file>

<file path=ppt/tags/tag125.xml><?xml version="1.0" encoding="utf-8"?>
<p:tagLst xmlns:a="http://schemas.openxmlformats.org/drawingml/2006/main" xmlns:r="http://schemas.openxmlformats.org/officeDocument/2006/relationships" xmlns:p="http://schemas.openxmlformats.org/presentationml/2006/main">
  <p:tag name="PPSPLIT_ID" val=" 44"/>
</p:tagLst>
</file>

<file path=ppt/tags/tag126.xml><?xml version="1.0" encoding="utf-8"?>
<p:tagLst xmlns:a="http://schemas.openxmlformats.org/drawingml/2006/main" xmlns:r="http://schemas.openxmlformats.org/officeDocument/2006/relationships" xmlns:p="http://schemas.openxmlformats.org/presentationml/2006/main">
  <p:tag name="PPSPLIT_ID" val=" 47"/>
</p:tagLst>
</file>

<file path=ppt/tags/tag127.xml><?xml version="1.0" encoding="utf-8"?>
<p:tagLst xmlns:a="http://schemas.openxmlformats.org/drawingml/2006/main" xmlns:r="http://schemas.openxmlformats.org/officeDocument/2006/relationships" xmlns:p="http://schemas.openxmlformats.org/presentationml/2006/main">
  <p:tag name="PPSPLIT_ID" val=" 50"/>
</p:tagLst>
</file>

<file path=ppt/tags/tag128.xml><?xml version="1.0" encoding="utf-8"?>
<p:tagLst xmlns:a="http://schemas.openxmlformats.org/drawingml/2006/main" xmlns:r="http://schemas.openxmlformats.org/officeDocument/2006/relationships" xmlns:p="http://schemas.openxmlformats.org/presentationml/2006/main">
  <p:tag name="PPSPLIT_ID" val=" 53"/>
</p:tagLst>
</file>

<file path=ppt/tags/tag129.xml><?xml version="1.0" encoding="utf-8"?>
<p:tagLst xmlns:a="http://schemas.openxmlformats.org/drawingml/2006/main" xmlns:r="http://schemas.openxmlformats.org/officeDocument/2006/relationships" xmlns:p="http://schemas.openxmlformats.org/presentationml/2006/main">
  <p:tag name="PPSPLIT_ID" val=" 56"/>
</p:tagLst>
</file>

<file path=ppt/tags/tag130.xml><?xml version="1.0" encoding="utf-8"?>
<p:tagLst xmlns:a="http://schemas.openxmlformats.org/drawingml/2006/main" xmlns:r="http://schemas.openxmlformats.org/officeDocument/2006/relationships" xmlns:p="http://schemas.openxmlformats.org/presentationml/2006/main">
  <p:tag name="PPSPLIT_ID" val=" 59"/>
</p:tagLst>
</file>

<file path=ppt/tags/tag131.xml><?xml version="1.0" encoding="utf-8"?>
<p:tagLst xmlns:a="http://schemas.openxmlformats.org/drawingml/2006/main" xmlns:r="http://schemas.openxmlformats.org/officeDocument/2006/relationships" xmlns:p="http://schemas.openxmlformats.org/presentationml/2006/main">
  <p:tag name="PPSPLIT_ID" val=" 62"/>
</p:tagLst>
</file>

<file path=ppt/tags/tag132.xml><?xml version="1.0" encoding="utf-8"?>
<p:tagLst xmlns:a="http://schemas.openxmlformats.org/drawingml/2006/main" xmlns:r="http://schemas.openxmlformats.org/officeDocument/2006/relationships" xmlns:p="http://schemas.openxmlformats.org/presentationml/2006/main">
  <p:tag name="PPSPLIT_ID" val=" 65"/>
</p:tagLst>
</file>

<file path=ppt/tags/tag133.xml><?xml version="1.0" encoding="utf-8"?>
<p:tagLst xmlns:a="http://schemas.openxmlformats.org/drawingml/2006/main" xmlns:r="http://schemas.openxmlformats.org/officeDocument/2006/relationships" xmlns:p="http://schemas.openxmlformats.org/presentationml/2006/main">
  <p:tag name="PPSPLIT_ID" val=" 68"/>
</p:tagLst>
</file>

<file path=ppt/tags/tag134.xml><?xml version="1.0" encoding="utf-8"?>
<p:tagLst xmlns:a="http://schemas.openxmlformats.org/drawingml/2006/main" xmlns:r="http://schemas.openxmlformats.org/officeDocument/2006/relationships" xmlns:p="http://schemas.openxmlformats.org/presentationml/2006/main">
  <p:tag name="PPSPLIT_ID" val=" 71"/>
</p:tagLst>
</file>

<file path=ppt/tags/tag135.xml><?xml version="1.0" encoding="utf-8"?>
<p:tagLst xmlns:a="http://schemas.openxmlformats.org/drawingml/2006/main" xmlns:r="http://schemas.openxmlformats.org/officeDocument/2006/relationships" xmlns:p="http://schemas.openxmlformats.org/presentationml/2006/main">
  <p:tag name="PPSPLIT_ID" val=" 4"/>
</p:tagLst>
</file>

<file path=ppt/tags/tag136.xml><?xml version="1.0" encoding="utf-8"?>
<p:tagLst xmlns:a="http://schemas.openxmlformats.org/drawingml/2006/main" xmlns:r="http://schemas.openxmlformats.org/officeDocument/2006/relationships" xmlns:p="http://schemas.openxmlformats.org/presentationml/2006/main">
  <p:tag name="PPSPLIT_ID" val=" 12"/>
</p:tagLst>
</file>

<file path=ppt/tags/tag137.xml><?xml version="1.0" encoding="utf-8"?>
<p:tagLst xmlns:a="http://schemas.openxmlformats.org/drawingml/2006/main" xmlns:r="http://schemas.openxmlformats.org/officeDocument/2006/relationships" xmlns:p="http://schemas.openxmlformats.org/presentationml/2006/main">
  <p:tag name="TIMING" val="|33|9.2|4.9|9.6"/>
  <p:tag name="PPSPLIT_SPLIT" val="1"/>
  <p:tag name="PPSPLIT_ORIGINALSLIDENUMBER" val="4"/>
  <p:tag name="PPSPLIT_DONE" val="1"/>
</p:tagLst>
</file>

<file path=ppt/tags/tag138.xml><?xml version="1.0" encoding="utf-8"?>
<p:tagLst xmlns:a="http://schemas.openxmlformats.org/drawingml/2006/main" xmlns:r="http://schemas.openxmlformats.org/officeDocument/2006/relationships" xmlns:p="http://schemas.openxmlformats.org/presentationml/2006/main">
  <p:tag name="PPSPLIT_ID" val=" 17"/>
</p:tagLst>
</file>

<file path=ppt/tags/tag139.xml><?xml version="1.0" encoding="utf-8"?>
<p:tagLst xmlns:a="http://schemas.openxmlformats.org/drawingml/2006/main" xmlns:r="http://schemas.openxmlformats.org/officeDocument/2006/relationships" xmlns:p="http://schemas.openxmlformats.org/presentationml/2006/main">
  <p:tag name="PPSPLIT_ID" val=" 2"/>
</p:tagLst>
</file>

<file path=ppt/tags/tag140.xml><?xml version="1.0" encoding="utf-8"?>
<p:tagLst xmlns:a="http://schemas.openxmlformats.org/drawingml/2006/main" xmlns:r="http://schemas.openxmlformats.org/officeDocument/2006/relationships" xmlns:p="http://schemas.openxmlformats.org/presentationml/2006/main">
  <p:tag name="PPSPLIT_ID" val=" 6"/>
</p:tagLst>
</file>

<file path=ppt/tags/tag141.xml><?xml version="1.0" encoding="utf-8"?>
<p:tagLst xmlns:a="http://schemas.openxmlformats.org/drawingml/2006/main" xmlns:r="http://schemas.openxmlformats.org/officeDocument/2006/relationships" xmlns:p="http://schemas.openxmlformats.org/presentationml/2006/main">
  <p:tag name="PPSPLIT_ID" val=" 7"/>
</p:tagLst>
</file>

<file path=ppt/tags/tag142.xml><?xml version="1.0" encoding="utf-8"?>
<p:tagLst xmlns:a="http://schemas.openxmlformats.org/drawingml/2006/main" xmlns:r="http://schemas.openxmlformats.org/officeDocument/2006/relationships" xmlns:p="http://schemas.openxmlformats.org/presentationml/2006/main">
  <p:tag name="PPSPLIT_ID" val=" 9"/>
</p:tagLst>
</file>

<file path=ppt/tags/tag143.xml><?xml version="1.0" encoding="utf-8"?>
<p:tagLst xmlns:a="http://schemas.openxmlformats.org/drawingml/2006/main" xmlns:r="http://schemas.openxmlformats.org/officeDocument/2006/relationships" xmlns:p="http://schemas.openxmlformats.org/presentationml/2006/main">
  <p:tag name="PPSPLIT_ID" val=" 13"/>
</p:tagLst>
</file>

<file path=ppt/tags/tag144.xml><?xml version="1.0" encoding="utf-8"?>
<p:tagLst xmlns:a="http://schemas.openxmlformats.org/drawingml/2006/main" xmlns:r="http://schemas.openxmlformats.org/officeDocument/2006/relationships" xmlns:p="http://schemas.openxmlformats.org/presentationml/2006/main">
  <p:tag name="PPSPLIT_ID" val=" 15"/>
</p:tagLst>
</file>

<file path=ppt/tags/tag145.xml><?xml version="1.0" encoding="utf-8"?>
<p:tagLst xmlns:a="http://schemas.openxmlformats.org/drawingml/2006/main" xmlns:r="http://schemas.openxmlformats.org/officeDocument/2006/relationships" xmlns:p="http://schemas.openxmlformats.org/presentationml/2006/main">
  <p:tag name="PPSPLIT_ID" val=" 16"/>
</p:tagLst>
</file>

<file path=ppt/tags/tag146.xml><?xml version="1.0" encoding="utf-8"?>
<p:tagLst xmlns:a="http://schemas.openxmlformats.org/drawingml/2006/main" xmlns:r="http://schemas.openxmlformats.org/officeDocument/2006/relationships" xmlns:p="http://schemas.openxmlformats.org/presentationml/2006/main">
  <p:tag name="PPSPLIT_ID" val=" 10"/>
</p:tagLst>
</file>

<file path=ppt/tags/tag147.xml><?xml version="1.0" encoding="utf-8"?>
<p:tagLst xmlns:a="http://schemas.openxmlformats.org/drawingml/2006/main" xmlns:r="http://schemas.openxmlformats.org/officeDocument/2006/relationships" xmlns:p="http://schemas.openxmlformats.org/presentationml/2006/main">
  <p:tag name="PPSPLIT_ID" val=" 38"/>
</p:tagLst>
</file>

<file path=ppt/tags/tag148.xml><?xml version="1.0" encoding="utf-8"?>
<p:tagLst xmlns:a="http://schemas.openxmlformats.org/drawingml/2006/main" xmlns:r="http://schemas.openxmlformats.org/officeDocument/2006/relationships" xmlns:p="http://schemas.openxmlformats.org/presentationml/2006/main">
  <p:tag name="PPSPLIT_ID" val=" 41"/>
</p:tagLst>
</file>

<file path=ppt/tags/tag149.xml><?xml version="1.0" encoding="utf-8"?>
<p:tagLst xmlns:a="http://schemas.openxmlformats.org/drawingml/2006/main" xmlns:r="http://schemas.openxmlformats.org/officeDocument/2006/relationships" xmlns:p="http://schemas.openxmlformats.org/presentationml/2006/main">
  <p:tag name="PPSPLIT_ID" val=" 44"/>
</p:tagLst>
</file>

<file path=ppt/tags/tag150.xml><?xml version="1.0" encoding="utf-8"?>
<p:tagLst xmlns:a="http://schemas.openxmlformats.org/drawingml/2006/main" xmlns:r="http://schemas.openxmlformats.org/officeDocument/2006/relationships" xmlns:p="http://schemas.openxmlformats.org/presentationml/2006/main">
  <p:tag name="PPSPLIT_ID" val=" 47"/>
</p:tagLst>
</file>

<file path=ppt/tags/tag151.xml><?xml version="1.0" encoding="utf-8"?>
<p:tagLst xmlns:a="http://schemas.openxmlformats.org/drawingml/2006/main" xmlns:r="http://schemas.openxmlformats.org/officeDocument/2006/relationships" xmlns:p="http://schemas.openxmlformats.org/presentationml/2006/main">
  <p:tag name="PPSPLIT_ID" val=" 50"/>
</p:tagLst>
</file>

<file path=ppt/tags/tag152.xml><?xml version="1.0" encoding="utf-8"?>
<p:tagLst xmlns:a="http://schemas.openxmlformats.org/drawingml/2006/main" xmlns:r="http://schemas.openxmlformats.org/officeDocument/2006/relationships" xmlns:p="http://schemas.openxmlformats.org/presentationml/2006/main">
  <p:tag name="PPSPLIT_ID" val=" 53"/>
</p:tagLst>
</file>

<file path=ppt/tags/tag153.xml><?xml version="1.0" encoding="utf-8"?>
<p:tagLst xmlns:a="http://schemas.openxmlformats.org/drawingml/2006/main" xmlns:r="http://schemas.openxmlformats.org/officeDocument/2006/relationships" xmlns:p="http://schemas.openxmlformats.org/presentationml/2006/main">
  <p:tag name="PPSPLIT_ID" val=" 56"/>
</p:tagLst>
</file>

<file path=ppt/tags/tag154.xml><?xml version="1.0" encoding="utf-8"?>
<p:tagLst xmlns:a="http://schemas.openxmlformats.org/drawingml/2006/main" xmlns:r="http://schemas.openxmlformats.org/officeDocument/2006/relationships" xmlns:p="http://schemas.openxmlformats.org/presentationml/2006/main">
  <p:tag name="PPSPLIT_ID" val=" 59"/>
</p:tagLst>
</file>

<file path=ppt/tags/tag155.xml><?xml version="1.0" encoding="utf-8"?>
<p:tagLst xmlns:a="http://schemas.openxmlformats.org/drawingml/2006/main" xmlns:r="http://schemas.openxmlformats.org/officeDocument/2006/relationships" xmlns:p="http://schemas.openxmlformats.org/presentationml/2006/main">
  <p:tag name="PPSPLIT_ID" val=" 62"/>
</p:tagLst>
</file>

<file path=ppt/tags/tag156.xml><?xml version="1.0" encoding="utf-8"?>
<p:tagLst xmlns:a="http://schemas.openxmlformats.org/drawingml/2006/main" xmlns:r="http://schemas.openxmlformats.org/officeDocument/2006/relationships" xmlns:p="http://schemas.openxmlformats.org/presentationml/2006/main">
  <p:tag name="PPSPLIT_ID" val=" 65"/>
</p:tagLst>
</file>

<file path=ppt/tags/tag157.xml><?xml version="1.0" encoding="utf-8"?>
<p:tagLst xmlns:a="http://schemas.openxmlformats.org/drawingml/2006/main" xmlns:r="http://schemas.openxmlformats.org/officeDocument/2006/relationships" xmlns:p="http://schemas.openxmlformats.org/presentationml/2006/main">
  <p:tag name="PPSPLIT_ID" val=" 68"/>
</p:tagLst>
</file>

<file path=ppt/tags/tag158.xml><?xml version="1.0" encoding="utf-8"?>
<p:tagLst xmlns:a="http://schemas.openxmlformats.org/drawingml/2006/main" xmlns:r="http://schemas.openxmlformats.org/officeDocument/2006/relationships" xmlns:p="http://schemas.openxmlformats.org/presentationml/2006/main">
  <p:tag name="PPSPLIT_ID" val=" 71"/>
</p:tagLst>
</file>

<file path=ppt/tags/tag159.xml><?xml version="1.0" encoding="utf-8"?>
<p:tagLst xmlns:a="http://schemas.openxmlformats.org/drawingml/2006/main" xmlns:r="http://schemas.openxmlformats.org/officeDocument/2006/relationships" xmlns:p="http://schemas.openxmlformats.org/presentationml/2006/main">
  <p:tag name="PPSPLIT_ID" val=" 74"/>
</p:tagLst>
</file>

<file path=ppt/tags/tag160.xml><?xml version="1.0" encoding="utf-8"?>
<p:tagLst xmlns:a="http://schemas.openxmlformats.org/drawingml/2006/main" xmlns:r="http://schemas.openxmlformats.org/officeDocument/2006/relationships" xmlns:p="http://schemas.openxmlformats.org/presentationml/2006/main">
  <p:tag name="PPSPLIT_ID" val=" 77"/>
</p:tagLst>
</file>

<file path=ppt/tags/tag161.xml><?xml version="1.0" encoding="utf-8"?>
<p:tagLst xmlns:a="http://schemas.openxmlformats.org/drawingml/2006/main" xmlns:r="http://schemas.openxmlformats.org/officeDocument/2006/relationships" xmlns:p="http://schemas.openxmlformats.org/presentationml/2006/main">
  <p:tag name="PPSPLIT_ID" val=" 80"/>
</p:tagLst>
</file>

<file path=ppt/tags/tag162.xml><?xml version="1.0" encoding="utf-8"?>
<p:tagLst xmlns:a="http://schemas.openxmlformats.org/drawingml/2006/main" xmlns:r="http://schemas.openxmlformats.org/officeDocument/2006/relationships" xmlns:p="http://schemas.openxmlformats.org/presentationml/2006/main">
  <p:tag name="PPSPLIT_ID" val=" 83"/>
</p:tagLst>
</file>

<file path=ppt/tags/tag163.xml><?xml version="1.0" encoding="utf-8"?>
<p:tagLst xmlns:a="http://schemas.openxmlformats.org/drawingml/2006/main" xmlns:r="http://schemas.openxmlformats.org/officeDocument/2006/relationships" xmlns:p="http://schemas.openxmlformats.org/presentationml/2006/main">
  <p:tag name="PPSPLIT_ID" val=" 86"/>
</p:tagLst>
</file>

<file path=ppt/tags/tag164.xml><?xml version="1.0" encoding="utf-8"?>
<p:tagLst xmlns:a="http://schemas.openxmlformats.org/drawingml/2006/main" xmlns:r="http://schemas.openxmlformats.org/officeDocument/2006/relationships" xmlns:p="http://schemas.openxmlformats.org/presentationml/2006/main">
  <p:tag name="PPSPLIT_ID" val=" 89"/>
</p:tagLst>
</file>

<file path=ppt/tags/tag165.xml><?xml version="1.0" encoding="utf-8"?>
<p:tagLst xmlns:a="http://schemas.openxmlformats.org/drawingml/2006/main" xmlns:r="http://schemas.openxmlformats.org/officeDocument/2006/relationships" xmlns:p="http://schemas.openxmlformats.org/presentationml/2006/main">
  <p:tag name="PPSPLIT_ID" val=" 92"/>
</p:tagLst>
</file>

<file path=ppt/tags/tag166.xml><?xml version="1.0" encoding="utf-8"?>
<p:tagLst xmlns:a="http://schemas.openxmlformats.org/drawingml/2006/main" xmlns:r="http://schemas.openxmlformats.org/officeDocument/2006/relationships" xmlns:p="http://schemas.openxmlformats.org/presentationml/2006/main">
  <p:tag name="PPSPLIT_ID" val=" 95"/>
</p:tagLst>
</file>

<file path=ppt/tags/tag167.xml><?xml version="1.0" encoding="utf-8"?>
<p:tagLst xmlns:a="http://schemas.openxmlformats.org/drawingml/2006/main" xmlns:r="http://schemas.openxmlformats.org/officeDocument/2006/relationships" xmlns:p="http://schemas.openxmlformats.org/presentationml/2006/main">
  <p:tag name="PPSPLIT_ID" val=" 98"/>
</p:tagLst>
</file>

<file path=ppt/tags/tag168.xml><?xml version="1.0" encoding="utf-8"?>
<p:tagLst xmlns:a="http://schemas.openxmlformats.org/drawingml/2006/main" xmlns:r="http://schemas.openxmlformats.org/officeDocument/2006/relationships" xmlns:p="http://schemas.openxmlformats.org/presentationml/2006/main">
  <p:tag name="PPSPLIT_ID" val=" 101"/>
</p:tagLst>
</file>

<file path=ppt/tags/tag169.xml><?xml version="1.0" encoding="utf-8"?>
<p:tagLst xmlns:a="http://schemas.openxmlformats.org/drawingml/2006/main" xmlns:r="http://schemas.openxmlformats.org/officeDocument/2006/relationships" xmlns:p="http://schemas.openxmlformats.org/presentationml/2006/main">
  <p:tag name="PPSPLIT_ID" val=" 104"/>
</p:tagLst>
</file>

<file path=ppt/tags/tag170.xml><?xml version="1.0" encoding="utf-8"?>
<p:tagLst xmlns:a="http://schemas.openxmlformats.org/drawingml/2006/main" xmlns:r="http://schemas.openxmlformats.org/officeDocument/2006/relationships" xmlns:p="http://schemas.openxmlformats.org/presentationml/2006/main">
  <p:tag name="PPSPLIT_ID" val=" 107"/>
</p:tagLst>
</file>

<file path=ppt/tags/tag171.xml><?xml version="1.0" encoding="utf-8"?>
<p:tagLst xmlns:a="http://schemas.openxmlformats.org/drawingml/2006/main" xmlns:r="http://schemas.openxmlformats.org/officeDocument/2006/relationships" xmlns:p="http://schemas.openxmlformats.org/presentationml/2006/main">
  <p:tag name="PPSPLIT_ID" val=" 3"/>
</p:tagLst>
</file>

<file path=ppt/tags/tag172.xml><?xml version="1.0" encoding="utf-8"?>
<p:tagLst xmlns:a="http://schemas.openxmlformats.org/drawingml/2006/main" xmlns:r="http://schemas.openxmlformats.org/officeDocument/2006/relationships" xmlns:p="http://schemas.openxmlformats.org/presentationml/2006/main">
  <p:tag name="PPSPLIT_ID" val=" 4"/>
</p:tagLst>
</file>

<file path=ppt/tags/tag173.xml><?xml version="1.0" encoding="utf-8"?>
<p:tagLst xmlns:a="http://schemas.openxmlformats.org/drawingml/2006/main" xmlns:r="http://schemas.openxmlformats.org/officeDocument/2006/relationships" xmlns:p="http://schemas.openxmlformats.org/presentationml/2006/main">
  <p:tag name="PPSPLIT_ID" val=" 12"/>
</p:tagLst>
</file>

<file path=ppt/tags/tag174.xml><?xml version="1.0" encoding="utf-8"?>
<p:tagLst xmlns:a="http://schemas.openxmlformats.org/drawingml/2006/main" xmlns:r="http://schemas.openxmlformats.org/officeDocument/2006/relationships" xmlns:p="http://schemas.openxmlformats.org/presentationml/2006/main">
  <p:tag name="PPSPLIT_ID" val=" 18"/>
</p:tagLst>
</file>

<file path=ppt/tags/tag175.xml><?xml version="1.0" encoding="utf-8"?>
<p:tagLst xmlns:a="http://schemas.openxmlformats.org/drawingml/2006/main" xmlns:r="http://schemas.openxmlformats.org/officeDocument/2006/relationships" xmlns:p="http://schemas.openxmlformats.org/presentationml/2006/main">
  <p:tag name="TIMING" val="|33|9.2|4.9|9.6"/>
  <p:tag name="PPSPLIT_SPLIT" val="1"/>
  <p:tag name="PPSPLIT_ORIGINALSLIDENUMBER" val="4"/>
  <p:tag name="PPSPLIT_DONE" val="1"/>
</p:tagLst>
</file>

<file path=ppt/tags/tag176.xml><?xml version="1.0" encoding="utf-8"?>
<p:tagLst xmlns:a="http://schemas.openxmlformats.org/drawingml/2006/main" xmlns:r="http://schemas.openxmlformats.org/officeDocument/2006/relationships" xmlns:p="http://schemas.openxmlformats.org/presentationml/2006/main">
  <p:tag name="PPSPLIT_ID" val=" 17"/>
</p:tagLst>
</file>

<file path=ppt/tags/tag177.xml><?xml version="1.0" encoding="utf-8"?>
<p:tagLst xmlns:a="http://schemas.openxmlformats.org/drawingml/2006/main" xmlns:r="http://schemas.openxmlformats.org/officeDocument/2006/relationships" xmlns:p="http://schemas.openxmlformats.org/presentationml/2006/main">
  <p:tag name="PPSPLIT_ID" val=" 2"/>
</p:tagLst>
</file>

<file path=ppt/tags/tag178.xml><?xml version="1.0" encoding="utf-8"?>
<p:tagLst xmlns:a="http://schemas.openxmlformats.org/drawingml/2006/main" xmlns:r="http://schemas.openxmlformats.org/officeDocument/2006/relationships" xmlns:p="http://schemas.openxmlformats.org/presentationml/2006/main">
  <p:tag name="PPSPLIT_ID" val=" 6"/>
</p:tagLst>
</file>

<file path=ppt/tags/tag179.xml><?xml version="1.0" encoding="utf-8"?>
<p:tagLst xmlns:a="http://schemas.openxmlformats.org/drawingml/2006/main" xmlns:r="http://schemas.openxmlformats.org/officeDocument/2006/relationships" xmlns:p="http://schemas.openxmlformats.org/presentationml/2006/main">
  <p:tag name="PPSPLIT_ID" val=" 7"/>
</p:tagLst>
</file>

<file path=ppt/tags/tag180.xml><?xml version="1.0" encoding="utf-8"?>
<p:tagLst xmlns:a="http://schemas.openxmlformats.org/drawingml/2006/main" xmlns:r="http://schemas.openxmlformats.org/officeDocument/2006/relationships" xmlns:p="http://schemas.openxmlformats.org/presentationml/2006/main">
  <p:tag name="PPSPLIT_ID" val=" 9"/>
</p:tagLst>
</file>

<file path=ppt/tags/tag181.xml><?xml version="1.0" encoding="utf-8"?>
<p:tagLst xmlns:a="http://schemas.openxmlformats.org/drawingml/2006/main" xmlns:r="http://schemas.openxmlformats.org/officeDocument/2006/relationships" xmlns:p="http://schemas.openxmlformats.org/presentationml/2006/main">
  <p:tag name="PPSPLIT_ID" val=" 13"/>
</p:tagLst>
</file>

<file path=ppt/tags/tag182.xml><?xml version="1.0" encoding="utf-8"?>
<p:tagLst xmlns:a="http://schemas.openxmlformats.org/drawingml/2006/main" xmlns:r="http://schemas.openxmlformats.org/officeDocument/2006/relationships" xmlns:p="http://schemas.openxmlformats.org/presentationml/2006/main">
  <p:tag name="PPSPLIT_ID" val=" 15"/>
</p:tagLst>
</file>

<file path=ppt/tags/tag183.xml><?xml version="1.0" encoding="utf-8"?>
<p:tagLst xmlns:a="http://schemas.openxmlformats.org/drawingml/2006/main" xmlns:r="http://schemas.openxmlformats.org/officeDocument/2006/relationships" xmlns:p="http://schemas.openxmlformats.org/presentationml/2006/main">
  <p:tag name="PPSPLIT_ID" val=" 16"/>
</p:tagLst>
</file>

<file path=ppt/tags/tag184.xml><?xml version="1.0" encoding="utf-8"?>
<p:tagLst xmlns:a="http://schemas.openxmlformats.org/drawingml/2006/main" xmlns:r="http://schemas.openxmlformats.org/officeDocument/2006/relationships" xmlns:p="http://schemas.openxmlformats.org/presentationml/2006/main">
  <p:tag name="PPSPLIT_ID" val=" 10"/>
</p:tagLst>
</file>

<file path=ppt/tags/tag185.xml><?xml version="1.0" encoding="utf-8"?>
<p:tagLst xmlns:a="http://schemas.openxmlformats.org/drawingml/2006/main" xmlns:r="http://schemas.openxmlformats.org/officeDocument/2006/relationships" xmlns:p="http://schemas.openxmlformats.org/presentationml/2006/main">
  <p:tag name="PPSPLIT_ID" val=" 38"/>
</p:tagLst>
</file>

<file path=ppt/tags/tag186.xml><?xml version="1.0" encoding="utf-8"?>
<p:tagLst xmlns:a="http://schemas.openxmlformats.org/drawingml/2006/main" xmlns:r="http://schemas.openxmlformats.org/officeDocument/2006/relationships" xmlns:p="http://schemas.openxmlformats.org/presentationml/2006/main">
  <p:tag name="PPSPLIT_ID" val=" 41"/>
</p:tagLst>
</file>

<file path=ppt/tags/tag187.xml><?xml version="1.0" encoding="utf-8"?>
<p:tagLst xmlns:a="http://schemas.openxmlformats.org/drawingml/2006/main" xmlns:r="http://schemas.openxmlformats.org/officeDocument/2006/relationships" xmlns:p="http://schemas.openxmlformats.org/presentationml/2006/main">
  <p:tag name="PPSPLIT_ID" val=" 44"/>
</p:tagLst>
</file>

<file path=ppt/tags/tag188.xml><?xml version="1.0" encoding="utf-8"?>
<p:tagLst xmlns:a="http://schemas.openxmlformats.org/drawingml/2006/main" xmlns:r="http://schemas.openxmlformats.org/officeDocument/2006/relationships" xmlns:p="http://schemas.openxmlformats.org/presentationml/2006/main">
  <p:tag name="PPSPLIT_ID" val=" 47"/>
</p:tagLst>
</file>

<file path=ppt/tags/tag189.xml><?xml version="1.0" encoding="utf-8"?>
<p:tagLst xmlns:a="http://schemas.openxmlformats.org/drawingml/2006/main" xmlns:r="http://schemas.openxmlformats.org/officeDocument/2006/relationships" xmlns:p="http://schemas.openxmlformats.org/presentationml/2006/main">
  <p:tag name="PPSPLIT_ID" val=" 50"/>
</p:tagLst>
</file>

<file path=ppt/tags/tag190.xml><?xml version="1.0" encoding="utf-8"?>
<p:tagLst xmlns:a="http://schemas.openxmlformats.org/drawingml/2006/main" xmlns:r="http://schemas.openxmlformats.org/officeDocument/2006/relationships" xmlns:p="http://schemas.openxmlformats.org/presentationml/2006/main">
  <p:tag name="PPSPLIT_ID" val=" 53"/>
</p:tagLst>
</file>

<file path=ppt/tags/tag191.xml><?xml version="1.0" encoding="utf-8"?>
<p:tagLst xmlns:a="http://schemas.openxmlformats.org/drawingml/2006/main" xmlns:r="http://schemas.openxmlformats.org/officeDocument/2006/relationships" xmlns:p="http://schemas.openxmlformats.org/presentationml/2006/main">
  <p:tag name="PPSPLIT_ID" val=" 56"/>
</p:tagLst>
</file>

<file path=ppt/tags/tag192.xml><?xml version="1.0" encoding="utf-8"?>
<p:tagLst xmlns:a="http://schemas.openxmlformats.org/drawingml/2006/main" xmlns:r="http://schemas.openxmlformats.org/officeDocument/2006/relationships" xmlns:p="http://schemas.openxmlformats.org/presentationml/2006/main">
  <p:tag name="PPSPLIT_ID" val=" 59"/>
</p:tagLst>
</file>

<file path=ppt/tags/tag193.xml><?xml version="1.0" encoding="utf-8"?>
<p:tagLst xmlns:a="http://schemas.openxmlformats.org/drawingml/2006/main" xmlns:r="http://schemas.openxmlformats.org/officeDocument/2006/relationships" xmlns:p="http://schemas.openxmlformats.org/presentationml/2006/main">
  <p:tag name="PPSPLIT_ID" val=" 62"/>
</p:tagLst>
</file>

<file path=ppt/tags/tag194.xml><?xml version="1.0" encoding="utf-8"?>
<p:tagLst xmlns:a="http://schemas.openxmlformats.org/drawingml/2006/main" xmlns:r="http://schemas.openxmlformats.org/officeDocument/2006/relationships" xmlns:p="http://schemas.openxmlformats.org/presentationml/2006/main">
  <p:tag name="PPSPLIT_ID" val=" 65"/>
</p:tagLst>
</file>

<file path=ppt/tags/tag195.xml><?xml version="1.0" encoding="utf-8"?>
<p:tagLst xmlns:a="http://schemas.openxmlformats.org/drawingml/2006/main" xmlns:r="http://schemas.openxmlformats.org/officeDocument/2006/relationships" xmlns:p="http://schemas.openxmlformats.org/presentationml/2006/main">
  <p:tag name="PPSPLIT_ID" val=" 68"/>
</p:tagLst>
</file>

<file path=ppt/tags/tag196.xml><?xml version="1.0" encoding="utf-8"?>
<p:tagLst xmlns:a="http://schemas.openxmlformats.org/drawingml/2006/main" xmlns:r="http://schemas.openxmlformats.org/officeDocument/2006/relationships" xmlns:p="http://schemas.openxmlformats.org/presentationml/2006/main">
  <p:tag name="PPSPLIT_ID" val=" 71"/>
</p:tagLst>
</file>

<file path=ppt/tags/tag197.xml><?xml version="1.0" encoding="utf-8"?>
<p:tagLst xmlns:a="http://schemas.openxmlformats.org/drawingml/2006/main" xmlns:r="http://schemas.openxmlformats.org/officeDocument/2006/relationships" xmlns:p="http://schemas.openxmlformats.org/presentationml/2006/main">
  <p:tag name="PPSPLIT_ID" val=" 74"/>
</p:tagLst>
</file>

<file path=ppt/tags/tag198.xml><?xml version="1.0" encoding="utf-8"?>
<p:tagLst xmlns:a="http://schemas.openxmlformats.org/drawingml/2006/main" xmlns:r="http://schemas.openxmlformats.org/officeDocument/2006/relationships" xmlns:p="http://schemas.openxmlformats.org/presentationml/2006/main">
  <p:tag name="PPSPLIT_ID" val=" 77"/>
</p:tagLst>
</file>

<file path=ppt/tags/tag199.xml><?xml version="1.0" encoding="utf-8"?>
<p:tagLst xmlns:a="http://schemas.openxmlformats.org/drawingml/2006/main" xmlns:r="http://schemas.openxmlformats.org/officeDocument/2006/relationships" xmlns:p="http://schemas.openxmlformats.org/presentationml/2006/main">
  <p:tag name="PPSPLIT_ID" val=" 80"/>
</p:tagLst>
</file>

<file path=ppt/tags/tag200.xml><?xml version="1.0" encoding="utf-8"?>
<p:tagLst xmlns:a="http://schemas.openxmlformats.org/drawingml/2006/main" xmlns:r="http://schemas.openxmlformats.org/officeDocument/2006/relationships" xmlns:p="http://schemas.openxmlformats.org/presentationml/2006/main">
  <p:tag name="PPSPLIT_ID" val=" 83"/>
</p:tagLst>
</file>

<file path=ppt/tags/tag201.xml><?xml version="1.0" encoding="utf-8"?>
<p:tagLst xmlns:a="http://schemas.openxmlformats.org/drawingml/2006/main" xmlns:r="http://schemas.openxmlformats.org/officeDocument/2006/relationships" xmlns:p="http://schemas.openxmlformats.org/presentationml/2006/main">
  <p:tag name="PPSPLIT_ID" val=" 86"/>
</p:tagLst>
</file>

<file path=ppt/tags/tag202.xml><?xml version="1.0" encoding="utf-8"?>
<p:tagLst xmlns:a="http://schemas.openxmlformats.org/drawingml/2006/main" xmlns:r="http://schemas.openxmlformats.org/officeDocument/2006/relationships" xmlns:p="http://schemas.openxmlformats.org/presentationml/2006/main">
  <p:tag name="PPSPLIT_ID" val=" 89"/>
</p:tagLst>
</file>

<file path=ppt/tags/tag203.xml><?xml version="1.0" encoding="utf-8"?>
<p:tagLst xmlns:a="http://schemas.openxmlformats.org/drawingml/2006/main" xmlns:r="http://schemas.openxmlformats.org/officeDocument/2006/relationships" xmlns:p="http://schemas.openxmlformats.org/presentationml/2006/main">
  <p:tag name="PPSPLIT_ID" val=" 92"/>
</p:tagLst>
</file>

<file path=ppt/tags/tag204.xml><?xml version="1.0" encoding="utf-8"?>
<p:tagLst xmlns:a="http://schemas.openxmlformats.org/drawingml/2006/main" xmlns:r="http://schemas.openxmlformats.org/officeDocument/2006/relationships" xmlns:p="http://schemas.openxmlformats.org/presentationml/2006/main">
  <p:tag name="PPSPLIT_ID" val=" 95"/>
</p:tagLst>
</file>

<file path=ppt/tags/tag205.xml><?xml version="1.0" encoding="utf-8"?>
<p:tagLst xmlns:a="http://schemas.openxmlformats.org/drawingml/2006/main" xmlns:r="http://schemas.openxmlformats.org/officeDocument/2006/relationships" xmlns:p="http://schemas.openxmlformats.org/presentationml/2006/main">
  <p:tag name="PPSPLIT_ID" val=" 98"/>
</p:tagLst>
</file>

<file path=ppt/tags/tag206.xml><?xml version="1.0" encoding="utf-8"?>
<p:tagLst xmlns:a="http://schemas.openxmlformats.org/drawingml/2006/main" xmlns:r="http://schemas.openxmlformats.org/officeDocument/2006/relationships" xmlns:p="http://schemas.openxmlformats.org/presentationml/2006/main">
  <p:tag name="PPSPLIT_ID" val=" 101"/>
</p:tagLst>
</file>

<file path=ppt/tags/tag207.xml><?xml version="1.0" encoding="utf-8"?>
<p:tagLst xmlns:a="http://schemas.openxmlformats.org/drawingml/2006/main" xmlns:r="http://schemas.openxmlformats.org/officeDocument/2006/relationships" xmlns:p="http://schemas.openxmlformats.org/presentationml/2006/main">
  <p:tag name="PPSPLIT_ID" val=" 104"/>
</p:tagLst>
</file>

<file path=ppt/tags/tag208.xml><?xml version="1.0" encoding="utf-8"?>
<p:tagLst xmlns:a="http://schemas.openxmlformats.org/drawingml/2006/main" xmlns:r="http://schemas.openxmlformats.org/officeDocument/2006/relationships" xmlns:p="http://schemas.openxmlformats.org/presentationml/2006/main">
  <p:tag name="PPSPLIT_ID" val=" 107"/>
</p:tagLst>
</file>

<file path=ppt/tags/tag209.xml><?xml version="1.0" encoding="utf-8"?>
<p:tagLst xmlns:a="http://schemas.openxmlformats.org/drawingml/2006/main" xmlns:r="http://schemas.openxmlformats.org/officeDocument/2006/relationships" xmlns:p="http://schemas.openxmlformats.org/presentationml/2006/main">
  <p:tag name="PPSPLIT_ID" val=" 110"/>
</p:tagLst>
</file>

<file path=ppt/tags/tag210.xml><?xml version="1.0" encoding="utf-8"?>
<p:tagLst xmlns:a="http://schemas.openxmlformats.org/drawingml/2006/main" xmlns:r="http://schemas.openxmlformats.org/officeDocument/2006/relationships" xmlns:p="http://schemas.openxmlformats.org/presentationml/2006/main">
  <p:tag name="PPSPLIT_ID" val=" 113"/>
</p:tagLst>
</file>

<file path=ppt/tags/tag211.xml><?xml version="1.0" encoding="utf-8"?>
<p:tagLst xmlns:a="http://schemas.openxmlformats.org/drawingml/2006/main" xmlns:r="http://schemas.openxmlformats.org/officeDocument/2006/relationships" xmlns:p="http://schemas.openxmlformats.org/presentationml/2006/main">
  <p:tag name="PPSPLIT_ID" val=" 116"/>
</p:tagLst>
</file>

<file path=ppt/tags/tag212.xml><?xml version="1.0" encoding="utf-8"?>
<p:tagLst xmlns:a="http://schemas.openxmlformats.org/drawingml/2006/main" xmlns:r="http://schemas.openxmlformats.org/officeDocument/2006/relationships" xmlns:p="http://schemas.openxmlformats.org/presentationml/2006/main">
  <p:tag name="PPSPLIT_ID" val=" 119"/>
</p:tagLst>
</file>

<file path=ppt/tags/tag213.xml><?xml version="1.0" encoding="utf-8"?>
<p:tagLst xmlns:a="http://schemas.openxmlformats.org/drawingml/2006/main" xmlns:r="http://schemas.openxmlformats.org/officeDocument/2006/relationships" xmlns:p="http://schemas.openxmlformats.org/presentationml/2006/main">
  <p:tag name="PPSPLIT_ID" val=" 122"/>
</p:tagLst>
</file>

<file path=ppt/tags/tag214.xml><?xml version="1.0" encoding="utf-8"?>
<p:tagLst xmlns:a="http://schemas.openxmlformats.org/drawingml/2006/main" xmlns:r="http://schemas.openxmlformats.org/officeDocument/2006/relationships" xmlns:p="http://schemas.openxmlformats.org/presentationml/2006/main">
  <p:tag name="PPSPLIT_ID" val=" 125"/>
</p:tagLst>
</file>

<file path=ppt/tags/tag215.xml><?xml version="1.0" encoding="utf-8"?>
<p:tagLst xmlns:a="http://schemas.openxmlformats.org/drawingml/2006/main" xmlns:r="http://schemas.openxmlformats.org/officeDocument/2006/relationships" xmlns:p="http://schemas.openxmlformats.org/presentationml/2006/main">
  <p:tag name="PPSPLIT_ID" val=" 128"/>
</p:tagLst>
</file>

<file path=ppt/tags/tag216.xml><?xml version="1.0" encoding="utf-8"?>
<p:tagLst xmlns:a="http://schemas.openxmlformats.org/drawingml/2006/main" xmlns:r="http://schemas.openxmlformats.org/officeDocument/2006/relationships" xmlns:p="http://schemas.openxmlformats.org/presentationml/2006/main">
  <p:tag name="PPSPLIT_ID" val=" 131"/>
</p:tagLst>
</file>

<file path=ppt/tags/tag217.xml><?xml version="1.0" encoding="utf-8"?>
<p:tagLst xmlns:a="http://schemas.openxmlformats.org/drawingml/2006/main" xmlns:r="http://schemas.openxmlformats.org/officeDocument/2006/relationships" xmlns:p="http://schemas.openxmlformats.org/presentationml/2006/main">
  <p:tag name="PPSPLIT_ID" val=" 134"/>
</p:tagLst>
</file>

<file path=ppt/tags/tag218.xml><?xml version="1.0" encoding="utf-8"?>
<p:tagLst xmlns:a="http://schemas.openxmlformats.org/drawingml/2006/main" xmlns:r="http://schemas.openxmlformats.org/officeDocument/2006/relationships" xmlns:p="http://schemas.openxmlformats.org/presentationml/2006/main">
  <p:tag name="PPSPLIT_ID" val=" 137"/>
</p:tagLst>
</file>

<file path=ppt/tags/tag219.xml><?xml version="1.0" encoding="utf-8"?>
<p:tagLst xmlns:a="http://schemas.openxmlformats.org/drawingml/2006/main" xmlns:r="http://schemas.openxmlformats.org/officeDocument/2006/relationships" xmlns:p="http://schemas.openxmlformats.org/presentationml/2006/main">
  <p:tag name="PPSPLIT_ID" val=" 140"/>
</p:tagLst>
</file>

<file path=ppt/tags/tag220.xml><?xml version="1.0" encoding="utf-8"?>
<p:tagLst xmlns:a="http://schemas.openxmlformats.org/drawingml/2006/main" xmlns:r="http://schemas.openxmlformats.org/officeDocument/2006/relationships" xmlns:p="http://schemas.openxmlformats.org/presentationml/2006/main">
  <p:tag name="PPSPLIT_ID" val=" 143"/>
</p:tagLst>
</file>

<file path=ppt/tags/tag221.xml><?xml version="1.0" encoding="utf-8"?>
<p:tagLst xmlns:a="http://schemas.openxmlformats.org/drawingml/2006/main" xmlns:r="http://schemas.openxmlformats.org/officeDocument/2006/relationships" xmlns:p="http://schemas.openxmlformats.org/presentationml/2006/main">
  <p:tag name="PPSPLIT_ID" val=" 27"/>
</p:tagLst>
</file>

<file path=ppt/tags/tag222.xml><?xml version="1.0" encoding="utf-8"?>
<p:tagLst xmlns:a="http://schemas.openxmlformats.org/drawingml/2006/main" xmlns:r="http://schemas.openxmlformats.org/officeDocument/2006/relationships" xmlns:p="http://schemas.openxmlformats.org/presentationml/2006/main">
  <p:tag name="PPSPLIT_ID" val=" 32"/>
</p:tagLst>
</file>

<file path=ppt/tags/tag223.xml><?xml version="1.0" encoding="utf-8"?>
<p:tagLst xmlns:a="http://schemas.openxmlformats.org/drawingml/2006/main" xmlns:r="http://schemas.openxmlformats.org/officeDocument/2006/relationships" xmlns:p="http://schemas.openxmlformats.org/presentationml/2006/main">
  <p:tag name="PPSPLIT_ID" val=" 3"/>
</p:tagLst>
</file>

<file path=ppt/tags/tag224.xml><?xml version="1.0" encoding="utf-8"?>
<p:tagLst xmlns:a="http://schemas.openxmlformats.org/drawingml/2006/main" xmlns:r="http://schemas.openxmlformats.org/officeDocument/2006/relationships" xmlns:p="http://schemas.openxmlformats.org/presentationml/2006/main">
  <p:tag name="PPSPLIT_ID" val=" 5"/>
</p:tagLst>
</file>

<file path=ppt/tags/tag225.xml><?xml version="1.0" encoding="utf-8"?>
<p:tagLst xmlns:a="http://schemas.openxmlformats.org/drawingml/2006/main" xmlns:r="http://schemas.openxmlformats.org/officeDocument/2006/relationships" xmlns:p="http://schemas.openxmlformats.org/presentationml/2006/main">
  <p:tag name="PPSPLIT_ID" val=" 4"/>
</p:tagLst>
</file>

<file path=ppt/tags/tag226.xml><?xml version="1.0" encoding="utf-8"?>
<p:tagLst xmlns:a="http://schemas.openxmlformats.org/drawingml/2006/main" xmlns:r="http://schemas.openxmlformats.org/officeDocument/2006/relationships" xmlns:p="http://schemas.openxmlformats.org/presentationml/2006/main">
  <p:tag name="PPSPLIT_ID" val=" 12"/>
</p:tagLst>
</file>

<file path=ppt/tags/tag227.xml><?xml version="1.0" encoding="utf-8"?>
<p:tagLst xmlns:a="http://schemas.openxmlformats.org/drawingml/2006/main" xmlns:r="http://schemas.openxmlformats.org/officeDocument/2006/relationships" xmlns:p="http://schemas.openxmlformats.org/presentationml/2006/main">
  <p:tag name="PPSPLIT_ID" val=" 18"/>
</p:tagLst>
</file>

<file path=ppt/tags/tag228.xml><?xml version="1.0" encoding="utf-8"?>
<p:tagLst xmlns:a="http://schemas.openxmlformats.org/drawingml/2006/main" xmlns:r="http://schemas.openxmlformats.org/officeDocument/2006/relationships" xmlns:p="http://schemas.openxmlformats.org/presentationml/2006/main">
  <p:tag name="PPSPLIT_ID" val=" 22"/>
</p:tagLst>
</file>

<file path=ppt/tags/tag229.xml><?xml version="1.0" encoding="utf-8"?>
<p:tagLst xmlns:a="http://schemas.openxmlformats.org/drawingml/2006/main" xmlns:r="http://schemas.openxmlformats.org/officeDocument/2006/relationships" xmlns:p="http://schemas.openxmlformats.org/presentationml/2006/main">
  <p:tag name="PPSPLIT_ID" val=" 149"/>
</p:tagLst>
</file>

<file path=ppt/tags/tag230.xml><?xml version="1.0" encoding="utf-8"?>
<p:tagLst xmlns:a="http://schemas.openxmlformats.org/drawingml/2006/main" xmlns:r="http://schemas.openxmlformats.org/officeDocument/2006/relationships" xmlns:p="http://schemas.openxmlformats.org/presentationml/2006/main">
  <p:tag name="TIMING" val="|33|9.2|4.9|9.6"/>
  <p:tag name="PPSPLIT_SPLIT" val="1"/>
  <p:tag name="PPSPLIT_ORIGINALSLIDENUMBER" val="4"/>
</p:tagLst>
</file>

<file path=ppt/tags/tag231.xml><?xml version="1.0" encoding="utf-8"?>
<p:tagLst xmlns:a="http://schemas.openxmlformats.org/drawingml/2006/main" xmlns:r="http://schemas.openxmlformats.org/officeDocument/2006/relationships" xmlns:p="http://schemas.openxmlformats.org/presentationml/2006/main">
  <p:tag name="PPSPLIT_ID" val=" 17"/>
</p:tagLst>
</file>

<file path=ppt/tags/tag232.xml><?xml version="1.0" encoding="utf-8"?>
<p:tagLst xmlns:a="http://schemas.openxmlformats.org/drawingml/2006/main" xmlns:r="http://schemas.openxmlformats.org/officeDocument/2006/relationships" xmlns:p="http://schemas.openxmlformats.org/presentationml/2006/main">
  <p:tag name="PPSPLIT_ID" val=" 2"/>
</p:tagLst>
</file>

<file path=ppt/tags/tag233.xml><?xml version="1.0" encoding="utf-8"?>
<p:tagLst xmlns:a="http://schemas.openxmlformats.org/drawingml/2006/main" xmlns:r="http://schemas.openxmlformats.org/officeDocument/2006/relationships" xmlns:p="http://schemas.openxmlformats.org/presentationml/2006/main">
  <p:tag name="PPSPLIT_ID" val=" 6"/>
</p:tagLst>
</file>

<file path=ppt/tags/tag234.xml><?xml version="1.0" encoding="utf-8"?>
<p:tagLst xmlns:a="http://schemas.openxmlformats.org/drawingml/2006/main" xmlns:r="http://schemas.openxmlformats.org/officeDocument/2006/relationships" xmlns:p="http://schemas.openxmlformats.org/presentationml/2006/main">
  <p:tag name="PPSPLIT_ID" val=" 7"/>
</p:tagLst>
</file>

<file path=ppt/tags/tag235.xml><?xml version="1.0" encoding="utf-8"?>
<p:tagLst xmlns:a="http://schemas.openxmlformats.org/drawingml/2006/main" xmlns:r="http://schemas.openxmlformats.org/officeDocument/2006/relationships" xmlns:p="http://schemas.openxmlformats.org/presentationml/2006/main">
  <p:tag name="PPSPLIT_ID" val=" 9"/>
</p:tagLst>
</file>

<file path=ppt/tags/tag236.xml><?xml version="1.0" encoding="utf-8"?>
<p:tagLst xmlns:a="http://schemas.openxmlformats.org/drawingml/2006/main" xmlns:r="http://schemas.openxmlformats.org/officeDocument/2006/relationships" xmlns:p="http://schemas.openxmlformats.org/presentationml/2006/main">
  <p:tag name="PPSPLIT_ID" val=" 11"/>
</p:tagLst>
</file>

<file path=ppt/tags/tag237.xml><?xml version="1.0" encoding="utf-8"?>
<p:tagLst xmlns:a="http://schemas.openxmlformats.org/drawingml/2006/main" xmlns:r="http://schemas.openxmlformats.org/officeDocument/2006/relationships" xmlns:p="http://schemas.openxmlformats.org/presentationml/2006/main">
  <p:tag name="PPSPLIT_ID" val=" 13"/>
</p:tagLst>
</file>

<file path=ppt/tags/tag238.xml><?xml version="1.0" encoding="utf-8"?>
<p:tagLst xmlns:a="http://schemas.openxmlformats.org/drawingml/2006/main" xmlns:r="http://schemas.openxmlformats.org/officeDocument/2006/relationships" xmlns:p="http://schemas.openxmlformats.org/presentationml/2006/main">
  <p:tag name="PPSPLIT_ID" val=" 15"/>
</p:tagLst>
</file>

<file path=ppt/tags/tag239.xml><?xml version="1.0" encoding="utf-8"?>
<p:tagLst xmlns:a="http://schemas.openxmlformats.org/drawingml/2006/main" xmlns:r="http://schemas.openxmlformats.org/officeDocument/2006/relationships" xmlns:p="http://schemas.openxmlformats.org/presentationml/2006/main">
  <p:tag name="PPSPLIT_ID" val=" 16"/>
</p:tagLst>
</file>

<file path=ppt/tags/tag240.xml><?xml version="1.0" encoding="utf-8"?>
<p:tagLst xmlns:a="http://schemas.openxmlformats.org/drawingml/2006/main" xmlns:r="http://schemas.openxmlformats.org/officeDocument/2006/relationships" xmlns:p="http://schemas.openxmlformats.org/presentationml/2006/main">
  <p:tag name="PPSPLIT_ID" val=" 10"/>
</p:tagLst>
</file>

<file path=ppt/tags/tag241.xml><?xml version="1.0" encoding="utf-8"?>
<p:tagLst xmlns:a="http://schemas.openxmlformats.org/drawingml/2006/main" xmlns:r="http://schemas.openxmlformats.org/officeDocument/2006/relationships" xmlns:p="http://schemas.openxmlformats.org/presentationml/2006/main">
  <p:tag name="PPSPLIT_ID" val=" 38"/>
</p:tagLst>
</file>

<file path=ppt/tags/tag242.xml><?xml version="1.0" encoding="utf-8"?>
<p:tagLst xmlns:a="http://schemas.openxmlformats.org/drawingml/2006/main" xmlns:r="http://schemas.openxmlformats.org/officeDocument/2006/relationships" xmlns:p="http://schemas.openxmlformats.org/presentationml/2006/main">
  <p:tag name="PPSPLIT_ID" val=" 41"/>
</p:tagLst>
</file>

<file path=ppt/tags/tag243.xml><?xml version="1.0" encoding="utf-8"?>
<p:tagLst xmlns:a="http://schemas.openxmlformats.org/drawingml/2006/main" xmlns:r="http://schemas.openxmlformats.org/officeDocument/2006/relationships" xmlns:p="http://schemas.openxmlformats.org/presentationml/2006/main">
  <p:tag name="PPSPLIT_ID" val=" 44"/>
</p:tagLst>
</file>

<file path=ppt/tags/tag244.xml><?xml version="1.0" encoding="utf-8"?>
<p:tagLst xmlns:a="http://schemas.openxmlformats.org/drawingml/2006/main" xmlns:r="http://schemas.openxmlformats.org/officeDocument/2006/relationships" xmlns:p="http://schemas.openxmlformats.org/presentationml/2006/main">
  <p:tag name="PPSPLIT_ID" val=" 47"/>
</p:tagLst>
</file>

<file path=ppt/tags/tag245.xml><?xml version="1.0" encoding="utf-8"?>
<p:tagLst xmlns:a="http://schemas.openxmlformats.org/drawingml/2006/main" xmlns:r="http://schemas.openxmlformats.org/officeDocument/2006/relationships" xmlns:p="http://schemas.openxmlformats.org/presentationml/2006/main">
  <p:tag name="PPSPLIT_ID" val=" 50"/>
</p:tagLst>
</file>

<file path=ppt/tags/tag246.xml><?xml version="1.0" encoding="utf-8"?>
<p:tagLst xmlns:a="http://schemas.openxmlformats.org/drawingml/2006/main" xmlns:r="http://schemas.openxmlformats.org/officeDocument/2006/relationships" xmlns:p="http://schemas.openxmlformats.org/presentationml/2006/main">
  <p:tag name="PPSPLIT_ID" val=" 53"/>
</p:tagLst>
</file>

<file path=ppt/tags/tag247.xml><?xml version="1.0" encoding="utf-8"?>
<p:tagLst xmlns:a="http://schemas.openxmlformats.org/drawingml/2006/main" xmlns:r="http://schemas.openxmlformats.org/officeDocument/2006/relationships" xmlns:p="http://schemas.openxmlformats.org/presentationml/2006/main">
  <p:tag name="PPSPLIT_ID" val=" 56"/>
</p:tagLst>
</file>

<file path=ppt/tags/tag248.xml><?xml version="1.0" encoding="utf-8"?>
<p:tagLst xmlns:a="http://schemas.openxmlformats.org/drawingml/2006/main" xmlns:r="http://schemas.openxmlformats.org/officeDocument/2006/relationships" xmlns:p="http://schemas.openxmlformats.org/presentationml/2006/main">
  <p:tag name="PPSPLIT_ID" val=" 59"/>
</p:tagLst>
</file>

<file path=ppt/tags/tag249.xml><?xml version="1.0" encoding="utf-8"?>
<p:tagLst xmlns:a="http://schemas.openxmlformats.org/drawingml/2006/main" xmlns:r="http://schemas.openxmlformats.org/officeDocument/2006/relationships" xmlns:p="http://schemas.openxmlformats.org/presentationml/2006/main">
  <p:tag name="PPSPLIT_ID" val=" 62"/>
</p:tagLst>
</file>

<file path=ppt/tags/tag250.xml><?xml version="1.0" encoding="utf-8"?>
<p:tagLst xmlns:a="http://schemas.openxmlformats.org/drawingml/2006/main" xmlns:r="http://schemas.openxmlformats.org/officeDocument/2006/relationships" xmlns:p="http://schemas.openxmlformats.org/presentationml/2006/main">
  <p:tag name="PPSPLIT_ID" val=" 65"/>
</p:tagLst>
</file>

<file path=ppt/tags/tag251.xml><?xml version="1.0" encoding="utf-8"?>
<p:tagLst xmlns:a="http://schemas.openxmlformats.org/drawingml/2006/main" xmlns:r="http://schemas.openxmlformats.org/officeDocument/2006/relationships" xmlns:p="http://schemas.openxmlformats.org/presentationml/2006/main">
  <p:tag name="PPSPLIT_ID" val=" 68"/>
</p:tagLst>
</file>

<file path=ppt/tags/tag252.xml><?xml version="1.0" encoding="utf-8"?>
<p:tagLst xmlns:a="http://schemas.openxmlformats.org/drawingml/2006/main" xmlns:r="http://schemas.openxmlformats.org/officeDocument/2006/relationships" xmlns:p="http://schemas.openxmlformats.org/presentationml/2006/main">
  <p:tag name="PPSPLIT_ID" val=" 71"/>
</p:tagLst>
</file>

<file path=ppt/tags/tag253.xml><?xml version="1.0" encoding="utf-8"?>
<p:tagLst xmlns:a="http://schemas.openxmlformats.org/drawingml/2006/main" xmlns:r="http://schemas.openxmlformats.org/officeDocument/2006/relationships" xmlns:p="http://schemas.openxmlformats.org/presentationml/2006/main">
  <p:tag name="PPSPLIT_ID" val=" 74"/>
</p:tagLst>
</file>

<file path=ppt/tags/tag254.xml><?xml version="1.0" encoding="utf-8"?>
<p:tagLst xmlns:a="http://schemas.openxmlformats.org/drawingml/2006/main" xmlns:r="http://schemas.openxmlformats.org/officeDocument/2006/relationships" xmlns:p="http://schemas.openxmlformats.org/presentationml/2006/main">
  <p:tag name="PPSPLIT_ID" val=" 77"/>
</p:tagLst>
</file>

<file path=ppt/tags/tag255.xml><?xml version="1.0" encoding="utf-8"?>
<p:tagLst xmlns:a="http://schemas.openxmlformats.org/drawingml/2006/main" xmlns:r="http://schemas.openxmlformats.org/officeDocument/2006/relationships" xmlns:p="http://schemas.openxmlformats.org/presentationml/2006/main">
  <p:tag name="PPSPLIT_ID" val=" 80"/>
</p:tagLst>
</file>

<file path=ppt/tags/tag256.xml><?xml version="1.0" encoding="utf-8"?>
<p:tagLst xmlns:a="http://schemas.openxmlformats.org/drawingml/2006/main" xmlns:r="http://schemas.openxmlformats.org/officeDocument/2006/relationships" xmlns:p="http://schemas.openxmlformats.org/presentationml/2006/main">
  <p:tag name="PPSPLIT_ID" val=" 83"/>
</p:tagLst>
</file>

<file path=ppt/tags/tag257.xml><?xml version="1.0" encoding="utf-8"?>
<p:tagLst xmlns:a="http://schemas.openxmlformats.org/drawingml/2006/main" xmlns:r="http://schemas.openxmlformats.org/officeDocument/2006/relationships" xmlns:p="http://schemas.openxmlformats.org/presentationml/2006/main">
  <p:tag name="PPSPLIT_ID" val=" 86"/>
</p:tagLst>
</file>

<file path=ppt/tags/tag258.xml><?xml version="1.0" encoding="utf-8"?>
<p:tagLst xmlns:a="http://schemas.openxmlformats.org/drawingml/2006/main" xmlns:r="http://schemas.openxmlformats.org/officeDocument/2006/relationships" xmlns:p="http://schemas.openxmlformats.org/presentationml/2006/main">
  <p:tag name="PPSPLIT_ID" val=" 89"/>
</p:tagLst>
</file>

<file path=ppt/tags/tag259.xml><?xml version="1.0" encoding="utf-8"?>
<p:tagLst xmlns:a="http://schemas.openxmlformats.org/drawingml/2006/main" xmlns:r="http://schemas.openxmlformats.org/officeDocument/2006/relationships" xmlns:p="http://schemas.openxmlformats.org/presentationml/2006/main">
  <p:tag name="PPSPLIT_ID" val=" 92"/>
</p:tagLst>
</file>

<file path=ppt/tags/tag260.xml><?xml version="1.0" encoding="utf-8"?>
<p:tagLst xmlns:a="http://schemas.openxmlformats.org/drawingml/2006/main" xmlns:r="http://schemas.openxmlformats.org/officeDocument/2006/relationships" xmlns:p="http://schemas.openxmlformats.org/presentationml/2006/main">
  <p:tag name="PPSPLIT_ID" val=" 95"/>
</p:tagLst>
</file>

<file path=ppt/tags/tag261.xml><?xml version="1.0" encoding="utf-8"?>
<p:tagLst xmlns:a="http://schemas.openxmlformats.org/drawingml/2006/main" xmlns:r="http://schemas.openxmlformats.org/officeDocument/2006/relationships" xmlns:p="http://schemas.openxmlformats.org/presentationml/2006/main">
  <p:tag name="PPSPLIT_ID" val=" 98"/>
</p:tagLst>
</file>

<file path=ppt/tags/tag262.xml><?xml version="1.0" encoding="utf-8"?>
<p:tagLst xmlns:a="http://schemas.openxmlformats.org/drawingml/2006/main" xmlns:r="http://schemas.openxmlformats.org/officeDocument/2006/relationships" xmlns:p="http://schemas.openxmlformats.org/presentationml/2006/main">
  <p:tag name="PPSPLIT_ID" val=" 101"/>
</p:tagLst>
</file>

<file path=ppt/tags/tag263.xml><?xml version="1.0" encoding="utf-8"?>
<p:tagLst xmlns:a="http://schemas.openxmlformats.org/drawingml/2006/main" xmlns:r="http://schemas.openxmlformats.org/officeDocument/2006/relationships" xmlns:p="http://schemas.openxmlformats.org/presentationml/2006/main">
  <p:tag name="PPSPLIT_ID" val=" 104"/>
</p:tagLst>
</file>

<file path=ppt/tags/tag264.xml><?xml version="1.0" encoding="utf-8"?>
<p:tagLst xmlns:a="http://schemas.openxmlformats.org/drawingml/2006/main" xmlns:r="http://schemas.openxmlformats.org/officeDocument/2006/relationships" xmlns:p="http://schemas.openxmlformats.org/presentationml/2006/main">
  <p:tag name="PPSPLIT_ID" val=" 107"/>
</p:tagLst>
</file>

<file path=ppt/tags/tag265.xml><?xml version="1.0" encoding="utf-8"?>
<p:tagLst xmlns:a="http://schemas.openxmlformats.org/drawingml/2006/main" xmlns:r="http://schemas.openxmlformats.org/officeDocument/2006/relationships" xmlns:p="http://schemas.openxmlformats.org/presentationml/2006/main">
  <p:tag name="PPSPLIT_ID" val=" 110"/>
</p:tagLst>
</file>

<file path=ppt/tags/tag266.xml><?xml version="1.0" encoding="utf-8"?>
<p:tagLst xmlns:a="http://schemas.openxmlformats.org/drawingml/2006/main" xmlns:r="http://schemas.openxmlformats.org/officeDocument/2006/relationships" xmlns:p="http://schemas.openxmlformats.org/presentationml/2006/main">
  <p:tag name="PPSPLIT_ID" val=" 113"/>
</p:tagLst>
</file>

<file path=ppt/tags/tag267.xml><?xml version="1.0" encoding="utf-8"?>
<p:tagLst xmlns:a="http://schemas.openxmlformats.org/drawingml/2006/main" xmlns:r="http://schemas.openxmlformats.org/officeDocument/2006/relationships" xmlns:p="http://schemas.openxmlformats.org/presentationml/2006/main">
  <p:tag name="PPSPLIT_ID" val=" 116"/>
</p:tagLst>
</file>

<file path=ppt/tags/tag268.xml><?xml version="1.0" encoding="utf-8"?>
<p:tagLst xmlns:a="http://schemas.openxmlformats.org/drawingml/2006/main" xmlns:r="http://schemas.openxmlformats.org/officeDocument/2006/relationships" xmlns:p="http://schemas.openxmlformats.org/presentationml/2006/main">
  <p:tag name="PPSPLIT_ID" val=" 119"/>
</p:tagLst>
</file>

<file path=ppt/tags/tag269.xml><?xml version="1.0" encoding="utf-8"?>
<p:tagLst xmlns:a="http://schemas.openxmlformats.org/drawingml/2006/main" xmlns:r="http://schemas.openxmlformats.org/officeDocument/2006/relationships" xmlns:p="http://schemas.openxmlformats.org/presentationml/2006/main">
  <p:tag name="PPSPLIT_ID" val=" 122"/>
</p:tagLst>
</file>

<file path=ppt/tags/tag270.xml><?xml version="1.0" encoding="utf-8"?>
<p:tagLst xmlns:a="http://schemas.openxmlformats.org/drawingml/2006/main" xmlns:r="http://schemas.openxmlformats.org/officeDocument/2006/relationships" xmlns:p="http://schemas.openxmlformats.org/presentationml/2006/main">
  <p:tag name="PPSPLIT_ID" val=" 125"/>
</p:tagLst>
</file>

<file path=ppt/tags/tag271.xml><?xml version="1.0" encoding="utf-8"?>
<p:tagLst xmlns:a="http://schemas.openxmlformats.org/drawingml/2006/main" xmlns:r="http://schemas.openxmlformats.org/officeDocument/2006/relationships" xmlns:p="http://schemas.openxmlformats.org/presentationml/2006/main">
  <p:tag name="PPSPLIT_ID" val=" 128"/>
</p:tagLst>
</file>

<file path=ppt/tags/tag272.xml><?xml version="1.0" encoding="utf-8"?>
<p:tagLst xmlns:a="http://schemas.openxmlformats.org/drawingml/2006/main" xmlns:r="http://schemas.openxmlformats.org/officeDocument/2006/relationships" xmlns:p="http://schemas.openxmlformats.org/presentationml/2006/main">
  <p:tag name="PPSPLIT_ID" val=" 131"/>
</p:tagLst>
</file>

<file path=ppt/tags/tag273.xml><?xml version="1.0" encoding="utf-8"?>
<p:tagLst xmlns:a="http://schemas.openxmlformats.org/drawingml/2006/main" xmlns:r="http://schemas.openxmlformats.org/officeDocument/2006/relationships" xmlns:p="http://schemas.openxmlformats.org/presentationml/2006/main">
  <p:tag name="PPSPLIT_ID" val=" 134"/>
</p:tagLst>
</file>

<file path=ppt/tags/tag274.xml><?xml version="1.0" encoding="utf-8"?>
<p:tagLst xmlns:a="http://schemas.openxmlformats.org/drawingml/2006/main" xmlns:r="http://schemas.openxmlformats.org/officeDocument/2006/relationships" xmlns:p="http://schemas.openxmlformats.org/presentationml/2006/main">
  <p:tag name="PPSPLIT_ID" val=" 137"/>
</p:tagLst>
</file>

<file path=ppt/tags/tag275.xml><?xml version="1.0" encoding="utf-8"?>
<p:tagLst xmlns:a="http://schemas.openxmlformats.org/drawingml/2006/main" xmlns:r="http://schemas.openxmlformats.org/officeDocument/2006/relationships" xmlns:p="http://schemas.openxmlformats.org/presentationml/2006/main">
  <p:tag name="PPSPLIT_ID" val=" 140"/>
</p:tagLst>
</file>

<file path=ppt/tags/tag276.xml><?xml version="1.0" encoding="utf-8"?>
<p:tagLst xmlns:a="http://schemas.openxmlformats.org/drawingml/2006/main" xmlns:r="http://schemas.openxmlformats.org/officeDocument/2006/relationships" xmlns:p="http://schemas.openxmlformats.org/presentationml/2006/main">
  <p:tag name="PPSPLIT_ID" val=" 143"/>
</p:tagLst>
</file>

<file path=ppt/tags/tag277.xml><?xml version="1.0" encoding="utf-8"?>
<p:tagLst xmlns:a="http://schemas.openxmlformats.org/drawingml/2006/main" xmlns:r="http://schemas.openxmlformats.org/officeDocument/2006/relationships" xmlns:p="http://schemas.openxmlformats.org/presentationml/2006/main">
  <p:tag name="PPSPLIT_ID" val=" 27"/>
</p:tagLst>
</file>

<file path=ppt/tags/tag278.xml><?xml version="1.0" encoding="utf-8"?>
<p:tagLst xmlns:a="http://schemas.openxmlformats.org/drawingml/2006/main" xmlns:r="http://schemas.openxmlformats.org/officeDocument/2006/relationships" xmlns:p="http://schemas.openxmlformats.org/presentationml/2006/main">
  <p:tag name="PPSPLIT_ID" val=" 32"/>
</p:tagLst>
</file>

<file path=ppt/tags/tag279.xml><?xml version="1.0" encoding="utf-8"?>
<p:tagLst xmlns:a="http://schemas.openxmlformats.org/drawingml/2006/main" xmlns:r="http://schemas.openxmlformats.org/officeDocument/2006/relationships" xmlns:p="http://schemas.openxmlformats.org/presentationml/2006/main">
  <p:tag name="PPSPLIT_ID" val=" 33"/>
</p:tagLst>
</file>

<file path=ppt/tags/tag280.xml><?xml version="1.0" encoding="utf-8"?>
<p:tagLst xmlns:a="http://schemas.openxmlformats.org/drawingml/2006/main" xmlns:r="http://schemas.openxmlformats.org/officeDocument/2006/relationships" xmlns:p="http://schemas.openxmlformats.org/presentationml/2006/main">
  <p:tag name="PPSPLIT_ID" val=" 3"/>
</p:tagLst>
</file>

<file path=ppt/tags/tag281.xml><?xml version="1.0" encoding="utf-8"?>
<p:tagLst xmlns:a="http://schemas.openxmlformats.org/drawingml/2006/main" xmlns:r="http://schemas.openxmlformats.org/officeDocument/2006/relationships" xmlns:p="http://schemas.openxmlformats.org/presentationml/2006/main">
  <p:tag name="PPSPLIT_ID" val=" 5"/>
</p:tagLst>
</file>

<file path=ppt/tags/tag282.xml><?xml version="1.0" encoding="utf-8"?>
<p:tagLst xmlns:a="http://schemas.openxmlformats.org/drawingml/2006/main" xmlns:r="http://schemas.openxmlformats.org/officeDocument/2006/relationships" xmlns:p="http://schemas.openxmlformats.org/presentationml/2006/main">
  <p:tag name="PPSPLIT_ID" val=" 4"/>
</p:tagLst>
</file>

<file path=ppt/tags/tag283.xml><?xml version="1.0" encoding="utf-8"?>
<p:tagLst xmlns:a="http://schemas.openxmlformats.org/drawingml/2006/main" xmlns:r="http://schemas.openxmlformats.org/officeDocument/2006/relationships" xmlns:p="http://schemas.openxmlformats.org/presentationml/2006/main">
  <p:tag name="PPSPLIT_ID" val=" 12"/>
</p:tagLst>
</file>

<file path=ppt/tags/tag284.xml><?xml version="1.0" encoding="utf-8"?>
<p:tagLst xmlns:a="http://schemas.openxmlformats.org/drawingml/2006/main" xmlns:r="http://schemas.openxmlformats.org/officeDocument/2006/relationships" xmlns:p="http://schemas.openxmlformats.org/presentationml/2006/main">
  <p:tag name="PPSPLIT_ID" val=" 18"/>
</p:tagLst>
</file>

<file path=ppt/tags/tag285.xml><?xml version="1.0" encoding="utf-8"?>
<p:tagLst xmlns:a="http://schemas.openxmlformats.org/drawingml/2006/main" xmlns:r="http://schemas.openxmlformats.org/officeDocument/2006/relationships" xmlns:p="http://schemas.openxmlformats.org/presentationml/2006/main">
  <p:tag name="PPSPLIT_ID" val=" 22"/>
</p:tagLst>
</file>

<file path=ppt/tags/tag286.xml><?xml version="1.0" encoding="utf-8"?>
<p:tagLst xmlns:a="http://schemas.openxmlformats.org/drawingml/2006/main" xmlns:r="http://schemas.openxmlformats.org/officeDocument/2006/relationships" xmlns:p="http://schemas.openxmlformats.org/presentationml/2006/main">
  <p:tag name="PPSPLIT_ID" val=" 149"/>
</p:tagLst>
</file>

<file path=ppt/tags/tag287.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288.xml><?xml version="1.0" encoding="utf-8"?>
<p:tagLst xmlns:a="http://schemas.openxmlformats.org/drawingml/2006/main" xmlns:r="http://schemas.openxmlformats.org/officeDocument/2006/relationships" xmlns:p="http://schemas.openxmlformats.org/presentationml/2006/main">
  <p:tag name="PPSPLIT_ID" val=" 6"/>
</p:tagLst>
</file>

<file path=ppt/tags/tag289.xml><?xml version="1.0" encoding="utf-8"?>
<p:tagLst xmlns:a="http://schemas.openxmlformats.org/drawingml/2006/main" xmlns:r="http://schemas.openxmlformats.org/officeDocument/2006/relationships" xmlns:p="http://schemas.openxmlformats.org/presentationml/2006/main">
  <p:tag name="PPSPLIT_ID" val=" 2"/>
</p:tagLst>
</file>

<file path=ppt/tags/tag290.xml><?xml version="1.0" encoding="utf-8"?>
<p:tagLst xmlns:a="http://schemas.openxmlformats.org/drawingml/2006/main" xmlns:r="http://schemas.openxmlformats.org/officeDocument/2006/relationships" xmlns:p="http://schemas.openxmlformats.org/presentationml/2006/main">
  <p:tag name="PPSPLIT_ID" val=" 29"/>
</p:tagLst>
</file>

<file path=ppt/tags/tag291.xml><?xml version="1.0" encoding="utf-8"?>
<p:tagLst xmlns:a="http://schemas.openxmlformats.org/drawingml/2006/main" xmlns:r="http://schemas.openxmlformats.org/officeDocument/2006/relationships" xmlns:p="http://schemas.openxmlformats.org/presentationml/2006/main">
  <p:tag name="PPSPLIT_ID" val=" 30"/>
</p:tagLst>
</file>

<file path=ppt/tags/tag292.xml><?xml version="1.0" encoding="utf-8"?>
<p:tagLst xmlns:a="http://schemas.openxmlformats.org/drawingml/2006/main" xmlns:r="http://schemas.openxmlformats.org/officeDocument/2006/relationships" xmlns:p="http://schemas.openxmlformats.org/presentationml/2006/main">
  <p:tag name="PPSPLIT_ID" val=" 27"/>
</p:tagLst>
</file>

<file path=ppt/tags/tag293.xml><?xml version="1.0" encoding="utf-8"?>
<p:tagLst xmlns:a="http://schemas.openxmlformats.org/drawingml/2006/main" xmlns:r="http://schemas.openxmlformats.org/officeDocument/2006/relationships" xmlns:p="http://schemas.openxmlformats.org/presentationml/2006/main">
  <p:tag name="PPSPLIT_ID" val=" 31"/>
</p:tagLst>
</file>

<file path=ppt/tags/tag294.xml><?xml version="1.0" encoding="utf-8"?>
<p:tagLst xmlns:a="http://schemas.openxmlformats.org/drawingml/2006/main" xmlns:r="http://schemas.openxmlformats.org/officeDocument/2006/relationships" xmlns:p="http://schemas.openxmlformats.org/presentationml/2006/main">
  <p:tag name="PPSPLIT_ID" val=" 24"/>
</p:tagLst>
</file>

<file path=ppt/tags/tag295.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296.xml><?xml version="1.0" encoding="utf-8"?>
<p:tagLst xmlns:a="http://schemas.openxmlformats.org/drawingml/2006/main" xmlns:r="http://schemas.openxmlformats.org/officeDocument/2006/relationships" xmlns:p="http://schemas.openxmlformats.org/presentationml/2006/main">
  <p:tag name="PPSPLIT_ID" val=" 6"/>
</p:tagLst>
</file>

<file path=ppt/tags/tag297.xml><?xml version="1.0" encoding="utf-8"?>
<p:tagLst xmlns:a="http://schemas.openxmlformats.org/drawingml/2006/main" xmlns:r="http://schemas.openxmlformats.org/officeDocument/2006/relationships" xmlns:p="http://schemas.openxmlformats.org/presentationml/2006/main">
  <p:tag name="PPSPLIT_ID" val=" 37"/>
</p:tagLst>
</file>

<file path=ppt/tags/tag298.xml><?xml version="1.0" encoding="utf-8"?>
<p:tagLst xmlns:a="http://schemas.openxmlformats.org/drawingml/2006/main" xmlns:r="http://schemas.openxmlformats.org/officeDocument/2006/relationships" xmlns:p="http://schemas.openxmlformats.org/presentationml/2006/main">
  <p:tag name="PPSPLIT_ID" val=" 2"/>
</p:tagLst>
</file>

<file path=ppt/tags/tag299.xml><?xml version="1.0" encoding="utf-8"?>
<p:tagLst xmlns:a="http://schemas.openxmlformats.org/drawingml/2006/main" xmlns:r="http://schemas.openxmlformats.org/officeDocument/2006/relationships" xmlns:p="http://schemas.openxmlformats.org/presentationml/2006/main">
  <p:tag name="PPSPLIT_ID" val=" 18"/>
</p:tagLst>
</file>

<file path=ppt/tags/tag300.xml><?xml version="1.0" encoding="utf-8"?>
<p:tagLst xmlns:a="http://schemas.openxmlformats.org/drawingml/2006/main" xmlns:r="http://schemas.openxmlformats.org/officeDocument/2006/relationships" xmlns:p="http://schemas.openxmlformats.org/presentationml/2006/main">
  <p:tag name="PPSPLIT_ID" val=" 19"/>
</p:tagLst>
</file>

<file path=ppt/tags/tag301.xml><?xml version="1.0" encoding="utf-8"?>
<p:tagLst xmlns:a="http://schemas.openxmlformats.org/drawingml/2006/main" xmlns:r="http://schemas.openxmlformats.org/officeDocument/2006/relationships" xmlns:p="http://schemas.openxmlformats.org/presentationml/2006/main">
  <p:tag name="PPSPLIT_ID" val=" 29"/>
</p:tagLst>
</file>

<file path=ppt/tags/tag302.xml><?xml version="1.0" encoding="utf-8"?>
<p:tagLst xmlns:a="http://schemas.openxmlformats.org/drawingml/2006/main" xmlns:r="http://schemas.openxmlformats.org/officeDocument/2006/relationships" xmlns:p="http://schemas.openxmlformats.org/presentationml/2006/main">
  <p:tag name="PPSPLIT_ID" val=" 30"/>
</p:tagLst>
</file>

<file path=ppt/tags/tag303.xml><?xml version="1.0" encoding="utf-8"?>
<p:tagLst xmlns:a="http://schemas.openxmlformats.org/drawingml/2006/main" xmlns:r="http://schemas.openxmlformats.org/officeDocument/2006/relationships" xmlns:p="http://schemas.openxmlformats.org/presentationml/2006/main">
  <p:tag name="PPSPLIT_ID" val=" 25"/>
</p:tagLst>
</file>

<file path=ppt/tags/tag304.xml><?xml version="1.0" encoding="utf-8"?>
<p:tagLst xmlns:a="http://schemas.openxmlformats.org/drawingml/2006/main" xmlns:r="http://schemas.openxmlformats.org/officeDocument/2006/relationships" xmlns:p="http://schemas.openxmlformats.org/presentationml/2006/main">
  <p:tag name="PPSPLIT_ID" val=" 27"/>
</p:tagLst>
</file>

<file path=ppt/tags/tag305.xml><?xml version="1.0" encoding="utf-8"?>
<p:tagLst xmlns:a="http://schemas.openxmlformats.org/drawingml/2006/main" xmlns:r="http://schemas.openxmlformats.org/officeDocument/2006/relationships" xmlns:p="http://schemas.openxmlformats.org/presentationml/2006/main">
  <p:tag name="PPSPLIT_ID" val=" 31"/>
</p:tagLst>
</file>

<file path=ppt/tags/tag306.xml><?xml version="1.0" encoding="utf-8"?>
<p:tagLst xmlns:a="http://schemas.openxmlformats.org/drawingml/2006/main" xmlns:r="http://schemas.openxmlformats.org/officeDocument/2006/relationships" xmlns:p="http://schemas.openxmlformats.org/presentationml/2006/main">
  <p:tag name="PPSPLIT_ID" val=" 24"/>
</p:tagLst>
</file>

<file path=ppt/tags/tag307.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308.xml><?xml version="1.0" encoding="utf-8"?>
<p:tagLst xmlns:a="http://schemas.openxmlformats.org/drawingml/2006/main" xmlns:r="http://schemas.openxmlformats.org/officeDocument/2006/relationships" xmlns:p="http://schemas.openxmlformats.org/presentationml/2006/main">
  <p:tag name="PPSPLIT_ID" val=" 6"/>
</p:tagLst>
</file>

<file path=ppt/tags/tag309.xml><?xml version="1.0" encoding="utf-8"?>
<p:tagLst xmlns:a="http://schemas.openxmlformats.org/drawingml/2006/main" xmlns:r="http://schemas.openxmlformats.org/officeDocument/2006/relationships" xmlns:p="http://schemas.openxmlformats.org/presentationml/2006/main">
  <p:tag name="PPSPLIT_ID" val=" 39"/>
</p:tagLst>
</file>

<file path=ppt/tags/tag310.xml><?xml version="1.0" encoding="utf-8"?>
<p:tagLst xmlns:a="http://schemas.openxmlformats.org/drawingml/2006/main" xmlns:r="http://schemas.openxmlformats.org/officeDocument/2006/relationships" xmlns:p="http://schemas.openxmlformats.org/presentationml/2006/main">
  <p:tag name="PPSPLIT_ID" val=" 37"/>
</p:tagLst>
</file>

<file path=ppt/tags/tag311.xml><?xml version="1.0" encoding="utf-8"?>
<p:tagLst xmlns:a="http://schemas.openxmlformats.org/drawingml/2006/main" xmlns:r="http://schemas.openxmlformats.org/officeDocument/2006/relationships" xmlns:p="http://schemas.openxmlformats.org/presentationml/2006/main">
  <p:tag name="PPSPLIT_ID" val=" 2"/>
</p:tagLst>
</file>

<file path=ppt/tags/tag312.xml><?xml version="1.0" encoding="utf-8"?>
<p:tagLst xmlns:a="http://schemas.openxmlformats.org/drawingml/2006/main" xmlns:r="http://schemas.openxmlformats.org/officeDocument/2006/relationships" xmlns:p="http://schemas.openxmlformats.org/presentationml/2006/main">
  <p:tag name="PPSPLIT_ID" val=" 18"/>
</p:tagLst>
</file>

<file path=ppt/tags/tag313.xml><?xml version="1.0" encoding="utf-8"?>
<p:tagLst xmlns:a="http://schemas.openxmlformats.org/drawingml/2006/main" xmlns:r="http://schemas.openxmlformats.org/officeDocument/2006/relationships" xmlns:p="http://schemas.openxmlformats.org/presentationml/2006/main">
  <p:tag name="PPSPLIT_ID" val=" 19"/>
</p:tagLst>
</file>

<file path=ppt/tags/tag314.xml><?xml version="1.0" encoding="utf-8"?>
<p:tagLst xmlns:a="http://schemas.openxmlformats.org/drawingml/2006/main" xmlns:r="http://schemas.openxmlformats.org/officeDocument/2006/relationships" xmlns:p="http://schemas.openxmlformats.org/presentationml/2006/main">
  <p:tag name="PPSPLIT_ID" val=" 29"/>
</p:tagLst>
</file>

<file path=ppt/tags/tag315.xml><?xml version="1.0" encoding="utf-8"?>
<p:tagLst xmlns:a="http://schemas.openxmlformats.org/drawingml/2006/main" xmlns:r="http://schemas.openxmlformats.org/officeDocument/2006/relationships" xmlns:p="http://schemas.openxmlformats.org/presentationml/2006/main">
  <p:tag name="PPSPLIT_ID" val=" 30"/>
</p:tagLst>
</file>

<file path=ppt/tags/tag316.xml><?xml version="1.0" encoding="utf-8"?>
<p:tagLst xmlns:a="http://schemas.openxmlformats.org/drawingml/2006/main" xmlns:r="http://schemas.openxmlformats.org/officeDocument/2006/relationships" xmlns:p="http://schemas.openxmlformats.org/presentationml/2006/main">
  <p:tag name="PPSPLIT_ID" val=" 20"/>
</p:tagLst>
</file>

<file path=ppt/tags/tag317.xml><?xml version="1.0" encoding="utf-8"?>
<p:tagLst xmlns:a="http://schemas.openxmlformats.org/drawingml/2006/main" xmlns:r="http://schemas.openxmlformats.org/officeDocument/2006/relationships" xmlns:p="http://schemas.openxmlformats.org/presentationml/2006/main">
  <p:tag name="PPSPLIT_ID" val=" 25"/>
</p:tagLst>
</file>

<file path=ppt/tags/tag318.xml><?xml version="1.0" encoding="utf-8"?>
<p:tagLst xmlns:a="http://schemas.openxmlformats.org/drawingml/2006/main" xmlns:r="http://schemas.openxmlformats.org/officeDocument/2006/relationships" xmlns:p="http://schemas.openxmlformats.org/presentationml/2006/main">
  <p:tag name="PPSPLIT_ID" val=" 31"/>
</p:tagLst>
</file>

<file path=ppt/tags/tag319.xml><?xml version="1.0" encoding="utf-8"?>
<p:tagLst xmlns:a="http://schemas.openxmlformats.org/drawingml/2006/main" xmlns:r="http://schemas.openxmlformats.org/officeDocument/2006/relationships" xmlns:p="http://schemas.openxmlformats.org/presentationml/2006/main">
  <p:tag name="PPSPLIT_ID" val=" 22"/>
</p:tagLst>
</file>

<file path=ppt/tags/tag320.xml><?xml version="1.0" encoding="utf-8"?>
<p:tagLst xmlns:a="http://schemas.openxmlformats.org/drawingml/2006/main" xmlns:r="http://schemas.openxmlformats.org/officeDocument/2006/relationships" xmlns:p="http://schemas.openxmlformats.org/presentationml/2006/main">
  <p:tag name="PPSPLIT_ID" val=" 24"/>
</p:tagLst>
</file>

<file path=ppt/tags/tag321.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322.xml><?xml version="1.0" encoding="utf-8"?>
<p:tagLst xmlns:a="http://schemas.openxmlformats.org/drawingml/2006/main" xmlns:r="http://schemas.openxmlformats.org/officeDocument/2006/relationships" xmlns:p="http://schemas.openxmlformats.org/presentationml/2006/main">
  <p:tag name="PPSPLIT_ID" val=" 6"/>
</p:tagLst>
</file>

<file path=ppt/tags/tag323.xml><?xml version="1.0" encoding="utf-8"?>
<p:tagLst xmlns:a="http://schemas.openxmlformats.org/drawingml/2006/main" xmlns:r="http://schemas.openxmlformats.org/officeDocument/2006/relationships" xmlns:p="http://schemas.openxmlformats.org/presentationml/2006/main">
  <p:tag name="PPSPLIT_ID" val=" 39"/>
</p:tagLst>
</file>

<file path=ppt/tags/tag324.xml><?xml version="1.0" encoding="utf-8"?>
<p:tagLst xmlns:a="http://schemas.openxmlformats.org/drawingml/2006/main" xmlns:r="http://schemas.openxmlformats.org/officeDocument/2006/relationships" xmlns:p="http://schemas.openxmlformats.org/presentationml/2006/main">
  <p:tag name="PPSPLIT_ID" val=" 41"/>
</p:tagLst>
</file>

<file path=ppt/tags/tag325.xml><?xml version="1.0" encoding="utf-8"?>
<p:tagLst xmlns:a="http://schemas.openxmlformats.org/drawingml/2006/main" xmlns:r="http://schemas.openxmlformats.org/officeDocument/2006/relationships" xmlns:p="http://schemas.openxmlformats.org/presentationml/2006/main">
  <p:tag name="PPSPLIT_ID" val=" 37"/>
</p:tagLst>
</file>

<file path=ppt/tags/tag326.xml><?xml version="1.0" encoding="utf-8"?>
<p:tagLst xmlns:a="http://schemas.openxmlformats.org/drawingml/2006/main" xmlns:r="http://schemas.openxmlformats.org/officeDocument/2006/relationships" xmlns:p="http://schemas.openxmlformats.org/presentationml/2006/main">
  <p:tag name="PPSPLIT_ID" val=" 2"/>
</p:tagLst>
</file>

<file path=ppt/tags/tag327.xml><?xml version="1.0" encoding="utf-8"?>
<p:tagLst xmlns:a="http://schemas.openxmlformats.org/drawingml/2006/main" xmlns:r="http://schemas.openxmlformats.org/officeDocument/2006/relationships" xmlns:p="http://schemas.openxmlformats.org/presentationml/2006/main">
  <p:tag name="PPSPLIT_ID" val=" 18"/>
</p:tagLst>
</file>

<file path=ppt/tags/tag328.xml><?xml version="1.0" encoding="utf-8"?>
<p:tagLst xmlns:a="http://schemas.openxmlformats.org/drawingml/2006/main" xmlns:r="http://schemas.openxmlformats.org/officeDocument/2006/relationships" xmlns:p="http://schemas.openxmlformats.org/presentationml/2006/main">
  <p:tag name="PPSPLIT_ID" val=" 19"/>
</p:tagLst>
</file>

<file path=ppt/tags/tag329.xml><?xml version="1.0" encoding="utf-8"?>
<p:tagLst xmlns:a="http://schemas.openxmlformats.org/drawingml/2006/main" xmlns:r="http://schemas.openxmlformats.org/officeDocument/2006/relationships" xmlns:p="http://schemas.openxmlformats.org/presentationml/2006/main">
  <p:tag name="PPSPLIT_ID" val=" 29"/>
</p:tagLst>
</file>

<file path=ppt/tags/tag330.xml><?xml version="1.0" encoding="utf-8"?>
<p:tagLst xmlns:a="http://schemas.openxmlformats.org/drawingml/2006/main" xmlns:r="http://schemas.openxmlformats.org/officeDocument/2006/relationships" xmlns:p="http://schemas.openxmlformats.org/presentationml/2006/main">
  <p:tag name="PPSPLIT_ID" val=" 30"/>
</p:tagLst>
</file>

<file path=ppt/tags/tag331.xml><?xml version="1.0" encoding="utf-8"?>
<p:tagLst xmlns:a="http://schemas.openxmlformats.org/drawingml/2006/main" xmlns:r="http://schemas.openxmlformats.org/officeDocument/2006/relationships" xmlns:p="http://schemas.openxmlformats.org/presentationml/2006/main">
  <p:tag name="PPSPLIT_ID" val=" 7"/>
</p:tagLst>
</file>

<file path=ppt/tags/tag332.xml><?xml version="1.0" encoding="utf-8"?>
<p:tagLst xmlns:a="http://schemas.openxmlformats.org/drawingml/2006/main" xmlns:r="http://schemas.openxmlformats.org/officeDocument/2006/relationships" xmlns:p="http://schemas.openxmlformats.org/presentationml/2006/main">
  <p:tag name="PPSPLIT_ID" val=" 20"/>
</p:tagLst>
</file>

<file path=ppt/tags/tag333.xml><?xml version="1.0" encoding="utf-8"?>
<p:tagLst xmlns:a="http://schemas.openxmlformats.org/drawingml/2006/main" xmlns:r="http://schemas.openxmlformats.org/officeDocument/2006/relationships" xmlns:p="http://schemas.openxmlformats.org/presentationml/2006/main">
  <p:tag name="PPSPLIT_ID" val=" 25"/>
</p:tagLst>
</file>

<file path=ppt/tags/tag334.xml><?xml version="1.0" encoding="utf-8"?>
<p:tagLst xmlns:a="http://schemas.openxmlformats.org/drawingml/2006/main" xmlns:r="http://schemas.openxmlformats.org/officeDocument/2006/relationships" xmlns:p="http://schemas.openxmlformats.org/presentationml/2006/main">
  <p:tag name="PPSPLIT_ID" val=" 15"/>
</p:tagLst>
</file>

<file path=ppt/tags/tag335.xml><?xml version="1.0" encoding="utf-8"?>
<p:tagLst xmlns:a="http://schemas.openxmlformats.org/drawingml/2006/main" xmlns:r="http://schemas.openxmlformats.org/officeDocument/2006/relationships" xmlns:p="http://schemas.openxmlformats.org/presentationml/2006/main">
  <p:tag name="PPSPLIT_ID" val=" 22"/>
</p:tagLst>
</file>

<file path=ppt/tags/tag336.xml><?xml version="1.0" encoding="utf-8"?>
<p:tagLst xmlns:a="http://schemas.openxmlformats.org/drawingml/2006/main" xmlns:r="http://schemas.openxmlformats.org/officeDocument/2006/relationships" xmlns:p="http://schemas.openxmlformats.org/presentationml/2006/main">
  <p:tag name="PPSPLIT_ID" val=" 24"/>
</p:tagLst>
</file>

<file path=ppt/tags/tag337.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338.xml><?xml version="1.0" encoding="utf-8"?>
<p:tagLst xmlns:a="http://schemas.openxmlformats.org/drawingml/2006/main" xmlns:r="http://schemas.openxmlformats.org/officeDocument/2006/relationships" xmlns:p="http://schemas.openxmlformats.org/presentationml/2006/main">
  <p:tag name="PPSPLIT_ID" val=" 6"/>
</p:tagLst>
</file>

<file path=ppt/tags/tag339.xml><?xml version="1.0" encoding="utf-8"?>
<p:tagLst xmlns:a="http://schemas.openxmlformats.org/drawingml/2006/main" xmlns:r="http://schemas.openxmlformats.org/officeDocument/2006/relationships" xmlns:p="http://schemas.openxmlformats.org/presentationml/2006/main">
  <p:tag name="PPSPLIT_ID" val=" 39"/>
</p:tagLst>
</file>

<file path=ppt/tags/tag340.xml><?xml version="1.0" encoding="utf-8"?>
<p:tagLst xmlns:a="http://schemas.openxmlformats.org/drawingml/2006/main" xmlns:r="http://schemas.openxmlformats.org/officeDocument/2006/relationships" xmlns:p="http://schemas.openxmlformats.org/presentationml/2006/main">
  <p:tag name="PPSPLIT_ID" val=" 41"/>
</p:tagLst>
</file>

<file path=ppt/tags/tag341.xml><?xml version="1.0" encoding="utf-8"?>
<p:tagLst xmlns:a="http://schemas.openxmlformats.org/drawingml/2006/main" xmlns:r="http://schemas.openxmlformats.org/officeDocument/2006/relationships" xmlns:p="http://schemas.openxmlformats.org/presentationml/2006/main">
  <p:tag name="PPSPLIT_ID" val=" 43"/>
</p:tagLst>
</file>

<file path=ppt/tags/tag342.xml><?xml version="1.0" encoding="utf-8"?>
<p:tagLst xmlns:a="http://schemas.openxmlformats.org/drawingml/2006/main" xmlns:r="http://schemas.openxmlformats.org/officeDocument/2006/relationships" xmlns:p="http://schemas.openxmlformats.org/presentationml/2006/main">
  <p:tag name="PPSPLIT_ID" val=" 37"/>
</p:tagLst>
</file>

<file path=ppt/tags/tag343.xml><?xml version="1.0" encoding="utf-8"?>
<p:tagLst xmlns:a="http://schemas.openxmlformats.org/drawingml/2006/main" xmlns:r="http://schemas.openxmlformats.org/officeDocument/2006/relationships" xmlns:p="http://schemas.openxmlformats.org/presentationml/2006/main">
  <p:tag name="PPSPLIT_ID" val=" 2"/>
</p:tagLst>
</file>

<file path=ppt/tags/tag344.xml><?xml version="1.0" encoding="utf-8"?>
<p:tagLst xmlns:a="http://schemas.openxmlformats.org/drawingml/2006/main" xmlns:r="http://schemas.openxmlformats.org/officeDocument/2006/relationships" xmlns:p="http://schemas.openxmlformats.org/presentationml/2006/main">
  <p:tag name="PPSPLIT_ID" val=" 14"/>
</p:tagLst>
</file>

<file path=ppt/tags/tag345.xml><?xml version="1.0" encoding="utf-8"?>
<p:tagLst xmlns:a="http://schemas.openxmlformats.org/drawingml/2006/main" xmlns:r="http://schemas.openxmlformats.org/officeDocument/2006/relationships" xmlns:p="http://schemas.openxmlformats.org/presentationml/2006/main">
  <p:tag name="PPSPLIT_ID" val=" 16"/>
</p:tagLst>
</file>

<file path=ppt/tags/tag346.xml><?xml version="1.0" encoding="utf-8"?>
<p:tagLst xmlns:a="http://schemas.openxmlformats.org/drawingml/2006/main" xmlns:r="http://schemas.openxmlformats.org/officeDocument/2006/relationships" xmlns:p="http://schemas.openxmlformats.org/presentationml/2006/main">
  <p:tag name="PPSPLIT_ID" val=" 18"/>
</p:tagLst>
</file>

<file path=ppt/tags/tag347.xml><?xml version="1.0" encoding="utf-8"?>
<p:tagLst xmlns:a="http://schemas.openxmlformats.org/drawingml/2006/main" xmlns:r="http://schemas.openxmlformats.org/officeDocument/2006/relationships" xmlns:p="http://schemas.openxmlformats.org/presentationml/2006/main">
  <p:tag name="PPSPLIT_ID" val=" 19"/>
</p:tagLst>
</file>

<file path=ppt/tags/tag348.xml><?xml version="1.0" encoding="utf-8"?>
<p:tagLst xmlns:a="http://schemas.openxmlformats.org/drawingml/2006/main" xmlns:r="http://schemas.openxmlformats.org/officeDocument/2006/relationships" xmlns:p="http://schemas.openxmlformats.org/presentationml/2006/main">
  <p:tag name="PPSPLIT_ID" val=" 29"/>
</p:tagLst>
</file>

<file path=ppt/tags/tag349.xml><?xml version="1.0" encoding="utf-8"?>
<p:tagLst xmlns:a="http://schemas.openxmlformats.org/drawingml/2006/main" xmlns:r="http://schemas.openxmlformats.org/officeDocument/2006/relationships" xmlns:p="http://schemas.openxmlformats.org/presentationml/2006/main">
  <p:tag name="PPSPLIT_ID" val=" 30"/>
</p:tagLst>
</file>

<file path=ppt/tags/tag350.xml><?xml version="1.0" encoding="utf-8"?>
<p:tagLst xmlns:a="http://schemas.openxmlformats.org/drawingml/2006/main" xmlns:r="http://schemas.openxmlformats.org/officeDocument/2006/relationships" xmlns:p="http://schemas.openxmlformats.org/presentationml/2006/main">
  <p:tag name="PPSPLIT_ID" val=" 7"/>
</p:tagLst>
</file>

<file path=ppt/tags/tag351.xml><?xml version="1.0" encoding="utf-8"?>
<p:tagLst xmlns:a="http://schemas.openxmlformats.org/drawingml/2006/main" xmlns:r="http://schemas.openxmlformats.org/officeDocument/2006/relationships" xmlns:p="http://schemas.openxmlformats.org/presentationml/2006/main">
  <p:tag name="PPSPLIT_ID" val=" 20"/>
</p:tagLst>
</file>

<file path=ppt/tags/tag352.xml><?xml version="1.0" encoding="utf-8"?>
<p:tagLst xmlns:a="http://schemas.openxmlformats.org/drawingml/2006/main" xmlns:r="http://schemas.openxmlformats.org/officeDocument/2006/relationships" xmlns:p="http://schemas.openxmlformats.org/presentationml/2006/main">
  <p:tag name="PPSPLIT_ID" val=" 25"/>
</p:tagLst>
</file>

<file path=ppt/tags/tag353.xml><?xml version="1.0" encoding="utf-8"?>
<p:tagLst xmlns:a="http://schemas.openxmlformats.org/drawingml/2006/main" xmlns:r="http://schemas.openxmlformats.org/officeDocument/2006/relationships" xmlns:p="http://schemas.openxmlformats.org/presentationml/2006/main">
  <p:tag name="PPSPLIT_ID" val=" 17"/>
</p:tagLst>
</file>

<file path=ppt/tags/tag354.xml><?xml version="1.0" encoding="utf-8"?>
<p:tagLst xmlns:a="http://schemas.openxmlformats.org/drawingml/2006/main" xmlns:r="http://schemas.openxmlformats.org/officeDocument/2006/relationships" xmlns:p="http://schemas.openxmlformats.org/presentationml/2006/main">
  <p:tag name="PPSPLIT_ID" val=" 15"/>
</p:tagLst>
</file>

<file path=ppt/tags/tag355.xml><?xml version="1.0" encoding="utf-8"?>
<p:tagLst xmlns:a="http://schemas.openxmlformats.org/drawingml/2006/main" xmlns:r="http://schemas.openxmlformats.org/officeDocument/2006/relationships" xmlns:p="http://schemas.openxmlformats.org/presentationml/2006/main">
  <p:tag name="PPSPLIT_ID" val=" 22"/>
</p:tagLst>
</file>

<file path=ppt/tags/tag356.xml><?xml version="1.0" encoding="utf-8"?>
<p:tagLst xmlns:a="http://schemas.openxmlformats.org/drawingml/2006/main" xmlns:r="http://schemas.openxmlformats.org/officeDocument/2006/relationships" xmlns:p="http://schemas.openxmlformats.org/presentationml/2006/main">
  <p:tag name="PPSPLIT_ID" val=" 24"/>
</p:tagLst>
</file>

<file path=ppt/tags/tag357.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 name="PPSPLIT_DONE" val="1"/>
</p:tagLst>
</file>

<file path=ppt/tags/tag358.xml><?xml version="1.0" encoding="utf-8"?>
<p:tagLst xmlns:a="http://schemas.openxmlformats.org/drawingml/2006/main" xmlns:r="http://schemas.openxmlformats.org/officeDocument/2006/relationships" xmlns:p="http://schemas.openxmlformats.org/presentationml/2006/main">
  <p:tag name="PPSPLIT_ID" val=" 6"/>
</p:tagLst>
</file>

<file path=ppt/tags/tag359.xml><?xml version="1.0" encoding="utf-8"?>
<p:tagLst xmlns:a="http://schemas.openxmlformats.org/drawingml/2006/main" xmlns:r="http://schemas.openxmlformats.org/officeDocument/2006/relationships" xmlns:p="http://schemas.openxmlformats.org/presentationml/2006/main">
  <p:tag name="PPSPLIT_ID" val=" 39"/>
</p:tagLst>
</file>

<file path=ppt/tags/tag360.xml><?xml version="1.0" encoding="utf-8"?>
<p:tagLst xmlns:a="http://schemas.openxmlformats.org/drawingml/2006/main" xmlns:r="http://schemas.openxmlformats.org/officeDocument/2006/relationships" xmlns:p="http://schemas.openxmlformats.org/presentationml/2006/main">
  <p:tag name="PPSPLIT_ID" val=" 41"/>
</p:tagLst>
</file>

<file path=ppt/tags/tag361.xml><?xml version="1.0" encoding="utf-8"?>
<p:tagLst xmlns:a="http://schemas.openxmlformats.org/drawingml/2006/main" xmlns:r="http://schemas.openxmlformats.org/officeDocument/2006/relationships" xmlns:p="http://schemas.openxmlformats.org/presentationml/2006/main">
  <p:tag name="PPSPLIT_ID" val=" 43"/>
</p:tagLst>
</file>

<file path=ppt/tags/tag362.xml><?xml version="1.0" encoding="utf-8"?>
<p:tagLst xmlns:a="http://schemas.openxmlformats.org/drawingml/2006/main" xmlns:r="http://schemas.openxmlformats.org/officeDocument/2006/relationships" xmlns:p="http://schemas.openxmlformats.org/presentationml/2006/main">
  <p:tag name="PPSPLIT_ID" val=" 37"/>
</p:tagLst>
</file>

<file path=ppt/tags/tag363.xml><?xml version="1.0" encoding="utf-8"?>
<p:tagLst xmlns:a="http://schemas.openxmlformats.org/drawingml/2006/main" xmlns:r="http://schemas.openxmlformats.org/officeDocument/2006/relationships" xmlns:p="http://schemas.openxmlformats.org/presentationml/2006/main">
  <p:tag name="PPSPLIT_ID" val=" 2"/>
</p:tagLst>
</file>

<file path=ppt/tags/tag364.xml><?xml version="1.0" encoding="utf-8"?>
<p:tagLst xmlns:a="http://schemas.openxmlformats.org/drawingml/2006/main" xmlns:r="http://schemas.openxmlformats.org/officeDocument/2006/relationships" xmlns:p="http://schemas.openxmlformats.org/presentationml/2006/main">
  <p:tag name="PPSPLIT_ID" val=" 14"/>
</p:tagLst>
</file>

<file path=ppt/tags/tag365.xml><?xml version="1.0" encoding="utf-8"?>
<p:tagLst xmlns:a="http://schemas.openxmlformats.org/drawingml/2006/main" xmlns:r="http://schemas.openxmlformats.org/officeDocument/2006/relationships" xmlns:p="http://schemas.openxmlformats.org/presentationml/2006/main">
  <p:tag name="PPSPLIT_ID" val=" 16"/>
</p:tagLst>
</file>

<file path=ppt/tags/tag366.xml><?xml version="1.0" encoding="utf-8"?>
<p:tagLst xmlns:a="http://schemas.openxmlformats.org/drawingml/2006/main" xmlns:r="http://schemas.openxmlformats.org/officeDocument/2006/relationships" xmlns:p="http://schemas.openxmlformats.org/presentationml/2006/main">
  <p:tag name="PPSPLIT_ID" val=" 18"/>
</p:tagLst>
</file>

<file path=ppt/tags/tag367.xml><?xml version="1.0" encoding="utf-8"?>
<p:tagLst xmlns:a="http://schemas.openxmlformats.org/drawingml/2006/main" xmlns:r="http://schemas.openxmlformats.org/officeDocument/2006/relationships" xmlns:p="http://schemas.openxmlformats.org/presentationml/2006/main">
  <p:tag name="PPSPLIT_ID" val=" 19"/>
</p:tagLst>
</file>

<file path=ppt/tags/tag368.xml><?xml version="1.0" encoding="utf-8"?>
<p:tagLst xmlns:a="http://schemas.openxmlformats.org/drawingml/2006/main" xmlns:r="http://schemas.openxmlformats.org/officeDocument/2006/relationships" xmlns:p="http://schemas.openxmlformats.org/presentationml/2006/main">
  <p:tag name="PPSPLIT_ID" val=" 21"/>
</p:tagLst>
</file>

<file path=ppt/tags/tag369.xml><?xml version="1.0" encoding="utf-8"?>
<p:tagLst xmlns:a="http://schemas.openxmlformats.org/drawingml/2006/main" xmlns:r="http://schemas.openxmlformats.org/officeDocument/2006/relationships" xmlns:p="http://schemas.openxmlformats.org/presentationml/2006/main">
  <p:tag name="PPSPLIT_ID" val=" 29"/>
</p:tagLst>
</file>

<file path=ppt/tags/tag370.xml><?xml version="1.0" encoding="utf-8"?>
<p:tagLst xmlns:a="http://schemas.openxmlformats.org/drawingml/2006/main" xmlns:r="http://schemas.openxmlformats.org/officeDocument/2006/relationships" xmlns:p="http://schemas.openxmlformats.org/presentationml/2006/main">
  <p:tag name="PPSPLIT_ID" val=" 30"/>
</p:tagLst>
</file>

<file path=ppt/tags/tag371.xml><?xml version="1.0" encoding="utf-8"?>
<p:tagLst xmlns:a="http://schemas.openxmlformats.org/drawingml/2006/main" xmlns:r="http://schemas.openxmlformats.org/officeDocument/2006/relationships" xmlns:p="http://schemas.openxmlformats.org/presentationml/2006/main">
  <p:tag name="PPSPLIT_ID" val=" 7"/>
</p:tagLst>
</file>

<file path=ppt/tags/tag372.xml><?xml version="1.0" encoding="utf-8"?>
<p:tagLst xmlns:a="http://schemas.openxmlformats.org/drawingml/2006/main" xmlns:r="http://schemas.openxmlformats.org/officeDocument/2006/relationships" xmlns:p="http://schemas.openxmlformats.org/presentationml/2006/main">
  <p:tag name="PPSPLIT_ID" val=" 20"/>
</p:tagLst>
</file>

<file path=ppt/tags/tag373.xml><?xml version="1.0" encoding="utf-8"?>
<p:tagLst xmlns:a="http://schemas.openxmlformats.org/drawingml/2006/main" xmlns:r="http://schemas.openxmlformats.org/officeDocument/2006/relationships" xmlns:p="http://schemas.openxmlformats.org/presentationml/2006/main">
  <p:tag name="PPSPLIT_ID" val=" 25"/>
</p:tagLst>
</file>

<file path=ppt/tags/tag374.xml><?xml version="1.0" encoding="utf-8"?>
<p:tagLst xmlns:a="http://schemas.openxmlformats.org/drawingml/2006/main" xmlns:r="http://schemas.openxmlformats.org/officeDocument/2006/relationships" xmlns:p="http://schemas.openxmlformats.org/presentationml/2006/main">
  <p:tag name="PPSPLIT_ID" val=" 17"/>
</p:tagLst>
</file>

<file path=ppt/tags/tag375.xml><?xml version="1.0" encoding="utf-8"?>
<p:tagLst xmlns:a="http://schemas.openxmlformats.org/drawingml/2006/main" xmlns:r="http://schemas.openxmlformats.org/officeDocument/2006/relationships" xmlns:p="http://schemas.openxmlformats.org/presentationml/2006/main">
  <p:tag name="PPSPLIT_ID" val=" 15"/>
</p:tagLst>
</file>

<file path=ppt/tags/tag376.xml><?xml version="1.0" encoding="utf-8"?>
<p:tagLst xmlns:a="http://schemas.openxmlformats.org/drawingml/2006/main" xmlns:r="http://schemas.openxmlformats.org/officeDocument/2006/relationships" xmlns:p="http://schemas.openxmlformats.org/presentationml/2006/main">
  <p:tag name="PPSPLIT_ID" val=" 22"/>
</p:tagLst>
</file>

<file path=ppt/tags/tag377.xml><?xml version="1.0" encoding="utf-8"?>
<p:tagLst xmlns:a="http://schemas.openxmlformats.org/drawingml/2006/main" xmlns:r="http://schemas.openxmlformats.org/officeDocument/2006/relationships" xmlns:p="http://schemas.openxmlformats.org/presentationml/2006/main">
  <p:tag name="PPSPLIT_ID" val=" 24"/>
</p:tagLst>
</file>

<file path=ppt/tags/tag378.xml><?xml version="1.0" encoding="utf-8"?>
<p:tagLst xmlns:a="http://schemas.openxmlformats.org/drawingml/2006/main" xmlns:r="http://schemas.openxmlformats.org/officeDocument/2006/relationships" xmlns:p="http://schemas.openxmlformats.org/presentationml/2006/main">
  <p:tag name="TIMING" val="|17.4|8.2|0.6|14.1|34.8|18.8"/>
  <p:tag name="PPSPLIT_SPLIT" val="1"/>
  <p:tag name="PPSPLIT_ORIGINALSLIDENUMBER" val="5"/>
</p:tagLst>
</file>

<file path=ppt/tags/tag379.xml><?xml version="1.0" encoding="utf-8"?>
<p:tagLst xmlns:a="http://schemas.openxmlformats.org/drawingml/2006/main" xmlns:r="http://schemas.openxmlformats.org/officeDocument/2006/relationships" xmlns:p="http://schemas.openxmlformats.org/presentationml/2006/main">
  <p:tag name="PPSPLIT_ID" val=" 6"/>
</p:tagLst>
</file>

<file path=ppt/tags/tag380.xml><?xml version="1.0" encoding="utf-8"?>
<p:tagLst xmlns:a="http://schemas.openxmlformats.org/drawingml/2006/main" xmlns:r="http://schemas.openxmlformats.org/officeDocument/2006/relationships" xmlns:p="http://schemas.openxmlformats.org/presentationml/2006/main">
  <p:tag name="PPSPLIT_ID" val=" 39"/>
</p:tagLst>
</file>

<file path=ppt/tags/tag381.xml><?xml version="1.0" encoding="utf-8"?>
<p:tagLst xmlns:a="http://schemas.openxmlformats.org/drawingml/2006/main" xmlns:r="http://schemas.openxmlformats.org/officeDocument/2006/relationships" xmlns:p="http://schemas.openxmlformats.org/presentationml/2006/main">
  <p:tag name="PPSPLIT_ID" val=" 41"/>
</p:tagLst>
</file>

<file path=ppt/tags/tag382.xml><?xml version="1.0" encoding="utf-8"?>
<p:tagLst xmlns:a="http://schemas.openxmlformats.org/drawingml/2006/main" xmlns:r="http://schemas.openxmlformats.org/officeDocument/2006/relationships" xmlns:p="http://schemas.openxmlformats.org/presentationml/2006/main">
  <p:tag name="PPSPLIT_ID" val=" 43"/>
</p:tagLst>
</file>

<file path=ppt/tags/tag383.xml><?xml version="1.0" encoding="utf-8"?>
<p:tagLst xmlns:a="http://schemas.openxmlformats.org/drawingml/2006/main" xmlns:r="http://schemas.openxmlformats.org/officeDocument/2006/relationships" xmlns:p="http://schemas.openxmlformats.org/presentationml/2006/main">
  <p:tag name="PPSPLIT_ID" val=" 37"/>
</p:tagLst>
</file>

<file path=ppt/tags/tag384.xml><?xml version="1.0" encoding="utf-8"?>
<p:tagLst xmlns:a="http://schemas.openxmlformats.org/drawingml/2006/main" xmlns:r="http://schemas.openxmlformats.org/officeDocument/2006/relationships" xmlns:p="http://schemas.openxmlformats.org/presentationml/2006/main">
  <p:tag name="PPSPLIT_ID" val=" 2"/>
</p:tagLst>
</file>

<file path=ppt/tags/tag385.xml><?xml version="1.0" encoding="utf-8"?>
<p:tagLst xmlns:a="http://schemas.openxmlformats.org/drawingml/2006/main" xmlns:r="http://schemas.openxmlformats.org/officeDocument/2006/relationships" xmlns:p="http://schemas.openxmlformats.org/presentationml/2006/main">
  <p:tag name="PPSPLIT_ID" val=" 14"/>
</p:tagLst>
</file>

<file path=ppt/tags/tag386.xml><?xml version="1.0" encoding="utf-8"?>
<p:tagLst xmlns:a="http://schemas.openxmlformats.org/drawingml/2006/main" xmlns:r="http://schemas.openxmlformats.org/officeDocument/2006/relationships" xmlns:p="http://schemas.openxmlformats.org/presentationml/2006/main">
  <p:tag name="PPSPLIT_ID" val=" 16"/>
</p:tagLst>
</file>

<file path=ppt/tags/tag387.xml><?xml version="1.0" encoding="utf-8"?>
<p:tagLst xmlns:a="http://schemas.openxmlformats.org/drawingml/2006/main" xmlns:r="http://schemas.openxmlformats.org/officeDocument/2006/relationships" xmlns:p="http://schemas.openxmlformats.org/presentationml/2006/main">
  <p:tag name="PPSPLIT_ID" val=" 18"/>
</p:tagLst>
</file>

<file path=ppt/tags/tag388.xml><?xml version="1.0" encoding="utf-8"?>
<p:tagLst xmlns:a="http://schemas.openxmlformats.org/drawingml/2006/main" xmlns:r="http://schemas.openxmlformats.org/officeDocument/2006/relationships" xmlns:p="http://schemas.openxmlformats.org/presentationml/2006/main">
  <p:tag name="PPSPLIT_ID" val=" 19"/>
</p:tagLst>
</file>

<file path=ppt/tags/tag389.xml><?xml version="1.0" encoding="utf-8"?>
<p:tagLst xmlns:a="http://schemas.openxmlformats.org/drawingml/2006/main" xmlns:r="http://schemas.openxmlformats.org/officeDocument/2006/relationships" xmlns:p="http://schemas.openxmlformats.org/presentationml/2006/main">
  <p:tag name="PPSPLIT_ID" val=" 21"/>
</p:tagLst>
</file>

<file path=ppt/tags/tag390.xml><?xml version="1.0" encoding="utf-8"?>
<p:tagLst xmlns:a="http://schemas.openxmlformats.org/drawingml/2006/main" xmlns:r="http://schemas.openxmlformats.org/officeDocument/2006/relationships" xmlns:p="http://schemas.openxmlformats.org/presentationml/2006/main">
  <p:tag name="PPSPLIT_ID" val=" 28"/>
</p:tagLst>
</file>

<file path=ppt/tags/tag391.xml><?xml version="1.0" encoding="utf-8"?>
<p:tagLst xmlns:a="http://schemas.openxmlformats.org/drawingml/2006/main" xmlns:r="http://schemas.openxmlformats.org/officeDocument/2006/relationships" xmlns:p="http://schemas.openxmlformats.org/presentationml/2006/main">
  <p:tag name="PPSPLIT_ID" val=" 29"/>
</p:tagLst>
</file>

<file path=ppt/tags/tag392.xml><?xml version="1.0" encoding="utf-8"?>
<p:tagLst xmlns:a="http://schemas.openxmlformats.org/drawingml/2006/main" xmlns:r="http://schemas.openxmlformats.org/officeDocument/2006/relationships" xmlns:p="http://schemas.openxmlformats.org/presentationml/2006/main">
  <p:tag name="PPSPLIT_ID" val=" 30"/>
</p:tagLst>
</file>

<file path=ppt/tags/tag393.xml><?xml version="1.0" encoding="utf-8"?>
<p:tagLst xmlns:a="http://schemas.openxmlformats.org/drawingml/2006/main" xmlns:r="http://schemas.openxmlformats.org/officeDocument/2006/relationships" xmlns:p="http://schemas.openxmlformats.org/presentationml/2006/main">
  <p:tag name="PPSPLIT_ID" val=" 7"/>
</p:tagLst>
</file>

<file path=ppt/tags/tag394.xml><?xml version="1.0" encoding="utf-8"?>
<p:tagLst xmlns:a="http://schemas.openxmlformats.org/drawingml/2006/main" xmlns:r="http://schemas.openxmlformats.org/officeDocument/2006/relationships" xmlns:p="http://schemas.openxmlformats.org/presentationml/2006/main">
  <p:tag name="PPSPLIT_ID" val=" 4"/>
</p:tagLst>
</file>

<file path=ppt/tags/tag395.xml><?xml version="1.0" encoding="utf-8"?>
<p:tagLst xmlns:a="http://schemas.openxmlformats.org/drawingml/2006/main" xmlns:r="http://schemas.openxmlformats.org/officeDocument/2006/relationships" xmlns:p="http://schemas.openxmlformats.org/presentationml/2006/main">
  <p:tag name="PPSPLIT_ID" val=" 13"/>
</p:tagLst>
</file>

<file path=ppt/tags/tag396.xml><?xml version="1.0" encoding="utf-8"?>
<p:tagLst xmlns:a="http://schemas.openxmlformats.org/drawingml/2006/main" xmlns:r="http://schemas.openxmlformats.org/officeDocument/2006/relationships" xmlns:p="http://schemas.openxmlformats.org/presentationml/2006/main">
  <p:tag name="PPSPLIT_ID" val=" 32"/>
</p:tagLst>
</file>

<file path=ppt/tags/tag397.xml><?xml version="1.0" encoding="utf-8"?>
<p:tagLst xmlns:a="http://schemas.openxmlformats.org/drawingml/2006/main" xmlns:r="http://schemas.openxmlformats.org/officeDocument/2006/relationships" xmlns:p="http://schemas.openxmlformats.org/presentationml/2006/main">
  <p:tag name="PPSPLIT_ID" val=" 33"/>
</p:tagLst>
</file>

<file path=ppt/tags/tag398.xml><?xml version="1.0" encoding="utf-8"?>
<p:tagLst xmlns:a="http://schemas.openxmlformats.org/drawingml/2006/main" xmlns:r="http://schemas.openxmlformats.org/officeDocument/2006/relationships" xmlns:p="http://schemas.openxmlformats.org/presentationml/2006/main">
  <p:tag name="PPSPLIT_ID" val=" 20"/>
</p:tagLst>
</file>

<file path=ppt/tags/tag399.xml><?xml version="1.0" encoding="utf-8"?>
<p:tagLst xmlns:a="http://schemas.openxmlformats.org/drawingml/2006/main" xmlns:r="http://schemas.openxmlformats.org/officeDocument/2006/relationships" xmlns:p="http://schemas.openxmlformats.org/presentationml/2006/main">
  <p:tag name="PPSPLIT_ID" val=" 25"/>
</p:tagLst>
</file>

<file path=ppt/tags/tag400.xml><?xml version="1.0" encoding="utf-8"?>
<p:tagLst xmlns:a="http://schemas.openxmlformats.org/drawingml/2006/main" xmlns:r="http://schemas.openxmlformats.org/officeDocument/2006/relationships" xmlns:p="http://schemas.openxmlformats.org/presentationml/2006/main">
  <p:tag name="PPSPLIT_ID" val=" 17"/>
</p:tagLst>
</file>

<file path=ppt/tags/tag401.xml><?xml version="1.0" encoding="utf-8"?>
<p:tagLst xmlns:a="http://schemas.openxmlformats.org/drawingml/2006/main" xmlns:r="http://schemas.openxmlformats.org/officeDocument/2006/relationships" xmlns:p="http://schemas.openxmlformats.org/presentationml/2006/main">
  <p:tag name="PPSPLIT_ID" val=" 15"/>
</p:tagLst>
</file>

<file path=ppt/tags/tag402.xml><?xml version="1.0" encoding="utf-8"?>
<p:tagLst xmlns:a="http://schemas.openxmlformats.org/drawingml/2006/main" xmlns:r="http://schemas.openxmlformats.org/officeDocument/2006/relationships" xmlns:p="http://schemas.openxmlformats.org/presentationml/2006/main">
  <p:tag name="PPSPLIT_ID" val=" 22"/>
</p:tagLst>
</file>

<file path=ppt/tags/tag403.xml><?xml version="1.0" encoding="utf-8"?>
<p:tagLst xmlns:a="http://schemas.openxmlformats.org/drawingml/2006/main" xmlns:r="http://schemas.openxmlformats.org/officeDocument/2006/relationships" xmlns:p="http://schemas.openxmlformats.org/presentationml/2006/main">
  <p:tag name="PPSPLIT_ID" val=" 24"/>
</p:tagLst>
</file>

<file path=ppt/tags/tag404.xml><?xml version="1.0" encoding="utf-8"?>
<p:tagLst xmlns:a="http://schemas.openxmlformats.org/drawingml/2006/main" xmlns:r="http://schemas.openxmlformats.org/officeDocument/2006/relationships" xmlns:p="http://schemas.openxmlformats.org/presentationml/2006/main">
  <p:tag name="TIMING" val="|26.3|39.7"/>
  <p:tag name="PPSPLIT_SPLIT" val="1"/>
  <p:tag name="PPSPLIT_ORIGINALSLIDENUMBER" val="6"/>
  <p:tag name="PPSPLIT_DONE" val="1"/>
</p:tagLst>
</file>

<file path=ppt/tags/tag405.xml><?xml version="1.0" encoding="utf-8"?>
<p:tagLst xmlns:a="http://schemas.openxmlformats.org/drawingml/2006/main" xmlns:r="http://schemas.openxmlformats.org/officeDocument/2006/relationships" xmlns:p="http://schemas.openxmlformats.org/presentationml/2006/main">
  <p:tag name="PPSPLIT_ID" val=" 4"/>
</p:tagLst>
</file>

<file path=ppt/tags/tag406.xml><?xml version="1.0" encoding="utf-8"?>
<p:tagLst xmlns:a="http://schemas.openxmlformats.org/drawingml/2006/main" xmlns:r="http://schemas.openxmlformats.org/officeDocument/2006/relationships" xmlns:p="http://schemas.openxmlformats.org/presentationml/2006/main">
  <p:tag name="PPSPLIT_ID" val=" 3"/>
</p:tagLst>
</file>

<file path=ppt/tags/tag407.xml><?xml version="1.0" encoding="utf-8"?>
<p:tagLst xmlns:a="http://schemas.openxmlformats.org/drawingml/2006/main" xmlns:r="http://schemas.openxmlformats.org/officeDocument/2006/relationships" xmlns:p="http://schemas.openxmlformats.org/presentationml/2006/main">
  <p:tag name="PPSPLIT_ID" val=" 9"/>
</p:tagLst>
</file>

<file path=ppt/tags/tag408.xml><?xml version="1.0" encoding="utf-8"?>
<p:tagLst xmlns:a="http://schemas.openxmlformats.org/drawingml/2006/main" xmlns:r="http://schemas.openxmlformats.org/officeDocument/2006/relationships" xmlns:p="http://schemas.openxmlformats.org/presentationml/2006/main">
  <p:tag name="PPSPLIT_ID" val=" 10"/>
</p:tagLst>
</file>

<file path=ppt/tags/tag409.xml><?xml version="1.0" encoding="utf-8"?>
<p:tagLst xmlns:a="http://schemas.openxmlformats.org/drawingml/2006/main" xmlns:r="http://schemas.openxmlformats.org/officeDocument/2006/relationships" xmlns:p="http://schemas.openxmlformats.org/presentationml/2006/main">
  <p:tag name="PPSPLIT_ID" val=" 13"/>
</p:tagLst>
</file>

<file path=ppt/tags/tag410.xml><?xml version="1.0" encoding="utf-8"?>
<p:tagLst xmlns:a="http://schemas.openxmlformats.org/drawingml/2006/main" xmlns:r="http://schemas.openxmlformats.org/officeDocument/2006/relationships" xmlns:p="http://schemas.openxmlformats.org/presentationml/2006/main">
  <p:tag name="TIMING" val="|26.3|39.7"/>
  <p:tag name="PPSPLIT_SPLIT" val="1"/>
  <p:tag name="PPSPLIT_ORIGINALSLIDENUMBER" val="6"/>
  <p:tag name="PPSPLIT_DONE" val="1"/>
</p:tagLst>
</file>

<file path=ppt/tags/tag411.xml><?xml version="1.0" encoding="utf-8"?>
<p:tagLst xmlns:a="http://schemas.openxmlformats.org/drawingml/2006/main" xmlns:r="http://schemas.openxmlformats.org/officeDocument/2006/relationships" xmlns:p="http://schemas.openxmlformats.org/presentationml/2006/main">
  <p:tag name="PPSPLIT_ID" val=" 11"/>
</p:tagLst>
</file>

<file path=ppt/tags/tag412.xml><?xml version="1.0" encoding="utf-8"?>
<p:tagLst xmlns:a="http://schemas.openxmlformats.org/drawingml/2006/main" xmlns:r="http://schemas.openxmlformats.org/officeDocument/2006/relationships" xmlns:p="http://schemas.openxmlformats.org/presentationml/2006/main">
  <p:tag name="PPSPLIT_ID" val=" 4"/>
</p:tagLst>
</file>

<file path=ppt/tags/tag413.xml><?xml version="1.0" encoding="utf-8"?>
<p:tagLst xmlns:a="http://schemas.openxmlformats.org/drawingml/2006/main" xmlns:r="http://schemas.openxmlformats.org/officeDocument/2006/relationships" xmlns:p="http://schemas.openxmlformats.org/presentationml/2006/main">
  <p:tag name="PPSPLIT_ID" val=" 12"/>
</p:tagLst>
</file>

<file path=ppt/tags/tag414.xml><?xml version="1.0" encoding="utf-8"?>
<p:tagLst xmlns:a="http://schemas.openxmlformats.org/drawingml/2006/main" xmlns:r="http://schemas.openxmlformats.org/officeDocument/2006/relationships" xmlns:p="http://schemas.openxmlformats.org/presentationml/2006/main">
  <p:tag name="PPSPLIT_ID" val=" 3"/>
</p:tagLst>
</file>

<file path=ppt/tags/tag415.xml><?xml version="1.0" encoding="utf-8"?>
<p:tagLst xmlns:a="http://schemas.openxmlformats.org/drawingml/2006/main" xmlns:r="http://schemas.openxmlformats.org/officeDocument/2006/relationships" xmlns:p="http://schemas.openxmlformats.org/presentationml/2006/main">
  <p:tag name="PPSPLIT_ID" val=" 6"/>
</p:tagLst>
</file>

<file path=ppt/tags/tag416.xml><?xml version="1.0" encoding="utf-8"?>
<p:tagLst xmlns:a="http://schemas.openxmlformats.org/drawingml/2006/main" xmlns:r="http://schemas.openxmlformats.org/officeDocument/2006/relationships" xmlns:p="http://schemas.openxmlformats.org/presentationml/2006/main">
  <p:tag name="PPSPLIT_ID" val=" 9"/>
</p:tagLst>
</file>

<file path=ppt/tags/tag417.xml><?xml version="1.0" encoding="utf-8"?>
<p:tagLst xmlns:a="http://schemas.openxmlformats.org/drawingml/2006/main" xmlns:r="http://schemas.openxmlformats.org/officeDocument/2006/relationships" xmlns:p="http://schemas.openxmlformats.org/presentationml/2006/main">
  <p:tag name="PPSPLIT_ID" val=" 10"/>
</p:tagLst>
</file>

<file path=ppt/tags/tag418.xml><?xml version="1.0" encoding="utf-8"?>
<p:tagLst xmlns:a="http://schemas.openxmlformats.org/drawingml/2006/main" xmlns:r="http://schemas.openxmlformats.org/officeDocument/2006/relationships" xmlns:p="http://schemas.openxmlformats.org/presentationml/2006/main">
  <p:tag name="PPSPLIT_ID" val=" 13"/>
</p:tagLst>
</file>

<file path=ppt/tags/tag419.xml><?xml version="1.0" encoding="utf-8"?>
<p:tagLst xmlns:a="http://schemas.openxmlformats.org/drawingml/2006/main" xmlns:r="http://schemas.openxmlformats.org/officeDocument/2006/relationships" xmlns:p="http://schemas.openxmlformats.org/presentationml/2006/main">
  <p:tag name="PPSPLIT_ID" val=" 5"/>
</p:tagLst>
</file>

<file path=ppt/tags/tag420.xml><?xml version="1.0" encoding="utf-8"?>
<p:tagLst xmlns:a="http://schemas.openxmlformats.org/drawingml/2006/main" xmlns:r="http://schemas.openxmlformats.org/officeDocument/2006/relationships" xmlns:p="http://schemas.openxmlformats.org/presentationml/2006/main">
  <p:tag name="PPSPLIT_ID" val=" 2"/>
</p:tagLst>
</file>

<file path=ppt/tags/tag421.xml><?xml version="1.0" encoding="utf-8"?>
<p:tagLst xmlns:a="http://schemas.openxmlformats.org/drawingml/2006/main" xmlns:r="http://schemas.openxmlformats.org/officeDocument/2006/relationships" xmlns:p="http://schemas.openxmlformats.org/presentationml/2006/main">
  <p:tag name="PPSPLIT_ID" val=" 8"/>
</p:tagLst>
</file>

<file path=ppt/tags/tag422.xml><?xml version="1.0" encoding="utf-8"?>
<p:tagLst xmlns:a="http://schemas.openxmlformats.org/drawingml/2006/main" xmlns:r="http://schemas.openxmlformats.org/officeDocument/2006/relationships" xmlns:p="http://schemas.openxmlformats.org/presentationml/2006/main">
  <p:tag name="TIMING" val="|26.3|39.7"/>
  <p:tag name="PPSPLIT_SPLIT" val="1"/>
  <p:tag name="PPSPLIT_ORIGINALSLIDENUMBER" val="6"/>
</p:tagLst>
</file>

<file path=ppt/tags/tag423.xml><?xml version="1.0" encoding="utf-8"?>
<p:tagLst xmlns:a="http://schemas.openxmlformats.org/drawingml/2006/main" xmlns:r="http://schemas.openxmlformats.org/officeDocument/2006/relationships" xmlns:p="http://schemas.openxmlformats.org/presentationml/2006/main">
  <p:tag name="PPSPLIT_ID" val=" 11"/>
</p:tagLst>
</file>

<file path=ppt/tags/tag424.xml><?xml version="1.0" encoding="utf-8"?>
<p:tagLst xmlns:a="http://schemas.openxmlformats.org/drawingml/2006/main" xmlns:r="http://schemas.openxmlformats.org/officeDocument/2006/relationships" xmlns:p="http://schemas.openxmlformats.org/presentationml/2006/main">
  <p:tag name="PPSPLIT_ID" val=" 4"/>
</p:tagLst>
</file>

<file path=ppt/tags/tag425.xml><?xml version="1.0" encoding="utf-8"?>
<p:tagLst xmlns:a="http://schemas.openxmlformats.org/drawingml/2006/main" xmlns:r="http://schemas.openxmlformats.org/officeDocument/2006/relationships" xmlns:p="http://schemas.openxmlformats.org/presentationml/2006/main">
  <p:tag name="PPSPLIT_ID" val=" 12"/>
</p:tagLst>
</file>

<file path=ppt/tags/tag426.xml><?xml version="1.0" encoding="utf-8"?>
<p:tagLst xmlns:a="http://schemas.openxmlformats.org/drawingml/2006/main" xmlns:r="http://schemas.openxmlformats.org/officeDocument/2006/relationships" xmlns:p="http://schemas.openxmlformats.org/presentationml/2006/main">
  <p:tag name="PPSPLIT_ID" val=" 16"/>
</p:tagLst>
</file>

<file path=ppt/tags/tag427.xml><?xml version="1.0" encoding="utf-8"?>
<p:tagLst xmlns:a="http://schemas.openxmlformats.org/drawingml/2006/main" xmlns:r="http://schemas.openxmlformats.org/officeDocument/2006/relationships" xmlns:p="http://schemas.openxmlformats.org/presentationml/2006/main">
  <p:tag name="PPSPLIT_ID" val=" 3"/>
</p:tagLst>
</file>

<file path=ppt/tags/tag428.xml><?xml version="1.0" encoding="utf-8"?>
<p:tagLst xmlns:a="http://schemas.openxmlformats.org/drawingml/2006/main" xmlns:r="http://schemas.openxmlformats.org/officeDocument/2006/relationships" xmlns:p="http://schemas.openxmlformats.org/presentationml/2006/main">
  <p:tag name="PPSPLIT_ID" val=" 6"/>
</p:tagLst>
</file>

<file path=ppt/tags/tag429.xml><?xml version="1.0" encoding="utf-8"?>
<p:tagLst xmlns:a="http://schemas.openxmlformats.org/drawingml/2006/main" xmlns:r="http://schemas.openxmlformats.org/officeDocument/2006/relationships" xmlns:p="http://schemas.openxmlformats.org/presentationml/2006/main">
  <p:tag name="PPSPLIT_ID" val=" 9"/>
</p:tagLst>
</file>

<file path=ppt/tags/tag430.xml><?xml version="1.0" encoding="utf-8"?>
<p:tagLst xmlns:a="http://schemas.openxmlformats.org/drawingml/2006/main" xmlns:r="http://schemas.openxmlformats.org/officeDocument/2006/relationships" xmlns:p="http://schemas.openxmlformats.org/presentationml/2006/main">
  <p:tag name="PPSPLIT_ID" val=" 10"/>
</p:tagLst>
</file>

<file path=ppt/tags/tag431.xml><?xml version="1.0" encoding="utf-8"?>
<p:tagLst xmlns:a="http://schemas.openxmlformats.org/drawingml/2006/main" xmlns:r="http://schemas.openxmlformats.org/officeDocument/2006/relationships" xmlns:p="http://schemas.openxmlformats.org/presentationml/2006/main">
  <p:tag name="PPSPLIT_ID" val=" 13"/>
</p:tagLst>
</file>

<file path=ppt/tags/tag432.xml><?xml version="1.0" encoding="utf-8"?>
<p:tagLst xmlns:a="http://schemas.openxmlformats.org/drawingml/2006/main" xmlns:r="http://schemas.openxmlformats.org/officeDocument/2006/relationships" xmlns:p="http://schemas.openxmlformats.org/presentationml/2006/main">
  <p:tag name="PPSPLIT_ID" val=" 15"/>
</p:tagLst>
</file>

<file path=ppt/tags/tag433.xml><?xml version="1.0" encoding="utf-8"?>
<p:tagLst xmlns:a="http://schemas.openxmlformats.org/drawingml/2006/main" xmlns:r="http://schemas.openxmlformats.org/officeDocument/2006/relationships" xmlns:p="http://schemas.openxmlformats.org/presentationml/2006/main">
  <p:tag name="PPSPLIT_ID" val=" 5"/>
</p:tagLst>
</file>

<file path=ppt/tags/tag434.xml><?xml version="1.0" encoding="utf-8"?>
<p:tagLst xmlns:a="http://schemas.openxmlformats.org/drawingml/2006/main" xmlns:r="http://schemas.openxmlformats.org/officeDocument/2006/relationships" xmlns:p="http://schemas.openxmlformats.org/presentationml/2006/main">
  <p:tag name="PPSPLIT_ID" val=" 2"/>
</p:tagLst>
</file>

<file path=ppt/tags/tag435.xml><?xml version="1.0" encoding="utf-8"?>
<p:tagLst xmlns:a="http://schemas.openxmlformats.org/drawingml/2006/main" xmlns:r="http://schemas.openxmlformats.org/officeDocument/2006/relationships" xmlns:p="http://schemas.openxmlformats.org/presentationml/2006/main">
  <p:tag name="PPSPLIT_ID" val=" 8"/>
</p:tagLst>
</file>

<file path=ppt/tags/tag436.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437.xml><?xml version="1.0" encoding="utf-8"?>
<p:tagLst xmlns:a="http://schemas.openxmlformats.org/drawingml/2006/main" xmlns:r="http://schemas.openxmlformats.org/officeDocument/2006/relationships" xmlns:p="http://schemas.openxmlformats.org/presentationml/2006/main">
  <p:tag name="PPSPLIT_ID" val=" 4"/>
</p:tagLst>
</file>

<file path=ppt/tags/tag438.xml><?xml version="1.0" encoding="utf-8"?>
<p:tagLst xmlns:a="http://schemas.openxmlformats.org/drawingml/2006/main" xmlns:r="http://schemas.openxmlformats.org/officeDocument/2006/relationships" xmlns:p="http://schemas.openxmlformats.org/presentationml/2006/main">
  <p:tag name="PPSPLIT_ID" val=" 9"/>
</p:tagLst>
</file>

<file path=ppt/tags/tag439.xml><?xml version="1.0" encoding="utf-8"?>
<p:tagLst xmlns:a="http://schemas.openxmlformats.org/drawingml/2006/main" xmlns:r="http://schemas.openxmlformats.org/officeDocument/2006/relationships" xmlns:p="http://schemas.openxmlformats.org/presentationml/2006/main">
  <p:tag name="PPSPLIT_ID" val=" 10"/>
</p:tagLst>
</file>

<file path=ppt/tags/tag440.xml><?xml version="1.0" encoding="utf-8"?>
<p:tagLst xmlns:a="http://schemas.openxmlformats.org/drawingml/2006/main" xmlns:r="http://schemas.openxmlformats.org/officeDocument/2006/relationships" xmlns:p="http://schemas.openxmlformats.org/presentationml/2006/main">
  <p:tag name="PPSPLIT_ID" val=" 18"/>
</p:tagLst>
</file>

<file path=ppt/tags/tag441.xml><?xml version="1.0" encoding="utf-8"?>
<p:tagLst xmlns:a="http://schemas.openxmlformats.org/drawingml/2006/main" xmlns:r="http://schemas.openxmlformats.org/officeDocument/2006/relationships" xmlns:p="http://schemas.openxmlformats.org/presentationml/2006/main">
  <p:tag name="PPSPLIT_ID" val=" 24"/>
</p:tagLst>
</file>

<file path=ppt/tags/tag442.xml><?xml version="1.0" encoding="utf-8"?>
<p:tagLst xmlns:a="http://schemas.openxmlformats.org/drawingml/2006/main" xmlns:r="http://schemas.openxmlformats.org/officeDocument/2006/relationships" xmlns:p="http://schemas.openxmlformats.org/presentationml/2006/main">
  <p:tag name="PPSPLIT_ID" val=" 182"/>
</p:tagLst>
</file>

<file path=ppt/tags/tag443.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444.xml><?xml version="1.0" encoding="utf-8"?>
<p:tagLst xmlns:a="http://schemas.openxmlformats.org/drawingml/2006/main" xmlns:r="http://schemas.openxmlformats.org/officeDocument/2006/relationships" xmlns:p="http://schemas.openxmlformats.org/presentationml/2006/main">
  <p:tag name="PPSPLIT_ID" val=" 4"/>
</p:tagLst>
</file>

<file path=ppt/tags/tag445.xml><?xml version="1.0" encoding="utf-8"?>
<p:tagLst xmlns:a="http://schemas.openxmlformats.org/drawingml/2006/main" xmlns:r="http://schemas.openxmlformats.org/officeDocument/2006/relationships" xmlns:p="http://schemas.openxmlformats.org/presentationml/2006/main">
  <p:tag name="PPSPLIT_ID" val=" 9"/>
</p:tagLst>
</file>

<file path=ppt/tags/tag446.xml><?xml version="1.0" encoding="utf-8"?>
<p:tagLst xmlns:a="http://schemas.openxmlformats.org/drawingml/2006/main" xmlns:r="http://schemas.openxmlformats.org/officeDocument/2006/relationships" xmlns:p="http://schemas.openxmlformats.org/presentationml/2006/main">
  <p:tag name="PPSPLIT_ID" val=" 10"/>
</p:tagLst>
</file>

<file path=ppt/tags/tag447.xml><?xml version="1.0" encoding="utf-8"?>
<p:tagLst xmlns:a="http://schemas.openxmlformats.org/drawingml/2006/main" xmlns:r="http://schemas.openxmlformats.org/officeDocument/2006/relationships" xmlns:p="http://schemas.openxmlformats.org/presentationml/2006/main">
  <p:tag name="PPSPLIT_ID" val=" 18"/>
</p:tagLst>
</file>

<file path=ppt/tags/tag448.xml><?xml version="1.0" encoding="utf-8"?>
<p:tagLst xmlns:a="http://schemas.openxmlformats.org/drawingml/2006/main" xmlns:r="http://schemas.openxmlformats.org/officeDocument/2006/relationships" xmlns:p="http://schemas.openxmlformats.org/presentationml/2006/main">
  <p:tag name="PPSPLIT_ID" val=" 24"/>
</p:tagLst>
</file>

<file path=ppt/tags/tag449.xml><?xml version="1.0" encoding="utf-8"?>
<p:tagLst xmlns:a="http://schemas.openxmlformats.org/drawingml/2006/main" xmlns:r="http://schemas.openxmlformats.org/officeDocument/2006/relationships" xmlns:p="http://schemas.openxmlformats.org/presentationml/2006/main">
  <p:tag name="PPSPLIT_ID" val=" 8"/>
</p:tagLst>
</file>

<file path=ppt/tags/tag450.xml><?xml version="1.0" encoding="utf-8"?>
<p:tagLst xmlns:a="http://schemas.openxmlformats.org/drawingml/2006/main" xmlns:r="http://schemas.openxmlformats.org/officeDocument/2006/relationships" xmlns:p="http://schemas.openxmlformats.org/presentationml/2006/main">
  <p:tag name="PPSPLIT_ID" val=" 182"/>
</p:tagLst>
</file>

<file path=ppt/tags/tag451.xml><?xml version="1.0" encoding="utf-8"?>
<p:tagLst xmlns:a="http://schemas.openxmlformats.org/drawingml/2006/main" xmlns:r="http://schemas.openxmlformats.org/officeDocument/2006/relationships" xmlns:p="http://schemas.openxmlformats.org/presentationml/2006/main">
  <p:tag name="PPSPLIT_ID" val=" 2"/>
</p:tagLst>
</file>

<file path=ppt/tags/tag452.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453.xml><?xml version="1.0" encoding="utf-8"?>
<p:tagLst xmlns:a="http://schemas.openxmlformats.org/drawingml/2006/main" xmlns:r="http://schemas.openxmlformats.org/officeDocument/2006/relationships" xmlns:p="http://schemas.openxmlformats.org/presentationml/2006/main">
  <p:tag name="PPSPLIT_ID" val=" 45"/>
</p:tagLst>
</file>

<file path=ppt/tags/tag454.xml><?xml version="1.0" encoding="utf-8"?>
<p:tagLst xmlns:a="http://schemas.openxmlformats.org/drawingml/2006/main" xmlns:r="http://schemas.openxmlformats.org/officeDocument/2006/relationships" xmlns:p="http://schemas.openxmlformats.org/presentationml/2006/main">
  <p:tag name="PPSPLIT_ID" val=" 46"/>
</p:tagLst>
</file>

<file path=ppt/tags/tag455.xml><?xml version="1.0" encoding="utf-8"?>
<p:tagLst xmlns:a="http://schemas.openxmlformats.org/drawingml/2006/main" xmlns:r="http://schemas.openxmlformats.org/officeDocument/2006/relationships" xmlns:p="http://schemas.openxmlformats.org/presentationml/2006/main">
  <p:tag name="PPSPLIT_ID" val=" 47"/>
</p:tagLst>
</file>

<file path=ppt/tags/tag456.xml><?xml version="1.0" encoding="utf-8"?>
<p:tagLst xmlns:a="http://schemas.openxmlformats.org/drawingml/2006/main" xmlns:r="http://schemas.openxmlformats.org/officeDocument/2006/relationships" xmlns:p="http://schemas.openxmlformats.org/presentationml/2006/main">
  <p:tag name="PPSPLIT_ID" val=" 19"/>
</p:tagLst>
</file>

<file path=ppt/tags/tag457.xml><?xml version="1.0" encoding="utf-8"?>
<p:tagLst xmlns:a="http://schemas.openxmlformats.org/drawingml/2006/main" xmlns:r="http://schemas.openxmlformats.org/officeDocument/2006/relationships" xmlns:p="http://schemas.openxmlformats.org/presentationml/2006/main">
  <p:tag name="PPSPLIT_ID" val=" 13"/>
</p:tagLst>
</file>

<file path=ppt/tags/tag458.xml><?xml version="1.0" encoding="utf-8"?>
<p:tagLst xmlns:a="http://schemas.openxmlformats.org/drawingml/2006/main" xmlns:r="http://schemas.openxmlformats.org/officeDocument/2006/relationships" xmlns:p="http://schemas.openxmlformats.org/presentationml/2006/main">
  <p:tag name="PPSPLIT_ID" val=" 11"/>
</p:tagLst>
</file>

<file path=ppt/tags/tag459.xml><?xml version="1.0" encoding="utf-8"?>
<p:tagLst xmlns:a="http://schemas.openxmlformats.org/drawingml/2006/main" xmlns:r="http://schemas.openxmlformats.org/officeDocument/2006/relationships" xmlns:p="http://schemas.openxmlformats.org/presentationml/2006/main">
  <p:tag name="PPSPLIT_ID" val=" 4"/>
</p:tagLst>
</file>

<file path=ppt/tags/tag460.xml><?xml version="1.0" encoding="utf-8"?>
<p:tagLst xmlns:a="http://schemas.openxmlformats.org/drawingml/2006/main" xmlns:r="http://schemas.openxmlformats.org/officeDocument/2006/relationships" xmlns:p="http://schemas.openxmlformats.org/presentationml/2006/main">
  <p:tag name="PPSPLIT_ID" val=" 9"/>
</p:tagLst>
</file>

<file path=ppt/tags/tag461.xml><?xml version="1.0" encoding="utf-8"?>
<p:tagLst xmlns:a="http://schemas.openxmlformats.org/drawingml/2006/main" xmlns:r="http://schemas.openxmlformats.org/officeDocument/2006/relationships" xmlns:p="http://schemas.openxmlformats.org/presentationml/2006/main">
  <p:tag name="PPSPLIT_ID" val=" 10"/>
</p:tagLst>
</file>

<file path=ppt/tags/tag462.xml><?xml version="1.0" encoding="utf-8"?>
<p:tagLst xmlns:a="http://schemas.openxmlformats.org/drawingml/2006/main" xmlns:r="http://schemas.openxmlformats.org/officeDocument/2006/relationships" xmlns:p="http://schemas.openxmlformats.org/presentationml/2006/main">
  <p:tag name="PPSPLIT_ID" val=" 18"/>
</p:tagLst>
</file>

<file path=ppt/tags/tag463.xml><?xml version="1.0" encoding="utf-8"?>
<p:tagLst xmlns:a="http://schemas.openxmlformats.org/drawingml/2006/main" xmlns:r="http://schemas.openxmlformats.org/officeDocument/2006/relationships" xmlns:p="http://schemas.openxmlformats.org/presentationml/2006/main">
  <p:tag name="PPSPLIT_ID" val=" 24"/>
</p:tagLst>
</file>

<file path=ppt/tags/tag464.xml><?xml version="1.0" encoding="utf-8"?>
<p:tagLst xmlns:a="http://schemas.openxmlformats.org/drawingml/2006/main" xmlns:r="http://schemas.openxmlformats.org/officeDocument/2006/relationships" xmlns:p="http://schemas.openxmlformats.org/presentationml/2006/main">
  <p:tag name="PPSPLIT_ID" val=" 8"/>
</p:tagLst>
</file>

<file path=ppt/tags/tag465.xml><?xml version="1.0" encoding="utf-8"?>
<p:tagLst xmlns:a="http://schemas.openxmlformats.org/drawingml/2006/main" xmlns:r="http://schemas.openxmlformats.org/officeDocument/2006/relationships" xmlns:p="http://schemas.openxmlformats.org/presentationml/2006/main">
  <p:tag name="PPSPLIT_ID" val=" 182"/>
</p:tagLst>
</file>

<file path=ppt/tags/tag466.xml><?xml version="1.0" encoding="utf-8"?>
<p:tagLst xmlns:a="http://schemas.openxmlformats.org/drawingml/2006/main" xmlns:r="http://schemas.openxmlformats.org/officeDocument/2006/relationships" xmlns:p="http://schemas.openxmlformats.org/presentationml/2006/main">
  <p:tag name="PPSPLIT_ID" val=" 2"/>
</p:tagLst>
</file>

<file path=ppt/tags/tag467.xml><?xml version="1.0" encoding="utf-8"?>
<p:tagLst xmlns:a="http://schemas.openxmlformats.org/drawingml/2006/main" xmlns:r="http://schemas.openxmlformats.org/officeDocument/2006/relationships" xmlns:p="http://schemas.openxmlformats.org/presentationml/2006/main">
  <p:tag name="PPSPLIT_ID" val=" 44"/>
</p:tagLst>
</file>

<file path=ppt/tags/tag468.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469.xml><?xml version="1.0" encoding="utf-8"?>
<p:tagLst xmlns:a="http://schemas.openxmlformats.org/drawingml/2006/main" xmlns:r="http://schemas.openxmlformats.org/officeDocument/2006/relationships" xmlns:p="http://schemas.openxmlformats.org/presentationml/2006/main">
  <p:tag name="PPSPLIT_ID" val=" 45"/>
</p:tagLst>
</file>

<file path=ppt/tags/tag470.xml><?xml version="1.0" encoding="utf-8"?>
<p:tagLst xmlns:a="http://schemas.openxmlformats.org/drawingml/2006/main" xmlns:r="http://schemas.openxmlformats.org/officeDocument/2006/relationships" xmlns:p="http://schemas.openxmlformats.org/presentationml/2006/main">
  <p:tag name="PPSPLIT_ID" val=" 46"/>
</p:tagLst>
</file>

<file path=ppt/tags/tag471.xml><?xml version="1.0" encoding="utf-8"?>
<p:tagLst xmlns:a="http://schemas.openxmlformats.org/drawingml/2006/main" xmlns:r="http://schemas.openxmlformats.org/officeDocument/2006/relationships" xmlns:p="http://schemas.openxmlformats.org/presentationml/2006/main">
  <p:tag name="PPSPLIT_ID" val=" 47"/>
</p:tagLst>
</file>

<file path=ppt/tags/tag472.xml><?xml version="1.0" encoding="utf-8"?>
<p:tagLst xmlns:a="http://schemas.openxmlformats.org/drawingml/2006/main" xmlns:r="http://schemas.openxmlformats.org/officeDocument/2006/relationships" xmlns:p="http://schemas.openxmlformats.org/presentationml/2006/main">
  <p:tag name="PPSPLIT_ID" val=" 19"/>
</p:tagLst>
</file>

<file path=ppt/tags/tag473.xml><?xml version="1.0" encoding="utf-8"?>
<p:tagLst xmlns:a="http://schemas.openxmlformats.org/drawingml/2006/main" xmlns:r="http://schemas.openxmlformats.org/officeDocument/2006/relationships" xmlns:p="http://schemas.openxmlformats.org/presentationml/2006/main">
  <p:tag name="PPSPLIT_ID" val=" 13"/>
</p:tagLst>
</file>

<file path=ppt/tags/tag474.xml><?xml version="1.0" encoding="utf-8"?>
<p:tagLst xmlns:a="http://schemas.openxmlformats.org/drawingml/2006/main" xmlns:r="http://schemas.openxmlformats.org/officeDocument/2006/relationships" xmlns:p="http://schemas.openxmlformats.org/presentationml/2006/main">
  <p:tag name="PPSPLIT_ID" val=" 11"/>
</p:tagLst>
</file>

<file path=ppt/tags/tag475.xml><?xml version="1.0" encoding="utf-8"?>
<p:tagLst xmlns:a="http://schemas.openxmlformats.org/drawingml/2006/main" xmlns:r="http://schemas.openxmlformats.org/officeDocument/2006/relationships" xmlns:p="http://schemas.openxmlformats.org/presentationml/2006/main">
  <p:tag name="PPSPLIT_ID" val=" 4"/>
</p:tagLst>
</file>

<file path=ppt/tags/tag476.xml><?xml version="1.0" encoding="utf-8"?>
<p:tagLst xmlns:a="http://schemas.openxmlformats.org/drawingml/2006/main" xmlns:r="http://schemas.openxmlformats.org/officeDocument/2006/relationships" xmlns:p="http://schemas.openxmlformats.org/presentationml/2006/main">
  <p:tag name="PPSPLIT_ID" val=" 9"/>
</p:tagLst>
</file>

<file path=ppt/tags/tag477.xml><?xml version="1.0" encoding="utf-8"?>
<p:tagLst xmlns:a="http://schemas.openxmlformats.org/drawingml/2006/main" xmlns:r="http://schemas.openxmlformats.org/officeDocument/2006/relationships" xmlns:p="http://schemas.openxmlformats.org/presentationml/2006/main">
  <p:tag name="PPSPLIT_ID" val=" 10"/>
</p:tagLst>
</file>

<file path=ppt/tags/tag478.xml><?xml version="1.0" encoding="utf-8"?>
<p:tagLst xmlns:a="http://schemas.openxmlformats.org/drawingml/2006/main" xmlns:r="http://schemas.openxmlformats.org/officeDocument/2006/relationships" xmlns:p="http://schemas.openxmlformats.org/presentationml/2006/main">
  <p:tag name="PPSPLIT_ID" val=" 18"/>
</p:tagLst>
</file>

<file path=ppt/tags/tag479.xml><?xml version="1.0" encoding="utf-8"?>
<p:tagLst xmlns:a="http://schemas.openxmlformats.org/drawingml/2006/main" xmlns:r="http://schemas.openxmlformats.org/officeDocument/2006/relationships" xmlns:p="http://schemas.openxmlformats.org/presentationml/2006/main">
  <p:tag name="PPSPLIT_ID" val=" 24"/>
</p:tagLst>
</file>

<file path=ppt/tags/tag480.xml><?xml version="1.0" encoding="utf-8"?>
<p:tagLst xmlns:a="http://schemas.openxmlformats.org/drawingml/2006/main" xmlns:r="http://schemas.openxmlformats.org/officeDocument/2006/relationships" xmlns:p="http://schemas.openxmlformats.org/presentationml/2006/main">
  <p:tag name="PPSPLIT_ID" val=" 8"/>
</p:tagLst>
</file>

<file path=ppt/tags/tag481.xml><?xml version="1.0" encoding="utf-8"?>
<p:tagLst xmlns:a="http://schemas.openxmlformats.org/drawingml/2006/main" xmlns:r="http://schemas.openxmlformats.org/officeDocument/2006/relationships" xmlns:p="http://schemas.openxmlformats.org/presentationml/2006/main">
  <p:tag name="PPSPLIT_ID" val=" 182"/>
</p:tagLst>
</file>

<file path=ppt/tags/tag482.xml><?xml version="1.0" encoding="utf-8"?>
<p:tagLst xmlns:a="http://schemas.openxmlformats.org/drawingml/2006/main" xmlns:r="http://schemas.openxmlformats.org/officeDocument/2006/relationships" xmlns:p="http://schemas.openxmlformats.org/presentationml/2006/main">
  <p:tag name="PPSPLIT_ID" val=" 2"/>
</p:tagLst>
</file>

<file path=ppt/tags/tag483.xml><?xml version="1.0" encoding="utf-8"?>
<p:tagLst xmlns:a="http://schemas.openxmlformats.org/drawingml/2006/main" xmlns:r="http://schemas.openxmlformats.org/officeDocument/2006/relationships" xmlns:p="http://schemas.openxmlformats.org/presentationml/2006/main">
  <p:tag name="PPSPLIT_ID" val=" 44"/>
</p:tagLst>
</file>

<file path=ppt/tags/tag484.xml><?xml version="1.0" encoding="utf-8"?>
<p:tagLst xmlns:a="http://schemas.openxmlformats.org/drawingml/2006/main" xmlns:r="http://schemas.openxmlformats.org/officeDocument/2006/relationships" xmlns:p="http://schemas.openxmlformats.org/presentationml/2006/main">
  <p:tag name="PPSPLIT_ID" val=" 49"/>
</p:tagLst>
</file>

<file path=ppt/tags/tag485.xml><?xml version="1.0" encoding="utf-8"?>
<p:tagLst xmlns:a="http://schemas.openxmlformats.org/drawingml/2006/main" xmlns:r="http://schemas.openxmlformats.org/officeDocument/2006/relationships" xmlns:p="http://schemas.openxmlformats.org/presentationml/2006/main">
  <p:tag name="PPSPLIT_ID" val=" 51"/>
</p:tagLst>
</file>

<file path=ppt/tags/tag486.xml><?xml version="1.0" encoding="utf-8"?>
<p:tagLst xmlns:a="http://schemas.openxmlformats.org/drawingml/2006/main" xmlns:r="http://schemas.openxmlformats.org/officeDocument/2006/relationships" xmlns:p="http://schemas.openxmlformats.org/presentationml/2006/main">
  <p:tag name="PPSPLIT_ID" val=" 53"/>
</p:tagLst>
</file>

<file path=ppt/tags/tag487.xml><?xml version="1.0" encoding="utf-8"?>
<p:tagLst xmlns:a="http://schemas.openxmlformats.org/drawingml/2006/main" xmlns:r="http://schemas.openxmlformats.org/officeDocument/2006/relationships" xmlns:p="http://schemas.openxmlformats.org/presentationml/2006/main">
  <p:tag name="PPSPLIT_ID" val=" 14"/>
</p:tagLst>
</file>

<file path=ppt/tags/tag488.xml><?xml version="1.0" encoding="utf-8"?>
<p:tagLst xmlns:a="http://schemas.openxmlformats.org/drawingml/2006/main" xmlns:r="http://schemas.openxmlformats.org/officeDocument/2006/relationships" xmlns:p="http://schemas.openxmlformats.org/presentationml/2006/main">
  <p:tag name="PPSPLIT_ID" val=" 15"/>
</p:tagLst>
</file>

<file path=ppt/tags/tag489.xml><?xml version="1.0" encoding="utf-8"?>
<p:tagLst xmlns:a="http://schemas.openxmlformats.org/drawingml/2006/main" xmlns:r="http://schemas.openxmlformats.org/officeDocument/2006/relationships" xmlns:p="http://schemas.openxmlformats.org/presentationml/2006/main">
  <p:tag name="PPSPLIT_ID" val=" 16"/>
</p:tagLst>
</file>

<file path=ppt/tags/tag490.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491.xml><?xml version="1.0" encoding="utf-8"?>
<p:tagLst xmlns:a="http://schemas.openxmlformats.org/drawingml/2006/main" xmlns:r="http://schemas.openxmlformats.org/officeDocument/2006/relationships" xmlns:p="http://schemas.openxmlformats.org/presentationml/2006/main">
  <p:tag name="PPSPLIT_ID" val=" 45"/>
</p:tagLst>
</file>

<file path=ppt/tags/tag492.xml><?xml version="1.0" encoding="utf-8"?>
<p:tagLst xmlns:a="http://schemas.openxmlformats.org/drawingml/2006/main" xmlns:r="http://schemas.openxmlformats.org/officeDocument/2006/relationships" xmlns:p="http://schemas.openxmlformats.org/presentationml/2006/main">
  <p:tag name="PPSPLIT_ID" val=" 46"/>
</p:tagLst>
</file>

<file path=ppt/tags/tag493.xml><?xml version="1.0" encoding="utf-8"?>
<p:tagLst xmlns:a="http://schemas.openxmlformats.org/drawingml/2006/main" xmlns:r="http://schemas.openxmlformats.org/officeDocument/2006/relationships" xmlns:p="http://schemas.openxmlformats.org/presentationml/2006/main">
  <p:tag name="PPSPLIT_ID" val=" 47"/>
</p:tagLst>
</file>

<file path=ppt/tags/tag494.xml><?xml version="1.0" encoding="utf-8"?>
<p:tagLst xmlns:a="http://schemas.openxmlformats.org/drawingml/2006/main" xmlns:r="http://schemas.openxmlformats.org/officeDocument/2006/relationships" xmlns:p="http://schemas.openxmlformats.org/presentationml/2006/main">
  <p:tag name="PPSPLIT_ID" val=" 19"/>
</p:tagLst>
</file>

<file path=ppt/tags/tag495.xml><?xml version="1.0" encoding="utf-8"?>
<p:tagLst xmlns:a="http://schemas.openxmlformats.org/drawingml/2006/main" xmlns:r="http://schemas.openxmlformats.org/officeDocument/2006/relationships" xmlns:p="http://schemas.openxmlformats.org/presentationml/2006/main">
  <p:tag name="PPSPLIT_ID" val=" 13"/>
</p:tagLst>
</file>

<file path=ppt/tags/tag496.xml><?xml version="1.0" encoding="utf-8"?>
<p:tagLst xmlns:a="http://schemas.openxmlformats.org/drawingml/2006/main" xmlns:r="http://schemas.openxmlformats.org/officeDocument/2006/relationships" xmlns:p="http://schemas.openxmlformats.org/presentationml/2006/main">
  <p:tag name="PPSPLIT_ID" val=" 11"/>
</p:tagLst>
</file>

<file path=ppt/tags/tag497.xml><?xml version="1.0" encoding="utf-8"?>
<p:tagLst xmlns:a="http://schemas.openxmlformats.org/drawingml/2006/main" xmlns:r="http://schemas.openxmlformats.org/officeDocument/2006/relationships" xmlns:p="http://schemas.openxmlformats.org/presentationml/2006/main">
  <p:tag name="PPSPLIT_ID" val=" 4"/>
</p:tagLst>
</file>

<file path=ppt/tags/tag498.xml><?xml version="1.0" encoding="utf-8"?>
<p:tagLst xmlns:a="http://schemas.openxmlformats.org/drawingml/2006/main" xmlns:r="http://schemas.openxmlformats.org/officeDocument/2006/relationships" xmlns:p="http://schemas.openxmlformats.org/presentationml/2006/main">
  <p:tag name="PPSPLIT_ID" val=" 9"/>
</p:tagLst>
</file>

<file path=ppt/tags/tag499.xml><?xml version="1.0" encoding="utf-8"?>
<p:tagLst xmlns:a="http://schemas.openxmlformats.org/drawingml/2006/main" xmlns:r="http://schemas.openxmlformats.org/officeDocument/2006/relationships" xmlns:p="http://schemas.openxmlformats.org/presentationml/2006/main">
  <p:tag name="PPSPLIT_ID" val=" 10"/>
</p:tagLst>
</file>

<file path=ppt/tags/tag500.xml><?xml version="1.0" encoding="utf-8"?>
<p:tagLst xmlns:a="http://schemas.openxmlformats.org/drawingml/2006/main" xmlns:r="http://schemas.openxmlformats.org/officeDocument/2006/relationships" xmlns:p="http://schemas.openxmlformats.org/presentationml/2006/main">
  <p:tag name="PPSPLIT_ID" val=" 18"/>
</p:tagLst>
</file>

<file path=ppt/tags/tag501.xml><?xml version="1.0" encoding="utf-8"?>
<p:tagLst xmlns:a="http://schemas.openxmlformats.org/drawingml/2006/main" xmlns:r="http://schemas.openxmlformats.org/officeDocument/2006/relationships" xmlns:p="http://schemas.openxmlformats.org/presentationml/2006/main">
  <p:tag name="PPSPLIT_ID" val=" 24"/>
</p:tagLst>
</file>

<file path=ppt/tags/tag502.xml><?xml version="1.0" encoding="utf-8"?>
<p:tagLst xmlns:a="http://schemas.openxmlformats.org/drawingml/2006/main" xmlns:r="http://schemas.openxmlformats.org/officeDocument/2006/relationships" xmlns:p="http://schemas.openxmlformats.org/presentationml/2006/main">
  <p:tag name="PPSPLIT_ID" val=" 8"/>
</p:tagLst>
</file>

<file path=ppt/tags/tag503.xml><?xml version="1.0" encoding="utf-8"?>
<p:tagLst xmlns:a="http://schemas.openxmlformats.org/drawingml/2006/main" xmlns:r="http://schemas.openxmlformats.org/officeDocument/2006/relationships" xmlns:p="http://schemas.openxmlformats.org/presentationml/2006/main">
  <p:tag name="PPSPLIT_ID" val=" 182"/>
</p:tagLst>
</file>

<file path=ppt/tags/tag504.xml><?xml version="1.0" encoding="utf-8"?>
<p:tagLst xmlns:a="http://schemas.openxmlformats.org/drawingml/2006/main" xmlns:r="http://schemas.openxmlformats.org/officeDocument/2006/relationships" xmlns:p="http://schemas.openxmlformats.org/presentationml/2006/main">
  <p:tag name="PPSPLIT_ID" val=" 2"/>
</p:tagLst>
</file>

<file path=ppt/tags/tag505.xml><?xml version="1.0" encoding="utf-8"?>
<p:tagLst xmlns:a="http://schemas.openxmlformats.org/drawingml/2006/main" xmlns:r="http://schemas.openxmlformats.org/officeDocument/2006/relationships" xmlns:p="http://schemas.openxmlformats.org/presentationml/2006/main">
  <p:tag name="PPSPLIT_ID" val=" 44"/>
</p:tagLst>
</file>

<file path=ppt/tags/tag506.xml><?xml version="1.0" encoding="utf-8"?>
<p:tagLst xmlns:a="http://schemas.openxmlformats.org/drawingml/2006/main" xmlns:r="http://schemas.openxmlformats.org/officeDocument/2006/relationships" xmlns:p="http://schemas.openxmlformats.org/presentationml/2006/main">
  <p:tag name="PPSPLIT_ID" val=" 49"/>
</p:tagLst>
</file>

<file path=ppt/tags/tag507.xml><?xml version="1.0" encoding="utf-8"?>
<p:tagLst xmlns:a="http://schemas.openxmlformats.org/drawingml/2006/main" xmlns:r="http://schemas.openxmlformats.org/officeDocument/2006/relationships" xmlns:p="http://schemas.openxmlformats.org/presentationml/2006/main">
  <p:tag name="PPSPLIT_ID" val=" 51"/>
</p:tagLst>
</file>

<file path=ppt/tags/tag508.xml><?xml version="1.0" encoding="utf-8"?>
<p:tagLst xmlns:a="http://schemas.openxmlformats.org/drawingml/2006/main" xmlns:r="http://schemas.openxmlformats.org/officeDocument/2006/relationships" xmlns:p="http://schemas.openxmlformats.org/presentationml/2006/main">
  <p:tag name="PPSPLIT_ID" val=" 53"/>
</p:tagLst>
</file>

<file path=ppt/tags/tag509.xml><?xml version="1.0" encoding="utf-8"?>
<p:tagLst xmlns:a="http://schemas.openxmlformats.org/drawingml/2006/main" xmlns:r="http://schemas.openxmlformats.org/officeDocument/2006/relationships" xmlns:p="http://schemas.openxmlformats.org/presentationml/2006/main">
  <p:tag name="PPSPLIT_ID" val=" 14"/>
</p:tagLst>
</file>

<file path=ppt/tags/tag510.xml><?xml version="1.0" encoding="utf-8"?>
<p:tagLst xmlns:a="http://schemas.openxmlformats.org/drawingml/2006/main" xmlns:r="http://schemas.openxmlformats.org/officeDocument/2006/relationships" xmlns:p="http://schemas.openxmlformats.org/presentationml/2006/main">
  <p:tag name="PPSPLIT_ID" val=" 15"/>
</p:tagLst>
</file>

<file path=ppt/tags/tag511.xml><?xml version="1.0" encoding="utf-8"?>
<p:tagLst xmlns:a="http://schemas.openxmlformats.org/drawingml/2006/main" xmlns:r="http://schemas.openxmlformats.org/officeDocument/2006/relationships" xmlns:p="http://schemas.openxmlformats.org/presentationml/2006/main">
  <p:tag name="PPSPLIT_ID" val=" 16"/>
</p:tagLst>
</file>

<file path=ppt/tags/tag512.xml><?xml version="1.0" encoding="utf-8"?>
<p:tagLst xmlns:a="http://schemas.openxmlformats.org/drawingml/2006/main" xmlns:r="http://schemas.openxmlformats.org/officeDocument/2006/relationships" xmlns:p="http://schemas.openxmlformats.org/presentationml/2006/main">
  <p:tag name="PPSPLIT_ID" val=" 20"/>
</p:tagLst>
</file>

<file path=ppt/tags/tag513.xml><?xml version="1.0" encoding="utf-8"?>
<p:tagLst xmlns:a="http://schemas.openxmlformats.org/drawingml/2006/main" xmlns:r="http://schemas.openxmlformats.org/officeDocument/2006/relationships" xmlns:p="http://schemas.openxmlformats.org/presentationml/2006/main">
  <p:tag name="PPSPLIT_ID" val=" 23"/>
</p:tagLst>
</file>

<file path=ppt/tags/tag514.xml><?xml version="1.0" encoding="utf-8"?>
<p:tagLst xmlns:a="http://schemas.openxmlformats.org/drawingml/2006/main" xmlns:r="http://schemas.openxmlformats.org/officeDocument/2006/relationships" xmlns:p="http://schemas.openxmlformats.org/presentationml/2006/main">
  <p:tag name="PPSPLIT_ID" val=" 25"/>
</p:tagLst>
</file>

<file path=ppt/tags/tag515.xml><?xml version="1.0" encoding="utf-8"?>
<p:tagLst xmlns:a="http://schemas.openxmlformats.org/drawingml/2006/main" xmlns:r="http://schemas.openxmlformats.org/officeDocument/2006/relationships" xmlns:p="http://schemas.openxmlformats.org/presentationml/2006/main">
  <p:tag name="PPSPLIT_ID" val=" 26"/>
</p:tagLst>
</file>

<file path=ppt/tags/tag516.xml><?xml version="1.0" encoding="utf-8"?>
<p:tagLst xmlns:a="http://schemas.openxmlformats.org/drawingml/2006/main" xmlns:r="http://schemas.openxmlformats.org/officeDocument/2006/relationships" xmlns:p="http://schemas.openxmlformats.org/presentationml/2006/main">
  <p:tag name="PPSPLIT_ID" val=" 27"/>
</p:tagLst>
</file>

<file path=ppt/tags/tag517.xml><?xml version="1.0" encoding="utf-8"?>
<p:tagLst xmlns:a="http://schemas.openxmlformats.org/drawingml/2006/main" xmlns:r="http://schemas.openxmlformats.org/officeDocument/2006/relationships" xmlns:p="http://schemas.openxmlformats.org/presentationml/2006/main">
  <p:tag name="PPSPLIT_ID" val=" 28"/>
</p:tagLst>
</file>

<file path=ppt/tags/tag518.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 name="PPSPLIT_DONE" val="1"/>
</p:tagLst>
</file>

<file path=ppt/tags/tag519.xml><?xml version="1.0" encoding="utf-8"?>
<p:tagLst xmlns:a="http://schemas.openxmlformats.org/drawingml/2006/main" xmlns:r="http://schemas.openxmlformats.org/officeDocument/2006/relationships" xmlns:p="http://schemas.openxmlformats.org/presentationml/2006/main">
  <p:tag name="PPSPLIT_ID" val=" 45"/>
</p:tagLst>
</file>

<file path=ppt/tags/tag520.xml><?xml version="1.0" encoding="utf-8"?>
<p:tagLst xmlns:a="http://schemas.openxmlformats.org/drawingml/2006/main" xmlns:r="http://schemas.openxmlformats.org/officeDocument/2006/relationships" xmlns:p="http://schemas.openxmlformats.org/presentationml/2006/main">
  <p:tag name="PPSPLIT_ID" val=" 46"/>
</p:tagLst>
</file>

<file path=ppt/tags/tag521.xml><?xml version="1.0" encoding="utf-8"?>
<p:tagLst xmlns:a="http://schemas.openxmlformats.org/drawingml/2006/main" xmlns:r="http://schemas.openxmlformats.org/officeDocument/2006/relationships" xmlns:p="http://schemas.openxmlformats.org/presentationml/2006/main">
  <p:tag name="PPSPLIT_ID" val=" 47"/>
</p:tagLst>
</file>

<file path=ppt/tags/tag522.xml><?xml version="1.0" encoding="utf-8"?>
<p:tagLst xmlns:a="http://schemas.openxmlformats.org/drawingml/2006/main" xmlns:r="http://schemas.openxmlformats.org/officeDocument/2006/relationships" xmlns:p="http://schemas.openxmlformats.org/presentationml/2006/main">
  <p:tag name="PPSPLIT_ID" val=" 19"/>
</p:tagLst>
</file>

<file path=ppt/tags/tag523.xml><?xml version="1.0" encoding="utf-8"?>
<p:tagLst xmlns:a="http://schemas.openxmlformats.org/drawingml/2006/main" xmlns:r="http://schemas.openxmlformats.org/officeDocument/2006/relationships" xmlns:p="http://schemas.openxmlformats.org/presentationml/2006/main">
  <p:tag name="PPSPLIT_ID" val=" 13"/>
</p:tagLst>
</file>

<file path=ppt/tags/tag524.xml><?xml version="1.0" encoding="utf-8"?>
<p:tagLst xmlns:a="http://schemas.openxmlformats.org/drawingml/2006/main" xmlns:r="http://schemas.openxmlformats.org/officeDocument/2006/relationships" xmlns:p="http://schemas.openxmlformats.org/presentationml/2006/main">
  <p:tag name="PPSPLIT_ID" val=" 11"/>
</p:tagLst>
</file>

<file path=ppt/tags/tag525.xml><?xml version="1.0" encoding="utf-8"?>
<p:tagLst xmlns:a="http://schemas.openxmlformats.org/drawingml/2006/main" xmlns:r="http://schemas.openxmlformats.org/officeDocument/2006/relationships" xmlns:p="http://schemas.openxmlformats.org/presentationml/2006/main">
  <p:tag name="PPSPLIT_ID" val=" 4"/>
</p:tagLst>
</file>

<file path=ppt/tags/tag526.xml><?xml version="1.0" encoding="utf-8"?>
<p:tagLst xmlns:a="http://schemas.openxmlformats.org/drawingml/2006/main" xmlns:r="http://schemas.openxmlformats.org/officeDocument/2006/relationships" xmlns:p="http://schemas.openxmlformats.org/presentationml/2006/main">
  <p:tag name="PPSPLIT_ID" val=" 9"/>
</p:tagLst>
</file>

<file path=ppt/tags/tag527.xml><?xml version="1.0" encoding="utf-8"?>
<p:tagLst xmlns:a="http://schemas.openxmlformats.org/drawingml/2006/main" xmlns:r="http://schemas.openxmlformats.org/officeDocument/2006/relationships" xmlns:p="http://schemas.openxmlformats.org/presentationml/2006/main">
  <p:tag name="PPSPLIT_ID" val=" 10"/>
</p:tagLst>
</file>

<file path=ppt/tags/tag528.xml><?xml version="1.0" encoding="utf-8"?>
<p:tagLst xmlns:a="http://schemas.openxmlformats.org/drawingml/2006/main" xmlns:r="http://schemas.openxmlformats.org/officeDocument/2006/relationships" xmlns:p="http://schemas.openxmlformats.org/presentationml/2006/main">
  <p:tag name="PPSPLIT_ID" val=" 18"/>
</p:tagLst>
</file>

<file path=ppt/tags/tag529.xml><?xml version="1.0" encoding="utf-8"?>
<p:tagLst xmlns:a="http://schemas.openxmlformats.org/drawingml/2006/main" xmlns:r="http://schemas.openxmlformats.org/officeDocument/2006/relationships" xmlns:p="http://schemas.openxmlformats.org/presentationml/2006/main">
  <p:tag name="PPSPLIT_ID" val=" 24"/>
</p:tagLst>
</file>

<file path=ppt/tags/tag530.xml><?xml version="1.0" encoding="utf-8"?>
<p:tagLst xmlns:a="http://schemas.openxmlformats.org/drawingml/2006/main" xmlns:r="http://schemas.openxmlformats.org/officeDocument/2006/relationships" xmlns:p="http://schemas.openxmlformats.org/presentationml/2006/main">
  <p:tag name="PPSPLIT_ID" val=" 8"/>
</p:tagLst>
</file>

<file path=ppt/tags/tag531.xml><?xml version="1.0" encoding="utf-8"?>
<p:tagLst xmlns:a="http://schemas.openxmlformats.org/drawingml/2006/main" xmlns:r="http://schemas.openxmlformats.org/officeDocument/2006/relationships" xmlns:p="http://schemas.openxmlformats.org/presentationml/2006/main">
  <p:tag name="PPSPLIT_ID" val=" 182"/>
</p:tagLst>
</file>

<file path=ppt/tags/tag532.xml><?xml version="1.0" encoding="utf-8"?>
<p:tagLst xmlns:a="http://schemas.openxmlformats.org/drawingml/2006/main" xmlns:r="http://schemas.openxmlformats.org/officeDocument/2006/relationships" xmlns:p="http://schemas.openxmlformats.org/presentationml/2006/main">
  <p:tag name="PPSPLIT_ID" val=" 2"/>
</p:tagLst>
</file>

<file path=ppt/tags/tag533.xml><?xml version="1.0" encoding="utf-8"?>
<p:tagLst xmlns:a="http://schemas.openxmlformats.org/drawingml/2006/main" xmlns:r="http://schemas.openxmlformats.org/officeDocument/2006/relationships" xmlns:p="http://schemas.openxmlformats.org/presentationml/2006/main">
  <p:tag name="PPSPLIT_ID" val=" 44"/>
</p:tagLst>
</file>

<file path=ppt/tags/tag534.xml><?xml version="1.0" encoding="utf-8"?>
<p:tagLst xmlns:a="http://schemas.openxmlformats.org/drawingml/2006/main" xmlns:r="http://schemas.openxmlformats.org/officeDocument/2006/relationships" xmlns:p="http://schemas.openxmlformats.org/presentationml/2006/main">
  <p:tag name="PPSPLIT_ID" val=" 49"/>
</p:tagLst>
</file>

<file path=ppt/tags/tag535.xml><?xml version="1.0" encoding="utf-8"?>
<p:tagLst xmlns:a="http://schemas.openxmlformats.org/drawingml/2006/main" xmlns:r="http://schemas.openxmlformats.org/officeDocument/2006/relationships" xmlns:p="http://schemas.openxmlformats.org/presentationml/2006/main">
  <p:tag name="PPSPLIT_ID" val=" 51"/>
</p:tagLst>
</file>

<file path=ppt/tags/tag536.xml><?xml version="1.0" encoding="utf-8"?>
<p:tagLst xmlns:a="http://schemas.openxmlformats.org/drawingml/2006/main" xmlns:r="http://schemas.openxmlformats.org/officeDocument/2006/relationships" xmlns:p="http://schemas.openxmlformats.org/presentationml/2006/main">
  <p:tag name="PPSPLIT_ID" val=" 53"/>
</p:tagLst>
</file>

<file path=ppt/tags/tag537.xml><?xml version="1.0" encoding="utf-8"?>
<p:tagLst xmlns:a="http://schemas.openxmlformats.org/drawingml/2006/main" xmlns:r="http://schemas.openxmlformats.org/officeDocument/2006/relationships" xmlns:p="http://schemas.openxmlformats.org/presentationml/2006/main">
  <p:tag name="PPSPLIT_ID" val=" 14"/>
</p:tagLst>
</file>

<file path=ppt/tags/tag538.xml><?xml version="1.0" encoding="utf-8"?>
<p:tagLst xmlns:a="http://schemas.openxmlformats.org/drawingml/2006/main" xmlns:r="http://schemas.openxmlformats.org/officeDocument/2006/relationships" xmlns:p="http://schemas.openxmlformats.org/presentationml/2006/main">
  <p:tag name="PPSPLIT_ID" val=" 15"/>
</p:tagLst>
</file>

<file path=ppt/tags/tag539.xml><?xml version="1.0" encoding="utf-8"?>
<p:tagLst xmlns:a="http://schemas.openxmlformats.org/drawingml/2006/main" xmlns:r="http://schemas.openxmlformats.org/officeDocument/2006/relationships" xmlns:p="http://schemas.openxmlformats.org/presentationml/2006/main">
  <p:tag name="PPSPLIT_ID" val=" 16"/>
</p:tagLst>
</file>

<file path=ppt/tags/tag540.xml><?xml version="1.0" encoding="utf-8"?>
<p:tagLst xmlns:a="http://schemas.openxmlformats.org/drawingml/2006/main" xmlns:r="http://schemas.openxmlformats.org/officeDocument/2006/relationships" xmlns:p="http://schemas.openxmlformats.org/presentationml/2006/main">
  <p:tag name="PPSPLIT_ID" val=" 20"/>
</p:tagLst>
</file>

<file path=ppt/tags/tag541.xml><?xml version="1.0" encoding="utf-8"?>
<p:tagLst xmlns:a="http://schemas.openxmlformats.org/drawingml/2006/main" xmlns:r="http://schemas.openxmlformats.org/officeDocument/2006/relationships" xmlns:p="http://schemas.openxmlformats.org/presentationml/2006/main">
  <p:tag name="PPSPLIT_ID" val=" 23"/>
</p:tagLst>
</file>

<file path=ppt/tags/tag542.xml><?xml version="1.0" encoding="utf-8"?>
<p:tagLst xmlns:a="http://schemas.openxmlformats.org/drawingml/2006/main" xmlns:r="http://schemas.openxmlformats.org/officeDocument/2006/relationships" xmlns:p="http://schemas.openxmlformats.org/presentationml/2006/main">
  <p:tag name="PPSPLIT_ID" val=" 25"/>
</p:tagLst>
</file>

<file path=ppt/tags/tag543.xml><?xml version="1.0" encoding="utf-8"?>
<p:tagLst xmlns:a="http://schemas.openxmlformats.org/drawingml/2006/main" xmlns:r="http://schemas.openxmlformats.org/officeDocument/2006/relationships" xmlns:p="http://schemas.openxmlformats.org/presentationml/2006/main">
  <p:tag name="PPSPLIT_ID" val=" 26"/>
</p:tagLst>
</file>

<file path=ppt/tags/tag544.xml><?xml version="1.0" encoding="utf-8"?>
<p:tagLst xmlns:a="http://schemas.openxmlformats.org/drawingml/2006/main" xmlns:r="http://schemas.openxmlformats.org/officeDocument/2006/relationships" xmlns:p="http://schemas.openxmlformats.org/presentationml/2006/main">
  <p:tag name="PPSPLIT_ID" val=" 27"/>
</p:tagLst>
</file>

<file path=ppt/tags/tag545.xml><?xml version="1.0" encoding="utf-8"?>
<p:tagLst xmlns:a="http://schemas.openxmlformats.org/drawingml/2006/main" xmlns:r="http://schemas.openxmlformats.org/officeDocument/2006/relationships" xmlns:p="http://schemas.openxmlformats.org/presentationml/2006/main">
  <p:tag name="PPSPLIT_ID" val=" 28"/>
</p:tagLst>
</file>

<file path=ppt/tags/tag546.xml><?xml version="1.0" encoding="utf-8"?>
<p:tagLst xmlns:a="http://schemas.openxmlformats.org/drawingml/2006/main" xmlns:r="http://schemas.openxmlformats.org/officeDocument/2006/relationships" xmlns:p="http://schemas.openxmlformats.org/presentationml/2006/main">
  <p:tag name="PPSPLIT_ID" val=" 30"/>
</p:tagLst>
</file>

<file path=ppt/tags/tag547.xml><?xml version="1.0" encoding="utf-8"?>
<p:tagLst xmlns:a="http://schemas.openxmlformats.org/drawingml/2006/main" xmlns:r="http://schemas.openxmlformats.org/officeDocument/2006/relationships" xmlns:p="http://schemas.openxmlformats.org/presentationml/2006/main">
  <p:tag name="TIMING" val="|28.7|15.2|5.8|12.2|16.2|0.9"/>
  <p:tag name="PPSPLIT_SPLIT" val="1"/>
  <p:tag name="PPSPLIT_ORIGINALSLIDENUMBER" val="7"/>
</p:tagLst>
</file>

<file path=ppt/tags/tag548.xml><?xml version="1.0" encoding="utf-8"?>
<p:tagLst xmlns:a="http://schemas.openxmlformats.org/drawingml/2006/main" xmlns:r="http://schemas.openxmlformats.org/officeDocument/2006/relationships" xmlns:p="http://schemas.openxmlformats.org/presentationml/2006/main">
  <p:tag name="PPSPLIT_ID" val=" 45"/>
</p:tagLst>
</file>

<file path=ppt/tags/tag549.xml><?xml version="1.0" encoding="utf-8"?>
<p:tagLst xmlns:a="http://schemas.openxmlformats.org/drawingml/2006/main" xmlns:r="http://schemas.openxmlformats.org/officeDocument/2006/relationships" xmlns:p="http://schemas.openxmlformats.org/presentationml/2006/main">
  <p:tag name="PPSPLIT_ID" val=" 46"/>
</p:tagLst>
</file>

<file path=ppt/tags/tag550.xml><?xml version="1.0" encoding="utf-8"?>
<p:tagLst xmlns:a="http://schemas.openxmlformats.org/drawingml/2006/main" xmlns:r="http://schemas.openxmlformats.org/officeDocument/2006/relationships" xmlns:p="http://schemas.openxmlformats.org/presentationml/2006/main">
  <p:tag name="PPSPLIT_ID" val=" 47"/>
</p:tagLst>
</file>

<file path=ppt/tags/tag551.xml><?xml version="1.0" encoding="utf-8"?>
<p:tagLst xmlns:a="http://schemas.openxmlformats.org/drawingml/2006/main" xmlns:r="http://schemas.openxmlformats.org/officeDocument/2006/relationships" xmlns:p="http://schemas.openxmlformats.org/presentationml/2006/main">
  <p:tag name="PPSPLIT_ID" val=" 19"/>
</p:tagLst>
</file>

<file path=ppt/tags/tag552.xml><?xml version="1.0" encoding="utf-8"?>
<p:tagLst xmlns:a="http://schemas.openxmlformats.org/drawingml/2006/main" xmlns:r="http://schemas.openxmlformats.org/officeDocument/2006/relationships" xmlns:p="http://schemas.openxmlformats.org/presentationml/2006/main">
  <p:tag name="PPSPLIT_ID" val=" 13"/>
</p:tagLst>
</file>

<file path=ppt/tags/tag553.xml><?xml version="1.0" encoding="utf-8"?>
<p:tagLst xmlns:a="http://schemas.openxmlformats.org/drawingml/2006/main" xmlns:r="http://schemas.openxmlformats.org/officeDocument/2006/relationships" xmlns:p="http://schemas.openxmlformats.org/presentationml/2006/main">
  <p:tag name="PPSPLIT_ID" val=" 11"/>
</p:tagLst>
</file>

<file path=ppt/tags/tag554.xml><?xml version="1.0" encoding="utf-8"?>
<p:tagLst xmlns:a="http://schemas.openxmlformats.org/drawingml/2006/main" xmlns:r="http://schemas.openxmlformats.org/officeDocument/2006/relationships" xmlns:p="http://schemas.openxmlformats.org/presentationml/2006/main">
  <p:tag name="PPSPLIT_ID" val=" 4"/>
</p:tagLst>
</file>

<file path=ppt/tags/tag555.xml><?xml version="1.0" encoding="utf-8"?>
<p:tagLst xmlns:a="http://schemas.openxmlformats.org/drawingml/2006/main" xmlns:r="http://schemas.openxmlformats.org/officeDocument/2006/relationships" xmlns:p="http://schemas.openxmlformats.org/presentationml/2006/main">
  <p:tag name="PPSPLIT_ID" val=" 9"/>
</p:tagLst>
</file>

<file path=ppt/tags/tag556.xml><?xml version="1.0" encoding="utf-8"?>
<p:tagLst xmlns:a="http://schemas.openxmlformats.org/drawingml/2006/main" xmlns:r="http://schemas.openxmlformats.org/officeDocument/2006/relationships" xmlns:p="http://schemas.openxmlformats.org/presentationml/2006/main">
  <p:tag name="PPSPLIT_ID" val=" 10"/>
</p:tagLst>
</file>

<file path=ppt/tags/tag557.xml><?xml version="1.0" encoding="utf-8"?>
<p:tagLst xmlns:a="http://schemas.openxmlformats.org/drawingml/2006/main" xmlns:r="http://schemas.openxmlformats.org/officeDocument/2006/relationships" xmlns:p="http://schemas.openxmlformats.org/presentationml/2006/main">
  <p:tag name="PPSPLIT_ID" val=" 18"/>
</p:tagLst>
</file>

<file path=ppt/tags/tag558.xml><?xml version="1.0" encoding="utf-8"?>
<p:tagLst xmlns:a="http://schemas.openxmlformats.org/drawingml/2006/main" xmlns:r="http://schemas.openxmlformats.org/officeDocument/2006/relationships" xmlns:p="http://schemas.openxmlformats.org/presentationml/2006/main">
  <p:tag name="PPSPLIT_ID" val=" 24"/>
</p:tagLst>
</file>

<file path=ppt/tags/tag559.xml><?xml version="1.0" encoding="utf-8"?>
<p:tagLst xmlns:a="http://schemas.openxmlformats.org/drawingml/2006/main" xmlns:r="http://schemas.openxmlformats.org/officeDocument/2006/relationships" xmlns:p="http://schemas.openxmlformats.org/presentationml/2006/main">
  <p:tag name="PPSPLIT_ID" val=" 8"/>
</p:tagLst>
</file>

<file path=ppt/tags/tag560.xml><?xml version="1.0" encoding="utf-8"?>
<p:tagLst xmlns:a="http://schemas.openxmlformats.org/drawingml/2006/main" xmlns:r="http://schemas.openxmlformats.org/officeDocument/2006/relationships" xmlns:p="http://schemas.openxmlformats.org/presentationml/2006/main">
  <p:tag name="PPSPLIT_ID" val=" 182"/>
</p:tagLst>
</file>

<file path=ppt/tags/tag561.xml><?xml version="1.0" encoding="utf-8"?>
<p:tagLst xmlns:a="http://schemas.openxmlformats.org/drawingml/2006/main" xmlns:r="http://schemas.openxmlformats.org/officeDocument/2006/relationships" xmlns:p="http://schemas.openxmlformats.org/presentationml/2006/main">
  <p:tag name="PPSPLIT_ID" val=" 2"/>
</p:tagLst>
</file>

<file path=ppt/tags/tag562.xml><?xml version="1.0" encoding="utf-8"?>
<p:tagLst xmlns:a="http://schemas.openxmlformats.org/drawingml/2006/main" xmlns:r="http://schemas.openxmlformats.org/officeDocument/2006/relationships" xmlns:p="http://schemas.openxmlformats.org/presentationml/2006/main">
  <p:tag name="PPSPLIT_ID" val=" 44"/>
</p:tagLst>
</file>

<file path=ppt/tags/tag563.xml><?xml version="1.0" encoding="utf-8"?>
<p:tagLst xmlns:a="http://schemas.openxmlformats.org/drawingml/2006/main" xmlns:r="http://schemas.openxmlformats.org/officeDocument/2006/relationships" xmlns:p="http://schemas.openxmlformats.org/presentationml/2006/main">
  <p:tag name="PPSPLIT_ID" val=" 49"/>
</p:tagLst>
</file>

<file path=ppt/tags/tag564.xml><?xml version="1.0" encoding="utf-8"?>
<p:tagLst xmlns:a="http://schemas.openxmlformats.org/drawingml/2006/main" xmlns:r="http://schemas.openxmlformats.org/officeDocument/2006/relationships" xmlns:p="http://schemas.openxmlformats.org/presentationml/2006/main">
  <p:tag name="PPSPLIT_ID" val=" 51"/>
</p:tagLst>
</file>

<file path=ppt/tags/tag565.xml><?xml version="1.0" encoding="utf-8"?>
<p:tagLst xmlns:a="http://schemas.openxmlformats.org/drawingml/2006/main" xmlns:r="http://schemas.openxmlformats.org/officeDocument/2006/relationships" xmlns:p="http://schemas.openxmlformats.org/presentationml/2006/main">
  <p:tag name="PPSPLIT_ID" val=" 53"/>
</p:tagLst>
</file>

<file path=ppt/tags/tag566.xml><?xml version="1.0" encoding="utf-8"?>
<p:tagLst xmlns:a="http://schemas.openxmlformats.org/drawingml/2006/main" xmlns:r="http://schemas.openxmlformats.org/officeDocument/2006/relationships" xmlns:p="http://schemas.openxmlformats.org/presentationml/2006/main">
  <p:tag name="PPSPLIT_ID" val=" 31"/>
</p:tagLst>
</file>

<file path=ppt/tags/tag567.xml><?xml version="1.0" encoding="utf-8"?>
<p:tagLst xmlns:a="http://schemas.openxmlformats.org/drawingml/2006/main" xmlns:r="http://schemas.openxmlformats.org/officeDocument/2006/relationships" xmlns:p="http://schemas.openxmlformats.org/presentationml/2006/main">
  <p:tag name="PPSPLIT_ID" val=" 32"/>
</p:tagLst>
</file>

<file path=ppt/tags/tag568.xml><?xml version="1.0" encoding="utf-8"?>
<p:tagLst xmlns:a="http://schemas.openxmlformats.org/drawingml/2006/main" xmlns:r="http://schemas.openxmlformats.org/officeDocument/2006/relationships" xmlns:p="http://schemas.openxmlformats.org/presentationml/2006/main">
  <p:tag name="PPSPLIT_ID" val=" 14"/>
</p:tagLst>
</file>

<file path=ppt/tags/tag569.xml><?xml version="1.0" encoding="utf-8"?>
<p:tagLst xmlns:a="http://schemas.openxmlformats.org/drawingml/2006/main" xmlns:r="http://schemas.openxmlformats.org/officeDocument/2006/relationships" xmlns:p="http://schemas.openxmlformats.org/presentationml/2006/main">
  <p:tag name="PPSPLIT_ID" val=" 15"/>
</p:tagLst>
</file>

<file path=ppt/tags/tag570.xml><?xml version="1.0" encoding="utf-8"?>
<p:tagLst xmlns:a="http://schemas.openxmlformats.org/drawingml/2006/main" xmlns:r="http://schemas.openxmlformats.org/officeDocument/2006/relationships" xmlns:p="http://schemas.openxmlformats.org/presentationml/2006/main">
  <p:tag name="PPSPLIT_ID" val=" 16"/>
</p:tagLst>
</file>

<file path=ppt/tags/tag571.xml><?xml version="1.0" encoding="utf-8"?>
<p:tagLst xmlns:a="http://schemas.openxmlformats.org/drawingml/2006/main" xmlns:r="http://schemas.openxmlformats.org/officeDocument/2006/relationships" xmlns:p="http://schemas.openxmlformats.org/presentationml/2006/main">
  <p:tag name="PPSPLIT_ID" val=" 20"/>
</p:tagLst>
</file>

<file path=ppt/tags/tag572.xml><?xml version="1.0" encoding="utf-8"?>
<p:tagLst xmlns:a="http://schemas.openxmlformats.org/drawingml/2006/main" xmlns:r="http://schemas.openxmlformats.org/officeDocument/2006/relationships" xmlns:p="http://schemas.openxmlformats.org/presentationml/2006/main">
  <p:tag name="PPSPLIT_ID" val=" 23"/>
</p:tagLst>
</file>

<file path=ppt/tags/tag573.xml><?xml version="1.0" encoding="utf-8"?>
<p:tagLst xmlns:a="http://schemas.openxmlformats.org/drawingml/2006/main" xmlns:r="http://schemas.openxmlformats.org/officeDocument/2006/relationships" xmlns:p="http://schemas.openxmlformats.org/presentationml/2006/main">
  <p:tag name="PPSPLIT_ID" val=" 25"/>
</p:tagLst>
</file>

<file path=ppt/tags/tag574.xml><?xml version="1.0" encoding="utf-8"?>
<p:tagLst xmlns:a="http://schemas.openxmlformats.org/drawingml/2006/main" xmlns:r="http://schemas.openxmlformats.org/officeDocument/2006/relationships" xmlns:p="http://schemas.openxmlformats.org/presentationml/2006/main">
  <p:tag name="PPSPLIT_ID" val=" 26"/>
</p:tagLst>
</file>

<file path=ppt/tags/tag575.xml><?xml version="1.0" encoding="utf-8"?>
<p:tagLst xmlns:a="http://schemas.openxmlformats.org/drawingml/2006/main" xmlns:r="http://schemas.openxmlformats.org/officeDocument/2006/relationships" xmlns:p="http://schemas.openxmlformats.org/presentationml/2006/main">
  <p:tag name="PPSPLIT_ID" val=" 27"/>
</p:tagLst>
</file>

<file path=ppt/tags/tag576.xml><?xml version="1.0" encoding="utf-8"?>
<p:tagLst xmlns:a="http://schemas.openxmlformats.org/drawingml/2006/main" xmlns:r="http://schemas.openxmlformats.org/officeDocument/2006/relationships" xmlns:p="http://schemas.openxmlformats.org/presentationml/2006/main">
  <p:tag name="PPSPLIT_ID" val=" 28"/>
</p:tagLst>
</file>

<file path=ppt/tags/tag577.xml><?xml version="1.0" encoding="utf-8"?>
<p:tagLst xmlns:a="http://schemas.openxmlformats.org/drawingml/2006/main" xmlns:r="http://schemas.openxmlformats.org/officeDocument/2006/relationships" xmlns:p="http://schemas.openxmlformats.org/presentationml/2006/main">
  <p:tag name="PPSPLIT_ID" val=" 30"/>
</p:tagLst>
</file>

<file path=ppt/tags/tag578.xml><?xml version="1.0" encoding="utf-8"?>
<p:tagLst xmlns:a="http://schemas.openxmlformats.org/drawingml/2006/main" xmlns:r="http://schemas.openxmlformats.org/officeDocument/2006/relationships" xmlns:p="http://schemas.openxmlformats.org/presentationml/2006/main">
  <p:tag name="TIMING" val="|19.9"/>
  <p:tag name="PPSPLIT_SPLIT" val="1"/>
  <p:tag name="PPSPLIT_ORIGINALSLIDENUMBER" val="8"/>
  <p:tag name="PPSPLIT_DONE" val="1"/>
</p:tagLst>
</file>

<file path=ppt/tags/tag579.xml><?xml version="1.0" encoding="utf-8"?>
<p:tagLst xmlns:a="http://schemas.openxmlformats.org/drawingml/2006/main" xmlns:r="http://schemas.openxmlformats.org/officeDocument/2006/relationships" xmlns:p="http://schemas.openxmlformats.org/presentationml/2006/main">
  <p:tag name="PPSPLIT_ID" val=" 85"/>
</p:tagLst>
</file>

<file path=ppt/tags/tag580.xml><?xml version="1.0" encoding="utf-8"?>
<p:tagLst xmlns:a="http://schemas.openxmlformats.org/drawingml/2006/main" xmlns:r="http://schemas.openxmlformats.org/officeDocument/2006/relationships" xmlns:p="http://schemas.openxmlformats.org/presentationml/2006/main">
  <p:tag name="PPSPLIT_ID" val=" 4"/>
</p:tagLst>
</file>

<file path=ppt/tags/tag581.xml><?xml version="1.0" encoding="utf-8"?>
<p:tagLst xmlns:a="http://schemas.openxmlformats.org/drawingml/2006/main" xmlns:r="http://schemas.openxmlformats.org/officeDocument/2006/relationships" xmlns:p="http://schemas.openxmlformats.org/presentationml/2006/main">
  <p:tag name="PPSPLIT_ID" val=" 26"/>
</p:tagLst>
</file>

<file path=ppt/tags/tag582.xml><?xml version="1.0" encoding="utf-8"?>
<p:tagLst xmlns:a="http://schemas.openxmlformats.org/drawingml/2006/main" xmlns:r="http://schemas.openxmlformats.org/officeDocument/2006/relationships" xmlns:p="http://schemas.openxmlformats.org/presentationml/2006/main">
  <p:tag name="PPSPLIT_ID" val=" 27"/>
</p:tagLst>
</file>

<file path=ppt/tags/tag583.xml><?xml version="1.0" encoding="utf-8"?>
<p:tagLst xmlns:a="http://schemas.openxmlformats.org/drawingml/2006/main" xmlns:r="http://schemas.openxmlformats.org/officeDocument/2006/relationships" xmlns:p="http://schemas.openxmlformats.org/presentationml/2006/main">
  <p:tag name="PPSPLIT_ID" val=" 3"/>
</p:tagLst>
</file>

<file path=ppt/tags/tag584.xml><?xml version="1.0" encoding="utf-8"?>
<p:tagLst xmlns:a="http://schemas.openxmlformats.org/drawingml/2006/main" xmlns:r="http://schemas.openxmlformats.org/officeDocument/2006/relationships" xmlns:p="http://schemas.openxmlformats.org/presentationml/2006/main">
  <p:tag name="PPSPLIT_ID" val=" 43"/>
</p:tagLst>
</file>

<file path=ppt/tags/tag585.xml><?xml version="1.0" encoding="utf-8"?>
<p:tagLst xmlns:a="http://schemas.openxmlformats.org/drawingml/2006/main" xmlns:r="http://schemas.openxmlformats.org/officeDocument/2006/relationships" xmlns:p="http://schemas.openxmlformats.org/presentationml/2006/main">
  <p:tag name="PPSPLIT_ID" val=" 83"/>
</p:tagLst>
</file>

<file path=ppt/tags/tag586.xml><?xml version="1.0" encoding="utf-8"?>
<p:tagLst xmlns:a="http://schemas.openxmlformats.org/drawingml/2006/main" xmlns:r="http://schemas.openxmlformats.org/officeDocument/2006/relationships" xmlns:p="http://schemas.openxmlformats.org/presentationml/2006/main">
  <p:tag name="TIMING" val="|19.9"/>
  <p:tag name="PPSPLIT_SPLIT" val="1"/>
  <p:tag name="PPSPLIT_ORIGINALSLIDENUMBER" val="8"/>
</p:tagLst>
</file>

<file path=ppt/tags/tag587.xml><?xml version="1.0" encoding="utf-8"?>
<p:tagLst xmlns:a="http://schemas.openxmlformats.org/drawingml/2006/main" xmlns:r="http://schemas.openxmlformats.org/officeDocument/2006/relationships" xmlns:p="http://schemas.openxmlformats.org/presentationml/2006/main">
  <p:tag name="PPSPLIT_ID" val=" 85"/>
</p:tagLst>
</file>

<file path=ppt/tags/tag588.xml><?xml version="1.0" encoding="utf-8"?>
<p:tagLst xmlns:a="http://schemas.openxmlformats.org/drawingml/2006/main" xmlns:r="http://schemas.openxmlformats.org/officeDocument/2006/relationships" xmlns:p="http://schemas.openxmlformats.org/presentationml/2006/main">
  <p:tag name="PPSPLIT_ID" val=" 4"/>
</p:tagLst>
</file>

<file path=ppt/tags/tag589.xml><?xml version="1.0" encoding="utf-8"?>
<p:tagLst xmlns:a="http://schemas.openxmlformats.org/drawingml/2006/main" xmlns:r="http://schemas.openxmlformats.org/officeDocument/2006/relationships" xmlns:p="http://schemas.openxmlformats.org/presentationml/2006/main">
  <p:tag name="PPSPLIT_ID" val=" 26"/>
</p:tagLst>
</file>

<file path=ppt/tags/tag590.xml><?xml version="1.0" encoding="utf-8"?>
<p:tagLst xmlns:a="http://schemas.openxmlformats.org/drawingml/2006/main" xmlns:r="http://schemas.openxmlformats.org/officeDocument/2006/relationships" xmlns:p="http://schemas.openxmlformats.org/presentationml/2006/main">
  <p:tag name="PPSPLIT_ID" val=" 27"/>
</p:tagLst>
</file>

<file path=ppt/tags/tag591.xml><?xml version="1.0" encoding="utf-8"?>
<p:tagLst xmlns:a="http://schemas.openxmlformats.org/drawingml/2006/main" xmlns:r="http://schemas.openxmlformats.org/officeDocument/2006/relationships" xmlns:p="http://schemas.openxmlformats.org/presentationml/2006/main">
  <p:tag name="PPSPLIT_ID" val=" 6"/>
</p:tagLst>
</file>

<file path=ppt/tags/tag592.xml><?xml version="1.0" encoding="utf-8"?>
<p:tagLst xmlns:a="http://schemas.openxmlformats.org/drawingml/2006/main" xmlns:r="http://schemas.openxmlformats.org/officeDocument/2006/relationships" xmlns:p="http://schemas.openxmlformats.org/presentationml/2006/main">
  <p:tag name="PPSPLIT_ID" val=" 10"/>
</p:tagLst>
</file>

<file path=ppt/tags/tag593.xml><?xml version="1.0" encoding="utf-8"?>
<p:tagLst xmlns:a="http://schemas.openxmlformats.org/drawingml/2006/main" xmlns:r="http://schemas.openxmlformats.org/officeDocument/2006/relationships" xmlns:p="http://schemas.openxmlformats.org/presentationml/2006/main">
  <p:tag name="PPSPLIT_ID" val=" 12"/>
</p:tagLst>
</file>

<file path=ppt/tags/tag594.xml><?xml version="1.0" encoding="utf-8"?>
<p:tagLst xmlns:a="http://schemas.openxmlformats.org/drawingml/2006/main" xmlns:r="http://schemas.openxmlformats.org/officeDocument/2006/relationships" xmlns:p="http://schemas.openxmlformats.org/presentationml/2006/main">
  <p:tag name="PPSPLIT_ID" val=" 8"/>
</p:tagLst>
</file>

<file path=ppt/tags/tag595.xml><?xml version="1.0" encoding="utf-8"?>
<p:tagLst xmlns:a="http://schemas.openxmlformats.org/drawingml/2006/main" xmlns:r="http://schemas.openxmlformats.org/officeDocument/2006/relationships" xmlns:p="http://schemas.openxmlformats.org/presentationml/2006/main">
  <p:tag name="PPSPLIT_ID" val=" 3"/>
</p:tagLst>
</file>

<file path=ppt/tags/tag596.xml><?xml version="1.0" encoding="utf-8"?>
<p:tagLst xmlns:a="http://schemas.openxmlformats.org/drawingml/2006/main" xmlns:r="http://schemas.openxmlformats.org/officeDocument/2006/relationships" xmlns:p="http://schemas.openxmlformats.org/presentationml/2006/main">
  <p:tag name="PPSPLIT_ID" val=" 7"/>
</p:tagLst>
</file>

<file path=ppt/tags/tag597.xml><?xml version="1.0" encoding="utf-8"?>
<p:tagLst xmlns:a="http://schemas.openxmlformats.org/drawingml/2006/main" xmlns:r="http://schemas.openxmlformats.org/officeDocument/2006/relationships" xmlns:p="http://schemas.openxmlformats.org/presentationml/2006/main">
  <p:tag name="PPSPLIT_ID" val=" 83"/>
</p:tagLst>
</file>

<file path=ppt/tags/tag598.xml><?xml version="1.0" encoding="utf-8"?>
<p:tagLst xmlns:a="http://schemas.openxmlformats.org/drawingml/2006/main" xmlns:r="http://schemas.openxmlformats.org/officeDocument/2006/relationships" xmlns:p="http://schemas.openxmlformats.org/presentationml/2006/main">
  <p:tag name="TIMING" val="|19.1"/>
  <p:tag name="PPSPLIT_SPLIT" val="1"/>
  <p:tag name="PPSPLIT_ORIGINALSLIDENUMBER" val="9"/>
  <p:tag name="PPSPLIT_DONE" val="1"/>
</p:tagLst>
</file>

<file path=ppt/tags/tag599.xml><?xml version="1.0" encoding="utf-8"?>
<p:tagLst xmlns:a="http://schemas.openxmlformats.org/drawingml/2006/main" xmlns:r="http://schemas.openxmlformats.org/officeDocument/2006/relationships" xmlns:p="http://schemas.openxmlformats.org/presentationml/2006/main">
  <p:tag name="PPSPLIT_ID" val=" 4"/>
</p:tagLst>
</file>

<file path=ppt/tags/tag600.xml><?xml version="1.0" encoding="utf-8"?>
<p:tagLst xmlns:a="http://schemas.openxmlformats.org/drawingml/2006/main" xmlns:r="http://schemas.openxmlformats.org/officeDocument/2006/relationships" xmlns:p="http://schemas.openxmlformats.org/presentationml/2006/main">
  <p:tag name="PPSPLIT_ID" val=" 95"/>
</p:tagLst>
</file>

<file path=ppt/tags/tag601.xml><?xml version="1.0" encoding="utf-8"?>
<p:tagLst xmlns:a="http://schemas.openxmlformats.org/drawingml/2006/main" xmlns:r="http://schemas.openxmlformats.org/officeDocument/2006/relationships" xmlns:p="http://schemas.openxmlformats.org/presentationml/2006/main">
  <p:tag name="PPSPLIT_ID" val=" 26"/>
</p:tagLst>
</file>

<file path=ppt/tags/tag602.xml><?xml version="1.0" encoding="utf-8"?>
<p:tagLst xmlns:a="http://schemas.openxmlformats.org/drawingml/2006/main" xmlns:r="http://schemas.openxmlformats.org/officeDocument/2006/relationships" xmlns:p="http://schemas.openxmlformats.org/presentationml/2006/main">
  <p:tag name="PPSPLIT_ID" val=" 27"/>
</p:tagLst>
</file>

<file path=ppt/tags/tag603.xml><?xml version="1.0" encoding="utf-8"?>
<p:tagLst xmlns:a="http://schemas.openxmlformats.org/drawingml/2006/main" xmlns:r="http://schemas.openxmlformats.org/officeDocument/2006/relationships" xmlns:p="http://schemas.openxmlformats.org/presentationml/2006/main">
  <p:tag name="TIMING" val="|19.1"/>
  <p:tag name="PPSPLIT_SPLIT" val="1"/>
  <p:tag name="PPSPLIT_ORIGINALSLIDENUMBER" val="9"/>
</p:tagLst>
</file>

<file path=ppt/tags/tag604.xml><?xml version="1.0" encoding="utf-8"?>
<p:tagLst xmlns:a="http://schemas.openxmlformats.org/drawingml/2006/main" xmlns:r="http://schemas.openxmlformats.org/officeDocument/2006/relationships" xmlns:p="http://schemas.openxmlformats.org/presentationml/2006/main">
  <p:tag name="PPSPLIT_ID" val=" 96"/>
</p:tagLst>
</file>

<file path=ppt/tags/tag605.xml><?xml version="1.0" encoding="utf-8"?>
<p:tagLst xmlns:a="http://schemas.openxmlformats.org/drawingml/2006/main" xmlns:r="http://schemas.openxmlformats.org/officeDocument/2006/relationships" xmlns:p="http://schemas.openxmlformats.org/presentationml/2006/main">
  <p:tag name="PPSPLIT_ID" val=" 4"/>
</p:tagLst>
</file>

<file path=ppt/tags/tag606.xml><?xml version="1.0" encoding="utf-8"?>
<p:tagLst xmlns:a="http://schemas.openxmlformats.org/drawingml/2006/main" xmlns:r="http://schemas.openxmlformats.org/officeDocument/2006/relationships" xmlns:p="http://schemas.openxmlformats.org/presentationml/2006/main">
  <p:tag name="PPSPLIT_ID" val=" 95"/>
</p:tagLst>
</file>

<file path=ppt/tags/tag607.xml><?xml version="1.0" encoding="utf-8"?>
<p:tagLst xmlns:a="http://schemas.openxmlformats.org/drawingml/2006/main" xmlns:r="http://schemas.openxmlformats.org/officeDocument/2006/relationships" xmlns:p="http://schemas.openxmlformats.org/presentationml/2006/main">
  <p:tag name="PPSPLIT_ID" val=" 26"/>
</p:tagLst>
</file>

<file path=ppt/tags/tag608.xml><?xml version="1.0" encoding="utf-8"?>
<p:tagLst xmlns:a="http://schemas.openxmlformats.org/drawingml/2006/main" xmlns:r="http://schemas.openxmlformats.org/officeDocument/2006/relationships" xmlns:p="http://schemas.openxmlformats.org/presentationml/2006/main">
  <p:tag name="PPSPLIT_ID" val=" 27"/>
</p:tagLst>
</file>

<file path=ppt/tags/tag60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Lst>
</file>

<file path=ppt/tags/tag61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1"/>
</p:tagLst>
</file>

<file path=ppt/tags/tag611.xml><?xml version="1.0" encoding="utf-8"?>
<p:tagLst xmlns:a="http://schemas.openxmlformats.org/drawingml/2006/main" xmlns:r="http://schemas.openxmlformats.org/officeDocument/2006/relationships" xmlns:p="http://schemas.openxmlformats.org/presentationml/2006/main">
  <p:tag name="TIMING" val="|15.2|55.6|10.5|19.7"/>
  <p:tag name="PPSPLIT_SPLIT" val="1"/>
  <p:tag name="PPSPLIT_ORIGINALSLIDENUMBER" val="12"/>
  <p:tag name="PPSPLIT_DONE" val="1"/>
</p:tagLst>
</file>

<file path=ppt/tags/tag612.xml><?xml version="1.0" encoding="utf-8"?>
<p:tagLst xmlns:a="http://schemas.openxmlformats.org/drawingml/2006/main" xmlns:r="http://schemas.openxmlformats.org/officeDocument/2006/relationships" xmlns:p="http://schemas.openxmlformats.org/presentationml/2006/main">
  <p:tag name="PPSPLIT_ID" val=" 13"/>
</p:tagLst>
</file>

<file path=ppt/tags/tag613.xml><?xml version="1.0" encoding="utf-8"?>
<p:tagLst xmlns:a="http://schemas.openxmlformats.org/drawingml/2006/main" xmlns:r="http://schemas.openxmlformats.org/officeDocument/2006/relationships" xmlns:p="http://schemas.openxmlformats.org/presentationml/2006/main">
  <p:tag name="PPSPLIT_ID" val=" 2"/>
</p:tagLst>
</file>

<file path=ppt/tags/tag614.xml><?xml version="1.0" encoding="utf-8"?>
<p:tagLst xmlns:a="http://schemas.openxmlformats.org/drawingml/2006/main" xmlns:r="http://schemas.openxmlformats.org/officeDocument/2006/relationships" xmlns:p="http://schemas.openxmlformats.org/presentationml/2006/main">
  <p:tag name="PPSPLIT_ID" val=" 3"/>
</p:tagLst>
</file>

<file path=ppt/tags/tag615.xml><?xml version="1.0" encoding="utf-8"?>
<p:tagLst xmlns:a="http://schemas.openxmlformats.org/drawingml/2006/main" xmlns:r="http://schemas.openxmlformats.org/officeDocument/2006/relationships" xmlns:p="http://schemas.openxmlformats.org/presentationml/2006/main">
  <p:tag name="PPSPLIT_ID" val=" 4"/>
</p:tagLst>
</file>

<file path=ppt/tags/tag616.xml><?xml version="1.0" encoding="utf-8"?>
<p:tagLst xmlns:a="http://schemas.openxmlformats.org/drawingml/2006/main" xmlns:r="http://schemas.openxmlformats.org/officeDocument/2006/relationships" xmlns:p="http://schemas.openxmlformats.org/presentationml/2006/main">
  <p:tag name="TIMING" val="|15.2|55.6|10.5|19.7"/>
  <p:tag name="PPSPLIT_SPLIT" val="1"/>
  <p:tag name="PPSPLIT_ORIGINALSLIDENUMBER" val="12"/>
  <p:tag name="PPSPLIT_DONE" val="1"/>
</p:tagLst>
</file>

<file path=ppt/tags/tag617.xml><?xml version="1.0" encoding="utf-8"?>
<p:tagLst xmlns:a="http://schemas.openxmlformats.org/drawingml/2006/main" xmlns:r="http://schemas.openxmlformats.org/officeDocument/2006/relationships" xmlns:p="http://schemas.openxmlformats.org/presentationml/2006/main">
  <p:tag name="PPSPLIT_ID" val=" 13"/>
</p:tagLst>
</file>

<file path=ppt/tags/tag618.xml><?xml version="1.0" encoding="utf-8"?>
<p:tagLst xmlns:a="http://schemas.openxmlformats.org/drawingml/2006/main" xmlns:r="http://schemas.openxmlformats.org/officeDocument/2006/relationships" xmlns:p="http://schemas.openxmlformats.org/presentationml/2006/main">
  <p:tag name="PPSPLIT_ID" val=" 6"/>
</p:tagLst>
</file>

<file path=ppt/tags/tag619.xml><?xml version="1.0" encoding="utf-8"?>
<p:tagLst xmlns:a="http://schemas.openxmlformats.org/drawingml/2006/main" xmlns:r="http://schemas.openxmlformats.org/officeDocument/2006/relationships" xmlns:p="http://schemas.openxmlformats.org/presentationml/2006/main">
  <p:tag name="PPSPLIT_ID" val=" 12"/>
</p:tagLst>
</file>

<file path=ppt/tags/tag620.xml><?xml version="1.0" encoding="utf-8"?>
<p:tagLst xmlns:a="http://schemas.openxmlformats.org/drawingml/2006/main" xmlns:r="http://schemas.openxmlformats.org/officeDocument/2006/relationships" xmlns:p="http://schemas.openxmlformats.org/presentationml/2006/main">
  <p:tag name="PPSPLIT_ID" val=" 2"/>
</p:tagLst>
</file>

<file path=ppt/tags/tag621.xml><?xml version="1.0" encoding="utf-8"?>
<p:tagLst xmlns:a="http://schemas.openxmlformats.org/drawingml/2006/main" xmlns:r="http://schemas.openxmlformats.org/officeDocument/2006/relationships" xmlns:p="http://schemas.openxmlformats.org/presentationml/2006/main">
  <p:tag name="PPSPLIT_ID" val=" 3"/>
</p:tagLst>
</file>

<file path=ppt/tags/tag622.xml><?xml version="1.0" encoding="utf-8"?>
<p:tagLst xmlns:a="http://schemas.openxmlformats.org/drawingml/2006/main" xmlns:r="http://schemas.openxmlformats.org/officeDocument/2006/relationships" xmlns:p="http://schemas.openxmlformats.org/presentationml/2006/main">
  <p:tag name="PPSPLIT_ID" val=" 4"/>
</p:tagLst>
</file>

<file path=ppt/tags/tag623.xml><?xml version="1.0" encoding="utf-8"?>
<p:tagLst xmlns:a="http://schemas.openxmlformats.org/drawingml/2006/main" xmlns:r="http://schemas.openxmlformats.org/officeDocument/2006/relationships" xmlns:p="http://schemas.openxmlformats.org/presentationml/2006/main">
  <p:tag name="PPSPLIT_ID" val=" 7"/>
</p:tagLst>
</file>

<file path=ppt/tags/tag624.xml><?xml version="1.0" encoding="utf-8"?>
<p:tagLst xmlns:a="http://schemas.openxmlformats.org/drawingml/2006/main" xmlns:r="http://schemas.openxmlformats.org/officeDocument/2006/relationships" xmlns:p="http://schemas.openxmlformats.org/presentationml/2006/main">
  <p:tag name="PPSPLIT_ID" val=" 11"/>
</p:tagLst>
</file>

<file path=ppt/tags/tag625.xml><?xml version="1.0" encoding="utf-8"?>
<p:tagLst xmlns:a="http://schemas.openxmlformats.org/drawingml/2006/main" xmlns:r="http://schemas.openxmlformats.org/officeDocument/2006/relationships" xmlns:p="http://schemas.openxmlformats.org/presentationml/2006/main">
  <p:tag name="PPSPLIT_ID" val=" 15"/>
</p:tagLst>
</file>

<file path=ppt/tags/tag626.xml><?xml version="1.0" encoding="utf-8"?>
<p:tagLst xmlns:a="http://schemas.openxmlformats.org/drawingml/2006/main" xmlns:r="http://schemas.openxmlformats.org/officeDocument/2006/relationships" xmlns:p="http://schemas.openxmlformats.org/presentationml/2006/main">
  <p:tag name="PPSPLIT_ID" val=" 49"/>
</p:tagLst>
</file>

<file path=ppt/tags/tag627.xml><?xml version="1.0" encoding="utf-8"?>
<p:tagLst xmlns:a="http://schemas.openxmlformats.org/drawingml/2006/main" xmlns:r="http://schemas.openxmlformats.org/officeDocument/2006/relationships" xmlns:p="http://schemas.openxmlformats.org/presentationml/2006/main">
  <p:tag name="PPSPLIT_ID" val=" 53"/>
</p:tagLst>
</file>

<file path=ppt/tags/tag628.xml><?xml version="1.0" encoding="utf-8"?>
<p:tagLst xmlns:a="http://schemas.openxmlformats.org/drawingml/2006/main" xmlns:r="http://schemas.openxmlformats.org/officeDocument/2006/relationships" xmlns:p="http://schemas.openxmlformats.org/presentationml/2006/main">
  <p:tag name="PPSPLIT_ID" val=" 55"/>
</p:tagLst>
</file>

<file path=ppt/tags/tag629.xml><?xml version="1.0" encoding="utf-8"?>
<p:tagLst xmlns:a="http://schemas.openxmlformats.org/drawingml/2006/main" xmlns:r="http://schemas.openxmlformats.org/officeDocument/2006/relationships" xmlns:p="http://schemas.openxmlformats.org/presentationml/2006/main">
  <p:tag name="PPSPLIT_ID" val=" 57"/>
</p:tagLst>
</file>

<file path=ppt/tags/tag630.xml><?xml version="1.0" encoding="utf-8"?>
<p:tagLst xmlns:a="http://schemas.openxmlformats.org/drawingml/2006/main" xmlns:r="http://schemas.openxmlformats.org/officeDocument/2006/relationships" xmlns:p="http://schemas.openxmlformats.org/presentationml/2006/main">
  <p:tag name="TIMING" val="|15.2|55.6|10.5|19.7"/>
  <p:tag name="PPSPLIT_SPLIT" val="1"/>
  <p:tag name="PPSPLIT_ORIGINALSLIDENUMBER" val="12"/>
  <p:tag name="PPSPLIT_DONE" val="1"/>
</p:tagLst>
</file>

<file path=ppt/tags/tag631.xml><?xml version="1.0" encoding="utf-8"?>
<p:tagLst xmlns:a="http://schemas.openxmlformats.org/drawingml/2006/main" xmlns:r="http://schemas.openxmlformats.org/officeDocument/2006/relationships" xmlns:p="http://schemas.openxmlformats.org/presentationml/2006/main">
  <p:tag name="PPSPLIT_ID" val=" 13"/>
</p:tagLst>
</file>

<file path=ppt/tags/tag632.xml><?xml version="1.0" encoding="utf-8"?>
<p:tagLst xmlns:a="http://schemas.openxmlformats.org/drawingml/2006/main" xmlns:r="http://schemas.openxmlformats.org/officeDocument/2006/relationships" xmlns:p="http://schemas.openxmlformats.org/presentationml/2006/main">
  <p:tag name="PPSPLIT_ID" val=" 6"/>
</p:tagLst>
</file>

<file path=ppt/tags/tag633.xml><?xml version="1.0" encoding="utf-8"?>
<p:tagLst xmlns:a="http://schemas.openxmlformats.org/drawingml/2006/main" xmlns:r="http://schemas.openxmlformats.org/officeDocument/2006/relationships" xmlns:p="http://schemas.openxmlformats.org/presentationml/2006/main">
  <p:tag name="PPSPLIT_ID" val=" 10"/>
</p:tagLst>
</file>

<file path=ppt/tags/tag634.xml><?xml version="1.0" encoding="utf-8"?>
<p:tagLst xmlns:a="http://schemas.openxmlformats.org/drawingml/2006/main" xmlns:r="http://schemas.openxmlformats.org/officeDocument/2006/relationships" xmlns:p="http://schemas.openxmlformats.org/presentationml/2006/main">
  <p:tag name="PPSPLIT_ID" val=" 12"/>
</p:tagLst>
</file>

<file path=ppt/tags/tag635.xml><?xml version="1.0" encoding="utf-8"?>
<p:tagLst xmlns:a="http://schemas.openxmlformats.org/drawingml/2006/main" xmlns:r="http://schemas.openxmlformats.org/officeDocument/2006/relationships" xmlns:p="http://schemas.openxmlformats.org/presentationml/2006/main">
  <p:tag name="PPSPLIT_ID" val=" 2"/>
</p:tagLst>
</file>

<file path=ppt/tags/tag636.xml><?xml version="1.0" encoding="utf-8"?>
<p:tagLst xmlns:a="http://schemas.openxmlformats.org/drawingml/2006/main" xmlns:r="http://schemas.openxmlformats.org/officeDocument/2006/relationships" xmlns:p="http://schemas.openxmlformats.org/presentationml/2006/main">
  <p:tag name="PPSPLIT_ID" val=" 3"/>
</p:tagLst>
</file>

<file path=ppt/tags/tag637.xml><?xml version="1.0" encoding="utf-8"?>
<p:tagLst xmlns:a="http://schemas.openxmlformats.org/drawingml/2006/main" xmlns:r="http://schemas.openxmlformats.org/officeDocument/2006/relationships" xmlns:p="http://schemas.openxmlformats.org/presentationml/2006/main">
  <p:tag name="PPSPLIT_ID" val=" 4"/>
</p:tagLst>
</file>

<file path=ppt/tags/tag638.xml><?xml version="1.0" encoding="utf-8"?>
<p:tagLst xmlns:a="http://schemas.openxmlformats.org/drawingml/2006/main" xmlns:r="http://schemas.openxmlformats.org/officeDocument/2006/relationships" xmlns:p="http://schemas.openxmlformats.org/presentationml/2006/main">
  <p:tag name="PPSPLIT_ID" val=" 7"/>
</p:tagLst>
</file>

<file path=ppt/tags/tag639.xml><?xml version="1.0" encoding="utf-8"?>
<p:tagLst xmlns:a="http://schemas.openxmlformats.org/drawingml/2006/main" xmlns:r="http://schemas.openxmlformats.org/officeDocument/2006/relationships" xmlns:p="http://schemas.openxmlformats.org/presentationml/2006/main">
  <p:tag name="PPSPLIT_ID" val=" 11"/>
</p:tagLst>
</file>

<file path=ppt/tags/tag640.xml><?xml version="1.0" encoding="utf-8"?>
<p:tagLst xmlns:a="http://schemas.openxmlformats.org/drawingml/2006/main" xmlns:r="http://schemas.openxmlformats.org/officeDocument/2006/relationships" xmlns:p="http://schemas.openxmlformats.org/presentationml/2006/main">
  <p:tag name="PPSPLIT_ID" val=" 15"/>
</p:tagLst>
</file>

<file path=ppt/tags/tag641.xml><?xml version="1.0" encoding="utf-8"?>
<p:tagLst xmlns:a="http://schemas.openxmlformats.org/drawingml/2006/main" xmlns:r="http://schemas.openxmlformats.org/officeDocument/2006/relationships" xmlns:p="http://schemas.openxmlformats.org/presentationml/2006/main">
  <p:tag name="PPSPLIT_ID" val=" 23"/>
</p:tagLst>
</file>

<file path=ppt/tags/tag642.xml><?xml version="1.0" encoding="utf-8"?>
<p:tagLst xmlns:a="http://schemas.openxmlformats.org/drawingml/2006/main" xmlns:r="http://schemas.openxmlformats.org/officeDocument/2006/relationships" xmlns:p="http://schemas.openxmlformats.org/presentationml/2006/main">
  <p:tag name="PPSPLIT_ID" val=" 30"/>
</p:tagLst>
</file>

<file path=ppt/tags/tag643.xml><?xml version="1.0" encoding="utf-8"?>
<p:tagLst xmlns:a="http://schemas.openxmlformats.org/drawingml/2006/main" xmlns:r="http://schemas.openxmlformats.org/officeDocument/2006/relationships" xmlns:p="http://schemas.openxmlformats.org/presentationml/2006/main">
  <p:tag name="PPSPLIT_ID" val=" 49"/>
</p:tagLst>
</file>

<file path=ppt/tags/tag644.xml><?xml version="1.0" encoding="utf-8"?>
<p:tagLst xmlns:a="http://schemas.openxmlformats.org/drawingml/2006/main" xmlns:r="http://schemas.openxmlformats.org/officeDocument/2006/relationships" xmlns:p="http://schemas.openxmlformats.org/presentationml/2006/main">
  <p:tag name="PPSPLIT_ID" val=" 53"/>
</p:tagLst>
</file>

<file path=ppt/tags/tag645.xml><?xml version="1.0" encoding="utf-8"?>
<p:tagLst xmlns:a="http://schemas.openxmlformats.org/drawingml/2006/main" xmlns:r="http://schemas.openxmlformats.org/officeDocument/2006/relationships" xmlns:p="http://schemas.openxmlformats.org/presentationml/2006/main">
  <p:tag name="PPSPLIT_ID" val=" 55"/>
</p:tagLst>
</file>

<file path=ppt/tags/tag646.xml><?xml version="1.0" encoding="utf-8"?>
<p:tagLst xmlns:a="http://schemas.openxmlformats.org/drawingml/2006/main" xmlns:r="http://schemas.openxmlformats.org/officeDocument/2006/relationships" xmlns:p="http://schemas.openxmlformats.org/presentationml/2006/main">
  <p:tag name="PPSPLIT_ID" val=" 57"/>
</p:tagLst>
</file>

<file path=ppt/tags/tag647.xml><?xml version="1.0" encoding="utf-8"?>
<p:tagLst xmlns:a="http://schemas.openxmlformats.org/drawingml/2006/main" xmlns:r="http://schemas.openxmlformats.org/officeDocument/2006/relationships" xmlns:p="http://schemas.openxmlformats.org/presentationml/2006/main">
  <p:tag name="PPSPLIT_ID" val=" 60"/>
</p:tagLst>
</file>

<file path=ppt/tags/tag648.xml><?xml version="1.0" encoding="utf-8"?>
<p:tagLst xmlns:a="http://schemas.openxmlformats.org/drawingml/2006/main" xmlns:r="http://schemas.openxmlformats.org/officeDocument/2006/relationships" xmlns:p="http://schemas.openxmlformats.org/presentationml/2006/main">
  <p:tag name="TIMING" val="|15.2|55.6|10.5|19.7"/>
  <p:tag name="PPSPLIT_SPLIT" val="1"/>
  <p:tag name="PPSPLIT_ORIGINALSLIDENUMBER" val="12"/>
  <p:tag name="PPSPLIT_DONE" val="1"/>
</p:tagLst>
</file>

<file path=ppt/tags/tag649.xml><?xml version="1.0" encoding="utf-8"?>
<p:tagLst xmlns:a="http://schemas.openxmlformats.org/drawingml/2006/main" xmlns:r="http://schemas.openxmlformats.org/officeDocument/2006/relationships" xmlns:p="http://schemas.openxmlformats.org/presentationml/2006/main">
  <p:tag name="PPSPLIT_ID" val=" 13"/>
</p:tagLst>
</file>

<file path=ppt/tags/tag650.xml><?xml version="1.0" encoding="utf-8"?>
<p:tagLst xmlns:a="http://schemas.openxmlformats.org/drawingml/2006/main" xmlns:r="http://schemas.openxmlformats.org/officeDocument/2006/relationships" xmlns:p="http://schemas.openxmlformats.org/presentationml/2006/main">
  <p:tag name="PPSPLIT_ID" val=" 6"/>
</p:tagLst>
</file>

<file path=ppt/tags/tag651.xml><?xml version="1.0" encoding="utf-8"?>
<p:tagLst xmlns:a="http://schemas.openxmlformats.org/drawingml/2006/main" xmlns:r="http://schemas.openxmlformats.org/officeDocument/2006/relationships" xmlns:p="http://schemas.openxmlformats.org/presentationml/2006/main">
  <p:tag name="PPSPLIT_ID" val=" 10"/>
</p:tagLst>
</file>

<file path=ppt/tags/tag652.xml><?xml version="1.0" encoding="utf-8"?>
<p:tagLst xmlns:a="http://schemas.openxmlformats.org/drawingml/2006/main" xmlns:r="http://schemas.openxmlformats.org/officeDocument/2006/relationships" xmlns:p="http://schemas.openxmlformats.org/presentationml/2006/main">
  <p:tag name="PPSPLIT_ID" val=" 12"/>
</p:tagLst>
</file>

<file path=ppt/tags/tag653.xml><?xml version="1.0" encoding="utf-8"?>
<p:tagLst xmlns:a="http://schemas.openxmlformats.org/drawingml/2006/main" xmlns:r="http://schemas.openxmlformats.org/officeDocument/2006/relationships" xmlns:p="http://schemas.openxmlformats.org/presentationml/2006/main">
  <p:tag name="PPSPLIT_ID" val=" 14"/>
</p:tagLst>
</file>

<file path=ppt/tags/tag654.xml><?xml version="1.0" encoding="utf-8"?>
<p:tagLst xmlns:a="http://schemas.openxmlformats.org/drawingml/2006/main" xmlns:r="http://schemas.openxmlformats.org/officeDocument/2006/relationships" xmlns:p="http://schemas.openxmlformats.org/presentationml/2006/main">
  <p:tag name="PPSPLIT_ID" val=" 2"/>
</p:tagLst>
</file>

<file path=ppt/tags/tag655.xml><?xml version="1.0" encoding="utf-8"?>
<p:tagLst xmlns:a="http://schemas.openxmlformats.org/drawingml/2006/main" xmlns:r="http://schemas.openxmlformats.org/officeDocument/2006/relationships" xmlns:p="http://schemas.openxmlformats.org/presentationml/2006/main">
  <p:tag name="PPSPLIT_ID" val=" 3"/>
</p:tagLst>
</file>

<file path=ppt/tags/tag656.xml><?xml version="1.0" encoding="utf-8"?>
<p:tagLst xmlns:a="http://schemas.openxmlformats.org/drawingml/2006/main" xmlns:r="http://schemas.openxmlformats.org/officeDocument/2006/relationships" xmlns:p="http://schemas.openxmlformats.org/presentationml/2006/main">
  <p:tag name="PPSPLIT_ID" val=" 4"/>
</p:tagLst>
</file>

<file path=ppt/tags/tag657.xml><?xml version="1.0" encoding="utf-8"?>
<p:tagLst xmlns:a="http://schemas.openxmlformats.org/drawingml/2006/main" xmlns:r="http://schemas.openxmlformats.org/officeDocument/2006/relationships" xmlns:p="http://schemas.openxmlformats.org/presentationml/2006/main">
  <p:tag name="PPSPLIT_ID" val=" 7"/>
</p:tagLst>
</file>

<file path=ppt/tags/tag658.xml><?xml version="1.0" encoding="utf-8"?>
<p:tagLst xmlns:a="http://schemas.openxmlformats.org/drawingml/2006/main" xmlns:r="http://schemas.openxmlformats.org/officeDocument/2006/relationships" xmlns:p="http://schemas.openxmlformats.org/presentationml/2006/main">
  <p:tag name="PPSPLIT_ID" val=" 11"/>
</p:tagLst>
</file>

<file path=ppt/tags/tag659.xml><?xml version="1.0" encoding="utf-8"?>
<p:tagLst xmlns:a="http://schemas.openxmlformats.org/drawingml/2006/main" xmlns:r="http://schemas.openxmlformats.org/officeDocument/2006/relationships" xmlns:p="http://schemas.openxmlformats.org/presentationml/2006/main">
  <p:tag name="PPSPLIT_ID" val=" 15"/>
</p:tagLst>
</file>

<file path=ppt/tags/tag660.xml><?xml version="1.0" encoding="utf-8"?>
<p:tagLst xmlns:a="http://schemas.openxmlformats.org/drawingml/2006/main" xmlns:r="http://schemas.openxmlformats.org/officeDocument/2006/relationships" xmlns:p="http://schemas.openxmlformats.org/presentationml/2006/main">
  <p:tag name="PPSPLIT_ID" val=" 18"/>
</p:tagLst>
</file>

<file path=ppt/tags/tag661.xml><?xml version="1.0" encoding="utf-8"?>
<p:tagLst xmlns:a="http://schemas.openxmlformats.org/drawingml/2006/main" xmlns:r="http://schemas.openxmlformats.org/officeDocument/2006/relationships" xmlns:p="http://schemas.openxmlformats.org/presentationml/2006/main">
  <p:tag name="PPSPLIT_ID" val=" 21"/>
</p:tagLst>
</file>

<file path=ppt/tags/tag662.xml><?xml version="1.0" encoding="utf-8"?>
<p:tagLst xmlns:a="http://schemas.openxmlformats.org/drawingml/2006/main" xmlns:r="http://schemas.openxmlformats.org/officeDocument/2006/relationships" xmlns:p="http://schemas.openxmlformats.org/presentationml/2006/main">
  <p:tag name="PPSPLIT_ID" val=" 23"/>
</p:tagLst>
</file>

<file path=ppt/tags/tag663.xml><?xml version="1.0" encoding="utf-8"?>
<p:tagLst xmlns:a="http://schemas.openxmlformats.org/drawingml/2006/main" xmlns:r="http://schemas.openxmlformats.org/officeDocument/2006/relationships" xmlns:p="http://schemas.openxmlformats.org/presentationml/2006/main">
  <p:tag name="PPSPLIT_ID" val=" 30"/>
</p:tagLst>
</file>

<file path=ppt/tags/tag664.xml><?xml version="1.0" encoding="utf-8"?>
<p:tagLst xmlns:a="http://schemas.openxmlformats.org/drawingml/2006/main" xmlns:r="http://schemas.openxmlformats.org/officeDocument/2006/relationships" xmlns:p="http://schemas.openxmlformats.org/presentationml/2006/main">
  <p:tag name="PPSPLIT_ID" val=" 47"/>
</p:tagLst>
</file>

<file path=ppt/tags/tag665.xml><?xml version="1.0" encoding="utf-8"?>
<p:tagLst xmlns:a="http://schemas.openxmlformats.org/drawingml/2006/main" xmlns:r="http://schemas.openxmlformats.org/officeDocument/2006/relationships" xmlns:p="http://schemas.openxmlformats.org/presentationml/2006/main">
  <p:tag name="PPSPLIT_ID" val=" 48"/>
</p:tagLst>
</file>

<file path=ppt/tags/tag666.xml><?xml version="1.0" encoding="utf-8"?>
<p:tagLst xmlns:a="http://schemas.openxmlformats.org/drawingml/2006/main" xmlns:r="http://schemas.openxmlformats.org/officeDocument/2006/relationships" xmlns:p="http://schemas.openxmlformats.org/presentationml/2006/main">
  <p:tag name="PPSPLIT_ID" val=" 49"/>
</p:tagLst>
</file>

<file path=ppt/tags/tag667.xml><?xml version="1.0" encoding="utf-8"?>
<p:tagLst xmlns:a="http://schemas.openxmlformats.org/drawingml/2006/main" xmlns:r="http://schemas.openxmlformats.org/officeDocument/2006/relationships" xmlns:p="http://schemas.openxmlformats.org/presentationml/2006/main">
  <p:tag name="PPSPLIT_ID" val=" 53"/>
</p:tagLst>
</file>

<file path=ppt/tags/tag668.xml><?xml version="1.0" encoding="utf-8"?>
<p:tagLst xmlns:a="http://schemas.openxmlformats.org/drawingml/2006/main" xmlns:r="http://schemas.openxmlformats.org/officeDocument/2006/relationships" xmlns:p="http://schemas.openxmlformats.org/presentationml/2006/main">
  <p:tag name="PPSPLIT_ID" val=" 55"/>
</p:tagLst>
</file>

<file path=ppt/tags/tag669.xml><?xml version="1.0" encoding="utf-8"?>
<p:tagLst xmlns:a="http://schemas.openxmlformats.org/drawingml/2006/main" xmlns:r="http://schemas.openxmlformats.org/officeDocument/2006/relationships" xmlns:p="http://schemas.openxmlformats.org/presentationml/2006/main">
  <p:tag name="PPSPLIT_ID" val=" 57"/>
</p:tagLst>
</file>

<file path=ppt/tags/tag670.xml><?xml version="1.0" encoding="utf-8"?>
<p:tagLst xmlns:a="http://schemas.openxmlformats.org/drawingml/2006/main" xmlns:r="http://schemas.openxmlformats.org/officeDocument/2006/relationships" xmlns:p="http://schemas.openxmlformats.org/presentationml/2006/main">
  <p:tag name="PPSPLIT_ID" val=" 60"/>
</p:tagLst>
</file>

<file path=ppt/tags/tag671.xml><?xml version="1.0" encoding="utf-8"?>
<p:tagLst xmlns:a="http://schemas.openxmlformats.org/drawingml/2006/main" xmlns:r="http://schemas.openxmlformats.org/officeDocument/2006/relationships" xmlns:p="http://schemas.openxmlformats.org/presentationml/2006/main">
  <p:tag name="TIMING" val="|15.2|55.6|10.5|19.7"/>
  <p:tag name="PPSPLIT_SPLIT" val="1"/>
  <p:tag name="PPSPLIT_ORIGINALSLIDENUMBER" val="12"/>
</p:tagLst>
</file>

<file path=ppt/tags/tag672.xml><?xml version="1.0" encoding="utf-8"?>
<p:tagLst xmlns:a="http://schemas.openxmlformats.org/drawingml/2006/main" xmlns:r="http://schemas.openxmlformats.org/officeDocument/2006/relationships" xmlns:p="http://schemas.openxmlformats.org/presentationml/2006/main">
  <p:tag name="PPSPLIT_ID" val=" 13"/>
</p:tagLst>
</file>

<file path=ppt/tags/tag673.xml><?xml version="1.0" encoding="utf-8"?>
<p:tagLst xmlns:a="http://schemas.openxmlformats.org/drawingml/2006/main" xmlns:r="http://schemas.openxmlformats.org/officeDocument/2006/relationships" xmlns:p="http://schemas.openxmlformats.org/presentationml/2006/main">
  <p:tag name="PPSPLIT_ID" val=" 6"/>
</p:tagLst>
</file>

<file path=ppt/tags/tag674.xml><?xml version="1.0" encoding="utf-8"?>
<p:tagLst xmlns:a="http://schemas.openxmlformats.org/drawingml/2006/main" xmlns:r="http://schemas.openxmlformats.org/officeDocument/2006/relationships" xmlns:p="http://schemas.openxmlformats.org/presentationml/2006/main">
  <p:tag name="PPSPLIT_ID" val=" 10"/>
</p:tagLst>
</file>

<file path=ppt/tags/tag675.xml><?xml version="1.0" encoding="utf-8"?>
<p:tagLst xmlns:a="http://schemas.openxmlformats.org/drawingml/2006/main" xmlns:r="http://schemas.openxmlformats.org/officeDocument/2006/relationships" xmlns:p="http://schemas.openxmlformats.org/presentationml/2006/main">
  <p:tag name="PPSPLIT_ID" val=" 12"/>
</p:tagLst>
</file>

<file path=ppt/tags/tag676.xml><?xml version="1.0" encoding="utf-8"?>
<p:tagLst xmlns:a="http://schemas.openxmlformats.org/drawingml/2006/main" xmlns:r="http://schemas.openxmlformats.org/officeDocument/2006/relationships" xmlns:p="http://schemas.openxmlformats.org/presentationml/2006/main">
  <p:tag name="PPSPLIT_ID" val=" 14"/>
</p:tagLst>
</file>

<file path=ppt/tags/tag677.xml><?xml version="1.0" encoding="utf-8"?>
<p:tagLst xmlns:a="http://schemas.openxmlformats.org/drawingml/2006/main" xmlns:r="http://schemas.openxmlformats.org/officeDocument/2006/relationships" xmlns:p="http://schemas.openxmlformats.org/presentationml/2006/main">
  <p:tag name="PPSPLIT_ID" val=" 2"/>
</p:tagLst>
</file>

<file path=ppt/tags/tag678.xml><?xml version="1.0" encoding="utf-8"?>
<p:tagLst xmlns:a="http://schemas.openxmlformats.org/drawingml/2006/main" xmlns:r="http://schemas.openxmlformats.org/officeDocument/2006/relationships" xmlns:p="http://schemas.openxmlformats.org/presentationml/2006/main">
  <p:tag name="PPSPLIT_ID" val=" 3"/>
</p:tagLst>
</file>

<file path=ppt/tags/tag679.xml><?xml version="1.0" encoding="utf-8"?>
<p:tagLst xmlns:a="http://schemas.openxmlformats.org/drawingml/2006/main" xmlns:r="http://schemas.openxmlformats.org/officeDocument/2006/relationships" xmlns:p="http://schemas.openxmlformats.org/presentationml/2006/main">
  <p:tag name="PPSPLIT_ID" val=" 4"/>
</p:tagLst>
</file>

<file path=ppt/tags/tag680.xml><?xml version="1.0" encoding="utf-8"?>
<p:tagLst xmlns:a="http://schemas.openxmlformats.org/drawingml/2006/main" xmlns:r="http://schemas.openxmlformats.org/officeDocument/2006/relationships" xmlns:p="http://schemas.openxmlformats.org/presentationml/2006/main">
  <p:tag name="PPSPLIT_ID" val=" 7"/>
</p:tagLst>
</file>

<file path=ppt/tags/tag681.xml><?xml version="1.0" encoding="utf-8"?>
<p:tagLst xmlns:a="http://schemas.openxmlformats.org/drawingml/2006/main" xmlns:r="http://schemas.openxmlformats.org/officeDocument/2006/relationships" xmlns:p="http://schemas.openxmlformats.org/presentationml/2006/main">
  <p:tag name="PPSPLIT_ID" val=" 11"/>
</p:tagLst>
</file>

<file path=ppt/tags/tag682.xml><?xml version="1.0" encoding="utf-8"?>
<p:tagLst xmlns:a="http://schemas.openxmlformats.org/drawingml/2006/main" xmlns:r="http://schemas.openxmlformats.org/officeDocument/2006/relationships" xmlns:p="http://schemas.openxmlformats.org/presentationml/2006/main">
  <p:tag name="PPSPLIT_ID" val=" 15"/>
</p:tagLst>
</file>

<file path=ppt/tags/tag683.xml><?xml version="1.0" encoding="utf-8"?>
<p:tagLst xmlns:a="http://schemas.openxmlformats.org/drawingml/2006/main" xmlns:r="http://schemas.openxmlformats.org/officeDocument/2006/relationships" xmlns:p="http://schemas.openxmlformats.org/presentationml/2006/main">
  <p:tag name="PPSPLIT_ID" val=" 18"/>
</p:tagLst>
</file>

<file path=ppt/tags/tag684.xml><?xml version="1.0" encoding="utf-8"?>
<p:tagLst xmlns:a="http://schemas.openxmlformats.org/drawingml/2006/main" xmlns:r="http://schemas.openxmlformats.org/officeDocument/2006/relationships" xmlns:p="http://schemas.openxmlformats.org/presentationml/2006/main">
  <p:tag name="PPSPLIT_ID" val=" 21"/>
</p:tagLst>
</file>

<file path=ppt/tags/tag685.xml><?xml version="1.0" encoding="utf-8"?>
<p:tagLst xmlns:a="http://schemas.openxmlformats.org/drawingml/2006/main" xmlns:r="http://schemas.openxmlformats.org/officeDocument/2006/relationships" xmlns:p="http://schemas.openxmlformats.org/presentationml/2006/main">
  <p:tag name="PPSPLIT_ID" val=" 23"/>
</p:tagLst>
</file>

<file path=ppt/tags/tag686.xml><?xml version="1.0" encoding="utf-8"?>
<p:tagLst xmlns:a="http://schemas.openxmlformats.org/drawingml/2006/main" xmlns:r="http://schemas.openxmlformats.org/officeDocument/2006/relationships" xmlns:p="http://schemas.openxmlformats.org/presentationml/2006/main">
  <p:tag name="PPSPLIT_ID" val=" 30"/>
</p:tagLst>
</file>

<file path=ppt/tags/tag687.xml><?xml version="1.0" encoding="utf-8"?>
<p:tagLst xmlns:a="http://schemas.openxmlformats.org/drawingml/2006/main" xmlns:r="http://schemas.openxmlformats.org/officeDocument/2006/relationships" xmlns:p="http://schemas.openxmlformats.org/presentationml/2006/main">
  <p:tag name="PPSPLIT_ID" val=" 31"/>
</p:tagLst>
</file>

<file path=ppt/tags/tag688.xml><?xml version="1.0" encoding="utf-8"?>
<p:tagLst xmlns:a="http://schemas.openxmlformats.org/drawingml/2006/main" xmlns:r="http://schemas.openxmlformats.org/officeDocument/2006/relationships" xmlns:p="http://schemas.openxmlformats.org/presentationml/2006/main">
  <p:tag name="PPSPLIT_ID" val=" 32"/>
</p:tagLst>
</file>

<file path=ppt/tags/tag689.xml><?xml version="1.0" encoding="utf-8"?>
<p:tagLst xmlns:a="http://schemas.openxmlformats.org/drawingml/2006/main" xmlns:r="http://schemas.openxmlformats.org/officeDocument/2006/relationships" xmlns:p="http://schemas.openxmlformats.org/presentationml/2006/main">
  <p:tag name="PPSPLIT_ID" val=" 47"/>
</p:tagLst>
</file>

<file path=ppt/tags/tag690.xml><?xml version="1.0" encoding="utf-8"?>
<p:tagLst xmlns:a="http://schemas.openxmlformats.org/drawingml/2006/main" xmlns:r="http://schemas.openxmlformats.org/officeDocument/2006/relationships" xmlns:p="http://schemas.openxmlformats.org/presentationml/2006/main">
  <p:tag name="PPSPLIT_ID" val=" 48"/>
</p:tagLst>
</file>

<file path=ppt/tags/tag691.xml><?xml version="1.0" encoding="utf-8"?>
<p:tagLst xmlns:a="http://schemas.openxmlformats.org/drawingml/2006/main" xmlns:r="http://schemas.openxmlformats.org/officeDocument/2006/relationships" xmlns:p="http://schemas.openxmlformats.org/presentationml/2006/main">
  <p:tag name="PPSPLIT_ID" val=" 49"/>
</p:tagLst>
</file>

<file path=ppt/tags/tag692.xml><?xml version="1.0" encoding="utf-8"?>
<p:tagLst xmlns:a="http://schemas.openxmlformats.org/drawingml/2006/main" xmlns:r="http://schemas.openxmlformats.org/officeDocument/2006/relationships" xmlns:p="http://schemas.openxmlformats.org/presentationml/2006/main">
  <p:tag name="PPSPLIT_ID" val=" 53"/>
</p:tagLst>
</file>

<file path=ppt/tags/tag693.xml><?xml version="1.0" encoding="utf-8"?>
<p:tagLst xmlns:a="http://schemas.openxmlformats.org/drawingml/2006/main" xmlns:r="http://schemas.openxmlformats.org/officeDocument/2006/relationships" xmlns:p="http://schemas.openxmlformats.org/presentationml/2006/main">
  <p:tag name="PPSPLIT_ID" val=" 55"/>
</p:tagLst>
</file>

<file path=ppt/tags/tag694.xml><?xml version="1.0" encoding="utf-8"?>
<p:tagLst xmlns:a="http://schemas.openxmlformats.org/drawingml/2006/main" xmlns:r="http://schemas.openxmlformats.org/officeDocument/2006/relationships" xmlns:p="http://schemas.openxmlformats.org/presentationml/2006/main">
  <p:tag name="PPSPLIT_ID" val=" 57"/>
</p:tagLst>
</file>

<file path=ppt/tags/tag695.xml><?xml version="1.0" encoding="utf-8"?>
<p:tagLst xmlns:a="http://schemas.openxmlformats.org/drawingml/2006/main" xmlns:r="http://schemas.openxmlformats.org/officeDocument/2006/relationships" xmlns:p="http://schemas.openxmlformats.org/presentationml/2006/main">
  <p:tag name="PPSPLIT_ID" val=" 60"/>
</p:tagLst>
</file>

<file path=ppt/tags/tag696.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 name="PPSPLIT_DONE" val="1"/>
</p:tagLst>
</file>

<file path=ppt/tags/tag697.xml><?xml version="1.0" encoding="utf-8"?>
<p:tagLst xmlns:a="http://schemas.openxmlformats.org/drawingml/2006/main" xmlns:r="http://schemas.openxmlformats.org/officeDocument/2006/relationships" xmlns:p="http://schemas.openxmlformats.org/presentationml/2006/main">
  <p:tag name="PPSPLIT_ID" val=" 7"/>
</p:tagLst>
</file>

<file path=ppt/tags/tag698.xml><?xml version="1.0" encoding="utf-8"?>
<p:tagLst xmlns:a="http://schemas.openxmlformats.org/drawingml/2006/main" xmlns:r="http://schemas.openxmlformats.org/officeDocument/2006/relationships" xmlns:p="http://schemas.openxmlformats.org/presentationml/2006/main">
  <p:tag name="PPSPLIT_ID" val=" 2"/>
</p:tagLst>
</file>

<file path=ppt/tags/tag699.xml><?xml version="1.0" encoding="utf-8"?>
<p:tagLst xmlns:a="http://schemas.openxmlformats.org/drawingml/2006/main" xmlns:r="http://schemas.openxmlformats.org/officeDocument/2006/relationships" xmlns:p="http://schemas.openxmlformats.org/presentationml/2006/main">
  <p:tag name="PPSPLIT_ID" val=" 3"/>
</p:tagLst>
</file>

<file path=ppt/tags/tag700.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 name="PPSPLIT_DONE" val="1"/>
</p:tagLst>
</file>

<file path=ppt/tags/tag701.xml><?xml version="1.0" encoding="utf-8"?>
<p:tagLst xmlns:a="http://schemas.openxmlformats.org/drawingml/2006/main" xmlns:r="http://schemas.openxmlformats.org/officeDocument/2006/relationships" xmlns:p="http://schemas.openxmlformats.org/presentationml/2006/main">
  <p:tag name="PPSPLIT_ID" val=" 7"/>
</p:tagLst>
</file>

<file path=ppt/tags/tag702.xml><?xml version="1.0" encoding="utf-8"?>
<p:tagLst xmlns:a="http://schemas.openxmlformats.org/drawingml/2006/main" xmlns:r="http://schemas.openxmlformats.org/officeDocument/2006/relationships" xmlns:p="http://schemas.openxmlformats.org/presentationml/2006/main">
  <p:tag name="PPSPLIT_ID" val=" 2"/>
</p:tagLst>
</file>

<file path=ppt/tags/tag703.xml><?xml version="1.0" encoding="utf-8"?>
<p:tagLst xmlns:a="http://schemas.openxmlformats.org/drawingml/2006/main" xmlns:r="http://schemas.openxmlformats.org/officeDocument/2006/relationships" xmlns:p="http://schemas.openxmlformats.org/presentationml/2006/main">
  <p:tag name="PPSPLIT_ID" val=" 3"/>
</p:tagLst>
</file>

<file path=ppt/tags/tag704.xml><?xml version="1.0" encoding="utf-8"?>
<p:tagLst xmlns:a="http://schemas.openxmlformats.org/drawingml/2006/main" xmlns:r="http://schemas.openxmlformats.org/officeDocument/2006/relationships" xmlns:p="http://schemas.openxmlformats.org/presentationml/2006/main">
  <p:tag name="PPSPLIT_ID" val=" 35"/>
</p:tagLst>
</file>

<file path=ppt/tags/tag705.xml><?xml version="1.0" encoding="utf-8"?>
<p:tagLst xmlns:a="http://schemas.openxmlformats.org/drawingml/2006/main" xmlns:r="http://schemas.openxmlformats.org/officeDocument/2006/relationships" xmlns:p="http://schemas.openxmlformats.org/presentationml/2006/main">
  <p:tag name="PPSPLIT_ID" val=" 4"/>
</p:tagLst>
</file>

<file path=ppt/tags/tag706.xml><?xml version="1.0" encoding="utf-8"?>
<p:tagLst xmlns:a="http://schemas.openxmlformats.org/drawingml/2006/main" xmlns:r="http://schemas.openxmlformats.org/officeDocument/2006/relationships" xmlns:p="http://schemas.openxmlformats.org/presentationml/2006/main">
  <p:tag name="PPSPLIT_ID" val=" 10"/>
</p:tagLst>
</file>

<file path=ppt/tags/tag707.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 name="PPSPLIT_DONE" val="1"/>
</p:tagLst>
</file>

<file path=ppt/tags/tag708.xml><?xml version="1.0" encoding="utf-8"?>
<p:tagLst xmlns:a="http://schemas.openxmlformats.org/drawingml/2006/main" xmlns:r="http://schemas.openxmlformats.org/officeDocument/2006/relationships" xmlns:p="http://schemas.openxmlformats.org/presentationml/2006/main">
  <p:tag name="PPSPLIT_ID" val=" 7"/>
</p:tagLst>
</file>

<file path=ppt/tags/tag709.xml><?xml version="1.0" encoding="utf-8"?>
<p:tagLst xmlns:a="http://schemas.openxmlformats.org/drawingml/2006/main" xmlns:r="http://schemas.openxmlformats.org/officeDocument/2006/relationships" xmlns:p="http://schemas.openxmlformats.org/presentationml/2006/main">
  <p:tag name="PPSPLIT_ID" val=" 2"/>
</p:tagLst>
</file>

<file path=ppt/tags/tag710.xml><?xml version="1.0" encoding="utf-8"?>
<p:tagLst xmlns:a="http://schemas.openxmlformats.org/drawingml/2006/main" xmlns:r="http://schemas.openxmlformats.org/officeDocument/2006/relationships" xmlns:p="http://schemas.openxmlformats.org/presentationml/2006/main">
  <p:tag name="PPSPLIT_ID" val=" 3"/>
</p:tagLst>
</file>

<file path=ppt/tags/tag711.xml><?xml version="1.0" encoding="utf-8"?>
<p:tagLst xmlns:a="http://schemas.openxmlformats.org/drawingml/2006/main" xmlns:r="http://schemas.openxmlformats.org/officeDocument/2006/relationships" xmlns:p="http://schemas.openxmlformats.org/presentationml/2006/main">
  <p:tag name="PPSPLIT_ID" val=" 35"/>
</p:tagLst>
</file>

<file path=ppt/tags/tag712.xml><?xml version="1.0" encoding="utf-8"?>
<p:tagLst xmlns:a="http://schemas.openxmlformats.org/drawingml/2006/main" xmlns:r="http://schemas.openxmlformats.org/officeDocument/2006/relationships" xmlns:p="http://schemas.openxmlformats.org/presentationml/2006/main">
  <p:tag name="PPSPLIT_ID" val=" 4"/>
</p:tagLst>
</file>

<file path=ppt/tags/tag713.xml><?xml version="1.0" encoding="utf-8"?>
<p:tagLst xmlns:a="http://schemas.openxmlformats.org/drawingml/2006/main" xmlns:r="http://schemas.openxmlformats.org/officeDocument/2006/relationships" xmlns:p="http://schemas.openxmlformats.org/presentationml/2006/main">
  <p:tag name="PPSPLIT_ID" val=" 6"/>
</p:tagLst>
</file>

<file path=ppt/tags/tag714.xml><?xml version="1.0" encoding="utf-8"?>
<p:tagLst xmlns:a="http://schemas.openxmlformats.org/drawingml/2006/main" xmlns:r="http://schemas.openxmlformats.org/officeDocument/2006/relationships" xmlns:p="http://schemas.openxmlformats.org/presentationml/2006/main">
  <p:tag name="PPSPLIT_ID" val=" 10"/>
</p:tagLst>
</file>

<file path=ppt/tags/tag715.xml><?xml version="1.0" encoding="utf-8"?>
<p:tagLst xmlns:a="http://schemas.openxmlformats.org/drawingml/2006/main" xmlns:r="http://schemas.openxmlformats.org/officeDocument/2006/relationships" xmlns:p="http://schemas.openxmlformats.org/presentationml/2006/main">
  <p:tag name="PPSPLIT_ID" val=" 14"/>
</p:tagLst>
</file>

<file path=ppt/tags/tag716.xml><?xml version="1.0" encoding="utf-8"?>
<p:tagLst xmlns:a="http://schemas.openxmlformats.org/drawingml/2006/main" xmlns:r="http://schemas.openxmlformats.org/officeDocument/2006/relationships" xmlns:p="http://schemas.openxmlformats.org/presentationml/2006/main">
  <p:tag name="PPSPLIT_ID" val=" 40"/>
</p:tagLst>
</file>

<file path=ppt/tags/tag717.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 name="PPSPLIT_DONE" val="1"/>
</p:tagLst>
</file>

<file path=ppt/tags/tag718.xml><?xml version="1.0" encoding="utf-8"?>
<p:tagLst xmlns:a="http://schemas.openxmlformats.org/drawingml/2006/main" xmlns:r="http://schemas.openxmlformats.org/officeDocument/2006/relationships" xmlns:p="http://schemas.openxmlformats.org/presentationml/2006/main">
  <p:tag name="PPSPLIT_ID" val=" 7"/>
</p:tagLst>
</file>

<file path=ppt/tags/tag719.xml><?xml version="1.0" encoding="utf-8"?>
<p:tagLst xmlns:a="http://schemas.openxmlformats.org/drawingml/2006/main" xmlns:r="http://schemas.openxmlformats.org/officeDocument/2006/relationships" xmlns:p="http://schemas.openxmlformats.org/presentationml/2006/main">
  <p:tag name="PPSPLIT_ID" val=" 2"/>
</p:tagLst>
</file>

<file path=ppt/tags/tag720.xml><?xml version="1.0" encoding="utf-8"?>
<p:tagLst xmlns:a="http://schemas.openxmlformats.org/drawingml/2006/main" xmlns:r="http://schemas.openxmlformats.org/officeDocument/2006/relationships" xmlns:p="http://schemas.openxmlformats.org/presentationml/2006/main">
  <p:tag name="PPSPLIT_ID" val=" 3"/>
</p:tagLst>
</file>

<file path=ppt/tags/tag721.xml><?xml version="1.0" encoding="utf-8"?>
<p:tagLst xmlns:a="http://schemas.openxmlformats.org/drawingml/2006/main" xmlns:r="http://schemas.openxmlformats.org/officeDocument/2006/relationships" xmlns:p="http://schemas.openxmlformats.org/presentationml/2006/main">
  <p:tag name="PPSPLIT_ID" val=" 35"/>
</p:tagLst>
</file>

<file path=ppt/tags/tag722.xml><?xml version="1.0" encoding="utf-8"?>
<p:tagLst xmlns:a="http://schemas.openxmlformats.org/drawingml/2006/main" xmlns:r="http://schemas.openxmlformats.org/officeDocument/2006/relationships" xmlns:p="http://schemas.openxmlformats.org/presentationml/2006/main">
  <p:tag name="PPSPLIT_ID" val=" 4"/>
</p:tagLst>
</file>

<file path=ppt/tags/tag723.xml><?xml version="1.0" encoding="utf-8"?>
<p:tagLst xmlns:a="http://schemas.openxmlformats.org/drawingml/2006/main" xmlns:r="http://schemas.openxmlformats.org/officeDocument/2006/relationships" xmlns:p="http://schemas.openxmlformats.org/presentationml/2006/main">
  <p:tag name="PPSPLIT_ID" val=" 6"/>
</p:tagLst>
</file>

<file path=ppt/tags/tag724.xml><?xml version="1.0" encoding="utf-8"?>
<p:tagLst xmlns:a="http://schemas.openxmlformats.org/drawingml/2006/main" xmlns:r="http://schemas.openxmlformats.org/officeDocument/2006/relationships" xmlns:p="http://schemas.openxmlformats.org/presentationml/2006/main">
  <p:tag name="PPSPLIT_ID" val=" 8"/>
</p:tagLst>
</file>

<file path=ppt/tags/tag725.xml><?xml version="1.0" encoding="utf-8"?>
<p:tagLst xmlns:a="http://schemas.openxmlformats.org/drawingml/2006/main" xmlns:r="http://schemas.openxmlformats.org/officeDocument/2006/relationships" xmlns:p="http://schemas.openxmlformats.org/presentationml/2006/main">
  <p:tag name="PPSPLIT_ID" val=" 10"/>
</p:tagLst>
</file>

<file path=ppt/tags/tag726.xml><?xml version="1.0" encoding="utf-8"?>
<p:tagLst xmlns:a="http://schemas.openxmlformats.org/drawingml/2006/main" xmlns:r="http://schemas.openxmlformats.org/officeDocument/2006/relationships" xmlns:p="http://schemas.openxmlformats.org/presentationml/2006/main">
  <p:tag name="PPSPLIT_ID" val=" 14"/>
</p:tagLst>
</file>

<file path=ppt/tags/tag727.xml><?xml version="1.0" encoding="utf-8"?>
<p:tagLst xmlns:a="http://schemas.openxmlformats.org/drawingml/2006/main" xmlns:r="http://schemas.openxmlformats.org/officeDocument/2006/relationships" xmlns:p="http://schemas.openxmlformats.org/presentationml/2006/main">
  <p:tag name="PPSPLIT_ID" val=" 40"/>
</p:tagLst>
</file>

<file path=ppt/tags/tag728.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 name="PPSPLIT_DONE" val="1"/>
</p:tagLst>
</file>

<file path=ppt/tags/tag729.xml><?xml version="1.0" encoding="utf-8"?>
<p:tagLst xmlns:a="http://schemas.openxmlformats.org/drawingml/2006/main" xmlns:r="http://schemas.openxmlformats.org/officeDocument/2006/relationships" xmlns:p="http://schemas.openxmlformats.org/presentationml/2006/main">
  <p:tag name="PPSPLIT_ID" val=" 7"/>
</p:tagLst>
</file>

<file path=ppt/tags/tag730.xml><?xml version="1.0" encoding="utf-8"?>
<p:tagLst xmlns:a="http://schemas.openxmlformats.org/drawingml/2006/main" xmlns:r="http://schemas.openxmlformats.org/officeDocument/2006/relationships" xmlns:p="http://schemas.openxmlformats.org/presentationml/2006/main">
  <p:tag name="PPSPLIT_ID" val=" 2"/>
</p:tagLst>
</file>

<file path=ppt/tags/tag731.xml><?xml version="1.0" encoding="utf-8"?>
<p:tagLst xmlns:a="http://schemas.openxmlformats.org/drawingml/2006/main" xmlns:r="http://schemas.openxmlformats.org/officeDocument/2006/relationships" xmlns:p="http://schemas.openxmlformats.org/presentationml/2006/main">
  <p:tag name="PPSPLIT_ID" val=" 3"/>
</p:tagLst>
</file>

<file path=ppt/tags/tag732.xml><?xml version="1.0" encoding="utf-8"?>
<p:tagLst xmlns:a="http://schemas.openxmlformats.org/drawingml/2006/main" xmlns:r="http://schemas.openxmlformats.org/officeDocument/2006/relationships" xmlns:p="http://schemas.openxmlformats.org/presentationml/2006/main">
  <p:tag name="PPSPLIT_ID" val=" 35"/>
</p:tagLst>
</file>

<file path=ppt/tags/tag733.xml><?xml version="1.0" encoding="utf-8"?>
<p:tagLst xmlns:a="http://schemas.openxmlformats.org/drawingml/2006/main" xmlns:r="http://schemas.openxmlformats.org/officeDocument/2006/relationships" xmlns:p="http://schemas.openxmlformats.org/presentationml/2006/main">
  <p:tag name="PPSPLIT_ID" val=" 4"/>
</p:tagLst>
</file>

<file path=ppt/tags/tag734.xml><?xml version="1.0" encoding="utf-8"?>
<p:tagLst xmlns:a="http://schemas.openxmlformats.org/drawingml/2006/main" xmlns:r="http://schemas.openxmlformats.org/officeDocument/2006/relationships" xmlns:p="http://schemas.openxmlformats.org/presentationml/2006/main">
  <p:tag name="PPSPLIT_ID" val=" 6"/>
</p:tagLst>
</file>

<file path=ppt/tags/tag735.xml><?xml version="1.0" encoding="utf-8"?>
<p:tagLst xmlns:a="http://schemas.openxmlformats.org/drawingml/2006/main" xmlns:r="http://schemas.openxmlformats.org/officeDocument/2006/relationships" xmlns:p="http://schemas.openxmlformats.org/presentationml/2006/main">
  <p:tag name="PPSPLIT_ID" val=" 8"/>
</p:tagLst>
</file>

<file path=ppt/tags/tag736.xml><?xml version="1.0" encoding="utf-8"?>
<p:tagLst xmlns:a="http://schemas.openxmlformats.org/drawingml/2006/main" xmlns:r="http://schemas.openxmlformats.org/officeDocument/2006/relationships" xmlns:p="http://schemas.openxmlformats.org/presentationml/2006/main">
  <p:tag name="PPSPLIT_ID" val=" 10"/>
</p:tagLst>
</file>

<file path=ppt/tags/tag737.xml><?xml version="1.0" encoding="utf-8"?>
<p:tagLst xmlns:a="http://schemas.openxmlformats.org/drawingml/2006/main" xmlns:r="http://schemas.openxmlformats.org/officeDocument/2006/relationships" xmlns:p="http://schemas.openxmlformats.org/presentationml/2006/main">
  <p:tag name="PPSPLIT_ID" val=" 14"/>
</p:tagLst>
</file>

<file path=ppt/tags/tag738.xml><?xml version="1.0" encoding="utf-8"?>
<p:tagLst xmlns:a="http://schemas.openxmlformats.org/drawingml/2006/main" xmlns:r="http://schemas.openxmlformats.org/officeDocument/2006/relationships" xmlns:p="http://schemas.openxmlformats.org/presentationml/2006/main">
  <p:tag name="PPSPLIT_ID" val=" 40"/>
</p:tagLst>
</file>

<file path=ppt/tags/tag739.xml><?xml version="1.0" encoding="utf-8"?>
<p:tagLst xmlns:a="http://schemas.openxmlformats.org/drawingml/2006/main" xmlns:r="http://schemas.openxmlformats.org/officeDocument/2006/relationships" xmlns:p="http://schemas.openxmlformats.org/presentationml/2006/main">
  <p:tag name="PPSPLIT_ID" val=" 12"/>
</p:tagLst>
</file>

<file path=ppt/tags/tag740.xml><?xml version="1.0" encoding="utf-8"?>
<p:tagLst xmlns:a="http://schemas.openxmlformats.org/drawingml/2006/main" xmlns:r="http://schemas.openxmlformats.org/officeDocument/2006/relationships" xmlns:p="http://schemas.openxmlformats.org/presentationml/2006/main">
  <p:tag name="PPSPLIT_ID" val=" 24"/>
</p:tagLst>
</file>

<file path=ppt/tags/tag741.xml><?xml version="1.0" encoding="utf-8"?>
<p:tagLst xmlns:a="http://schemas.openxmlformats.org/drawingml/2006/main" xmlns:r="http://schemas.openxmlformats.org/officeDocument/2006/relationships" xmlns:p="http://schemas.openxmlformats.org/presentationml/2006/main">
  <p:tag name="TIMING" val="|11.4|16.4|11.8|1.1|18.1"/>
  <p:tag name="PPSPLIT_SPLIT" val="1"/>
  <p:tag name="PPSPLIT_ORIGINALSLIDENUMBER" val="13"/>
</p:tagLst>
</file>

<file path=ppt/tags/tag742.xml><?xml version="1.0" encoding="utf-8"?>
<p:tagLst xmlns:a="http://schemas.openxmlformats.org/drawingml/2006/main" xmlns:r="http://schemas.openxmlformats.org/officeDocument/2006/relationships" xmlns:p="http://schemas.openxmlformats.org/presentationml/2006/main">
  <p:tag name="PPSPLIT_ID" val=" 7"/>
</p:tagLst>
</file>

<file path=ppt/tags/tag743.xml><?xml version="1.0" encoding="utf-8"?>
<p:tagLst xmlns:a="http://schemas.openxmlformats.org/drawingml/2006/main" xmlns:r="http://schemas.openxmlformats.org/officeDocument/2006/relationships" xmlns:p="http://schemas.openxmlformats.org/presentationml/2006/main">
  <p:tag name="PPSPLIT_ID" val=" 2"/>
</p:tagLst>
</file>

<file path=ppt/tags/tag744.xml><?xml version="1.0" encoding="utf-8"?>
<p:tagLst xmlns:a="http://schemas.openxmlformats.org/drawingml/2006/main" xmlns:r="http://schemas.openxmlformats.org/officeDocument/2006/relationships" xmlns:p="http://schemas.openxmlformats.org/presentationml/2006/main">
  <p:tag name="PPSPLIT_ID" val=" 3"/>
</p:tagLst>
</file>

<file path=ppt/tags/tag745.xml><?xml version="1.0" encoding="utf-8"?>
<p:tagLst xmlns:a="http://schemas.openxmlformats.org/drawingml/2006/main" xmlns:r="http://schemas.openxmlformats.org/officeDocument/2006/relationships" xmlns:p="http://schemas.openxmlformats.org/presentationml/2006/main">
  <p:tag name="PPSPLIT_ID" val=" 35"/>
</p:tagLst>
</file>

<file path=ppt/tags/tag746.xml><?xml version="1.0" encoding="utf-8"?>
<p:tagLst xmlns:a="http://schemas.openxmlformats.org/drawingml/2006/main" xmlns:r="http://schemas.openxmlformats.org/officeDocument/2006/relationships" xmlns:p="http://schemas.openxmlformats.org/presentationml/2006/main">
  <p:tag name="PPSPLIT_ID" val=" 4"/>
</p:tagLst>
</file>

<file path=ppt/tags/tag747.xml><?xml version="1.0" encoding="utf-8"?>
<p:tagLst xmlns:a="http://schemas.openxmlformats.org/drawingml/2006/main" xmlns:r="http://schemas.openxmlformats.org/officeDocument/2006/relationships" xmlns:p="http://schemas.openxmlformats.org/presentationml/2006/main">
  <p:tag name="PPSPLIT_ID" val=" 6"/>
</p:tagLst>
</file>

<file path=ppt/tags/tag748.xml><?xml version="1.0" encoding="utf-8"?>
<p:tagLst xmlns:a="http://schemas.openxmlformats.org/drawingml/2006/main" xmlns:r="http://schemas.openxmlformats.org/officeDocument/2006/relationships" xmlns:p="http://schemas.openxmlformats.org/presentationml/2006/main">
  <p:tag name="PPSPLIT_ID" val=" 8"/>
</p:tagLst>
</file>

<file path=ppt/tags/tag749.xml><?xml version="1.0" encoding="utf-8"?>
<p:tagLst xmlns:a="http://schemas.openxmlformats.org/drawingml/2006/main" xmlns:r="http://schemas.openxmlformats.org/officeDocument/2006/relationships" xmlns:p="http://schemas.openxmlformats.org/presentationml/2006/main">
  <p:tag name="PPSPLIT_ID" val=" 11"/>
</p:tagLst>
</file>

<file path=ppt/tags/tag750.xml><?xml version="1.0" encoding="utf-8"?>
<p:tagLst xmlns:a="http://schemas.openxmlformats.org/drawingml/2006/main" xmlns:r="http://schemas.openxmlformats.org/officeDocument/2006/relationships" xmlns:p="http://schemas.openxmlformats.org/presentationml/2006/main">
  <p:tag name="PPSPLIT_ID" val=" 13"/>
</p:tagLst>
</file>

<file path=ppt/tags/tag751.xml><?xml version="1.0" encoding="utf-8"?>
<p:tagLst xmlns:a="http://schemas.openxmlformats.org/drawingml/2006/main" xmlns:r="http://schemas.openxmlformats.org/officeDocument/2006/relationships" xmlns:p="http://schemas.openxmlformats.org/presentationml/2006/main">
  <p:tag name="PPSPLIT_ID" val=" 10"/>
</p:tagLst>
</file>

<file path=ppt/tags/tag752.xml><?xml version="1.0" encoding="utf-8"?>
<p:tagLst xmlns:a="http://schemas.openxmlformats.org/drawingml/2006/main" xmlns:r="http://schemas.openxmlformats.org/officeDocument/2006/relationships" xmlns:p="http://schemas.openxmlformats.org/presentationml/2006/main">
  <p:tag name="PPSPLIT_ID" val=" 14"/>
</p:tagLst>
</file>

<file path=ppt/tags/tag753.xml><?xml version="1.0" encoding="utf-8"?>
<p:tagLst xmlns:a="http://schemas.openxmlformats.org/drawingml/2006/main" xmlns:r="http://schemas.openxmlformats.org/officeDocument/2006/relationships" xmlns:p="http://schemas.openxmlformats.org/presentationml/2006/main">
  <p:tag name="PPSPLIT_ID" val=" 40"/>
</p:tagLst>
</file>

<file path=ppt/tags/tag754.xml><?xml version="1.0" encoding="utf-8"?>
<p:tagLst xmlns:a="http://schemas.openxmlformats.org/drawingml/2006/main" xmlns:r="http://schemas.openxmlformats.org/officeDocument/2006/relationships" xmlns:p="http://schemas.openxmlformats.org/presentationml/2006/main">
  <p:tag name="PPSPLIT_ID" val=" 12"/>
</p:tagLst>
</file>

<file path=ppt/tags/tag755.xml><?xml version="1.0" encoding="utf-8"?>
<p:tagLst xmlns:a="http://schemas.openxmlformats.org/drawingml/2006/main" xmlns:r="http://schemas.openxmlformats.org/officeDocument/2006/relationships" xmlns:p="http://schemas.openxmlformats.org/presentationml/2006/main">
  <p:tag name="PPSPLIT_ID" val=" 24"/>
</p:tagLst>
</file>

<file path=ppt/tags/tag756.xml><?xml version="1.0" encoding="utf-8"?>
<p:tagLst xmlns:a="http://schemas.openxmlformats.org/drawingml/2006/main" xmlns:r="http://schemas.openxmlformats.org/officeDocument/2006/relationships" xmlns:p="http://schemas.openxmlformats.org/presentationml/2006/main">
  <p:tag name="TIMING" val="|45.2"/>
  <p:tag name="PPSPLIT_SPLIT" val="1"/>
  <p:tag name="PPSPLIT_ORIGINALSLIDENUMBER" val="14"/>
  <p:tag name="PPSPLIT_DONE" val="1"/>
</p:tagLst>
</file>

<file path=ppt/tags/tag757.xml><?xml version="1.0" encoding="utf-8"?>
<p:tagLst xmlns:a="http://schemas.openxmlformats.org/drawingml/2006/main" xmlns:r="http://schemas.openxmlformats.org/officeDocument/2006/relationships" xmlns:p="http://schemas.openxmlformats.org/presentationml/2006/main">
  <p:tag name="PPSPLIT_ID" val=" 7"/>
</p:tagLst>
</file>

<file path=ppt/tags/tag758.xml><?xml version="1.0" encoding="utf-8"?>
<p:tagLst xmlns:a="http://schemas.openxmlformats.org/drawingml/2006/main" xmlns:r="http://schemas.openxmlformats.org/officeDocument/2006/relationships" xmlns:p="http://schemas.openxmlformats.org/presentationml/2006/main">
  <p:tag name="PPSPLIT_ID" val=" 9"/>
</p:tagLst>
</file>

<file path=ppt/tags/tag759.xml><?xml version="1.0" encoding="utf-8"?>
<p:tagLst xmlns:a="http://schemas.openxmlformats.org/drawingml/2006/main" xmlns:r="http://schemas.openxmlformats.org/officeDocument/2006/relationships" xmlns:p="http://schemas.openxmlformats.org/presentationml/2006/main">
  <p:tag name="PPSPLIT_ID" val=" 2"/>
</p:tagLst>
</file>

<file path=ppt/tags/tag760.xml><?xml version="1.0" encoding="utf-8"?>
<p:tagLst xmlns:a="http://schemas.openxmlformats.org/drawingml/2006/main" xmlns:r="http://schemas.openxmlformats.org/officeDocument/2006/relationships" xmlns:p="http://schemas.openxmlformats.org/presentationml/2006/main">
  <p:tag name="PPSPLIT_ID" val=" 3"/>
</p:tagLst>
</file>

<file path=ppt/tags/tag761.xml><?xml version="1.0" encoding="utf-8"?>
<p:tagLst xmlns:a="http://schemas.openxmlformats.org/drawingml/2006/main" xmlns:r="http://schemas.openxmlformats.org/officeDocument/2006/relationships" xmlns:p="http://schemas.openxmlformats.org/presentationml/2006/main">
  <p:tag name="PPSPLIT_ID" val=" 15"/>
</p:tagLst>
</file>

<file path=ppt/tags/tag762.xml><?xml version="1.0" encoding="utf-8"?>
<p:tagLst xmlns:a="http://schemas.openxmlformats.org/drawingml/2006/main" xmlns:r="http://schemas.openxmlformats.org/officeDocument/2006/relationships" xmlns:p="http://schemas.openxmlformats.org/presentationml/2006/main">
  <p:tag name="PPSPLIT_ID" val=" 20"/>
</p:tagLst>
</file>

<file path=ppt/tags/tag763.xml><?xml version="1.0" encoding="utf-8"?>
<p:tagLst xmlns:a="http://schemas.openxmlformats.org/drawingml/2006/main" xmlns:r="http://schemas.openxmlformats.org/officeDocument/2006/relationships" xmlns:p="http://schemas.openxmlformats.org/presentationml/2006/main">
  <p:tag name="PPSPLIT_ID" val=" 27"/>
</p:tagLst>
</file>

<file path=ppt/tags/tag764.xml><?xml version="1.0" encoding="utf-8"?>
<p:tagLst xmlns:a="http://schemas.openxmlformats.org/drawingml/2006/main" xmlns:r="http://schemas.openxmlformats.org/officeDocument/2006/relationships" xmlns:p="http://schemas.openxmlformats.org/presentationml/2006/main">
  <p:tag name="PPSPLIT_ID" val=" 8"/>
</p:tagLst>
</file>

<file path=ppt/tags/tag765.xml><?xml version="1.0" encoding="utf-8"?>
<p:tagLst xmlns:a="http://schemas.openxmlformats.org/drawingml/2006/main" xmlns:r="http://schemas.openxmlformats.org/officeDocument/2006/relationships" xmlns:p="http://schemas.openxmlformats.org/presentationml/2006/main">
  <p:tag name="PPSPLIT_ID" val=" 10"/>
</p:tagLst>
</file>

<file path=ppt/tags/tag766.xml><?xml version="1.0" encoding="utf-8"?>
<p:tagLst xmlns:a="http://schemas.openxmlformats.org/drawingml/2006/main" xmlns:r="http://schemas.openxmlformats.org/officeDocument/2006/relationships" xmlns:p="http://schemas.openxmlformats.org/presentationml/2006/main">
  <p:tag name="PPSPLIT_ID" val=" 11"/>
</p:tagLst>
</file>

<file path=ppt/tags/tag767.xml><?xml version="1.0" encoding="utf-8"?>
<p:tagLst xmlns:a="http://schemas.openxmlformats.org/drawingml/2006/main" xmlns:r="http://schemas.openxmlformats.org/officeDocument/2006/relationships" xmlns:p="http://schemas.openxmlformats.org/presentationml/2006/main">
  <p:tag name="PPSPLIT_ID" val=" 12"/>
</p:tagLst>
</file>

<file path=ppt/tags/tag768.xml><?xml version="1.0" encoding="utf-8"?>
<p:tagLst xmlns:a="http://schemas.openxmlformats.org/drawingml/2006/main" xmlns:r="http://schemas.openxmlformats.org/officeDocument/2006/relationships" xmlns:p="http://schemas.openxmlformats.org/presentationml/2006/main">
  <p:tag name="PPSPLIT_ID" val=" 13"/>
</p:tagLst>
</file>

<file path=ppt/tags/tag769.xml><?xml version="1.0" encoding="utf-8"?>
<p:tagLst xmlns:a="http://schemas.openxmlformats.org/drawingml/2006/main" xmlns:r="http://schemas.openxmlformats.org/officeDocument/2006/relationships" xmlns:p="http://schemas.openxmlformats.org/presentationml/2006/main">
  <p:tag name="PPSPLIT_ID" val=" 14"/>
</p:tagLst>
</file>

<file path=ppt/tags/tag770.xml><?xml version="1.0" encoding="utf-8"?>
<p:tagLst xmlns:a="http://schemas.openxmlformats.org/drawingml/2006/main" xmlns:r="http://schemas.openxmlformats.org/officeDocument/2006/relationships" xmlns:p="http://schemas.openxmlformats.org/presentationml/2006/main">
  <p:tag name="PPSPLIT_ID" val=" 32"/>
</p:tagLst>
</file>

<file path=ppt/tags/tag771.xml><?xml version="1.0" encoding="utf-8"?>
<p:tagLst xmlns:a="http://schemas.openxmlformats.org/drawingml/2006/main" xmlns:r="http://schemas.openxmlformats.org/officeDocument/2006/relationships" xmlns:p="http://schemas.openxmlformats.org/presentationml/2006/main">
  <p:tag name="TIMING" val="|45.2"/>
  <p:tag name="PPSPLIT_SPLIT" val="1"/>
  <p:tag name="PPSPLIT_ORIGINALSLIDENUMBER" val="14"/>
</p:tagLst>
</file>

<file path=ppt/tags/tag772.xml><?xml version="1.0" encoding="utf-8"?>
<p:tagLst xmlns:a="http://schemas.openxmlformats.org/drawingml/2006/main" xmlns:r="http://schemas.openxmlformats.org/officeDocument/2006/relationships" xmlns:p="http://schemas.openxmlformats.org/presentationml/2006/main">
  <p:tag name="PPSPLIT_ID" val=" 7"/>
</p:tagLst>
</file>

<file path=ppt/tags/tag773.xml><?xml version="1.0" encoding="utf-8"?>
<p:tagLst xmlns:a="http://schemas.openxmlformats.org/drawingml/2006/main" xmlns:r="http://schemas.openxmlformats.org/officeDocument/2006/relationships" xmlns:p="http://schemas.openxmlformats.org/presentationml/2006/main">
  <p:tag name="PPSPLIT_ID" val=" 9"/>
</p:tagLst>
</file>

<file path=ppt/tags/tag774.xml><?xml version="1.0" encoding="utf-8"?>
<p:tagLst xmlns:a="http://schemas.openxmlformats.org/drawingml/2006/main" xmlns:r="http://schemas.openxmlformats.org/officeDocument/2006/relationships" xmlns:p="http://schemas.openxmlformats.org/presentationml/2006/main">
  <p:tag name="PPSPLIT_ID" val=" 17"/>
</p:tagLst>
</file>

<file path=ppt/tags/tag775.xml><?xml version="1.0" encoding="utf-8"?>
<p:tagLst xmlns:a="http://schemas.openxmlformats.org/drawingml/2006/main" xmlns:r="http://schemas.openxmlformats.org/officeDocument/2006/relationships" xmlns:p="http://schemas.openxmlformats.org/presentationml/2006/main">
  <p:tag name="PPSPLIT_ID" val=" 18"/>
</p:tagLst>
</file>

<file path=ppt/tags/tag776.xml><?xml version="1.0" encoding="utf-8"?>
<p:tagLst xmlns:a="http://schemas.openxmlformats.org/drawingml/2006/main" xmlns:r="http://schemas.openxmlformats.org/officeDocument/2006/relationships" xmlns:p="http://schemas.openxmlformats.org/presentationml/2006/main">
  <p:tag name="PPSPLIT_ID" val=" 19"/>
</p:tagLst>
</file>

<file path=ppt/tags/tag777.xml><?xml version="1.0" encoding="utf-8"?>
<p:tagLst xmlns:a="http://schemas.openxmlformats.org/drawingml/2006/main" xmlns:r="http://schemas.openxmlformats.org/officeDocument/2006/relationships" xmlns:p="http://schemas.openxmlformats.org/presentationml/2006/main">
  <p:tag name="PPSPLIT_ID" val=" 2"/>
</p:tagLst>
</file>

<file path=ppt/tags/tag778.xml><?xml version="1.0" encoding="utf-8"?>
<p:tagLst xmlns:a="http://schemas.openxmlformats.org/drawingml/2006/main" xmlns:r="http://schemas.openxmlformats.org/officeDocument/2006/relationships" xmlns:p="http://schemas.openxmlformats.org/presentationml/2006/main">
  <p:tag name="PPSPLIT_ID" val=" 3"/>
</p:tagLst>
</file>

<file path=ppt/tags/tag779.xml><?xml version="1.0" encoding="utf-8"?>
<p:tagLst xmlns:a="http://schemas.openxmlformats.org/drawingml/2006/main" xmlns:r="http://schemas.openxmlformats.org/officeDocument/2006/relationships" xmlns:p="http://schemas.openxmlformats.org/presentationml/2006/main">
  <p:tag name="PPSPLIT_ID" val=" 21"/>
</p:tagLst>
</file>

<file path=ppt/tags/tag780.xml><?xml version="1.0" encoding="utf-8"?>
<p:tagLst xmlns:a="http://schemas.openxmlformats.org/drawingml/2006/main" xmlns:r="http://schemas.openxmlformats.org/officeDocument/2006/relationships" xmlns:p="http://schemas.openxmlformats.org/presentationml/2006/main">
  <p:tag name="PPSPLIT_ID" val=" 23"/>
</p:tagLst>
</file>

<file path=ppt/tags/tag781.xml><?xml version="1.0" encoding="utf-8"?>
<p:tagLst xmlns:a="http://schemas.openxmlformats.org/drawingml/2006/main" xmlns:r="http://schemas.openxmlformats.org/officeDocument/2006/relationships" xmlns:p="http://schemas.openxmlformats.org/presentationml/2006/main">
  <p:tag name="PPSPLIT_ID" val=" 25"/>
</p:tagLst>
</file>

<file path=ppt/tags/tag782.xml><?xml version="1.0" encoding="utf-8"?>
<p:tagLst xmlns:a="http://schemas.openxmlformats.org/drawingml/2006/main" xmlns:r="http://schemas.openxmlformats.org/officeDocument/2006/relationships" xmlns:p="http://schemas.openxmlformats.org/presentationml/2006/main">
  <p:tag name="PPSPLIT_ID" val=" 15"/>
</p:tagLst>
</file>

<file path=ppt/tags/tag783.xml><?xml version="1.0" encoding="utf-8"?>
<p:tagLst xmlns:a="http://schemas.openxmlformats.org/drawingml/2006/main" xmlns:r="http://schemas.openxmlformats.org/officeDocument/2006/relationships" xmlns:p="http://schemas.openxmlformats.org/presentationml/2006/main">
  <p:tag name="PPSPLIT_ID" val=" 20"/>
</p:tagLst>
</file>

<file path=ppt/tags/tag784.xml><?xml version="1.0" encoding="utf-8"?>
<p:tagLst xmlns:a="http://schemas.openxmlformats.org/drawingml/2006/main" xmlns:r="http://schemas.openxmlformats.org/officeDocument/2006/relationships" xmlns:p="http://schemas.openxmlformats.org/presentationml/2006/main">
  <p:tag name="PPSPLIT_ID" val=" 27"/>
</p:tagLst>
</file>

<file path=ppt/tags/tag785.xml><?xml version="1.0" encoding="utf-8"?>
<p:tagLst xmlns:a="http://schemas.openxmlformats.org/drawingml/2006/main" xmlns:r="http://schemas.openxmlformats.org/officeDocument/2006/relationships" xmlns:p="http://schemas.openxmlformats.org/presentationml/2006/main">
  <p:tag name="PPSPLIT_ID" val=" 8"/>
</p:tagLst>
</file>

<file path=ppt/tags/tag786.xml><?xml version="1.0" encoding="utf-8"?>
<p:tagLst xmlns:a="http://schemas.openxmlformats.org/drawingml/2006/main" xmlns:r="http://schemas.openxmlformats.org/officeDocument/2006/relationships" xmlns:p="http://schemas.openxmlformats.org/presentationml/2006/main">
  <p:tag name="PPSPLIT_ID" val=" 10"/>
</p:tagLst>
</file>

<file path=ppt/tags/tag787.xml><?xml version="1.0" encoding="utf-8"?>
<p:tagLst xmlns:a="http://schemas.openxmlformats.org/drawingml/2006/main" xmlns:r="http://schemas.openxmlformats.org/officeDocument/2006/relationships" xmlns:p="http://schemas.openxmlformats.org/presentationml/2006/main">
  <p:tag name="PPSPLIT_ID" val=" 11"/>
</p:tagLst>
</file>

<file path=ppt/tags/tag788.xml><?xml version="1.0" encoding="utf-8"?>
<p:tagLst xmlns:a="http://schemas.openxmlformats.org/drawingml/2006/main" xmlns:r="http://schemas.openxmlformats.org/officeDocument/2006/relationships" xmlns:p="http://schemas.openxmlformats.org/presentationml/2006/main">
  <p:tag name="PPSPLIT_ID" val=" 12"/>
</p:tagLst>
</file>

<file path=ppt/tags/tag789.xml><?xml version="1.0" encoding="utf-8"?>
<p:tagLst xmlns:a="http://schemas.openxmlformats.org/drawingml/2006/main" xmlns:r="http://schemas.openxmlformats.org/officeDocument/2006/relationships" xmlns:p="http://schemas.openxmlformats.org/presentationml/2006/main">
  <p:tag name="PPSPLIT_ID" val=" 13"/>
</p:tagLst>
</file>

<file path=ppt/tags/tag790.xml><?xml version="1.0" encoding="utf-8"?>
<p:tagLst xmlns:a="http://schemas.openxmlformats.org/drawingml/2006/main" xmlns:r="http://schemas.openxmlformats.org/officeDocument/2006/relationships" xmlns:p="http://schemas.openxmlformats.org/presentationml/2006/main">
  <p:tag name="PPSPLIT_ID" val=" 14"/>
</p:tagLst>
</file>

<file path=ppt/tags/tag791.xml><?xml version="1.0" encoding="utf-8"?>
<p:tagLst xmlns:a="http://schemas.openxmlformats.org/drawingml/2006/main" xmlns:r="http://schemas.openxmlformats.org/officeDocument/2006/relationships" xmlns:p="http://schemas.openxmlformats.org/presentationml/2006/main">
  <p:tag name="PPSPLIT_ID" val=" 32"/>
</p:tagLst>
</file>

<file path=ppt/tags/tag792.xml><?xml version="1.0" encoding="utf-8"?>
<p:tagLst xmlns:a="http://schemas.openxmlformats.org/drawingml/2006/main" xmlns:r="http://schemas.openxmlformats.org/officeDocument/2006/relationships" xmlns:p="http://schemas.openxmlformats.org/presentationml/2006/main">
  <p:tag name="TIMING" val="|17.9|39.1|45.8|3.9"/>
  <p:tag name="PPSPLIT_SPLIT" val="1"/>
  <p:tag name="PPSPLIT_ORIGINALSLIDENUMBER" val="15"/>
  <p:tag name="PPSPLIT_DONE" val="1"/>
</p:tagLst>
</file>

<file path=ppt/tags/tag793.xml><?xml version="1.0" encoding="utf-8"?>
<p:tagLst xmlns:a="http://schemas.openxmlformats.org/drawingml/2006/main" xmlns:r="http://schemas.openxmlformats.org/officeDocument/2006/relationships" xmlns:p="http://schemas.openxmlformats.org/presentationml/2006/main">
  <p:tag name="PPSPLIT_ID" val=" 7"/>
</p:tagLst>
</file>

<file path=ppt/tags/tag794.xml><?xml version="1.0" encoding="utf-8"?>
<p:tagLst xmlns:a="http://schemas.openxmlformats.org/drawingml/2006/main" xmlns:r="http://schemas.openxmlformats.org/officeDocument/2006/relationships" xmlns:p="http://schemas.openxmlformats.org/presentationml/2006/main">
  <p:tag name="PPSPLIT_ID" val=" 4"/>
</p:tagLst>
</file>

<file path=ppt/tags/tag795.xml><?xml version="1.0" encoding="utf-8"?>
<p:tagLst xmlns:a="http://schemas.openxmlformats.org/drawingml/2006/main" xmlns:r="http://schemas.openxmlformats.org/officeDocument/2006/relationships" xmlns:p="http://schemas.openxmlformats.org/presentationml/2006/main">
  <p:tag name="PPSPLIT_ID" val=" 2"/>
</p:tagLst>
</file>

<file path=ppt/tags/tag796.xml><?xml version="1.0" encoding="utf-8"?>
<p:tagLst xmlns:a="http://schemas.openxmlformats.org/drawingml/2006/main" xmlns:r="http://schemas.openxmlformats.org/officeDocument/2006/relationships" xmlns:p="http://schemas.openxmlformats.org/presentationml/2006/main">
  <p:tag name="PPSPLIT_ID" val=" 3"/>
</p:tagLst>
</file>

<file path=ppt/tags/tag797.xml><?xml version="1.0" encoding="utf-8"?>
<p:tagLst xmlns:a="http://schemas.openxmlformats.org/drawingml/2006/main" xmlns:r="http://schemas.openxmlformats.org/officeDocument/2006/relationships" xmlns:p="http://schemas.openxmlformats.org/presentationml/2006/main">
  <p:tag name="PPSPLIT_ID" val=" 6"/>
</p:tagLst>
</file>

<file path=ppt/tags/tag798.xml><?xml version="1.0" encoding="utf-8"?>
<p:tagLst xmlns:a="http://schemas.openxmlformats.org/drawingml/2006/main" xmlns:r="http://schemas.openxmlformats.org/officeDocument/2006/relationships" xmlns:p="http://schemas.openxmlformats.org/presentationml/2006/main">
  <p:tag name="PPSPLIT_ID" val=" 12"/>
</p:tagLst>
</file>

<file path=ppt/tags/tag799.xml><?xml version="1.0" encoding="utf-8"?>
<p:tagLst xmlns:a="http://schemas.openxmlformats.org/drawingml/2006/main" xmlns:r="http://schemas.openxmlformats.org/officeDocument/2006/relationships" xmlns:p="http://schemas.openxmlformats.org/presentationml/2006/main">
  <p:tag name="PPSPLIT_ID" val=" 16"/>
</p:tagLst>
</file>

<file path=ppt/tags/tag800.xml><?xml version="1.0" encoding="utf-8"?>
<p:tagLst xmlns:a="http://schemas.openxmlformats.org/drawingml/2006/main" xmlns:r="http://schemas.openxmlformats.org/officeDocument/2006/relationships" xmlns:p="http://schemas.openxmlformats.org/presentationml/2006/main">
  <p:tag name="PPSPLIT_ID" val=" 19"/>
</p:tagLst>
</file>

<file path=ppt/tags/tag801.xml><?xml version="1.0" encoding="utf-8"?>
<p:tagLst xmlns:a="http://schemas.openxmlformats.org/drawingml/2006/main" xmlns:r="http://schemas.openxmlformats.org/officeDocument/2006/relationships" xmlns:p="http://schemas.openxmlformats.org/presentationml/2006/main">
  <p:tag name="PPSPLIT_ID" val=" 23"/>
</p:tagLst>
</file>

<file path=ppt/tags/tag802.xml><?xml version="1.0" encoding="utf-8"?>
<p:tagLst xmlns:a="http://schemas.openxmlformats.org/drawingml/2006/main" xmlns:r="http://schemas.openxmlformats.org/officeDocument/2006/relationships" xmlns:p="http://schemas.openxmlformats.org/presentationml/2006/main">
  <p:tag name="PPSPLIT_ID" val=" 31"/>
</p:tagLst>
</file>

<file path=ppt/tags/tag803.xml><?xml version="1.0" encoding="utf-8"?>
<p:tagLst xmlns:a="http://schemas.openxmlformats.org/drawingml/2006/main" xmlns:r="http://schemas.openxmlformats.org/officeDocument/2006/relationships" xmlns:p="http://schemas.openxmlformats.org/presentationml/2006/main">
  <p:tag name="PPSPLIT_ID" val=" 33"/>
</p:tagLst>
</file>

<file path=ppt/tags/tag804.xml><?xml version="1.0" encoding="utf-8"?>
<p:tagLst xmlns:a="http://schemas.openxmlformats.org/drawingml/2006/main" xmlns:r="http://schemas.openxmlformats.org/officeDocument/2006/relationships" xmlns:p="http://schemas.openxmlformats.org/presentationml/2006/main">
  <p:tag name="PPSPLIT_ID" val=" 37"/>
</p:tagLst>
</file>

<file path=ppt/tags/tag805.xml><?xml version="1.0" encoding="utf-8"?>
<p:tagLst xmlns:a="http://schemas.openxmlformats.org/drawingml/2006/main" xmlns:r="http://schemas.openxmlformats.org/officeDocument/2006/relationships" xmlns:p="http://schemas.openxmlformats.org/presentationml/2006/main">
  <p:tag name="PPSPLIT_ID" val=" 42"/>
</p:tagLst>
</file>

<file path=ppt/tags/tag806.xml><?xml version="1.0" encoding="utf-8"?>
<p:tagLst xmlns:a="http://schemas.openxmlformats.org/drawingml/2006/main" xmlns:r="http://schemas.openxmlformats.org/officeDocument/2006/relationships" xmlns:p="http://schemas.openxmlformats.org/presentationml/2006/main">
  <p:tag name="PPSPLIT_ID" val=" 44"/>
</p:tagLst>
</file>

<file path=ppt/tags/tag807.xml><?xml version="1.0" encoding="utf-8"?>
<p:tagLst xmlns:a="http://schemas.openxmlformats.org/drawingml/2006/main" xmlns:r="http://schemas.openxmlformats.org/officeDocument/2006/relationships" xmlns:p="http://schemas.openxmlformats.org/presentationml/2006/main">
  <p:tag name="PPSPLIT_ID" val=" 46"/>
</p:tagLst>
</file>

<file path=ppt/tags/tag808.xml><?xml version="1.0" encoding="utf-8"?>
<p:tagLst xmlns:a="http://schemas.openxmlformats.org/drawingml/2006/main" xmlns:r="http://schemas.openxmlformats.org/officeDocument/2006/relationships" xmlns:p="http://schemas.openxmlformats.org/presentationml/2006/main">
  <p:tag name="PPSPLIT_ID" val=" 48"/>
</p:tagLst>
</file>

<file path=ppt/tags/tag809.xml><?xml version="1.0" encoding="utf-8"?>
<p:tagLst xmlns:a="http://schemas.openxmlformats.org/drawingml/2006/main" xmlns:r="http://schemas.openxmlformats.org/officeDocument/2006/relationships" xmlns:p="http://schemas.openxmlformats.org/presentationml/2006/main">
  <p:tag name="PPSPLIT_ID" val=" 50"/>
</p:tagLst>
</file>

<file path=ppt/tags/tag810.xml><?xml version="1.0" encoding="utf-8"?>
<p:tagLst xmlns:a="http://schemas.openxmlformats.org/drawingml/2006/main" xmlns:r="http://schemas.openxmlformats.org/officeDocument/2006/relationships" xmlns:p="http://schemas.openxmlformats.org/presentationml/2006/main">
  <p:tag name="PPSPLIT_ID" val=" 51"/>
</p:tagLst>
</file>

<file path=ppt/tags/tag811.xml><?xml version="1.0" encoding="utf-8"?>
<p:tagLst xmlns:a="http://schemas.openxmlformats.org/drawingml/2006/main" xmlns:r="http://schemas.openxmlformats.org/officeDocument/2006/relationships" xmlns:p="http://schemas.openxmlformats.org/presentationml/2006/main">
  <p:tag name="PPSPLIT_ID" val=" 24"/>
</p:tagLst>
</file>

<file path=ppt/tags/tag812.xml><?xml version="1.0" encoding="utf-8"?>
<p:tagLst xmlns:a="http://schemas.openxmlformats.org/drawingml/2006/main" xmlns:r="http://schemas.openxmlformats.org/officeDocument/2006/relationships" xmlns:p="http://schemas.openxmlformats.org/presentationml/2006/main">
  <p:tag name="PPSPLIT_ID" val=" 5"/>
</p:tagLst>
</file>

<file path=ppt/tags/tag813.xml><?xml version="1.0" encoding="utf-8"?>
<p:tagLst xmlns:a="http://schemas.openxmlformats.org/drawingml/2006/main" xmlns:r="http://schemas.openxmlformats.org/officeDocument/2006/relationships" xmlns:p="http://schemas.openxmlformats.org/presentationml/2006/main">
  <p:tag name="TIMING" val="|17.9|39.1|45.8|3.9"/>
  <p:tag name="PPSPLIT_SPLIT" val="1"/>
  <p:tag name="PPSPLIT_ORIGINALSLIDENUMBER" val="15"/>
  <p:tag name="PPSPLIT_DONE" val="1"/>
</p:tagLst>
</file>

<file path=ppt/tags/tag814.xml><?xml version="1.0" encoding="utf-8"?>
<p:tagLst xmlns:a="http://schemas.openxmlformats.org/drawingml/2006/main" xmlns:r="http://schemas.openxmlformats.org/officeDocument/2006/relationships" xmlns:p="http://schemas.openxmlformats.org/presentationml/2006/main">
  <p:tag name="PPSPLIT_ID" val=" 7"/>
</p:tagLst>
</file>

<file path=ppt/tags/tag815.xml><?xml version="1.0" encoding="utf-8"?>
<p:tagLst xmlns:a="http://schemas.openxmlformats.org/drawingml/2006/main" xmlns:r="http://schemas.openxmlformats.org/officeDocument/2006/relationships" xmlns:p="http://schemas.openxmlformats.org/presentationml/2006/main">
  <p:tag name="PPSPLIT_ID" val=" 4"/>
</p:tagLst>
</file>

<file path=ppt/tags/tag816.xml><?xml version="1.0" encoding="utf-8"?>
<p:tagLst xmlns:a="http://schemas.openxmlformats.org/drawingml/2006/main" xmlns:r="http://schemas.openxmlformats.org/officeDocument/2006/relationships" xmlns:p="http://schemas.openxmlformats.org/presentationml/2006/main">
  <p:tag name="PPSPLIT_ID" val=" 43"/>
</p:tagLst>
</file>

<file path=ppt/tags/tag817.xml><?xml version="1.0" encoding="utf-8"?>
<p:tagLst xmlns:a="http://schemas.openxmlformats.org/drawingml/2006/main" xmlns:r="http://schemas.openxmlformats.org/officeDocument/2006/relationships" xmlns:p="http://schemas.openxmlformats.org/presentationml/2006/main">
  <p:tag name="PPSPLIT_ID" val=" 2"/>
</p:tagLst>
</file>

<file path=ppt/tags/tag818.xml><?xml version="1.0" encoding="utf-8"?>
<p:tagLst xmlns:a="http://schemas.openxmlformats.org/drawingml/2006/main" xmlns:r="http://schemas.openxmlformats.org/officeDocument/2006/relationships" xmlns:p="http://schemas.openxmlformats.org/presentationml/2006/main">
  <p:tag name="PPSPLIT_ID" val=" 3"/>
</p:tagLst>
</file>

<file path=ppt/tags/tag819.xml><?xml version="1.0" encoding="utf-8"?>
<p:tagLst xmlns:a="http://schemas.openxmlformats.org/drawingml/2006/main" xmlns:r="http://schemas.openxmlformats.org/officeDocument/2006/relationships" xmlns:p="http://schemas.openxmlformats.org/presentationml/2006/main">
  <p:tag name="PPSPLIT_ID" val=" 6"/>
</p:tagLst>
</file>

<file path=ppt/tags/tag820.xml><?xml version="1.0" encoding="utf-8"?>
<p:tagLst xmlns:a="http://schemas.openxmlformats.org/drawingml/2006/main" xmlns:r="http://schemas.openxmlformats.org/officeDocument/2006/relationships" xmlns:p="http://schemas.openxmlformats.org/presentationml/2006/main">
  <p:tag name="PPSPLIT_ID" val=" 12"/>
</p:tagLst>
</file>

<file path=ppt/tags/tag821.xml><?xml version="1.0" encoding="utf-8"?>
<p:tagLst xmlns:a="http://schemas.openxmlformats.org/drawingml/2006/main" xmlns:r="http://schemas.openxmlformats.org/officeDocument/2006/relationships" xmlns:p="http://schemas.openxmlformats.org/presentationml/2006/main">
  <p:tag name="PPSPLIT_ID" val=" 16"/>
</p:tagLst>
</file>

<file path=ppt/tags/tag822.xml><?xml version="1.0" encoding="utf-8"?>
<p:tagLst xmlns:a="http://schemas.openxmlformats.org/drawingml/2006/main" xmlns:r="http://schemas.openxmlformats.org/officeDocument/2006/relationships" xmlns:p="http://schemas.openxmlformats.org/presentationml/2006/main">
  <p:tag name="PPSPLIT_ID" val=" 19"/>
</p:tagLst>
</file>

<file path=ppt/tags/tag823.xml><?xml version="1.0" encoding="utf-8"?>
<p:tagLst xmlns:a="http://schemas.openxmlformats.org/drawingml/2006/main" xmlns:r="http://schemas.openxmlformats.org/officeDocument/2006/relationships" xmlns:p="http://schemas.openxmlformats.org/presentationml/2006/main">
  <p:tag name="PPSPLIT_ID" val=" 23"/>
</p:tagLst>
</file>

<file path=ppt/tags/tag824.xml><?xml version="1.0" encoding="utf-8"?>
<p:tagLst xmlns:a="http://schemas.openxmlformats.org/drawingml/2006/main" xmlns:r="http://schemas.openxmlformats.org/officeDocument/2006/relationships" xmlns:p="http://schemas.openxmlformats.org/presentationml/2006/main">
  <p:tag name="PPSPLIT_ID" val=" 31"/>
</p:tagLst>
</file>

<file path=ppt/tags/tag825.xml><?xml version="1.0" encoding="utf-8"?>
<p:tagLst xmlns:a="http://schemas.openxmlformats.org/drawingml/2006/main" xmlns:r="http://schemas.openxmlformats.org/officeDocument/2006/relationships" xmlns:p="http://schemas.openxmlformats.org/presentationml/2006/main">
  <p:tag name="PPSPLIT_ID" val=" 33"/>
</p:tagLst>
</file>

<file path=ppt/tags/tag826.xml><?xml version="1.0" encoding="utf-8"?>
<p:tagLst xmlns:a="http://schemas.openxmlformats.org/drawingml/2006/main" xmlns:r="http://schemas.openxmlformats.org/officeDocument/2006/relationships" xmlns:p="http://schemas.openxmlformats.org/presentationml/2006/main">
  <p:tag name="PPSPLIT_ID" val=" 37"/>
</p:tagLst>
</file>

<file path=ppt/tags/tag827.xml><?xml version="1.0" encoding="utf-8"?>
<p:tagLst xmlns:a="http://schemas.openxmlformats.org/drawingml/2006/main" xmlns:r="http://schemas.openxmlformats.org/officeDocument/2006/relationships" xmlns:p="http://schemas.openxmlformats.org/presentationml/2006/main">
  <p:tag name="PPSPLIT_ID" val=" 42"/>
</p:tagLst>
</file>

<file path=ppt/tags/tag828.xml><?xml version="1.0" encoding="utf-8"?>
<p:tagLst xmlns:a="http://schemas.openxmlformats.org/drawingml/2006/main" xmlns:r="http://schemas.openxmlformats.org/officeDocument/2006/relationships" xmlns:p="http://schemas.openxmlformats.org/presentationml/2006/main">
  <p:tag name="PPSPLIT_ID" val=" 44"/>
</p:tagLst>
</file>

<file path=ppt/tags/tag829.xml><?xml version="1.0" encoding="utf-8"?>
<p:tagLst xmlns:a="http://schemas.openxmlformats.org/drawingml/2006/main" xmlns:r="http://schemas.openxmlformats.org/officeDocument/2006/relationships" xmlns:p="http://schemas.openxmlformats.org/presentationml/2006/main">
  <p:tag name="PPSPLIT_ID" val=" 46"/>
</p:tagLst>
</file>

<file path=ppt/tags/tag830.xml><?xml version="1.0" encoding="utf-8"?>
<p:tagLst xmlns:a="http://schemas.openxmlformats.org/drawingml/2006/main" xmlns:r="http://schemas.openxmlformats.org/officeDocument/2006/relationships" xmlns:p="http://schemas.openxmlformats.org/presentationml/2006/main">
  <p:tag name="PPSPLIT_ID" val=" 48"/>
</p:tagLst>
</file>

<file path=ppt/tags/tag831.xml><?xml version="1.0" encoding="utf-8"?>
<p:tagLst xmlns:a="http://schemas.openxmlformats.org/drawingml/2006/main" xmlns:r="http://schemas.openxmlformats.org/officeDocument/2006/relationships" xmlns:p="http://schemas.openxmlformats.org/presentationml/2006/main">
  <p:tag name="PPSPLIT_ID" val=" 50"/>
</p:tagLst>
</file>

<file path=ppt/tags/tag832.xml><?xml version="1.0" encoding="utf-8"?>
<p:tagLst xmlns:a="http://schemas.openxmlformats.org/drawingml/2006/main" xmlns:r="http://schemas.openxmlformats.org/officeDocument/2006/relationships" xmlns:p="http://schemas.openxmlformats.org/presentationml/2006/main">
  <p:tag name="PPSPLIT_ID" val=" 51"/>
</p:tagLst>
</file>

<file path=ppt/tags/tag833.xml><?xml version="1.0" encoding="utf-8"?>
<p:tagLst xmlns:a="http://schemas.openxmlformats.org/drawingml/2006/main" xmlns:r="http://schemas.openxmlformats.org/officeDocument/2006/relationships" xmlns:p="http://schemas.openxmlformats.org/presentationml/2006/main">
  <p:tag name="PPSPLIT_ID" val=" 24"/>
</p:tagLst>
</file>

<file path=ppt/tags/tag834.xml><?xml version="1.0" encoding="utf-8"?>
<p:tagLst xmlns:a="http://schemas.openxmlformats.org/drawingml/2006/main" xmlns:r="http://schemas.openxmlformats.org/officeDocument/2006/relationships" xmlns:p="http://schemas.openxmlformats.org/presentationml/2006/main">
  <p:tag name="PPSPLIT_ID" val=" 5"/>
</p:tagLst>
</file>

<file path=ppt/tags/tag835.xml><?xml version="1.0" encoding="utf-8"?>
<p:tagLst xmlns:a="http://schemas.openxmlformats.org/drawingml/2006/main" xmlns:r="http://schemas.openxmlformats.org/officeDocument/2006/relationships" xmlns:p="http://schemas.openxmlformats.org/presentationml/2006/main">
  <p:tag name="TIMING" val="|17.9|39.1|45.8|3.9"/>
  <p:tag name="PPSPLIT_SPLIT" val="1"/>
  <p:tag name="PPSPLIT_ORIGINALSLIDENUMBER" val="15"/>
  <p:tag name="PPSPLIT_DONE" val="1"/>
</p:tagLst>
</file>

<file path=ppt/tags/tag836.xml><?xml version="1.0" encoding="utf-8"?>
<p:tagLst xmlns:a="http://schemas.openxmlformats.org/drawingml/2006/main" xmlns:r="http://schemas.openxmlformats.org/officeDocument/2006/relationships" xmlns:p="http://schemas.openxmlformats.org/presentationml/2006/main">
  <p:tag name="PPSPLIT_ID" val=" 7"/>
</p:tagLst>
</file>

<file path=ppt/tags/tag837.xml><?xml version="1.0" encoding="utf-8"?>
<p:tagLst xmlns:a="http://schemas.openxmlformats.org/drawingml/2006/main" xmlns:r="http://schemas.openxmlformats.org/officeDocument/2006/relationships" xmlns:p="http://schemas.openxmlformats.org/presentationml/2006/main">
  <p:tag name="PPSPLIT_ID" val=" 55"/>
</p:tagLst>
</file>

<file path=ppt/tags/tag838.xml><?xml version="1.0" encoding="utf-8"?>
<p:tagLst xmlns:a="http://schemas.openxmlformats.org/drawingml/2006/main" xmlns:r="http://schemas.openxmlformats.org/officeDocument/2006/relationships" xmlns:p="http://schemas.openxmlformats.org/presentationml/2006/main">
  <p:tag name="PPSPLIT_ID" val=" 4"/>
</p:tagLst>
</file>

<file path=ppt/tags/tag839.xml><?xml version="1.0" encoding="utf-8"?>
<p:tagLst xmlns:a="http://schemas.openxmlformats.org/drawingml/2006/main" xmlns:r="http://schemas.openxmlformats.org/officeDocument/2006/relationships" xmlns:p="http://schemas.openxmlformats.org/presentationml/2006/main">
  <p:tag name="PPSPLIT_ID" val=" 43"/>
</p:tagLst>
</file>

<file path=ppt/tags/tag840.xml><?xml version="1.0" encoding="utf-8"?>
<p:tagLst xmlns:a="http://schemas.openxmlformats.org/drawingml/2006/main" xmlns:r="http://schemas.openxmlformats.org/officeDocument/2006/relationships" xmlns:p="http://schemas.openxmlformats.org/presentationml/2006/main">
  <p:tag name="PPSPLIT_ID" val=" 2"/>
</p:tagLst>
</file>

<file path=ppt/tags/tag841.xml><?xml version="1.0" encoding="utf-8"?>
<p:tagLst xmlns:a="http://schemas.openxmlformats.org/drawingml/2006/main" xmlns:r="http://schemas.openxmlformats.org/officeDocument/2006/relationships" xmlns:p="http://schemas.openxmlformats.org/presentationml/2006/main">
  <p:tag name="PPSPLIT_ID" val=" 3"/>
</p:tagLst>
</file>

<file path=ppt/tags/tag842.xml><?xml version="1.0" encoding="utf-8"?>
<p:tagLst xmlns:a="http://schemas.openxmlformats.org/drawingml/2006/main" xmlns:r="http://schemas.openxmlformats.org/officeDocument/2006/relationships" xmlns:p="http://schemas.openxmlformats.org/presentationml/2006/main">
  <p:tag name="PPSPLIT_ID" val=" 25"/>
</p:tagLst>
</file>

<file path=ppt/tags/tag843.xml><?xml version="1.0" encoding="utf-8"?>
<p:tagLst xmlns:a="http://schemas.openxmlformats.org/drawingml/2006/main" xmlns:r="http://schemas.openxmlformats.org/officeDocument/2006/relationships" xmlns:p="http://schemas.openxmlformats.org/presentationml/2006/main">
  <p:tag name="PPSPLIT_ID" val=" 6"/>
</p:tagLst>
</file>

<file path=ppt/tags/tag844.xml><?xml version="1.0" encoding="utf-8"?>
<p:tagLst xmlns:a="http://schemas.openxmlformats.org/drawingml/2006/main" xmlns:r="http://schemas.openxmlformats.org/officeDocument/2006/relationships" xmlns:p="http://schemas.openxmlformats.org/presentationml/2006/main">
  <p:tag name="PPSPLIT_ID" val=" 12"/>
</p:tagLst>
</file>

<file path=ppt/tags/tag845.xml><?xml version="1.0" encoding="utf-8"?>
<p:tagLst xmlns:a="http://schemas.openxmlformats.org/drawingml/2006/main" xmlns:r="http://schemas.openxmlformats.org/officeDocument/2006/relationships" xmlns:p="http://schemas.openxmlformats.org/presentationml/2006/main">
  <p:tag name="PPSPLIT_ID" val=" 16"/>
</p:tagLst>
</file>

<file path=ppt/tags/tag846.xml><?xml version="1.0" encoding="utf-8"?>
<p:tagLst xmlns:a="http://schemas.openxmlformats.org/drawingml/2006/main" xmlns:r="http://schemas.openxmlformats.org/officeDocument/2006/relationships" xmlns:p="http://schemas.openxmlformats.org/presentationml/2006/main">
  <p:tag name="PPSPLIT_ID" val=" 19"/>
</p:tagLst>
</file>

<file path=ppt/tags/tag847.xml><?xml version="1.0" encoding="utf-8"?>
<p:tagLst xmlns:a="http://schemas.openxmlformats.org/drawingml/2006/main" xmlns:r="http://schemas.openxmlformats.org/officeDocument/2006/relationships" xmlns:p="http://schemas.openxmlformats.org/presentationml/2006/main">
  <p:tag name="PPSPLIT_ID" val=" 23"/>
</p:tagLst>
</file>

<file path=ppt/tags/tag848.xml><?xml version="1.0" encoding="utf-8"?>
<p:tagLst xmlns:a="http://schemas.openxmlformats.org/drawingml/2006/main" xmlns:r="http://schemas.openxmlformats.org/officeDocument/2006/relationships" xmlns:p="http://schemas.openxmlformats.org/presentationml/2006/main">
  <p:tag name="PPSPLIT_ID" val=" 31"/>
</p:tagLst>
</file>

<file path=ppt/tags/tag849.xml><?xml version="1.0" encoding="utf-8"?>
<p:tagLst xmlns:a="http://schemas.openxmlformats.org/drawingml/2006/main" xmlns:r="http://schemas.openxmlformats.org/officeDocument/2006/relationships" xmlns:p="http://schemas.openxmlformats.org/presentationml/2006/main">
  <p:tag name="PPSPLIT_ID" val=" 33"/>
</p:tagLst>
</file>

<file path=ppt/tags/tag850.xml><?xml version="1.0" encoding="utf-8"?>
<p:tagLst xmlns:a="http://schemas.openxmlformats.org/drawingml/2006/main" xmlns:r="http://schemas.openxmlformats.org/officeDocument/2006/relationships" xmlns:p="http://schemas.openxmlformats.org/presentationml/2006/main">
  <p:tag name="PPSPLIT_ID" val=" 37"/>
</p:tagLst>
</file>

<file path=ppt/tags/tag851.xml><?xml version="1.0" encoding="utf-8"?>
<p:tagLst xmlns:a="http://schemas.openxmlformats.org/drawingml/2006/main" xmlns:r="http://schemas.openxmlformats.org/officeDocument/2006/relationships" xmlns:p="http://schemas.openxmlformats.org/presentationml/2006/main">
  <p:tag name="PPSPLIT_ID" val=" 42"/>
</p:tagLst>
</file>

<file path=ppt/tags/tag852.xml><?xml version="1.0" encoding="utf-8"?>
<p:tagLst xmlns:a="http://schemas.openxmlformats.org/drawingml/2006/main" xmlns:r="http://schemas.openxmlformats.org/officeDocument/2006/relationships" xmlns:p="http://schemas.openxmlformats.org/presentationml/2006/main">
  <p:tag name="PPSPLIT_ID" val=" 44"/>
</p:tagLst>
</file>

<file path=ppt/tags/tag853.xml><?xml version="1.0" encoding="utf-8"?>
<p:tagLst xmlns:a="http://schemas.openxmlformats.org/drawingml/2006/main" xmlns:r="http://schemas.openxmlformats.org/officeDocument/2006/relationships" xmlns:p="http://schemas.openxmlformats.org/presentationml/2006/main">
  <p:tag name="PPSPLIT_ID" val=" 46"/>
</p:tagLst>
</file>

<file path=ppt/tags/tag854.xml><?xml version="1.0" encoding="utf-8"?>
<p:tagLst xmlns:a="http://schemas.openxmlformats.org/drawingml/2006/main" xmlns:r="http://schemas.openxmlformats.org/officeDocument/2006/relationships" xmlns:p="http://schemas.openxmlformats.org/presentationml/2006/main">
  <p:tag name="PPSPLIT_ID" val=" 48"/>
</p:tagLst>
</file>

<file path=ppt/tags/tag855.xml><?xml version="1.0" encoding="utf-8"?>
<p:tagLst xmlns:a="http://schemas.openxmlformats.org/drawingml/2006/main" xmlns:r="http://schemas.openxmlformats.org/officeDocument/2006/relationships" xmlns:p="http://schemas.openxmlformats.org/presentationml/2006/main">
  <p:tag name="PPSPLIT_ID" val=" 50"/>
</p:tagLst>
</file>

<file path=ppt/tags/tag856.xml><?xml version="1.0" encoding="utf-8"?>
<p:tagLst xmlns:a="http://schemas.openxmlformats.org/drawingml/2006/main" xmlns:r="http://schemas.openxmlformats.org/officeDocument/2006/relationships" xmlns:p="http://schemas.openxmlformats.org/presentationml/2006/main">
  <p:tag name="PPSPLIT_ID" val=" 51"/>
</p:tagLst>
</file>

<file path=ppt/tags/tag857.xml><?xml version="1.0" encoding="utf-8"?>
<p:tagLst xmlns:a="http://schemas.openxmlformats.org/drawingml/2006/main" xmlns:r="http://schemas.openxmlformats.org/officeDocument/2006/relationships" xmlns:p="http://schemas.openxmlformats.org/presentationml/2006/main">
  <p:tag name="PPSPLIT_ID" val=" 24"/>
</p:tagLst>
</file>

<file path=ppt/tags/tag858.xml><?xml version="1.0" encoding="utf-8"?>
<p:tagLst xmlns:a="http://schemas.openxmlformats.org/drawingml/2006/main" xmlns:r="http://schemas.openxmlformats.org/officeDocument/2006/relationships" xmlns:p="http://schemas.openxmlformats.org/presentationml/2006/main">
  <p:tag name="PPSPLIT_ID" val=" 5"/>
</p:tagLst>
</file>

<file path=ppt/tags/tag859.xml><?xml version="1.0" encoding="utf-8"?>
<p:tagLst xmlns:a="http://schemas.openxmlformats.org/drawingml/2006/main" xmlns:r="http://schemas.openxmlformats.org/officeDocument/2006/relationships" xmlns:p="http://schemas.openxmlformats.org/presentationml/2006/main">
  <p:tag name="TIMING" val="|17.9|39.1|45.8|3.9"/>
  <p:tag name="PPSPLIT_SPLIT" val="1"/>
  <p:tag name="PPSPLIT_ORIGINALSLIDENUMBER" val="15"/>
  <p:tag name="PPSPLIT_DONE" val="1"/>
</p:tagLst>
</file>

<file path=ppt/tags/tag860.xml><?xml version="1.0" encoding="utf-8"?>
<p:tagLst xmlns:a="http://schemas.openxmlformats.org/drawingml/2006/main" xmlns:r="http://schemas.openxmlformats.org/officeDocument/2006/relationships" xmlns:p="http://schemas.openxmlformats.org/presentationml/2006/main">
  <p:tag name="PPSPLIT_ID" val=" 7"/>
</p:tagLst>
</file>

<file path=ppt/tags/tag861.xml><?xml version="1.0" encoding="utf-8"?>
<p:tagLst xmlns:a="http://schemas.openxmlformats.org/drawingml/2006/main" xmlns:r="http://schemas.openxmlformats.org/officeDocument/2006/relationships" xmlns:p="http://schemas.openxmlformats.org/presentationml/2006/main">
  <p:tag name="PPSPLIT_ID" val=" 55"/>
</p:tagLst>
</file>

<file path=ppt/tags/tag862.xml><?xml version="1.0" encoding="utf-8"?>
<p:tagLst xmlns:a="http://schemas.openxmlformats.org/drawingml/2006/main" xmlns:r="http://schemas.openxmlformats.org/officeDocument/2006/relationships" xmlns:p="http://schemas.openxmlformats.org/presentationml/2006/main">
  <p:tag name="PPSPLIT_ID" val=" 4"/>
</p:tagLst>
</file>

<file path=ppt/tags/tag863.xml><?xml version="1.0" encoding="utf-8"?>
<p:tagLst xmlns:a="http://schemas.openxmlformats.org/drawingml/2006/main" xmlns:r="http://schemas.openxmlformats.org/officeDocument/2006/relationships" xmlns:p="http://schemas.openxmlformats.org/presentationml/2006/main">
  <p:tag name="PPSPLIT_ID" val=" 43"/>
</p:tagLst>
</file>

<file path=ppt/tags/tag864.xml><?xml version="1.0" encoding="utf-8"?>
<p:tagLst xmlns:a="http://schemas.openxmlformats.org/drawingml/2006/main" xmlns:r="http://schemas.openxmlformats.org/officeDocument/2006/relationships" xmlns:p="http://schemas.openxmlformats.org/presentationml/2006/main">
  <p:tag name="PPSPLIT_ID" val=" 2"/>
</p:tagLst>
</file>

<file path=ppt/tags/tag865.xml><?xml version="1.0" encoding="utf-8"?>
<p:tagLst xmlns:a="http://schemas.openxmlformats.org/drawingml/2006/main" xmlns:r="http://schemas.openxmlformats.org/officeDocument/2006/relationships" xmlns:p="http://schemas.openxmlformats.org/presentationml/2006/main">
  <p:tag name="PPSPLIT_ID" val=" 3"/>
</p:tagLst>
</file>

<file path=ppt/tags/tag866.xml><?xml version="1.0" encoding="utf-8"?>
<p:tagLst xmlns:a="http://schemas.openxmlformats.org/drawingml/2006/main" xmlns:r="http://schemas.openxmlformats.org/officeDocument/2006/relationships" xmlns:p="http://schemas.openxmlformats.org/presentationml/2006/main">
  <p:tag name="PPSPLIT_ID" val=" 25"/>
</p:tagLst>
</file>

<file path=ppt/tags/tag867.xml><?xml version="1.0" encoding="utf-8"?>
<p:tagLst xmlns:a="http://schemas.openxmlformats.org/drawingml/2006/main" xmlns:r="http://schemas.openxmlformats.org/officeDocument/2006/relationships" xmlns:p="http://schemas.openxmlformats.org/presentationml/2006/main">
  <p:tag name="PPSPLIT_ID" val=" 6"/>
</p:tagLst>
</file>

<file path=ppt/tags/tag868.xml><?xml version="1.0" encoding="utf-8"?>
<p:tagLst xmlns:a="http://schemas.openxmlformats.org/drawingml/2006/main" xmlns:r="http://schemas.openxmlformats.org/officeDocument/2006/relationships" xmlns:p="http://schemas.openxmlformats.org/presentationml/2006/main">
  <p:tag name="PPSPLIT_ID" val=" 12"/>
</p:tagLst>
</file>

<file path=ppt/tags/tag869.xml><?xml version="1.0" encoding="utf-8"?>
<p:tagLst xmlns:a="http://schemas.openxmlformats.org/drawingml/2006/main" xmlns:r="http://schemas.openxmlformats.org/officeDocument/2006/relationships" xmlns:p="http://schemas.openxmlformats.org/presentationml/2006/main">
  <p:tag name="PPSPLIT_ID" val=" 16"/>
</p:tagLst>
</file>

<file path=ppt/tags/tag870.xml><?xml version="1.0" encoding="utf-8"?>
<p:tagLst xmlns:a="http://schemas.openxmlformats.org/drawingml/2006/main" xmlns:r="http://schemas.openxmlformats.org/officeDocument/2006/relationships" xmlns:p="http://schemas.openxmlformats.org/presentationml/2006/main">
  <p:tag name="PPSPLIT_ID" val=" 19"/>
</p:tagLst>
</file>

<file path=ppt/tags/tag871.xml><?xml version="1.0" encoding="utf-8"?>
<p:tagLst xmlns:a="http://schemas.openxmlformats.org/drawingml/2006/main" xmlns:r="http://schemas.openxmlformats.org/officeDocument/2006/relationships" xmlns:p="http://schemas.openxmlformats.org/presentationml/2006/main">
  <p:tag name="PPSPLIT_ID" val=" 23"/>
</p:tagLst>
</file>

<file path=ppt/tags/tag872.xml><?xml version="1.0" encoding="utf-8"?>
<p:tagLst xmlns:a="http://schemas.openxmlformats.org/drawingml/2006/main" xmlns:r="http://schemas.openxmlformats.org/officeDocument/2006/relationships" xmlns:p="http://schemas.openxmlformats.org/presentationml/2006/main">
  <p:tag name="PPSPLIT_ID" val=" 31"/>
</p:tagLst>
</file>

<file path=ppt/tags/tag873.xml><?xml version="1.0" encoding="utf-8"?>
<p:tagLst xmlns:a="http://schemas.openxmlformats.org/drawingml/2006/main" xmlns:r="http://schemas.openxmlformats.org/officeDocument/2006/relationships" xmlns:p="http://schemas.openxmlformats.org/presentationml/2006/main">
  <p:tag name="PPSPLIT_ID" val=" 33"/>
</p:tagLst>
</file>

<file path=ppt/tags/tag874.xml><?xml version="1.0" encoding="utf-8"?>
<p:tagLst xmlns:a="http://schemas.openxmlformats.org/drawingml/2006/main" xmlns:r="http://schemas.openxmlformats.org/officeDocument/2006/relationships" xmlns:p="http://schemas.openxmlformats.org/presentationml/2006/main">
  <p:tag name="PPSPLIT_ID" val=" 37"/>
</p:tagLst>
</file>

<file path=ppt/tags/tag875.xml><?xml version="1.0" encoding="utf-8"?>
<p:tagLst xmlns:a="http://schemas.openxmlformats.org/drawingml/2006/main" xmlns:r="http://schemas.openxmlformats.org/officeDocument/2006/relationships" xmlns:p="http://schemas.openxmlformats.org/presentationml/2006/main">
  <p:tag name="PPSPLIT_ID" val=" 42"/>
</p:tagLst>
</file>

<file path=ppt/tags/tag876.xml><?xml version="1.0" encoding="utf-8"?>
<p:tagLst xmlns:a="http://schemas.openxmlformats.org/drawingml/2006/main" xmlns:r="http://schemas.openxmlformats.org/officeDocument/2006/relationships" xmlns:p="http://schemas.openxmlformats.org/presentationml/2006/main">
  <p:tag name="PPSPLIT_ID" val=" 44"/>
</p:tagLst>
</file>

<file path=ppt/tags/tag877.xml><?xml version="1.0" encoding="utf-8"?>
<p:tagLst xmlns:a="http://schemas.openxmlformats.org/drawingml/2006/main" xmlns:r="http://schemas.openxmlformats.org/officeDocument/2006/relationships" xmlns:p="http://schemas.openxmlformats.org/presentationml/2006/main">
  <p:tag name="PPSPLIT_ID" val=" 46"/>
</p:tagLst>
</file>

<file path=ppt/tags/tag878.xml><?xml version="1.0" encoding="utf-8"?>
<p:tagLst xmlns:a="http://schemas.openxmlformats.org/drawingml/2006/main" xmlns:r="http://schemas.openxmlformats.org/officeDocument/2006/relationships" xmlns:p="http://schemas.openxmlformats.org/presentationml/2006/main">
  <p:tag name="PPSPLIT_ID" val=" 48"/>
</p:tagLst>
</file>

<file path=ppt/tags/tag879.xml><?xml version="1.0" encoding="utf-8"?>
<p:tagLst xmlns:a="http://schemas.openxmlformats.org/drawingml/2006/main" xmlns:r="http://schemas.openxmlformats.org/officeDocument/2006/relationships" xmlns:p="http://schemas.openxmlformats.org/presentationml/2006/main">
  <p:tag name="PPSPLIT_ID" val=" 50"/>
</p:tagLst>
</file>

<file path=ppt/tags/tag880.xml><?xml version="1.0" encoding="utf-8"?>
<p:tagLst xmlns:a="http://schemas.openxmlformats.org/drawingml/2006/main" xmlns:r="http://schemas.openxmlformats.org/officeDocument/2006/relationships" xmlns:p="http://schemas.openxmlformats.org/presentationml/2006/main">
  <p:tag name="PPSPLIT_ID" val=" 51"/>
</p:tagLst>
</file>

<file path=ppt/tags/tag881.xml><?xml version="1.0" encoding="utf-8"?>
<p:tagLst xmlns:a="http://schemas.openxmlformats.org/drawingml/2006/main" xmlns:r="http://schemas.openxmlformats.org/officeDocument/2006/relationships" xmlns:p="http://schemas.openxmlformats.org/presentationml/2006/main">
  <p:tag name="PPSPLIT_ID" val=" 24"/>
</p:tagLst>
</file>

<file path=ppt/tags/tag882.xml><?xml version="1.0" encoding="utf-8"?>
<p:tagLst xmlns:a="http://schemas.openxmlformats.org/drawingml/2006/main" xmlns:r="http://schemas.openxmlformats.org/officeDocument/2006/relationships" xmlns:p="http://schemas.openxmlformats.org/presentationml/2006/main">
  <p:tag name="PPSPLIT_ID" val=" 5"/>
</p:tagLst>
</file>

<file path=ppt/tags/tag883.xml><?xml version="1.0" encoding="utf-8"?>
<p:tagLst xmlns:a="http://schemas.openxmlformats.org/drawingml/2006/main" xmlns:r="http://schemas.openxmlformats.org/officeDocument/2006/relationships" xmlns:p="http://schemas.openxmlformats.org/presentationml/2006/main">
  <p:tag name="TIMING" val="|17.9|39.1|45.8|3.9"/>
  <p:tag name="PPSPLIT_SPLIT" val="1"/>
  <p:tag name="PPSPLIT_ORIGINALSLIDENUMBER" val="15"/>
</p:tagLst>
</file>

<file path=ppt/tags/tag884.xml><?xml version="1.0" encoding="utf-8"?>
<p:tagLst xmlns:a="http://schemas.openxmlformats.org/drawingml/2006/main" xmlns:r="http://schemas.openxmlformats.org/officeDocument/2006/relationships" xmlns:p="http://schemas.openxmlformats.org/presentationml/2006/main">
  <p:tag name="PPSPLIT_ID" val=" 7"/>
</p:tagLst>
</file>

<file path=ppt/tags/tag885.xml><?xml version="1.0" encoding="utf-8"?>
<p:tagLst xmlns:a="http://schemas.openxmlformats.org/drawingml/2006/main" xmlns:r="http://schemas.openxmlformats.org/officeDocument/2006/relationships" xmlns:p="http://schemas.openxmlformats.org/presentationml/2006/main">
  <p:tag name="PPSPLIT_ID" val=" 55"/>
</p:tagLst>
</file>

<file path=ppt/tags/tag886.xml><?xml version="1.0" encoding="utf-8"?>
<p:tagLst xmlns:a="http://schemas.openxmlformats.org/drawingml/2006/main" xmlns:r="http://schemas.openxmlformats.org/officeDocument/2006/relationships" xmlns:p="http://schemas.openxmlformats.org/presentationml/2006/main">
  <p:tag name="PPSPLIT_ID" val=" 4"/>
</p:tagLst>
</file>

<file path=ppt/tags/tag887.xml><?xml version="1.0" encoding="utf-8"?>
<p:tagLst xmlns:a="http://schemas.openxmlformats.org/drawingml/2006/main" xmlns:r="http://schemas.openxmlformats.org/officeDocument/2006/relationships" xmlns:p="http://schemas.openxmlformats.org/presentationml/2006/main">
  <p:tag name="PPSPLIT_ID" val=" 43"/>
</p:tagLst>
</file>

<file path=ppt/tags/tag888.xml><?xml version="1.0" encoding="utf-8"?>
<p:tagLst xmlns:a="http://schemas.openxmlformats.org/drawingml/2006/main" xmlns:r="http://schemas.openxmlformats.org/officeDocument/2006/relationships" xmlns:p="http://schemas.openxmlformats.org/presentationml/2006/main">
  <p:tag name="PPSPLIT_ID" val=" 2"/>
</p:tagLst>
</file>

<file path=ppt/tags/tag889.xml><?xml version="1.0" encoding="utf-8"?>
<p:tagLst xmlns:a="http://schemas.openxmlformats.org/drawingml/2006/main" xmlns:r="http://schemas.openxmlformats.org/officeDocument/2006/relationships" xmlns:p="http://schemas.openxmlformats.org/presentationml/2006/main">
  <p:tag name="PPSPLIT_ID" val=" 3"/>
</p:tagLst>
</file>

<file path=ppt/tags/tag890.xml><?xml version="1.0" encoding="utf-8"?>
<p:tagLst xmlns:a="http://schemas.openxmlformats.org/drawingml/2006/main" xmlns:r="http://schemas.openxmlformats.org/officeDocument/2006/relationships" xmlns:p="http://schemas.openxmlformats.org/presentationml/2006/main">
  <p:tag name="PPSPLIT_ID" val=" 25"/>
</p:tagLst>
</file>

<file path=ppt/tags/tag891.xml><?xml version="1.0" encoding="utf-8"?>
<p:tagLst xmlns:a="http://schemas.openxmlformats.org/drawingml/2006/main" xmlns:r="http://schemas.openxmlformats.org/officeDocument/2006/relationships" xmlns:p="http://schemas.openxmlformats.org/presentationml/2006/main">
  <p:tag name="PPSPLIT_ID" val=" 6"/>
</p:tagLst>
</file>

<file path=ppt/tags/tag892.xml><?xml version="1.0" encoding="utf-8"?>
<p:tagLst xmlns:a="http://schemas.openxmlformats.org/drawingml/2006/main" xmlns:r="http://schemas.openxmlformats.org/officeDocument/2006/relationships" xmlns:p="http://schemas.openxmlformats.org/presentationml/2006/main">
  <p:tag name="PPSPLIT_ID" val=" 12"/>
</p:tagLst>
</file>

<file path=ppt/tags/tag893.xml><?xml version="1.0" encoding="utf-8"?>
<p:tagLst xmlns:a="http://schemas.openxmlformats.org/drawingml/2006/main" xmlns:r="http://schemas.openxmlformats.org/officeDocument/2006/relationships" xmlns:p="http://schemas.openxmlformats.org/presentationml/2006/main">
  <p:tag name="PPSPLIT_ID" val=" 16"/>
</p:tagLst>
</file>

<file path=ppt/tags/tag894.xml><?xml version="1.0" encoding="utf-8"?>
<p:tagLst xmlns:a="http://schemas.openxmlformats.org/drawingml/2006/main" xmlns:r="http://schemas.openxmlformats.org/officeDocument/2006/relationships" xmlns:p="http://schemas.openxmlformats.org/presentationml/2006/main">
  <p:tag name="PPSPLIT_ID" val=" 19"/>
</p:tagLst>
</file>

<file path=ppt/tags/tag895.xml><?xml version="1.0" encoding="utf-8"?>
<p:tagLst xmlns:a="http://schemas.openxmlformats.org/drawingml/2006/main" xmlns:r="http://schemas.openxmlformats.org/officeDocument/2006/relationships" xmlns:p="http://schemas.openxmlformats.org/presentationml/2006/main">
  <p:tag name="PPSPLIT_ID" val=" 23"/>
</p:tagLst>
</file>

<file path=ppt/tags/tag896.xml><?xml version="1.0" encoding="utf-8"?>
<p:tagLst xmlns:a="http://schemas.openxmlformats.org/drawingml/2006/main" xmlns:r="http://schemas.openxmlformats.org/officeDocument/2006/relationships" xmlns:p="http://schemas.openxmlformats.org/presentationml/2006/main">
  <p:tag name="PPSPLIT_ID" val=" 31"/>
</p:tagLst>
</file>

<file path=ppt/tags/tag897.xml><?xml version="1.0" encoding="utf-8"?>
<p:tagLst xmlns:a="http://schemas.openxmlformats.org/drawingml/2006/main" xmlns:r="http://schemas.openxmlformats.org/officeDocument/2006/relationships" xmlns:p="http://schemas.openxmlformats.org/presentationml/2006/main">
  <p:tag name="PPSPLIT_ID" val=" 33"/>
</p:tagLst>
</file>

<file path=ppt/tags/tag898.xml><?xml version="1.0" encoding="utf-8"?>
<p:tagLst xmlns:a="http://schemas.openxmlformats.org/drawingml/2006/main" xmlns:r="http://schemas.openxmlformats.org/officeDocument/2006/relationships" xmlns:p="http://schemas.openxmlformats.org/presentationml/2006/main">
  <p:tag name="PPSPLIT_ID" val=" 37"/>
</p:tagLst>
</file>

<file path=ppt/tags/tag899.xml><?xml version="1.0" encoding="utf-8"?>
<p:tagLst xmlns:a="http://schemas.openxmlformats.org/drawingml/2006/main" xmlns:r="http://schemas.openxmlformats.org/officeDocument/2006/relationships" xmlns:p="http://schemas.openxmlformats.org/presentationml/2006/main">
  <p:tag name="PPSPLIT_ID" val=" 42"/>
</p:tagLst>
</file>

<file path=ppt/tags/tag900.xml><?xml version="1.0" encoding="utf-8"?>
<p:tagLst xmlns:a="http://schemas.openxmlformats.org/drawingml/2006/main" xmlns:r="http://schemas.openxmlformats.org/officeDocument/2006/relationships" xmlns:p="http://schemas.openxmlformats.org/presentationml/2006/main">
  <p:tag name="PPSPLIT_ID" val=" 44"/>
</p:tagLst>
</file>

<file path=ppt/tags/tag901.xml><?xml version="1.0" encoding="utf-8"?>
<p:tagLst xmlns:a="http://schemas.openxmlformats.org/drawingml/2006/main" xmlns:r="http://schemas.openxmlformats.org/officeDocument/2006/relationships" xmlns:p="http://schemas.openxmlformats.org/presentationml/2006/main">
  <p:tag name="PPSPLIT_ID" val=" 46"/>
</p:tagLst>
</file>

<file path=ppt/tags/tag902.xml><?xml version="1.0" encoding="utf-8"?>
<p:tagLst xmlns:a="http://schemas.openxmlformats.org/drawingml/2006/main" xmlns:r="http://schemas.openxmlformats.org/officeDocument/2006/relationships" xmlns:p="http://schemas.openxmlformats.org/presentationml/2006/main">
  <p:tag name="PPSPLIT_ID" val=" 48"/>
</p:tagLst>
</file>

<file path=ppt/tags/tag903.xml><?xml version="1.0" encoding="utf-8"?>
<p:tagLst xmlns:a="http://schemas.openxmlformats.org/drawingml/2006/main" xmlns:r="http://schemas.openxmlformats.org/officeDocument/2006/relationships" xmlns:p="http://schemas.openxmlformats.org/presentationml/2006/main">
  <p:tag name="PPSPLIT_ID" val=" 50"/>
</p:tagLst>
</file>

<file path=ppt/tags/tag904.xml><?xml version="1.0" encoding="utf-8"?>
<p:tagLst xmlns:a="http://schemas.openxmlformats.org/drawingml/2006/main" xmlns:r="http://schemas.openxmlformats.org/officeDocument/2006/relationships" xmlns:p="http://schemas.openxmlformats.org/presentationml/2006/main">
  <p:tag name="PPSPLIT_ID" val=" 51"/>
</p:tagLst>
</file>

<file path=ppt/tags/tag905.xml><?xml version="1.0" encoding="utf-8"?>
<p:tagLst xmlns:a="http://schemas.openxmlformats.org/drawingml/2006/main" xmlns:r="http://schemas.openxmlformats.org/officeDocument/2006/relationships" xmlns:p="http://schemas.openxmlformats.org/presentationml/2006/main">
  <p:tag name="PPSPLIT_ID" val=" 24"/>
</p:tagLst>
</file>

<file path=ppt/tags/tag906.xml><?xml version="1.0" encoding="utf-8"?>
<p:tagLst xmlns:a="http://schemas.openxmlformats.org/drawingml/2006/main" xmlns:r="http://schemas.openxmlformats.org/officeDocument/2006/relationships" xmlns:p="http://schemas.openxmlformats.org/presentationml/2006/main">
  <p:tag name="PPSPLIT_ID" val=" 5"/>
</p:tagLst>
</file>

<file path=ppt/tags/tag907.xml><?xml version="1.0" encoding="utf-8"?>
<p:tagLst xmlns:a="http://schemas.openxmlformats.org/drawingml/2006/main" xmlns:r="http://schemas.openxmlformats.org/officeDocument/2006/relationships" xmlns:p="http://schemas.openxmlformats.org/presentationml/2006/main">
  <p:tag name="TIMING" val="|44.5|3.9"/>
  <p:tag name="PPSPLIT_SPLIT" val="1"/>
  <p:tag name="PPSPLIT_ORIGINALSLIDENUMBER" val="16"/>
  <p:tag name="PPSPLIT_DONE" val="1"/>
</p:tagLst>
</file>

<file path=ppt/tags/tag908.xml><?xml version="1.0" encoding="utf-8"?>
<p:tagLst xmlns:a="http://schemas.openxmlformats.org/drawingml/2006/main" xmlns:r="http://schemas.openxmlformats.org/officeDocument/2006/relationships" xmlns:p="http://schemas.openxmlformats.org/presentationml/2006/main">
  <p:tag name="PPSPLIT_ID" val=" 4"/>
</p:tagLst>
</file>

<file path=ppt/tags/tag909.xml><?xml version="1.0" encoding="utf-8"?>
<p:tagLst xmlns:a="http://schemas.openxmlformats.org/drawingml/2006/main" xmlns:r="http://schemas.openxmlformats.org/officeDocument/2006/relationships" xmlns:p="http://schemas.openxmlformats.org/presentationml/2006/main">
  <p:tag name="PPSPLIT_ID" val=" 3"/>
</p:tagLst>
</file>

<file path=ppt/tags/tag910.xml><?xml version="1.0" encoding="utf-8"?>
<p:tagLst xmlns:a="http://schemas.openxmlformats.org/drawingml/2006/main" xmlns:r="http://schemas.openxmlformats.org/officeDocument/2006/relationships" xmlns:p="http://schemas.openxmlformats.org/presentationml/2006/main">
  <p:tag name="PPSPLIT_ID" val=" 7"/>
</p:tagLst>
</file>

<file path=ppt/tags/tag911.xml><?xml version="1.0" encoding="utf-8"?>
<p:tagLst xmlns:a="http://schemas.openxmlformats.org/drawingml/2006/main" xmlns:r="http://schemas.openxmlformats.org/officeDocument/2006/relationships" xmlns:p="http://schemas.openxmlformats.org/presentationml/2006/main">
  <p:tag name="PPSPLIT_ID" val=" 6"/>
</p:tagLst>
</file>

<file path=ppt/tags/tag912.xml><?xml version="1.0" encoding="utf-8"?>
<p:tagLst xmlns:a="http://schemas.openxmlformats.org/drawingml/2006/main" xmlns:r="http://schemas.openxmlformats.org/officeDocument/2006/relationships" xmlns:p="http://schemas.openxmlformats.org/presentationml/2006/main">
  <p:tag name="PPSPLIT_ID" val=" 13"/>
</p:tagLst>
</file>

<file path=ppt/tags/tag913.xml><?xml version="1.0" encoding="utf-8"?>
<p:tagLst xmlns:a="http://schemas.openxmlformats.org/drawingml/2006/main" xmlns:r="http://schemas.openxmlformats.org/officeDocument/2006/relationships" xmlns:p="http://schemas.openxmlformats.org/presentationml/2006/main">
  <p:tag name="PPSPLIT_ID" val=" 26"/>
</p:tagLst>
</file>

<file path=ppt/tags/tag914.xml><?xml version="1.0" encoding="utf-8"?>
<p:tagLst xmlns:a="http://schemas.openxmlformats.org/drawingml/2006/main" xmlns:r="http://schemas.openxmlformats.org/officeDocument/2006/relationships" xmlns:p="http://schemas.openxmlformats.org/presentationml/2006/main">
  <p:tag name="PPSPLIT_ID" val=" 28"/>
</p:tagLst>
</file>

<file path=ppt/tags/tag915.xml><?xml version="1.0" encoding="utf-8"?>
<p:tagLst xmlns:a="http://schemas.openxmlformats.org/drawingml/2006/main" xmlns:r="http://schemas.openxmlformats.org/officeDocument/2006/relationships" xmlns:p="http://schemas.openxmlformats.org/presentationml/2006/main">
  <p:tag name="PPSPLIT_ID" val=" 33"/>
</p:tagLst>
</file>

<file path=ppt/tags/tag916.xml><?xml version="1.0" encoding="utf-8"?>
<p:tagLst xmlns:a="http://schemas.openxmlformats.org/drawingml/2006/main" xmlns:r="http://schemas.openxmlformats.org/officeDocument/2006/relationships" xmlns:p="http://schemas.openxmlformats.org/presentationml/2006/main">
  <p:tag name="PPSPLIT_ID" val=" 262"/>
</p:tagLst>
</file>

<file path=ppt/tags/tag917.xml><?xml version="1.0" encoding="utf-8"?>
<p:tagLst xmlns:a="http://schemas.openxmlformats.org/drawingml/2006/main" xmlns:r="http://schemas.openxmlformats.org/officeDocument/2006/relationships" xmlns:p="http://schemas.openxmlformats.org/presentationml/2006/main">
  <p:tag name="PPSPLIT_ID" val=" 275"/>
</p:tagLst>
</file>

<file path=ppt/tags/tag918.xml><?xml version="1.0" encoding="utf-8"?>
<p:tagLst xmlns:a="http://schemas.openxmlformats.org/drawingml/2006/main" xmlns:r="http://schemas.openxmlformats.org/officeDocument/2006/relationships" xmlns:p="http://schemas.openxmlformats.org/presentationml/2006/main">
  <p:tag name="TIMING" val="|44.5|3.9"/>
  <p:tag name="PPSPLIT_SPLIT" val="1"/>
  <p:tag name="PPSPLIT_ORIGINALSLIDENUMBER" val="16"/>
  <p:tag name="PPSPLIT_DONE" val="1"/>
</p:tagLst>
</file>

<file path=ppt/tags/tag919.xml><?xml version="1.0" encoding="utf-8"?>
<p:tagLst xmlns:a="http://schemas.openxmlformats.org/drawingml/2006/main" xmlns:r="http://schemas.openxmlformats.org/officeDocument/2006/relationships" xmlns:p="http://schemas.openxmlformats.org/presentationml/2006/main">
  <p:tag name="PPSPLIT_ID" val=" 4"/>
</p:tagLst>
</file>

<file path=ppt/tags/tag920.xml><?xml version="1.0" encoding="utf-8"?>
<p:tagLst xmlns:a="http://schemas.openxmlformats.org/drawingml/2006/main" xmlns:r="http://schemas.openxmlformats.org/officeDocument/2006/relationships" xmlns:p="http://schemas.openxmlformats.org/presentationml/2006/main">
  <p:tag name="PPSPLIT_ID" val=" 3"/>
</p:tagLst>
</file>

<file path=ppt/tags/tag921.xml><?xml version="1.0" encoding="utf-8"?>
<p:tagLst xmlns:a="http://schemas.openxmlformats.org/drawingml/2006/main" xmlns:r="http://schemas.openxmlformats.org/officeDocument/2006/relationships" xmlns:p="http://schemas.openxmlformats.org/presentationml/2006/main">
  <p:tag name="PPSPLIT_ID" val=" 7"/>
</p:tagLst>
</file>

<file path=ppt/tags/tag922.xml><?xml version="1.0" encoding="utf-8"?>
<p:tagLst xmlns:a="http://schemas.openxmlformats.org/drawingml/2006/main" xmlns:r="http://schemas.openxmlformats.org/officeDocument/2006/relationships" xmlns:p="http://schemas.openxmlformats.org/presentationml/2006/main">
  <p:tag name="PPSPLIT_ID" val=" 6"/>
</p:tagLst>
</file>

<file path=ppt/tags/tag923.xml><?xml version="1.0" encoding="utf-8"?>
<p:tagLst xmlns:a="http://schemas.openxmlformats.org/drawingml/2006/main" xmlns:r="http://schemas.openxmlformats.org/officeDocument/2006/relationships" xmlns:p="http://schemas.openxmlformats.org/presentationml/2006/main">
  <p:tag name="PPSPLIT_ID" val=" 8"/>
</p:tagLst>
</file>

<file path=ppt/tags/tag924.xml><?xml version="1.0" encoding="utf-8"?>
<p:tagLst xmlns:a="http://schemas.openxmlformats.org/drawingml/2006/main" xmlns:r="http://schemas.openxmlformats.org/officeDocument/2006/relationships" xmlns:p="http://schemas.openxmlformats.org/presentationml/2006/main">
  <p:tag name="PPSPLIT_ID" val=" 14"/>
</p:tagLst>
</file>

<file path=ppt/tags/tag925.xml><?xml version="1.0" encoding="utf-8"?>
<p:tagLst xmlns:a="http://schemas.openxmlformats.org/drawingml/2006/main" xmlns:r="http://schemas.openxmlformats.org/officeDocument/2006/relationships" xmlns:p="http://schemas.openxmlformats.org/presentationml/2006/main">
  <p:tag name="PPSPLIT_ID" val=" 13"/>
</p:tagLst>
</file>

<file path=ppt/tags/tag926.xml><?xml version="1.0" encoding="utf-8"?>
<p:tagLst xmlns:a="http://schemas.openxmlformats.org/drawingml/2006/main" xmlns:r="http://schemas.openxmlformats.org/officeDocument/2006/relationships" xmlns:p="http://schemas.openxmlformats.org/presentationml/2006/main">
  <p:tag name="PPSPLIT_ID" val=" 26"/>
</p:tagLst>
</file>

<file path=ppt/tags/tag927.xml><?xml version="1.0" encoding="utf-8"?>
<p:tagLst xmlns:a="http://schemas.openxmlformats.org/drawingml/2006/main" xmlns:r="http://schemas.openxmlformats.org/officeDocument/2006/relationships" xmlns:p="http://schemas.openxmlformats.org/presentationml/2006/main">
  <p:tag name="PPSPLIT_ID" val=" 28"/>
</p:tagLst>
</file>

<file path=ppt/tags/tag928.xml><?xml version="1.0" encoding="utf-8"?>
<p:tagLst xmlns:a="http://schemas.openxmlformats.org/drawingml/2006/main" xmlns:r="http://schemas.openxmlformats.org/officeDocument/2006/relationships" xmlns:p="http://schemas.openxmlformats.org/presentationml/2006/main">
  <p:tag name="PPSPLIT_ID" val=" 30"/>
</p:tagLst>
</file>

<file path=ppt/tags/tag929.xml><?xml version="1.0" encoding="utf-8"?>
<p:tagLst xmlns:a="http://schemas.openxmlformats.org/drawingml/2006/main" xmlns:r="http://schemas.openxmlformats.org/officeDocument/2006/relationships" xmlns:p="http://schemas.openxmlformats.org/presentationml/2006/main">
  <p:tag name="PPSPLIT_ID" val=" 31"/>
</p:tagLst>
</file>

<file path=ppt/tags/tag930.xml><?xml version="1.0" encoding="utf-8"?>
<p:tagLst xmlns:a="http://schemas.openxmlformats.org/drawingml/2006/main" xmlns:r="http://schemas.openxmlformats.org/officeDocument/2006/relationships" xmlns:p="http://schemas.openxmlformats.org/presentationml/2006/main">
  <p:tag name="PPSPLIT_ID" val=" 33"/>
</p:tagLst>
</file>

<file path=ppt/tags/tag931.xml><?xml version="1.0" encoding="utf-8"?>
<p:tagLst xmlns:a="http://schemas.openxmlformats.org/drawingml/2006/main" xmlns:r="http://schemas.openxmlformats.org/officeDocument/2006/relationships" xmlns:p="http://schemas.openxmlformats.org/presentationml/2006/main">
  <p:tag name="PPSPLIT_ID" val=" 247"/>
</p:tagLst>
</file>

<file path=ppt/tags/tag932.xml><?xml version="1.0" encoding="utf-8"?>
<p:tagLst xmlns:a="http://schemas.openxmlformats.org/drawingml/2006/main" xmlns:r="http://schemas.openxmlformats.org/officeDocument/2006/relationships" xmlns:p="http://schemas.openxmlformats.org/presentationml/2006/main">
  <p:tag name="PPSPLIT_ID" val=" 262"/>
</p:tagLst>
</file>

<file path=ppt/tags/tag933.xml><?xml version="1.0" encoding="utf-8"?>
<p:tagLst xmlns:a="http://schemas.openxmlformats.org/drawingml/2006/main" xmlns:r="http://schemas.openxmlformats.org/officeDocument/2006/relationships" xmlns:p="http://schemas.openxmlformats.org/presentationml/2006/main">
  <p:tag name="PPSPLIT_ID" val=" 275"/>
</p:tagLst>
</file>

<file path=ppt/tags/tag934.xml><?xml version="1.0" encoding="utf-8"?>
<p:tagLst xmlns:a="http://schemas.openxmlformats.org/drawingml/2006/main" xmlns:r="http://schemas.openxmlformats.org/officeDocument/2006/relationships" xmlns:p="http://schemas.openxmlformats.org/presentationml/2006/main">
  <p:tag name="TIMING" val="|44.5|3.9"/>
  <p:tag name="PPSPLIT_SPLIT" val="1"/>
  <p:tag name="PPSPLIT_ORIGINALSLIDENUMBER" val="16"/>
</p:tagLst>
</file>

<file path=ppt/tags/tag935.xml><?xml version="1.0" encoding="utf-8"?>
<p:tagLst xmlns:a="http://schemas.openxmlformats.org/drawingml/2006/main" xmlns:r="http://schemas.openxmlformats.org/officeDocument/2006/relationships" xmlns:p="http://schemas.openxmlformats.org/presentationml/2006/main">
  <p:tag name="PPSPLIT_ID" val=" 4"/>
</p:tagLst>
</file>

<file path=ppt/tags/tag936.xml><?xml version="1.0" encoding="utf-8"?>
<p:tagLst xmlns:a="http://schemas.openxmlformats.org/drawingml/2006/main" xmlns:r="http://schemas.openxmlformats.org/officeDocument/2006/relationships" xmlns:p="http://schemas.openxmlformats.org/presentationml/2006/main">
  <p:tag name="PPSPLIT_ID" val=" 3"/>
</p:tagLst>
</file>

<file path=ppt/tags/tag937.xml><?xml version="1.0" encoding="utf-8"?>
<p:tagLst xmlns:a="http://schemas.openxmlformats.org/drawingml/2006/main" xmlns:r="http://schemas.openxmlformats.org/officeDocument/2006/relationships" xmlns:p="http://schemas.openxmlformats.org/presentationml/2006/main">
  <p:tag name="PPSPLIT_ID" val=" 7"/>
</p:tagLst>
</file>

<file path=ppt/tags/tag938.xml><?xml version="1.0" encoding="utf-8"?>
<p:tagLst xmlns:a="http://schemas.openxmlformats.org/drawingml/2006/main" xmlns:r="http://schemas.openxmlformats.org/officeDocument/2006/relationships" xmlns:p="http://schemas.openxmlformats.org/presentationml/2006/main">
  <p:tag name="PPSPLIT_ID" val=" 6"/>
</p:tagLst>
</file>

<file path=ppt/tags/tag939.xml><?xml version="1.0" encoding="utf-8"?>
<p:tagLst xmlns:a="http://schemas.openxmlformats.org/drawingml/2006/main" xmlns:r="http://schemas.openxmlformats.org/officeDocument/2006/relationships" xmlns:p="http://schemas.openxmlformats.org/presentationml/2006/main">
  <p:tag name="PPSPLIT_ID" val=" 8"/>
</p:tagLst>
</file>

<file path=ppt/tags/tag940.xml><?xml version="1.0" encoding="utf-8"?>
<p:tagLst xmlns:a="http://schemas.openxmlformats.org/drawingml/2006/main" xmlns:r="http://schemas.openxmlformats.org/officeDocument/2006/relationships" xmlns:p="http://schemas.openxmlformats.org/presentationml/2006/main">
  <p:tag name="PPSPLIT_ID" val=" 14"/>
</p:tagLst>
</file>

<file path=ppt/tags/tag941.xml><?xml version="1.0" encoding="utf-8"?>
<p:tagLst xmlns:a="http://schemas.openxmlformats.org/drawingml/2006/main" xmlns:r="http://schemas.openxmlformats.org/officeDocument/2006/relationships" xmlns:p="http://schemas.openxmlformats.org/presentationml/2006/main">
  <p:tag name="PPSPLIT_ID" val=" 13"/>
</p:tagLst>
</file>

<file path=ppt/tags/tag942.xml><?xml version="1.0" encoding="utf-8"?>
<p:tagLst xmlns:a="http://schemas.openxmlformats.org/drawingml/2006/main" xmlns:r="http://schemas.openxmlformats.org/officeDocument/2006/relationships" xmlns:p="http://schemas.openxmlformats.org/presentationml/2006/main">
  <p:tag name="PPSPLIT_ID" val=" 26"/>
</p:tagLst>
</file>

<file path=ppt/tags/tag943.xml><?xml version="1.0" encoding="utf-8"?>
<p:tagLst xmlns:a="http://schemas.openxmlformats.org/drawingml/2006/main" xmlns:r="http://schemas.openxmlformats.org/officeDocument/2006/relationships" xmlns:p="http://schemas.openxmlformats.org/presentationml/2006/main">
  <p:tag name="PPSPLIT_ID" val=" 28"/>
</p:tagLst>
</file>

<file path=ppt/tags/tag944.xml><?xml version="1.0" encoding="utf-8"?>
<p:tagLst xmlns:a="http://schemas.openxmlformats.org/drawingml/2006/main" xmlns:r="http://schemas.openxmlformats.org/officeDocument/2006/relationships" xmlns:p="http://schemas.openxmlformats.org/presentationml/2006/main">
  <p:tag name="PPSPLIT_ID" val=" 30"/>
</p:tagLst>
</file>

<file path=ppt/tags/tag945.xml><?xml version="1.0" encoding="utf-8"?>
<p:tagLst xmlns:a="http://schemas.openxmlformats.org/drawingml/2006/main" xmlns:r="http://schemas.openxmlformats.org/officeDocument/2006/relationships" xmlns:p="http://schemas.openxmlformats.org/presentationml/2006/main">
  <p:tag name="PPSPLIT_ID" val=" 31"/>
</p:tagLst>
</file>

<file path=ppt/tags/tag946.xml><?xml version="1.0" encoding="utf-8"?>
<p:tagLst xmlns:a="http://schemas.openxmlformats.org/drawingml/2006/main" xmlns:r="http://schemas.openxmlformats.org/officeDocument/2006/relationships" xmlns:p="http://schemas.openxmlformats.org/presentationml/2006/main">
  <p:tag name="PPSPLIT_ID" val=" 33"/>
</p:tagLst>
</file>

<file path=ppt/tags/tag947.xml><?xml version="1.0" encoding="utf-8"?>
<p:tagLst xmlns:a="http://schemas.openxmlformats.org/drawingml/2006/main" xmlns:r="http://schemas.openxmlformats.org/officeDocument/2006/relationships" xmlns:p="http://schemas.openxmlformats.org/presentationml/2006/main">
  <p:tag name="PPSPLIT_ID" val=" 12"/>
</p:tagLst>
</file>

<file path=ppt/tags/tag948.xml><?xml version="1.0" encoding="utf-8"?>
<p:tagLst xmlns:a="http://schemas.openxmlformats.org/drawingml/2006/main" xmlns:r="http://schemas.openxmlformats.org/officeDocument/2006/relationships" xmlns:p="http://schemas.openxmlformats.org/presentationml/2006/main">
  <p:tag name="PPSPLIT_ID" val=" 247"/>
</p:tagLst>
</file>

<file path=ppt/tags/tag949.xml><?xml version="1.0" encoding="utf-8"?>
<p:tagLst xmlns:a="http://schemas.openxmlformats.org/drawingml/2006/main" xmlns:r="http://schemas.openxmlformats.org/officeDocument/2006/relationships" xmlns:p="http://schemas.openxmlformats.org/presentationml/2006/main">
  <p:tag name="PPSPLIT_ID" val=" 262"/>
</p:tagLst>
</file>

<file path=ppt/tags/tag950.xml><?xml version="1.0" encoding="utf-8"?>
<p:tagLst xmlns:a="http://schemas.openxmlformats.org/drawingml/2006/main" xmlns:r="http://schemas.openxmlformats.org/officeDocument/2006/relationships" xmlns:p="http://schemas.openxmlformats.org/presentationml/2006/main">
  <p:tag name="PPSPLIT_ID" val=" 275"/>
</p:tagLst>
</file>

<file path=ppt/tags/tag95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Lst>
</file>

<file path=ppt/tags/tag95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8"/>
</p:tagLst>
</file>

<file path=ppt/tags/tag953.xml><?xml version="1.0" encoding="utf-8"?>
<p:tagLst xmlns:a="http://schemas.openxmlformats.org/drawingml/2006/main" xmlns:r="http://schemas.openxmlformats.org/officeDocument/2006/relationships" xmlns:p="http://schemas.openxmlformats.org/presentationml/2006/main">
  <p:tag name="TIMING" val="|2.5|0.8"/>
  <p:tag name="PPSPLIT_SPLIT" val="1"/>
  <p:tag name="PPSPLIT_ORIGINALSLIDENUMBER" val="19"/>
  <p:tag name="PPSPLIT_DONE" val="1"/>
</p:tagLst>
</file>

<file path=ppt/tags/tag954.xml><?xml version="1.0" encoding="utf-8"?>
<p:tagLst xmlns:a="http://schemas.openxmlformats.org/drawingml/2006/main" xmlns:r="http://schemas.openxmlformats.org/officeDocument/2006/relationships" xmlns:p="http://schemas.openxmlformats.org/presentationml/2006/main">
  <p:tag name="PPSPLIT_ID" val=" 4"/>
</p:tagLst>
</file>

<file path=ppt/tags/tag955.xml><?xml version="1.0" encoding="utf-8"?>
<p:tagLst xmlns:a="http://schemas.openxmlformats.org/drawingml/2006/main" xmlns:r="http://schemas.openxmlformats.org/officeDocument/2006/relationships" xmlns:p="http://schemas.openxmlformats.org/presentationml/2006/main">
  <p:tag name="PPSPLIT_ID" val=" 2"/>
</p:tagLst>
</file>

<file path=ppt/tags/tag956.xml><?xml version="1.0" encoding="utf-8"?>
<p:tagLst xmlns:a="http://schemas.openxmlformats.org/drawingml/2006/main" xmlns:r="http://schemas.openxmlformats.org/officeDocument/2006/relationships" xmlns:p="http://schemas.openxmlformats.org/presentationml/2006/main">
  <p:tag name="PPSPLIT_ID" val=" 3"/>
</p:tagLst>
</file>

<file path=ppt/tags/tag957.xml><?xml version="1.0" encoding="utf-8"?>
<p:tagLst xmlns:a="http://schemas.openxmlformats.org/drawingml/2006/main" xmlns:r="http://schemas.openxmlformats.org/officeDocument/2006/relationships" xmlns:p="http://schemas.openxmlformats.org/presentationml/2006/main">
  <p:tag name="PPSPLIT_ID" val=" 17"/>
</p:tagLst>
</file>

<file path=ppt/tags/tag958.xml><?xml version="1.0" encoding="utf-8"?>
<p:tagLst xmlns:a="http://schemas.openxmlformats.org/drawingml/2006/main" xmlns:r="http://schemas.openxmlformats.org/officeDocument/2006/relationships" xmlns:p="http://schemas.openxmlformats.org/presentationml/2006/main">
  <p:tag name="PPSPLIT_ID" val=" 19"/>
</p:tagLst>
</file>

<file path=ppt/tags/tag959.xml><?xml version="1.0" encoding="utf-8"?>
<p:tagLst xmlns:a="http://schemas.openxmlformats.org/drawingml/2006/main" xmlns:r="http://schemas.openxmlformats.org/officeDocument/2006/relationships" xmlns:p="http://schemas.openxmlformats.org/presentationml/2006/main">
  <p:tag name="PPSPLIT_ID" val=" 21"/>
</p:tagLst>
</file>

<file path=ppt/tags/tag960.xml><?xml version="1.0" encoding="utf-8"?>
<p:tagLst xmlns:a="http://schemas.openxmlformats.org/drawingml/2006/main" xmlns:r="http://schemas.openxmlformats.org/officeDocument/2006/relationships" xmlns:p="http://schemas.openxmlformats.org/presentationml/2006/main">
  <p:tag name="PPSPLIT_ID" val=" 73"/>
</p:tagLst>
</file>

<file path=ppt/tags/tag961.xml><?xml version="1.0" encoding="utf-8"?>
<p:tagLst xmlns:a="http://schemas.openxmlformats.org/drawingml/2006/main" xmlns:r="http://schemas.openxmlformats.org/officeDocument/2006/relationships" xmlns:p="http://schemas.openxmlformats.org/presentationml/2006/main">
  <p:tag name="PPSPLIT_ID" val=" 74"/>
</p:tagLst>
</file>

<file path=ppt/tags/tag962.xml><?xml version="1.0" encoding="utf-8"?>
<p:tagLst xmlns:a="http://schemas.openxmlformats.org/drawingml/2006/main" xmlns:r="http://schemas.openxmlformats.org/officeDocument/2006/relationships" xmlns:p="http://schemas.openxmlformats.org/presentationml/2006/main">
  <p:tag name="PPSPLIT_ID" val=" 76"/>
</p:tagLst>
</file>

<file path=ppt/tags/tag963.xml><?xml version="1.0" encoding="utf-8"?>
<p:tagLst xmlns:a="http://schemas.openxmlformats.org/drawingml/2006/main" xmlns:r="http://schemas.openxmlformats.org/officeDocument/2006/relationships" xmlns:p="http://schemas.openxmlformats.org/presentationml/2006/main">
  <p:tag name="PPSPLIT_ID" val=" 77"/>
</p:tagLst>
</file>

<file path=ppt/tags/tag964.xml><?xml version="1.0" encoding="utf-8"?>
<p:tagLst xmlns:a="http://schemas.openxmlformats.org/drawingml/2006/main" xmlns:r="http://schemas.openxmlformats.org/officeDocument/2006/relationships" xmlns:p="http://schemas.openxmlformats.org/presentationml/2006/main">
  <p:tag name="TIMING" val="|2.5|0.8"/>
  <p:tag name="PPSPLIT_SPLIT" val="1"/>
  <p:tag name="PPSPLIT_ORIGINALSLIDENUMBER" val="19"/>
  <p:tag name="PPSPLIT_DONE" val="1"/>
</p:tagLst>
</file>

<file path=ppt/tags/tag965.xml><?xml version="1.0" encoding="utf-8"?>
<p:tagLst xmlns:a="http://schemas.openxmlformats.org/drawingml/2006/main" xmlns:r="http://schemas.openxmlformats.org/officeDocument/2006/relationships" xmlns:p="http://schemas.openxmlformats.org/presentationml/2006/main">
  <p:tag name="PPSPLIT_ID" val=" 4"/>
</p:tagLst>
</file>

<file path=ppt/tags/tag966.xml><?xml version="1.0" encoding="utf-8"?>
<p:tagLst xmlns:a="http://schemas.openxmlformats.org/drawingml/2006/main" xmlns:r="http://schemas.openxmlformats.org/officeDocument/2006/relationships" xmlns:p="http://schemas.openxmlformats.org/presentationml/2006/main">
  <p:tag name="PPSPLIT_ID" val=" 2"/>
</p:tagLst>
</file>

<file path=ppt/tags/tag967.xml><?xml version="1.0" encoding="utf-8"?>
<p:tagLst xmlns:a="http://schemas.openxmlformats.org/drawingml/2006/main" xmlns:r="http://schemas.openxmlformats.org/officeDocument/2006/relationships" xmlns:p="http://schemas.openxmlformats.org/presentationml/2006/main">
  <p:tag name="PPSPLIT_ID" val=" 3"/>
</p:tagLst>
</file>

<file path=ppt/tags/tag968.xml><?xml version="1.0" encoding="utf-8"?>
<p:tagLst xmlns:a="http://schemas.openxmlformats.org/drawingml/2006/main" xmlns:r="http://schemas.openxmlformats.org/officeDocument/2006/relationships" xmlns:p="http://schemas.openxmlformats.org/presentationml/2006/main">
  <p:tag name="PPSPLIT_ID" val=" 10"/>
</p:tagLst>
</file>

<file path=ppt/tags/tag969.xml><?xml version="1.0" encoding="utf-8"?>
<p:tagLst xmlns:a="http://schemas.openxmlformats.org/drawingml/2006/main" xmlns:r="http://schemas.openxmlformats.org/officeDocument/2006/relationships" xmlns:p="http://schemas.openxmlformats.org/presentationml/2006/main">
  <p:tag name="PPSPLIT_ID" val=" 17"/>
</p:tagLst>
</file>

<file path=ppt/tags/tag970.xml><?xml version="1.0" encoding="utf-8"?>
<p:tagLst xmlns:a="http://schemas.openxmlformats.org/drawingml/2006/main" xmlns:r="http://schemas.openxmlformats.org/officeDocument/2006/relationships" xmlns:p="http://schemas.openxmlformats.org/presentationml/2006/main">
  <p:tag name="PPSPLIT_ID" val=" 19"/>
</p:tagLst>
</file>

<file path=ppt/tags/tag971.xml><?xml version="1.0" encoding="utf-8"?>
<p:tagLst xmlns:a="http://schemas.openxmlformats.org/drawingml/2006/main" xmlns:r="http://schemas.openxmlformats.org/officeDocument/2006/relationships" xmlns:p="http://schemas.openxmlformats.org/presentationml/2006/main">
  <p:tag name="PPSPLIT_ID" val=" 21"/>
</p:tagLst>
</file>

<file path=ppt/tags/tag972.xml><?xml version="1.0" encoding="utf-8"?>
<p:tagLst xmlns:a="http://schemas.openxmlformats.org/drawingml/2006/main" xmlns:r="http://schemas.openxmlformats.org/officeDocument/2006/relationships" xmlns:p="http://schemas.openxmlformats.org/presentationml/2006/main">
  <p:tag name="PPSPLIT_ID" val=" 73"/>
</p:tagLst>
</file>

<file path=ppt/tags/tag973.xml><?xml version="1.0" encoding="utf-8"?>
<p:tagLst xmlns:a="http://schemas.openxmlformats.org/drawingml/2006/main" xmlns:r="http://schemas.openxmlformats.org/officeDocument/2006/relationships" xmlns:p="http://schemas.openxmlformats.org/presentationml/2006/main">
  <p:tag name="PPSPLIT_ID" val=" 74"/>
</p:tagLst>
</file>

<file path=ppt/tags/tag974.xml><?xml version="1.0" encoding="utf-8"?>
<p:tagLst xmlns:a="http://schemas.openxmlformats.org/drawingml/2006/main" xmlns:r="http://schemas.openxmlformats.org/officeDocument/2006/relationships" xmlns:p="http://schemas.openxmlformats.org/presentationml/2006/main">
  <p:tag name="PPSPLIT_ID" val=" 76"/>
</p:tagLst>
</file>

<file path=ppt/tags/tag975.xml><?xml version="1.0" encoding="utf-8"?>
<p:tagLst xmlns:a="http://schemas.openxmlformats.org/drawingml/2006/main" xmlns:r="http://schemas.openxmlformats.org/officeDocument/2006/relationships" xmlns:p="http://schemas.openxmlformats.org/presentationml/2006/main">
  <p:tag name="PPSPLIT_ID" val=" 77"/>
</p:tagLst>
</file>

<file path=ppt/tags/tag976.xml><?xml version="1.0" encoding="utf-8"?>
<p:tagLst xmlns:a="http://schemas.openxmlformats.org/drawingml/2006/main" xmlns:r="http://schemas.openxmlformats.org/officeDocument/2006/relationships" xmlns:p="http://schemas.openxmlformats.org/presentationml/2006/main">
  <p:tag name="PPSPLIT_ID" val=" 16"/>
</p:tagLst>
</file>

<file path=ppt/tags/tag977.xml><?xml version="1.0" encoding="utf-8"?>
<p:tagLst xmlns:a="http://schemas.openxmlformats.org/drawingml/2006/main" xmlns:r="http://schemas.openxmlformats.org/officeDocument/2006/relationships" xmlns:p="http://schemas.openxmlformats.org/presentationml/2006/main">
  <p:tag name="TIMING" val="|2.5|0.8"/>
  <p:tag name="PPSPLIT_SPLIT" val="1"/>
  <p:tag name="PPSPLIT_ORIGINALSLIDENUMBER" val="19"/>
</p:tagLst>
</file>

<file path=ppt/tags/tag978.xml><?xml version="1.0" encoding="utf-8"?>
<p:tagLst xmlns:a="http://schemas.openxmlformats.org/drawingml/2006/main" xmlns:r="http://schemas.openxmlformats.org/officeDocument/2006/relationships" xmlns:p="http://schemas.openxmlformats.org/presentationml/2006/main">
  <p:tag name="PPSPLIT_ID" val=" 4"/>
</p:tagLst>
</file>

<file path=ppt/tags/tag979.xml><?xml version="1.0" encoding="utf-8"?>
<p:tagLst xmlns:a="http://schemas.openxmlformats.org/drawingml/2006/main" xmlns:r="http://schemas.openxmlformats.org/officeDocument/2006/relationships" xmlns:p="http://schemas.openxmlformats.org/presentationml/2006/main">
  <p:tag name="PPSPLIT_ID" val=" 2"/>
</p:tagLst>
</file>

<file path=ppt/tags/tag980.xml><?xml version="1.0" encoding="utf-8"?>
<p:tagLst xmlns:a="http://schemas.openxmlformats.org/drawingml/2006/main" xmlns:r="http://schemas.openxmlformats.org/officeDocument/2006/relationships" xmlns:p="http://schemas.openxmlformats.org/presentationml/2006/main">
  <p:tag name="PPSPLIT_ID" val=" 3"/>
</p:tagLst>
</file>

<file path=ppt/tags/tag981.xml><?xml version="1.0" encoding="utf-8"?>
<p:tagLst xmlns:a="http://schemas.openxmlformats.org/drawingml/2006/main" xmlns:r="http://schemas.openxmlformats.org/officeDocument/2006/relationships" xmlns:p="http://schemas.openxmlformats.org/presentationml/2006/main">
  <p:tag name="PPSPLIT_ID" val=" 10"/>
</p:tagLst>
</file>

<file path=ppt/tags/tag982.xml><?xml version="1.0" encoding="utf-8"?>
<p:tagLst xmlns:a="http://schemas.openxmlformats.org/drawingml/2006/main" xmlns:r="http://schemas.openxmlformats.org/officeDocument/2006/relationships" xmlns:p="http://schemas.openxmlformats.org/presentationml/2006/main">
  <p:tag name="PPSPLIT_ID" val=" 17"/>
</p:tagLst>
</file>

<file path=ppt/tags/tag983.xml><?xml version="1.0" encoding="utf-8"?>
<p:tagLst xmlns:a="http://schemas.openxmlformats.org/drawingml/2006/main" xmlns:r="http://schemas.openxmlformats.org/officeDocument/2006/relationships" xmlns:p="http://schemas.openxmlformats.org/presentationml/2006/main">
  <p:tag name="PPSPLIT_ID" val=" 8"/>
</p:tagLst>
</file>

<file path=ppt/tags/tag984.xml><?xml version="1.0" encoding="utf-8"?>
<p:tagLst xmlns:a="http://schemas.openxmlformats.org/drawingml/2006/main" xmlns:r="http://schemas.openxmlformats.org/officeDocument/2006/relationships" xmlns:p="http://schemas.openxmlformats.org/presentationml/2006/main">
  <p:tag name="PPSPLIT_ID" val=" 19"/>
</p:tagLst>
</file>

<file path=ppt/tags/tag985.xml><?xml version="1.0" encoding="utf-8"?>
<p:tagLst xmlns:a="http://schemas.openxmlformats.org/drawingml/2006/main" xmlns:r="http://schemas.openxmlformats.org/officeDocument/2006/relationships" xmlns:p="http://schemas.openxmlformats.org/presentationml/2006/main">
  <p:tag name="PPSPLIT_ID" val=" 21"/>
</p:tagLst>
</file>

<file path=ppt/tags/tag986.xml><?xml version="1.0" encoding="utf-8"?>
<p:tagLst xmlns:a="http://schemas.openxmlformats.org/drawingml/2006/main" xmlns:r="http://schemas.openxmlformats.org/officeDocument/2006/relationships" xmlns:p="http://schemas.openxmlformats.org/presentationml/2006/main">
  <p:tag name="PPSPLIT_ID" val=" 73"/>
</p:tagLst>
</file>

<file path=ppt/tags/tag987.xml><?xml version="1.0" encoding="utf-8"?>
<p:tagLst xmlns:a="http://schemas.openxmlformats.org/drawingml/2006/main" xmlns:r="http://schemas.openxmlformats.org/officeDocument/2006/relationships" xmlns:p="http://schemas.openxmlformats.org/presentationml/2006/main">
  <p:tag name="PPSPLIT_ID" val=" 74"/>
</p:tagLst>
</file>

<file path=ppt/tags/tag988.xml><?xml version="1.0" encoding="utf-8"?>
<p:tagLst xmlns:a="http://schemas.openxmlformats.org/drawingml/2006/main" xmlns:r="http://schemas.openxmlformats.org/officeDocument/2006/relationships" xmlns:p="http://schemas.openxmlformats.org/presentationml/2006/main">
  <p:tag name="PPSPLIT_ID" val=" 76"/>
</p:tagLst>
</file>

<file path=ppt/tags/tag989.xml><?xml version="1.0" encoding="utf-8"?>
<p:tagLst xmlns:a="http://schemas.openxmlformats.org/drawingml/2006/main" xmlns:r="http://schemas.openxmlformats.org/officeDocument/2006/relationships" xmlns:p="http://schemas.openxmlformats.org/presentationml/2006/main">
  <p:tag name="PPSPLIT_ID" val=" 77"/>
</p:tagLst>
</file>

<file path=ppt/tags/tag990.xml><?xml version="1.0" encoding="utf-8"?>
<p:tagLst xmlns:a="http://schemas.openxmlformats.org/drawingml/2006/main" xmlns:r="http://schemas.openxmlformats.org/officeDocument/2006/relationships" xmlns:p="http://schemas.openxmlformats.org/presentationml/2006/main">
  <p:tag name="PPSPLIT_ID" val=" 16"/>
</p:tagLst>
</file>

<file path=ppt/tags/tag991.xml><?xml version="1.0" encoding="utf-8"?>
<p:tagLst xmlns:a="http://schemas.openxmlformats.org/drawingml/2006/main" xmlns:r="http://schemas.openxmlformats.org/officeDocument/2006/relationships" xmlns:p="http://schemas.openxmlformats.org/presentationml/2006/main">
  <p:tag name="TIMING" val="|0.9|1.2|2.6|1.5"/>
  <p:tag name="PPSPLIT_SPLIT" val="1"/>
  <p:tag name="PPSPLIT_ORIGINALSLIDENUMBER" val="20"/>
  <p:tag name="PPSPLIT_DONE" val="1"/>
</p:tagLst>
</file>

<file path=ppt/tags/tag992.xml><?xml version="1.0" encoding="utf-8"?>
<p:tagLst xmlns:a="http://schemas.openxmlformats.org/drawingml/2006/main" xmlns:r="http://schemas.openxmlformats.org/officeDocument/2006/relationships" xmlns:p="http://schemas.openxmlformats.org/presentationml/2006/main">
  <p:tag name="PPSPLIT_ID" val=" 4"/>
</p:tagLst>
</file>

<file path=ppt/tags/tag993.xml><?xml version="1.0" encoding="utf-8"?>
<p:tagLst xmlns:a="http://schemas.openxmlformats.org/drawingml/2006/main" xmlns:r="http://schemas.openxmlformats.org/officeDocument/2006/relationships" xmlns:p="http://schemas.openxmlformats.org/presentationml/2006/main">
  <p:tag name="PPSPLIT_ID" val=" 2"/>
</p:tagLst>
</file>

<file path=ppt/tags/tag994.xml><?xml version="1.0" encoding="utf-8"?>
<p:tagLst xmlns:a="http://schemas.openxmlformats.org/drawingml/2006/main" xmlns:r="http://schemas.openxmlformats.org/officeDocument/2006/relationships" xmlns:p="http://schemas.openxmlformats.org/presentationml/2006/main">
  <p:tag name="PPSPLIT_ID" val=" 3"/>
</p:tagLst>
</file>

<file path=ppt/tags/tag995.xml><?xml version="1.0" encoding="utf-8"?>
<p:tagLst xmlns:a="http://schemas.openxmlformats.org/drawingml/2006/main" xmlns:r="http://schemas.openxmlformats.org/officeDocument/2006/relationships" xmlns:p="http://schemas.openxmlformats.org/presentationml/2006/main">
  <p:tag name="TIMING" val="|0.9|1.2|2.6|1.5"/>
  <p:tag name="PPSPLIT_SPLIT" val="1"/>
  <p:tag name="PPSPLIT_ORIGINALSLIDENUMBER" val="20"/>
  <p:tag name="PPSPLIT_DONE" val="1"/>
</p:tagLst>
</file>

<file path=ppt/tags/tag996.xml><?xml version="1.0" encoding="utf-8"?>
<p:tagLst xmlns:a="http://schemas.openxmlformats.org/drawingml/2006/main" xmlns:r="http://schemas.openxmlformats.org/officeDocument/2006/relationships" xmlns:p="http://schemas.openxmlformats.org/presentationml/2006/main">
  <p:tag name="PPSPLIT_ID" val=" 6"/>
</p:tagLst>
</file>

<file path=ppt/tags/tag997.xml><?xml version="1.0" encoding="utf-8"?>
<p:tagLst xmlns:a="http://schemas.openxmlformats.org/drawingml/2006/main" xmlns:r="http://schemas.openxmlformats.org/officeDocument/2006/relationships" xmlns:p="http://schemas.openxmlformats.org/presentationml/2006/main">
  <p:tag name="PPSPLIT_ID" val=" 4"/>
</p:tagLst>
</file>

<file path=ppt/tags/tag998.xml><?xml version="1.0" encoding="utf-8"?>
<p:tagLst xmlns:a="http://schemas.openxmlformats.org/drawingml/2006/main" xmlns:r="http://schemas.openxmlformats.org/officeDocument/2006/relationships" xmlns:p="http://schemas.openxmlformats.org/presentationml/2006/main">
  <p:tag name="PPSPLIT_ID" val=" 2"/>
</p:tagLst>
</file>

<file path=ppt/tags/tag999.xml><?xml version="1.0" encoding="utf-8"?>
<p:tagLst xmlns:a="http://schemas.openxmlformats.org/drawingml/2006/main" xmlns:r="http://schemas.openxmlformats.org/officeDocument/2006/relationships" xmlns:p="http://schemas.openxmlformats.org/presentationml/2006/main">
  <p:tag name="PPSPLIT_ID" val=" 3"/>
</p:tagLst>
</file>

<file path=ppt/tags/tag1000.xml><?xml version="1.0" encoding="utf-8"?>
<p:tagLst xmlns:a="http://schemas.openxmlformats.org/drawingml/2006/main" xmlns:r="http://schemas.openxmlformats.org/officeDocument/2006/relationships" xmlns:p="http://schemas.openxmlformats.org/presentationml/2006/main">
  <p:tag name="PPSPLIT_ID" val=" 10"/>
</p:tagLst>
</file>

<file path=ppt/tags/tag1001.xml><?xml version="1.0" encoding="utf-8"?>
<p:tagLst xmlns:a="http://schemas.openxmlformats.org/drawingml/2006/main" xmlns:r="http://schemas.openxmlformats.org/officeDocument/2006/relationships" xmlns:p="http://schemas.openxmlformats.org/presentationml/2006/main">
  <p:tag name="TIMING" val="|0.9|1.2|2.6|1.5"/>
  <p:tag name="PPSPLIT_SPLIT" val="1"/>
  <p:tag name="PPSPLIT_ORIGINALSLIDENUMBER" val="20"/>
  <p:tag name="PPSPLIT_DONE" val="1"/>
</p:tagLst>
</file>

<file path=ppt/tags/tag1002.xml><?xml version="1.0" encoding="utf-8"?>
<p:tagLst xmlns:a="http://schemas.openxmlformats.org/drawingml/2006/main" xmlns:r="http://schemas.openxmlformats.org/officeDocument/2006/relationships" xmlns:p="http://schemas.openxmlformats.org/presentationml/2006/main">
  <p:tag name="PPSPLIT_ID" val=" 6"/>
</p:tagLst>
</file>

<file path=ppt/tags/tag1003.xml><?xml version="1.0" encoding="utf-8"?>
<p:tagLst xmlns:a="http://schemas.openxmlformats.org/drawingml/2006/main" xmlns:r="http://schemas.openxmlformats.org/officeDocument/2006/relationships" xmlns:p="http://schemas.openxmlformats.org/presentationml/2006/main">
  <p:tag name="PPSPLIT_ID" val=" 4"/>
</p:tagLst>
</file>

<file path=ppt/tags/tag1004.xml><?xml version="1.0" encoding="utf-8"?>
<p:tagLst xmlns:a="http://schemas.openxmlformats.org/drawingml/2006/main" xmlns:r="http://schemas.openxmlformats.org/officeDocument/2006/relationships" xmlns:p="http://schemas.openxmlformats.org/presentationml/2006/main">
  <p:tag name="PPSPLIT_ID" val=" 2"/>
</p:tagLst>
</file>

<file path=ppt/tags/tag1005.xml><?xml version="1.0" encoding="utf-8"?>
<p:tagLst xmlns:a="http://schemas.openxmlformats.org/drawingml/2006/main" xmlns:r="http://schemas.openxmlformats.org/officeDocument/2006/relationships" xmlns:p="http://schemas.openxmlformats.org/presentationml/2006/main">
  <p:tag name="PPSPLIT_ID" val=" 3"/>
</p:tagLst>
</file>

<file path=ppt/tags/tag1006.xml><?xml version="1.0" encoding="utf-8"?>
<p:tagLst xmlns:a="http://schemas.openxmlformats.org/drawingml/2006/main" xmlns:r="http://schemas.openxmlformats.org/officeDocument/2006/relationships" xmlns:p="http://schemas.openxmlformats.org/presentationml/2006/main">
  <p:tag name="PPSPLIT_ID" val=" 10"/>
</p:tagLst>
</file>

<file path=ppt/tags/tag1007.xml><?xml version="1.0" encoding="utf-8"?>
<p:tagLst xmlns:a="http://schemas.openxmlformats.org/drawingml/2006/main" xmlns:r="http://schemas.openxmlformats.org/officeDocument/2006/relationships" xmlns:p="http://schemas.openxmlformats.org/presentationml/2006/main">
  <p:tag name="PPSPLIT_ID" val=" 7"/>
</p:tagLst>
</file>

<file path=ppt/tags/tag1008.xml><?xml version="1.0" encoding="utf-8"?>
<p:tagLst xmlns:a="http://schemas.openxmlformats.org/drawingml/2006/main" xmlns:r="http://schemas.openxmlformats.org/officeDocument/2006/relationships" xmlns:p="http://schemas.openxmlformats.org/presentationml/2006/main">
  <p:tag name="TIMING" val="|0.9|1.2|2.6|1.5"/>
  <p:tag name="PPSPLIT_SPLIT" val="1"/>
  <p:tag name="PPSPLIT_ORIGINALSLIDENUMBER" val="20"/>
  <p:tag name="PPSPLIT_DONE" val="1"/>
</p:tagLst>
</file>

<file path=ppt/tags/tag1009.xml><?xml version="1.0" encoding="utf-8"?>
<p:tagLst xmlns:a="http://schemas.openxmlformats.org/drawingml/2006/main" xmlns:r="http://schemas.openxmlformats.org/officeDocument/2006/relationships" xmlns:p="http://schemas.openxmlformats.org/presentationml/2006/main">
  <p:tag name="PPSPLIT_ID" val=" 6"/>
</p:tagLst>
</file>

<file path=ppt/tags/tag1010.xml><?xml version="1.0" encoding="utf-8"?>
<p:tagLst xmlns:a="http://schemas.openxmlformats.org/drawingml/2006/main" xmlns:r="http://schemas.openxmlformats.org/officeDocument/2006/relationships" xmlns:p="http://schemas.openxmlformats.org/presentationml/2006/main">
  <p:tag name="PPSPLIT_ID" val=" 4"/>
</p:tagLst>
</file>

<file path=ppt/tags/tag1011.xml><?xml version="1.0" encoding="utf-8"?>
<p:tagLst xmlns:a="http://schemas.openxmlformats.org/drawingml/2006/main" xmlns:r="http://schemas.openxmlformats.org/officeDocument/2006/relationships" xmlns:p="http://schemas.openxmlformats.org/presentationml/2006/main">
  <p:tag name="PPSPLIT_ID" val=" 2"/>
</p:tagLst>
</file>

<file path=ppt/tags/tag1012.xml><?xml version="1.0" encoding="utf-8"?>
<p:tagLst xmlns:a="http://schemas.openxmlformats.org/drawingml/2006/main" xmlns:r="http://schemas.openxmlformats.org/officeDocument/2006/relationships" xmlns:p="http://schemas.openxmlformats.org/presentationml/2006/main">
  <p:tag name="PPSPLIT_ID" val=" 3"/>
</p:tagLst>
</file>

<file path=ppt/tags/tag1013.xml><?xml version="1.0" encoding="utf-8"?>
<p:tagLst xmlns:a="http://schemas.openxmlformats.org/drawingml/2006/main" xmlns:r="http://schemas.openxmlformats.org/officeDocument/2006/relationships" xmlns:p="http://schemas.openxmlformats.org/presentationml/2006/main">
  <p:tag name="PPSPLIT_ID" val=" 11"/>
</p:tagLst>
</file>

<file path=ppt/tags/tag1014.xml><?xml version="1.0" encoding="utf-8"?>
<p:tagLst xmlns:a="http://schemas.openxmlformats.org/drawingml/2006/main" xmlns:r="http://schemas.openxmlformats.org/officeDocument/2006/relationships" xmlns:p="http://schemas.openxmlformats.org/presentationml/2006/main">
  <p:tag name="PPSPLIT_ID" val=" 10"/>
</p:tagLst>
</file>

<file path=ppt/tags/tag1015.xml><?xml version="1.0" encoding="utf-8"?>
<p:tagLst xmlns:a="http://schemas.openxmlformats.org/drawingml/2006/main" xmlns:r="http://schemas.openxmlformats.org/officeDocument/2006/relationships" xmlns:p="http://schemas.openxmlformats.org/presentationml/2006/main">
  <p:tag name="PPSPLIT_ID" val=" 7"/>
</p:tagLst>
</file>

<file path=ppt/tags/tag1016.xml><?xml version="1.0" encoding="utf-8"?>
<p:tagLst xmlns:a="http://schemas.openxmlformats.org/drawingml/2006/main" xmlns:r="http://schemas.openxmlformats.org/officeDocument/2006/relationships" xmlns:p="http://schemas.openxmlformats.org/presentationml/2006/main">
  <p:tag name="TIMING" val="|0.9|1.2|2.6|1.5"/>
  <p:tag name="PPSPLIT_SPLIT" val="1"/>
  <p:tag name="PPSPLIT_ORIGINALSLIDENUMBER" val="20"/>
</p:tagLst>
</file>

<file path=ppt/tags/tag1017.xml><?xml version="1.0" encoding="utf-8"?>
<p:tagLst xmlns:a="http://schemas.openxmlformats.org/drawingml/2006/main" xmlns:r="http://schemas.openxmlformats.org/officeDocument/2006/relationships" xmlns:p="http://schemas.openxmlformats.org/presentationml/2006/main">
  <p:tag name="PPSPLIT_ID" val=" 6"/>
</p:tagLst>
</file>

<file path=ppt/tags/tag1018.xml><?xml version="1.0" encoding="utf-8"?>
<p:tagLst xmlns:a="http://schemas.openxmlformats.org/drawingml/2006/main" xmlns:r="http://schemas.openxmlformats.org/officeDocument/2006/relationships" xmlns:p="http://schemas.openxmlformats.org/presentationml/2006/main">
  <p:tag name="PPSPLIT_ID" val=" 4"/>
</p:tagLst>
</file>

<file path=ppt/tags/tag1019.xml><?xml version="1.0" encoding="utf-8"?>
<p:tagLst xmlns:a="http://schemas.openxmlformats.org/drawingml/2006/main" xmlns:r="http://schemas.openxmlformats.org/officeDocument/2006/relationships" xmlns:p="http://schemas.openxmlformats.org/presentationml/2006/main">
  <p:tag name="PPSPLIT_ID" val=" 2"/>
</p:tagLst>
</file>

<file path=ppt/tags/tag1020.xml><?xml version="1.0" encoding="utf-8"?>
<p:tagLst xmlns:a="http://schemas.openxmlformats.org/drawingml/2006/main" xmlns:r="http://schemas.openxmlformats.org/officeDocument/2006/relationships" xmlns:p="http://schemas.openxmlformats.org/presentationml/2006/main">
  <p:tag name="PPSPLIT_ID" val=" 3"/>
</p:tagLst>
</file>

<file path=ppt/tags/tag1021.xml><?xml version="1.0" encoding="utf-8"?>
<p:tagLst xmlns:a="http://schemas.openxmlformats.org/drawingml/2006/main" xmlns:r="http://schemas.openxmlformats.org/officeDocument/2006/relationships" xmlns:p="http://schemas.openxmlformats.org/presentationml/2006/main">
  <p:tag name="PPSPLIT_ID" val=" 11"/>
</p:tagLst>
</file>

<file path=ppt/tags/tag1022.xml><?xml version="1.0" encoding="utf-8"?>
<p:tagLst xmlns:a="http://schemas.openxmlformats.org/drawingml/2006/main" xmlns:r="http://schemas.openxmlformats.org/officeDocument/2006/relationships" xmlns:p="http://schemas.openxmlformats.org/presentationml/2006/main">
  <p:tag name="PPSPLIT_ID" val=" 12"/>
</p:tagLst>
</file>

<file path=ppt/tags/tag1023.xml><?xml version="1.0" encoding="utf-8"?>
<p:tagLst xmlns:a="http://schemas.openxmlformats.org/drawingml/2006/main" xmlns:r="http://schemas.openxmlformats.org/officeDocument/2006/relationships" xmlns:p="http://schemas.openxmlformats.org/presentationml/2006/main">
  <p:tag name="PPSPLIT_ID" val=" 10"/>
</p:tagLst>
</file>

<file path=ppt/tags/tag1024.xml><?xml version="1.0" encoding="utf-8"?>
<p:tagLst xmlns:a="http://schemas.openxmlformats.org/drawingml/2006/main" xmlns:r="http://schemas.openxmlformats.org/officeDocument/2006/relationships" xmlns:p="http://schemas.openxmlformats.org/presentationml/2006/main">
  <p:tag name="PPSPLIT_ID" val=" 7"/>
</p:tagLst>
</file>

<file path=ppt/tags/tag102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1"/>
</p:tagLst>
</file>

<file path=ppt/tags/tag10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2"/>
</p:tagLst>
</file>

<file path=ppt/tags/tag1027.xml><?xml version="1.0" encoding="utf-8"?>
<p:tagLst xmlns:a="http://schemas.openxmlformats.org/drawingml/2006/main" xmlns:r="http://schemas.openxmlformats.org/officeDocument/2006/relationships" xmlns:p="http://schemas.openxmlformats.org/presentationml/2006/main">
  <p:tag name="TIMING" val="|1.1|0.4"/>
  <p:tag name="PPSPLIT_SPLIT" val="1"/>
  <p:tag name="PPSPLIT_ORIGINALSLIDENUMBER" val="23"/>
  <p:tag name="PPSPLIT_DONE" val="1"/>
</p:tagLst>
</file>

<file path=ppt/tags/tag1028.xml><?xml version="1.0" encoding="utf-8"?>
<p:tagLst xmlns:a="http://schemas.openxmlformats.org/drawingml/2006/main" xmlns:r="http://schemas.openxmlformats.org/officeDocument/2006/relationships" xmlns:p="http://schemas.openxmlformats.org/presentationml/2006/main">
  <p:tag name="PPSPLIT_ID" val=" 2"/>
</p:tagLst>
</file>

<file path=ppt/tags/tag1029.xml><?xml version="1.0" encoding="utf-8"?>
<p:tagLst xmlns:a="http://schemas.openxmlformats.org/drawingml/2006/main" xmlns:r="http://schemas.openxmlformats.org/officeDocument/2006/relationships" xmlns:p="http://schemas.openxmlformats.org/presentationml/2006/main">
  <p:tag name="PPSPLIT_ID" val=" 5"/>
</p:tagLst>
</file>

<file path=ppt/tags/tag1030.xml><?xml version="1.0" encoding="utf-8"?>
<p:tagLst xmlns:a="http://schemas.openxmlformats.org/drawingml/2006/main" xmlns:r="http://schemas.openxmlformats.org/officeDocument/2006/relationships" xmlns:p="http://schemas.openxmlformats.org/presentationml/2006/main">
  <p:tag name="PPSPLIT_ID" val=" 3"/>
</p:tagLst>
</file>

<file path=ppt/tags/tag1031.xml><?xml version="1.0" encoding="utf-8"?>
<p:tagLst xmlns:a="http://schemas.openxmlformats.org/drawingml/2006/main" xmlns:r="http://schemas.openxmlformats.org/officeDocument/2006/relationships" xmlns:p="http://schemas.openxmlformats.org/presentationml/2006/main">
  <p:tag name="PPSPLIT_ID" val=" 4"/>
</p:tagLst>
</file>

<file path=ppt/tags/tag1032.xml><?xml version="1.0" encoding="utf-8"?>
<p:tagLst xmlns:a="http://schemas.openxmlformats.org/drawingml/2006/main" xmlns:r="http://schemas.openxmlformats.org/officeDocument/2006/relationships" xmlns:p="http://schemas.openxmlformats.org/presentationml/2006/main">
  <p:tag name="TIMING" val="|1.1|0.4"/>
  <p:tag name="PPSPLIT_SPLIT" val="1"/>
  <p:tag name="PPSPLIT_ORIGINALSLIDENUMBER" val="23"/>
  <p:tag name="PPSPLIT_DONE" val="1"/>
</p:tagLst>
</file>

<file path=ppt/tags/tag1033.xml><?xml version="1.0" encoding="utf-8"?>
<p:tagLst xmlns:a="http://schemas.openxmlformats.org/drawingml/2006/main" xmlns:r="http://schemas.openxmlformats.org/officeDocument/2006/relationships" xmlns:p="http://schemas.openxmlformats.org/presentationml/2006/main">
  <p:tag name="PPSPLIT_ID" val=" 2"/>
</p:tagLst>
</file>

<file path=ppt/tags/tag1034.xml><?xml version="1.0" encoding="utf-8"?>
<p:tagLst xmlns:a="http://schemas.openxmlformats.org/drawingml/2006/main" xmlns:r="http://schemas.openxmlformats.org/officeDocument/2006/relationships" xmlns:p="http://schemas.openxmlformats.org/presentationml/2006/main">
  <p:tag name="PPSPLIT_ID" val=" 5"/>
</p:tagLst>
</file>

<file path=ppt/tags/tag1035.xml><?xml version="1.0" encoding="utf-8"?>
<p:tagLst xmlns:a="http://schemas.openxmlformats.org/drawingml/2006/main" xmlns:r="http://schemas.openxmlformats.org/officeDocument/2006/relationships" xmlns:p="http://schemas.openxmlformats.org/presentationml/2006/main">
  <p:tag name="PPSPLIT_ID" val=" 3"/>
</p:tagLst>
</file>

<file path=ppt/tags/tag1036.xml><?xml version="1.0" encoding="utf-8"?>
<p:tagLst xmlns:a="http://schemas.openxmlformats.org/drawingml/2006/main" xmlns:r="http://schemas.openxmlformats.org/officeDocument/2006/relationships" xmlns:p="http://schemas.openxmlformats.org/presentationml/2006/main">
  <p:tag name="PPSPLIT_ID" val=" 4"/>
</p:tagLst>
</file>

<file path=ppt/tags/tag1037.xml><?xml version="1.0" encoding="utf-8"?>
<p:tagLst xmlns:a="http://schemas.openxmlformats.org/drawingml/2006/main" xmlns:r="http://schemas.openxmlformats.org/officeDocument/2006/relationships" xmlns:p="http://schemas.openxmlformats.org/presentationml/2006/main">
  <p:tag name="TIMING" val="|1.1|0.4"/>
  <p:tag name="PPSPLIT_SPLIT" val="1"/>
  <p:tag name="PPSPLIT_ORIGINALSLIDENUMBER" val="23"/>
</p:tagLst>
</file>

<file path=ppt/tags/tag1038.xml><?xml version="1.0" encoding="utf-8"?>
<p:tagLst xmlns:a="http://schemas.openxmlformats.org/drawingml/2006/main" xmlns:r="http://schemas.openxmlformats.org/officeDocument/2006/relationships" xmlns:p="http://schemas.openxmlformats.org/presentationml/2006/main">
  <p:tag name="PPSPLIT_ID" val=" 9"/>
</p:tagLst>
</file>

<file path=ppt/tags/tag1039.xml><?xml version="1.0" encoding="utf-8"?>
<p:tagLst xmlns:a="http://schemas.openxmlformats.org/drawingml/2006/main" xmlns:r="http://schemas.openxmlformats.org/officeDocument/2006/relationships" xmlns:p="http://schemas.openxmlformats.org/presentationml/2006/main">
  <p:tag name="PPSPLIT_ID" val=" 2"/>
</p:tagLst>
</file>

<file path=ppt/tags/tag1040.xml><?xml version="1.0" encoding="utf-8"?>
<p:tagLst xmlns:a="http://schemas.openxmlformats.org/drawingml/2006/main" xmlns:r="http://schemas.openxmlformats.org/officeDocument/2006/relationships" xmlns:p="http://schemas.openxmlformats.org/presentationml/2006/main">
  <p:tag name="PPSPLIT_ID" val=" 5"/>
</p:tagLst>
</file>

<file path=ppt/tags/tag1041.xml><?xml version="1.0" encoding="utf-8"?>
<p:tagLst xmlns:a="http://schemas.openxmlformats.org/drawingml/2006/main" xmlns:r="http://schemas.openxmlformats.org/officeDocument/2006/relationships" xmlns:p="http://schemas.openxmlformats.org/presentationml/2006/main">
  <p:tag name="PPSPLIT_ID" val=" 3"/>
</p:tagLst>
</file>

<file path=ppt/tags/tag1042.xml><?xml version="1.0" encoding="utf-8"?>
<p:tagLst xmlns:a="http://schemas.openxmlformats.org/drawingml/2006/main" xmlns:r="http://schemas.openxmlformats.org/officeDocument/2006/relationships" xmlns:p="http://schemas.openxmlformats.org/presentationml/2006/main">
  <p:tag name="PPSPLIT_ID" val=" 4"/>
</p:tagLst>
</file>

<file path=ppt/tags/tag1043.xml><?xml version="1.0" encoding="utf-8"?>
<p:tagLst xmlns:a="http://schemas.openxmlformats.org/drawingml/2006/main" xmlns:r="http://schemas.openxmlformats.org/officeDocument/2006/relationships" xmlns:p="http://schemas.openxmlformats.org/presentationml/2006/main">
  <p:tag name="PPSPLIT_ID" val=" 6"/>
</p:tagLst>
</file>

<file path=ppt/tags/tag1044.xml><?xml version="1.0" encoding="utf-8"?>
<p:tagLst xmlns:a="http://schemas.openxmlformats.org/drawingml/2006/main" xmlns:r="http://schemas.openxmlformats.org/officeDocument/2006/relationships" xmlns:p="http://schemas.openxmlformats.org/presentationml/2006/main">
  <p:tag name="PPSPLIT_ID" val=" 10"/>
</p:tagLst>
</file>

<file path=ppt/tags/tag1045.xml><?xml version="1.0" encoding="utf-8"?>
<p:tagLst xmlns:a="http://schemas.openxmlformats.org/drawingml/2006/main" xmlns:r="http://schemas.openxmlformats.org/officeDocument/2006/relationships" xmlns:p="http://schemas.openxmlformats.org/presentationml/2006/main">
  <p:tag name="PPSPLIT_ID" val=" 16"/>
</p:tagLst>
</file>

<file path=ppt/tags/tag1046.xml><?xml version="1.0" encoding="utf-8"?>
<p:tagLst xmlns:a="http://schemas.openxmlformats.org/drawingml/2006/main" xmlns:r="http://schemas.openxmlformats.org/officeDocument/2006/relationships" xmlns:p="http://schemas.openxmlformats.org/presentationml/2006/main">
  <p:tag name="TIMING" val="|0.8"/>
  <p:tag name="PPSPLIT_SPLIT" val="1"/>
  <p:tag name="PPSPLIT_ORIGINALSLIDENUMBER" val="24"/>
  <p:tag name="PPSPLIT_DONE" val="1"/>
</p:tagLst>
</file>

<file path=ppt/tags/tag1047.xml><?xml version="1.0" encoding="utf-8"?>
<p:tagLst xmlns:a="http://schemas.openxmlformats.org/drawingml/2006/main" xmlns:r="http://schemas.openxmlformats.org/officeDocument/2006/relationships" xmlns:p="http://schemas.openxmlformats.org/presentationml/2006/main">
  <p:tag name="PPSPLIT_ID" val=" 2"/>
</p:tagLst>
</file>

<file path=ppt/tags/tag1048.xml><?xml version="1.0" encoding="utf-8"?>
<p:tagLst xmlns:a="http://schemas.openxmlformats.org/drawingml/2006/main" xmlns:r="http://schemas.openxmlformats.org/officeDocument/2006/relationships" xmlns:p="http://schemas.openxmlformats.org/presentationml/2006/main">
  <p:tag name="PPSPLIT_ID" val=" 3"/>
</p:tagLst>
</file>

<file path=ppt/tags/tag1049.xml><?xml version="1.0" encoding="utf-8"?>
<p:tagLst xmlns:a="http://schemas.openxmlformats.org/drawingml/2006/main" xmlns:r="http://schemas.openxmlformats.org/officeDocument/2006/relationships" xmlns:p="http://schemas.openxmlformats.org/presentationml/2006/main">
  <p:tag name="PPSPLIT_ID" val=" 5"/>
</p:tagLst>
</file>

<file path=ppt/tags/tag1050.xml><?xml version="1.0" encoding="utf-8"?>
<p:tagLst xmlns:a="http://schemas.openxmlformats.org/drawingml/2006/main" xmlns:r="http://schemas.openxmlformats.org/officeDocument/2006/relationships" xmlns:p="http://schemas.openxmlformats.org/presentationml/2006/main">
  <p:tag name="PPSPLIT_ID" val=" 17"/>
</p:tagLst>
</file>

<file path=ppt/tags/tag1051.xml><?xml version="1.0" encoding="utf-8"?>
<p:tagLst xmlns:a="http://schemas.openxmlformats.org/drawingml/2006/main" xmlns:r="http://schemas.openxmlformats.org/officeDocument/2006/relationships" xmlns:p="http://schemas.openxmlformats.org/presentationml/2006/main">
  <p:tag name="PPSPLIT_ID" val=" 20"/>
</p:tagLst>
</file>

<file path=ppt/tags/tag1052.xml><?xml version="1.0" encoding="utf-8"?>
<p:tagLst xmlns:a="http://schemas.openxmlformats.org/drawingml/2006/main" xmlns:r="http://schemas.openxmlformats.org/officeDocument/2006/relationships" xmlns:p="http://schemas.openxmlformats.org/presentationml/2006/main">
  <p:tag name="PPSPLIT_ID" val=" 24"/>
</p:tagLst>
</file>

<file path=ppt/tags/tag1053.xml><?xml version="1.0" encoding="utf-8"?>
<p:tagLst xmlns:a="http://schemas.openxmlformats.org/drawingml/2006/main" xmlns:r="http://schemas.openxmlformats.org/officeDocument/2006/relationships" xmlns:p="http://schemas.openxmlformats.org/presentationml/2006/main">
  <p:tag name="PPSPLIT_ID" val=" 28"/>
</p:tagLst>
</file>

<file path=ppt/tags/tag1054.xml><?xml version="1.0" encoding="utf-8"?>
<p:tagLst xmlns:a="http://schemas.openxmlformats.org/drawingml/2006/main" xmlns:r="http://schemas.openxmlformats.org/officeDocument/2006/relationships" xmlns:p="http://schemas.openxmlformats.org/presentationml/2006/main">
  <p:tag name="PPSPLIT_ID" val=" 42"/>
</p:tagLst>
</file>

<file path=ppt/tags/tag1055.xml><?xml version="1.0" encoding="utf-8"?>
<p:tagLst xmlns:a="http://schemas.openxmlformats.org/drawingml/2006/main" xmlns:r="http://schemas.openxmlformats.org/officeDocument/2006/relationships" xmlns:p="http://schemas.openxmlformats.org/presentationml/2006/main">
  <p:tag name="TIMING" val="|0.8"/>
  <p:tag name="PPSPLIT_SPLIT" val="1"/>
  <p:tag name="PPSPLIT_ORIGINALSLIDENUMBER" val="24"/>
</p:tagLst>
</file>

<file path=ppt/tags/tag1056.xml><?xml version="1.0" encoding="utf-8"?>
<p:tagLst xmlns:a="http://schemas.openxmlformats.org/drawingml/2006/main" xmlns:r="http://schemas.openxmlformats.org/officeDocument/2006/relationships" xmlns:p="http://schemas.openxmlformats.org/presentationml/2006/main">
  <p:tag name="PPSPLIT_ID" val=" 2"/>
</p:tagLst>
</file>

<file path=ppt/tags/tag1057.xml><?xml version="1.0" encoding="utf-8"?>
<p:tagLst xmlns:a="http://schemas.openxmlformats.org/drawingml/2006/main" xmlns:r="http://schemas.openxmlformats.org/officeDocument/2006/relationships" xmlns:p="http://schemas.openxmlformats.org/presentationml/2006/main">
  <p:tag name="PPSPLIT_ID" val=" 3"/>
</p:tagLst>
</file>

<file path=ppt/tags/tag1058.xml><?xml version="1.0" encoding="utf-8"?>
<p:tagLst xmlns:a="http://schemas.openxmlformats.org/drawingml/2006/main" xmlns:r="http://schemas.openxmlformats.org/officeDocument/2006/relationships" xmlns:p="http://schemas.openxmlformats.org/presentationml/2006/main">
  <p:tag name="PPSPLIT_ID" val=" 5"/>
</p:tagLst>
</file>

<file path=ppt/tags/tag1059.xml><?xml version="1.0" encoding="utf-8"?>
<p:tagLst xmlns:a="http://schemas.openxmlformats.org/drawingml/2006/main" xmlns:r="http://schemas.openxmlformats.org/officeDocument/2006/relationships" xmlns:p="http://schemas.openxmlformats.org/presentationml/2006/main">
  <p:tag name="PPSPLIT_ID" val=" 17"/>
</p:tagLst>
</file>

<file path=ppt/tags/tag1060.xml><?xml version="1.0" encoding="utf-8"?>
<p:tagLst xmlns:a="http://schemas.openxmlformats.org/drawingml/2006/main" xmlns:r="http://schemas.openxmlformats.org/officeDocument/2006/relationships" xmlns:p="http://schemas.openxmlformats.org/presentationml/2006/main">
  <p:tag name="PPSPLIT_ID" val=" 20"/>
</p:tagLst>
</file>

<file path=ppt/tags/tag1061.xml><?xml version="1.0" encoding="utf-8"?>
<p:tagLst xmlns:a="http://schemas.openxmlformats.org/drawingml/2006/main" xmlns:r="http://schemas.openxmlformats.org/officeDocument/2006/relationships" xmlns:p="http://schemas.openxmlformats.org/presentationml/2006/main">
  <p:tag name="PPSPLIT_ID" val=" 24"/>
</p:tagLst>
</file>

<file path=ppt/tags/tag1062.xml><?xml version="1.0" encoding="utf-8"?>
<p:tagLst xmlns:a="http://schemas.openxmlformats.org/drawingml/2006/main" xmlns:r="http://schemas.openxmlformats.org/officeDocument/2006/relationships" xmlns:p="http://schemas.openxmlformats.org/presentationml/2006/main">
  <p:tag name="PPSPLIT_ID" val=" 28"/>
</p:tagLst>
</file>

<file path=ppt/tags/tag1063.xml><?xml version="1.0" encoding="utf-8"?>
<p:tagLst xmlns:a="http://schemas.openxmlformats.org/drawingml/2006/main" xmlns:r="http://schemas.openxmlformats.org/officeDocument/2006/relationships" xmlns:p="http://schemas.openxmlformats.org/presentationml/2006/main">
  <p:tag name="PPSPLIT_ID" val=" 30"/>
</p:tagLst>
</file>

<file path=ppt/tags/tag1064.xml><?xml version="1.0" encoding="utf-8"?>
<p:tagLst xmlns:a="http://schemas.openxmlformats.org/drawingml/2006/main" xmlns:r="http://schemas.openxmlformats.org/officeDocument/2006/relationships" xmlns:p="http://schemas.openxmlformats.org/presentationml/2006/main">
  <p:tag name="PPSPLIT_ID" val=" 31"/>
</p:tagLst>
</file>

<file path=ppt/tags/tag1065.xml><?xml version="1.0" encoding="utf-8"?>
<p:tagLst xmlns:a="http://schemas.openxmlformats.org/drawingml/2006/main" xmlns:r="http://schemas.openxmlformats.org/officeDocument/2006/relationships" xmlns:p="http://schemas.openxmlformats.org/presentationml/2006/main">
  <p:tag name="PPSPLIT_ID" val=" 32"/>
</p:tagLst>
</file>

<file path=ppt/tags/tag1066.xml><?xml version="1.0" encoding="utf-8"?>
<p:tagLst xmlns:a="http://schemas.openxmlformats.org/drawingml/2006/main" xmlns:r="http://schemas.openxmlformats.org/officeDocument/2006/relationships" xmlns:p="http://schemas.openxmlformats.org/presentationml/2006/main">
  <p:tag name="PPSPLIT_ID" val=" 33"/>
</p:tagLst>
</file>

<file path=ppt/tags/tag1067.xml><?xml version="1.0" encoding="utf-8"?>
<p:tagLst xmlns:a="http://schemas.openxmlformats.org/drawingml/2006/main" xmlns:r="http://schemas.openxmlformats.org/officeDocument/2006/relationships" xmlns:p="http://schemas.openxmlformats.org/presentationml/2006/main">
  <p:tag name="PPSPLIT_ID" val=" 47"/>
</p:tagLst>
</file>

<file path=ppt/tags/tag1068.xml><?xml version="1.0" encoding="utf-8"?>
<p:tagLst xmlns:a="http://schemas.openxmlformats.org/drawingml/2006/main" xmlns:r="http://schemas.openxmlformats.org/officeDocument/2006/relationships" xmlns:p="http://schemas.openxmlformats.org/presentationml/2006/main">
  <p:tag name="PPSPLIT_ID" val=" 61"/>
</p:tagLst>
</file>

<file path=ppt/tags/tag1069.xml><?xml version="1.0" encoding="utf-8"?>
<p:tagLst xmlns:a="http://schemas.openxmlformats.org/drawingml/2006/main" xmlns:r="http://schemas.openxmlformats.org/officeDocument/2006/relationships" xmlns:p="http://schemas.openxmlformats.org/presentationml/2006/main">
  <p:tag name="PPSPLIT_ID" val=" 65"/>
</p:tagLst>
</file>

<file path=ppt/tags/tag1070.xml><?xml version="1.0" encoding="utf-8"?>
<p:tagLst xmlns:a="http://schemas.openxmlformats.org/drawingml/2006/main" xmlns:r="http://schemas.openxmlformats.org/officeDocument/2006/relationships" xmlns:p="http://schemas.openxmlformats.org/presentationml/2006/main">
  <p:tag name="PPSPLIT_ID" val=" 67"/>
</p:tagLst>
</file>

<file path=ppt/tags/tag1071.xml><?xml version="1.0" encoding="utf-8"?>
<p:tagLst xmlns:a="http://schemas.openxmlformats.org/drawingml/2006/main" xmlns:r="http://schemas.openxmlformats.org/officeDocument/2006/relationships" xmlns:p="http://schemas.openxmlformats.org/presentationml/2006/main">
  <p:tag name="PPSPLIT_ID" val=" 68"/>
</p:tagLst>
</file>

<file path=ppt/tags/tag1072.xml><?xml version="1.0" encoding="utf-8"?>
<p:tagLst xmlns:a="http://schemas.openxmlformats.org/drawingml/2006/main" xmlns:r="http://schemas.openxmlformats.org/officeDocument/2006/relationships" xmlns:p="http://schemas.openxmlformats.org/presentationml/2006/main">
  <p:tag name="PPSPLIT_ID" val=" 70"/>
</p:tagLst>
</file>

<file path=ppt/tags/tag1073.xml><?xml version="1.0" encoding="utf-8"?>
<p:tagLst xmlns:a="http://schemas.openxmlformats.org/drawingml/2006/main" xmlns:r="http://schemas.openxmlformats.org/officeDocument/2006/relationships" xmlns:p="http://schemas.openxmlformats.org/presentationml/2006/main">
  <p:tag name="PPSPLIT_ID" val=" 42"/>
</p:tagLst>
</file>

<file path=ppt/tags/tag1074.xml><?xml version="1.0" encoding="utf-8"?>
<p:tagLst xmlns:a="http://schemas.openxmlformats.org/drawingml/2006/main" xmlns:r="http://schemas.openxmlformats.org/officeDocument/2006/relationships" xmlns:p="http://schemas.openxmlformats.org/presentationml/2006/main">
  <p:tag name="PPSPLIT_ID" val=" 45"/>
</p:tagLst>
</file>

<file path=ppt/tags/tag1075.xml><?xml version="1.0" encoding="utf-8"?>
<p:tagLst xmlns:a="http://schemas.openxmlformats.org/drawingml/2006/main" xmlns:r="http://schemas.openxmlformats.org/officeDocument/2006/relationships" xmlns:p="http://schemas.openxmlformats.org/presentationml/2006/main">
  <p:tag name="PPSPLIT_ID" val=" 46"/>
</p:tagLst>
</file>

<file path=ppt/tags/tag1076.xml><?xml version="1.0" encoding="utf-8"?>
<p:tagLst xmlns:a="http://schemas.openxmlformats.org/drawingml/2006/main" xmlns:r="http://schemas.openxmlformats.org/officeDocument/2006/relationships" xmlns:p="http://schemas.openxmlformats.org/presentationml/2006/main">
  <p:tag name="TIMING" val="|0.6|0.7|0.4"/>
  <p:tag name="PPSPLIT_SPLIT" val="1"/>
  <p:tag name="PPSPLIT_ORIGINALSLIDENUMBER" val="25"/>
  <p:tag name="PPSPLIT_DONE" val="1"/>
</p:tagLst>
</file>

<file path=ppt/tags/tag1077.xml><?xml version="1.0" encoding="utf-8"?>
<p:tagLst xmlns:a="http://schemas.openxmlformats.org/drawingml/2006/main" xmlns:r="http://schemas.openxmlformats.org/officeDocument/2006/relationships" xmlns:p="http://schemas.openxmlformats.org/presentationml/2006/main">
  <p:tag name="PPSPLIT_ID" val=" 2"/>
</p:tagLst>
</file>

<file path=ppt/tags/tag1078.xml><?xml version="1.0" encoding="utf-8"?>
<p:tagLst xmlns:a="http://schemas.openxmlformats.org/drawingml/2006/main" xmlns:r="http://schemas.openxmlformats.org/officeDocument/2006/relationships" xmlns:p="http://schemas.openxmlformats.org/presentationml/2006/main">
  <p:tag name="PPSPLIT_ID" val=" 3"/>
</p:tagLst>
</file>

<file path=ppt/tags/tag1079.xml><?xml version="1.0" encoding="utf-8"?>
<p:tagLst xmlns:a="http://schemas.openxmlformats.org/drawingml/2006/main" xmlns:r="http://schemas.openxmlformats.org/officeDocument/2006/relationships" xmlns:p="http://schemas.openxmlformats.org/presentationml/2006/main">
  <p:tag name="PPSPLIT_ID" val=" 5"/>
</p:tagLst>
</file>

<file path=ppt/tags/tag1080.xml><?xml version="1.0" encoding="utf-8"?>
<p:tagLst xmlns:a="http://schemas.openxmlformats.org/drawingml/2006/main" xmlns:r="http://schemas.openxmlformats.org/officeDocument/2006/relationships" xmlns:p="http://schemas.openxmlformats.org/presentationml/2006/main">
  <p:tag name="PPSPLIT_ID" val=" 6"/>
</p:tagLst>
</file>

<file path=ppt/tags/tag1081.xml><?xml version="1.0" encoding="utf-8"?>
<p:tagLst xmlns:a="http://schemas.openxmlformats.org/drawingml/2006/main" xmlns:r="http://schemas.openxmlformats.org/officeDocument/2006/relationships" xmlns:p="http://schemas.openxmlformats.org/presentationml/2006/main">
  <p:tag name="PPSPLIT_ID" val=" 7"/>
</p:tagLst>
</file>

<file path=ppt/tags/tag1082.xml><?xml version="1.0" encoding="utf-8"?>
<p:tagLst xmlns:a="http://schemas.openxmlformats.org/drawingml/2006/main" xmlns:r="http://schemas.openxmlformats.org/officeDocument/2006/relationships" xmlns:p="http://schemas.openxmlformats.org/presentationml/2006/main">
  <p:tag name="PPSPLIT_ID" val=" 9"/>
</p:tagLst>
</file>

<file path=ppt/tags/tag1083.xml><?xml version="1.0" encoding="utf-8"?>
<p:tagLst xmlns:a="http://schemas.openxmlformats.org/drawingml/2006/main" xmlns:r="http://schemas.openxmlformats.org/officeDocument/2006/relationships" xmlns:p="http://schemas.openxmlformats.org/presentationml/2006/main">
  <p:tag name="PPSPLIT_ID" val=" 11"/>
</p:tagLst>
</file>

<file path=ppt/tags/tag1084.xml><?xml version="1.0" encoding="utf-8"?>
<p:tagLst xmlns:a="http://schemas.openxmlformats.org/drawingml/2006/main" xmlns:r="http://schemas.openxmlformats.org/officeDocument/2006/relationships" xmlns:p="http://schemas.openxmlformats.org/presentationml/2006/main">
  <p:tag name="PPSPLIT_ID" val=" 14"/>
</p:tagLst>
</file>

<file path=ppt/tags/tag1085.xml><?xml version="1.0" encoding="utf-8"?>
<p:tagLst xmlns:a="http://schemas.openxmlformats.org/drawingml/2006/main" xmlns:r="http://schemas.openxmlformats.org/officeDocument/2006/relationships" xmlns:p="http://schemas.openxmlformats.org/presentationml/2006/main">
  <p:tag name="PPSPLIT_ID" val=" 10"/>
</p:tagLst>
</file>

<file path=ppt/tags/tag1086.xml><?xml version="1.0" encoding="utf-8"?>
<p:tagLst xmlns:a="http://schemas.openxmlformats.org/drawingml/2006/main" xmlns:r="http://schemas.openxmlformats.org/officeDocument/2006/relationships" xmlns:p="http://schemas.openxmlformats.org/presentationml/2006/main">
  <p:tag name="TIMING" val="|0.6|0.7|0.4"/>
  <p:tag name="PPSPLIT_SPLIT" val="1"/>
  <p:tag name="PPSPLIT_ORIGINALSLIDENUMBER" val="25"/>
  <p:tag name="PPSPLIT_DONE" val="1"/>
</p:tagLst>
</file>

<file path=ppt/tags/tag1087.xml><?xml version="1.0" encoding="utf-8"?>
<p:tagLst xmlns:a="http://schemas.openxmlformats.org/drawingml/2006/main" xmlns:r="http://schemas.openxmlformats.org/officeDocument/2006/relationships" xmlns:p="http://schemas.openxmlformats.org/presentationml/2006/main">
  <p:tag name="PPSPLIT_ID" val=" 2"/>
</p:tagLst>
</file>

<file path=ppt/tags/tag1088.xml><?xml version="1.0" encoding="utf-8"?>
<p:tagLst xmlns:a="http://schemas.openxmlformats.org/drawingml/2006/main" xmlns:r="http://schemas.openxmlformats.org/officeDocument/2006/relationships" xmlns:p="http://schemas.openxmlformats.org/presentationml/2006/main">
  <p:tag name="PPSPLIT_ID" val=" 3"/>
</p:tagLst>
</file>

<file path=ppt/tags/tag1089.xml><?xml version="1.0" encoding="utf-8"?>
<p:tagLst xmlns:a="http://schemas.openxmlformats.org/drawingml/2006/main" xmlns:r="http://schemas.openxmlformats.org/officeDocument/2006/relationships" xmlns:p="http://schemas.openxmlformats.org/presentationml/2006/main">
  <p:tag name="PPSPLIT_ID" val=" 5"/>
</p:tagLst>
</file>

<file path=ppt/tags/tag1090.xml><?xml version="1.0" encoding="utf-8"?>
<p:tagLst xmlns:a="http://schemas.openxmlformats.org/drawingml/2006/main" xmlns:r="http://schemas.openxmlformats.org/officeDocument/2006/relationships" xmlns:p="http://schemas.openxmlformats.org/presentationml/2006/main">
  <p:tag name="PPSPLIT_ID" val=" 6"/>
</p:tagLst>
</file>

<file path=ppt/tags/tag1091.xml><?xml version="1.0" encoding="utf-8"?>
<p:tagLst xmlns:a="http://schemas.openxmlformats.org/drawingml/2006/main" xmlns:r="http://schemas.openxmlformats.org/officeDocument/2006/relationships" xmlns:p="http://schemas.openxmlformats.org/presentationml/2006/main">
  <p:tag name="PPSPLIT_ID" val=" 7"/>
</p:tagLst>
</file>

<file path=ppt/tags/tag1092.xml><?xml version="1.0" encoding="utf-8"?>
<p:tagLst xmlns:a="http://schemas.openxmlformats.org/drawingml/2006/main" xmlns:r="http://schemas.openxmlformats.org/officeDocument/2006/relationships" xmlns:p="http://schemas.openxmlformats.org/presentationml/2006/main">
  <p:tag name="PPSPLIT_ID" val=" 9"/>
</p:tagLst>
</file>

<file path=ppt/tags/tag1093.xml><?xml version="1.0" encoding="utf-8"?>
<p:tagLst xmlns:a="http://schemas.openxmlformats.org/drawingml/2006/main" xmlns:r="http://schemas.openxmlformats.org/officeDocument/2006/relationships" xmlns:p="http://schemas.openxmlformats.org/presentationml/2006/main">
  <p:tag name="PPSPLIT_ID" val=" 11"/>
</p:tagLst>
</file>

<file path=ppt/tags/tag1094.xml><?xml version="1.0" encoding="utf-8"?>
<p:tagLst xmlns:a="http://schemas.openxmlformats.org/drawingml/2006/main" xmlns:r="http://schemas.openxmlformats.org/officeDocument/2006/relationships" xmlns:p="http://schemas.openxmlformats.org/presentationml/2006/main">
  <p:tag name="PPSPLIT_ID" val=" 14"/>
</p:tagLst>
</file>

<file path=ppt/tags/tag1095.xml><?xml version="1.0" encoding="utf-8"?>
<p:tagLst xmlns:a="http://schemas.openxmlformats.org/drawingml/2006/main" xmlns:r="http://schemas.openxmlformats.org/officeDocument/2006/relationships" xmlns:p="http://schemas.openxmlformats.org/presentationml/2006/main">
  <p:tag name="PPSPLIT_ID" val=" 15"/>
</p:tagLst>
</file>

<file path=ppt/tags/tag1096.xml><?xml version="1.0" encoding="utf-8"?>
<p:tagLst xmlns:a="http://schemas.openxmlformats.org/drawingml/2006/main" xmlns:r="http://schemas.openxmlformats.org/officeDocument/2006/relationships" xmlns:p="http://schemas.openxmlformats.org/presentationml/2006/main">
  <p:tag name="PPSPLIT_ID" val=" 18"/>
</p:tagLst>
</file>

<file path=ppt/tags/tag1097.xml><?xml version="1.0" encoding="utf-8"?>
<p:tagLst xmlns:a="http://schemas.openxmlformats.org/drawingml/2006/main" xmlns:r="http://schemas.openxmlformats.org/officeDocument/2006/relationships" xmlns:p="http://schemas.openxmlformats.org/presentationml/2006/main">
  <p:tag name="PPSPLIT_ID" val=" 21"/>
</p:tagLst>
</file>

<file path=ppt/tags/tag1098.xml><?xml version="1.0" encoding="utf-8"?>
<p:tagLst xmlns:a="http://schemas.openxmlformats.org/drawingml/2006/main" xmlns:r="http://schemas.openxmlformats.org/officeDocument/2006/relationships" xmlns:p="http://schemas.openxmlformats.org/presentationml/2006/main">
  <p:tag name="PPSPLIT_ID" val=" 10"/>
</p:tagLst>
</file>

<file path=ppt/tags/tag1099.xml><?xml version="1.0" encoding="utf-8"?>
<p:tagLst xmlns:a="http://schemas.openxmlformats.org/drawingml/2006/main" xmlns:r="http://schemas.openxmlformats.org/officeDocument/2006/relationships" xmlns:p="http://schemas.openxmlformats.org/presentationml/2006/main">
  <p:tag name="TIMING" val="|0.6|0.7|0.4"/>
  <p:tag name="PPSPLIT_SPLIT" val="1"/>
  <p:tag name="PPSPLIT_ORIGINALSLIDENUMBER" val="25"/>
  <p:tag name="PPSPLIT_DONE" val="1"/>
</p:tagLst>
</file>

<file path=ppt/tags/tag1100.xml><?xml version="1.0" encoding="utf-8"?>
<p:tagLst xmlns:a="http://schemas.openxmlformats.org/drawingml/2006/main" xmlns:r="http://schemas.openxmlformats.org/officeDocument/2006/relationships" xmlns:p="http://schemas.openxmlformats.org/presentationml/2006/main">
  <p:tag name="PPSPLIT_ID" val=" 2"/>
</p:tagLst>
</file>

<file path=ppt/tags/tag1101.xml><?xml version="1.0" encoding="utf-8"?>
<p:tagLst xmlns:a="http://schemas.openxmlformats.org/drawingml/2006/main" xmlns:r="http://schemas.openxmlformats.org/officeDocument/2006/relationships" xmlns:p="http://schemas.openxmlformats.org/presentationml/2006/main">
  <p:tag name="PPSPLIT_ID" val=" 3"/>
</p:tagLst>
</file>

<file path=ppt/tags/tag1102.xml><?xml version="1.0" encoding="utf-8"?>
<p:tagLst xmlns:a="http://schemas.openxmlformats.org/drawingml/2006/main" xmlns:r="http://schemas.openxmlformats.org/officeDocument/2006/relationships" xmlns:p="http://schemas.openxmlformats.org/presentationml/2006/main">
  <p:tag name="PPSPLIT_ID" val=" 5"/>
</p:tagLst>
</file>

<file path=ppt/tags/tag1103.xml><?xml version="1.0" encoding="utf-8"?>
<p:tagLst xmlns:a="http://schemas.openxmlformats.org/drawingml/2006/main" xmlns:r="http://schemas.openxmlformats.org/officeDocument/2006/relationships" xmlns:p="http://schemas.openxmlformats.org/presentationml/2006/main">
  <p:tag name="PPSPLIT_ID" val=" 6"/>
</p:tagLst>
</file>

<file path=ppt/tags/tag1104.xml><?xml version="1.0" encoding="utf-8"?>
<p:tagLst xmlns:a="http://schemas.openxmlformats.org/drawingml/2006/main" xmlns:r="http://schemas.openxmlformats.org/officeDocument/2006/relationships" xmlns:p="http://schemas.openxmlformats.org/presentationml/2006/main">
  <p:tag name="PPSPLIT_ID" val=" 7"/>
</p:tagLst>
</file>

<file path=ppt/tags/tag1105.xml><?xml version="1.0" encoding="utf-8"?>
<p:tagLst xmlns:a="http://schemas.openxmlformats.org/drawingml/2006/main" xmlns:r="http://schemas.openxmlformats.org/officeDocument/2006/relationships" xmlns:p="http://schemas.openxmlformats.org/presentationml/2006/main">
  <p:tag name="PPSPLIT_ID" val=" 9"/>
</p:tagLst>
</file>

<file path=ppt/tags/tag1106.xml><?xml version="1.0" encoding="utf-8"?>
<p:tagLst xmlns:a="http://schemas.openxmlformats.org/drawingml/2006/main" xmlns:r="http://schemas.openxmlformats.org/officeDocument/2006/relationships" xmlns:p="http://schemas.openxmlformats.org/presentationml/2006/main">
  <p:tag name="PPSPLIT_ID" val=" 11"/>
</p:tagLst>
</file>

<file path=ppt/tags/tag1107.xml><?xml version="1.0" encoding="utf-8"?>
<p:tagLst xmlns:a="http://schemas.openxmlformats.org/drawingml/2006/main" xmlns:r="http://schemas.openxmlformats.org/officeDocument/2006/relationships" xmlns:p="http://schemas.openxmlformats.org/presentationml/2006/main">
  <p:tag name="PPSPLIT_ID" val=" 14"/>
</p:tagLst>
</file>

<file path=ppt/tags/tag1108.xml><?xml version="1.0" encoding="utf-8"?>
<p:tagLst xmlns:a="http://schemas.openxmlformats.org/drawingml/2006/main" xmlns:r="http://schemas.openxmlformats.org/officeDocument/2006/relationships" xmlns:p="http://schemas.openxmlformats.org/presentationml/2006/main">
  <p:tag name="PPSPLIT_ID" val=" 15"/>
</p:tagLst>
</file>

<file path=ppt/tags/tag1109.xml><?xml version="1.0" encoding="utf-8"?>
<p:tagLst xmlns:a="http://schemas.openxmlformats.org/drawingml/2006/main" xmlns:r="http://schemas.openxmlformats.org/officeDocument/2006/relationships" xmlns:p="http://schemas.openxmlformats.org/presentationml/2006/main">
  <p:tag name="PPSPLIT_ID" val=" 18"/>
</p:tagLst>
</file>

<file path=ppt/tags/tag1110.xml><?xml version="1.0" encoding="utf-8"?>
<p:tagLst xmlns:a="http://schemas.openxmlformats.org/drawingml/2006/main" xmlns:r="http://schemas.openxmlformats.org/officeDocument/2006/relationships" xmlns:p="http://schemas.openxmlformats.org/presentationml/2006/main">
  <p:tag name="PPSPLIT_ID" val=" 21"/>
</p:tagLst>
</file>

<file path=ppt/tags/tag1111.xml><?xml version="1.0" encoding="utf-8"?>
<p:tagLst xmlns:a="http://schemas.openxmlformats.org/drawingml/2006/main" xmlns:r="http://schemas.openxmlformats.org/officeDocument/2006/relationships" xmlns:p="http://schemas.openxmlformats.org/presentationml/2006/main">
  <p:tag name="PPSPLIT_ID" val=" 25"/>
</p:tagLst>
</file>

<file path=ppt/tags/tag1112.xml><?xml version="1.0" encoding="utf-8"?>
<p:tagLst xmlns:a="http://schemas.openxmlformats.org/drawingml/2006/main" xmlns:r="http://schemas.openxmlformats.org/officeDocument/2006/relationships" xmlns:p="http://schemas.openxmlformats.org/presentationml/2006/main">
  <p:tag name="PPSPLIT_ID" val=" 27"/>
</p:tagLst>
</file>

<file path=ppt/tags/tag1113.xml><?xml version="1.0" encoding="utf-8"?>
<p:tagLst xmlns:a="http://schemas.openxmlformats.org/drawingml/2006/main" xmlns:r="http://schemas.openxmlformats.org/officeDocument/2006/relationships" xmlns:p="http://schemas.openxmlformats.org/presentationml/2006/main">
  <p:tag name="PPSPLIT_ID" val=" 35"/>
</p:tagLst>
</file>

<file path=ppt/tags/tag1114.xml><?xml version="1.0" encoding="utf-8"?>
<p:tagLst xmlns:a="http://schemas.openxmlformats.org/drawingml/2006/main" xmlns:r="http://schemas.openxmlformats.org/officeDocument/2006/relationships" xmlns:p="http://schemas.openxmlformats.org/presentationml/2006/main">
  <p:tag name="PPSPLIT_ID" val=" 38"/>
</p:tagLst>
</file>

<file path=ppt/tags/tag1115.xml><?xml version="1.0" encoding="utf-8"?>
<p:tagLst xmlns:a="http://schemas.openxmlformats.org/drawingml/2006/main" xmlns:r="http://schemas.openxmlformats.org/officeDocument/2006/relationships" xmlns:p="http://schemas.openxmlformats.org/presentationml/2006/main">
  <p:tag name="PPSPLIT_ID" val=" 39"/>
</p:tagLst>
</file>

<file path=ppt/tags/tag1116.xml><?xml version="1.0" encoding="utf-8"?>
<p:tagLst xmlns:a="http://schemas.openxmlformats.org/drawingml/2006/main" xmlns:r="http://schemas.openxmlformats.org/officeDocument/2006/relationships" xmlns:p="http://schemas.openxmlformats.org/presentationml/2006/main">
  <p:tag name="PPSPLIT_ID" val=" 41"/>
</p:tagLst>
</file>

<file path=ppt/tags/tag1117.xml><?xml version="1.0" encoding="utf-8"?>
<p:tagLst xmlns:a="http://schemas.openxmlformats.org/drawingml/2006/main" xmlns:r="http://schemas.openxmlformats.org/officeDocument/2006/relationships" xmlns:p="http://schemas.openxmlformats.org/presentationml/2006/main">
  <p:tag name="PPSPLIT_ID" val=" 44"/>
</p:tagLst>
</file>

<file path=ppt/tags/tag1118.xml><?xml version="1.0" encoding="utf-8"?>
<p:tagLst xmlns:a="http://schemas.openxmlformats.org/drawingml/2006/main" xmlns:r="http://schemas.openxmlformats.org/officeDocument/2006/relationships" xmlns:p="http://schemas.openxmlformats.org/presentationml/2006/main">
  <p:tag name="PPSPLIT_ID" val=" 46"/>
</p:tagLst>
</file>

<file path=ppt/tags/tag1119.xml><?xml version="1.0" encoding="utf-8"?>
<p:tagLst xmlns:a="http://schemas.openxmlformats.org/drawingml/2006/main" xmlns:r="http://schemas.openxmlformats.org/officeDocument/2006/relationships" xmlns:p="http://schemas.openxmlformats.org/presentationml/2006/main">
  <p:tag name="PPSPLIT_ID" val=" 49"/>
</p:tagLst>
</file>

<file path=ppt/tags/tag1120.xml><?xml version="1.0" encoding="utf-8"?>
<p:tagLst xmlns:a="http://schemas.openxmlformats.org/drawingml/2006/main" xmlns:r="http://schemas.openxmlformats.org/officeDocument/2006/relationships" xmlns:p="http://schemas.openxmlformats.org/presentationml/2006/main">
  <p:tag name="PPSPLIT_ID" val=" 51"/>
</p:tagLst>
</file>

<file path=ppt/tags/tag1121.xml><?xml version="1.0" encoding="utf-8"?>
<p:tagLst xmlns:a="http://schemas.openxmlformats.org/drawingml/2006/main" xmlns:r="http://schemas.openxmlformats.org/officeDocument/2006/relationships" xmlns:p="http://schemas.openxmlformats.org/presentationml/2006/main">
  <p:tag name="PPSPLIT_ID" val=" 54"/>
</p:tagLst>
</file>

<file path=ppt/tags/tag1122.xml><?xml version="1.0" encoding="utf-8"?>
<p:tagLst xmlns:a="http://schemas.openxmlformats.org/drawingml/2006/main" xmlns:r="http://schemas.openxmlformats.org/officeDocument/2006/relationships" xmlns:p="http://schemas.openxmlformats.org/presentationml/2006/main">
  <p:tag name="PPSPLIT_ID" val=" 56"/>
</p:tagLst>
</file>

<file path=ppt/tags/tag1123.xml><?xml version="1.0" encoding="utf-8"?>
<p:tagLst xmlns:a="http://schemas.openxmlformats.org/drawingml/2006/main" xmlns:r="http://schemas.openxmlformats.org/officeDocument/2006/relationships" xmlns:p="http://schemas.openxmlformats.org/presentationml/2006/main">
  <p:tag name="PPSPLIT_ID" val=" 58"/>
</p:tagLst>
</file>

<file path=ppt/tags/tag1124.xml><?xml version="1.0" encoding="utf-8"?>
<p:tagLst xmlns:a="http://schemas.openxmlformats.org/drawingml/2006/main" xmlns:r="http://schemas.openxmlformats.org/officeDocument/2006/relationships" xmlns:p="http://schemas.openxmlformats.org/presentationml/2006/main">
  <p:tag name="PPSPLIT_ID" val=" 60"/>
</p:tagLst>
</file>

<file path=ppt/tags/tag1125.xml><?xml version="1.0" encoding="utf-8"?>
<p:tagLst xmlns:a="http://schemas.openxmlformats.org/drawingml/2006/main" xmlns:r="http://schemas.openxmlformats.org/officeDocument/2006/relationships" xmlns:p="http://schemas.openxmlformats.org/presentationml/2006/main">
  <p:tag name="PPSPLIT_ID" val=" 64"/>
</p:tagLst>
</file>

<file path=ppt/tags/tag1126.xml><?xml version="1.0" encoding="utf-8"?>
<p:tagLst xmlns:a="http://schemas.openxmlformats.org/drawingml/2006/main" xmlns:r="http://schemas.openxmlformats.org/officeDocument/2006/relationships" xmlns:p="http://schemas.openxmlformats.org/presentationml/2006/main">
  <p:tag name="PPSPLIT_ID" val=" 10"/>
</p:tagLst>
</file>

<file path=ppt/tags/tag1127.xml><?xml version="1.0" encoding="utf-8"?>
<p:tagLst xmlns:a="http://schemas.openxmlformats.org/drawingml/2006/main" xmlns:r="http://schemas.openxmlformats.org/officeDocument/2006/relationships" xmlns:p="http://schemas.openxmlformats.org/presentationml/2006/main">
  <p:tag name="TIMING" val="|0.6|0.7|0.4"/>
  <p:tag name="PPSPLIT_SPLIT" val="1"/>
  <p:tag name="PPSPLIT_ORIGINALSLIDENUMBER" val="25"/>
</p:tagLst>
</file>

<file path=ppt/tags/tag1128.xml><?xml version="1.0" encoding="utf-8"?>
<p:tagLst xmlns:a="http://schemas.openxmlformats.org/drawingml/2006/main" xmlns:r="http://schemas.openxmlformats.org/officeDocument/2006/relationships" xmlns:p="http://schemas.openxmlformats.org/presentationml/2006/main">
  <p:tag name="PPSPLIT_ID" val=" 2"/>
</p:tagLst>
</file>

<file path=ppt/tags/tag1129.xml><?xml version="1.0" encoding="utf-8"?>
<p:tagLst xmlns:a="http://schemas.openxmlformats.org/drawingml/2006/main" xmlns:r="http://schemas.openxmlformats.org/officeDocument/2006/relationships" xmlns:p="http://schemas.openxmlformats.org/presentationml/2006/main">
  <p:tag name="PPSPLIT_ID" val=" 3"/>
</p:tagLst>
</file>

<file path=ppt/tags/tag1130.xml><?xml version="1.0" encoding="utf-8"?>
<p:tagLst xmlns:a="http://schemas.openxmlformats.org/drawingml/2006/main" xmlns:r="http://schemas.openxmlformats.org/officeDocument/2006/relationships" xmlns:p="http://schemas.openxmlformats.org/presentationml/2006/main">
  <p:tag name="PPSPLIT_ID" val=" 5"/>
</p:tagLst>
</file>

<file path=ppt/tags/tag1131.xml><?xml version="1.0" encoding="utf-8"?>
<p:tagLst xmlns:a="http://schemas.openxmlformats.org/drawingml/2006/main" xmlns:r="http://schemas.openxmlformats.org/officeDocument/2006/relationships" xmlns:p="http://schemas.openxmlformats.org/presentationml/2006/main">
  <p:tag name="PPSPLIT_ID" val=" 6"/>
</p:tagLst>
</file>

<file path=ppt/tags/tag1132.xml><?xml version="1.0" encoding="utf-8"?>
<p:tagLst xmlns:a="http://schemas.openxmlformats.org/drawingml/2006/main" xmlns:r="http://schemas.openxmlformats.org/officeDocument/2006/relationships" xmlns:p="http://schemas.openxmlformats.org/presentationml/2006/main">
  <p:tag name="PPSPLIT_ID" val=" 7"/>
</p:tagLst>
</file>

<file path=ppt/tags/tag1133.xml><?xml version="1.0" encoding="utf-8"?>
<p:tagLst xmlns:a="http://schemas.openxmlformats.org/drawingml/2006/main" xmlns:r="http://schemas.openxmlformats.org/officeDocument/2006/relationships" xmlns:p="http://schemas.openxmlformats.org/presentationml/2006/main">
  <p:tag name="PPSPLIT_ID" val=" 9"/>
</p:tagLst>
</file>

<file path=ppt/tags/tag1134.xml><?xml version="1.0" encoding="utf-8"?>
<p:tagLst xmlns:a="http://schemas.openxmlformats.org/drawingml/2006/main" xmlns:r="http://schemas.openxmlformats.org/officeDocument/2006/relationships" xmlns:p="http://schemas.openxmlformats.org/presentationml/2006/main">
  <p:tag name="PPSPLIT_ID" val=" 11"/>
</p:tagLst>
</file>

<file path=ppt/tags/tag1135.xml><?xml version="1.0" encoding="utf-8"?>
<p:tagLst xmlns:a="http://schemas.openxmlformats.org/drawingml/2006/main" xmlns:r="http://schemas.openxmlformats.org/officeDocument/2006/relationships" xmlns:p="http://schemas.openxmlformats.org/presentationml/2006/main">
  <p:tag name="PPSPLIT_ID" val=" 14"/>
</p:tagLst>
</file>

<file path=ppt/tags/tag1136.xml><?xml version="1.0" encoding="utf-8"?>
<p:tagLst xmlns:a="http://schemas.openxmlformats.org/drawingml/2006/main" xmlns:r="http://schemas.openxmlformats.org/officeDocument/2006/relationships" xmlns:p="http://schemas.openxmlformats.org/presentationml/2006/main">
  <p:tag name="PPSPLIT_ID" val=" 15"/>
</p:tagLst>
</file>

<file path=ppt/tags/tag1137.xml><?xml version="1.0" encoding="utf-8"?>
<p:tagLst xmlns:a="http://schemas.openxmlformats.org/drawingml/2006/main" xmlns:r="http://schemas.openxmlformats.org/officeDocument/2006/relationships" xmlns:p="http://schemas.openxmlformats.org/presentationml/2006/main">
  <p:tag name="PPSPLIT_ID" val=" 18"/>
</p:tagLst>
</file>

<file path=ppt/tags/tag1138.xml><?xml version="1.0" encoding="utf-8"?>
<p:tagLst xmlns:a="http://schemas.openxmlformats.org/drawingml/2006/main" xmlns:r="http://schemas.openxmlformats.org/officeDocument/2006/relationships" xmlns:p="http://schemas.openxmlformats.org/presentationml/2006/main">
  <p:tag name="PPSPLIT_ID" val=" 21"/>
</p:tagLst>
</file>

<file path=ppt/tags/tag1139.xml><?xml version="1.0" encoding="utf-8"?>
<p:tagLst xmlns:a="http://schemas.openxmlformats.org/drawingml/2006/main" xmlns:r="http://schemas.openxmlformats.org/officeDocument/2006/relationships" xmlns:p="http://schemas.openxmlformats.org/presentationml/2006/main">
  <p:tag name="PPSPLIT_ID" val=" 25"/>
</p:tagLst>
</file>

<file path=ppt/tags/tag1140.xml><?xml version="1.0" encoding="utf-8"?>
<p:tagLst xmlns:a="http://schemas.openxmlformats.org/drawingml/2006/main" xmlns:r="http://schemas.openxmlformats.org/officeDocument/2006/relationships" xmlns:p="http://schemas.openxmlformats.org/presentationml/2006/main">
  <p:tag name="PPSPLIT_ID" val=" 27"/>
</p:tagLst>
</file>

<file path=ppt/tags/tag1141.xml><?xml version="1.0" encoding="utf-8"?>
<p:tagLst xmlns:a="http://schemas.openxmlformats.org/drawingml/2006/main" xmlns:r="http://schemas.openxmlformats.org/officeDocument/2006/relationships" xmlns:p="http://schemas.openxmlformats.org/presentationml/2006/main">
  <p:tag name="PPSPLIT_ID" val=" 35"/>
</p:tagLst>
</file>

<file path=ppt/tags/tag1142.xml><?xml version="1.0" encoding="utf-8"?>
<p:tagLst xmlns:a="http://schemas.openxmlformats.org/drawingml/2006/main" xmlns:r="http://schemas.openxmlformats.org/officeDocument/2006/relationships" xmlns:p="http://schemas.openxmlformats.org/presentationml/2006/main">
  <p:tag name="PPSPLIT_ID" val=" 37"/>
</p:tagLst>
</file>

<file path=ppt/tags/tag1143.xml><?xml version="1.0" encoding="utf-8"?>
<p:tagLst xmlns:a="http://schemas.openxmlformats.org/drawingml/2006/main" xmlns:r="http://schemas.openxmlformats.org/officeDocument/2006/relationships" xmlns:p="http://schemas.openxmlformats.org/presentationml/2006/main">
  <p:tag name="PPSPLIT_ID" val=" 38"/>
</p:tagLst>
</file>

<file path=ppt/tags/tag1144.xml><?xml version="1.0" encoding="utf-8"?>
<p:tagLst xmlns:a="http://schemas.openxmlformats.org/drawingml/2006/main" xmlns:r="http://schemas.openxmlformats.org/officeDocument/2006/relationships" xmlns:p="http://schemas.openxmlformats.org/presentationml/2006/main">
  <p:tag name="PPSPLIT_ID" val=" 39"/>
</p:tagLst>
</file>

<file path=ppt/tags/tag1145.xml><?xml version="1.0" encoding="utf-8"?>
<p:tagLst xmlns:a="http://schemas.openxmlformats.org/drawingml/2006/main" xmlns:r="http://schemas.openxmlformats.org/officeDocument/2006/relationships" xmlns:p="http://schemas.openxmlformats.org/presentationml/2006/main">
  <p:tag name="PPSPLIT_ID" val=" 41"/>
</p:tagLst>
</file>

<file path=ppt/tags/tag1146.xml><?xml version="1.0" encoding="utf-8"?>
<p:tagLst xmlns:a="http://schemas.openxmlformats.org/drawingml/2006/main" xmlns:r="http://schemas.openxmlformats.org/officeDocument/2006/relationships" xmlns:p="http://schemas.openxmlformats.org/presentationml/2006/main">
  <p:tag name="PPSPLIT_ID" val=" 43"/>
</p:tagLst>
</file>

<file path=ppt/tags/tag1147.xml><?xml version="1.0" encoding="utf-8"?>
<p:tagLst xmlns:a="http://schemas.openxmlformats.org/drawingml/2006/main" xmlns:r="http://schemas.openxmlformats.org/officeDocument/2006/relationships" xmlns:p="http://schemas.openxmlformats.org/presentationml/2006/main">
  <p:tag name="PPSPLIT_ID" val=" 44"/>
</p:tagLst>
</file>

<file path=ppt/tags/tag1148.xml><?xml version="1.0" encoding="utf-8"?>
<p:tagLst xmlns:a="http://schemas.openxmlformats.org/drawingml/2006/main" xmlns:r="http://schemas.openxmlformats.org/officeDocument/2006/relationships" xmlns:p="http://schemas.openxmlformats.org/presentationml/2006/main">
  <p:tag name="PPSPLIT_ID" val=" 46"/>
</p:tagLst>
</file>

<file path=ppt/tags/tag1149.xml><?xml version="1.0" encoding="utf-8"?>
<p:tagLst xmlns:a="http://schemas.openxmlformats.org/drawingml/2006/main" xmlns:r="http://schemas.openxmlformats.org/officeDocument/2006/relationships" xmlns:p="http://schemas.openxmlformats.org/presentationml/2006/main">
  <p:tag name="PPSPLIT_ID" val=" 49"/>
</p:tagLst>
</file>

<file path=ppt/tags/tag1150.xml><?xml version="1.0" encoding="utf-8"?>
<p:tagLst xmlns:a="http://schemas.openxmlformats.org/drawingml/2006/main" xmlns:r="http://schemas.openxmlformats.org/officeDocument/2006/relationships" xmlns:p="http://schemas.openxmlformats.org/presentationml/2006/main">
  <p:tag name="PPSPLIT_ID" val=" 51"/>
</p:tagLst>
</file>

<file path=ppt/tags/tag1151.xml><?xml version="1.0" encoding="utf-8"?>
<p:tagLst xmlns:a="http://schemas.openxmlformats.org/drawingml/2006/main" xmlns:r="http://schemas.openxmlformats.org/officeDocument/2006/relationships" xmlns:p="http://schemas.openxmlformats.org/presentationml/2006/main">
  <p:tag name="PPSPLIT_ID" val=" 53"/>
</p:tagLst>
</file>

<file path=ppt/tags/tag1152.xml><?xml version="1.0" encoding="utf-8"?>
<p:tagLst xmlns:a="http://schemas.openxmlformats.org/drawingml/2006/main" xmlns:r="http://schemas.openxmlformats.org/officeDocument/2006/relationships" xmlns:p="http://schemas.openxmlformats.org/presentationml/2006/main">
  <p:tag name="PPSPLIT_ID" val=" 54"/>
</p:tagLst>
</file>

<file path=ppt/tags/tag1153.xml><?xml version="1.0" encoding="utf-8"?>
<p:tagLst xmlns:a="http://schemas.openxmlformats.org/drawingml/2006/main" xmlns:r="http://schemas.openxmlformats.org/officeDocument/2006/relationships" xmlns:p="http://schemas.openxmlformats.org/presentationml/2006/main">
  <p:tag name="PPSPLIT_ID" val=" 56"/>
</p:tagLst>
</file>

<file path=ppt/tags/tag1154.xml><?xml version="1.0" encoding="utf-8"?>
<p:tagLst xmlns:a="http://schemas.openxmlformats.org/drawingml/2006/main" xmlns:r="http://schemas.openxmlformats.org/officeDocument/2006/relationships" xmlns:p="http://schemas.openxmlformats.org/presentationml/2006/main">
  <p:tag name="PPSPLIT_ID" val=" 58"/>
</p:tagLst>
</file>

<file path=ppt/tags/tag1155.xml><?xml version="1.0" encoding="utf-8"?>
<p:tagLst xmlns:a="http://schemas.openxmlformats.org/drawingml/2006/main" xmlns:r="http://schemas.openxmlformats.org/officeDocument/2006/relationships" xmlns:p="http://schemas.openxmlformats.org/presentationml/2006/main">
  <p:tag name="PPSPLIT_ID" val=" 60"/>
</p:tagLst>
</file>

<file path=ppt/tags/tag1156.xml><?xml version="1.0" encoding="utf-8"?>
<p:tagLst xmlns:a="http://schemas.openxmlformats.org/drawingml/2006/main" xmlns:r="http://schemas.openxmlformats.org/officeDocument/2006/relationships" xmlns:p="http://schemas.openxmlformats.org/presentationml/2006/main">
  <p:tag name="PPSPLIT_ID" val=" 64"/>
</p:tagLst>
</file>

<file path=ppt/tags/tag1157.xml><?xml version="1.0" encoding="utf-8"?>
<p:tagLst xmlns:a="http://schemas.openxmlformats.org/drawingml/2006/main" xmlns:r="http://schemas.openxmlformats.org/officeDocument/2006/relationships" xmlns:p="http://schemas.openxmlformats.org/presentationml/2006/main">
  <p:tag name="PPSPLIT_ID" val=" 69"/>
</p:tagLst>
</file>

<file path=ppt/tags/tag1158.xml><?xml version="1.0" encoding="utf-8"?>
<p:tagLst xmlns:a="http://schemas.openxmlformats.org/drawingml/2006/main" xmlns:r="http://schemas.openxmlformats.org/officeDocument/2006/relationships" xmlns:p="http://schemas.openxmlformats.org/presentationml/2006/main">
  <p:tag name="PPSPLIT_ID" val=" 10"/>
</p:tagLst>
</file>

<file path=ppt/tags/tag11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6"/>
</p:tagLst>
</file>

<file path=ppt/tags/tag116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7"/>
</p:tagLst>
</file>

<file path=ppt/tags/tag1161.xml><?xml version="1.0" encoding="utf-8"?>
<p:tagLst xmlns:a="http://schemas.openxmlformats.org/drawingml/2006/main" xmlns:r="http://schemas.openxmlformats.org/officeDocument/2006/relationships" xmlns:p="http://schemas.openxmlformats.org/presentationml/2006/main">
  <p:tag name="TIMING" val="|0.8|0.4|0.5"/>
  <p:tag name="PPSPLIT_SPLIT" val="1"/>
  <p:tag name="PPSPLIT_ORIGINALSLIDENUMBER" val="28"/>
  <p:tag name="PPSPLIT_DONE" val="1"/>
</p:tagLst>
</file>

<file path=ppt/tags/tag1162.xml><?xml version="1.0" encoding="utf-8"?>
<p:tagLst xmlns:a="http://schemas.openxmlformats.org/drawingml/2006/main" xmlns:r="http://schemas.openxmlformats.org/officeDocument/2006/relationships" xmlns:p="http://schemas.openxmlformats.org/presentationml/2006/main">
  <p:tag name="PPSPLIT_ID" val=" 13"/>
</p:tagLst>
</file>

<file path=ppt/tags/tag1163.xml><?xml version="1.0" encoding="utf-8"?>
<p:tagLst xmlns:a="http://schemas.openxmlformats.org/drawingml/2006/main" xmlns:r="http://schemas.openxmlformats.org/officeDocument/2006/relationships" xmlns:p="http://schemas.openxmlformats.org/presentationml/2006/main">
  <p:tag name="PPSPLIT_ID" val=" 11"/>
</p:tagLst>
</file>

<file path=ppt/tags/tag1164.xml><?xml version="1.0" encoding="utf-8"?>
<p:tagLst xmlns:a="http://schemas.openxmlformats.org/drawingml/2006/main" xmlns:r="http://schemas.openxmlformats.org/officeDocument/2006/relationships" xmlns:p="http://schemas.openxmlformats.org/presentationml/2006/main">
  <p:tag name="PPSPLIT_ID" val=" 2"/>
</p:tagLst>
</file>

<file path=ppt/tags/tag1165.xml><?xml version="1.0" encoding="utf-8"?>
<p:tagLst xmlns:a="http://schemas.openxmlformats.org/drawingml/2006/main" xmlns:r="http://schemas.openxmlformats.org/officeDocument/2006/relationships" xmlns:p="http://schemas.openxmlformats.org/presentationml/2006/main">
  <p:tag name="PPSPLIT_ID" val=" 3"/>
</p:tagLst>
</file>

<file path=ppt/tags/tag1166.xml><?xml version="1.0" encoding="utf-8"?>
<p:tagLst xmlns:a="http://schemas.openxmlformats.org/drawingml/2006/main" xmlns:r="http://schemas.openxmlformats.org/officeDocument/2006/relationships" xmlns:p="http://schemas.openxmlformats.org/presentationml/2006/main">
  <p:tag name="PPSPLIT_ID" val=" 4"/>
</p:tagLst>
</file>

<file path=ppt/tags/tag1167.xml><?xml version="1.0" encoding="utf-8"?>
<p:tagLst xmlns:a="http://schemas.openxmlformats.org/drawingml/2006/main" xmlns:r="http://schemas.openxmlformats.org/officeDocument/2006/relationships" xmlns:p="http://schemas.openxmlformats.org/presentationml/2006/main">
  <p:tag name="PPSPLIT_ID" val=" 6"/>
</p:tagLst>
</file>

<file path=ppt/tags/tag1168.xml><?xml version="1.0" encoding="utf-8"?>
<p:tagLst xmlns:a="http://schemas.openxmlformats.org/drawingml/2006/main" xmlns:r="http://schemas.openxmlformats.org/officeDocument/2006/relationships" xmlns:p="http://schemas.openxmlformats.org/presentationml/2006/main">
  <p:tag name="PPSPLIT_ID" val=" 7"/>
</p:tagLst>
</file>

<file path=ppt/tags/tag1169.xml><?xml version="1.0" encoding="utf-8"?>
<p:tagLst xmlns:a="http://schemas.openxmlformats.org/drawingml/2006/main" xmlns:r="http://schemas.openxmlformats.org/officeDocument/2006/relationships" xmlns:p="http://schemas.openxmlformats.org/presentationml/2006/main">
  <p:tag name="PPSPLIT_ID" val=" 9"/>
</p:tagLst>
</file>

<file path=ppt/tags/tag1170.xml><?xml version="1.0" encoding="utf-8"?>
<p:tagLst xmlns:a="http://schemas.openxmlformats.org/drawingml/2006/main" xmlns:r="http://schemas.openxmlformats.org/officeDocument/2006/relationships" xmlns:p="http://schemas.openxmlformats.org/presentationml/2006/main">
  <p:tag name="TIMING" val="|0.8|0.4|0.5"/>
  <p:tag name="PPSPLIT_SPLIT" val="1"/>
  <p:tag name="PPSPLIT_ORIGINALSLIDENUMBER" val="28"/>
  <p:tag name="PPSPLIT_DONE" val="1"/>
</p:tagLst>
</file>

<file path=ppt/tags/tag1171.xml><?xml version="1.0" encoding="utf-8"?>
<p:tagLst xmlns:a="http://schemas.openxmlformats.org/drawingml/2006/main" xmlns:r="http://schemas.openxmlformats.org/officeDocument/2006/relationships" xmlns:p="http://schemas.openxmlformats.org/presentationml/2006/main">
  <p:tag name="PPSPLIT_ID" val=" 38"/>
</p:tagLst>
</file>

<file path=ppt/tags/tag1172.xml><?xml version="1.0" encoding="utf-8"?>
<p:tagLst xmlns:a="http://schemas.openxmlformats.org/drawingml/2006/main" xmlns:r="http://schemas.openxmlformats.org/officeDocument/2006/relationships" xmlns:p="http://schemas.openxmlformats.org/presentationml/2006/main">
  <p:tag name="PPSPLIT_ID" val=" 40"/>
</p:tagLst>
</file>

<file path=ppt/tags/tag1173.xml><?xml version="1.0" encoding="utf-8"?>
<p:tagLst xmlns:a="http://schemas.openxmlformats.org/drawingml/2006/main" xmlns:r="http://schemas.openxmlformats.org/officeDocument/2006/relationships" xmlns:p="http://schemas.openxmlformats.org/presentationml/2006/main">
  <p:tag name="PPSPLIT_ID" val=" 13"/>
</p:tagLst>
</file>

<file path=ppt/tags/tag1174.xml><?xml version="1.0" encoding="utf-8"?>
<p:tagLst xmlns:a="http://schemas.openxmlformats.org/drawingml/2006/main" xmlns:r="http://schemas.openxmlformats.org/officeDocument/2006/relationships" xmlns:p="http://schemas.openxmlformats.org/presentationml/2006/main">
  <p:tag name="PPSPLIT_ID" val=" 11"/>
</p:tagLst>
</file>

<file path=ppt/tags/tag1175.xml><?xml version="1.0" encoding="utf-8"?>
<p:tagLst xmlns:a="http://schemas.openxmlformats.org/drawingml/2006/main" xmlns:r="http://schemas.openxmlformats.org/officeDocument/2006/relationships" xmlns:p="http://schemas.openxmlformats.org/presentationml/2006/main">
  <p:tag name="PPSPLIT_ID" val=" 2"/>
</p:tagLst>
</file>

<file path=ppt/tags/tag1176.xml><?xml version="1.0" encoding="utf-8"?>
<p:tagLst xmlns:a="http://schemas.openxmlformats.org/drawingml/2006/main" xmlns:r="http://schemas.openxmlformats.org/officeDocument/2006/relationships" xmlns:p="http://schemas.openxmlformats.org/presentationml/2006/main">
  <p:tag name="PPSPLIT_ID" val=" 3"/>
</p:tagLst>
</file>

<file path=ppt/tags/tag1177.xml><?xml version="1.0" encoding="utf-8"?>
<p:tagLst xmlns:a="http://schemas.openxmlformats.org/drawingml/2006/main" xmlns:r="http://schemas.openxmlformats.org/officeDocument/2006/relationships" xmlns:p="http://schemas.openxmlformats.org/presentationml/2006/main">
  <p:tag name="PPSPLIT_ID" val=" 4"/>
</p:tagLst>
</file>

<file path=ppt/tags/tag1178.xml><?xml version="1.0" encoding="utf-8"?>
<p:tagLst xmlns:a="http://schemas.openxmlformats.org/drawingml/2006/main" xmlns:r="http://schemas.openxmlformats.org/officeDocument/2006/relationships" xmlns:p="http://schemas.openxmlformats.org/presentationml/2006/main">
  <p:tag name="PPSPLIT_ID" val=" 6"/>
</p:tagLst>
</file>

<file path=ppt/tags/tag1179.xml><?xml version="1.0" encoding="utf-8"?>
<p:tagLst xmlns:a="http://schemas.openxmlformats.org/drawingml/2006/main" xmlns:r="http://schemas.openxmlformats.org/officeDocument/2006/relationships" xmlns:p="http://schemas.openxmlformats.org/presentationml/2006/main">
  <p:tag name="PPSPLIT_ID" val=" 7"/>
</p:tagLst>
</file>

<file path=ppt/tags/tag1180.xml><?xml version="1.0" encoding="utf-8"?>
<p:tagLst xmlns:a="http://schemas.openxmlformats.org/drawingml/2006/main" xmlns:r="http://schemas.openxmlformats.org/officeDocument/2006/relationships" xmlns:p="http://schemas.openxmlformats.org/presentationml/2006/main">
  <p:tag name="PPSPLIT_ID" val=" 9"/>
</p:tagLst>
</file>

<file path=ppt/tags/tag1181.xml><?xml version="1.0" encoding="utf-8"?>
<p:tagLst xmlns:a="http://schemas.openxmlformats.org/drawingml/2006/main" xmlns:r="http://schemas.openxmlformats.org/officeDocument/2006/relationships" xmlns:p="http://schemas.openxmlformats.org/presentationml/2006/main">
  <p:tag name="PPSPLIT_ID" val=" 14"/>
</p:tagLst>
</file>

<file path=ppt/tags/tag1182.xml><?xml version="1.0" encoding="utf-8"?>
<p:tagLst xmlns:a="http://schemas.openxmlformats.org/drawingml/2006/main" xmlns:r="http://schemas.openxmlformats.org/officeDocument/2006/relationships" xmlns:p="http://schemas.openxmlformats.org/presentationml/2006/main">
  <p:tag name="PPSPLIT_ID" val=" 22"/>
</p:tagLst>
</file>

<file path=ppt/tags/tag1183.xml><?xml version="1.0" encoding="utf-8"?>
<p:tagLst xmlns:a="http://schemas.openxmlformats.org/drawingml/2006/main" xmlns:r="http://schemas.openxmlformats.org/officeDocument/2006/relationships" xmlns:p="http://schemas.openxmlformats.org/presentationml/2006/main">
  <p:tag name="PPSPLIT_ID" val=" 24"/>
</p:tagLst>
</file>

<file path=ppt/tags/tag1184.xml><?xml version="1.0" encoding="utf-8"?>
<p:tagLst xmlns:a="http://schemas.openxmlformats.org/drawingml/2006/main" xmlns:r="http://schemas.openxmlformats.org/officeDocument/2006/relationships" xmlns:p="http://schemas.openxmlformats.org/presentationml/2006/main">
  <p:tag name="PPSPLIT_ID" val=" 26"/>
</p:tagLst>
</file>

<file path=ppt/tags/tag1185.xml><?xml version="1.0" encoding="utf-8"?>
<p:tagLst xmlns:a="http://schemas.openxmlformats.org/drawingml/2006/main" xmlns:r="http://schemas.openxmlformats.org/officeDocument/2006/relationships" xmlns:p="http://schemas.openxmlformats.org/presentationml/2006/main">
  <p:tag name="TIMING" val="|0.8|0.4|0.5"/>
  <p:tag name="PPSPLIT_SPLIT" val="1"/>
  <p:tag name="PPSPLIT_ORIGINALSLIDENUMBER" val="28"/>
  <p:tag name="PPSPLIT_DONE" val="1"/>
</p:tagLst>
</file>

<file path=ppt/tags/tag1186.xml><?xml version="1.0" encoding="utf-8"?>
<p:tagLst xmlns:a="http://schemas.openxmlformats.org/drawingml/2006/main" xmlns:r="http://schemas.openxmlformats.org/officeDocument/2006/relationships" xmlns:p="http://schemas.openxmlformats.org/presentationml/2006/main">
  <p:tag name="PPSPLIT_ID" val=" 38"/>
</p:tagLst>
</file>

<file path=ppt/tags/tag1187.xml><?xml version="1.0" encoding="utf-8"?>
<p:tagLst xmlns:a="http://schemas.openxmlformats.org/drawingml/2006/main" xmlns:r="http://schemas.openxmlformats.org/officeDocument/2006/relationships" xmlns:p="http://schemas.openxmlformats.org/presentationml/2006/main">
  <p:tag name="PPSPLIT_ID" val=" 40"/>
</p:tagLst>
</file>

<file path=ppt/tags/tag1188.xml><?xml version="1.0" encoding="utf-8"?>
<p:tagLst xmlns:a="http://schemas.openxmlformats.org/drawingml/2006/main" xmlns:r="http://schemas.openxmlformats.org/officeDocument/2006/relationships" xmlns:p="http://schemas.openxmlformats.org/presentationml/2006/main">
  <p:tag name="PPSPLIT_ID" val=" 42"/>
</p:tagLst>
</file>

<file path=ppt/tags/tag1189.xml><?xml version="1.0" encoding="utf-8"?>
<p:tagLst xmlns:a="http://schemas.openxmlformats.org/drawingml/2006/main" xmlns:r="http://schemas.openxmlformats.org/officeDocument/2006/relationships" xmlns:p="http://schemas.openxmlformats.org/presentationml/2006/main">
  <p:tag name="PPSPLIT_ID" val=" 44"/>
</p:tagLst>
</file>

<file path=ppt/tags/tag1190.xml><?xml version="1.0" encoding="utf-8"?>
<p:tagLst xmlns:a="http://schemas.openxmlformats.org/drawingml/2006/main" xmlns:r="http://schemas.openxmlformats.org/officeDocument/2006/relationships" xmlns:p="http://schemas.openxmlformats.org/presentationml/2006/main">
  <p:tag name="PPSPLIT_ID" val=" 13"/>
</p:tagLst>
</file>

<file path=ppt/tags/tag1191.xml><?xml version="1.0" encoding="utf-8"?>
<p:tagLst xmlns:a="http://schemas.openxmlformats.org/drawingml/2006/main" xmlns:r="http://schemas.openxmlformats.org/officeDocument/2006/relationships" xmlns:p="http://schemas.openxmlformats.org/presentationml/2006/main">
  <p:tag name="PPSPLIT_ID" val=" 11"/>
</p:tagLst>
</file>

<file path=ppt/tags/tag1192.xml><?xml version="1.0" encoding="utf-8"?>
<p:tagLst xmlns:a="http://schemas.openxmlformats.org/drawingml/2006/main" xmlns:r="http://schemas.openxmlformats.org/officeDocument/2006/relationships" xmlns:p="http://schemas.openxmlformats.org/presentationml/2006/main">
  <p:tag name="PPSPLIT_ID" val=" 2"/>
</p:tagLst>
</file>

<file path=ppt/tags/tag1193.xml><?xml version="1.0" encoding="utf-8"?>
<p:tagLst xmlns:a="http://schemas.openxmlformats.org/drawingml/2006/main" xmlns:r="http://schemas.openxmlformats.org/officeDocument/2006/relationships" xmlns:p="http://schemas.openxmlformats.org/presentationml/2006/main">
  <p:tag name="PPSPLIT_ID" val=" 3"/>
</p:tagLst>
</file>

<file path=ppt/tags/tag1194.xml><?xml version="1.0" encoding="utf-8"?>
<p:tagLst xmlns:a="http://schemas.openxmlformats.org/drawingml/2006/main" xmlns:r="http://schemas.openxmlformats.org/officeDocument/2006/relationships" xmlns:p="http://schemas.openxmlformats.org/presentationml/2006/main">
  <p:tag name="PPSPLIT_ID" val=" 4"/>
</p:tagLst>
</file>

<file path=ppt/tags/tag1195.xml><?xml version="1.0" encoding="utf-8"?>
<p:tagLst xmlns:a="http://schemas.openxmlformats.org/drawingml/2006/main" xmlns:r="http://schemas.openxmlformats.org/officeDocument/2006/relationships" xmlns:p="http://schemas.openxmlformats.org/presentationml/2006/main">
  <p:tag name="PPSPLIT_ID" val=" 6"/>
</p:tagLst>
</file>

<file path=ppt/tags/tag1196.xml><?xml version="1.0" encoding="utf-8"?>
<p:tagLst xmlns:a="http://schemas.openxmlformats.org/drawingml/2006/main" xmlns:r="http://schemas.openxmlformats.org/officeDocument/2006/relationships" xmlns:p="http://schemas.openxmlformats.org/presentationml/2006/main">
  <p:tag name="PPSPLIT_ID" val=" 7"/>
</p:tagLst>
</file>

<file path=ppt/tags/tag1197.xml><?xml version="1.0" encoding="utf-8"?>
<p:tagLst xmlns:a="http://schemas.openxmlformats.org/drawingml/2006/main" xmlns:r="http://schemas.openxmlformats.org/officeDocument/2006/relationships" xmlns:p="http://schemas.openxmlformats.org/presentationml/2006/main">
  <p:tag name="PPSPLIT_ID" val=" 9"/>
</p:tagLst>
</file>

<file path=ppt/tags/tag1198.xml><?xml version="1.0" encoding="utf-8"?>
<p:tagLst xmlns:a="http://schemas.openxmlformats.org/drawingml/2006/main" xmlns:r="http://schemas.openxmlformats.org/officeDocument/2006/relationships" xmlns:p="http://schemas.openxmlformats.org/presentationml/2006/main">
  <p:tag name="PPSPLIT_ID" val=" 14"/>
</p:tagLst>
</file>

<file path=ppt/tags/tag1199.xml><?xml version="1.0" encoding="utf-8"?>
<p:tagLst xmlns:a="http://schemas.openxmlformats.org/drawingml/2006/main" xmlns:r="http://schemas.openxmlformats.org/officeDocument/2006/relationships" xmlns:p="http://schemas.openxmlformats.org/presentationml/2006/main">
  <p:tag name="PPSPLIT_ID" val=" 16"/>
</p:tagLst>
</file>

<file path=ppt/tags/tag1200.xml><?xml version="1.0" encoding="utf-8"?>
<p:tagLst xmlns:a="http://schemas.openxmlformats.org/drawingml/2006/main" xmlns:r="http://schemas.openxmlformats.org/officeDocument/2006/relationships" xmlns:p="http://schemas.openxmlformats.org/presentationml/2006/main">
  <p:tag name="PPSPLIT_ID" val=" 20"/>
</p:tagLst>
</file>

<file path=ppt/tags/tag1201.xml><?xml version="1.0" encoding="utf-8"?>
<p:tagLst xmlns:a="http://schemas.openxmlformats.org/drawingml/2006/main" xmlns:r="http://schemas.openxmlformats.org/officeDocument/2006/relationships" xmlns:p="http://schemas.openxmlformats.org/presentationml/2006/main">
  <p:tag name="PPSPLIT_ID" val=" 22"/>
</p:tagLst>
</file>

<file path=ppt/tags/tag1202.xml><?xml version="1.0" encoding="utf-8"?>
<p:tagLst xmlns:a="http://schemas.openxmlformats.org/drawingml/2006/main" xmlns:r="http://schemas.openxmlformats.org/officeDocument/2006/relationships" xmlns:p="http://schemas.openxmlformats.org/presentationml/2006/main">
  <p:tag name="PPSPLIT_ID" val=" 24"/>
</p:tagLst>
</file>

<file path=ppt/tags/tag1203.xml><?xml version="1.0" encoding="utf-8"?>
<p:tagLst xmlns:a="http://schemas.openxmlformats.org/drawingml/2006/main" xmlns:r="http://schemas.openxmlformats.org/officeDocument/2006/relationships" xmlns:p="http://schemas.openxmlformats.org/presentationml/2006/main">
  <p:tag name="PPSPLIT_ID" val=" 26"/>
</p:tagLst>
</file>

<file path=ppt/tags/tag1204.xml><?xml version="1.0" encoding="utf-8"?>
<p:tagLst xmlns:a="http://schemas.openxmlformats.org/drawingml/2006/main" xmlns:r="http://schemas.openxmlformats.org/officeDocument/2006/relationships" xmlns:p="http://schemas.openxmlformats.org/presentationml/2006/main">
  <p:tag name="PPSPLIT_ID" val=" 28"/>
</p:tagLst>
</file>

<file path=ppt/tags/tag1205.xml><?xml version="1.0" encoding="utf-8"?>
<p:tagLst xmlns:a="http://schemas.openxmlformats.org/drawingml/2006/main" xmlns:r="http://schemas.openxmlformats.org/officeDocument/2006/relationships" xmlns:p="http://schemas.openxmlformats.org/presentationml/2006/main">
  <p:tag name="PPSPLIT_ID" val=" 30"/>
</p:tagLst>
</file>

<file path=ppt/tags/tag1206.xml><?xml version="1.0" encoding="utf-8"?>
<p:tagLst xmlns:a="http://schemas.openxmlformats.org/drawingml/2006/main" xmlns:r="http://schemas.openxmlformats.org/officeDocument/2006/relationships" xmlns:p="http://schemas.openxmlformats.org/presentationml/2006/main">
  <p:tag name="TIMING" val="|0.8|0.4|0.5"/>
  <p:tag name="PPSPLIT_SPLIT" val="1"/>
  <p:tag name="PPSPLIT_ORIGINALSLIDENUMBER" val="28"/>
</p:tagLst>
</file>

<file path=ppt/tags/tag1207.xml><?xml version="1.0" encoding="utf-8"?>
<p:tagLst xmlns:a="http://schemas.openxmlformats.org/drawingml/2006/main" xmlns:r="http://schemas.openxmlformats.org/officeDocument/2006/relationships" xmlns:p="http://schemas.openxmlformats.org/presentationml/2006/main">
  <p:tag name="PPSPLIT_ID" val=" 38"/>
</p:tagLst>
</file>

<file path=ppt/tags/tag1208.xml><?xml version="1.0" encoding="utf-8"?>
<p:tagLst xmlns:a="http://schemas.openxmlformats.org/drawingml/2006/main" xmlns:r="http://schemas.openxmlformats.org/officeDocument/2006/relationships" xmlns:p="http://schemas.openxmlformats.org/presentationml/2006/main">
  <p:tag name="PPSPLIT_ID" val=" 40"/>
</p:tagLst>
</file>

<file path=ppt/tags/tag1209.xml><?xml version="1.0" encoding="utf-8"?>
<p:tagLst xmlns:a="http://schemas.openxmlformats.org/drawingml/2006/main" xmlns:r="http://schemas.openxmlformats.org/officeDocument/2006/relationships" xmlns:p="http://schemas.openxmlformats.org/presentationml/2006/main">
  <p:tag name="PPSPLIT_ID" val=" 42"/>
</p:tagLst>
</file>

<file path=ppt/tags/tag1210.xml><?xml version="1.0" encoding="utf-8"?>
<p:tagLst xmlns:a="http://schemas.openxmlformats.org/drawingml/2006/main" xmlns:r="http://schemas.openxmlformats.org/officeDocument/2006/relationships" xmlns:p="http://schemas.openxmlformats.org/presentationml/2006/main">
  <p:tag name="PPSPLIT_ID" val=" 44"/>
</p:tagLst>
</file>

<file path=ppt/tags/tag1211.xml><?xml version="1.0" encoding="utf-8"?>
<p:tagLst xmlns:a="http://schemas.openxmlformats.org/drawingml/2006/main" xmlns:r="http://schemas.openxmlformats.org/officeDocument/2006/relationships" xmlns:p="http://schemas.openxmlformats.org/presentationml/2006/main">
  <p:tag name="PPSPLIT_ID" val=" 13"/>
</p:tagLst>
</file>

<file path=ppt/tags/tag1212.xml><?xml version="1.0" encoding="utf-8"?>
<p:tagLst xmlns:a="http://schemas.openxmlformats.org/drawingml/2006/main" xmlns:r="http://schemas.openxmlformats.org/officeDocument/2006/relationships" xmlns:p="http://schemas.openxmlformats.org/presentationml/2006/main">
  <p:tag name="PPSPLIT_ID" val=" 11"/>
</p:tagLst>
</file>

<file path=ppt/tags/tag1213.xml><?xml version="1.0" encoding="utf-8"?>
<p:tagLst xmlns:a="http://schemas.openxmlformats.org/drawingml/2006/main" xmlns:r="http://schemas.openxmlformats.org/officeDocument/2006/relationships" xmlns:p="http://schemas.openxmlformats.org/presentationml/2006/main">
  <p:tag name="PPSPLIT_ID" val=" 2"/>
</p:tagLst>
</file>

<file path=ppt/tags/tag1214.xml><?xml version="1.0" encoding="utf-8"?>
<p:tagLst xmlns:a="http://schemas.openxmlformats.org/drawingml/2006/main" xmlns:r="http://schemas.openxmlformats.org/officeDocument/2006/relationships" xmlns:p="http://schemas.openxmlformats.org/presentationml/2006/main">
  <p:tag name="PPSPLIT_ID" val=" 3"/>
</p:tagLst>
</file>

<file path=ppt/tags/tag1215.xml><?xml version="1.0" encoding="utf-8"?>
<p:tagLst xmlns:a="http://schemas.openxmlformats.org/drawingml/2006/main" xmlns:r="http://schemas.openxmlformats.org/officeDocument/2006/relationships" xmlns:p="http://schemas.openxmlformats.org/presentationml/2006/main">
  <p:tag name="PPSPLIT_ID" val=" 4"/>
</p:tagLst>
</file>

<file path=ppt/tags/tag1216.xml><?xml version="1.0" encoding="utf-8"?>
<p:tagLst xmlns:a="http://schemas.openxmlformats.org/drawingml/2006/main" xmlns:r="http://schemas.openxmlformats.org/officeDocument/2006/relationships" xmlns:p="http://schemas.openxmlformats.org/presentationml/2006/main">
  <p:tag name="PPSPLIT_ID" val=" 6"/>
</p:tagLst>
</file>

<file path=ppt/tags/tag1217.xml><?xml version="1.0" encoding="utf-8"?>
<p:tagLst xmlns:a="http://schemas.openxmlformats.org/drawingml/2006/main" xmlns:r="http://schemas.openxmlformats.org/officeDocument/2006/relationships" xmlns:p="http://schemas.openxmlformats.org/presentationml/2006/main">
  <p:tag name="PPSPLIT_ID" val=" 7"/>
</p:tagLst>
</file>

<file path=ppt/tags/tag1218.xml><?xml version="1.0" encoding="utf-8"?>
<p:tagLst xmlns:a="http://schemas.openxmlformats.org/drawingml/2006/main" xmlns:r="http://schemas.openxmlformats.org/officeDocument/2006/relationships" xmlns:p="http://schemas.openxmlformats.org/presentationml/2006/main">
  <p:tag name="PPSPLIT_ID" val=" 9"/>
</p:tagLst>
</file>

<file path=ppt/tags/tag1219.xml><?xml version="1.0" encoding="utf-8"?>
<p:tagLst xmlns:a="http://schemas.openxmlformats.org/drawingml/2006/main" xmlns:r="http://schemas.openxmlformats.org/officeDocument/2006/relationships" xmlns:p="http://schemas.openxmlformats.org/presentationml/2006/main">
  <p:tag name="PPSPLIT_ID" val=" 14"/>
</p:tagLst>
</file>

<file path=ppt/tags/tag1220.xml><?xml version="1.0" encoding="utf-8"?>
<p:tagLst xmlns:a="http://schemas.openxmlformats.org/drawingml/2006/main" xmlns:r="http://schemas.openxmlformats.org/officeDocument/2006/relationships" xmlns:p="http://schemas.openxmlformats.org/presentationml/2006/main">
  <p:tag name="PPSPLIT_ID" val=" 16"/>
</p:tagLst>
</file>

<file path=ppt/tags/tag1221.xml><?xml version="1.0" encoding="utf-8"?>
<p:tagLst xmlns:a="http://schemas.openxmlformats.org/drawingml/2006/main" xmlns:r="http://schemas.openxmlformats.org/officeDocument/2006/relationships" xmlns:p="http://schemas.openxmlformats.org/presentationml/2006/main">
  <p:tag name="PPSPLIT_ID" val=" 20"/>
</p:tagLst>
</file>

<file path=ppt/tags/tag1222.xml><?xml version="1.0" encoding="utf-8"?>
<p:tagLst xmlns:a="http://schemas.openxmlformats.org/drawingml/2006/main" xmlns:r="http://schemas.openxmlformats.org/officeDocument/2006/relationships" xmlns:p="http://schemas.openxmlformats.org/presentationml/2006/main">
  <p:tag name="PPSPLIT_ID" val=" 22"/>
</p:tagLst>
</file>

<file path=ppt/tags/tag1223.xml><?xml version="1.0" encoding="utf-8"?>
<p:tagLst xmlns:a="http://schemas.openxmlformats.org/drawingml/2006/main" xmlns:r="http://schemas.openxmlformats.org/officeDocument/2006/relationships" xmlns:p="http://schemas.openxmlformats.org/presentationml/2006/main">
  <p:tag name="PPSPLIT_ID" val=" 24"/>
</p:tagLst>
</file>

<file path=ppt/tags/tag1224.xml><?xml version="1.0" encoding="utf-8"?>
<p:tagLst xmlns:a="http://schemas.openxmlformats.org/drawingml/2006/main" xmlns:r="http://schemas.openxmlformats.org/officeDocument/2006/relationships" xmlns:p="http://schemas.openxmlformats.org/presentationml/2006/main">
  <p:tag name="PPSPLIT_ID" val=" 26"/>
</p:tagLst>
</file>

<file path=ppt/tags/tag1225.xml><?xml version="1.0" encoding="utf-8"?>
<p:tagLst xmlns:a="http://schemas.openxmlformats.org/drawingml/2006/main" xmlns:r="http://schemas.openxmlformats.org/officeDocument/2006/relationships" xmlns:p="http://schemas.openxmlformats.org/presentationml/2006/main">
  <p:tag name="PPSPLIT_ID" val=" 28"/>
</p:tagLst>
</file>

<file path=ppt/tags/tag1226.xml><?xml version="1.0" encoding="utf-8"?>
<p:tagLst xmlns:a="http://schemas.openxmlformats.org/drawingml/2006/main" xmlns:r="http://schemas.openxmlformats.org/officeDocument/2006/relationships" xmlns:p="http://schemas.openxmlformats.org/presentationml/2006/main">
  <p:tag name="PPSPLIT_ID" val=" 30"/>
</p:tagLst>
</file>

<file path=ppt/tags/tag1227.xml><?xml version="1.0" encoding="utf-8"?>
<p:tagLst xmlns:a="http://schemas.openxmlformats.org/drawingml/2006/main" xmlns:r="http://schemas.openxmlformats.org/officeDocument/2006/relationships" xmlns:p="http://schemas.openxmlformats.org/presentationml/2006/main">
  <p:tag name="PPSPLIT_ID" val=" 35"/>
</p:tagLst>
</file>

<file path=ppt/tags/tag1228.xml><?xml version="1.0" encoding="utf-8"?>
<p:tagLst xmlns:a="http://schemas.openxmlformats.org/drawingml/2006/main" xmlns:r="http://schemas.openxmlformats.org/officeDocument/2006/relationships" xmlns:p="http://schemas.openxmlformats.org/presentationml/2006/main">
  <p:tag name="PPSPLIT_ID" val=" 36"/>
</p:tagLst>
</file>

<file path=ppt/tags/tag1229.xml><?xml version="1.0" encoding="utf-8"?>
<p:tagLst xmlns:a="http://schemas.openxmlformats.org/drawingml/2006/main" xmlns:r="http://schemas.openxmlformats.org/officeDocument/2006/relationships" xmlns:p="http://schemas.openxmlformats.org/presentationml/2006/main">
  <p:tag name="TIMING" val="|1.5|0.4"/>
  <p:tag name="PPSPLIT_SPLIT" val="1"/>
  <p:tag name="PPSPLIT_ORIGINALSLIDENUMBER" val="29"/>
  <p:tag name="PPSPLIT_DONE" val="1"/>
</p:tagLst>
</file>

<file path=ppt/tags/tag1230.xml><?xml version="1.0" encoding="utf-8"?>
<p:tagLst xmlns:a="http://schemas.openxmlformats.org/drawingml/2006/main" xmlns:r="http://schemas.openxmlformats.org/officeDocument/2006/relationships" xmlns:p="http://schemas.openxmlformats.org/presentationml/2006/main">
  <p:tag name="PPSPLIT_ID" val=" 8"/>
</p:tagLst>
</file>

<file path=ppt/tags/tag1231.xml><?xml version="1.0" encoding="utf-8"?>
<p:tagLst xmlns:a="http://schemas.openxmlformats.org/drawingml/2006/main" xmlns:r="http://schemas.openxmlformats.org/officeDocument/2006/relationships" xmlns:p="http://schemas.openxmlformats.org/presentationml/2006/main">
  <p:tag name="PPSPLIT_ID" val=" 2"/>
</p:tagLst>
</file>

<file path=ppt/tags/tag1232.xml><?xml version="1.0" encoding="utf-8"?>
<p:tagLst xmlns:a="http://schemas.openxmlformats.org/drawingml/2006/main" xmlns:r="http://schemas.openxmlformats.org/officeDocument/2006/relationships" xmlns:p="http://schemas.openxmlformats.org/presentationml/2006/main">
  <p:tag name="PPSPLIT_ID" val=" 3"/>
</p:tagLst>
</file>

<file path=ppt/tags/tag1233.xml><?xml version="1.0" encoding="utf-8"?>
<p:tagLst xmlns:a="http://schemas.openxmlformats.org/drawingml/2006/main" xmlns:r="http://schemas.openxmlformats.org/officeDocument/2006/relationships" xmlns:p="http://schemas.openxmlformats.org/presentationml/2006/main">
  <p:tag name="PPSPLIT_ID" val=" 4"/>
</p:tagLst>
</file>

<file path=ppt/tags/tag1234.xml><?xml version="1.0" encoding="utf-8"?>
<p:tagLst xmlns:a="http://schemas.openxmlformats.org/drawingml/2006/main" xmlns:r="http://schemas.openxmlformats.org/officeDocument/2006/relationships" xmlns:p="http://schemas.openxmlformats.org/presentationml/2006/main">
  <p:tag name="TIMING" val="|1.5|0.4"/>
  <p:tag name="PPSPLIT_SPLIT" val="1"/>
  <p:tag name="PPSPLIT_ORIGINALSLIDENUMBER" val="29"/>
  <p:tag name="PPSPLIT_DONE" val="1"/>
</p:tagLst>
</file>

<file path=ppt/tags/tag1235.xml><?xml version="1.0" encoding="utf-8"?>
<p:tagLst xmlns:a="http://schemas.openxmlformats.org/drawingml/2006/main" xmlns:r="http://schemas.openxmlformats.org/officeDocument/2006/relationships" xmlns:p="http://schemas.openxmlformats.org/presentationml/2006/main">
  <p:tag name="PPSPLIT_ID" val=" 8"/>
</p:tagLst>
</file>

<file path=ppt/tags/tag1236.xml><?xml version="1.0" encoding="utf-8"?>
<p:tagLst xmlns:a="http://schemas.openxmlformats.org/drawingml/2006/main" xmlns:r="http://schemas.openxmlformats.org/officeDocument/2006/relationships" xmlns:p="http://schemas.openxmlformats.org/presentationml/2006/main">
  <p:tag name="PPSPLIT_ID" val=" 2"/>
</p:tagLst>
</file>

<file path=ppt/tags/tag1237.xml><?xml version="1.0" encoding="utf-8"?>
<p:tagLst xmlns:a="http://schemas.openxmlformats.org/drawingml/2006/main" xmlns:r="http://schemas.openxmlformats.org/officeDocument/2006/relationships" xmlns:p="http://schemas.openxmlformats.org/presentationml/2006/main">
  <p:tag name="PPSPLIT_ID" val=" 3"/>
</p:tagLst>
</file>

<file path=ppt/tags/tag1238.xml><?xml version="1.0" encoding="utf-8"?>
<p:tagLst xmlns:a="http://schemas.openxmlformats.org/drawingml/2006/main" xmlns:r="http://schemas.openxmlformats.org/officeDocument/2006/relationships" xmlns:p="http://schemas.openxmlformats.org/presentationml/2006/main">
  <p:tag name="PPSPLIT_ID" val=" 4"/>
</p:tagLst>
</file>

<file path=ppt/tags/tag1239.xml><?xml version="1.0" encoding="utf-8"?>
<p:tagLst xmlns:a="http://schemas.openxmlformats.org/drawingml/2006/main" xmlns:r="http://schemas.openxmlformats.org/officeDocument/2006/relationships" xmlns:p="http://schemas.openxmlformats.org/presentationml/2006/main">
  <p:tag name="PPSPLIT_ID" val=" 13"/>
</p:tagLst>
</file>

<file path=ppt/tags/tag1240.xml><?xml version="1.0" encoding="utf-8"?>
<p:tagLst xmlns:a="http://schemas.openxmlformats.org/drawingml/2006/main" xmlns:r="http://schemas.openxmlformats.org/officeDocument/2006/relationships" xmlns:p="http://schemas.openxmlformats.org/presentationml/2006/main">
  <p:tag name="PPSPLIT_ID" val=" 30"/>
</p:tagLst>
</file>

<file path=ppt/tags/tag1241.xml><?xml version="1.0" encoding="utf-8"?>
<p:tagLst xmlns:a="http://schemas.openxmlformats.org/drawingml/2006/main" xmlns:r="http://schemas.openxmlformats.org/officeDocument/2006/relationships" xmlns:p="http://schemas.openxmlformats.org/presentationml/2006/main">
  <p:tag name="PPSPLIT_ID" val=" 7"/>
</p:tagLst>
</file>

<file path=ppt/tags/tag1242.xml><?xml version="1.0" encoding="utf-8"?>
<p:tagLst xmlns:a="http://schemas.openxmlformats.org/drawingml/2006/main" xmlns:r="http://schemas.openxmlformats.org/officeDocument/2006/relationships" xmlns:p="http://schemas.openxmlformats.org/presentationml/2006/main">
  <p:tag name="PPSPLIT_ID" val=" 11"/>
</p:tagLst>
</file>

<file path=ppt/tags/tag1243.xml><?xml version="1.0" encoding="utf-8"?>
<p:tagLst xmlns:a="http://schemas.openxmlformats.org/drawingml/2006/main" xmlns:r="http://schemas.openxmlformats.org/officeDocument/2006/relationships" xmlns:p="http://schemas.openxmlformats.org/presentationml/2006/main">
  <p:tag name="TIMING" val="|1.5|0.4"/>
  <p:tag name="PPSPLIT_SPLIT" val="1"/>
  <p:tag name="PPSPLIT_ORIGINALSLIDENUMBER" val="29"/>
</p:tagLst>
</file>

<file path=ppt/tags/tag1244.xml><?xml version="1.0" encoding="utf-8"?>
<p:tagLst xmlns:a="http://schemas.openxmlformats.org/drawingml/2006/main" xmlns:r="http://schemas.openxmlformats.org/officeDocument/2006/relationships" xmlns:p="http://schemas.openxmlformats.org/presentationml/2006/main">
  <p:tag name="PPSPLIT_ID" val=" 8"/>
</p:tagLst>
</file>

<file path=ppt/tags/tag1245.xml><?xml version="1.0" encoding="utf-8"?>
<p:tagLst xmlns:a="http://schemas.openxmlformats.org/drawingml/2006/main" xmlns:r="http://schemas.openxmlformats.org/officeDocument/2006/relationships" xmlns:p="http://schemas.openxmlformats.org/presentationml/2006/main">
  <p:tag name="PPSPLIT_ID" val=" 2"/>
</p:tagLst>
</file>

<file path=ppt/tags/tag1246.xml><?xml version="1.0" encoding="utf-8"?>
<p:tagLst xmlns:a="http://schemas.openxmlformats.org/drawingml/2006/main" xmlns:r="http://schemas.openxmlformats.org/officeDocument/2006/relationships" xmlns:p="http://schemas.openxmlformats.org/presentationml/2006/main">
  <p:tag name="PPSPLIT_ID" val=" 3"/>
</p:tagLst>
</file>

<file path=ppt/tags/tag1247.xml><?xml version="1.0" encoding="utf-8"?>
<p:tagLst xmlns:a="http://schemas.openxmlformats.org/drawingml/2006/main" xmlns:r="http://schemas.openxmlformats.org/officeDocument/2006/relationships" xmlns:p="http://schemas.openxmlformats.org/presentationml/2006/main">
  <p:tag name="PPSPLIT_ID" val=" 4"/>
</p:tagLst>
</file>

<file path=ppt/tags/tag1248.xml><?xml version="1.0" encoding="utf-8"?>
<p:tagLst xmlns:a="http://schemas.openxmlformats.org/drawingml/2006/main" xmlns:r="http://schemas.openxmlformats.org/officeDocument/2006/relationships" xmlns:p="http://schemas.openxmlformats.org/presentationml/2006/main">
  <p:tag name="PPSPLIT_ID" val=" 13"/>
</p:tagLst>
</file>

<file path=ppt/tags/tag1249.xml><?xml version="1.0" encoding="utf-8"?>
<p:tagLst xmlns:a="http://schemas.openxmlformats.org/drawingml/2006/main" xmlns:r="http://schemas.openxmlformats.org/officeDocument/2006/relationships" xmlns:p="http://schemas.openxmlformats.org/presentationml/2006/main">
  <p:tag name="PPSPLIT_ID" val=" 30"/>
</p:tagLst>
</file>

<file path=ppt/tags/tag1250.xml><?xml version="1.0" encoding="utf-8"?>
<p:tagLst xmlns:a="http://schemas.openxmlformats.org/drawingml/2006/main" xmlns:r="http://schemas.openxmlformats.org/officeDocument/2006/relationships" xmlns:p="http://schemas.openxmlformats.org/presentationml/2006/main">
  <p:tag name="PPSPLIT_ID" val=" 5"/>
</p:tagLst>
</file>

<file path=ppt/tags/tag1251.xml><?xml version="1.0" encoding="utf-8"?>
<p:tagLst xmlns:a="http://schemas.openxmlformats.org/drawingml/2006/main" xmlns:r="http://schemas.openxmlformats.org/officeDocument/2006/relationships" xmlns:p="http://schemas.openxmlformats.org/presentationml/2006/main">
  <p:tag name="PPSPLIT_ID" val=" 7"/>
</p:tagLst>
</file>

<file path=ppt/tags/tag1252.xml><?xml version="1.0" encoding="utf-8"?>
<p:tagLst xmlns:a="http://schemas.openxmlformats.org/drawingml/2006/main" xmlns:r="http://schemas.openxmlformats.org/officeDocument/2006/relationships" xmlns:p="http://schemas.openxmlformats.org/presentationml/2006/main">
  <p:tag name="PPSPLIT_ID" val=" 11"/>
</p:tagLst>
</file>

<file path=ppt/tags/tag1253.xml><?xml version="1.0" encoding="utf-8"?>
<p:tagLst xmlns:a="http://schemas.openxmlformats.org/drawingml/2006/main" xmlns:r="http://schemas.openxmlformats.org/officeDocument/2006/relationships" xmlns:p="http://schemas.openxmlformats.org/presentationml/2006/main">
  <p:tag name="PPSPLIT_ID" val=" 14"/>
</p:tagLst>
</file>

<file path=ppt/tags/tag12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0"/>
</p:tagLst>
</file>

<file path=ppt/tags/tag1255.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256.xml><?xml version="1.0" encoding="utf-8"?>
<p:tagLst xmlns:a="http://schemas.openxmlformats.org/drawingml/2006/main" xmlns:r="http://schemas.openxmlformats.org/officeDocument/2006/relationships" xmlns:p="http://schemas.openxmlformats.org/presentationml/2006/main">
  <p:tag name="PPSPLIT_ID" val=" 20"/>
</p:tagLst>
</file>

<file path=ppt/tags/tag1257.xml><?xml version="1.0" encoding="utf-8"?>
<p:tagLst xmlns:a="http://schemas.openxmlformats.org/drawingml/2006/main" xmlns:r="http://schemas.openxmlformats.org/officeDocument/2006/relationships" xmlns:p="http://schemas.openxmlformats.org/presentationml/2006/main">
  <p:tag name="PPSPLIT_ID" val=" 32"/>
</p:tagLst>
</file>

<file path=ppt/tags/tag1258.xml><?xml version="1.0" encoding="utf-8"?>
<p:tagLst xmlns:a="http://schemas.openxmlformats.org/drawingml/2006/main" xmlns:r="http://schemas.openxmlformats.org/officeDocument/2006/relationships" xmlns:p="http://schemas.openxmlformats.org/presentationml/2006/main">
  <p:tag name="PPSPLIT_ID" val=" 7"/>
</p:tagLst>
</file>

<file path=ppt/tags/tag1259.xml><?xml version="1.0" encoding="utf-8"?>
<p:tagLst xmlns:a="http://schemas.openxmlformats.org/drawingml/2006/main" xmlns:r="http://schemas.openxmlformats.org/officeDocument/2006/relationships" xmlns:p="http://schemas.openxmlformats.org/presentationml/2006/main">
  <p:tag name="PPSPLIT_ID" val=" 9"/>
</p:tagLst>
</file>

<file path=ppt/tags/tag1260.xml><?xml version="1.0" encoding="utf-8"?>
<p:tagLst xmlns:a="http://schemas.openxmlformats.org/drawingml/2006/main" xmlns:r="http://schemas.openxmlformats.org/officeDocument/2006/relationships" xmlns:p="http://schemas.openxmlformats.org/presentationml/2006/main">
  <p:tag name="PPSPLIT_ID" val=" 2"/>
</p:tagLst>
</file>

<file path=ppt/tags/tag1261.xml><?xml version="1.0" encoding="utf-8"?>
<p:tagLst xmlns:a="http://schemas.openxmlformats.org/drawingml/2006/main" xmlns:r="http://schemas.openxmlformats.org/officeDocument/2006/relationships" xmlns:p="http://schemas.openxmlformats.org/presentationml/2006/main">
  <p:tag name="PPSPLIT_ID" val=" 3"/>
</p:tagLst>
</file>

<file path=ppt/tags/tag1262.xml><?xml version="1.0" encoding="utf-8"?>
<p:tagLst xmlns:a="http://schemas.openxmlformats.org/drawingml/2006/main" xmlns:r="http://schemas.openxmlformats.org/officeDocument/2006/relationships" xmlns:p="http://schemas.openxmlformats.org/presentationml/2006/main">
  <p:tag name="PPSPLIT_ID" val=" 4"/>
</p:tagLst>
</file>

<file path=ppt/tags/tag1263.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264.xml><?xml version="1.0" encoding="utf-8"?>
<p:tagLst xmlns:a="http://schemas.openxmlformats.org/drawingml/2006/main" xmlns:r="http://schemas.openxmlformats.org/officeDocument/2006/relationships" xmlns:p="http://schemas.openxmlformats.org/presentationml/2006/main">
  <p:tag name="PPSPLIT_ID" val=" 19"/>
</p:tagLst>
</file>

<file path=ppt/tags/tag1265.xml><?xml version="1.0" encoding="utf-8"?>
<p:tagLst xmlns:a="http://schemas.openxmlformats.org/drawingml/2006/main" xmlns:r="http://schemas.openxmlformats.org/officeDocument/2006/relationships" xmlns:p="http://schemas.openxmlformats.org/presentationml/2006/main">
  <p:tag name="PPSPLIT_ID" val=" 8"/>
</p:tagLst>
</file>

<file path=ppt/tags/tag1266.xml><?xml version="1.0" encoding="utf-8"?>
<p:tagLst xmlns:a="http://schemas.openxmlformats.org/drawingml/2006/main" xmlns:r="http://schemas.openxmlformats.org/officeDocument/2006/relationships" xmlns:p="http://schemas.openxmlformats.org/presentationml/2006/main">
  <p:tag name="PPSPLIT_ID" val=" 20"/>
</p:tagLst>
</file>

<file path=ppt/tags/tag1267.xml><?xml version="1.0" encoding="utf-8"?>
<p:tagLst xmlns:a="http://schemas.openxmlformats.org/drawingml/2006/main" xmlns:r="http://schemas.openxmlformats.org/officeDocument/2006/relationships" xmlns:p="http://schemas.openxmlformats.org/presentationml/2006/main">
  <p:tag name="PPSPLIT_ID" val=" 32"/>
</p:tagLst>
</file>

<file path=ppt/tags/tag1268.xml><?xml version="1.0" encoding="utf-8"?>
<p:tagLst xmlns:a="http://schemas.openxmlformats.org/drawingml/2006/main" xmlns:r="http://schemas.openxmlformats.org/officeDocument/2006/relationships" xmlns:p="http://schemas.openxmlformats.org/presentationml/2006/main">
  <p:tag name="PPSPLIT_ID" val=" 7"/>
</p:tagLst>
</file>

<file path=ppt/tags/tag1269.xml><?xml version="1.0" encoding="utf-8"?>
<p:tagLst xmlns:a="http://schemas.openxmlformats.org/drawingml/2006/main" xmlns:r="http://schemas.openxmlformats.org/officeDocument/2006/relationships" xmlns:p="http://schemas.openxmlformats.org/presentationml/2006/main">
  <p:tag name="PPSPLIT_ID" val=" 9"/>
</p:tagLst>
</file>

<file path=ppt/tags/tag1270.xml><?xml version="1.0" encoding="utf-8"?>
<p:tagLst xmlns:a="http://schemas.openxmlformats.org/drawingml/2006/main" xmlns:r="http://schemas.openxmlformats.org/officeDocument/2006/relationships" xmlns:p="http://schemas.openxmlformats.org/presentationml/2006/main">
  <p:tag name="PPSPLIT_ID" val=" 2"/>
</p:tagLst>
</file>

<file path=ppt/tags/tag1271.xml><?xml version="1.0" encoding="utf-8"?>
<p:tagLst xmlns:a="http://schemas.openxmlformats.org/drawingml/2006/main" xmlns:r="http://schemas.openxmlformats.org/officeDocument/2006/relationships" xmlns:p="http://schemas.openxmlformats.org/presentationml/2006/main">
  <p:tag name="PPSPLIT_ID" val=" 3"/>
</p:tagLst>
</file>

<file path=ppt/tags/tag1272.xml><?xml version="1.0" encoding="utf-8"?>
<p:tagLst xmlns:a="http://schemas.openxmlformats.org/drawingml/2006/main" xmlns:r="http://schemas.openxmlformats.org/officeDocument/2006/relationships" xmlns:p="http://schemas.openxmlformats.org/presentationml/2006/main">
  <p:tag name="PPSPLIT_ID" val=" 4"/>
</p:tagLst>
</file>

<file path=ppt/tags/tag1273.xml><?xml version="1.0" encoding="utf-8"?>
<p:tagLst xmlns:a="http://schemas.openxmlformats.org/drawingml/2006/main" xmlns:r="http://schemas.openxmlformats.org/officeDocument/2006/relationships" xmlns:p="http://schemas.openxmlformats.org/presentationml/2006/main">
  <p:tag name="PPSPLIT_ID" val=" 108"/>
</p:tagLst>
</file>

<file path=ppt/tags/tag1274.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275.xml><?xml version="1.0" encoding="utf-8"?>
<p:tagLst xmlns:a="http://schemas.openxmlformats.org/drawingml/2006/main" xmlns:r="http://schemas.openxmlformats.org/officeDocument/2006/relationships" xmlns:p="http://schemas.openxmlformats.org/presentationml/2006/main">
  <p:tag name="PPSPLIT_ID" val=" 19"/>
</p:tagLst>
</file>

<file path=ppt/tags/tag1276.xml><?xml version="1.0" encoding="utf-8"?>
<p:tagLst xmlns:a="http://schemas.openxmlformats.org/drawingml/2006/main" xmlns:r="http://schemas.openxmlformats.org/officeDocument/2006/relationships" xmlns:p="http://schemas.openxmlformats.org/presentationml/2006/main">
  <p:tag name="PPSPLIT_ID" val=" 22"/>
</p:tagLst>
</file>

<file path=ppt/tags/tag1277.xml><?xml version="1.0" encoding="utf-8"?>
<p:tagLst xmlns:a="http://schemas.openxmlformats.org/drawingml/2006/main" xmlns:r="http://schemas.openxmlformats.org/officeDocument/2006/relationships" xmlns:p="http://schemas.openxmlformats.org/presentationml/2006/main">
  <p:tag name="PPSPLIT_ID" val=" 8"/>
</p:tagLst>
</file>

<file path=ppt/tags/tag1278.xml><?xml version="1.0" encoding="utf-8"?>
<p:tagLst xmlns:a="http://schemas.openxmlformats.org/drawingml/2006/main" xmlns:r="http://schemas.openxmlformats.org/officeDocument/2006/relationships" xmlns:p="http://schemas.openxmlformats.org/presentationml/2006/main">
  <p:tag name="PPSPLIT_ID" val=" 12"/>
</p:tagLst>
</file>

<file path=ppt/tags/tag1279.xml><?xml version="1.0" encoding="utf-8"?>
<p:tagLst xmlns:a="http://schemas.openxmlformats.org/drawingml/2006/main" xmlns:r="http://schemas.openxmlformats.org/officeDocument/2006/relationships" xmlns:p="http://schemas.openxmlformats.org/presentationml/2006/main">
  <p:tag name="PPSPLIT_ID" val=" 20"/>
</p:tagLst>
</file>

<file path=ppt/tags/tag1280.xml><?xml version="1.0" encoding="utf-8"?>
<p:tagLst xmlns:a="http://schemas.openxmlformats.org/drawingml/2006/main" xmlns:r="http://schemas.openxmlformats.org/officeDocument/2006/relationships" xmlns:p="http://schemas.openxmlformats.org/presentationml/2006/main">
  <p:tag name="PPSPLIT_ID" val=" 32"/>
</p:tagLst>
</file>

<file path=ppt/tags/tag1281.xml><?xml version="1.0" encoding="utf-8"?>
<p:tagLst xmlns:a="http://schemas.openxmlformats.org/drawingml/2006/main" xmlns:r="http://schemas.openxmlformats.org/officeDocument/2006/relationships" xmlns:p="http://schemas.openxmlformats.org/presentationml/2006/main">
  <p:tag name="PPSPLIT_ID" val=" 7"/>
</p:tagLst>
</file>

<file path=ppt/tags/tag1282.xml><?xml version="1.0" encoding="utf-8"?>
<p:tagLst xmlns:a="http://schemas.openxmlformats.org/drawingml/2006/main" xmlns:r="http://schemas.openxmlformats.org/officeDocument/2006/relationships" xmlns:p="http://schemas.openxmlformats.org/presentationml/2006/main">
  <p:tag name="PPSPLIT_ID" val=" 9"/>
</p:tagLst>
</file>

<file path=ppt/tags/tag1283.xml><?xml version="1.0" encoding="utf-8"?>
<p:tagLst xmlns:a="http://schemas.openxmlformats.org/drawingml/2006/main" xmlns:r="http://schemas.openxmlformats.org/officeDocument/2006/relationships" xmlns:p="http://schemas.openxmlformats.org/presentationml/2006/main">
  <p:tag name="PPSPLIT_ID" val=" 2"/>
</p:tagLst>
</file>

<file path=ppt/tags/tag1284.xml><?xml version="1.0" encoding="utf-8"?>
<p:tagLst xmlns:a="http://schemas.openxmlformats.org/drawingml/2006/main" xmlns:r="http://schemas.openxmlformats.org/officeDocument/2006/relationships" xmlns:p="http://schemas.openxmlformats.org/presentationml/2006/main">
  <p:tag name="PPSPLIT_ID" val=" 3"/>
</p:tagLst>
</file>

<file path=ppt/tags/tag1285.xml><?xml version="1.0" encoding="utf-8"?>
<p:tagLst xmlns:a="http://schemas.openxmlformats.org/drawingml/2006/main" xmlns:r="http://schemas.openxmlformats.org/officeDocument/2006/relationships" xmlns:p="http://schemas.openxmlformats.org/presentationml/2006/main">
  <p:tag name="PPSPLIT_ID" val=" 4"/>
</p:tagLst>
</file>

<file path=ppt/tags/tag1286.xml><?xml version="1.0" encoding="utf-8"?>
<p:tagLst xmlns:a="http://schemas.openxmlformats.org/drawingml/2006/main" xmlns:r="http://schemas.openxmlformats.org/officeDocument/2006/relationships" xmlns:p="http://schemas.openxmlformats.org/presentationml/2006/main">
  <p:tag name="PPSPLIT_ID" val=" 108"/>
</p:tagLst>
</file>

<file path=ppt/tags/tag1287.xml><?xml version="1.0" encoding="utf-8"?>
<p:tagLst xmlns:a="http://schemas.openxmlformats.org/drawingml/2006/main" xmlns:r="http://schemas.openxmlformats.org/officeDocument/2006/relationships" xmlns:p="http://schemas.openxmlformats.org/presentationml/2006/main">
  <p:tag name="PPSPLIT_ID" val=" 112"/>
</p:tagLst>
</file>

<file path=ppt/tags/tag1288.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289.xml><?xml version="1.0" encoding="utf-8"?>
<p:tagLst xmlns:a="http://schemas.openxmlformats.org/drawingml/2006/main" xmlns:r="http://schemas.openxmlformats.org/officeDocument/2006/relationships" xmlns:p="http://schemas.openxmlformats.org/presentationml/2006/main">
  <p:tag name="PPSPLIT_ID" val=" 19"/>
</p:tagLst>
</file>

<file path=ppt/tags/tag1290.xml><?xml version="1.0" encoding="utf-8"?>
<p:tagLst xmlns:a="http://schemas.openxmlformats.org/drawingml/2006/main" xmlns:r="http://schemas.openxmlformats.org/officeDocument/2006/relationships" xmlns:p="http://schemas.openxmlformats.org/presentationml/2006/main">
  <p:tag name="PPSPLIT_ID" val=" 22"/>
</p:tagLst>
</file>

<file path=ppt/tags/tag1291.xml><?xml version="1.0" encoding="utf-8"?>
<p:tagLst xmlns:a="http://schemas.openxmlformats.org/drawingml/2006/main" xmlns:r="http://schemas.openxmlformats.org/officeDocument/2006/relationships" xmlns:p="http://schemas.openxmlformats.org/presentationml/2006/main">
  <p:tag name="PPSPLIT_ID" val=" 29"/>
</p:tagLst>
</file>

<file path=ppt/tags/tag1292.xml><?xml version="1.0" encoding="utf-8"?>
<p:tagLst xmlns:a="http://schemas.openxmlformats.org/drawingml/2006/main" xmlns:r="http://schemas.openxmlformats.org/officeDocument/2006/relationships" xmlns:p="http://schemas.openxmlformats.org/presentationml/2006/main">
  <p:tag name="PPSPLIT_ID" val=" 8"/>
</p:tagLst>
</file>

<file path=ppt/tags/tag1293.xml><?xml version="1.0" encoding="utf-8"?>
<p:tagLst xmlns:a="http://schemas.openxmlformats.org/drawingml/2006/main" xmlns:r="http://schemas.openxmlformats.org/officeDocument/2006/relationships" xmlns:p="http://schemas.openxmlformats.org/presentationml/2006/main">
  <p:tag name="PPSPLIT_ID" val=" 12"/>
</p:tagLst>
</file>

<file path=ppt/tags/tag1294.xml><?xml version="1.0" encoding="utf-8"?>
<p:tagLst xmlns:a="http://schemas.openxmlformats.org/drawingml/2006/main" xmlns:r="http://schemas.openxmlformats.org/officeDocument/2006/relationships" xmlns:p="http://schemas.openxmlformats.org/presentationml/2006/main">
  <p:tag name="PPSPLIT_ID" val=" 16"/>
</p:tagLst>
</file>

<file path=ppt/tags/tag1295.xml><?xml version="1.0" encoding="utf-8"?>
<p:tagLst xmlns:a="http://schemas.openxmlformats.org/drawingml/2006/main" xmlns:r="http://schemas.openxmlformats.org/officeDocument/2006/relationships" xmlns:p="http://schemas.openxmlformats.org/presentationml/2006/main">
  <p:tag name="PPSPLIT_ID" val=" 20"/>
</p:tagLst>
</file>

<file path=ppt/tags/tag1296.xml><?xml version="1.0" encoding="utf-8"?>
<p:tagLst xmlns:a="http://schemas.openxmlformats.org/drawingml/2006/main" xmlns:r="http://schemas.openxmlformats.org/officeDocument/2006/relationships" xmlns:p="http://schemas.openxmlformats.org/presentationml/2006/main">
  <p:tag name="PPSPLIT_ID" val=" 32"/>
</p:tagLst>
</file>

<file path=ppt/tags/tag1297.xml><?xml version="1.0" encoding="utf-8"?>
<p:tagLst xmlns:a="http://schemas.openxmlformats.org/drawingml/2006/main" xmlns:r="http://schemas.openxmlformats.org/officeDocument/2006/relationships" xmlns:p="http://schemas.openxmlformats.org/presentationml/2006/main">
  <p:tag name="PPSPLIT_ID" val=" 7"/>
</p:tagLst>
</file>

<file path=ppt/tags/tag1298.xml><?xml version="1.0" encoding="utf-8"?>
<p:tagLst xmlns:a="http://schemas.openxmlformats.org/drawingml/2006/main" xmlns:r="http://schemas.openxmlformats.org/officeDocument/2006/relationships" xmlns:p="http://schemas.openxmlformats.org/presentationml/2006/main">
  <p:tag name="PPSPLIT_ID" val=" 9"/>
</p:tagLst>
</file>

<file path=ppt/tags/tag1299.xml><?xml version="1.0" encoding="utf-8"?>
<p:tagLst xmlns:a="http://schemas.openxmlformats.org/drawingml/2006/main" xmlns:r="http://schemas.openxmlformats.org/officeDocument/2006/relationships" xmlns:p="http://schemas.openxmlformats.org/presentationml/2006/main">
  <p:tag name="PPSPLIT_ID" val=" 2"/>
</p:tagLst>
</file>

<file path=ppt/tags/tag1300.xml><?xml version="1.0" encoding="utf-8"?>
<p:tagLst xmlns:a="http://schemas.openxmlformats.org/drawingml/2006/main" xmlns:r="http://schemas.openxmlformats.org/officeDocument/2006/relationships" xmlns:p="http://schemas.openxmlformats.org/presentationml/2006/main">
  <p:tag name="PPSPLIT_ID" val=" 3"/>
</p:tagLst>
</file>

<file path=ppt/tags/tag1301.xml><?xml version="1.0" encoding="utf-8"?>
<p:tagLst xmlns:a="http://schemas.openxmlformats.org/drawingml/2006/main" xmlns:r="http://schemas.openxmlformats.org/officeDocument/2006/relationships" xmlns:p="http://schemas.openxmlformats.org/presentationml/2006/main">
  <p:tag name="PPSPLIT_ID" val=" 4"/>
</p:tagLst>
</file>

<file path=ppt/tags/tag1302.xml><?xml version="1.0" encoding="utf-8"?>
<p:tagLst xmlns:a="http://schemas.openxmlformats.org/drawingml/2006/main" xmlns:r="http://schemas.openxmlformats.org/officeDocument/2006/relationships" xmlns:p="http://schemas.openxmlformats.org/presentationml/2006/main">
  <p:tag name="PPSPLIT_ID" val=" 108"/>
</p:tagLst>
</file>

<file path=ppt/tags/tag1303.xml><?xml version="1.0" encoding="utf-8"?>
<p:tagLst xmlns:a="http://schemas.openxmlformats.org/drawingml/2006/main" xmlns:r="http://schemas.openxmlformats.org/officeDocument/2006/relationships" xmlns:p="http://schemas.openxmlformats.org/presentationml/2006/main">
  <p:tag name="PPSPLIT_ID" val=" 112"/>
</p:tagLst>
</file>

<file path=ppt/tags/tag1304.xml><?xml version="1.0" encoding="utf-8"?>
<p:tagLst xmlns:a="http://schemas.openxmlformats.org/drawingml/2006/main" xmlns:r="http://schemas.openxmlformats.org/officeDocument/2006/relationships" xmlns:p="http://schemas.openxmlformats.org/presentationml/2006/main">
  <p:tag name="PPSPLIT_ID" val=" 114"/>
</p:tagLst>
</file>

<file path=ppt/tags/tag1305.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306.xml><?xml version="1.0" encoding="utf-8"?>
<p:tagLst xmlns:a="http://schemas.openxmlformats.org/drawingml/2006/main" xmlns:r="http://schemas.openxmlformats.org/officeDocument/2006/relationships" xmlns:p="http://schemas.openxmlformats.org/presentationml/2006/main">
  <p:tag name="PPSPLIT_ID" val=" 19"/>
</p:tagLst>
</file>

<file path=ppt/tags/tag1307.xml><?xml version="1.0" encoding="utf-8"?>
<p:tagLst xmlns:a="http://schemas.openxmlformats.org/drawingml/2006/main" xmlns:r="http://schemas.openxmlformats.org/officeDocument/2006/relationships" xmlns:p="http://schemas.openxmlformats.org/presentationml/2006/main">
  <p:tag name="PPSPLIT_ID" val=" 22"/>
</p:tagLst>
</file>

<file path=ppt/tags/tag1308.xml><?xml version="1.0" encoding="utf-8"?>
<p:tagLst xmlns:a="http://schemas.openxmlformats.org/drawingml/2006/main" xmlns:r="http://schemas.openxmlformats.org/officeDocument/2006/relationships" xmlns:p="http://schemas.openxmlformats.org/presentationml/2006/main">
  <p:tag name="PPSPLIT_ID" val=" 29"/>
</p:tagLst>
</file>

<file path=ppt/tags/tag1309.xml><?xml version="1.0" encoding="utf-8"?>
<p:tagLst xmlns:a="http://schemas.openxmlformats.org/drawingml/2006/main" xmlns:r="http://schemas.openxmlformats.org/officeDocument/2006/relationships" xmlns:p="http://schemas.openxmlformats.org/presentationml/2006/main">
  <p:tag name="PPSPLIT_ID" val=" 51"/>
</p:tagLst>
</file>

<file path=ppt/tags/tag1310.xml><?xml version="1.0" encoding="utf-8"?>
<p:tagLst xmlns:a="http://schemas.openxmlformats.org/drawingml/2006/main" xmlns:r="http://schemas.openxmlformats.org/officeDocument/2006/relationships" xmlns:p="http://schemas.openxmlformats.org/presentationml/2006/main">
  <p:tag name="PPSPLIT_ID" val=" 8"/>
</p:tagLst>
</file>

<file path=ppt/tags/tag1311.xml><?xml version="1.0" encoding="utf-8"?>
<p:tagLst xmlns:a="http://schemas.openxmlformats.org/drawingml/2006/main" xmlns:r="http://schemas.openxmlformats.org/officeDocument/2006/relationships" xmlns:p="http://schemas.openxmlformats.org/presentationml/2006/main">
  <p:tag name="PPSPLIT_ID" val=" 12"/>
</p:tagLst>
</file>

<file path=ppt/tags/tag1312.xml><?xml version="1.0" encoding="utf-8"?>
<p:tagLst xmlns:a="http://schemas.openxmlformats.org/drawingml/2006/main" xmlns:r="http://schemas.openxmlformats.org/officeDocument/2006/relationships" xmlns:p="http://schemas.openxmlformats.org/presentationml/2006/main">
  <p:tag name="PPSPLIT_ID" val=" 16"/>
</p:tagLst>
</file>

<file path=ppt/tags/tag1313.xml><?xml version="1.0" encoding="utf-8"?>
<p:tagLst xmlns:a="http://schemas.openxmlformats.org/drawingml/2006/main" xmlns:r="http://schemas.openxmlformats.org/officeDocument/2006/relationships" xmlns:p="http://schemas.openxmlformats.org/presentationml/2006/main">
  <p:tag name="PPSPLIT_ID" val=" 20"/>
</p:tagLst>
</file>

<file path=ppt/tags/tag1314.xml><?xml version="1.0" encoding="utf-8"?>
<p:tagLst xmlns:a="http://schemas.openxmlformats.org/drawingml/2006/main" xmlns:r="http://schemas.openxmlformats.org/officeDocument/2006/relationships" xmlns:p="http://schemas.openxmlformats.org/presentationml/2006/main">
  <p:tag name="PPSPLIT_ID" val=" 32"/>
</p:tagLst>
</file>

<file path=ppt/tags/tag1315.xml><?xml version="1.0" encoding="utf-8"?>
<p:tagLst xmlns:a="http://schemas.openxmlformats.org/drawingml/2006/main" xmlns:r="http://schemas.openxmlformats.org/officeDocument/2006/relationships" xmlns:p="http://schemas.openxmlformats.org/presentationml/2006/main">
  <p:tag name="PPSPLIT_ID" val=" 7"/>
</p:tagLst>
</file>

<file path=ppt/tags/tag1316.xml><?xml version="1.0" encoding="utf-8"?>
<p:tagLst xmlns:a="http://schemas.openxmlformats.org/drawingml/2006/main" xmlns:r="http://schemas.openxmlformats.org/officeDocument/2006/relationships" xmlns:p="http://schemas.openxmlformats.org/presentationml/2006/main">
  <p:tag name="PPSPLIT_ID" val=" 9"/>
</p:tagLst>
</file>

<file path=ppt/tags/tag1317.xml><?xml version="1.0" encoding="utf-8"?>
<p:tagLst xmlns:a="http://schemas.openxmlformats.org/drawingml/2006/main" xmlns:r="http://schemas.openxmlformats.org/officeDocument/2006/relationships" xmlns:p="http://schemas.openxmlformats.org/presentationml/2006/main">
  <p:tag name="PPSPLIT_ID" val=" 14"/>
</p:tagLst>
</file>

<file path=ppt/tags/tag1318.xml><?xml version="1.0" encoding="utf-8"?>
<p:tagLst xmlns:a="http://schemas.openxmlformats.org/drawingml/2006/main" xmlns:r="http://schemas.openxmlformats.org/officeDocument/2006/relationships" xmlns:p="http://schemas.openxmlformats.org/presentationml/2006/main">
  <p:tag name="PPSPLIT_ID" val=" 2"/>
</p:tagLst>
</file>

<file path=ppt/tags/tag1319.xml><?xml version="1.0" encoding="utf-8"?>
<p:tagLst xmlns:a="http://schemas.openxmlformats.org/drawingml/2006/main" xmlns:r="http://schemas.openxmlformats.org/officeDocument/2006/relationships" xmlns:p="http://schemas.openxmlformats.org/presentationml/2006/main">
  <p:tag name="PPSPLIT_ID" val=" 3"/>
</p:tagLst>
</file>

<file path=ppt/tags/tag1320.xml><?xml version="1.0" encoding="utf-8"?>
<p:tagLst xmlns:a="http://schemas.openxmlformats.org/drawingml/2006/main" xmlns:r="http://schemas.openxmlformats.org/officeDocument/2006/relationships" xmlns:p="http://schemas.openxmlformats.org/presentationml/2006/main">
  <p:tag name="PPSPLIT_ID" val=" 4"/>
</p:tagLst>
</file>

<file path=ppt/tags/tag1321.xml><?xml version="1.0" encoding="utf-8"?>
<p:tagLst xmlns:a="http://schemas.openxmlformats.org/drawingml/2006/main" xmlns:r="http://schemas.openxmlformats.org/officeDocument/2006/relationships" xmlns:p="http://schemas.openxmlformats.org/presentationml/2006/main">
  <p:tag name="PPSPLIT_ID" val=" 108"/>
</p:tagLst>
</file>

<file path=ppt/tags/tag1322.xml><?xml version="1.0" encoding="utf-8"?>
<p:tagLst xmlns:a="http://schemas.openxmlformats.org/drawingml/2006/main" xmlns:r="http://schemas.openxmlformats.org/officeDocument/2006/relationships" xmlns:p="http://schemas.openxmlformats.org/presentationml/2006/main">
  <p:tag name="PPSPLIT_ID" val=" 112"/>
</p:tagLst>
</file>

<file path=ppt/tags/tag1323.xml><?xml version="1.0" encoding="utf-8"?>
<p:tagLst xmlns:a="http://schemas.openxmlformats.org/drawingml/2006/main" xmlns:r="http://schemas.openxmlformats.org/officeDocument/2006/relationships" xmlns:p="http://schemas.openxmlformats.org/presentationml/2006/main">
  <p:tag name="PPSPLIT_ID" val=" 114"/>
</p:tagLst>
</file>

<file path=ppt/tags/tag1324.xml><?xml version="1.0" encoding="utf-8"?>
<p:tagLst xmlns:a="http://schemas.openxmlformats.org/drawingml/2006/main" xmlns:r="http://schemas.openxmlformats.org/officeDocument/2006/relationships" xmlns:p="http://schemas.openxmlformats.org/presentationml/2006/main">
  <p:tag name="PPSPLIT_ID" val=" 126"/>
</p:tagLst>
</file>

<file path=ppt/tags/tag1325.xml><?xml version="1.0" encoding="utf-8"?>
<p:tagLst xmlns:a="http://schemas.openxmlformats.org/drawingml/2006/main" xmlns:r="http://schemas.openxmlformats.org/officeDocument/2006/relationships" xmlns:p="http://schemas.openxmlformats.org/presentationml/2006/main">
  <p:tag name="PPSPLIT_ID" val=" 132"/>
</p:tagLst>
</file>

<file path=ppt/tags/tag1326.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327.xml><?xml version="1.0" encoding="utf-8"?>
<p:tagLst xmlns:a="http://schemas.openxmlformats.org/drawingml/2006/main" xmlns:r="http://schemas.openxmlformats.org/officeDocument/2006/relationships" xmlns:p="http://schemas.openxmlformats.org/presentationml/2006/main">
  <p:tag name="PPSPLIT_ID" val=" 19"/>
</p:tagLst>
</file>

<file path=ppt/tags/tag1328.xml><?xml version="1.0" encoding="utf-8"?>
<p:tagLst xmlns:a="http://schemas.openxmlformats.org/drawingml/2006/main" xmlns:r="http://schemas.openxmlformats.org/officeDocument/2006/relationships" xmlns:p="http://schemas.openxmlformats.org/presentationml/2006/main">
  <p:tag name="PPSPLIT_ID" val=" 22"/>
</p:tagLst>
</file>

<file path=ppt/tags/tag1329.xml><?xml version="1.0" encoding="utf-8"?>
<p:tagLst xmlns:a="http://schemas.openxmlformats.org/drawingml/2006/main" xmlns:r="http://schemas.openxmlformats.org/officeDocument/2006/relationships" xmlns:p="http://schemas.openxmlformats.org/presentationml/2006/main">
  <p:tag name="PPSPLIT_ID" val=" 29"/>
</p:tagLst>
</file>

<file path=ppt/tags/tag1330.xml><?xml version="1.0" encoding="utf-8"?>
<p:tagLst xmlns:a="http://schemas.openxmlformats.org/drawingml/2006/main" xmlns:r="http://schemas.openxmlformats.org/officeDocument/2006/relationships" xmlns:p="http://schemas.openxmlformats.org/presentationml/2006/main">
  <p:tag name="PPSPLIT_ID" val=" 39"/>
</p:tagLst>
</file>

<file path=ppt/tags/tag1331.xml><?xml version="1.0" encoding="utf-8"?>
<p:tagLst xmlns:a="http://schemas.openxmlformats.org/drawingml/2006/main" xmlns:r="http://schemas.openxmlformats.org/officeDocument/2006/relationships" xmlns:p="http://schemas.openxmlformats.org/presentationml/2006/main">
  <p:tag name="PPSPLIT_ID" val=" 51"/>
</p:tagLst>
</file>

<file path=ppt/tags/tag1332.xml><?xml version="1.0" encoding="utf-8"?>
<p:tagLst xmlns:a="http://schemas.openxmlformats.org/drawingml/2006/main" xmlns:r="http://schemas.openxmlformats.org/officeDocument/2006/relationships" xmlns:p="http://schemas.openxmlformats.org/presentationml/2006/main">
  <p:tag name="PPSPLIT_ID" val=" 8"/>
</p:tagLst>
</file>

<file path=ppt/tags/tag1333.xml><?xml version="1.0" encoding="utf-8"?>
<p:tagLst xmlns:a="http://schemas.openxmlformats.org/drawingml/2006/main" xmlns:r="http://schemas.openxmlformats.org/officeDocument/2006/relationships" xmlns:p="http://schemas.openxmlformats.org/presentationml/2006/main">
  <p:tag name="PPSPLIT_ID" val=" 12"/>
</p:tagLst>
</file>

<file path=ppt/tags/tag1334.xml><?xml version="1.0" encoding="utf-8"?>
<p:tagLst xmlns:a="http://schemas.openxmlformats.org/drawingml/2006/main" xmlns:r="http://schemas.openxmlformats.org/officeDocument/2006/relationships" xmlns:p="http://schemas.openxmlformats.org/presentationml/2006/main">
  <p:tag name="PPSPLIT_ID" val=" 16"/>
</p:tagLst>
</file>

<file path=ppt/tags/tag1335.xml><?xml version="1.0" encoding="utf-8"?>
<p:tagLst xmlns:a="http://schemas.openxmlformats.org/drawingml/2006/main" xmlns:r="http://schemas.openxmlformats.org/officeDocument/2006/relationships" xmlns:p="http://schemas.openxmlformats.org/presentationml/2006/main">
  <p:tag name="PPSPLIT_ID" val=" 20"/>
</p:tagLst>
</file>

<file path=ppt/tags/tag1336.xml><?xml version="1.0" encoding="utf-8"?>
<p:tagLst xmlns:a="http://schemas.openxmlformats.org/drawingml/2006/main" xmlns:r="http://schemas.openxmlformats.org/officeDocument/2006/relationships" xmlns:p="http://schemas.openxmlformats.org/presentationml/2006/main">
  <p:tag name="PPSPLIT_ID" val=" 24"/>
</p:tagLst>
</file>

<file path=ppt/tags/tag1337.xml><?xml version="1.0" encoding="utf-8"?>
<p:tagLst xmlns:a="http://schemas.openxmlformats.org/drawingml/2006/main" xmlns:r="http://schemas.openxmlformats.org/officeDocument/2006/relationships" xmlns:p="http://schemas.openxmlformats.org/presentationml/2006/main">
  <p:tag name="PPSPLIT_ID" val=" 32"/>
</p:tagLst>
</file>

<file path=ppt/tags/tag1338.xml><?xml version="1.0" encoding="utf-8"?>
<p:tagLst xmlns:a="http://schemas.openxmlformats.org/drawingml/2006/main" xmlns:r="http://schemas.openxmlformats.org/officeDocument/2006/relationships" xmlns:p="http://schemas.openxmlformats.org/presentationml/2006/main">
  <p:tag name="PPSPLIT_ID" val=" 7"/>
</p:tagLst>
</file>

<file path=ppt/tags/tag1339.xml><?xml version="1.0" encoding="utf-8"?>
<p:tagLst xmlns:a="http://schemas.openxmlformats.org/drawingml/2006/main" xmlns:r="http://schemas.openxmlformats.org/officeDocument/2006/relationships" xmlns:p="http://schemas.openxmlformats.org/presentationml/2006/main">
  <p:tag name="PPSPLIT_ID" val=" 9"/>
</p:tagLst>
</file>

<file path=ppt/tags/tag1340.xml><?xml version="1.0" encoding="utf-8"?>
<p:tagLst xmlns:a="http://schemas.openxmlformats.org/drawingml/2006/main" xmlns:r="http://schemas.openxmlformats.org/officeDocument/2006/relationships" xmlns:p="http://schemas.openxmlformats.org/presentationml/2006/main">
  <p:tag name="PPSPLIT_ID" val=" 14"/>
</p:tagLst>
</file>

<file path=ppt/tags/tag1341.xml><?xml version="1.0" encoding="utf-8"?>
<p:tagLst xmlns:a="http://schemas.openxmlformats.org/drawingml/2006/main" xmlns:r="http://schemas.openxmlformats.org/officeDocument/2006/relationships" xmlns:p="http://schemas.openxmlformats.org/presentationml/2006/main">
  <p:tag name="PPSPLIT_ID" val=" 2"/>
</p:tagLst>
</file>

<file path=ppt/tags/tag1342.xml><?xml version="1.0" encoding="utf-8"?>
<p:tagLst xmlns:a="http://schemas.openxmlformats.org/drawingml/2006/main" xmlns:r="http://schemas.openxmlformats.org/officeDocument/2006/relationships" xmlns:p="http://schemas.openxmlformats.org/presentationml/2006/main">
  <p:tag name="PPSPLIT_ID" val=" 3"/>
</p:tagLst>
</file>

<file path=ppt/tags/tag1343.xml><?xml version="1.0" encoding="utf-8"?>
<p:tagLst xmlns:a="http://schemas.openxmlformats.org/drawingml/2006/main" xmlns:r="http://schemas.openxmlformats.org/officeDocument/2006/relationships" xmlns:p="http://schemas.openxmlformats.org/presentationml/2006/main">
  <p:tag name="PPSPLIT_ID" val=" 4"/>
</p:tagLst>
</file>

<file path=ppt/tags/tag1344.xml><?xml version="1.0" encoding="utf-8"?>
<p:tagLst xmlns:a="http://schemas.openxmlformats.org/drawingml/2006/main" xmlns:r="http://schemas.openxmlformats.org/officeDocument/2006/relationships" xmlns:p="http://schemas.openxmlformats.org/presentationml/2006/main">
  <p:tag name="PPSPLIT_ID" val=" 108"/>
</p:tagLst>
</file>

<file path=ppt/tags/tag1345.xml><?xml version="1.0" encoding="utf-8"?>
<p:tagLst xmlns:a="http://schemas.openxmlformats.org/drawingml/2006/main" xmlns:r="http://schemas.openxmlformats.org/officeDocument/2006/relationships" xmlns:p="http://schemas.openxmlformats.org/presentationml/2006/main">
  <p:tag name="PPSPLIT_ID" val=" 112"/>
</p:tagLst>
</file>

<file path=ppt/tags/tag1346.xml><?xml version="1.0" encoding="utf-8"?>
<p:tagLst xmlns:a="http://schemas.openxmlformats.org/drawingml/2006/main" xmlns:r="http://schemas.openxmlformats.org/officeDocument/2006/relationships" xmlns:p="http://schemas.openxmlformats.org/presentationml/2006/main">
  <p:tag name="PPSPLIT_ID" val=" 114"/>
</p:tagLst>
</file>

<file path=ppt/tags/tag1347.xml><?xml version="1.0" encoding="utf-8"?>
<p:tagLst xmlns:a="http://schemas.openxmlformats.org/drawingml/2006/main" xmlns:r="http://schemas.openxmlformats.org/officeDocument/2006/relationships" xmlns:p="http://schemas.openxmlformats.org/presentationml/2006/main">
  <p:tag name="PPSPLIT_ID" val=" 122"/>
</p:tagLst>
</file>

<file path=ppt/tags/tag1348.xml><?xml version="1.0" encoding="utf-8"?>
<p:tagLst xmlns:a="http://schemas.openxmlformats.org/drawingml/2006/main" xmlns:r="http://schemas.openxmlformats.org/officeDocument/2006/relationships" xmlns:p="http://schemas.openxmlformats.org/presentationml/2006/main">
  <p:tag name="PPSPLIT_ID" val=" 126"/>
</p:tagLst>
</file>

<file path=ppt/tags/tag1349.xml><?xml version="1.0" encoding="utf-8"?>
<p:tagLst xmlns:a="http://schemas.openxmlformats.org/drawingml/2006/main" xmlns:r="http://schemas.openxmlformats.org/officeDocument/2006/relationships" xmlns:p="http://schemas.openxmlformats.org/presentationml/2006/main">
  <p:tag name="PPSPLIT_ID" val=" 132"/>
</p:tagLst>
</file>

<file path=ppt/tags/tag1350.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351.xml><?xml version="1.0" encoding="utf-8"?>
<p:tagLst xmlns:a="http://schemas.openxmlformats.org/drawingml/2006/main" xmlns:r="http://schemas.openxmlformats.org/officeDocument/2006/relationships" xmlns:p="http://schemas.openxmlformats.org/presentationml/2006/main">
  <p:tag name="PPSPLIT_ID" val=" 19"/>
</p:tagLst>
</file>

<file path=ppt/tags/tag1352.xml><?xml version="1.0" encoding="utf-8"?>
<p:tagLst xmlns:a="http://schemas.openxmlformats.org/drawingml/2006/main" xmlns:r="http://schemas.openxmlformats.org/officeDocument/2006/relationships" xmlns:p="http://schemas.openxmlformats.org/presentationml/2006/main">
  <p:tag name="PPSPLIT_ID" val=" 22"/>
</p:tagLst>
</file>

<file path=ppt/tags/tag1353.xml><?xml version="1.0" encoding="utf-8"?>
<p:tagLst xmlns:a="http://schemas.openxmlformats.org/drawingml/2006/main" xmlns:r="http://schemas.openxmlformats.org/officeDocument/2006/relationships" xmlns:p="http://schemas.openxmlformats.org/presentationml/2006/main">
  <p:tag name="PPSPLIT_ID" val=" 29"/>
</p:tagLst>
</file>

<file path=ppt/tags/tag1354.xml><?xml version="1.0" encoding="utf-8"?>
<p:tagLst xmlns:a="http://schemas.openxmlformats.org/drawingml/2006/main" xmlns:r="http://schemas.openxmlformats.org/officeDocument/2006/relationships" xmlns:p="http://schemas.openxmlformats.org/presentationml/2006/main">
  <p:tag name="PPSPLIT_ID" val=" 39"/>
</p:tagLst>
</file>

<file path=ppt/tags/tag1355.xml><?xml version="1.0" encoding="utf-8"?>
<p:tagLst xmlns:a="http://schemas.openxmlformats.org/drawingml/2006/main" xmlns:r="http://schemas.openxmlformats.org/officeDocument/2006/relationships" xmlns:p="http://schemas.openxmlformats.org/presentationml/2006/main">
  <p:tag name="PPSPLIT_ID" val=" 45"/>
</p:tagLst>
</file>

<file path=ppt/tags/tag1356.xml><?xml version="1.0" encoding="utf-8"?>
<p:tagLst xmlns:a="http://schemas.openxmlformats.org/drawingml/2006/main" xmlns:r="http://schemas.openxmlformats.org/officeDocument/2006/relationships" xmlns:p="http://schemas.openxmlformats.org/presentationml/2006/main">
  <p:tag name="PPSPLIT_ID" val=" 51"/>
</p:tagLst>
</file>

<file path=ppt/tags/tag1357.xml><?xml version="1.0" encoding="utf-8"?>
<p:tagLst xmlns:a="http://schemas.openxmlformats.org/drawingml/2006/main" xmlns:r="http://schemas.openxmlformats.org/officeDocument/2006/relationships" xmlns:p="http://schemas.openxmlformats.org/presentationml/2006/main">
  <p:tag name="PPSPLIT_ID" val=" 57"/>
</p:tagLst>
</file>

<file path=ppt/tags/tag1358.xml><?xml version="1.0" encoding="utf-8"?>
<p:tagLst xmlns:a="http://schemas.openxmlformats.org/drawingml/2006/main" xmlns:r="http://schemas.openxmlformats.org/officeDocument/2006/relationships" xmlns:p="http://schemas.openxmlformats.org/presentationml/2006/main">
  <p:tag name="PPSPLIT_ID" val=" 59"/>
</p:tagLst>
</file>

<file path=ppt/tags/tag1359.xml><?xml version="1.0" encoding="utf-8"?>
<p:tagLst xmlns:a="http://schemas.openxmlformats.org/drawingml/2006/main" xmlns:r="http://schemas.openxmlformats.org/officeDocument/2006/relationships" xmlns:p="http://schemas.openxmlformats.org/presentationml/2006/main">
  <p:tag name="PPSPLIT_ID" val=" 8"/>
</p:tagLst>
</file>

<file path=ppt/tags/tag1360.xml><?xml version="1.0" encoding="utf-8"?>
<p:tagLst xmlns:a="http://schemas.openxmlformats.org/drawingml/2006/main" xmlns:r="http://schemas.openxmlformats.org/officeDocument/2006/relationships" xmlns:p="http://schemas.openxmlformats.org/presentationml/2006/main">
  <p:tag name="PPSPLIT_ID" val=" 12"/>
</p:tagLst>
</file>

<file path=ppt/tags/tag1361.xml><?xml version="1.0" encoding="utf-8"?>
<p:tagLst xmlns:a="http://schemas.openxmlformats.org/drawingml/2006/main" xmlns:r="http://schemas.openxmlformats.org/officeDocument/2006/relationships" xmlns:p="http://schemas.openxmlformats.org/presentationml/2006/main">
  <p:tag name="PPSPLIT_ID" val=" 16"/>
</p:tagLst>
</file>

<file path=ppt/tags/tag1362.xml><?xml version="1.0" encoding="utf-8"?>
<p:tagLst xmlns:a="http://schemas.openxmlformats.org/drawingml/2006/main" xmlns:r="http://schemas.openxmlformats.org/officeDocument/2006/relationships" xmlns:p="http://schemas.openxmlformats.org/presentationml/2006/main">
  <p:tag name="PPSPLIT_ID" val=" 20"/>
</p:tagLst>
</file>

<file path=ppt/tags/tag1363.xml><?xml version="1.0" encoding="utf-8"?>
<p:tagLst xmlns:a="http://schemas.openxmlformats.org/drawingml/2006/main" xmlns:r="http://schemas.openxmlformats.org/officeDocument/2006/relationships" xmlns:p="http://schemas.openxmlformats.org/presentationml/2006/main">
  <p:tag name="PPSPLIT_ID" val=" 24"/>
</p:tagLst>
</file>

<file path=ppt/tags/tag1364.xml><?xml version="1.0" encoding="utf-8"?>
<p:tagLst xmlns:a="http://schemas.openxmlformats.org/drawingml/2006/main" xmlns:r="http://schemas.openxmlformats.org/officeDocument/2006/relationships" xmlns:p="http://schemas.openxmlformats.org/presentationml/2006/main">
  <p:tag name="PPSPLIT_ID" val=" 28"/>
</p:tagLst>
</file>

<file path=ppt/tags/tag1365.xml><?xml version="1.0" encoding="utf-8"?>
<p:tagLst xmlns:a="http://schemas.openxmlformats.org/drawingml/2006/main" xmlns:r="http://schemas.openxmlformats.org/officeDocument/2006/relationships" xmlns:p="http://schemas.openxmlformats.org/presentationml/2006/main">
  <p:tag name="PPSPLIT_ID" val=" 32"/>
</p:tagLst>
</file>

<file path=ppt/tags/tag1366.xml><?xml version="1.0" encoding="utf-8"?>
<p:tagLst xmlns:a="http://schemas.openxmlformats.org/drawingml/2006/main" xmlns:r="http://schemas.openxmlformats.org/officeDocument/2006/relationships" xmlns:p="http://schemas.openxmlformats.org/presentationml/2006/main">
  <p:tag name="PPSPLIT_ID" val=" 7"/>
</p:tagLst>
</file>

<file path=ppt/tags/tag1367.xml><?xml version="1.0" encoding="utf-8"?>
<p:tagLst xmlns:a="http://schemas.openxmlformats.org/drawingml/2006/main" xmlns:r="http://schemas.openxmlformats.org/officeDocument/2006/relationships" xmlns:p="http://schemas.openxmlformats.org/presentationml/2006/main">
  <p:tag name="PPSPLIT_ID" val=" 9"/>
</p:tagLst>
</file>

<file path=ppt/tags/tag1368.xml><?xml version="1.0" encoding="utf-8"?>
<p:tagLst xmlns:a="http://schemas.openxmlformats.org/drawingml/2006/main" xmlns:r="http://schemas.openxmlformats.org/officeDocument/2006/relationships" xmlns:p="http://schemas.openxmlformats.org/presentationml/2006/main">
  <p:tag name="PPSPLIT_ID" val=" 14"/>
</p:tagLst>
</file>

<file path=ppt/tags/tag1369.xml><?xml version="1.0" encoding="utf-8"?>
<p:tagLst xmlns:a="http://schemas.openxmlformats.org/drawingml/2006/main" xmlns:r="http://schemas.openxmlformats.org/officeDocument/2006/relationships" xmlns:p="http://schemas.openxmlformats.org/presentationml/2006/main">
  <p:tag name="PPSPLIT_ID" val=" 2"/>
</p:tagLst>
</file>

<file path=ppt/tags/tag1370.xml><?xml version="1.0" encoding="utf-8"?>
<p:tagLst xmlns:a="http://schemas.openxmlformats.org/drawingml/2006/main" xmlns:r="http://schemas.openxmlformats.org/officeDocument/2006/relationships" xmlns:p="http://schemas.openxmlformats.org/presentationml/2006/main">
  <p:tag name="PPSPLIT_ID" val=" 3"/>
</p:tagLst>
</file>

<file path=ppt/tags/tag1371.xml><?xml version="1.0" encoding="utf-8"?>
<p:tagLst xmlns:a="http://schemas.openxmlformats.org/drawingml/2006/main" xmlns:r="http://schemas.openxmlformats.org/officeDocument/2006/relationships" xmlns:p="http://schemas.openxmlformats.org/presentationml/2006/main">
  <p:tag name="PPSPLIT_ID" val=" 4"/>
</p:tagLst>
</file>

<file path=ppt/tags/tag1372.xml><?xml version="1.0" encoding="utf-8"?>
<p:tagLst xmlns:a="http://schemas.openxmlformats.org/drawingml/2006/main" xmlns:r="http://schemas.openxmlformats.org/officeDocument/2006/relationships" xmlns:p="http://schemas.openxmlformats.org/presentationml/2006/main">
  <p:tag name="PPSPLIT_ID" val=" 108"/>
</p:tagLst>
</file>

<file path=ppt/tags/tag1373.xml><?xml version="1.0" encoding="utf-8"?>
<p:tagLst xmlns:a="http://schemas.openxmlformats.org/drawingml/2006/main" xmlns:r="http://schemas.openxmlformats.org/officeDocument/2006/relationships" xmlns:p="http://schemas.openxmlformats.org/presentationml/2006/main">
  <p:tag name="PPSPLIT_ID" val=" 112"/>
</p:tagLst>
</file>

<file path=ppt/tags/tag1374.xml><?xml version="1.0" encoding="utf-8"?>
<p:tagLst xmlns:a="http://schemas.openxmlformats.org/drawingml/2006/main" xmlns:r="http://schemas.openxmlformats.org/officeDocument/2006/relationships" xmlns:p="http://schemas.openxmlformats.org/presentationml/2006/main">
  <p:tag name="PPSPLIT_ID" val=" 114"/>
</p:tagLst>
</file>

<file path=ppt/tags/tag1375.xml><?xml version="1.0" encoding="utf-8"?>
<p:tagLst xmlns:a="http://schemas.openxmlformats.org/drawingml/2006/main" xmlns:r="http://schemas.openxmlformats.org/officeDocument/2006/relationships" xmlns:p="http://schemas.openxmlformats.org/presentationml/2006/main">
  <p:tag name="PPSPLIT_ID" val=" 122"/>
</p:tagLst>
</file>

<file path=ppt/tags/tag1376.xml><?xml version="1.0" encoding="utf-8"?>
<p:tagLst xmlns:a="http://schemas.openxmlformats.org/drawingml/2006/main" xmlns:r="http://schemas.openxmlformats.org/officeDocument/2006/relationships" xmlns:p="http://schemas.openxmlformats.org/presentationml/2006/main">
  <p:tag name="PPSPLIT_ID" val=" 124"/>
</p:tagLst>
</file>

<file path=ppt/tags/tag1377.xml><?xml version="1.0" encoding="utf-8"?>
<p:tagLst xmlns:a="http://schemas.openxmlformats.org/drawingml/2006/main" xmlns:r="http://schemas.openxmlformats.org/officeDocument/2006/relationships" xmlns:p="http://schemas.openxmlformats.org/presentationml/2006/main">
  <p:tag name="PPSPLIT_ID" val=" 126"/>
</p:tagLst>
</file>

<file path=ppt/tags/tag1378.xml><?xml version="1.0" encoding="utf-8"?>
<p:tagLst xmlns:a="http://schemas.openxmlformats.org/drawingml/2006/main" xmlns:r="http://schemas.openxmlformats.org/officeDocument/2006/relationships" xmlns:p="http://schemas.openxmlformats.org/presentationml/2006/main">
  <p:tag name="PPSPLIT_ID" val=" 132"/>
</p:tagLst>
</file>

<file path=ppt/tags/tag1379.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380.xml><?xml version="1.0" encoding="utf-8"?>
<p:tagLst xmlns:a="http://schemas.openxmlformats.org/drawingml/2006/main" xmlns:r="http://schemas.openxmlformats.org/officeDocument/2006/relationships" xmlns:p="http://schemas.openxmlformats.org/presentationml/2006/main">
  <p:tag name="PPSPLIT_ID" val=" 19"/>
</p:tagLst>
</file>

<file path=ppt/tags/tag1381.xml><?xml version="1.0" encoding="utf-8"?>
<p:tagLst xmlns:a="http://schemas.openxmlformats.org/drawingml/2006/main" xmlns:r="http://schemas.openxmlformats.org/officeDocument/2006/relationships" xmlns:p="http://schemas.openxmlformats.org/presentationml/2006/main">
  <p:tag name="PPSPLIT_ID" val=" 22"/>
</p:tagLst>
</file>

<file path=ppt/tags/tag1382.xml><?xml version="1.0" encoding="utf-8"?>
<p:tagLst xmlns:a="http://schemas.openxmlformats.org/drawingml/2006/main" xmlns:r="http://schemas.openxmlformats.org/officeDocument/2006/relationships" xmlns:p="http://schemas.openxmlformats.org/presentationml/2006/main">
  <p:tag name="PPSPLIT_ID" val=" 25"/>
</p:tagLst>
</file>

<file path=ppt/tags/tag1383.xml><?xml version="1.0" encoding="utf-8"?>
<p:tagLst xmlns:a="http://schemas.openxmlformats.org/drawingml/2006/main" xmlns:r="http://schemas.openxmlformats.org/officeDocument/2006/relationships" xmlns:p="http://schemas.openxmlformats.org/presentationml/2006/main">
  <p:tag name="PPSPLIT_ID" val=" 29"/>
</p:tagLst>
</file>

<file path=ppt/tags/tag1384.xml><?xml version="1.0" encoding="utf-8"?>
<p:tagLst xmlns:a="http://schemas.openxmlformats.org/drawingml/2006/main" xmlns:r="http://schemas.openxmlformats.org/officeDocument/2006/relationships" xmlns:p="http://schemas.openxmlformats.org/presentationml/2006/main">
  <p:tag name="PPSPLIT_ID" val=" 39"/>
</p:tagLst>
</file>

<file path=ppt/tags/tag1385.xml><?xml version="1.0" encoding="utf-8"?>
<p:tagLst xmlns:a="http://schemas.openxmlformats.org/drawingml/2006/main" xmlns:r="http://schemas.openxmlformats.org/officeDocument/2006/relationships" xmlns:p="http://schemas.openxmlformats.org/presentationml/2006/main">
  <p:tag name="PPSPLIT_ID" val=" 45"/>
</p:tagLst>
</file>

<file path=ppt/tags/tag1386.xml><?xml version="1.0" encoding="utf-8"?>
<p:tagLst xmlns:a="http://schemas.openxmlformats.org/drawingml/2006/main" xmlns:r="http://schemas.openxmlformats.org/officeDocument/2006/relationships" xmlns:p="http://schemas.openxmlformats.org/presentationml/2006/main">
  <p:tag name="PPSPLIT_ID" val=" 51"/>
</p:tagLst>
</file>

<file path=ppt/tags/tag1387.xml><?xml version="1.0" encoding="utf-8"?>
<p:tagLst xmlns:a="http://schemas.openxmlformats.org/drawingml/2006/main" xmlns:r="http://schemas.openxmlformats.org/officeDocument/2006/relationships" xmlns:p="http://schemas.openxmlformats.org/presentationml/2006/main">
  <p:tag name="PPSPLIT_ID" val=" 57"/>
</p:tagLst>
</file>

<file path=ppt/tags/tag1388.xml><?xml version="1.0" encoding="utf-8"?>
<p:tagLst xmlns:a="http://schemas.openxmlformats.org/drawingml/2006/main" xmlns:r="http://schemas.openxmlformats.org/officeDocument/2006/relationships" xmlns:p="http://schemas.openxmlformats.org/presentationml/2006/main">
  <p:tag name="PPSPLIT_ID" val=" 59"/>
</p:tagLst>
</file>

<file path=ppt/tags/tag1389.xml><?xml version="1.0" encoding="utf-8"?>
<p:tagLst xmlns:a="http://schemas.openxmlformats.org/drawingml/2006/main" xmlns:r="http://schemas.openxmlformats.org/officeDocument/2006/relationships" xmlns:p="http://schemas.openxmlformats.org/presentationml/2006/main">
  <p:tag name="PPSPLIT_ID" val=" 6"/>
</p:tagLst>
</file>

<file path=ppt/tags/tag1390.xml><?xml version="1.0" encoding="utf-8"?>
<p:tagLst xmlns:a="http://schemas.openxmlformats.org/drawingml/2006/main" xmlns:r="http://schemas.openxmlformats.org/officeDocument/2006/relationships" xmlns:p="http://schemas.openxmlformats.org/presentationml/2006/main">
  <p:tag name="PPSPLIT_ID" val=" 8"/>
</p:tagLst>
</file>

<file path=ppt/tags/tag1391.xml><?xml version="1.0" encoding="utf-8"?>
<p:tagLst xmlns:a="http://schemas.openxmlformats.org/drawingml/2006/main" xmlns:r="http://schemas.openxmlformats.org/officeDocument/2006/relationships" xmlns:p="http://schemas.openxmlformats.org/presentationml/2006/main">
  <p:tag name="PPSPLIT_ID" val=" 12"/>
</p:tagLst>
</file>

<file path=ppt/tags/tag1392.xml><?xml version="1.0" encoding="utf-8"?>
<p:tagLst xmlns:a="http://schemas.openxmlformats.org/drawingml/2006/main" xmlns:r="http://schemas.openxmlformats.org/officeDocument/2006/relationships" xmlns:p="http://schemas.openxmlformats.org/presentationml/2006/main">
  <p:tag name="PPSPLIT_ID" val=" 16"/>
</p:tagLst>
</file>

<file path=ppt/tags/tag1393.xml><?xml version="1.0" encoding="utf-8"?>
<p:tagLst xmlns:a="http://schemas.openxmlformats.org/drawingml/2006/main" xmlns:r="http://schemas.openxmlformats.org/officeDocument/2006/relationships" xmlns:p="http://schemas.openxmlformats.org/presentationml/2006/main">
  <p:tag name="PPSPLIT_ID" val=" 20"/>
</p:tagLst>
</file>

<file path=ppt/tags/tag1394.xml><?xml version="1.0" encoding="utf-8"?>
<p:tagLst xmlns:a="http://schemas.openxmlformats.org/drawingml/2006/main" xmlns:r="http://schemas.openxmlformats.org/officeDocument/2006/relationships" xmlns:p="http://schemas.openxmlformats.org/presentationml/2006/main">
  <p:tag name="PPSPLIT_ID" val=" 24"/>
</p:tagLst>
</file>

<file path=ppt/tags/tag1395.xml><?xml version="1.0" encoding="utf-8"?>
<p:tagLst xmlns:a="http://schemas.openxmlformats.org/drawingml/2006/main" xmlns:r="http://schemas.openxmlformats.org/officeDocument/2006/relationships" xmlns:p="http://schemas.openxmlformats.org/presentationml/2006/main">
  <p:tag name="PPSPLIT_ID" val=" 28"/>
</p:tagLst>
</file>

<file path=ppt/tags/tag1396.xml><?xml version="1.0" encoding="utf-8"?>
<p:tagLst xmlns:a="http://schemas.openxmlformats.org/drawingml/2006/main" xmlns:r="http://schemas.openxmlformats.org/officeDocument/2006/relationships" xmlns:p="http://schemas.openxmlformats.org/presentationml/2006/main">
  <p:tag name="PPSPLIT_ID" val=" 32"/>
</p:tagLst>
</file>

<file path=ppt/tags/tag1397.xml><?xml version="1.0" encoding="utf-8"?>
<p:tagLst xmlns:a="http://schemas.openxmlformats.org/drawingml/2006/main" xmlns:r="http://schemas.openxmlformats.org/officeDocument/2006/relationships" xmlns:p="http://schemas.openxmlformats.org/presentationml/2006/main">
  <p:tag name="PPSPLIT_ID" val=" 7"/>
</p:tagLst>
</file>

<file path=ppt/tags/tag1398.xml><?xml version="1.0" encoding="utf-8"?>
<p:tagLst xmlns:a="http://schemas.openxmlformats.org/drawingml/2006/main" xmlns:r="http://schemas.openxmlformats.org/officeDocument/2006/relationships" xmlns:p="http://schemas.openxmlformats.org/presentationml/2006/main">
  <p:tag name="PPSPLIT_ID" val=" 9"/>
</p:tagLst>
</file>

<file path=ppt/tags/tag1399.xml><?xml version="1.0" encoding="utf-8"?>
<p:tagLst xmlns:a="http://schemas.openxmlformats.org/drawingml/2006/main" xmlns:r="http://schemas.openxmlformats.org/officeDocument/2006/relationships" xmlns:p="http://schemas.openxmlformats.org/presentationml/2006/main">
  <p:tag name="PPSPLIT_ID" val=" 14"/>
</p:tagLst>
</file>

<file path=ppt/tags/tag1400.xml><?xml version="1.0" encoding="utf-8"?>
<p:tagLst xmlns:a="http://schemas.openxmlformats.org/drawingml/2006/main" xmlns:r="http://schemas.openxmlformats.org/officeDocument/2006/relationships" xmlns:p="http://schemas.openxmlformats.org/presentationml/2006/main">
  <p:tag name="PPSPLIT_ID" val=" 2"/>
</p:tagLst>
</file>

<file path=ppt/tags/tag1401.xml><?xml version="1.0" encoding="utf-8"?>
<p:tagLst xmlns:a="http://schemas.openxmlformats.org/drawingml/2006/main" xmlns:r="http://schemas.openxmlformats.org/officeDocument/2006/relationships" xmlns:p="http://schemas.openxmlformats.org/presentationml/2006/main">
  <p:tag name="PPSPLIT_ID" val=" 3"/>
</p:tagLst>
</file>

<file path=ppt/tags/tag1402.xml><?xml version="1.0" encoding="utf-8"?>
<p:tagLst xmlns:a="http://schemas.openxmlformats.org/drawingml/2006/main" xmlns:r="http://schemas.openxmlformats.org/officeDocument/2006/relationships" xmlns:p="http://schemas.openxmlformats.org/presentationml/2006/main">
  <p:tag name="PPSPLIT_ID" val=" 4"/>
</p:tagLst>
</file>

<file path=ppt/tags/tag1403.xml><?xml version="1.0" encoding="utf-8"?>
<p:tagLst xmlns:a="http://schemas.openxmlformats.org/drawingml/2006/main" xmlns:r="http://schemas.openxmlformats.org/officeDocument/2006/relationships" xmlns:p="http://schemas.openxmlformats.org/presentationml/2006/main">
  <p:tag name="PPSPLIT_ID" val=" 108"/>
</p:tagLst>
</file>

<file path=ppt/tags/tag1404.xml><?xml version="1.0" encoding="utf-8"?>
<p:tagLst xmlns:a="http://schemas.openxmlformats.org/drawingml/2006/main" xmlns:r="http://schemas.openxmlformats.org/officeDocument/2006/relationships" xmlns:p="http://schemas.openxmlformats.org/presentationml/2006/main">
  <p:tag name="PPSPLIT_ID" val=" 112"/>
</p:tagLst>
</file>

<file path=ppt/tags/tag1405.xml><?xml version="1.0" encoding="utf-8"?>
<p:tagLst xmlns:a="http://schemas.openxmlformats.org/drawingml/2006/main" xmlns:r="http://schemas.openxmlformats.org/officeDocument/2006/relationships" xmlns:p="http://schemas.openxmlformats.org/presentationml/2006/main">
  <p:tag name="PPSPLIT_ID" val=" 114"/>
</p:tagLst>
</file>

<file path=ppt/tags/tag1406.xml><?xml version="1.0" encoding="utf-8"?>
<p:tagLst xmlns:a="http://schemas.openxmlformats.org/drawingml/2006/main" xmlns:r="http://schemas.openxmlformats.org/officeDocument/2006/relationships" xmlns:p="http://schemas.openxmlformats.org/presentationml/2006/main">
  <p:tag name="PPSPLIT_ID" val=" 116"/>
</p:tagLst>
</file>

<file path=ppt/tags/tag1407.xml><?xml version="1.0" encoding="utf-8"?>
<p:tagLst xmlns:a="http://schemas.openxmlformats.org/drawingml/2006/main" xmlns:r="http://schemas.openxmlformats.org/officeDocument/2006/relationships" xmlns:p="http://schemas.openxmlformats.org/presentationml/2006/main">
  <p:tag name="PPSPLIT_ID" val=" 122"/>
</p:tagLst>
</file>

<file path=ppt/tags/tag1408.xml><?xml version="1.0" encoding="utf-8"?>
<p:tagLst xmlns:a="http://schemas.openxmlformats.org/drawingml/2006/main" xmlns:r="http://schemas.openxmlformats.org/officeDocument/2006/relationships" xmlns:p="http://schemas.openxmlformats.org/presentationml/2006/main">
  <p:tag name="PPSPLIT_ID" val=" 124"/>
</p:tagLst>
</file>

<file path=ppt/tags/tag1409.xml><?xml version="1.0" encoding="utf-8"?>
<p:tagLst xmlns:a="http://schemas.openxmlformats.org/drawingml/2006/main" xmlns:r="http://schemas.openxmlformats.org/officeDocument/2006/relationships" xmlns:p="http://schemas.openxmlformats.org/presentationml/2006/main">
  <p:tag name="PPSPLIT_ID" val=" 126"/>
</p:tagLst>
</file>

<file path=ppt/tags/tag1410.xml><?xml version="1.0" encoding="utf-8"?>
<p:tagLst xmlns:a="http://schemas.openxmlformats.org/drawingml/2006/main" xmlns:r="http://schemas.openxmlformats.org/officeDocument/2006/relationships" xmlns:p="http://schemas.openxmlformats.org/presentationml/2006/main">
  <p:tag name="PPSPLIT_ID" val=" 132"/>
</p:tagLst>
</file>

<file path=ppt/tags/tag1411.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412.xml><?xml version="1.0" encoding="utf-8"?>
<p:tagLst xmlns:a="http://schemas.openxmlformats.org/drawingml/2006/main" xmlns:r="http://schemas.openxmlformats.org/officeDocument/2006/relationships" xmlns:p="http://schemas.openxmlformats.org/presentationml/2006/main">
  <p:tag name="PPSPLIT_ID" val=" 19"/>
</p:tagLst>
</file>

<file path=ppt/tags/tag1413.xml><?xml version="1.0" encoding="utf-8"?>
<p:tagLst xmlns:a="http://schemas.openxmlformats.org/drawingml/2006/main" xmlns:r="http://schemas.openxmlformats.org/officeDocument/2006/relationships" xmlns:p="http://schemas.openxmlformats.org/presentationml/2006/main">
  <p:tag name="PPSPLIT_ID" val=" 22"/>
</p:tagLst>
</file>

<file path=ppt/tags/tag1414.xml><?xml version="1.0" encoding="utf-8"?>
<p:tagLst xmlns:a="http://schemas.openxmlformats.org/drawingml/2006/main" xmlns:r="http://schemas.openxmlformats.org/officeDocument/2006/relationships" xmlns:p="http://schemas.openxmlformats.org/presentationml/2006/main">
  <p:tag name="PPSPLIT_ID" val=" 25"/>
</p:tagLst>
</file>

<file path=ppt/tags/tag1415.xml><?xml version="1.0" encoding="utf-8"?>
<p:tagLst xmlns:a="http://schemas.openxmlformats.org/drawingml/2006/main" xmlns:r="http://schemas.openxmlformats.org/officeDocument/2006/relationships" xmlns:p="http://schemas.openxmlformats.org/presentationml/2006/main">
  <p:tag name="PPSPLIT_ID" val=" 29"/>
</p:tagLst>
</file>

<file path=ppt/tags/tag1416.xml><?xml version="1.0" encoding="utf-8"?>
<p:tagLst xmlns:a="http://schemas.openxmlformats.org/drawingml/2006/main" xmlns:r="http://schemas.openxmlformats.org/officeDocument/2006/relationships" xmlns:p="http://schemas.openxmlformats.org/presentationml/2006/main">
  <p:tag name="PPSPLIT_ID" val=" 39"/>
</p:tagLst>
</file>

<file path=ppt/tags/tag1417.xml><?xml version="1.0" encoding="utf-8"?>
<p:tagLst xmlns:a="http://schemas.openxmlformats.org/drawingml/2006/main" xmlns:r="http://schemas.openxmlformats.org/officeDocument/2006/relationships" xmlns:p="http://schemas.openxmlformats.org/presentationml/2006/main">
  <p:tag name="PPSPLIT_ID" val=" 41"/>
</p:tagLst>
</file>

<file path=ppt/tags/tag1418.xml><?xml version="1.0" encoding="utf-8"?>
<p:tagLst xmlns:a="http://schemas.openxmlformats.org/drawingml/2006/main" xmlns:r="http://schemas.openxmlformats.org/officeDocument/2006/relationships" xmlns:p="http://schemas.openxmlformats.org/presentationml/2006/main">
  <p:tag name="PPSPLIT_ID" val=" 45"/>
</p:tagLst>
</file>

<file path=ppt/tags/tag1419.xml><?xml version="1.0" encoding="utf-8"?>
<p:tagLst xmlns:a="http://schemas.openxmlformats.org/drawingml/2006/main" xmlns:r="http://schemas.openxmlformats.org/officeDocument/2006/relationships" xmlns:p="http://schemas.openxmlformats.org/presentationml/2006/main">
  <p:tag name="PPSPLIT_ID" val=" 51"/>
</p:tagLst>
</file>

<file path=ppt/tags/tag1420.xml><?xml version="1.0" encoding="utf-8"?>
<p:tagLst xmlns:a="http://schemas.openxmlformats.org/drawingml/2006/main" xmlns:r="http://schemas.openxmlformats.org/officeDocument/2006/relationships" xmlns:p="http://schemas.openxmlformats.org/presentationml/2006/main">
  <p:tag name="PPSPLIT_ID" val=" 57"/>
</p:tagLst>
</file>

<file path=ppt/tags/tag1421.xml><?xml version="1.0" encoding="utf-8"?>
<p:tagLst xmlns:a="http://schemas.openxmlformats.org/drawingml/2006/main" xmlns:r="http://schemas.openxmlformats.org/officeDocument/2006/relationships" xmlns:p="http://schemas.openxmlformats.org/presentationml/2006/main">
  <p:tag name="PPSPLIT_ID" val=" 59"/>
</p:tagLst>
</file>

<file path=ppt/tags/tag1422.xml><?xml version="1.0" encoding="utf-8"?>
<p:tagLst xmlns:a="http://schemas.openxmlformats.org/drawingml/2006/main" xmlns:r="http://schemas.openxmlformats.org/officeDocument/2006/relationships" xmlns:p="http://schemas.openxmlformats.org/presentationml/2006/main">
  <p:tag name="PPSPLIT_ID" val=" 104"/>
</p:tagLst>
</file>

<file path=ppt/tags/tag1423.xml><?xml version="1.0" encoding="utf-8"?>
<p:tagLst xmlns:a="http://schemas.openxmlformats.org/drawingml/2006/main" xmlns:r="http://schemas.openxmlformats.org/officeDocument/2006/relationships" xmlns:p="http://schemas.openxmlformats.org/presentationml/2006/main">
  <p:tag name="PPSPLIT_ID" val=" 6"/>
</p:tagLst>
</file>

<file path=ppt/tags/tag1424.xml><?xml version="1.0" encoding="utf-8"?>
<p:tagLst xmlns:a="http://schemas.openxmlformats.org/drawingml/2006/main" xmlns:r="http://schemas.openxmlformats.org/officeDocument/2006/relationships" xmlns:p="http://schemas.openxmlformats.org/presentationml/2006/main">
  <p:tag name="PPSPLIT_ID" val=" 8"/>
</p:tagLst>
</file>

<file path=ppt/tags/tag1425.xml><?xml version="1.0" encoding="utf-8"?>
<p:tagLst xmlns:a="http://schemas.openxmlformats.org/drawingml/2006/main" xmlns:r="http://schemas.openxmlformats.org/officeDocument/2006/relationships" xmlns:p="http://schemas.openxmlformats.org/presentationml/2006/main">
  <p:tag name="PPSPLIT_ID" val=" 12"/>
</p:tagLst>
</file>

<file path=ppt/tags/tag1426.xml><?xml version="1.0" encoding="utf-8"?>
<p:tagLst xmlns:a="http://schemas.openxmlformats.org/drawingml/2006/main" xmlns:r="http://schemas.openxmlformats.org/officeDocument/2006/relationships" xmlns:p="http://schemas.openxmlformats.org/presentationml/2006/main">
  <p:tag name="PPSPLIT_ID" val=" 16"/>
</p:tagLst>
</file>

<file path=ppt/tags/tag1427.xml><?xml version="1.0" encoding="utf-8"?>
<p:tagLst xmlns:a="http://schemas.openxmlformats.org/drawingml/2006/main" xmlns:r="http://schemas.openxmlformats.org/officeDocument/2006/relationships" xmlns:p="http://schemas.openxmlformats.org/presentationml/2006/main">
  <p:tag name="PPSPLIT_ID" val=" 20"/>
</p:tagLst>
</file>

<file path=ppt/tags/tag1428.xml><?xml version="1.0" encoding="utf-8"?>
<p:tagLst xmlns:a="http://schemas.openxmlformats.org/drawingml/2006/main" xmlns:r="http://schemas.openxmlformats.org/officeDocument/2006/relationships" xmlns:p="http://schemas.openxmlformats.org/presentationml/2006/main">
  <p:tag name="PPSPLIT_ID" val=" 24"/>
</p:tagLst>
</file>

<file path=ppt/tags/tag1429.xml><?xml version="1.0" encoding="utf-8"?>
<p:tagLst xmlns:a="http://schemas.openxmlformats.org/drawingml/2006/main" xmlns:r="http://schemas.openxmlformats.org/officeDocument/2006/relationships" xmlns:p="http://schemas.openxmlformats.org/presentationml/2006/main">
  <p:tag name="PPSPLIT_ID" val=" 27"/>
</p:tagLst>
</file>

<file path=ppt/tags/tag1430.xml><?xml version="1.0" encoding="utf-8"?>
<p:tagLst xmlns:a="http://schemas.openxmlformats.org/drawingml/2006/main" xmlns:r="http://schemas.openxmlformats.org/officeDocument/2006/relationships" xmlns:p="http://schemas.openxmlformats.org/presentationml/2006/main">
  <p:tag name="PPSPLIT_ID" val=" 28"/>
</p:tagLst>
</file>

<file path=ppt/tags/tag1431.xml><?xml version="1.0" encoding="utf-8"?>
<p:tagLst xmlns:a="http://schemas.openxmlformats.org/drawingml/2006/main" xmlns:r="http://schemas.openxmlformats.org/officeDocument/2006/relationships" xmlns:p="http://schemas.openxmlformats.org/presentationml/2006/main">
  <p:tag name="PPSPLIT_ID" val=" 32"/>
</p:tagLst>
</file>

<file path=ppt/tags/tag1432.xml><?xml version="1.0" encoding="utf-8"?>
<p:tagLst xmlns:a="http://schemas.openxmlformats.org/drawingml/2006/main" xmlns:r="http://schemas.openxmlformats.org/officeDocument/2006/relationships" xmlns:p="http://schemas.openxmlformats.org/presentationml/2006/main">
  <p:tag name="PPSPLIT_ID" val=" 7"/>
</p:tagLst>
</file>

<file path=ppt/tags/tag1433.xml><?xml version="1.0" encoding="utf-8"?>
<p:tagLst xmlns:a="http://schemas.openxmlformats.org/drawingml/2006/main" xmlns:r="http://schemas.openxmlformats.org/officeDocument/2006/relationships" xmlns:p="http://schemas.openxmlformats.org/presentationml/2006/main">
  <p:tag name="PPSPLIT_ID" val=" 9"/>
</p:tagLst>
</file>

<file path=ppt/tags/tag1434.xml><?xml version="1.0" encoding="utf-8"?>
<p:tagLst xmlns:a="http://schemas.openxmlformats.org/drawingml/2006/main" xmlns:r="http://schemas.openxmlformats.org/officeDocument/2006/relationships" xmlns:p="http://schemas.openxmlformats.org/presentationml/2006/main">
  <p:tag name="PPSPLIT_ID" val=" 14"/>
</p:tagLst>
</file>

<file path=ppt/tags/tag1435.xml><?xml version="1.0" encoding="utf-8"?>
<p:tagLst xmlns:a="http://schemas.openxmlformats.org/drawingml/2006/main" xmlns:r="http://schemas.openxmlformats.org/officeDocument/2006/relationships" xmlns:p="http://schemas.openxmlformats.org/presentationml/2006/main">
  <p:tag name="PPSPLIT_ID" val=" 2"/>
</p:tagLst>
</file>

<file path=ppt/tags/tag1436.xml><?xml version="1.0" encoding="utf-8"?>
<p:tagLst xmlns:a="http://schemas.openxmlformats.org/drawingml/2006/main" xmlns:r="http://schemas.openxmlformats.org/officeDocument/2006/relationships" xmlns:p="http://schemas.openxmlformats.org/presentationml/2006/main">
  <p:tag name="PPSPLIT_ID" val=" 3"/>
</p:tagLst>
</file>

<file path=ppt/tags/tag1437.xml><?xml version="1.0" encoding="utf-8"?>
<p:tagLst xmlns:a="http://schemas.openxmlformats.org/drawingml/2006/main" xmlns:r="http://schemas.openxmlformats.org/officeDocument/2006/relationships" xmlns:p="http://schemas.openxmlformats.org/presentationml/2006/main">
  <p:tag name="PPSPLIT_ID" val=" 4"/>
</p:tagLst>
</file>

<file path=ppt/tags/tag1438.xml><?xml version="1.0" encoding="utf-8"?>
<p:tagLst xmlns:a="http://schemas.openxmlformats.org/drawingml/2006/main" xmlns:r="http://schemas.openxmlformats.org/officeDocument/2006/relationships" xmlns:p="http://schemas.openxmlformats.org/presentationml/2006/main">
  <p:tag name="PPSPLIT_ID" val=" 105"/>
</p:tagLst>
</file>

<file path=ppt/tags/tag1439.xml><?xml version="1.0" encoding="utf-8"?>
<p:tagLst xmlns:a="http://schemas.openxmlformats.org/drawingml/2006/main" xmlns:r="http://schemas.openxmlformats.org/officeDocument/2006/relationships" xmlns:p="http://schemas.openxmlformats.org/presentationml/2006/main">
  <p:tag name="PPSPLIT_ID" val=" 108"/>
</p:tagLst>
</file>

<file path=ppt/tags/tag1440.xml><?xml version="1.0" encoding="utf-8"?>
<p:tagLst xmlns:a="http://schemas.openxmlformats.org/drawingml/2006/main" xmlns:r="http://schemas.openxmlformats.org/officeDocument/2006/relationships" xmlns:p="http://schemas.openxmlformats.org/presentationml/2006/main">
  <p:tag name="PPSPLIT_ID" val=" 112"/>
</p:tagLst>
</file>

<file path=ppt/tags/tag1441.xml><?xml version="1.0" encoding="utf-8"?>
<p:tagLst xmlns:a="http://schemas.openxmlformats.org/drawingml/2006/main" xmlns:r="http://schemas.openxmlformats.org/officeDocument/2006/relationships" xmlns:p="http://schemas.openxmlformats.org/presentationml/2006/main">
  <p:tag name="PPSPLIT_ID" val=" 114"/>
</p:tagLst>
</file>

<file path=ppt/tags/tag1442.xml><?xml version="1.0" encoding="utf-8"?>
<p:tagLst xmlns:a="http://schemas.openxmlformats.org/drawingml/2006/main" xmlns:r="http://schemas.openxmlformats.org/officeDocument/2006/relationships" xmlns:p="http://schemas.openxmlformats.org/presentationml/2006/main">
  <p:tag name="PPSPLIT_ID" val=" 116"/>
</p:tagLst>
</file>

<file path=ppt/tags/tag1443.xml><?xml version="1.0" encoding="utf-8"?>
<p:tagLst xmlns:a="http://schemas.openxmlformats.org/drawingml/2006/main" xmlns:r="http://schemas.openxmlformats.org/officeDocument/2006/relationships" xmlns:p="http://schemas.openxmlformats.org/presentationml/2006/main">
  <p:tag name="PPSPLIT_ID" val=" 120"/>
</p:tagLst>
</file>

<file path=ppt/tags/tag1444.xml><?xml version="1.0" encoding="utf-8"?>
<p:tagLst xmlns:a="http://schemas.openxmlformats.org/drawingml/2006/main" xmlns:r="http://schemas.openxmlformats.org/officeDocument/2006/relationships" xmlns:p="http://schemas.openxmlformats.org/presentationml/2006/main">
  <p:tag name="PPSPLIT_ID" val=" 122"/>
</p:tagLst>
</file>

<file path=ppt/tags/tag1445.xml><?xml version="1.0" encoding="utf-8"?>
<p:tagLst xmlns:a="http://schemas.openxmlformats.org/drawingml/2006/main" xmlns:r="http://schemas.openxmlformats.org/officeDocument/2006/relationships" xmlns:p="http://schemas.openxmlformats.org/presentationml/2006/main">
  <p:tag name="PPSPLIT_ID" val=" 124"/>
</p:tagLst>
</file>

<file path=ppt/tags/tag1446.xml><?xml version="1.0" encoding="utf-8"?>
<p:tagLst xmlns:a="http://schemas.openxmlformats.org/drawingml/2006/main" xmlns:r="http://schemas.openxmlformats.org/officeDocument/2006/relationships" xmlns:p="http://schemas.openxmlformats.org/presentationml/2006/main">
  <p:tag name="PPSPLIT_ID" val=" 126"/>
</p:tagLst>
</file>

<file path=ppt/tags/tag1447.xml><?xml version="1.0" encoding="utf-8"?>
<p:tagLst xmlns:a="http://schemas.openxmlformats.org/drawingml/2006/main" xmlns:r="http://schemas.openxmlformats.org/officeDocument/2006/relationships" xmlns:p="http://schemas.openxmlformats.org/presentationml/2006/main">
  <p:tag name="PPSPLIT_ID" val=" 132"/>
</p:tagLst>
</file>

<file path=ppt/tags/tag1448.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 name="PPSPLIT_DONE" val="1"/>
</p:tagLst>
</file>

<file path=ppt/tags/tag1449.xml><?xml version="1.0" encoding="utf-8"?>
<p:tagLst xmlns:a="http://schemas.openxmlformats.org/drawingml/2006/main" xmlns:r="http://schemas.openxmlformats.org/officeDocument/2006/relationships" xmlns:p="http://schemas.openxmlformats.org/presentationml/2006/main">
  <p:tag name="PPSPLIT_ID" val=" 43"/>
</p:tagLst>
</file>

<file path=ppt/tags/tag1450.xml><?xml version="1.0" encoding="utf-8"?>
<p:tagLst xmlns:a="http://schemas.openxmlformats.org/drawingml/2006/main" xmlns:r="http://schemas.openxmlformats.org/officeDocument/2006/relationships" xmlns:p="http://schemas.openxmlformats.org/presentationml/2006/main">
  <p:tag name="PPSPLIT_ID" val=" 19"/>
</p:tagLst>
</file>

<file path=ppt/tags/tag1451.xml><?xml version="1.0" encoding="utf-8"?>
<p:tagLst xmlns:a="http://schemas.openxmlformats.org/drawingml/2006/main" xmlns:r="http://schemas.openxmlformats.org/officeDocument/2006/relationships" xmlns:p="http://schemas.openxmlformats.org/presentationml/2006/main">
  <p:tag name="PPSPLIT_ID" val=" 22"/>
</p:tagLst>
</file>

<file path=ppt/tags/tag1452.xml><?xml version="1.0" encoding="utf-8"?>
<p:tagLst xmlns:a="http://schemas.openxmlformats.org/drawingml/2006/main" xmlns:r="http://schemas.openxmlformats.org/officeDocument/2006/relationships" xmlns:p="http://schemas.openxmlformats.org/presentationml/2006/main">
  <p:tag name="PPSPLIT_ID" val=" 25"/>
</p:tagLst>
</file>

<file path=ppt/tags/tag1453.xml><?xml version="1.0" encoding="utf-8"?>
<p:tagLst xmlns:a="http://schemas.openxmlformats.org/drawingml/2006/main" xmlns:r="http://schemas.openxmlformats.org/officeDocument/2006/relationships" xmlns:p="http://schemas.openxmlformats.org/presentationml/2006/main">
  <p:tag name="PPSPLIT_ID" val=" 29"/>
</p:tagLst>
</file>

<file path=ppt/tags/tag1454.xml><?xml version="1.0" encoding="utf-8"?>
<p:tagLst xmlns:a="http://schemas.openxmlformats.org/drawingml/2006/main" xmlns:r="http://schemas.openxmlformats.org/officeDocument/2006/relationships" xmlns:p="http://schemas.openxmlformats.org/presentationml/2006/main">
  <p:tag name="PPSPLIT_ID" val=" 39"/>
</p:tagLst>
</file>

<file path=ppt/tags/tag1455.xml><?xml version="1.0" encoding="utf-8"?>
<p:tagLst xmlns:a="http://schemas.openxmlformats.org/drawingml/2006/main" xmlns:r="http://schemas.openxmlformats.org/officeDocument/2006/relationships" xmlns:p="http://schemas.openxmlformats.org/presentationml/2006/main">
  <p:tag name="PPSPLIT_ID" val=" 41"/>
</p:tagLst>
</file>

<file path=ppt/tags/tag1456.xml><?xml version="1.0" encoding="utf-8"?>
<p:tagLst xmlns:a="http://schemas.openxmlformats.org/drawingml/2006/main" xmlns:r="http://schemas.openxmlformats.org/officeDocument/2006/relationships" xmlns:p="http://schemas.openxmlformats.org/presentationml/2006/main">
  <p:tag name="PPSPLIT_ID" val=" 45"/>
</p:tagLst>
</file>

<file path=ppt/tags/tag1457.xml><?xml version="1.0" encoding="utf-8"?>
<p:tagLst xmlns:a="http://schemas.openxmlformats.org/drawingml/2006/main" xmlns:r="http://schemas.openxmlformats.org/officeDocument/2006/relationships" xmlns:p="http://schemas.openxmlformats.org/presentationml/2006/main">
  <p:tag name="PPSPLIT_ID" val=" 51"/>
</p:tagLst>
</file>

<file path=ppt/tags/tag1458.xml><?xml version="1.0" encoding="utf-8"?>
<p:tagLst xmlns:a="http://schemas.openxmlformats.org/drawingml/2006/main" xmlns:r="http://schemas.openxmlformats.org/officeDocument/2006/relationships" xmlns:p="http://schemas.openxmlformats.org/presentationml/2006/main">
  <p:tag name="PPSPLIT_ID" val=" 57"/>
</p:tagLst>
</file>

<file path=ppt/tags/tag1459.xml><?xml version="1.0" encoding="utf-8"?>
<p:tagLst xmlns:a="http://schemas.openxmlformats.org/drawingml/2006/main" xmlns:r="http://schemas.openxmlformats.org/officeDocument/2006/relationships" xmlns:p="http://schemas.openxmlformats.org/presentationml/2006/main">
  <p:tag name="PPSPLIT_ID" val=" 59"/>
</p:tagLst>
</file>

<file path=ppt/tags/tag1460.xml><?xml version="1.0" encoding="utf-8"?>
<p:tagLst xmlns:a="http://schemas.openxmlformats.org/drawingml/2006/main" xmlns:r="http://schemas.openxmlformats.org/officeDocument/2006/relationships" xmlns:p="http://schemas.openxmlformats.org/presentationml/2006/main">
  <p:tag name="PPSPLIT_ID" val=" 104"/>
</p:tagLst>
</file>

<file path=ppt/tags/tag1461.xml><?xml version="1.0" encoding="utf-8"?>
<p:tagLst xmlns:a="http://schemas.openxmlformats.org/drawingml/2006/main" xmlns:r="http://schemas.openxmlformats.org/officeDocument/2006/relationships" xmlns:p="http://schemas.openxmlformats.org/presentationml/2006/main">
  <p:tag name="PPSPLIT_ID" val=" 64"/>
</p:tagLst>
</file>

<file path=ppt/tags/tag1462.xml><?xml version="1.0" encoding="utf-8"?>
<p:tagLst xmlns:a="http://schemas.openxmlformats.org/drawingml/2006/main" xmlns:r="http://schemas.openxmlformats.org/officeDocument/2006/relationships" xmlns:p="http://schemas.openxmlformats.org/presentationml/2006/main">
  <p:tag name="PPSPLIT_ID" val=" 6"/>
</p:tagLst>
</file>

<file path=ppt/tags/tag1463.xml><?xml version="1.0" encoding="utf-8"?>
<p:tagLst xmlns:a="http://schemas.openxmlformats.org/drawingml/2006/main" xmlns:r="http://schemas.openxmlformats.org/officeDocument/2006/relationships" xmlns:p="http://schemas.openxmlformats.org/presentationml/2006/main">
  <p:tag name="PPSPLIT_ID" val=" 8"/>
</p:tagLst>
</file>

<file path=ppt/tags/tag1464.xml><?xml version="1.0" encoding="utf-8"?>
<p:tagLst xmlns:a="http://schemas.openxmlformats.org/drawingml/2006/main" xmlns:r="http://schemas.openxmlformats.org/officeDocument/2006/relationships" xmlns:p="http://schemas.openxmlformats.org/presentationml/2006/main">
  <p:tag name="PPSPLIT_ID" val=" 12"/>
</p:tagLst>
</file>

<file path=ppt/tags/tag1465.xml><?xml version="1.0" encoding="utf-8"?>
<p:tagLst xmlns:a="http://schemas.openxmlformats.org/drawingml/2006/main" xmlns:r="http://schemas.openxmlformats.org/officeDocument/2006/relationships" xmlns:p="http://schemas.openxmlformats.org/presentationml/2006/main">
  <p:tag name="PPSPLIT_ID" val=" 16"/>
</p:tagLst>
</file>

<file path=ppt/tags/tag1466.xml><?xml version="1.0" encoding="utf-8"?>
<p:tagLst xmlns:a="http://schemas.openxmlformats.org/drawingml/2006/main" xmlns:r="http://schemas.openxmlformats.org/officeDocument/2006/relationships" xmlns:p="http://schemas.openxmlformats.org/presentationml/2006/main">
  <p:tag name="PPSPLIT_ID" val=" 20"/>
</p:tagLst>
</file>

<file path=ppt/tags/tag1467.xml><?xml version="1.0" encoding="utf-8"?>
<p:tagLst xmlns:a="http://schemas.openxmlformats.org/drawingml/2006/main" xmlns:r="http://schemas.openxmlformats.org/officeDocument/2006/relationships" xmlns:p="http://schemas.openxmlformats.org/presentationml/2006/main">
  <p:tag name="PPSPLIT_ID" val=" 24"/>
</p:tagLst>
</file>

<file path=ppt/tags/tag1468.xml><?xml version="1.0" encoding="utf-8"?>
<p:tagLst xmlns:a="http://schemas.openxmlformats.org/drawingml/2006/main" xmlns:r="http://schemas.openxmlformats.org/officeDocument/2006/relationships" xmlns:p="http://schemas.openxmlformats.org/presentationml/2006/main">
  <p:tag name="PPSPLIT_ID" val=" 27"/>
</p:tagLst>
</file>

<file path=ppt/tags/tag1469.xml><?xml version="1.0" encoding="utf-8"?>
<p:tagLst xmlns:a="http://schemas.openxmlformats.org/drawingml/2006/main" xmlns:r="http://schemas.openxmlformats.org/officeDocument/2006/relationships" xmlns:p="http://schemas.openxmlformats.org/presentationml/2006/main">
  <p:tag name="PPSPLIT_ID" val=" 28"/>
</p:tagLst>
</file>

<file path=ppt/tags/tag1470.xml><?xml version="1.0" encoding="utf-8"?>
<p:tagLst xmlns:a="http://schemas.openxmlformats.org/drawingml/2006/main" xmlns:r="http://schemas.openxmlformats.org/officeDocument/2006/relationships" xmlns:p="http://schemas.openxmlformats.org/presentationml/2006/main">
  <p:tag name="PPSPLIT_ID" val=" 32"/>
</p:tagLst>
</file>

<file path=ppt/tags/tag1471.xml><?xml version="1.0" encoding="utf-8"?>
<p:tagLst xmlns:a="http://schemas.openxmlformats.org/drawingml/2006/main" xmlns:r="http://schemas.openxmlformats.org/officeDocument/2006/relationships" xmlns:p="http://schemas.openxmlformats.org/presentationml/2006/main">
  <p:tag name="PPSPLIT_ID" val=" 7"/>
</p:tagLst>
</file>

<file path=ppt/tags/tag1472.xml><?xml version="1.0" encoding="utf-8"?>
<p:tagLst xmlns:a="http://schemas.openxmlformats.org/drawingml/2006/main" xmlns:r="http://schemas.openxmlformats.org/officeDocument/2006/relationships" xmlns:p="http://schemas.openxmlformats.org/presentationml/2006/main">
  <p:tag name="PPSPLIT_ID" val=" 9"/>
</p:tagLst>
</file>

<file path=ppt/tags/tag1473.xml><?xml version="1.0" encoding="utf-8"?>
<p:tagLst xmlns:a="http://schemas.openxmlformats.org/drawingml/2006/main" xmlns:r="http://schemas.openxmlformats.org/officeDocument/2006/relationships" xmlns:p="http://schemas.openxmlformats.org/presentationml/2006/main">
  <p:tag name="PPSPLIT_ID" val=" 14"/>
</p:tagLst>
</file>

<file path=ppt/tags/tag1474.xml><?xml version="1.0" encoding="utf-8"?>
<p:tagLst xmlns:a="http://schemas.openxmlformats.org/drawingml/2006/main" xmlns:r="http://schemas.openxmlformats.org/officeDocument/2006/relationships" xmlns:p="http://schemas.openxmlformats.org/presentationml/2006/main">
  <p:tag name="PPSPLIT_ID" val=" 2"/>
</p:tagLst>
</file>

<file path=ppt/tags/tag1475.xml><?xml version="1.0" encoding="utf-8"?>
<p:tagLst xmlns:a="http://schemas.openxmlformats.org/drawingml/2006/main" xmlns:r="http://schemas.openxmlformats.org/officeDocument/2006/relationships" xmlns:p="http://schemas.openxmlformats.org/presentationml/2006/main">
  <p:tag name="PPSPLIT_ID" val=" 3"/>
</p:tagLst>
</file>

<file path=ppt/tags/tag1476.xml><?xml version="1.0" encoding="utf-8"?>
<p:tagLst xmlns:a="http://schemas.openxmlformats.org/drawingml/2006/main" xmlns:r="http://schemas.openxmlformats.org/officeDocument/2006/relationships" xmlns:p="http://schemas.openxmlformats.org/presentationml/2006/main">
  <p:tag name="PPSPLIT_ID" val=" 4"/>
</p:tagLst>
</file>

<file path=ppt/tags/tag1477.xml><?xml version="1.0" encoding="utf-8"?>
<p:tagLst xmlns:a="http://schemas.openxmlformats.org/drawingml/2006/main" xmlns:r="http://schemas.openxmlformats.org/officeDocument/2006/relationships" xmlns:p="http://schemas.openxmlformats.org/presentationml/2006/main">
  <p:tag name="PPSPLIT_ID" val=" 30"/>
</p:tagLst>
</file>

<file path=ppt/tags/tag1478.xml><?xml version="1.0" encoding="utf-8"?>
<p:tagLst xmlns:a="http://schemas.openxmlformats.org/drawingml/2006/main" xmlns:r="http://schemas.openxmlformats.org/officeDocument/2006/relationships" xmlns:p="http://schemas.openxmlformats.org/presentationml/2006/main">
  <p:tag name="PPSPLIT_ID" val=" 105"/>
</p:tagLst>
</file>

<file path=ppt/tags/tag1479.xml><?xml version="1.0" encoding="utf-8"?>
<p:tagLst xmlns:a="http://schemas.openxmlformats.org/drawingml/2006/main" xmlns:r="http://schemas.openxmlformats.org/officeDocument/2006/relationships" xmlns:p="http://schemas.openxmlformats.org/presentationml/2006/main">
  <p:tag name="PPSPLIT_ID" val=" 108"/>
</p:tagLst>
</file>

<file path=ppt/tags/tag1480.xml><?xml version="1.0" encoding="utf-8"?>
<p:tagLst xmlns:a="http://schemas.openxmlformats.org/drawingml/2006/main" xmlns:r="http://schemas.openxmlformats.org/officeDocument/2006/relationships" xmlns:p="http://schemas.openxmlformats.org/presentationml/2006/main">
  <p:tag name="PPSPLIT_ID" val=" 112"/>
</p:tagLst>
</file>

<file path=ppt/tags/tag1481.xml><?xml version="1.0" encoding="utf-8"?>
<p:tagLst xmlns:a="http://schemas.openxmlformats.org/drawingml/2006/main" xmlns:r="http://schemas.openxmlformats.org/officeDocument/2006/relationships" xmlns:p="http://schemas.openxmlformats.org/presentationml/2006/main">
  <p:tag name="PPSPLIT_ID" val=" 114"/>
</p:tagLst>
</file>

<file path=ppt/tags/tag1482.xml><?xml version="1.0" encoding="utf-8"?>
<p:tagLst xmlns:a="http://schemas.openxmlformats.org/drawingml/2006/main" xmlns:r="http://schemas.openxmlformats.org/officeDocument/2006/relationships" xmlns:p="http://schemas.openxmlformats.org/presentationml/2006/main">
  <p:tag name="PPSPLIT_ID" val=" 116"/>
</p:tagLst>
</file>

<file path=ppt/tags/tag1483.xml><?xml version="1.0" encoding="utf-8"?>
<p:tagLst xmlns:a="http://schemas.openxmlformats.org/drawingml/2006/main" xmlns:r="http://schemas.openxmlformats.org/officeDocument/2006/relationships" xmlns:p="http://schemas.openxmlformats.org/presentationml/2006/main">
  <p:tag name="PPSPLIT_ID" val=" 120"/>
</p:tagLst>
</file>

<file path=ppt/tags/tag1484.xml><?xml version="1.0" encoding="utf-8"?>
<p:tagLst xmlns:a="http://schemas.openxmlformats.org/drawingml/2006/main" xmlns:r="http://schemas.openxmlformats.org/officeDocument/2006/relationships" xmlns:p="http://schemas.openxmlformats.org/presentationml/2006/main">
  <p:tag name="PPSPLIT_ID" val=" 122"/>
</p:tagLst>
</file>

<file path=ppt/tags/tag1485.xml><?xml version="1.0" encoding="utf-8"?>
<p:tagLst xmlns:a="http://schemas.openxmlformats.org/drawingml/2006/main" xmlns:r="http://schemas.openxmlformats.org/officeDocument/2006/relationships" xmlns:p="http://schemas.openxmlformats.org/presentationml/2006/main">
  <p:tag name="PPSPLIT_ID" val=" 124"/>
</p:tagLst>
</file>

<file path=ppt/tags/tag1486.xml><?xml version="1.0" encoding="utf-8"?>
<p:tagLst xmlns:a="http://schemas.openxmlformats.org/drawingml/2006/main" xmlns:r="http://schemas.openxmlformats.org/officeDocument/2006/relationships" xmlns:p="http://schemas.openxmlformats.org/presentationml/2006/main">
  <p:tag name="PPSPLIT_ID" val=" 126"/>
</p:tagLst>
</file>

<file path=ppt/tags/tag1487.xml><?xml version="1.0" encoding="utf-8"?>
<p:tagLst xmlns:a="http://schemas.openxmlformats.org/drawingml/2006/main" xmlns:r="http://schemas.openxmlformats.org/officeDocument/2006/relationships" xmlns:p="http://schemas.openxmlformats.org/presentationml/2006/main">
  <p:tag name="PPSPLIT_ID" val=" 128"/>
</p:tagLst>
</file>

<file path=ppt/tags/tag1488.xml><?xml version="1.0" encoding="utf-8"?>
<p:tagLst xmlns:a="http://schemas.openxmlformats.org/drawingml/2006/main" xmlns:r="http://schemas.openxmlformats.org/officeDocument/2006/relationships" xmlns:p="http://schemas.openxmlformats.org/presentationml/2006/main">
  <p:tag name="PPSPLIT_ID" val=" 132"/>
</p:tagLst>
</file>

<file path=ppt/tags/tag1489.xml><?xml version="1.0" encoding="utf-8"?>
<p:tagLst xmlns:a="http://schemas.openxmlformats.org/drawingml/2006/main" xmlns:r="http://schemas.openxmlformats.org/officeDocument/2006/relationships" xmlns:p="http://schemas.openxmlformats.org/presentationml/2006/main">
  <p:tag name="TIMING" val="|0.7|0.3|0.5|0.4|0.4|0.3|0.3|0.4|0.6|0.6"/>
  <p:tag name="PPSPLIT_SPLIT" val="1"/>
  <p:tag name="PPSPLIT_ORIGINALSLIDENUMBER" val="31"/>
</p:tagLst>
</file>

<file path=ppt/tags/tag1490.xml><?xml version="1.0" encoding="utf-8"?>
<p:tagLst xmlns:a="http://schemas.openxmlformats.org/drawingml/2006/main" xmlns:r="http://schemas.openxmlformats.org/officeDocument/2006/relationships" xmlns:p="http://schemas.openxmlformats.org/presentationml/2006/main">
  <p:tag name="PPSPLIT_ID" val=" 43"/>
</p:tagLst>
</file>

<file path=ppt/tags/tag1491.xml><?xml version="1.0" encoding="utf-8"?>
<p:tagLst xmlns:a="http://schemas.openxmlformats.org/drawingml/2006/main" xmlns:r="http://schemas.openxmlformats.org/officeDocument/2006/relationships" xmlns:p="http://schemas.openxmlformats.org/presentationml/2006/main">
  <p:tag name="PPSPLIT_ID" val=" 19"/>
</p:tagLst>
</file>

<file path=ppt/tags/tag1492.xml><?xml version="1.0" encoding="utf-8"?>
<p:tagLst xmlns:a="http://schemas.openxmlformats.org/drawingml/2006/main" xmlns:r="http://schemas.openxmlformats.org/officeDocument/2006/relationships" xmlns:p="http://schemas.openxmlformats.org/presentationml/2006/main">
  <p:tag name="PPSPLIT_ID" val=" 22"/>
</p:tagLst>
</file>

<file path=ppt/tags/tag1493.xml><?xml version="1.0" encoding="utf-8"?>
<p:tagLst xmlns:a="http://schemas.openxmlformats.org/drawingml/2006/main" xmlns:r="http://schemas.openxmlformats.org/officeDocument/2006/relationships" xmlns:p="http://schemas.openxmlformats.org/presentationml/2006/main">
  <p:tag name="PPSPLIT_ID" val=" 25"/>
</p:tagLst>
</file>

<file path=ppt/tags/tag1494.xml><?xml version="1.0" encoding="utf-8"?>
<p:tagLst xmlns:a="http://schemas.openxmlformats.org/drawingml/2006/main" xmlns:r="http://schemas.openxmlformats.org/officeDocument/2006/relationships" xmlns:p="http://schemas.openxmlformats.org/presentationml/2006/main">
  <p:tag name="PPSPLIT_ID" val=" 29"/>
</p:tagLst>
</file>

<file path=ppt/tags/tag1495.xml><?xml version="1.0" encoding="utf-8"?>
<p:tagLst xmlns:a="http://schemas.openxmlformats.org/drawingml/2006/main" xmlns:r="http://schemas.openxmlformats.org/officeDocument/2006/relationships" xmlns:p="http://schemas.openxmlformats.org/presentationml/2006/main">
  <p:tag name="PPSPLIT_ID" val=" 39"/>
</p:tagLst>
</file>

<file path=ppt/tags/tag1496.xml><?xml version="1.0" encoding="utf-8"?>
<p:tagLst xmlns:a="http://schemas.openxmlformats.org/drawingml/2006/main" xmlns:r="http://schemas.openxmlformats.org/officeDocument/2006/relationships" xmlns:p="http://schemas.openxmlformats.org/presentationml/2006/main">
  <p:tag name="PPSPLIT_ID" val=" 41"/>
</p:tagLst>
</file>

<file path=ppt/tags/tag1497.xml><?xml version="1.0" encoding="utf-8"?>
<p:tagLst xmlns:a="http://schemas.openxmlformats.org/drawingml/2006/main" xmlns:r="http://schemas.openxmlformats.org/officeDocument/2006/relationships" xmlns:p="http://schemas.openxmlformats.org/presentationml/2006/main">
  <p:tag name="PPSPLIT_ID" val=" 45"/>
</p:tagLst>
</file>

<file path=ppt/tags/tag1498.xml><?xml version="1.0" encoding="utf-8"?>
<p:tagLst xmlns:a="http://schemas.openxmlformats.org/drawingml/2006/main" xmlns:r="http://schemas.openxmlformats.org/officeDocument/2006/relationships" xmlns:p="http://schemas.openxmlformats.org/presentationml/2006/main">
  <p:tag name="PPSPLIT_ID" val=" 51"/>
</p:tagLst>
</file>

<file path=ppt/tags/tag1499.xml><?xml version="1.0" encoding="utf-8"?>
<p:tagLst xmlns:a="http://schemas.openxmlformats.org/drawingml/2006/main" xmlns:r="http://schemas.openxmlformats.org/officeDocument/2006/relationships" xmlns:p="http://schemas.openxmlformats.org/presentationml/2006/main">
  <p:tag name="PPSPLIT_ID" val=" 57"/>
</p:tagLst>
</file>

<file path=ppt/tags/tag1500.xml><?xml version="1.0" encoding="utf-8"?>
<p:tagLst xmlns:a="http://schemas.openxmlformats.org/drawingml/2006/main" xmlns:r="http://schemas.openxmlformats.org/officeDocument/2006/relationships" xmlns:p="http://schemas.openxmlformats.org/presentationml/2006/main">
  <p:tag name="PPSPLIT_ID" val=" 59"/>
</p:tagLst>
</file>

<file path=ppt/tags/tag1501.xml><?xml version="1.0" encoding="utf-8"?>
<p:tagLst xmlns:a="http://schemas.openxmlformats.org/drawingml/2006/main" xmlns:r="http://schemas.openxmlformats.org/officeDocument/2006/relationships" xmlns:p="http://schemas.openxmlformats.org/presentationml/2006/main">
  <p:tag name="PPSPLIT_ID" val=" 104"/>
</p:tagLst>
</file>

<file path=ppt/tags/tag1502.xml><?xml version="1.0" encoding="utf-8"?>
<p:tagLst xmlns:a="http://schemas.openxmlformats.org/drawingml/2006/main" xmlns:r="http://schemas.openxmlformats.org/officeDocument/2006/relationships" xmlns:p="http://schemas.openxmlformats.org/presentationml/2006/main">
  <p:tag name="PPSPLIT_ID" val=" 86"/>
</p:tagLst>
</file>

<file path=ppt/tags/tag1503.xml><?xml version="1.0" encoding="utf-8"?>
<p:tagLst xmlns:a="http://schemas.openxmlformats.org/drawingml/2006/main" xmlns:r="http://schemas.openxmlformats.org/officeDocument/2006/relationships" xmlns:p="http://schemas.openxmlformats.org/presentationml/2006/main">
  <p:tag name="PPSPLIT_ID" val=" 87"/>
</p:tagLst>
</file>

<file path=ppt/tags/tag1504.xml><?xml version="1.0" encoding="utf-8"?>
<p:tagLst xmlns:a="http://schemas.openxmlformats.org/drawingml/2006/main" xmlns:r="http://schemas.openxmlformats.org/officeDocument/2006/relationships" xmlns:p="http://schemas.openxmlformats.org/presentationml/2006/main">
  <p:tag name="PPSPLIT_ID" val=" 64"/>
</p:tagLst>
</file>

<file path=ppt/tags/tag1505.xml><?xml version="1.0" encoding="utf-8"?>
<p:tagLst xmlns:a="http://schemas.openxmlformats.org/drawingml/2006/main" xmlns:r="http://schemas.openxmlformats.org/officeDocument/2006/relationships" xmlns:p="http://schemas.openxmlformats.org/presentationml/2006/main">
  <p:tag name="PPSPLIT_ID" val=" 6"/>
</p:tagLst>
</file>

<file path=ppt/tags/tag1506.xml><?xml version="1.0" encoding="utf-8"?>
<p:tagLst xmlns:a="http://schemas.openxmlformats.org/drawingml/2006/main" xmlns:r="http://schemas.openxmlformats.org/officeDocument/2006/relationships" xmlns:p="http://schemas.openxmlformats.org/presentationml/2006/main">
  <p:tag name="PPSPLIT_ID" val=" 8"/>
</p:tagLst>
</file>

<file path=ppt/tags/tag1507.xml><?xml version="1.0" encoding="utf-8"?>
<p:tagLst xmlns:a="http://schemas.openxmlformats.org/drawingml/2006/main" xmlns:r="http://schemas.openxmlformats.org/officeDocument/2006/relationships" xmlns:p="http://schemas.openxmlformats.org/presentationml/2006/main">
  <p:tag name="PPSPLIT_ID" val=" 12"/>
</p:tagLst>
</file>

<file path=ppt/tags/tag1508.xml><?xml version="1.0" encoding="utf-8"?>
<p:tagLst xmlns:a="http://schemas.openxmlformats.org/drawingml/2006/main" xmlns:r="http://schemas.openxmlformats.org/officeDocument/2006/relationships" xmlns:p="http://schemas.openxmlformats.org/presentationml/2006/main">
  <p:tag name="PPSPLIT_ID" val=" 16"/>
</p:tagLst>
</file>

<file path=ppt/tags/tag1509.xml><?xml version="1.0" encoding="utf-8"?>
<p:tagLst xmlns:a="http://schemas.openxmlformats.org/drawingml/2006/main" xmlns:r="http://schemas.openxmlformats.org/officeDocument/2006/relationships" xmlns:p="http://schemas.openxmlformats.org/presentationml/2006/main">
  <p:tag name="PPSPLIT_ID" val=" 20"/>
</p:tagLst>
</file>

<file path=ppt/tags/tag1510.xml><?xml version="1.0" encoding="utf-8"?>
<p:tagLst xmlns:a="http://schemas.openxmlformats.org/drawingml/2006/main" xmlns:r="http://schemas.openxmlformats.org/officeDocument/2006/relationships" xmlns:p="http://schemas.openxmlformats.org/presentationml/2006/main">
  <p:tag name="PPSPLIT_ID" val=" 24"/>
</p:tagLst>
</file>

<file path=ppt/tags/tag1511.xml><?xml version="1.0" encoding="utf-8"?>
<p:tagLst xmlns:a="http://schemas.openxmlformats.org/drawingml/2006/main" xmlns:r="http://schemas.openxmlformats.org/officeDocument/2006/relationships" xmlns:p="http://schemas.openxmlformats.org/presentationml/2006/main">
  <p:tag name="PPSPLIT_ID" val=" 27"/>
</p:tagLst>
</file>

<file path=ppt/tags/tag1512.xml><?xml version="1.0" encoding="utf-8"?>
<p:tagLst xmlns:a="http://schemas.openxmlformats.org/drawingml/2006/main" xmlns:r="http://schemas.openxmlformats.org/officeDocument/2006/relationships" xmlns:p="http://schemas.openxmlformats.org/presentationml/2006/main">
  <p:tag name="PPSPLIT_ID" val=" 28"/>
</p:tagLst>
</file>

<file path=ppt/tags/tag1513.xml><?xml version="1.0" encoding="utf-8"?>
<p:tagLst xmlns:a="http://schemas.openxmlformats.org/drawingml/2006/main" xmlns:r="http://schemas.openxmlformats.org/officeDocument/2006/relationships" xmlns:p="http://schemas.openxmlformats.org/presentationml/2006/main">
  <p:tag name="PPSPLIT_ID" val=" 32"/>
</p:tagLst>
</file>

<file path=ppt/tags/tag1514.xml><?xml version="1.0" encoding="utf-8"?>
<p:tagLst xmlns:a="http://schemas.openxmlformats.org/drawingml/2006/main" xmlns:r="http://schemas.openxmlformats.org/officeDocument/2006/relationships" xmlns:p="http://schemas.openxmlformats.org/presentationml/2006/main">
  <p:tag name="PPSPLIT_ID" val=" 7"/>
</p:tagLst>
</file>

<file path=ppt/tags/tag1515.xml><?xml version="1.0" encoding="utf-8"?>
<p:tagLst xmlns:a="http://schemas.openxmlformats.org/drawingml/2006/main" xmlns:r="http://schemas.openxmlformats.org/officeDocument/2006/relationships" xmlns:p="http://schemas.openxmlformats.org/presentationml/2006/main">
  <p:tag name="PPSPLIT_ID" val=" 9"/>
</p:tagLst>
</file>

<file path=ppt/tags/tag1516.xml><?xml version="1.0" encoding="utf-8"?>
<p:tagLst xmlns:a="http://schemas.openxmlformats.org/drawingml/2006/main" xmlns:r="http://schemas.openxmlformats.org/officeDocument/2006/relationships" xmlns:p="http://schemas.openxmlformats.org/presentationml/2006/main">
  <p:tag name="PPSPLIT_ID" val=" 14"/>
</p:tagLst>
</file>

<file path=ppt/tags/tag1517.xml><?xml version="1.0" encoding="utf-8"?>
<p:tagLst xmlns:a="http://schemas.openxmlformats.org/drawingml/2006/main" xmlns:r="http://schemas.openxmlformats.org/officeDocument/2006/relationships" xmlns:p="http://schemas.openxmlformats.org/presentationml/2006/main">
  <p:tag name="PPSPLIT_ID" val=" 83"/>
</p:tagLst>
</file>

<file path=ppt/tags/tag1518.xml><?xml version="1.0" encoding="utf-8"?>
<p:tagLst xmlns:a="http://schemas.openxmlformats.org/drawingml/2006/main" xmlns:r="http://schemas.openxmlformats.org/officeDocument/2006/relationships" xmlns:p="http://schemas.openxmlformats.org/presentationml/2006/main">
  <p:tag name="PPSPLIT_ID" val=" 2"/>
</p:tagLst>
</file>

<file path=ppt/tags/tag1519.xml><?xml version="1.0" encoding="utf-8"?>
<p:tagLst xmlns:a="http://schemas.openxmlformats.org/drawingml/2006/main" xmlns:r="http://schemas.openxmlformats.org/officeDocument/2006/relationships" xmlns:p="http://schemas.openxmlformats.org/presentationml/2006/main">
  <p:tag name="PPSPLIT_ID" val=" 3"/>
</p:tagLst>
</file>

<file path=ppt/tags/tag1520.xml><?xml version="1.0" encoding="utf-8"?>
<p:tagLst xmlns:a="http://schemas.openxmlformats.org/drawingml/2006/main" xmlns:r="http://schemas.openxmlformats.org/officeDocument/2006/relationships" xmlns:p="http://schemas.openxmlformats.org/presentationml/2006/main">
  <p:tag name="PPSPLIT_ID" val=" 4"/>
</p:tagLst>
</file>

<file path=ppt/tags/tag1521.xml><?xml version="1.0" encoding="utf-8"?>
<p:tagLst xmlns:a="http://schemas.openxmlformats.org/drawingml/2006/main" xmlns:r="http://schemas.openxmlformats.org/officeDocument/2006/relationships" xmlns:p="http://schemas.openxmlformats.org/presentationml/2006/main">
  <p:tag name="PPSPLIT_ID" val=" 30"/>
</p:tagLst>
</file>

<file path=ppt/tags/tag1522.xml><?xml version="1.0" encoding="utf-8"?>
<p:tagLst xmlns:a="http://schemas.openxmlformats.org/drawingml/2006/main" xmlns:r="http://schemas.openxmlformats.org/officeDocument/2006/relationships" xmlns:p="http://schemas.openxmlformats.org/presentationml/2006/main">
  <p:tag name="PPSPLIT_ID" val=" 105"/>
</p:tagLst>
</file>

<file path=ppt/tags/tag1523.xml><?xml version="1.0" encoding="utf-8"?>
<p:tagLst xmlns:a="http://schemas.openxmlformats.org/drawingml/2006/main" xmlns:r="http://schemas.openxmlformats.org/officeDocument/2006/relationships" xmlns:p="http://schemas.openxmlformats.org/presentationml/2006/main">
  <p:tag name="PPSPLIT_ID" val=" 108"/>
</p:tagLst>
</file>

<file path=ppt/tags/tag1524.xml><?xml version="1.0" encoding="utf-8"?>
<p:tagLst xmlns:a="http://schemas.openxmlformats.org/drawingml/2006/main" xmlns:r="http://schemas.openxmlformats.org/officeDocument/2006/relationships" xmlns:p="http://schemas.openxmlformats.org/presentationml/2006/main">
  <p:tag name="PPSPLIT_ID" val=" 112"/>
</p:tagLst>
</file>

<file path=ppt/tags/tag1525.xml><?xml version="1.0" encoding="utf-8"?>
<p:tagLst xmlns:a="http://schemas.openxmlformats.org/drawingml/2006/main" xmlns:r="http://schemas.openxmlformats.org/officeDocument/2006/relationships" xmlns:p="http://schemas.openxmlformats.org/presentationml/2006/main">
  <p:tag name="PPSPLIT_ID" val=" 114"/>
</p:tagLst>
</file>

<file path=ppt/tags/tag1526.xml><?xml version="1.0" encoding="utf-8"?>
<p:tagLst xmlns:a="http://schemas.openxmlformats.org/drawingml/2006/main" xmlns:r="http://schemas.openxmlformats.org/officeDocument/2006/relationships" xmlns:p="http://schemas.openxmlformats.org/presentationml/2006/main">
  <p:tag name="PPSPLIT_ID" val=" 116"/>
</p:tagLst>
</file>

<file path=ppt/tags/tag1527.xml><?xml version="1.0" encoding="utf-8"?>
<p:tagLst xmlns:a="http://schemas.openxmlformats.org/drawingml/2006/main" xmlns:r="http://schemas.openxmlformats.org/officeDocument/2006/relationships" xmlns:p="http://schemas.openxmlformats.org/presentationml/2006/main">
  <p:tag name="PPSPLIT_ID" val=" 118"/>
</p:tagLst>
</file>

<file path=ppt/tags/tag1528.xml><?xml version="1.0" encoding="utf-8"?>
<p:tagLst xmlns:a="http://schemas.openxmlformats.org/drawingml/2006/main" xmlns:r="http://schemas.openxmlformats.org/officeDocument/2006/relationships" xmlns:p="http://schemas.openxmlformats.org/presentationml/2006/main">
  <p:tag name="PPSPLIT_ID" val=" 120"/>
</p:tagLst>
</file>

<file path=ppt/tags/tag1529.xml><?xml version="1.0" encoding="utf-8"?>
<p:tagLst xmlns:a="http://schemas.openxmlformats.org/drawingml/2006/main" xmlns:r="http://schemas.openxmlformats.org/officeDocument/2006/relationships" xmlns:p="http://schemas.openxmlformats.org/presentationml/2006/main">
  <p:tag name="PPSPLIT_ID" val=" 122"/>
</p:tagLst>
</file>

<file path=ppt/tags/tag1530.xml><?xml version="1.0" encoding="utf-8"?>
<p:tagLst xmlns:a="http://schemas.openxmlformats.org/drawingml/2006/main" xmlns:r="http://schemas.openxmlformats.org/officeDocument/2006/relationships" xmlns:p="http://schemas.openxmlformats.org/presentationml/2006/main">
  <p:tag name="PPSPLIT_ID" val=" 124"/>
</p:tagLst>
</file>

<file path=ppt/tags/tag1531.xml><?xml version="1.0" encoding="utf-8"?>
<p:tagLst xmlns:a="http://schemas.openxmlformats.org/drawingml/2006/main" xmlns:r="http://schemas.openxmlformats.org/officeDocument/2006/relationships" xmlns:p="http://schemas.openxmlformats.org/presentationml/2006/main">
  <p:tag name="PPSPLIT_ID" val=" 126"/>
</p:tagLst>
</file>

<file path=ppt/tags/tag1532.xml><?xml version="1.0" encoding="utf-8"?>
<p:tagLst xmlns:a="http://schemas.openxmlformats.org/drawingml/2006/main" xmlns:r="http://schemas.openxmlformats.org/officeDocument/2006/relationships" xmlns:p="http://schemas.openxmlformats.org/presentationml/2006/main">
  <p:tag name="PPSPLIT_ID" val=" 128"/>
</p:tagLst>
</file>

<file path=ppt/tags/tag1533.xml><?xml version="1.0" encoding="utf-8"?>
<p:tagLst xmlns:a="http://schemas.openxmlformats.org/drawingml/2006/main" xmlns:r="http://schemas.openxmlformats.org/officeDocument/2006/relationships" xmlns:p="http://schemas.openxmlformats.org/presentationml/2006/main">
  <p:tag name="PPSPLIT_ID" val=" 132"/>
</p:tagLst>
</file>

<file path=ppt/tags/tag1534.xml><?xml version="1.0" encoding="utf-8"?>
<p:tagLst xmlns:a="http://schemas.openxmlformats.org/drawingml/2006/main" xmlns:r="http://schemas.openxmlformats.org/officeDocument/2006/relationships" xmlns:p="http://schemas.openxmlformats.org/presentationml/2006/main">
  <p:tag name="PPSPLIT_ID" val=" 134"/>
</p:tagLst>
</file>

<file path=ppt/tags/tag153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2"/>
</p:tagLst>
</file>

<file path=ppt/tags/tag153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3"/>
</p:tagLst>
</file>

<file path=ppt/tags/tag153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4"/>
</p:tagLst>
</file>

<file path=ppt/tags/tag153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5"/>
</p:tagLst>
</file>

<file path=ppt/tags/tag153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6"/>
</p:tagLst>
</file>

<file path=ppt/tags/tag154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7"/>
</p:tagLst>
</file>

<file path=ppt/tags/tag154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8"/>
</p:tagLst>
</file>

<file path=ppt/tags/tag154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9"/>
</p:tagLst>
</file>

<file path=ppt/tags/tag15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0"/>
</p:tagLst>
</file>

<file path=ppt/tags/tag154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1"/>
</p:tagLst>
</file>

<file path=ppt/tags/tag154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2"/>
</p:tagLst>
</file>

<file path=ppt/tags/tag154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3"/>
</p:tagLst>
</file>

<file path=ppt/tags/tag154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4"/>
</p:tagLst>
</file>

<file path=ppt/tags/tag154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5"/>
</p:tagLst>
</file>

<file path=ppt/tags/tag154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50.xml><?xml version="1.0" encoding="utf-8"?>
<p:tagLst xmlns:a="http://schemas.openxmlformats.org/drawingml/2006/main" xmlns:r="http://schemas.openxmlformats.org/officeDocument/2006/relationships" xmlns:p="http://schemas.openxmlformats.org/presentationml/2006/main">
  <p:tag name="PPSPLIT_ID" val=" 6"/>
</p:tagLst>
</file>

<file path=ppt/tags/tag1551.xml><?xml version="1.0" encoding="utf-8"?>
<p:tagLst xmlns:a="http://schemas.openxmlformats.org/drawingml/2006/main" xmlns:r="http://schemas.openxmlformats.org/officeDocument/2006/relationships" xmlns:p="http://schemas.openxmlformats.org/presentationml/2006/main">
  <p:tag name="PPSPLIT_ID" val=" 7"/>
</p:tagLst>
</file>

<file path=ppt/tags/tag1552.xml><?xml version="1.0" encoding="utf-8"?>
<p:tagLst xmlns:a="http://schemas.openxmlformats.org/drawingml/2006/main" xmlns:r="http://schemas.openxmlformats.org/officeDocument/2006/relationships" xmlns:p="http://schemas.openxmlformats.org/presentationml/2006/main">
  <p:tag name="PPSPLIT_ID" val=" 2"/>
</p:tagLst>
</file>

<file path=ppt/tags/tag1553.xml><?xml version="1.0" encoding="utf-8"?>
<p:tagLst xmlns:a="http://schemas.openxmlformats.org/drawingml/2006/main" xmlns:r="http://schemas.openxmlformats.org/officeDocument/2006/relationships" xmlns:p="http://schemas.openxmlformats.org/presentationml/2006/main">
  <p:tag name="PPSPLIT_ID" val=" 3"/>
</p:tagLst>
</file>

<file path=ppt/tags/tag15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55.xml><?xml version="1.0" encoding="utf-8"?>
<p:tagLst xmlns:a="http://schemas.openxmlformats.org/drawingml/2006/main" xmlns:r="http://schemas.openxmlformats.org/officeDocument/2006/relationships" xmlns:p="http://schemas.openxmlformats.org/presentationml/2006/main">
  <p:tag name="PPSPLIT_ID" val=" 6"/>
</p:tagLst>
</file>

<file path=ppt/tags/tag1556.xml><?xml version="1.0" encoding="utf-8"?>
<p:tagLst xmlns:a="http://schemas.openxmlformats.org/drawingml/2006/main" xmlns:r="http://schemas.openxmlformats.org/officeDocument/2006/relationships" xmlns:p="http://schemas.openxmlformats.org/presentationml/2006/main">
  <p:tag name="PPSPLIT_ID" val=" 7"/>
</p:tagLst>
</file>

<file path=ppt/tags/tag1557.xml><?xml version="1.0" encoding="utf-8"?>
<p:tagLst xmlns:a="http://schemas.openxmlformats.org/drawingml/2006/main" xmlns:r="http://schemas.openxmlformats.org/officeDocument/2006/relationships" xmlns:p="http://schemas.openxmlformats.org/presentationml/2006/main">
  <p:tag name="PPSPLIT_ID" val=" 2"/>
</p:tagLst>
</file>

<file path=ppt/tags/tag1558.xml><?xml version="1.0" encoding="utf-8"?>
<p:tagLst xmlns:a="http://schemas.openxmlformats.org/drawingml/2006/main" xmlns:r="http://schemas.openxmlformats.org/officeDocument/2006/relationships" xmlns:p="http://schemas.openxmlformats.org/presentationml/2006/main">
  <p:tag name="PPSPLIT_ID" val=" 3"/>
</p:tagLst>
</file>

<file path=ppt/tags/tag15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60.xml><?xml version="1.0" encoding="utf-8"?>
<p:tagLst xmlns:a="http://schemas.openxmlformats.org/drawingml/2006/main" xmlns:r="http://schemas.openxmlformats.org/officeDocument/2006/relationships" xmlns:p="http://schemas.openxmlformats.org/presentationml/2006/main">
  <p:tag name="PPSPLIT_ID" val=" 6"/>
</p:tagLst>
</file>

<file path=ppt/tags/tag1561.xml><?xml version="1.0" encoding="utf-8"?>
<p:tagLst xmlns:a="http://schemas.openxmlformats.org/drawingml/2006/main" xmlns:r="http://schemas.openxmlformats.org/officeDocument/2006/relationships" xmlns:p="http://schemas.openxmlformats.org/presentationml/2006/main">
  <p:tag name="PPSPLIT_ID" val=" 7"/>
</p:tagLst>
</file>

<file path=ppt/tags/tag1562.xml><?xml version="1.0" encoding="utf-8"?>
<p:tagLst xmlns:a="http://schemas.openxmlformats.org/drawingml/2006/main" xmlns:r="http://schemas.openxmlformats.org/officeDocument/2006/relationships" xmlns:p="http://schemas.openxmlformats.org/presentationml/2006/main">
  <p:tag name="PPSPLIT_ID" val=" 2"/>
</p:tagLst>
</file>

<file path=ppt/tags/tag1563.xml><?xml version="1.0" encoding="utf-8"?>
<p:tagLst xmlns:a="http://schemas.openxmlformats.org/drawingml/2006/main" xmlns:r="http://schemas.openxmlformats.org/officeDocument/2006/relationships" xmlns:p="http://schemas.openxmlformats.org/presentationml/2006/main">
  <p:tag name="PPSPLIT_ID" val=" 3"/>
</p:tagLst>
</file>

<file path=ppt/tags/tag156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65.xml><?xml version="1.0" encoding="utf-8"?>
<p:tagLst xmlns:a="http://schemas.openxmlformats.org/drawingml/2006/main" xmlns:r="http://schemas.openxmlformats.org/officeDocument/2006/relationships" xmlns:p="http://schemas.openxmlformats.org/presentationml/2006/main">
  <p:tag name="PPSPLIT_ID" val=" 6"/>
</p:tagLst>
</file>

<file path=ppt/tags/tag1566.xml><?xml version="1.0" encoding="utf-8"?>
<p:tagLst xmlns:a="http://schemas.openxmlformats.org/drawingml/2006/main" xmlns:r="http://schemas.openxmlformats.org/officeDocument/2006/relationships" xmlns:p="http://schemas.openxmlformats.org/presentationml/2006/main">
  <p:tag name="PPSPLIT_ID" val=" 7"/>
</p:tagLst>
</file>

<file path=ppt/tags/tag1567.xml><?xml version="1.0" encoding="utf-8"?>
<p:tagLst xmlns:a="http://schemas.openxmlformats.org/drawingml/2006/main" xmlns:r="http://schemas.openxmlformats.org/officeDocument/2006/relationships" xmlns:p="http://schemas.openxmlformats.org/presentationml/2006/main">
  <p:tag name="PPSPLIT_ID" val=" 2"/>
</p:tagLst>
</file>

<file path=ppt/tags/tag1568.xml><?xml version="1.0" encoding="utf-8"?>
<p:tagLst xmlns:a="http://schemas.openxmlformats.org/drawingml/2006/main" xmlns:r="http://schemas.openxmlformats.org/officeDocument/2006/relationships" xmlns:p="http://schemas.openxmlformats.org/presentationml/2006/main">
  <p:tag name="PPSPLIT_ID" val=" 3"/>
</p:tagLst>
</file>

<file path=ppt/tags/tag156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70.xml><?xml version="1.0" encoding="utf-8"?>
<p:tagLst xmlns:a="http://schemas.openxmlformats.org/drawingml/2006/main" xmlns:r="http://schemas.openxmlformats.org/officeDocument/2006/relationships" xmlns:p="http://schemas.openxmlformats.org/presentationml/2006/main">
  <p:tag name="PPSPLIT_ID" val=" 6"/>
</p:tagLst>
</file>

<file path=ppt/tags/tag1571.xml><?xml version="1.0" encoding="utf-8"?>
<p:tagLst xmlns:a="http://schemas.openxmlformats.org/drawingml/2006/main" xmlns:r="http://schemas.openxmlformats.org/officeDocument/2006/relationships" xmlns:p="http://schemas.openxmlformats.org/presentationml/2006/main">
  <p:tag name="PPSPLIT_ID" val=" 7"/>
</p:tagLst>
</file>

<file path=ppt/tags/tag1572.xml><?xml version="1.0" encoding="utf-8"?>
<p:tagLst xmlns:a="http://schemas.openxmlformats.org/drawingml/2006/main" xmlns:r="http://schemas.openxmlformats.org/officeDocument/2006/relationships" xmlns:p="http://schemas.openxmlformats.org/presentationml/2006/main">
  <p:tag name="PPSPLIT_ID" val=" 2"/>
</p:tagLst>
</file>

<file path=ppt/tags/tag1573.xml><?xml version="1.0" encoding="utf-8"?>
<p:tagLst xmlns:a="http://schemas.openxmlformats.org/drawingml/2006/main" xmlns:r="http://schemas.openxmlformats.org/officeDocument/2006/relationships" xmlns:p="http://schemas.openxmlformats.org/presentationml/2006/main">
  <p:tag name="PPSPLIT_ID" val=" 3"/>
</p:tagLst>
</file>

<file path=ppt/tags/tag157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75.xml><?xml version="1.0" encoding="utf-8"?>
<p:tagLst xmlns:a="http://schemas.openxmlformats.org/drawingml/2006/main" xmlns:r="http://schemas.openxmlformats.org/officeDocument/2006/relationships" xmlns:p="http://schemas.openxmlformats.org/presentationml/2006/main">
  <p:tag name="PPSPLIT_ID" val=" 6"/>
</p:tagLst>
</file>

<file path=ppt/tags/tag1576.xml><?xml version="1.0" encoding="utf-8"?>
<p:tagLst xmlns:a="http://schemas.openxmlformats.org/drawingml/2006/main" xmlns:r="http://schemas.openxmlformats.org/officeDocument/2006/relationships" xmlns:p="http://schemas.openxmlformats.org/presentationml/2006/main">
  <p:tag name="PPSPLIT_ID" val=" 7"/>
</p:tagLst>
</file>

<file path=ppt/tags/tag1577.xml><?xml version="1.0" encoding="utf-8"?>
<p:tagLst xmlns:a="http://schemas.openxmlformats.org/drawingml/2006/main" xmlns:r="http://schemas.openxmlformats.org/officeDocument/2006/relationships" xmlns:p="http://schemas.openxmlformats.org/presentationml/2006/main">
  <p:tag name="PPSPLIT_ID" val=" 2"/>
</p:tagLst>
</file>

<file path=ppt/tags/tag1578.xml><?xml version="1.0" encoding="utf-8"?>
<p:tagLst xmlns:a="http://schemas.openxmlformats.org/drawingml/2006/main" xmlns:r="http://schemas.openxmlformats.org/officeDocument/2006/relationships" xmlns:p="http://schemas.openxmlformats.org/presentationml/2006/main">
  <p:tag name="PPSPLIT_ID" val=" 3"/>
</p:tagLst>
</file>

<file path=ppt/tags/tag157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Lst>
</file>

<file path=ppt/tags/tag1580.xml><?xml version="1.0" encoding="utf-8"?>
<p:tagLst xmlns:a="http://schemas.openxmlformats.org/drawingml/2006/main" xmlns:r="http://schemas.openxmlformats.org/officeDocument/2006/relationships" xmlns:p="http://schemas.openxmlformats.org/presentationml/2006/main">
  <p:tag name="PPSPLIT_ID" val=" 6"/>
</p:tagLst>
</file>

<file path=ppt/tags/tag1581.xml><?xml version="1.0" encoding="utf-8"?>
<p:tagLst xmlns:a="http://schemas.openxmlformats.org/drawingml/2006/main" xmlns:r="http://schemas.openxmlformats.org/officeDocument/2006/relationships" xmlns:p="http://schemas.openxmlformats.org/presentationml/2006/main">
  <p:tag name="PPSPLIT_ID" val=" 7"/>
</p:tagLst>
</file>

<file path=ppt/tags/tag1582.xml><?xml version="1.0" encoding="utf-8"?>
<p:tagLst xmlns:a="http://schemas.openxmlformats.org/drawingml/2006/main" xmlns:r="http://schemas.openxmlformats.org/officeDocument/2006/relationships" xmlns:p="http://schemas.openxmlformats.org/presentationml/2006/main">
  <p:tag name="PPSPLIT_ID" val=" 2"/>
</p:tagLst>
</file>

<file path=ppt/tags/tag1583.xml><?xml version="1.0" encoding="utf-8"?>
<p:tagLst xmlns:a="http://schemas.openxmlformats.org/drawingml/2006/main" xmlns:r="http://schemas.openxmlformats.org/officeDocument/2006/relationships" xmlns:p="http://schemas.openxmlformats.org/presentationml/2006/main">
  <p:tag name="PPSPLIT_ID" val=" 3"/>
</p:tagLst>
</file>

<file path=ppt/tags/tag1584.xml><?xml version="1.0" encoding="utf-8"?>
<p:tagLst xmlns:a="http://schemas.openxmlformats.org/drawingml/2006/main" xmlns:r="http://schemas.openxmlformats.org/officeDocument/2006/relationships" xmlns:p="http://schemas.openxmlformats.org/presentationml/2006/main">
  <p:tag name="PPSPLIT_ID" val=" 4"/>
</p:tagLst>
</file>

<file path=ppt/tags/tag1585.xml><?xml version="1.0" encoding="utf-8"?>
<p:tagLst xmlns:a="http://schemas.openxmlformats.org/drawingml/2006/main" xmlns:r="http://schemas.openxmlformats.org/officeDocument/2006/relationships" xmlns:p="http://schemas.openxmlformats.org/presentationml/2006/main">
  <p:tag name="PPSPLIT_ID" val=" 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8903</TotalTime>
  <Words>17935</Words>
  <Application>Microsoft Office PowerPoint</Application>
  <PresentationFormat>Widescreen</PresentationFormat>
  <Paragraphs>2659</Paragraphs>
  <Slides>123</Slides>
  <Notes>123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123</vt:i4>
      </vt:variant>
    </vt:vector>
  </HeadingPairs>
  <TitlesOfParts>
    <vt:vector size="130" baseType="lpstr">
      <vt:lpstr>Aptos</vt:lpstr>
      <vt:lpstr>Aptos Display</vt:lpstr>
      <vt:lpstr>Arial</vt:lpstr>
      <vt:lpstr>Cambria Math</vt:lpstr>
      <vt:lpstr>Fira Code</vt:lpstr>
      <vt:lpstr>Wingdings</vt:lpstr>
      <vt:lpstr>Office Theme</vt:lpstr>
      <vt:lpstr>Optimizing Memory Layouts and Traversal Orders in HPC</vt:lpstr>
      <vt:lpstr>Main focus</vt:lpstr>
      <vt:lpstr>Main focus</vt:lpstr>
      <vt:lpstr>Main focus</vt:lpstr>
      <vt:lpstr>Main focus</vt:lpstr>
      <vt:lpstr>Main focus</vt:lpstr>
      <vt:lpstr>Main focus</vt:lpstr>
      <vt:lpstr>Main focus</vt:lpstr>
      <vt:lpstr>Why layouts matter</vt:lpstr>
      <vt:lpstr>Why layouts matter</vt:lpstr>
      <vt:lpstr>Why layouts matter</vt:lpstr>
      <vt:lpstr>Layout-agnostic design</vt:lpstr>
      <vt:lpstr>Layout-agnostic design</vt:lpstr>
      <vt:lpstr>Layout-agnostic design</vt:lpstr>
      <vt:lpstr>Layout-agnostic design</vt:lpstr>
      <vt:lpstr>Layout-agnostic design</vt:lpstr>
      <vt:lpstr>Layout abstractions (Noarr)</vt:lpstr>
      <vt:lpstr>Layout abstractions (Noarr)</vt:lpstr>
      <vt:lpstr>Layout abstractions (Noarr)</vt:lpstr>
      <vt:lpstr>Layout abstractions (Noarr)</vt:lpstr>
      <vt:lpstr>Layout abstractions (Noarr)</vt:lpstr>
      <vt:lpstr>Layout abstractions (Noarr)</vt:lpstr>
      <vt:lpstr>Layout abstractions (Noarr)</vt:lpstr>
      <vt:lpstr>Traversal abstractions</vt:lpstr>
      <vt:lpstr>Traversal abstractions</vt:lpstr>
      <vt:lpstr>Traversal abstractions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Traversal transformations</vt:lpstr>
      <vt:lpstr>Traversal transformations</vt:lpstr>
      <vt:lpstr>Traversal parallelization</vt:lpstr>
      <vt:lpstr>Traversal parallelization</vt:lpstr>
      <vt:lpstr>No measurable runtime overhead</vt:lpstr>
      <vt:lpstr>Parallel computation</vt:lpstr>
      <vt:lpstr>Code metrics</vt:lpstr>
      <vt:lpstr>Code metrics</vt:lpstr>
      <vt:lpstr>Code metrics</vt:lpstr>
      <vt:lpstr>Code metrics</vt:lpstr>
      <vt:lpstr>Code metrics</vt:lpstr>
      <vt:lpstr>Autotuning</vt:lpstr>
      <vt:lpstr>Autotuning</vt:lpstr>
      <vt:lpstr>Autotuning</vt:lpstr>
      <vt:lpstr>Autotuning</vt:lpstr>
      <vt:lpstr>Autotuning</vt:lpstr>
      <vt:lpstr>Autotuning</vt:lpstr>
      <vt:lpstr>Autotuning</vt:lpstr>
      <vt:lpstr>Autotuning</vt:lpstr>
      <vt:lpstr>Distributed initialization using MPI</vt:lpstr>
      <vt:lpstr>Distributed initialization using MPI</vt:lpstr>
      <vt:lpstr>Distributed initialization using MPI</vt:lpstr>
      <vt:lpstr>Distributed initialization using MPI</vt:lpstr>
      <vt:lpstr>Distributed initialization using MPI</vt:lpstr>
      <vt:lpstr>Automatic transformation in communication</vt:lpstr>
      <vt:lpstr>Automatic transformation in communication</vt:lpstr>
      <vt:lpstr>Automatic transformation in communication</vt:lpstr>
      <vt:lpstr>Support for layout-agnostic data distribution</vt:lpstr>
      <vt:lpstr>Noarr-MPI does not introduce overhead</vt:lpstr>
      <vt:lpstr>Stencil computation abstractions</vt:lpstr>
      <vt:lpstr>Stencil computation abstractions</vt:lpstr>
      <vt:lpstr>Stencil computation abstractions</vt:lpstr>
      <vt:lpstr>Discrete stencils – Cellular  automata</vt:lpstr>
      <vt:lpstr>Discrete stencils – Cellular  automata</vt:lpstr>
      <vt:lpstr>Discrete stencils – Cellular  automata</vt:lpstr>
      <vt:lpstr>Discrete stencils – Cellular  automata</vt:lpstr>
      <vt:lpstr>Discrete stencils – Cellular  automata</vt:lpstr>
      <vt:lpstr>PowerPoint Presentation</vt:lpstr>
      <vt:lpstr>What the design allows us to gain</vt:lpstr>
      <vt:lpstr>Abstractions summary</vt:lpstr>
      <vt:lpstr>Abstractions summary</vt:lpstr>
      <vt:lpstr>Abstractions summary</vt:lpstr>
      <vt:lpstr>Tutoring LLMs for CUDA</vt:lpstr>
      <vt:lpstr>Tutoring LLMs for CUDA</vt:lpstr>
      <vt:lpstr>Tutoring LLMs for CUDA OpenAI o3-mini</vt:lpstr>
      <vt:lpstr>Tutoring LLMs for CUDA OpenAI o3-mini</vt:lpstr>
      <vt:lpstr>Tutoring LLMs for CUDA OpenAI o3-mini</vt:lpstr>
      <vt:lpstr>Tutoring LLMs for CUDA OpenAI o3-mini</vt:lpstr>
      <vt:lpstr>Tutoring LLMs for CUDA – submission OpenAI o3-mini</vt:lpstr>
      <vt:lpstr>Tutoring LLMs for CUDA – at conference OpenAI GPT-5</vt:lpstr>
      <vt:lpstr>LLMs and abstractions</vt:lpstr>
      <vt:lpstr>LLMs and abstractions</vt:lpstr>
      <vt:lpstr>LLMs and abstractions</vt:lpstr>
      <vt:lpstr>LLMs and abstractions</vt:lpstr>
      <vt:lpstr>LLMs and abstractions</vt:lpstr>
      <vt:lpstr>LLMs and abstractions</vt:lpstr>
      <vt:lpstr>LLMs and abstractions</vt:lpstr>
      <vt:lpstr>C outperforms the abstractions</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summary</vt:lpstr>
      <vt:lpstr>Review comments and questions</vt:lpstr>
      <vt:lpstr>Why is Cellato separate from Noarr?</vt:lpstr>
      <vt:lpstr>What do you think an abstraction designed specifically for an LLM should look like?</vt:lpstr>
      <vt:lpstr> Is hvector necessary? vector more convenient?</vt:lpstr>
      <vt:lpstr>Is Noarr used outside the department? If not, why?</vt:lpstr>
      <vt:lpstr>Can Noarr naturally incorporate #pragma omp simd or SIMD-aware traversers</vt:lpstr>
      <vt:lpstr>Novelty in layout- and traversal-agnosticism</vt:lpstr>
      <vt:lpstr>Which of these ideas can be found in software like Kokkos or OpenMP's loop transformations?</vt:lpstr>
      <vt:lpstr>State of the art summary and our novelty</vt:lpstr>
      <vt:lpstr>Comparison table</vt:lpstr>
      <vt:lpstr>Genuine limitations of Noarr and Cellato</vt:lpstr>
      <vt:lpstr>Template-exclusive statements</vt:lpstr>
      <vt:lpstr>Why did the abstractions hinder the LLM</vt:lpstr>
      <vt:lpstr>LLM-guided optimization summary</vt:lpstr>
      <vt:lpstr>LLM-guided optimization summary</vt:lpstr>
      <vt:lpstr>LLM-guided optimization summary</vt:lpstr>
      <vt:lpstr>LLM-guided optimization summary</vt:lpstr>
      <vt:lpstr>LLM-guided optimization summary</vt:lpstr>
      <vt:lpstr>LLM-guided optimization summary</vt:lpstr>
      <vt:lpstr>LLM-guided optimization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Jiří Klepl</dc:creator>
  <cp:lastModifiedBy>Jiří Klepl</cp:lastModifiedBy>
  <cp:revision>599</cp:revision>
  <cp:lastPrinted>2026-09-06T20:26:24Z</cp:lastPrinted>
  <dcterms:created xsi:type="dcterms:W3CDTF">2026-08-08T18:10:38Z</dcterms:created>
  <dcterms:modified xsi:type="dcterms:W3CDTF">2026-09-07T20:26:53Z</dcterms:modified>
</cp:coreProperties>
</file>