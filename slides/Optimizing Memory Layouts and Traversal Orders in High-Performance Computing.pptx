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4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3DA01B-4D9B-48A0-906B-75ADFA7BB1A7}">
          <p14:sldIdLst>
            <p14:sldId id="256"/>
            <p14:sldId id="257"/>
            <p14:sldId id="263"/>
            <p14:sldId id="264"/>
          </p14:sldIdLst>
        </p14:section>
        <p14:section name="abstractions" id="{F6342274-5FB1-4B75-B42A-2A7654908FF8}">
          <p14:sldIdLst>
            <p14:sldId id="258"/>
          </p14:sldIdLst>
        </p14:section>
        <p14:section name="llms" id="{2FE3CF17-CBFB-48E9-A3BF-DD99B7D2F01E}">
          <p14:sldIdLst>
            <p14:sldId id="259"/>
          </p14:sldIdLst>
        </p14:section>
        <p14:section name="sw artifacts" id="{C643FBD2-A5DD-453D-B5B5-69D3884A4C2F}">
          <p14:sldIdLst>
            <p14:sldId id="260"/>
          </p14:sldIdLst>
        </p14:section>
        <p14:section name="summary" id="{D3BAAF83-51D3-4EFD-B7CC-7BA6DAC4A838}">
          <p14:sldIdLst>
            <p14:sldId id="261"/>
          </p14:sldIdLst>
        </p14:section>
        <p14:section name="Reviewers' comments" id="{40190F67-0659-405D-810E-4AC194B72FA5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26" y="10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24E6A-D33D-8110-940D-8ADB53871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735A9C-A9D7-B34C-B1DD-7CD1BC961A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5D912-7048-8F27-7BE0-2F656D101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5DD48-9F56-1FDB-7526-16D2FDD7C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2EED6-4A9E-31FB-8AD8-6AEEFF78F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80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9736-03C4-0888-E0C9-B6C6EFC0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24EDB-8F0A-A7EA-BE9D-63855B5D4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AEB4C-D570-B20A-A37B-380D4072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79E2F-597B-96EF-11C9-247263E6D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1C646-CE53-F04F-042E-92713E7C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5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B13B0-6E5E-27A0-8786-FF5AE46CE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12A8A-694B-7C92-789C-B57BB8D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0D77-986E-91D4-2F3C-6C8CB253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C4CF3-8611-69CD-8CAA-743B79FCB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AB618-6ADA-3D47-19A0-0B17DA3E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0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F19E-9477-ABC3-DE67-B3FE3FD53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9AAE2-3733-5697-3768-F61A390DF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C2537-3C2D-37C4-2000-C59419B57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EE3ED-7136-8E71-4128-670371562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7F66-93B5-7C98-7C4D-C77DF36D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92242-6F18-B2F8-D3B6-CA96CF07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11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16E4-EA83-568A-BD1D-97FF900D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86F84-DF28-2E19-BA71-6C71F5C69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76E13-935D-A461-39CB-9D91E0AD0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AA7A5-CE10-08CF-A9AA-B0EFD3AE0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431AE9-8865-4C87-15FF-F85F79BDEF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FCD46F-370C-F6C9-8756-1AA52353B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5DE77E-D1BD-6C4E-A351-50C02A7C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7FDFF7-A273-AFCC-8687-0039D14EF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72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D40-2BC9-24C5-22AC-D7BE6AB9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EA9A8-BE9F-AE49-CCCC-A6BFD7DC2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555CB-E870-615F-B8C7-30BC20AF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5F43D1-4FC1-76B7-2DC0-8B1655EE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06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DC56D-B067-54DC-982C-DE19DBDE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151F-F6E0-3ECD-123C-D0992810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3AE01-68A1-DD4C-C934-7A8AC50A2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51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EFCA-330E-F9B4-E57C-E7E46227B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F94D5-9F84-5439-E16B-B83DFBCB3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FB607-1564-B05D-3D77-AB5C96794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60C3B-07A0-E067-0C8C-AE46543D1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72EA1-1498-5D77-A116-5A0229027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419BD-8F55-0DB5-E7A4-B2D65F3D4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82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6B6-838D-F8ED-BDA3-2A162DF6C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BD07F-0AEC-095A-51B1-BCBAF78FF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15C3-DA68-E56D-39FE-12682CE84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427CC-7335-E85B-F994-ECED9376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5D5C9-7347-6515-DE00-D89BEB8E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21FEE5-DCD3-D8BE-62C7-D756A7F33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16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43D8-02AC-2914-9FED-616D6AB42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AB5568-29BC-DFED-ABFE-8CB9972CD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ACC50-EA82-80A5-543B-E10B8CB9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96697-F033-841A-79EF-51DC7E04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A364F-BF8C-D383-E70E-5C199E402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1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EFD78-33C7-A6E2-827C-308D244117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C174DE-9768-CB18-7AE9-11A18E818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0FA62-F86E-B4BB-30E3-DEB6FC314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7A909-05FF-1D16-6D0B-DCA5B2C17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6DEDF-AF23-D167-C1D4-F648EF1C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57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05DFF-00C9-BEC9-4FC3-920066B1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BA2AF-CC90-3FC4-EEF7-E1A8D525A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049E-4FCE-FF74-9683-28A5B1FA9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57E82-5604-4F8C-BCFA-F7C026884391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7B93-70A1-78F2-3159-EEE138DB5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26FB6-9E0D-15E5-E967-0981DEBDF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36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E8F1-FAE5-377F-D044-781D68E17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Optimizing Memory Layouts and Traversal Orders in HPC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F78056-B306-9784-24C5-9BBCFE1E0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Ji</a:t>
            </a:r>
            <a:r>
              <a:rPr lang="cs-CZ" dirty="0"/>
              <a:t>ří Klepl</a:t>
            </a:r>
          </a:p>
          <a:p>
            <a:r>
              <a:rPr lang="en-US" dirty="0"/>
              <a:t>Department of Distributed and Dependable Systems</a:t>
            </a:r>
          </a:p>
        </p:txBody>
      </p:sp>
    </p:spTree>
    <p:extLst>
      <p:ext uri="{BB962C8B-B14F-4D97-AF65-F5344CB8AC3E}">
        <p14:creationId xmlns:p14="http://schemas.microsoft.com/office/powerpoint/2010/main" val="41474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BB0EF-8FF3-0FBB-5857-EDFAEA9F2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 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89E22-7155-1CD3-33A4-DB5C75682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549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0110-1A1D-46C5-865E-8C33FFF09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Layout-agnostic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98E21C-63B1-8313-A72D-D4A24D26F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651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4F90E-47C1-8163-3DF3-3F88A625B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Traversal-agnostic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1D725-871B-DFB5-1476-7BE78B119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343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4D8EA-565C-C8A0-F333-6EBD085AC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abstractions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BC514-DFF4-C541-7399-85275B2EB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Layout abstractions</a:t>
            </a:r>
          </a:p>
          <a:p>
            <a:r>
              <a:rPr lang="en-US" dirty="0"/>
              <a:t>Traversal abstractions</a:t>
            </a:r>
          </a:p>
          <a:p>
            <a:r>
              <a:rPr lang="en-US" dirty="0"/>
              <a:t>Practical aspects</a:t>
            </a:r>
          </a:p>
          <a:p>
            <a:r>
              <a:rPr lang="en-US" dirty="0"/>
              <a:t>Distributed computing</a:t>
            </a:r>
          </a:p>
          <a:p>
            <a:r>
              <a:rPr lang="en-US" dirty="0"/>
              <a:t>Stencil computations</a:t>
            </a:r>
          </a:p>
        </p:txBody>
      </p:sp>
    </p:spTree>
    <p:extLst>
      <p:ext uri="{BB962C8B-B14F-4D97-AF65-F5344CB8AC3E}">
        <p14:creationId xmlns:p14="http://schemas.microsoft.com/office/powerpoint/2010/main" val="2195190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D8E19-FCBD-3C1F-9804-55F9EF315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in algorithm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2D09B-2F00-3457-9D41-D2EAB2BD8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Tutoring LLMs for CUDA optimization</a:t>
            </a:r>
          </a:p>
          <a:p>
            <a:r>
              <a:rPr lang="en-US" dirty="0"/>
              <a:t>LLMs and abstractions</a:t>
            </a:r>
          </a:p>
        </p:txBody>
      </p:sp>
    </p:spTree>
    <p:extLst>
      <p:ext uri="{BB962C8B-B14F-4D97-AF65-F5344CB8AC3E}">
        <p14:creationId xmlns:p14="http://schemas.microsoft.com/office/powerpoint/2010/main" val="645810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BD501-0287-7E9D-6C52-A86B98F9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artifacts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E5D67-EA03-A5CA-2D82-199F178CE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Noarr</a:t>
            </a:r>
            <a:endParaRPr lang="en-US" dirty="0"/>
          </a:p>
          <a:p>
            <a:r>
              <a:rPr lang="en-US" dirty="0" err="1"/>
              <a:t>Cellato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122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07F39-5957-124B-D20D-4A155E0E0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CB38-BBCE-B652-0445-A75C99068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 peer-reviewed publications </a:t>
            </a:r>
          </a:p>
          <a:p>
            <a:pPr lvl="1"/>
            <a:r>
              <a:rPr lang="en-US" dirty="0"/>
              <a:t>2 journal articles</a:t>
            </a:r>
          </a:p>
          <a:p>
            <a:pPr lvl="1"/>
            <a:r>
              <a:rPr lang="en-US" dirty="0"/>
              <a:t>3 conference papers,</a:t>
            </a:r>
          </a:p>
          <a:p>
            <a:pPr lvl="1"/>
            <a:r>
              <a:rPr lang="en-US" dirty="0"/>
              <a:t>1 workshop paper</a:t>
            </a:r>
          </a:p>
          <a:p>
            <a:r>
              <a:rPr lang="en-US" dirty="0"/>
              <a:t>1 publication awaiting peer review</a:t>
            </a:r>
          </a:p>
        </p:txBody>
      </p:sp>
    </p:spTree>
    <p:extLst>
      <p:ext uri="{BB962C8B-B14F-4D97-AF65-F5344CB8AC3E}">
        <p14:creationId xmlns:p14="http://schemas.microsoft.com/office/powerpoint/2010/main" val="3094171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CD7CC-C2D6-52E6-02D5-F41FC538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373B6-1B3D-2E32-D54A-18C124620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384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70</Words>
  <Application>Microsoft Office PowerPoint</Application>
  <PresentationFormat>Widescreen</PresentationFormat>
  <Paragraphs>24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Optimizing Memory Layouts and Traversal Orders in HPC</vt:lpstr>
      <vt:lpstr>Contribution map</vt:lpstr>
      <vt:lpstr>Layout-agnostic design</vt:lpstr>
      <vt:lpstr>Traversal-agnostic design</vt:lpstr>
      <vt:lpstr>Proposed abstractions</vt:lpstr>
      <vt:lpstr>LLMs in algorithm design</vt:lpstr>
      <vt:lpstr>Software artifacts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Klepl</dc:creator>
  <cp:lastModifiedBy>Jiří Klepl</cp:lastModifiedBy>
  <cp:revision>1</cp:revision>
  <dcterms:created xsi:type="dcterms:W3CDTF">2026-08-08T18:10:38Z</dcterms:created>
  <dcterms:modified xsi:type="dcterms:W3CDTF">2026-08-09T02:28:19Z</dcterms:modified>
</cp:coreProperties>
</file>