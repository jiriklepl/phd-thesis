
<file path=[Content_Types].xml><?xml version="1.0" encoding="utf-8"?>
<Types xmlns="http://schemas.openxmlformats.org/package/2006/content-types">
  <Default Extension="gif" ContentType="image/gif"/>
  <Default Extension="jpe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88" r:id="rId22"/>
    <p:sldId id="305" r:id="rId23"/>
    <p:sldId id="291" r:id="rId24"/>
    <p:sldId id="306" r:id="rId25"/>
    <p:sldId id="315" r:id="rId26"/>
    <p:sldId id="308" r:id="rId27"/>
    <p:sldId id="309" r:id="rId28"/>
    <p:sldId id="311" r:id="rId29"/>
    <p:sldId id="266" r:id="rId30"/>
    <p:sldId id="312" r:id="rId31"/>
    <p:sldId id="262" r:id="rId32"/>
    <p:sldId id="320" r:id="rId33"/>
    <p:sldId id="318" r:id="rId34"/>
    <p:sldId id="319" r:id="rId35"/>
    <p:sldId id="317" r:id="rId36"/>
    <p:sldId id="32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119" d="100"/>
          <a:sy n="119" d="100"/>
        </p:scale>
        <p:origin x="4032"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enabling *layout-agnostic* design of algorithms, which minimizes reliance on specific memory layouts of the data structures.</a:t>
            </a:r>
            <a:br>
              <a:rPr lang="en-US" dirty="0"/>
            </a:br>
            <a:r>
              <a:rPr lang="en-US" dirty="0"/>
              <a:t>Using the same matrix initialization example, it accesses the matrix using a two-dimensional *logical structure* of the appropriate dimensions, while the specific physical *memory layout* is decoupled from the algorithm design.</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 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audio" Target="../media/media2.m4a"/><Relationship Id="rId7" Type="http://schemas.openxmlformats.org/officeDocument/2006/relationships/image" Target="../media/image4.png"/><Relationship Id="rId2" Type="http://schemas.microsoft.com/office/2007/relationships/media" Target="../media/media2.m4a"/><Relationship Id="rId1" Type="http://schemas.openxmlformats.org/officeDocument/2006/relationships/tags" Target="../tags/tag1.xml"/><Relationship Id="rId6" Type="http://schemas.openxmlformats.org/officeDocument/2006/relationships/image" Target="../media/image3.png"/><Relationship Id="rId5" Type="http://schemas.openxmlformats.org/officeDocument/2006/relationships/notesSlide" Target="../notesSlides/notesSlide2.xml"/><Relationship Id="rId4"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2.png"/><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audio" Target="../media/media4.m4a"/><Relationship Id="rId7" Type="http://schemas.openxmlformats.org/officeDocument/2006/relationships/image" Target="../media/image6.svg"/><Relationship Id="rId12" Type="http://schemas.openxmlformats.org/officeDocument/2006/relationships/image" Target="../media/image2.png"/><Relationship Id="rId2" Type="http://schemas.microsoft.com/office/2007/relationships/media" Target="../media/media4.m4a"/><Relationship Id="rId1" Type="http://schemas.openxmlformats.org/officeDocument/2006/relationships/tags" Target="../tags/tag2.xml"/><Relationship Id="rId6" Type="http://schemas.openxmlformats.org/officeDocument/2006/relationships/image" Target="../media/image5.png"/><Relationship Id="rId11" Type="http://schemas.openxmlformats.org/officeDocument/2006/relationships/image" Target="../media/image8.png"/><Relationship Id="rId5" Type="http://schemas.openxmlformats.org/officeDocument/2006/relationships/notesSlide" Target="../notesSlides/notesSlide4.xml"/><Relationship Id="rId10" Type="http://schemas.openxmlformats.org/officeDocument/2006/relationships/image" Target="../media/image7.png"/><Relationship Id="rId4" Type="http://schemas.openxmlformats.org/officeDocument/2006/relationships/slideLayout" Target="../slideLayouts/slideLayout6.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1.jpe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gif"/></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60.svg"/><Relationship Id="rId4" Type="http://schemas.openxmlformats.org/officeDocument/2006/relationships/image" Target="../media/image54.svg"/><Relationship Id="rId9" Type="http://schemas.openxmlformats.org/officeDocument/2006/relationships/image" Target="../media/image59.svg"/></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pic>
        <p:nvPicPr>
          <p:cNvPr id="10" name="Audio 9">
            <a:hlinkClick r:id="" action="ppaction://media"/>
            <a:extLst>
              <a:ext uri="{FF2B5EF4-FFF2-40B4-BE49-F238E27FC236}">
                <a16:creationId xmlns:a16="http://schemas.microsoft.com/office/drawing/2014/main" id="{4661AD5B-023E-43A8-E8C3-24694E5B1DD3}"/>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414741051"/>
      </p:ext>
    </p:extLst>
  </p:cSld>
  <p:clrMapOvr>
    <a:masterClrMapping/>
  </p:clrMapOvr>
  <mc:AlternateContent xmlns:mc="http://schemas.openxmlformats.org/markup-compatibility/2006">
    <mc:Choice xmlns:p14="http://schemas.microsoft.com/office/powerpoint/2010/main" Requires="p14">
      <p:transition spd="slow" p14:dur="2000" advTm="17821"/>
    </mc:Choice>
    <mc:Fallback>
      <p:transition spd="slow" advTm="1782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6"/>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7"/>
          <a:stretch>
            <a:fillRect/>
          </a:stretch>
        </p:blipFill>
        <p:spPr>
          <a:xfrm>
            <a:off x="9135818" y="3210791"/>
            <a:ext cx="1269681" cy="1269681"/>
          </a:xfrm>
          <a:prstGeom prst="rect">
            <a:avLst/>
          </a:prstGeom>
        </p:spPr>
      </p:pic>
      <p:pic>
        <p:nvPicPr>
          <p:cNvPr id="10" name="Audio 9">
            <a:hlinkClick r:id="" action="ppaction://media"/>
            <a:extLst>
              <a:ext uri="{FF2B5EF4-FFF2-40B4-BE49-F238E27FC236}">
                <a16:creationId xmlns:a16="http://schemas.microsoft.com/office/drawing/2014/main" id="{52666397-3953-93BD-D7D4-497954103C17}"/>
              </a:ext>
            </a:extLst>
          </p:cNvPr>
          <p:cNvPicPr>
            <a:picLocks noChangeAspect="1"/>
          </p:cNvPicPr>
          <p:nvPr>
            <a:audioFile r:link="rId3"/>
            <p:extLst>
              <p:ext uri="{DAA4B4D4-6D71-4841-9C94-3DE7FCFB9230}">
                <p14:media xmlns:p14="http://schemas.microsoft.com/office/powerpoint/2010/main" r:embed="rId2"/>
              </p:ext>
            </p:extLst>
          </p:nvPr>
        </p:nvPicPr>
        <p:blipFill>
          <a:blip r:embed="rId8"/>
          <a:srcRect l="-118750" t="-118750" r="-118750" b="-118750"/>
          <a:stretch>
            <a:fillRect/>
          </a:stretch>
        </p:blipFill>
        <p:spPr>
          <a:xfrm>
            <a:off x="10052304" y="4718304"/>
            <a:ext cx="2057400" cy="2057400"/>
          </a:xfrm>
          <a:prstGeom prst="ellipse">
            <a:avLst/>
          </a:prstGeom>
        </p:spPr>
      </p:pic>
    </p:spTree>
    <p:custDataLst>
      <p:tags r:id="rId1"/>
    </p:custDataLst>
    <p:extLst>
      <p:ext uri="{BB962C8B-B14F-4D97-AF65-F5344CB8AC3E}">
        <p14:creationId xmlns:p14="http://schemas.microsoft.com/office/powerpoint/2010/main" val="2931822369"/>
      </p:ext>
    </p:extLst>
  </p:cSld>
  <p:clrMapOvr>
    <a:masterClrMapping/>
  </p:clrMapOvr>
  <mc:AlternateContent xmlns:mc="http://schemas.openxmlformats.org/markup-compatibility/2006">
    <mc:Choice xmlns:p14="http://schemas.microsoft.com/office/powerpoint/2010/main" Requires="p14">
      <p:transition spd="slow" p14:dur="2000" advTm="108022"/>
    </mc:Choice>
    <mc:Fallback>
      <p:transition spd="slow" advTm="108022"/>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33" fill="hold" display="0">
                  <p:stCondLst>
                    <p:cond delay="indefinite"/>
                  </p:stCondLst>
                  <p:endCondLst>
                    <p:cond evt="onStopAudio" delay="0">
                      <p:tgtEl>
                        <p:sldTgt/>
                      </p:tgtEl>
                    </p:cond>
                  </p:endCondLst>
                </p:cTn>
                <p:tgtEl>
                  <p:spTgt spid="10"/>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5"/>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5"/>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6"/>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pic>
        <p:nvPicPr>
          <p:cNvPr id="19" name="Audio 18">
            <a:hlinkClick r:id="" action="ppaction://media"/>
            <a:extLst>
              <a:ext uri="{FF2B5EF4-FFF2-40B4-BE49-F238E27FC236}">
                <a16:creationId xmlns:a16="http://schemas.microsoft.com/office/drawing/2014/main" id="{F2C113FB-C2C1-9AE3-E74C-9BEBCC591F30}"/>
              </a:ext>
            </a:extLst>
          </p:cNvPr>
          <p:cNvPicPr>
            <a:picLocks noChangeAspect="1"/>
          </p:cNvPicPr>
          <p:nvPr>
            <a:audioFile r:link="rId2"/>
            <p:extLst>
              <p:ext uri="{DAA4B4D4-6D71-4841-9C94-3DE7FCFB9230}">
                <p14:media xmlns:p14="http://schemas.microsoft.com/office/powerpoint/2010/main" r:embed="rId1"/>
              </p:ext>
            </p:extLst>
          </p:nvPr>
        </p:nvPicPr>
        <p:blipFill>
          <a:blip r:embed="rId7"/>
          <a:srcRect l="-118750" t="-118750" r="-118750" b="-118750"/>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636511652"/>
      </p:ext>
    </p:extLst>
  </p:cSld>
  <p:clrMapOvr>
    <a:masterClrMapping/>
  </p:clrMapOvr>
  <mc:AlternateContent xmlns:mc="http://schemas.openxmlformats.org/markup-compatibility/2006">
    <mc:Choice xmlns:p14="http://schemas.microsoft.com/office/powerpoint/2010/main" Requires="p14">
      <p:transition spd="slow" p14:dur="2000" advTm="91764"/>
    </mc:Choice>
    <mc:Fallback>
      <p:transition spd="slow" advTm="9176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9"/>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6"/>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7"/>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7"/>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7"/>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6"/>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8"/>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9"/>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11"/>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pic>
        <p:nvPicPr>
          <p:cNvPr id="20" name="Audio 19">
            <a:hlinkClick r:id="" action="ppaction://media"/>
            <a:extLst>
              <a:ext uri="{FF2B5EF4-FFF2-40B4-BE49-F238E27FC236}">
                <a16:creationId xmlns:a16="http://schemas.microsoft.com/office/drawing/2014/main" id="{757AF35A-281C-D4BC-28A4-993BAF775AD0}"/>
              </a:ext>
            </a:extLst>
          </p:cNvPr>
          <p:cNvPicPr>
            <a:picLocks noChangeAspect="1"/>
          </p:cNvPicPr>
          <p:nvPr>
            <a:audioFile r:link="rId3"/>
            <p:extLst>
              <p:ext uri="{DAA4B4D4-6D71-4841-9C94-3DE7FCFB9230}">
                <p14:media xmlns:p14="http://schemas.microsoft.com/office/powerpoint/2010/main" r:embed="rId2"/>
              </p:ext>
            </p:extLst>
          </p:nvPr>
        </p:nvPicPr>
        <p:blipFill>
          <a:blip r:embed="rId12"/>
          <a:srcRect l="-118750" t="-118750" r="-118750" b="-118750"/>
          <a:stretch>
            <a:fillRect/>
          </a:stretch>
        </p:blipFill>
        <p:spPr>
          <a:xfrm>
            <a:off x="10052304" y="4718304"/>
            <a:ext cx="2057400" cy="2057400"/>
          </a:xfrm>
          <a:prstGeom prst="ellipse">
            <a:avLst/>
          </a:prstGeom>
        </p:spPr>
      </p:pic>
    </p:spTree>
    <p:custDataLst>
      <p:tags r:id="rId1"/>
    </p:custDataLst>
    <p:extLst>
      <p:ext uri="{BB962C8B-B14F-4D97-AF65-F5344CB8AC3E}">
        <p14:creationId xmlns:p14="http://schemas.microsoft.com/office/powerpoint/2010/main" val="3969746064"/>
      </p:ext>
    </p:extLst>
  </p:cSld>
  <p:clrMapOvr>
    <a:masterClrMapping/>
  </p:clrMapOvr>
  <mc:AlternateContent xmlns:mc="http://schemas.openxmlformats.org/markup-compatibility/2006">
    <mc:Choice xmlns:p14="http://schemas.microsoft.com/office/powerpoint/2010/main" Requires="p14">
      <p:transition spd="slow" p14:dur="2000" advTm="19717"/>
    </mc:Choice>
    <mc:Fallback>
      <p:transition spd="slow" advTm="1971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55" fill="hold" display="0">
                  <p:stCondLst>
                    <p:cond delay="indefinite"/>
                  </p:stCondLst>
                  <p:endCondLst>
                    <p:cond evt="onStopAudio" delay="0">
                      <p:tgtEl>
                        <p:sldTgt/>
                      </p:tgtEl>
                    </p:cond>
                  </p:endCondLst>
                </p:cTn>
                <p:tgtEl>
                  <p:spTgt spid="20"/>
                </p:tgtEl>
              </p:cMediaNode>
            </p:audio>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1756571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39018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413752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5741</TotalTime>
  <Words>5947</Words>
  <Application>Microsoft Office PowerPoint</Application>
  <PresentationFormat>Widescreen</PresentationFormat>
  <Paragraphs>755</Paragraphs>
  <Slides>36</Slides>
  <Notes>32</Notes>
  <HiddenSlides>0</HiddenSlides>
  <MMClips>4</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421</cp:revision>
  <dcterms:created xsi:type="dcterms:W3CDTF">2026-08-08T18:10:38Z</dcterms:created>
  <dcterms:modified xsi:type="dcterms:W3CDTF">2026-09-02T08:52:37Z</dcterms:modified>
</cp:coreProperties>
</file>