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65" r:id="rId16"/>
    <p:sldId id="258" r:id="rId17"/>
    <p:sldId id="273" r:id="rId18"/>
    <p:sldId id="286" r:id="rId19"/>
    <p:sldId id="279" r:id="rId20"/>
    <p:sldId id="274" r:id="rId21"/>
    <p:sldId id="287" r:id="rId22"/>
    <p:sldId id="280" r:id="rId23"/>
    <p:sldId id="259" r:id="rId24"/>
    <p:sldId id="275" r:id="rId25"/>
    <p:sldId id="288" r:id="rId26"/>
    <p:sldId id="276" r:id="rId27"/>
    <p:sldId id="260" r:id="rId28"/>
    <p:sldId id="266" r:id="rId29"/>
    <p:sldId id="261" r:id="rId30"/>
    <p:sldId id="26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65"/>
            <p14:sldId id="258"/>
            <p14:sldId id="273"/>
            <p14:sldId id="286"/>
            <p14:sldId id="279"/>
            <p14:sldId id="274"/>
            <p14:sldId id="287"/>
            <p14:sldId id="280"/>
          </p14:sldIdLst>
        </p14:section>
        <p14:section name="llms" id="{2FE3CF17-CBFB-48E9-A3BF-DD99B7D2F01E}">
          <p14:sldIdLst>
            <p14:sldId id="259"/>
            <p14:sldId id="275"/>
            <p14:sldId id="288"/>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[v without runtime overhead]</a:t>
            </a:r>
            <a:br>
              <a:rPr lang="en-US" dirty="0"/>
            </a:br>
            <a:endParaRPr lang="en-US" dirty="0"/>
          </a:p>
          <a:p>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Our research is not the only effort on this, as nowadays,</a:t>
            </a:r>
            <a:br>
              <a:rPr lang="en-US" dirty="0"/>
            </a:br>
            <a:r>
              <a:rPr lang="en-US" dirty="0"/>
              <a:t>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shared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9366052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t>
            </a:r>
            <a:r>
              <a:rPr lang="en-US"/>
              <a:t>algorithm design.</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2350598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267F99"/>
                </a:solidFill>
                <a:effectLst/>
                <a:latin typeface="Fira Code" panose="020B0809050000020004" pitchFamily="49" charset="0"/>
              </a:rPr>
              <a:t>Traversal</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795E26"/>
                </a:solidFill>
                <a:effectLst/>
                <a:latin typeface="Fira Code" panose="020B0809050000020004" pitchFamily="49" charset="0"/>
              </a:rPr>
              <a:t>order</a:t>
            </a:r>
            <a:r>
              <a:rPr lang="en-US" sz="1050" b="0" dirty="0">
                <a:solidFill>
                  <a:srgbClr val="000000"/>
                </a:solidFill>
                <a:effectLst/>
                <a:latin typeface="Fira Code" panose="020B0809050000020004" pitchFamily="49" charset="0"/>
              </a:rPr>
              <a:t>(</a:t>
            </a:r>
            <a:r>
              <a:rPr lang="en-US" sz="1050" b="0" dirty="0" err="1">
                <a:solidFill>
                  <a:srgbClr val="267F99"/>
                </a:solidFill>
                <a:effectLst/>
                <a:latin typeface="Fira Code" panose="020B0809050000020004" pitchFamily="49" charset="0"/>
              </a:rPr>
              <a:t>ByTiles</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795E26"/>
                </a:solidFill>
                <a:effectLst/>
                <a:latin typeface="Fira Code" panose="020B0809050000020004" pitchFamily="49" charset="0"/>
              </a:rPr>
              <a:t>for_each</a:t>
            </a:r>
            <a:r>
              <a:rPr lang="en-US" sz="1050" dirty="0">
                <a:solidFill>
                  <a:srgbClr val="000000"/>
                </a:solidFill>
                <a:latin typeface="Fira Code" panose="020B0809050000020004" pitchFamily="49" charset="0"/>
              </a:rPr>
              <a:t>(</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[&amp;](</a:t>
            </a: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accessC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b="0" dirty="0">
                <a:solidFill>
                  <a:srgbClr val="098658"/>
                </a:solidFill>
                <a:effectLst/>
                <a:latin typeface="Fira Code" panose="020B0809050000020004" pitchFamily="49" charset="0"/>
              </a:rPr>
              <a:t>4</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5</a:t>
            </a:r>
            <a:r>
              <a:rPr lang="en-US" sz="1050" b="0" dirty="0">
                <a:solidFill>
                  <a:srgbClr val="000000"/>
                </a:solidFill>
                <a:effectLst/>
                <a:latin typeface="Fira Code" panose="020B0809050000020004" pitchFamily="49" charset="0"/>
              </a:rPr>
              <a:t>);</a:t>
            </a:r>
          </a:p>
          <a:p>
            <a:pPr>
              <a:lnSpc>
                <a:spcPct val="113095"/>
              </a:lnSpc>
              <a:buNone/>
            </a:pPr>
            <a:endParaRPr lang="en-US" sz="1050" b="0" dirty="0">
              <a:solidFill>
                <a:srgbClr val="001080"/>
              </a:solidFill>
              <a:effectLst/>
              <a:latin typeface="Fira Code" panose="020B0809050000020004" pitchFamily="49" charset="0"/>
            </a:endParaRPr>
          </a:p>
          <a:p>
            <a:pPr>
              <a:lnSpc>
                <a:spcPct val="113095"/>
              </a:lnSpc>
              <a:buNone/>
            </a:pP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81CB-0D4D-015E-A6C7-6724860C9F8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F3BADD0-775D-00AB-6065-683027A95B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67ECF-9BA1-2BE7-0036-A36004137A2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95407F-A5F5-76A5-4E06-750FA9FB53D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2CDF9-1A11-349C-B79A-D01E2C32766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99F6D3-B032-B769-4CDC-FF1CDC6915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76DF5-558B-3919-32B0-4F3084964F7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0667283-B3C4-C4F1-4079-B937054AF85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3990220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8227E-92C1-58EB-DF13-B5786997FFC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BA74A47-DB48-A852-0AED-B35ABEBAE0A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30539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98A8FBF-DBBB-B9D8-3585-DB6EB62FE7E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452505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2262</TotalTime>
  <Words>3201</Words>
  <Application>Microsoft Office PowerPoint</Application>
  <PresentationFormat>Widescreen</PresentationFormat>
  <Paragraphs>280</Paragraphs>
  <Slides>30</Slides>
  <Notes>13</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M &amp; S</vt:lpstr>
      <vt:lpstr>Proposed abstractions</vt:lpstr>
      <vt:lpstr>Distributed computing</vt:lpstr>
      <vt:lpstr>PowerPoint Presentation</vt:lpstr>
      <vt:lpstr>Results</vt:lpstr>
      <vt:lpstr>Cellular automata</vt:lpstr>
      <vt:lpstr>PowerPoint Presentation</vt:lpstr>
      <vt:lpstr>Results</vt:lpstr>
      <vt:lpstr>LLMs in algorithm design</vt:lpstr>
      <vt:lpstr>Tutoring LLMs</vt:lpstr>
      <vt:lpstr>PowerPoint Presentation</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29</cp:revision>
  <dcterms:created xsi:type="dcterms:W3CDTF">2026-08-08T18:10:38Z</dcterms:created>
  <dcterms:modified xsi:type="dcterms:W3CDTF">2026-08-25T16:18:12Z</dcterms:modified>
</cp:coreProperties>
</file>