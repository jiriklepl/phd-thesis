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notesSlides/notesSlide2.xml" ContentType="application/vnd.openxmlformats-officedocument.presentationml.notesSlide+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notesSlides/notesSlide3.xml" ContentType="application/vnd.openxmlformats-officedocument.presentationml.notesSlide+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notesSlides/notesSlide4.xml" ContentType="application/vnd.openxmlformats-officedocument.presentationml.notesSlide+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notesSlides/notesSlide5.xml" ContentType="application/vnd.openxmlformats-officedocument.presentationml.notesSlide+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notesSlides/notesSlide6.xml" ContentType="application/vnd.openxmlformats-officedocument.presentationml.notesSlide+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notesSlides/notesSlide7.xml" ContentType="application/vnd.openxmlformats-officedocument.presentationml.notesSlide+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notesSlides/notesSlide8.xml" ContentType="application/vnd.openxmlformats-officedocument.presentationml.notesSlide+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notesSlides/notesSlide9.xml" ContentType="application/vnd.openxmlformats-officedocument.presentationml.notesSlide+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notesSlides/notesSlide10.xml" ContentType="application/vnd.openxmlformats-officedocument.presentationml.notesSlide+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notesSlides/notesSlide11.xml" ContentType="application/vnd.openxmlformats-officedocument.presentationml.notesSlide+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notesSlides/notesSlide12.xml" ContentType="application/vnd.openxmlformats-officedocument.presentationml.notesSlide+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notesSlides/notesSlide13.xml" ContentType="application/vnd.openxmlformats-officedocument.presentationml.notesSlide+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notesSlides/notesSlide14.xml" ContentType="application/vnd.openxmlformats-officedocument.presentationml.notesSlide+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notesSlides/notesSlide15.xml" ContentType="application/vnd.openxmlformats-officedocument.presentationml.notesSlide+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notesSlides/notesSlide16.xml" ContentType="application/vnd.openxmlformats-officedocument.presentationml.notesSlide+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notesSlides/notesSlide17.xml" ContentType="application/vnd.openxmlformats-officedocument.presentationml.notesSlide+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notesSlides/notesSlide18.xml" ContentType="application/vnd.openxmlformats-officedocument.presentationml.notesSlide+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tags/tag320.xml" ContentType="application/vnd.openxmlformats-officedocument.presentationml.tags+xml"/>
  <Override PartName="/ppt/notesSlides/notesSlide19.xml" ContentType="application/vnd.openxmlformats-officedocument.presentationml.notesSlide+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tags/tag325.xml" ContentType="application/vnd.openxmlformats-officedocument.presentationml.tags+xml"/>
  <Override PartName="/ppt/tags/tag326.xml" ContentType="application/vnd.openxmlformats-officedocument.presentationml.tags+xml"/>
  <Override PartName="/ppt/tags/tag327.xml" ContentType="application/vnd.openxmlformats-officedocument.presentationml.tags+xml"/>
  <Override PartName="/ppt/tags/tag328.xml" ContentType="application/vnd.openxmlformats-officedocument.presentationml.tags+xml"/>
  <Override PartName="/ppt/tags/tag329.xml" ContentType="application/vnd.openxmlformats-officedocument.presentationml.tags+xml"/>
  <Override PartName="/ppt/tags/tag330.xml" ContentType="application/vnd.openxmlformats-officedocument.presentationml.tags+xml"/>
  <Override PartName="/ppt/tags/tag331.xml" ContentType="application/vnd.openxmlformats-officedocument.presentationml.tags+xml"/>
  <Override PartName="/ppt/tags/tag332.xml" ContentType="application/vnd.openxmlformats-officedocument.presentationml.tags+xml"/>
  <Override PartName="/ppt/tags/tag333.xml" ContentType="application/vnd.openxmlformats-officedocument.presentationml.tags+xml"/>
  <Override PartName="/ppt/tags/tag334.xml" ContentType="application/vnd.openxmlformats-officedocument.presentationml.tags+xml"/>
  <Override PartName="/ppt/tags/tag335.xml" ContentType="application/vnd.openxmlformats-officedocument.presentationml.tags+xml"/>
  <Override PartName="/ppt/tags/tag336.xml" ContentType="application/vnd.openxmlformats-officedocument.presentationml.tags+xml"/>
  <Override PartName="/ppt/notesSlides/notesSlide20.xml" ContentType="application/vnd.openxmlformats-officedocument.presentationml.notesSlide+xml"/>
  <Override PartName="/ppt/tags/tag337.xml" ContentType="application/vnd.openxmlformats-officedocument.presentationml.tags+xml"/>
  <Override PartName="/ppt/tags/tag338.xml" ContentType="application/vnd.openxmlformats-officedocument.presentationml.tags+xml"/>
  <Override PartName="/ppt/tags/tag339.xml" ContentType="application/vnd.openxmlformats-officedocument.presentationml.tags+xml"/>
  <Override PartName="/ppt/tags/tag340.xml" ContentType="application/vnd.openxmlformats-officedocument.presentationml.tags+xml"/>
  <Override PartName="/ppt/tags/tag341.xml" ContentType="application/vnd.openxmlformats-officedocument.presentationml.tags+xml"/>
  <Override PartName="/ppt/tags/tag342.xml" ContentType="application/vnd.openxmlformats-officedocument.presentationml.tags+xml"/>
  <Override PartName="/ppt/tags/tag343.xml" ContentType="application/vnd.openxmlformats-officedocument.presentationml.tags+xml"/>
  <Override PartName="/ppt/tags/tag344.xml" ContentType="application/vnd.openxmlformats-officedocument.presentationml.tags+xml"/>
  <Override PartName="/ppt/tags/tag345.xml" ContentType="application/vnd.openxmlformats-officedocument.presentationml.tags+xml"/>
  <Override PartName="/ppt/tags/tag346.xml" ContentType="application/vnd.openxmlformats-officedocument.presentationml.tags+xml"/>
  <Override PartName="/ppt/tags/tag347.xml" ContentType="application/vnd.openxmlformats-officedocument.presentationml.tags+xml"/>
  <Override PartName="/ppt/tags/tag348.xml" ContentType="application/vnd.openxmlformats-officedocument.presentationml.tags+xml"/>
  <Override PartName="/ppt/tags/tag349.xml" ContentType="application/vnd.openxmlformats-officedocument.presentationml.tags+xml"/>
  <Override PartName="/ppt/tags/tag350.xml" ContentType="application/vnd.openxmlformats-officedocument.presentationml.tags+xml"/>
  <Override PartName="/ppt/tags/tag351.xml" ContentType="application/vnd.openxmlformats-officedocument.presentationml.tags+xml"/>
  <Override PartName="/ppt/tags/tag352.xml" ContentType="application/vnd.openxmlformats-officedocument.presentationml.tags+xml"/>
  <Override PartName="/ppt/tags/tag353.xml" ContentType="application/vnd.openxmlformats-officedocument.presentationml.tags+xml"/>
  <Override PartName="/ppt/tags/tag354.xml" ContentType="application/vnd.openxmlformats-officedocument.presentationml.tags+xml"/>
  <Override PartName="/ppt/tags/tag355.xml" ContentType="application/vnd.openxmlformats-officedocument.presentationml.tags+xml"/>
  <Override PartName="/ppt/tags/tag356.xml" ContentType="application/vnd.openxmlformats-officedocument.presentationml.tags+xml"/>
  <Override PartName="/ppt/notesSlides/notesSlide21.xml" ContentType="application/vnd.openxmlformats-officedocument.presentationml.notesSlide+xml"/>
  <Override PartName="/ppt/tags/tag357.xml" ContentType="application/vnd.openxmlformats-officedocument.presentationml.tags+xml"/>
  <Override PartName="/ppt/tags/tag358.xml" ContentType="application/vnd.openxmlformats-officedocument.presentationml.tags+xml"/>
  <Override PartName="/ppt/tags/tag359.xml" ContentType="application/vnd.openxmlformats-officedocument.presentationml.tags+xml"/>
  <Override PartName="/ppt/tags/tag360.xml" ContentType="application/vnd.openxmlformats-officedocument.presentationml.tags+xml"/>
  <Override PartName="/ppt/tags/tag361.xml" ContentType="application/vnd.openxmlformats-officedocument.presentationml.tags+xml"/>
  <Override PartName="/ppt/tags/tag362.xml" ContentType="application/vnd.openxmlformats-officedocument.presentationml.tags+xml"/>
  <Override PartName="/ppt/tags/tag363.xml" ContentType="application/vnd.openxmlformats-officedocument.presentationml.tags+xml"/>
  <Override PartName="/ppt/tags/tag364.xml" ContentType="application/vnd.openxmlformats-officedocument.presentationml.tags+xml"/>
  <Override PartName="/ppt/tags/tag365.xml" ContentType="application/vnd.openxmlformats-officedocument.presentationml.tags+xml"/>
  <Override PartName="/ppt/tags/tag366.xml" ContentType="application/vnd.openxmlformats-officedocument.presentationml.tags+xml"/>
  <Override PartName="/ppt/tags/tag367.xml" ContentType="application/vnd.openxmlformats-officedocument.presentationml.tags+xml"/>
  <Override PartName="/ppt/tags/tag368.xml" ContentType="application/vnd.openxmlformats-officedocument.presentationml.tags+xml"/>
  <Override PartName="/ppt/tags/tag369.xml" ContentType="application/vnd.openxmlformats-officedocument.presentationml.tags+xml"/>
  <Override PartName="/ppt/tags/tag370.xml" ContentType="application/vnd.openxmlformats-officedocument.presentationml.tags+xml"/>
  <Override PartName="/ppt/tags/tag371.xml" ContentType="application/vnd.openxmlformats-officedocument.presentationml.tags+xml"/>
  <Override PartName="/ppt/tags/tag372.xml" ContentType="application/vnd.openxmlformats-officedocument.presentationml.tags+xml"/>
  <Override PartName="/ppt/tags/tag373.xml" ContentType="application/vnd.openxmlformats-officedocument.presentationml.tags+xml"/>
  <Override PartName="/ppt/tags/tag374.xml" ContentType="application/vnd.openxmlformats-officedocument.presentationml.tags+xml"/>
  <Override PartName="/ppt/tags/tag375.xml" ContentType="application/vnd.openxmlformats-officedocument.presentationml.tags+xml"/>
  <Override PartName="/ppt/tags/tag376.xml" ContentType="application/vnd.openxmlformats-officedocument.presentationml.tags+xml"/>
  <Override PartName="/ppt/tags/tag377.xml" ContentType="application/vnd.openxmlformats-officedocument.presentationml.tags+xml"/>
  <Override PartName="/ppt/notesSlides/notesSlide22.xml" ContentType="application/vnd.openxmlformats-officedocument.presentationml.notesSlide+xml"/>
  <Override PartName="/ppt/tags/tag378.xml" ContentType="application/vnd.openxmlformats-officedocument.presentationml.tags+xml"/>
  <Override PartName="/ppt/tags/tag379.xml" ContentType="application/vnd.openxmlformats-officedocument.presentationml.tags+xml"/>
  <Override PartName="/ppt/tags/tag380.xml" ContentType="application/vnd.openxmlformats-officedocument.presentationml.tags+xml"/>
  <Override PartName="/ppt/tags/tag381.xml" ContentType="application/vnd.openxmlformats-officedocument.presentationml.tags+xml"/>
  <Override PartName="/ppt/tags/tag382.xml" ContentType="application/vnd.openxmlformats-officedocument.presentationml.tags+xml"/>
  <Override PartName="/ppt/tags/tag383.xml" ContentType="application/vnd.openxmlformats-officedocument.presentationml.tags+xml"/>
  <Override PartName="/ppt/tags/tag384.xml" ContentType="application/vnd.openxmlformats-officedocument.presentationml.tags+xml"/>
  <Override PartName="/ppt/tags/tag385.xml" ContentType="application/vnd.openxmlformats-officedocument.presentationml.tags+xml"/>
  <Override PartName="/ppt/tags/tag386.xml" ContentType="application/vnd.openxmlformats-officedocument.presentationml.tags+xml"/>
  <Override PartName="/ppt/tags/tag387.xml" ContentType="application/vnd.openxmlformats-officedocument.presentationml.tags+xml"/>
  <Override PartName="/ppt/tags/tag388.xml" ContentType="application/vnd.openxmlformats-officedocument.presentationml.tags+xml"/>
  <Override PartName="/ppt/tags/tag389.xml" ContentType="application/vnd.openxmlformats-officedocument.presentationml.tags+xml"/>
  <Override PartName="/ppt/tags/tag390.xml" ContentType="application/vnd.openxmlformats-officedocument.presentationml.tags+xml"/>
  <Override PartName="/ppt/tags/tag391.xml" ContentType="application/vnd.openxmlformats-officedocument.presentationml.tags+xml"/>
  <Override PartName="/ppt/tags/tag392.xml" ContentType="application/vnd.openxmlformats-officedocument.presentationml.tags+xml"/>
  <Override PartName="/ppt/tags/tag393.xml" ContentType="application/vnd.openxmlformats-officedocument.presentationml.tags+xml"/>
  <Override PartName="/ppt/tags/tag394.xml" ContentType="application/vnd.openxmlformats-officedocument.presentationml.tags+xml"/>
  <Override PartName="/ppt/tags/tag395.xml" ContentType="application/vnd.openxmlformats-officedocument.presentationml.tags+xml"/>
  <Override PartName="/ppt/tags/tag396.xml" ContentType="application/vnd.openxmlformats-officedocument.presentationml.tags+xml"/>
  <Override PartName="/ppt/tags/tag397.xml" ContentType="application/vnd.openxmlformats-officedocument.presentationml.tags+xml"/>
  <Override PartName="/ppt/tags/tag398.xml" ContentType="application/vnd.openxmlformats-officedocument.presentationml.tags+xml"/>
  <Override PartName="/ppt/tags/tag399.xml" ContentType="application/vnd.openxmlformats-officedocument.presentationml.tags+xml"/>
  <Override PartName="/ppt/tags/tag400.xml" ContentType="application/vnd.openxmlformats-officedocument.presentationml.tags+xml"/>
  <Override PartName="/ppt/tags/tag401.xml" ContentType="application/vnd.openxmlformats-officedocument.presentationml.tags+xml"/>
  <Override PartName="/ppt/tags/tag402.xml" ContentType="application/vnd.openxmlformats-officedocument.presentationml.tags+xml"/>
  <Override PartName="/ppt/tags/tag403.xml" ContentType="application/vnd.openxmlformats-officedocument.presentationml.tags+xml"/>
  <Override PartName="/ppt/notesSlides/notesSlide23.xml" ContentType="application/vnd.openxmlformats-officedocument.presentationml.notesSlide+xml"/>
  <Override PartName="/ppt/tags/tag404.xml" ContentType="application/vnd.openxmlformats-officedocument.presentationml.tags+xml"/>
  <Override PartName="/ppt/tags/tag405.xml" ContentType="application/vnd.openxmlformats-officedocument.presentationml.tags+xml"/>
  <Override PartName="/ppt/tags/tag406.xml" ContentType="application/vnd.openxmlformats-officedocument.presentationml.tags+xml"/>
  <Override PartName="/ppt/tags/tag407.xml" ContentType="application/vnd.openxmlformats-officedocument.presentationml.tags+xml"/>
  <Override PartName="/ppt/tags/tag408.xml" ContentType="application/vnd.openxmlformats-officedocument.presentationml.tags+xml"/>
  <Override PartName="/ppt/tags/tag409.xml" ContentType="application/vnd.openxmlformats-officedocument.presentationml.tags+xml"/>
  <Override PartName="/ppt/notesSlides/notesSlide24.xml" ContentType="application/vnd.openxmlformats-officedocument.presentationml.notesSlide+xml"/>
  <Override PartName="/ppt/tags/tag410.xml" ContentType="application/vnd.openxmlformats-officedocument.presentationml.tags+xml"/>
  <Override PartName="/ppt/tags/tag411.xml" ContentType="application/vnd.openxmlformats-officedocument.presentationml.tags+xml"/>
  <Override PartName="/ppt/tags/tag412.xml" ContentType="application/vnd.openxmlformats-officedocument.presentationml.tags+xml"/>
  <Override PartName="/ppt/tags/tag413.xml" ContentType="application/vnd.openxmlformats-officedocument.presentationml.tags+xml"/>
  <Override PartName="/ppt/tags/tag414.xml" ContentType="application/vnd.openxmlformats-officedocument.presentationml.tags+xml"/>
  <Override PartName="/ppt/tags/tag415.xml" ContentType="application/vnd.openxmlformats-officedocument.presentationml.tags+xml"/>
  <Override PartName="/ppt/tags/tag416.xml" ContentType="application/vnd.openxmlformats-officedocument.presentationml.tags+xml"/>
  <Override PartName="/ppt/tags/tag417.xml" ContentType="application/vnd.openxmlformats-officedocument.presentationml.tags+xml"/>
  <Override PartName="/ppt/tags/tag418.xml" ContentType="application/vnd.openxmlformats-officedocument.presentationml.tags+xml"/>
  <Override PartName="/ppt/tags/tag419.xml" ContentType="application/vnd.openxmlformats-officedocument.presentationml.tags+xml"/>
  <Override PartName="/ppt/tags/tag420.xml" ContentType="application/vnd.openxmlformats-officedocument.presentationml.tags+xml"/>
  <Override PartName="/ppt/tags/tag421.xml" ContentType="application/vnd.openxmlformats-officedocument.presentationml.tags+xml"/>
  <Override PartName="/ppt/notesSlides/notesSlide25.xml" ContentType="application/vnd.openxmlformats-officedocument.presentationml.notesSlide+xml"/>
  <Override PartName="/ppt/tags/tag422.xml" ContentType="application/vnd.openxmlformats-officedocument.presentationml.tags+xml"/>
  <Override PartName="/ppt/tags/tag423.xml" ContentType="application/vnd.openxmlformats-officedocument.presentationml.tags+xml"/>
  <Override PartName="/ppt/tags/tag424.xml" ContentType="application/vnd.openxmlformats-officedocument.presentationml.tags+xml"/>
  <Override PartName="/ppt/tags/tag425.xml" ContentType="application/vnd.openxmlformats-officedocument.presentationml.tags+xml"/>
  <Override PartName="/ppt/tags/tag426.xml" ContentType="application/vnd.openxmlformats-officedocument.presentationml.tags+xml"/>
  <Override PartName="/ppt/tags/tag427.xml" ContentType="application/vnd.openxmlformats-officedocument.presentationml.tags+xml"/>
  <Override PartName="/ppt/tags/tag428.xml" ContentType="application/vnd.openxmlformats-officedocument.presentationml.tags+xml"/>
  <Override PartName="/ppt/tags/tag429.xml" ContentType="application/vnd.openxmlformats-officedocument.presentationml.tags+xml"/>
  <Override PartName="/ppt/tags/tag430.xml" ContentType="application/vnd.openxmlformats-officedocument.presentationml.tags+xml"/>
  <Override PartName="/ppt/tags/tag431.xml" ContentType="application/vnd.openxmlformats-officedocument.presentationml.tags+xml"/>
  <Override PartName="/ppt/tags/tag432.xml" ContentType="application/vnd.openxmlformats-officedocument.presentationml.tags+xml"/>
  <Override PartName="/ppt/tags/tag433.xml" ContentType="application/vnd.openxmlformats-officedocument.presentationml.tags+xml"/>
  <Override PartName="/ppt/tags/tag434.xml" ContentType="application/vnd.openxmlformats-officedocument.presentationml.tags+xml"/>
  <Override PartName="/ppt/tags/tag435.xml" ContentType="application/vnd.openxmlformats-officedocument.presentationml.tags+xml"/>
  <Override PartName="/ppt/notesSlides/notesSlide26.xml" ContentType="application/vnd.openxmlformats-officedocument.presentationml.notesSlide+xml"/>
  <Override PartName="/ppt/tags/tag436.xml" ContentType="application/vnd.openxmlformats-officedocument.presentationml.tags+xml"/>
  <Override PartName="/ppt/tags/tag437.xml" ContentType="application/vnd.openxmlformats-officedocument.presentationml.tags+xml"/>
  <Override PartName="/ppt/tags/tag438.xml" ContentType="application/vnd.openxmlformats-officedocument.presentationml.tags+xml"/>
  <Override PartName="/ppt/tags/tag439.xml" ContentType="application/vnd.openxmlformats-officedocument.presentationml.tags+xml"/>
  <Override PartName="/ppt/tags/tag440.xml" ContentType="application/vnd.openxmlformats-officedocument.presentationml.tags+xml"/>
  <Override PartName="/ppt/tags/tag441.xml" ContentType="application/vnd.openxmlformats-officedocument.presentationml.tags+xml"/>
  <Override PartName="/ppt/tags/tag442.xml" ContentType="application/vnd.openxmlformats-officedocument.presentationml.tags+xml"/>
  <Override PartName="/ppt/notesSlides/notesSlide27.xml" ContentType="application/vnd.openxmlformats-officedocument.presentationml.notesSlide+xml"/>
  <Override PartName="/ppt/tags/tag443.xml" ContentType="application/vnd.openxmlformats-officedocument.presentationml.tags+xml"/>
  <Override PartName="/ppt/tags/tag444.xml" ContentType="application/vnd.openxmlformats-officedocument.presentationml.tags+xml"/>
  <Override PartName="/ppt/tags/tag445.xml" ContentType="application/vnd.openxmlformats-officedocument.presentationml.tags+xml"/>
  <Override PartName="/ppt/tags/tag446.xml" ContentType="application/vnd.openxmlformats-officedocument.presentationml.tags+xml"/>
  <Override PartName="/ppt/tags/tag447.xml" ContentType="application/vnd.openxmlformats-officedocument.presentationml.tags+xml"/>
  <Override PartName="/ppt/tags/tag448.xml" ContentType="application/vnd.openxmlformats-officedocument.presentationml.tags+xml"/>
  <Override PartName="/ppt/tags/tag449.xml" ContentType="application/vnd.openxmlformats-officedocument.presentationml.tags+xml"/>
  <Override PartName="/ppt/tags/tag450.xml" ContentType="application/vnd.openxmlformats-officedocument.presentationml.tags+xml"/>
  <Override PartName="/ppt/tags/tag451.xml" ContentType="application/vnd.openxmlformats-officedocument.presentationml.tags+xml"/>
  <Override PartName="/ppt/notesSlides/notesSlide28.xml" ContentType="application/vnd.openxmlformats-officedocument.presentationml.notesSlide+xml"/>
  <Override PartName="/ppt/tags/tag452.xml" ContentType="application/vnd.openxmlformats-officedocument.presentationml.tags+xml"/>
  <Override PartName="/ppt/tags/tag453.xml" ContentType="application/vnd.openxmlformats-officedocument.presentationml.tags+xml"/>
  <Override PartName="/ppt/tags/tag454.xml" ContentType="application/vnd.openxmlformats-officedocument.presentationml.tags+xml"/>
  <Override PartName="/ppt/tags/tag455.xml" ContentType="application/vnd.openxmlformats-officedocument.presentationml.tags+xml"/>
  <Override PartName="/ppt/tags/tag456.xml" ContentType="application/vnd.openxmlformats-officedocument.presentationml.tags+xml"/>
  <Override PartName="/ppt/tags/tag457.xml" ContentType="application/vnd.openxmlformats-officedocument.presentationml.tags+xml"/>
  <Override PartName="/ppt/tags/tag458.xml" ContentType="application/vnd.openxmlformats-officedocument.presentationml.tags+xml"/>
  <Override PartName="/ppt/tags/tag459.xml" ContentType="application/vnd.openxmlformats-officedocument.presentationml.tags+xml"/>
  <Override PartName="/ppt/tags/tag460.xml" ContentType="application/vnd.openxmlformats-officedocument.presentationml.tags+xml"/>
  <Override PartName="/ppt/tags/tag461.xml" ContentType="application/vnd.openxmlformats-officedocument.presentationml.tags+xml"/>
  <Override PartName="/ppt/tags/tag462.xml" ContentType="application/vnd.openxmlformats-officedocument.presentationml.tags+xml"/>
  <Override PartName="/ppt/tags/tag463.xml" ContentType="application/vnd.openxmlformats-officedocument.presentationml.tags+xml"/>
  <Override PartName="/ppt/tags/tag464.xml" ContentType="application/vnd.openxmlformats-officedocument.presentationml.tags+xml"/>
  <Override PartName="/ppt/tags/tag465.xml" ContentType="application/vnd.openxmlformats-officedocument.presentationml.tags+xml"/>
  <Override PartName="/ppt/tags/tag466.xml" ContentType="application/vnd.openxmlformats-officedocument.presentationml.tags+xml"/>
  <Override PartName="/ppt/tags/tag467.xml" ContentType="application/vnd.openxmlformats-officedocument.presentationml.tags+xml"/>
  <Override PartName="/ppt/notesSlides/notesSlide29.xml" ContentType="application/vnd.openxmlformats-officedocument.presentationml.notesSlide+xml"/>
  <Override PartName="/ppt/tags/tag468.xml" ContentType="application/vnd.openxmlformats-officedocument.presentationml.tags+xml"/>
  <Override PartName="/ppt/tags/tag469.xml" ContentType="application/vnd.openxmlformats-officedocument.presentationml.tags+xml"/>
  <Override PartName="/ppt/tags/tag470.xml" ContentType="application/vnd.openxmlformats-officedocument.presentationml.tags+xml"/>
  <Override PartName="/ppt/tags/tag471.xml" ContentType="application/vnd.openxmlformats-officedocument.presentationml.tags+xml"/>
  <Override PartName="/ppt/tags/tag472.xml" ContentType="application/vnd.openxmlformats-officedocument.presentationml.tags+xml"/>
  <Override PartName="/ppt/tags/tag473.xml" ContentType="application/vnd.openxmlformats-officedocument.presentationml.tags+xml"/>
  <Override PartName="/ppt/tags/tag474.xml" ContentType="application/vnd.openxmlformats-officedocument.presentationml.tags+xml"/>
  <Override PartName="/ppt/tags/tag475.xml" ContentType="application/vnd.openxmlformats-officedocument.presentationml.tags+xml"/>
  <Override PartName="/ppt/tags/tag476.xml" ContentType="application/vnd.openxmlformats-officedocument.presentationml.tags+xml"/>
  <Override PartName="/ppt/tags/tag477.xml" ContentType="application/vnd.openxmlformats-officedocument.presentationml.tags+xml"/>
  <Override PartName="/ppt/tags/tag478.xml" ContentType="application/vnd.openxmlformats-officedocument.presentationml.tags+xml"/>
  <Override PartName="/ppt/tags/tag479.xml" ContentType="application/vnd.openxmlformats-officedocument.presentationml.tags+xml"/>
  <Override PartName="/ppt/tags/tag480.xml" ContentType="application/vnd.openxmlformats-officedocument.presentationml.tags+xml"/>
  <Override PartName="/ppt/tags/tag481.xml" ContentType="application/vnd.openxmlformats-officedocument.presentationml.tags+xml"/>
  <Override PartName="/ppt/tags/tag482.xml" ContentType="application/vnd.openxmlformats-officedocument.presentationml.tags+xml"/>
  <Override PartName="/ppt/tags/tag483.xml" ContentType="application/vnd.openxmlformats-officedocument.presentationml.tags+xml"/>
  <Override PartName="/ppt/tags/tag484.xml" ContentType="application/vnd.openxmlformats-officedocument.presentationml.tags+xml"/>
  <Override PartName="/ppt/tags/tag485.xml" ContentType="application/vnd.openxmlformats-officedocument.presentationml.tags+xml"/>
  <Override PartName="/ppt/tags/tag486.xml" ContentType="application/vnd.openxmlformats-officedocument.presentationml.tags+xml"/>
  <Override PartName="/ppt/tags/tag487.xml" ContentType="application/vnd.openxmlformats-officedocument.presentationml.tags+xml"/>
  <Override PartName="/ppt/tags/tag488.xml" ContentType="application/vnd.openxmlformats-officedocument.presentationml.tags+xml"/>
  <Override PartName="/ppt/tags/tag489.xml" ContentType="application/vnd.openxmlformats-officedocument.presentationml.tags+xml"/>
  <Override PartName="/ppt/notesSlides/notesSlide30.xml" ContentType="application/vnd.openxmlformats-officedocument.presentationml.notesSlide+xml"/>
  <Override PartName="/ppt/tags/tag490.xml" ContentType="application/vnd.openxmlformats-officedocument.presentationml.tags+xml"/>
  <Override PartName="/ppt/tags/tag491.xml" ContentType="application/vnd.openxmlformats-officedocument.presentationml.tags+xml"/>
  <Override PartName="/ppt/tags/tag492.xml" ContentType="application/vnd.openxmlformats-officedocument.presentationml.tags+xml"/>
  <Override PartName="/ppt/tags/tag493.xml" ContentType="application/vnd.openxmlformats-officedocument.presentationml.tags+xml"/>
  <Override PartName="/ppt/tags/tag494.xml" ContentType="application/vnd.openxmlformats-officedocument.presentationml.tags+xml"/>
  <Override PartName="/ppt/tags/tag495.xml" ContentType="application/vnd.openxmlformats-officedocument.presentationml.tags+xml"/>
  <Override PartName="/ppt/tags/tag496.xml" ContentType="application/vnd.openxmlformats-officedocument.presentationml.tags+xml"/>
  <Override PartName="/ppt/tags/tag497.xml" ContentType="application/vnd.openxmlformats-officedocument.presentationml.tags+xml"/>
  <Override PartName="/ppt/tags/tag498.xml" ContentType="application/vnd.openxmlformats-officedocument.presentationml.tags+xml"/>
  <Override PartName="/ppt/tags/tag499.xml" ContentType="application/vnd.openxmlformats-officedocument.presentationml.tags+xml"/>
  <Override PartName="/ppt/tags/tag500.xml" ContentType="application/vnd.openxmlformats-officedocument.presentationml.tags+xml"/>
  <Override PartName="/ppt/tags/tag501.xml" ContentType="application/vnd.openxmlformats-officedocument.presentationml.tags+xml"/>
  <Override PartName="/ppt/tags/tag502.xml" ContentType="application/vnd.openxmlformats-officedocument.presentationml.tags+xml"/>
  <Override PartName="/ppt/tags/tag503.xml" ContentType="application/vnd.openxmlformats-officedocument.presentationml.tags+xml"/>
  <Override PartName="/ppt/tags/tag504.xml" ContentType="application/vnd.openxmlformats-officedocument.presentationml.tags+xml"/>
  <Override PartName="/ppt/tags/tag505.xml" ContentType="application/vnd.openxmlformats-officedocument.presentationml.tags+xml"/>
  <Override PartName="/ppt/tags/tag506.xml" ContentType="application/vnd.openxmlformats-officedocument.presentationml.tags+xml"/>
  <Override PartName="/ppt/tags/tag507.xml" ContentType="application/vnd.openxmlformats-officedocument.presentationml.tags+xml"/>
  <Override PartName="/ppt/tags/tag508.xml" ContentType="application/vnd.openxmlformats-officedocument.presentationml.tags+xml"/>
  <Override PartName="/ppt/tags/tag509.xml" ContentType="application/vnd.openxmlformats-officedocument.presentationml.tags+xml"/>
  <Override PartName="/ppt/tags/tag510.xml" ContentType="application/vnd.openxmlformats-officedocument.presentationml.tags+xml"/>
  <Override PartName="/ppt/tags/tag511.xml" ContentType="application/vnd.openxmlformats-officedocument.presentationml.tags+xml"/>
  <Override PartName="/ppt/tags/tag512.xml" ContentType="application/vnd.openxmlformats-officedocument.presentationml.tags+xml"/>
  <Override PartName="/ppt/tags/tag513.xml" ContentType="application/vnd.openxmlformats-officedocument.presentationml.tags+xml"/>
  <Override PartName="/ppt/tags/tag514.xml" ContentType="application/vnd.openxmlformats-officedocument.presentationml.tags+xml"/>
  <Override PartName="/ppt/tags/tag515.xml" ContentType="application/vnd.openxmlformats-officedocument.presentationml.tags+xml"/>
  <Override PartName="/ppt/tags/tag516.xml" ContentType="application/vnd.openxmlformats-officedocument.presentationml.tags+xml"/>
  <Override PartName="/ppt/tags/tag517.xml" ContentType="application/vnd.openxmlformats-officedocument.presentationml.tags+xml"/>
  <Override PartName="/ppt/notesSlides/notesSlide31.xml" ContentType="application/vnd.openxmlformats-officedocument.presentationml.notesSlide+xml"/>
  <Override PartName="/ppt/tags/tag518.xml" ContentType="application/vnd.openxmlformats-officedocument.presentationml.tags+xml"/>
  <Override PartName="/ppt/tags/tag519.xml" ContentType="application/vnd.openxmlformats-officedocument.presentationml.tags+xml"/>
  <Override PartName="/ppt/tags/tag520.xml" ContentType="application/vnd.openxmlformats-officedocument.presentationml.tags+xml"/>
  <Override PartName="/ppt/tags/tag521.xml" ContentType="application/vnd.openxmlformats-officedocument.presentationml.tags+xml"/>
  <Override PartName="/ppt/tags/tag522.xml" ContentType="application/vnd.openxmlformats-officedocument.presentationml.tags+xml"/>
  <Override PartName="/ppt/tags/tag523.xml" ContentType="application/vnd.openxmlformats-officedocument.presentationml.tags+xml"/>
  <Override PartName="/ppt/tags/tag524.xml" ContentType="application/vnd.openxmlformats-officedocument.presentationml.tags+xml"/>
  <Override PartName="/ppt/tags/tag525.xml" ContentType="application/vnd.openxmlformats-officedocument.presentationml.tags+xml"/>
  <Override PartName="/ppt/tags/tag526.xml" ContentType="application/vnd.openxmlformats-officedocument.presentationml.tags+xml"/>
  <Override PartName="/ppt/tags/tag527.xml" ContentType="application/vnd.openxmlformats-officedocument.presentationml.tags+xml"/>
  <Override PartName="/ppt/tags/tag528.xml" ContentType="application/vnd.openxmlformats-officedocument.presentationml.tags+xml"/>
  <Override PartName="/ppt/tags/tag529.xml" ContentType="application/vnd.openxmlformats-officedocument.presentationml.tags+xml"/>
  <Override PartName="/ppt/tags/tag530.xml" ContentType="application/vnd.openxmlformats-officedocument.presentationml.tags+xml"/>
  <Override PartName="/ppt/tags/tag531.xml" ContentType="application/vnd.openxmlformats-officedocument.presentationml.tags+xml"/>
  <Override PartName="/ppt/tags/tag532.xml" ContentType="application/vnd.openxmlformats-officedocument.presentationml.tags+xml"/>
  <Override PartName="/ppt/tags/tag533.xml" ContentType="application/vnd.openxmlformats-officedocument.presentationml.tags+xml"/>
  <Override PartName="/ppt/tags/tag534.xml" ContentType="application/vnd.openxmlformats-officedocument.presentationml.tags+xml"/>
  <Override PartName="/ppt/tags/tag535.xml" ContentType="application/vnd.openxmlformats-officedocument.presentationml.tags+xml"/>
  <Override PartName="/ppt/tags/tag536.xml" ContentType="application/vnd.openxmlformats-officedocument.presentationml.tags+xml"/>
  <Override PartName="/ppt/tags/tag537.xml" ContentType="application/vnd.openxmlformats-officedocument.presentationml.tags+xml"/>
  <Override PartName="/ppt/tags/tag538.xml" ContentType="application/vnd.openxmlformats-officedocument.presentationml.tags+xml"/>
  <Override PartName="/ppt/tags/tag539.xml" ContentType="application/vnd.openxmlformats-officedocument.presentationml.tags+xml"/>
  <Override PartName="/ppt/tags/tag540.xml" ContentType="application/vnd.openxmlformats-officedocument.presentationml.tags+xml"/>
  <Override PartName="/ppt/tags/tag541.xml" ContentType="application/vnd.openxmlformats-officedocument.presentationml.tags+xml"/>
  <Override PartName="/ppt/tags/tag542.xml" ContentType="application/vnd.openxmlformats-officedocument.presentationml.tags+xml"/>
  <Override PartName="/ppt/tags/tag543.xml" ContentType="application/vnd.openxmlformats-officedocument.presentationml.tags+xml"/>
  <Override PartName="/ppt/tags/tag544.xml" ContentType="application/vnd.openxmlformats-officedocument.presentationml.tags+xml"/>
  <Override PartName="/ppt/tags/tag545.xml" ContentType="application/vnd.openxmlformats-officedocument.presentationml.tags+xml"/>
  <Override PartName="/ppt/tags/tag546.xml" ContentType="application/vnd.openxmlformats-officedocument.presentationml.tags+xml"/>
  <Override PartName="/ppt/notesSlides/notesSlide32.xml" ContentType="application/vnd.openxmlformats-officedocument.presentationml.notesSlide+xml"/>
  <Override PartName="/ppt/tags/tag547.xml" ContentType="application/vnd.openxmlformats-officedocument.presentationml.tags+xml"/>
  <Override PartName="/ppt/tags/tag548.xml" ContentType="application/vnd.openxmlformats-officedocument.presentationml.tags+xml"/>
  <Override PartName="/ppt/tags/tag549.xml" ContentType="application/vnd.openxmlformats-officedocument.presentationml.tags+xml"/>
  <Override PartName="/ppt/tags/tag550.xml" ContentType="application/vnd.openxmlformats-officedocument.presentationml.tags+xml"/>
  <Override PartName="/ppt/tags/tag551.xml" ContentType="application/vnd.openxmlformats-officedocument.presentationml.tags+xml"/>
  <Override PartName="/ppt/tags/tag552.xml" ContentType="application/vnd.openxmlformats-officedocument.presentationml.tags+xml"/>
  <Override PartName="/ppt/tags/tag553.xml" ContentType="application/vnd.openxmlformats-officedocument.presentationml.tags+xml"/>
  <Override PartName="/ppt/tags/tag554.xml" ContentType="application/vnd.openxmlformats-officedocument.presentationml.tags+xml"/>
  <Override PartName="/ppt/tags/tag555.xml" ContentType="application/vnd.openxmlformats-officedocument.presentationml.tags+xml"/>
  <Override PartName="/ppt/tags/tag556.xml" ContentType="application/vnd.openxmlformats-officedocument.presentationml.tags+xml"/>
  <Override PartName="/ppt/tags/tag557.xml" ContentType="application/vnd.openxmlformats-officedocument.presentationml.tags+xml"/>
  <Override PartName="/ppt/tags/tag558.xml" ContentType="application/vnd.openxmlformats-officedocument.presentationml.tags+xml"/>
  <Override PartName="/ppt/tags/tag559.xml" ContentType="application/vnd.openxmlformats-officedocument.presentationml.tags+xml"/>
  <Override PartName="/ppt/tags/tag560.xml" ContentType="application/vnd.openxmlformats-officedocument.presentationml.tags+xml"/>
  <Override PartName="/ppt/tags/tag561.xml" ContentType="application/vnd.openxmlformats-officedocument.presentationml.tags+xml"/>
  <Override PartName="/ppt/tags/tag562.xml" ContentType="application/vnd.openxmlformats-officedocument.presentationml.tags+xml"/>
  <Override PartName="/ppt/tags/tag563.xml" ContentType="application/vnd.openxmlformats-officedocument.presentationml.tags+xml"/>
  <Override PartName="/ppt/tags/tag564.xml" ContentType="application/vnd.openxmlformats-officedocument.presentationml.tags+xml"/>
  <Override PartName="/ppt/tags/tag565.xml" ContentType="application/vnd.openxmlformats-officedocument.presentationml.tags+xml"/>
  <Override PartName="/ppt/tags/tag566.xml" ContentType="application/vnd.openxmlformats-officedocument.presentationml.tags+xml"/>
  <Override PartName="/ppt/tags/tag567.xml" ContentType="application/vnd.openxmlformats-officedocument.presentationml.tags+xml"/>
  <Override PartName="/ppt/tags/tag568.xml" ContentType="application/vnd.openxmlformats-officedocument.presentationml.tags+xml"/>
  <Override PartName="/ppt/tags/tag569.xml" ContentType="application/vnd.openxmlformats-officedocument.presentationml.tags+xml"/>
  <Override PartName="/ppt/tags/tag570.xml" ContentType="application/vnd.openxmlformats-officedocument.presentationml.tags+xml"/>
  <Override PartName="/ppt/tags/tag571.xml" ContentType="application/vnd.openxmlformats-officedocument.presentationml.tags+xml"/>
  <Override PartName="/ppt/tags/tag572.xml" ContentType="application/vnd.openxmlformats-officedocument.presentationml.tags+xml"/>
  <Override PartName="/ppt/tags/tag573.xml" ContentType="application/vnd.openxmlformats-officedocument.presentationml.tags+xml"/>
  <Override PartName="/ppt/tags/tag574.xml" ContentType="application/vnd.openxmlformats-officedocument.presentationml.tags+xml"/>
  <Override PartName="/ppt/tags/tag575.xml" ContentType="application/vnd.openxmlformats-officedocument.presentationml.tags+xml"/>
  <Override PartName="/ppt/tags/tag576.xml" ContentType="application/vnd.openxmlformats-officedocument.presentationml.tags+xml"/>
  <Override PartName="/ppt/tags/tag577.xml" ContentType="application/vnd.openxmlformats-officedocument.presentationml.tags+xml"/>
  <Override PartName="/ppt/notesSlides/notesSlide33.xml" ContentType="application/vnd.openxmlformats-officedocument.presentationml.notesSlide+xml"/>
  <Override PartName="/ppt/tags/tag578.xml" ContentType="application/vnd.openxmlformats-officedocument.presentationml.tags+xml"/>
  <Override PartName="/ppt/tags/tag579.xml" ContentType="application/vnd.openxmlformats-officedocument.presentationml.tags+xml"/>
  <Override PartName="/ppt/tags/tag580.xml" ContentType="application/vnd.openxmlformats-officedocument.presentationml.tags+xml"/>
  <Override PartName="/ppt/tags/tag581.xml" ContentType="application/vnd.openxmlformats-officedocument.presentationml.tags+xml"/>
  <Override PartName="/ppt/tags/tag582.xml" ContentType="application/vnd.openxmlformats-officedocument.presentationml.tags+xml"/>
  <Override PartName="/ppt/tags/tag583.xml" ContentType="application/vnd.openxmlformats-officedocument.presentationml.tags+xml"/>
  <Override PartName="/ppt/tags/tag584.xml" ContentType="application/vnd.openxmlformats-officedocument.presentationml.tags+xml"/>
  <Override PartName="/ppt/tags/tag585.xml" ContentType="application/vnd.openxmlformats-officedocument.presentationml.tags+xml"/>
  <Override PartName="/ppt/notesSlides/notesSlide34.xml" ContentType="application/vnd.openxmlformats-officedocument.presentationml.notesSlide+xml"/>
  <Override PartName="/ppt/tags/tag586.xml" ContentType="application/vnd.openxmlformats-officedocument.presentationml.tags+xml"/>
  <Override PartName="/ppt/tags/tag587.xml" ContentType="application/vnd.openxmlformats-officedocument.presentationml.tags+xml"/>
  <Override PartName="/ppt/tags/tag588.xml" ContentType="application/vnd.openxmlformats-officedocument.presentationml.tags+xml"/>
  <Override PartName="/ppt/tags/tag589.xml" ContentType="application/vnd.openxmlformats-officedocument.presentationml.tags+xml"/>
  <Override PartName="/ppt/tags/tag590.xml" ContentType="application/vnd.openxmlformats-officedocument.presentationml.tags+xml"/>
  <Override PartName="/ppt/tags/tag591.xml" ContentType="application/vnd.openxmlformats-officedocument.presentationml.tags+xml"/>
  <Override PartName="/ppt/tags/tag592.xml" ContentType="application/vnd.openxmlformats-officedocument.presentationml.tags+xml"/>
  <Override PartName="/ppt/tags/tag593.xml" ContentType="application/vnd.openxmlformats-officedocument.presentationml.tags+xml"/>
  <Override PartName="/ppt/tags/tag594.xml" ContentType="application/vnd.openxmlformats-officedocument.presentationml.tags+xml"/>
  <Override PartName="/ppt/tags/tag595.xml" ContentType="application/vnd.openxmlformats-officedocument.presentationml.tags+xml"/>
  <Override PartName="/ppt/tags/tag596.xml" ContentType="application/vnd.openxmlformats-officedocument.presentationml.tags+xml"/>
  <Override PartName="/ppt/tags/tag597.xml" ContentType="application/vnd.openxmlformats-officedocument.presentationml.tags+xml"/>
  <Override PartName="/ppt/notesSlides/notesSlide35.xml" ContentType="application/vnd.openxmlformats-officedocument.presentationml.notesSlide+xml"/>
  <Override PartName="/ppt/tags/tag598.xml" ContentType="application/vnd.openxmlformats-officedocument.presentationml.tags+xml"/>
  <Override PartName="/ppt/tags/tag599.xml" ContentType="application/vnd.openxmlformats-officedocument.presentationml.tags+xml"/>
  <Override PartName="/ppt/tags/tag600.xml" ContentType="application/vnd.openxmlformats-officedocument.presentationml.tags+xml"/>
  <Override PartName="/ppt/tags/tag601.xml" ContentType="application/vnd.openxmlformats-officedocument.presentationml.tags+xml"/>
  <Override PartName="/ppt/tags/tag602.xml" ContentType="application/vnd.openxmlformats-officedocument.presentationml.tags+xml"/>
  <Override PartName="/ppt/notesSlides/notesSlide36.xml" ContentType="application/vnd.openxmlformats-officedocument.presentationml.notesSlide+xml"/>
  <Override PartName="/ppt/tags/tag603.xml" ContentType="application/vnd.openxmlformats-officedocument.presentationml.tags+xml"/>
  <Override PartName="/ppt/tags/tag604.xml" ContentType="application/vnd.openxmlformats-officedocument.presentationml.tags+xml"/>
  <Override PartName="/ppt/tags/tag605.xml" ContentType="application/vnd.openxmlformats-officedocument.presentationml.tags+xml"/>
  <Override PartName="/ppt/tags/tag606.xml" ContentType="application/vnd.openxmlformats-officedocument.presentationml.tags+xml"/>
  <Override PartName="/ppt/tags/tag607.xml" ContentType="application/vnd.openxmlformats-officedocument.presentationml.tags+xml"/>
  <Override PartName="/ppt/tags/tag608.xml" ContentType="application/vnd.openxmlformats-officedocument.presentationml.tags+xml"/>
  <Override PartName="/ppt/notesSlides/notesSlide37.xml" ContentType="application/vnd.openxmlformats-officedocument.presentationml.notesSlide+xml"/>
  <Override PartName="/ppt/tags/tag609.xml" ContentType="application/vnd.openxmlformats-officedocument.presentationml.tags+xml"/>
  <Override PartName="/ppt/tags/tag610.xml" ContentType="application/vnd.openxmlformats-officedocument.presentationml.tags+xml"/>
  <Override PartName="/ppt/tags/tag611.xml" ContentType="application/vnd.openxmlformats-officedocument.presentationml.tags+xml"/>
  <Override PartName="/ppt/tags/tag612.xml" ContentType="application/vnd.openxmlformats-officedocument.presentationml.tags+xml"/>
  <Override PartName="/ppt/notesSlides/notesSlide38.xml" ContentType="application/vnd.openxmlformats-officedocument.presentationml.notesSlide+xml"/>
  <Override PartName="/ppt/tags/tag613.xml" ContentType="application/vnd.openxmlformats-officedocument.presentationml.tags+xml"/>
  <Override PartName="/ppt/tags/tag614.xml" ContentType="application/vnd.openxmlformats-officedocument.presentationml.tags+xml"/>
  <Override PartName="/ppt/tags/tag615.xml" ContentType="application/vnd.openxmlformats-officedocument.presentationml.tags+xml"/>
  <Override PartName="/ppt/tags/tag616.xml" ContentType="application/vnd.openxmlformats-officedocument.presentationml.tags+xml"/>
  <Override PartName="/ppt/tags/tag617.xml" ContentType="application/vnd.openxmlformats-officedocument.presentationml.tags+xml"/>
  <Override PartName="/ppt/tags/tag618.xml" ContentType="application/vnd.openxmlformats-officedocument.presentationml.tags+xml"/>
  <Override PartName="/ppt/tags/tag619.xml" ContentType="application/vnd.openxmlformats-officedocument.presentationml.tags+xml"/>
  <Override PartName="/ppt/notesSlides/notesSlide39.xml" ContentType="application/vnd.openxmlformats-officedocument.presentationml.notesSlide+xml"/>
  <Override PartName="/ppt/tags/tag620.xml" ContentType="application/vnd.openxmlformats-officedocument.presentationml.tags+xml"/>
  <Override PartName="/ppt/tags/tag621.xml" ContentType="application/vnd.openxmlformats-officedocument.presentationml.tags+xml"/>
  <Override PartName="/ppt/tags/tag622.xml" ContentType="application/vnd.openxmlformats-officedocument.presentationml.tags+xml"/>
  <Override PartName="/ppt/tags/tag623.xml" ContentType="application/vnd.openxmlformats-officedocument.presentationml.tags+xml"/>
  <Override PartName="/ppt/tags/tag624.xml" ContentType="application/vnd.openxmlformats-officedocument.presentationml.tags+xml"/>
  <Override PartName="/ppt/tags/tag625.xml" ContentType="application/vnd.openxmlformats-officedocument.presentationml.tags+xml"/>
  <Override PartName="/ppt/tags/tag626.xml" ContentType="application/vnd.openxmlformats-officedocument.presentationml.tags+xml"/>
  <Override PartName="/ppt/tags/tag627.xml" ContentType="application/vnd.openxmlformats-officedocument.presentationml.tags+xml"/>
  <Override PartName="/ppt/tags/tag628.xml" ContentType="application/vnd.openxmlformats-officedocument.presentationml.tags+xml"/>
  <Override PartName="/ppt/tags/tag629.xml" ContentType="application/vnd.openxmlformats-officedocument.presentationml.tags+xml"/>
  <Override PartName="/ppt/notesSlides/notesSlide40.xml" ContentType="application/vnd.openxmlformats-officedocument.presentationml.notesSlide+xml"/>
  <Override PartName="/ppt/tags/tag630.xml" ContentType="application/vnd.openxmlformats-officedocument.presentationml.tags+xml"/>
  <Override PartName="/ppt/tags/tag631.xml" ContentType="application/vnd.openxmlformats-officedocument.presentationml.tags+xml"/>
  <Override PartName="/ppt/tags/tag632.xml" ContentType="application/vnd.openxmlformats-officedocument.presentationml.tags+xml"/>
  <Override PartName="/ppt/tags/tag633.xml" ContentType="application/vnd.openxmlformats-officedocument.presentationml.tags+xml"/>
  <Override PartName="/ppt/tags/tag634.xml" ContentType="application/vnd.openxmlformats-officedocument.presentationml.tags+xml"/>
  <Override PartName="/ppt/tags/tag635.xml" ContentType="application/vnd.openxmlformats-officedocument.presentationml.tags+xml"/>
  <Override PartName="/ppt/tags/tag636.xml" ContentType="application/vnd.openxmlformats-officedocument.presentationml.tags+xml"/>
  <Override PartName="/ppt/tags/tag637.xml" ContentType="application/vnd.openxmlformats-officedocument.presentationml.tags+xml"/>
  <Override PartName="/ppt/tags/tag638.xml" ContentType="application/vnd.openxmlformats-officedocument.presentationml.tags+xml"/>
  <Override PartName="/ppt/tags/tag639.xml" ContentType="application/vnd.openxmlformats-officedocument.presentationml.tags+xml"/>
  <Override PartName="/ppt/tags/tag640.xml" ContentType="application/vnd.openxmlformats-officedocument.presentationml.tags+xml"/>
  <Override PartName="/ppt/notesSlides/notesSlide41.xml" ContentType="application/vnd.openxmlformats-officedocument.presentationml.notesSlide+xml"/>
  <Override PartName="/ppt/tags/tag641.xml" ContentType="application/vnd.openxmlformats-officedocument.presentationml.tags+xml"/>
  <Override PartName="/ppt/tags/tag642.xml" ContentType="application/vnd.openxmlformats-officedocument.presentationml.tags+xml"/>
  <Override PartName="/ppt/tags/tag643.xml" ContentType="application/vnd.openxmlformats-officedocument.presentationml.tags+xml"/>
  <Override PartName="/ppt/tags/tag644.xml" ContentType="application/vnd.openxmlformats-officedocument.presentationml.tags+xml"/>
  <Override PartName="/ppt/tags/tag645.xml" ContentType="application/vnd.openxmlformats-officedocument.presentationml.tags+xml"/>
  <Override PartName="/ppt/tags/tag646.xml" ContentType="application/vnd.openxmlformats-officedocument.presentationml.tags+xml"/>
  <Override PartName="/ppt/tags/tag647.xml" ContentType="application/vnd.openxmlformats-officedocument.presentationml.tags+xml"/>
  <Override PartName="/ppt/tags/tag648.xml" ContentType="application/vnd.openxmlformats-officedocument.presentationml.tags+xml"/>
  <Override PartName="/ppt/tags/tag649.xml" ContentType="application/vnd.openxmlformats-officedocument.presentationml.tags+xml"/>
  <Override PartName="/ppt/tags/tag650.xml" ContentType="application/vnd.openxmlformats-officedocument.presentationml.tags+xml"/>
  <Override PartName="/ppt/tags/tag651.xml" ContentType="application/vnd.openxmlformats-officedocument.presentationml.tags+xml"/>
  <Override PartName="/ppt/tags/tag652.xml" ContentType="application/vnd.openxmlformats-officedocument.presentationml.tags+xml"/>
  <Override PartName="/ppt/tags/tag653.xml" ContentType="application/vnd.openxmlformats-officedocument.presentationml.tags+xml"/>
  <Override PartName="/ppt/notesSlides/notesSlide42.xml" ContentType="application/vnd.openxmlformats-officedocument.presentationml.notesSlide+xml"/>
  <Override PartName="/ppt/tags/tag654.xml" ContentType="application/vnd.openxmlformats-officedocument.presentationml.tags+xml"/>
  <Override PartName="/ppt/tags/tag655.xml" ContentType="application/vnd.openxmlformats-officedocument.presentationml.tags+xml"/>
  <Override PartName="/ppt/tags/tag656.xml" ContentType="application/vnd.openxmlformats-officedocument.presentationml.tags+xml"/>
  <Override PartName="/ppt/tags/tag657.xml" ContentType="application/vnd.openxmlformats-officedocument.presentationml.tags+xml"/>
  <Override PartName="/ppt/tags/tag658.xml" ContentType="application/vnd.openxmlformats-officedocument.presentationml.tags+xml"/>
  <Override PartName="/ppt/tags/tag659.xml" ContentType="application/vnd.openxmlformats-officedocument.presentationml.tags+xml"/>
  <Override PartName="/ppt/tags/tag660.xml" ContentType="application/vnd.openxmlformats-officedocument.presentationml.tags+xml"/>
  <Override PartName="/ppt/tags/tag661.xml" ContentType="application/vnd.openxmlformats-officedocument.presentationml.tags+xml"/>
  <Override PartName="/ppt/tags/tag662.xml" ContentType="application/vnd.openxmlformats-officedocument.presentationml.tags+xml"/>
  <Override PartName="/ppt/tags/tag663.xml" ContentType="application/vnd.openxmlformats-officedocument.presentationml.tags+xml"/>
  <Override PartName="/ppt/tags/tag664.xml" ContentType="application/vnd.openxmlformats-officedocument.presentationml.tags+xml"/>
  <Override PartName="/ppt/tags/tag665.xml" ContentType="application/vnd.openxmlformats-officedocument.presentationml.tags+xml"/>
  <Override PartName="/ppt/tags/tag666.xml" ContentType="application/vnd.openxmlformats-officedocument.presentationml.tags+xml"/>
  <Override PartName="/ppt/tags/tag667.xml" ContentType="application/vnd.openxmlformats-officedocument.presentationml.tags+xml"/>
  <Override PartName="/ppt/tags/tag668.xml" ContentType="application/vnd.openxmlformats-officedocument.presentationml.tags+xml"/>
  <Override PartName="/ppt/notesSlides/notesSlide43.xml" ContentType="application/vnd.openxmlformats-officedocument.presentationml.notesSlide+xml"/>
  <Override PartName="/ppt/tags/tag669.xml" ContentType="application/vnd.openxmlformats-officedocument.presentationml.tags+xml"/>
  <Override PartName="/ppt/tags/tag670.xml" ContentType="application/vnd.openxmlformats-officedocument.presentationml.tags+xml"/>
  <Override PartName="/ppt/tags/tag671.xml" ContentType="application/vnd.openxmlformats-officedocument.presentationml.tags+xml"/>
  <Override PartName="/ppt/tags/tag672.xml" ContentType="application/vnd.openxmlformats-officedocument.presentationml.tags+xml"/>
  <Override PartName="/ppt/tags/tag673.xml" ContentType="application/vnd.openxmlformats-officedocument.presentationml.tags+xml"/>
  <Override PartName="/ppt/tags/tag674.xml" ContentType="application/vnd.openxmlformats-officedocument.presentationml.tags+xml"/>
  <Override PartName="/ppt/tags/tag675.xml" ContentType="application/vnd.openxmlformats-officedocument.presentationml.tags+xml"/>
  <Override PartName="/ppt/tags/tag676.xml" ContentType="application/vnd.openxmlformats-officedocument.presentationml.tags+xml"/>
  <Override PartName="/ppt/tags/tag677.xml" ContentType="application/vnd.openxmlformats-officedocument.presentationml.tags+xml"/>
  <Override PartName="/ppt/tags/tag678.xml" ContentType="application/vnd.openxmlformats-officedocument.presentationml.tags+xml"/>
  <Override PartName="/ppt/tags/tag679.xml" ContentType="application/vnd.openxmlformats-officedocument.presentationml.tags+xml"/>
  <Override PartName="/ppt/tags/tag680.xml" ContentType="application/vnd.openxmlformats-officedocument.presentationml.tags+xml"/>
  <Override PartName="/ppt/tags/tag681.xml" ContentType="application/vnd.openxmlformats-officedocument.presentationml.tags+xml"/>
  <Override PartName="/ppt/tags/tag682.xml" ContentType="application/vnd.openxmlformats-officedocument.presentationml.tags+xml"/>
  <Override PartName="/ppt/tags/tag683.xml" ContentType="application/vnd.openxmlformats-officedocument.presentationml.tags+xml"/>
  <Override PartName="/ppt/notesSlides/notesSlide44.xml" ContentType="application/vnd.openxmlformats-officedocument.presentationml.notesSlide+xml"/>
  <Override PartName="/ppt/tags/tag684.xml" ContentType="application/vnd.openxmlformats-officedocument.presentationml.tags+xml"/>
  <Override PartName="/ppt/tags/tag685.xml" ContentType="application/vnd.openxmlformats-officedocument.presentationml.tags+xml"/>
  <Override PartName="/ppt/tags/tag686.xml" ContentType="application/vnd.openxmlformats-officedocument.presentationml.tags+xml"/>
  <Override PartName="/ppt/tags/tag687.xml" ContentType="application/vnd.openxmlformats-officedocument.presentationml.tags+xml"/>
  <Override PartName="/ppt/tags/tag688.xml" ContentType="application/vnd.openxmlformats-officedocument.presentationml.tags+xml"/>
  <Override PartName="/ppt/tags/tag689.xml" ContentType="application/vnd.openxmlformats-officedocument.presentationml.tags+xml"/>
  <Override PartName="/ppt/tags/tag690.xml" ContentType="application/vnd.openxmlformats-officedocument.presentationml.tags+xml"/>
  <Override PartName="/ppt/tags/tag691.xml" ContentType="application/vnd.openxmlformats-officedocument.presentationml.tags+xml"/>
  <Override PartName="/ppt/tags/tag692.xml" ContentType="application/vnd.openxmlformats-officedocument.presentationml.tags+xml"/>
  <Override PartName="/ppt/tags/tag693.xml" ContentType="application/vnd.openxmlformats-officedocument.presentationml.tags+xml"/>
  <Override PartName="/ppt/tags/tag694.xml" ContentType="application/vnd.openxmlformats-officedocument.presentationml.tags+xml"/>
  <Override PartName="/ppt/tags/tag695.xml" ContentType="application/vnd.openxmlformats-officedocument.presentationml.tags+xml"/>
  <Override PartName="/ppt/tags/tag696.xml" ContentType="application/vnd.openxmlformats-officedocument.presentationml.tags+xml"/>
  <Override PartName="/ppt/tags/tag697.xml" ContentType="application/vnd.openxmlformats-officedocument.presentationml.tags+xml"/>
  <Override PartName="/ppt/tags/tag698.xml" ContentType="application/vnd.openxmlformats-officedocument.presentationml.tags+xml"/>
  <Override PartName="/ppt/tags/tag699.xml" ContentType="application/vnd.openxmlformats-officedocument.presentationml.tags+xml"/>
  <Override PartName="/ppt/tags/tag700.xml" ContentType="application/vnd.openxmlformats-officedocument.presentationml.tags+xml"/>
  <Override PartName="/ppt/tags/tag701.xml" ContentType="application/vnd.openxmlformats-officedocument.presentationml.tags+xml"/>
  <Override PartName="/ppt/tags/tag702.xml" ContentType="application/vnd.openxmlformats-officedocument.presentationml.tags+xml"/>
  <Override PartName="/ppt/tags/tag703.xml" ContentType="application/vnd.openxmlformats-officedocument.presentationml.tags+xml"/>
  <Override PartName="/ppt/tags/tag704.xml" ContentType="application/vnd.openxmlformats-officedocument.presentationml.tags+xml"/>
  <Override PartName="/ppt/notesSlides/notesSlide45.xml" ContentType="application/vnd.openxmlformats-officedocument.presentationml.notesSlide+xml"/>
  <Override PartName="/ppt/tags/tag705.xml" ContentType="application/vnd.openxmlformats-officedocument.presentationml.tags+xml"/>
  <Override PartName="/ppt/notesSlides/notesSlide46.xml" ContentType="application/vnd.openxmlformats-officedocument.presentationml.notesSlide+xml"/>
  <Override PartName="/ppt/tags/tag706.xml" ContentType="application/vnd.openxmlformats-officedocument.presentationml.tags+xml"/>
  <Override PartName="/ppt/notesSlides/notesSlide47.xml" ContentType="application/vnd.openxmlformats-officedocument.presentationml.notesSlide+xml"/>
  <Override PartName="/ppt/tags/tag707.xml" ContentType="application/vnd.openxmlformats-officedocument.presentationml.tags+xml"/>
  <Override PartName="/ppt/tags/tag708.xml" ContentType="application/vnd.openxmlformats-officedocument.presentationml.tags+xml"/>
  <Override PartName="/ppt/tags/tag709.xml" ContentType="application/vnd.openxmlformats-officedocument.presentationml.tags+xml"/>
  <Override PartName="/ppt/tags/tag710.xml" ContentType="application/vnd.openxmlformats-officedocument.presentationml.tags+xml"/>
  <Override PartName="/ppt/tags/tag711.xml" ContentType="application/vnd.openxmlformats-officedocument.presentationml.tags+xml"/>
  <Override PartName="/ppt/notesSlides/notesSlide48.xml" ContentType="application/vnd.openxmlformats-officedocument.presentationml.notesSlide+xml"/>
  <Override PartName="/ppt/tags/tag712.xml" ContentType="application/vnd.openxmlformats-officedocument.presentationml.tags+xml"/>
  <Override PartName="/ppt/tags/tag713.xml" ContentType="application/vnd.openxmlformats-officedocument.presentationml.tags+xml"/>
  <Override PartName="/ppt/tags/tag714.xml" ContentType="application/vnd.openxmlformats-officedocument.presentationml.tags+xml"/>
  <Override PartName="/ppt/tags/tag715.xml" ContentType="application/vnd.openxmlformats-officedocument.presentationml.tags+xml"/>
  <Override PartName="/ppt/tags/tag716.xml" ContentType="application/vnd.openxmlformats-officedocument.presentationml.tags+xml"/>
  <Override PartName="/ppt/tags/tag717.xml" ContentType="application/vnd.openxmlformats-officedocument.presentationml.tags+xml"/>
  <Override PartName="/ppt/tags/tag718.xml" ContentType="application/vnd.openxmlformats-officedocument.presentationml.tags+xml"/>
  <Override PartName="/ppt/tags/tag719.xml" ContentType="application/vnd.openxmlformats-officedocument.presentationml.tags+xml"/>
  <Override PartName="/ppt/tags/tag720.xml" ContentType="application/vnd.openxmlformats-officedocument.presentationml.tags+xml"/>
  <Override PartName="/ppt/tags/tag721.xml" ContentType="application/vnd.openxmlformats-officedocument.presentationml.tags+xml"/>
  <Override PartName="/ppt/tags/tag722.xml" ContentType="application/vnd.openxmlformats-officedocument.presentationml.tags+xml"/>
  <Override PartName="/ppt/tags/tag723.xml" ContentType="application/vnd.openxmlformats-officedocument.presentationml.tags+xml"/>
  <Override PartName="/ppt/tags/tag724.xml" ContentType="application/vnd.openxmlformats-officedocument.presentationml.tags+xml"/>
  <Override PartName="/ppt/tags/tag725.xml" ContentType="application/vnd.openxmlformats-officedocument.presentationml.tags+xml"/>
  <Override PartName="/ppt/notesSlides/notesSlide49.xml" ContentType="application/vnd.openxmlformats-officedocument.presentationml.notesSlide+xml"/>
  <Override PartName="/ppt/tags/tag726.xml" ContentType="application/vnd.openxmlformats-officedocument.presentationml.tags+xml"/>
  <Override PartName="/ppt/tags/tag727.xml" ContentType="application/vnd.openxmlformats-officedocument.presentationml.tags+xml"/>
  <Override PartName="/ppt/tags/tag728.xml" ContentType="application/vnd.openxmlformats-officedocument.presentationml.tags+xml"/>
  <Override PartName="/ppt/tags/tag729.xml" ContentType="application/vnd.openxmlformats-officedocument.presentationml.tags+xml"/>
  <Override PartName="/ppt/tags/tag730.xml" ContentType="application/vnd.openxmlformats-officedocument.presentationml.tags+xml"/>
  <Override PartName="/ppt/tags/tag731.xml" ContentType="application/vnd.openxmlformats-officedocument.presentationml.tags+xml"/>
  <Override PartName="/ppt/tags/tag732.xml" ContentType="application/vnd.openxmlformats-officedocument.presentationml.tags+xml"/>
  <Override PartName="/ppt/tags/tag733.xml" ContentType="application/vnd.openxmlformats-officedocument.presentationml.tags+xml"/>
  <Override PartName="/ppt/tags/tag734.xml" ContentType="application/vnd.openxmlformats-officedocument.presentationml.tags+xml"/>
  <Override PartName="/ppt/tags/tag735.xml" ContentType="application/vnd.openxmlformats-officedocument.presentationml.tags+xml"/>
  <Override PartName="/ppt/tags/tag736.xml" ContentType="application/vnd.openxmlformats-officedocument.presentationml.tags+xml"/>
  <Override PartName="/ppt/tags/tag737.xml" ContentType="application/vnd.openxmlformats-officedocument.presentationml.tags+xml"/>
  <Override PartName="/ppt/tags/tag738.xml" ContentType="application/vnd.openxmlformats-officedocument.presentationml.tags+xml"/>
  <Override PartName="/ppt/tags/tag739.xml" ContentType="application/vnd.openxmlformats-officedocument.presentationml.tags+xml"/>
  <Override PartName="/ppt/tags/tag740.xml" ContentType="application/vnd.openxmlformats-officedocument.presentationml.tags+xml"/>
  <Override PartName="/ppt/tags/tag741.xml" ContentType="application/vnd.openxmlformats-officedocument.presentationml.tags+xml"/>
  <Override PartName="/ppt/tags/tag742.xml" ContentType="application/vnd.openxmlformats-officedocument.presentationml.tags+xml"/>
  <Override PartName="/ppt/tags/tag743.xml" ContentType="application/vnd.openxmlformats-officedocument.presentationml.tags+xml"/>
  <Override PartName="/ppt/notesSlides/notesSlide50.xml" ContentType="application/vnd.openxmlformats-officedocument.presentationml.notesSlide+xml"/>
  <Override PartName="/ppt/tags/tag744.xml" ContentType="application/vnd.openxmlformats-officedocument.presentationml.tags+xml"/>
  <Override PartName="/ppt/tags/tag745.xml" ContentType="application/vnd.openxmlformats-officedocument.presentationml.tags+xml"/>
  <Override PartName="/ppt/tags/tag746.xml" ContentType="application/vnd.openxmlformats-officedocument.presentationml.tags+xml"/>
  <Override PartName="/ppt/tags/tag747.xml" ContentType="application/vnd.openxmlformats-officedocument.presentationml.tags+xml"/>
  <Override PartName="/ppt/tags/tag748.xml" ContentType="application/vnd.openxmlformats-officedocument.presentationml.tags+xml"/>
  <Override PartName="/ppt/tags/tag749.xml" ContentType="application/vnd.openxmlformats-officedocument.presentationml.tags+xml"/>
  <Override PartName="/ppt/tags/tag750.xml" ContentType="application/vnd.openxmlformats-officedocument.presentationml.tags+xml"/>
  <Override PartName="/ppt/tags/tag751.xml" ContentType="application/vnd.openxmlformats-officedocument.presentationml.tags+xml"/>
  <Override PartName="/ppt/tags/tag752.xml" ContentType="application/vnd.openxmlformats-officedocument.presentationml.tags+xml"/>
  <Override PartName="/ppt/tags/tag753.xml" ContentType="application/vnd.openxmlformats-officedocument.presentationml.tags+xml"/>
  <Override PartName="/ppt/tags/tag754.xml" ContentType="application/vnd.openxmlformats-officedocument.presentationml.tags+xml"/>
  <Override PartName="/ppt/tags/tag755.xml" ContentType="application/vnd.openxmlformats-officedocument.presentationml.tags+xml"/>
  <Override PartName="/ppt/tags/tag756.xml" ContentType="application/vnd.openxmlformats-officedocument.presentationml.tags+xml"/>
  <Override PartName="/ppt/tags/tag757.xml" ContentType="application/vnd.openxmlformats-officedocument.presentationml.tags+xml"/>
  <Override PartName="/ppt/tags/tag758.xml" ContentType="application/vnd.openxmlformats-officedocument.presentationml.tags+xml"/>
  <Override PartName="/ppt/tags/tag759.xml" ContentType="application/vnd.openxmlformats-officedocument.presentationml.tags+xml"/>
  <Override PartName="/ppt/tags/tag760.xml" ContentType="application/vnd.openxmlformats-officedocument.presentationml.tags+xml"/>
  <Override PartName="/ppt/tags/tag761.xml" ContentType="application/vnd.openxmlformats-officedocument.presentationml.tags+xml"/>
  <Override PartName="/ppt/tags/tag762.xml" ContentType="application/vnd.openxmlformats-officedocument.presentationml.tags+xml"/>
  <Override PartName="/ppt/tags/tag763.xml" ContentType="application/vnd.openxmlformats-officedocument.presentationml.tags+xml"/>
  <Override PartName="/ppt/tags/tag764.xml" ContentType="application/vnd.openxmlformats-officedocument.presentationml.tags+xml"/>
  <Override PartName="/ppt/tags/tag765.xml" ContentType="application/vnd.openxmlformats-officedocument.presentationml.tags+xml"/>
  <Override PartName="/ppt/tags/tag766.xml" ContentType="application/vnd.openxmlformats-officedocument.presentationml.tags+xml"/>
  <Override PartName="/ppt/notesSlides/notesSlide51.xml" ContentType="application/vnd.openxmlformats-officedocument.presentationml.notesSlide+xml"/>
  <Override PartName="/ppt/tags/tag767.xml" ContentType="application/vnd.openxmlformats-officedocument.presentationml.tags+xml"/>
  <Override PartName="/ppt/tags/tag768.xml" ContentType="application/vnd.openxmlformats-officedocument.presentationml.tags+xml"/>
  <Override PartName="/ppt/tags/tag769.xml" ContentType="application/vnd.openxmlformats-officedocument.presentationml.tags+xml"/>
  <Override PartName="/ppt/tags/tag770.xml" ContentType="application/vnd.openxmlformats-officedocument.presentationml.tags+xml"/>
  <Override PartName="/ppt/tags/tag771.xml" ContentType="application/vnd.openxmlformats-officedocument.presentationml.tags+xml"/>
  <Override PartName="/ppt/tags/tag772.xml" ContentType="application/vnd.openxmlformats-officedocument.presentationml.tags+xml"/>
  <Override PartName="/ppt/tags/tag773.xml" ContentType="application/vnd.openxmlformats-officedocument.presentationml.tags+xml"/>
  <Override PartName="/ppt/tags/tag774.xml" ContentType="application/vnd.openxmlformats-officedocument.presentationml.tags+xml"/>
  <Override PartName="/ppt/tags/tag775.xml" ContentType="application/vnd.openxmlformats-officedocument.presentationml.tags+xml"/>
  <Override PartName="/ppt/tags/tag776.xml" ContentType="application/vnd.openxmlformats-officedocument.presentationml.tags+xml"/>
  <Override PartName="/ppt/tags/tag777.xml" ContentType="application/vnd.openxmlformats-officedocument.presentationml.tags+xml"/>
  <Override PartName="/ppt/tags/tag778.xml" ContentType="application/vnd.openxmlformats-officedocument.presentationml.tags+xml"/>
  <Override PartName="/ppt/tags/tag779.xml" ContentType="application/vnd.openxmlformats-officedocument.presentationml.tags+xml"/>
  <Override PartName="/ppt/tags/tag780.xml" ContentType="application/vnd.openxmlformats-officedocument.presentationml.tags+xml"/>
  <Override PartName="/ppt/tags/tag781.xml" ContentType="application/vnd.openxmlformats-officedocument.presentationml.tags+xml"/>
  <Override PartName="/ppt/tags/tag782.xml" ContentType="application/vnd.openxmlformats-officedocument.presentationml.tags+xml"/>
  <Override PartName="/ppt/tags/tag783.xml" ContentType="application/vnd.openxmlformats-officedocument.presentationml.tags+xml"/>
  <Override PartName="/ppt/tags/tag784.xml" ContentType="application/vnd.openxmlformats-officedocument.presentationml.tags+xml"/>
  <Override PartName="/ppt/tags/tag785.xml" ContentType="application/vnd.openxmlformats-officedocument.presentationml.tags+xml"/>
  <Override PartName="/ppt/tags/tag786.xml" ContentType="application/vnd.openxmlformats-officedocument.presentationml.tags+xml"/>
  <Override PartName="/ppt/tags/tag787.xml" ContentType="application/vnd.openxmlformats-officedocument.presentationml.tags+xml"/>
  <Override PartName="/ppt/tags/tag788.xml" ContentType="application/vnd.openxmlformats-officedocument.presentationml.tags+xml"/>
  <Override PartName="/ppt/tags/tag789.xml" ContentType="application/vnd.openxmlformats-officedocument.presentationml.tags+xml"/>
  <Override PartName="/ppt/tags/tag790.xml" ContentType="application/vnd.openxmlformats-officedocument.presentationml.tags+xml"/>
  <Override PartName="/ppt/tags/tag791.xml" ContentType="application/vnd.openxmlformats-officedocument.presentationml.tags+xml"/>
  <Override PartName="/ppt/notesSlides/notesSlide52.xml" ContentType="application/vnd.openxmlformats-officedocument.presentationml.notesSlide+xml"/>
  <Override PartName="/ppt/tags/tag792.xml" ContentType="application/vnd.openxmlformats-officedocument.presentationml.tags+xml"/>
  <Override PartName="/ppt/tags/tag793.xml" ContentType="application/vnd.openxmlformats-officedocument.presentationml.tags+xml"/>
  <Override PartName="/ppt/tags/tag794.xml" ContentType="application/vnd.openxmlformats-officedocument.presentationml.tags+xml"/>
  <Override PartName="/ppt/tags/tag795.xml" ContentType="application/vnd.openxmlformats-officedocument.presentationml.tags+xml"/>
  <Override PartName="/ppt/tags/tag796.xml" ContentType="application/vnd.openxmlformats-officedocument.presentationml.tags+xml"/>
  <Override PartName="/ppt/tags/tag797.xml" ContentType="application/vnd.openxmlformats-officedocument.presentationml.tags+xml"/>
  <Override PartName="/ppt/tags/tag798.xml" ContentType="application/vnd.openxmlformats-officedocument.presentationml.tags+xml"/>
  <Override PartName="/ppt/tags/tag799.xml" ContentType="application/vnd.openxmlformats-officedocument.presentationml.tags+xml"/>
  <Override PartName="/ppt/tags/tag800.xml" ContentType="application/vnd.openxmlformats-officedocument.presentationml.tags+xml"/>
  <Override PartName="/ppt/tags/tag801.xml" ContentType="application/vnd.openxmlformats-officedocument.presentationml.tags+xml"/>
  <Override PartName="/ppt/tags/tag802.xml" ContentType="application/vnd.openxmlformats-officedocument.presentationml.tags+xml"/>
  <Override PartName="/ppt/tags/tag803.xml" ContentType="application/vnd.openxmlformats-officedocument.presentationml.tags+xml"/>
  <Override PartName="/ppt/tags/tag804.xml" ContentType="application/vnd.openxmlformats-officedocument.presentationml.tags+xml"/>
  <Override PartName="/ppt/tags/tag805.xml" ContentType="application/vnd.openxmlformats-officedocument.presentationml.tags+xml"/>
  <Override PartName="/ppt/tags/tag806.xml" ContentType="application/vnd.openxmlformats-officedocument.presentationml.tags+xml"/>
  <Override PartName="/ppt/tags/tag807.xml" ContentType="application/vnd.openxmlformats-officedocument.presentationml.tags+xml"/>
  <Override PartName="/ppt/tags/tag808.xml" ContentType="application/vnd.openxmlformats-officedocument.presentationml.tags+xml"/>
  <Override PartName="/ppt/tags/tag809.xml" ContentType="application/vnd.openxmlformats-officedocument.presentationml.tags+xml"/>
  <Override PartName="/ppt/tags/tag810.xml" ContentType="application/vnd.openxmlformats-officedocument.presentationml.tags+xml"/>
  <Override PartName="/ppt/tags/tag811.xml" ContentType="application/vnd.openxmlformats-officedocument.presentationml.tags+xml"/>
  <Override PartName="/ppt/tags/tag812.xml" ContentType="application/vnd.openxmlformats-officedocument.presentationml.tags+xml"/>
  <Override PartName="/ppt/notesSlides/notesSlide53.xml" ContentType="application/vnd.openxmlformats-officedocument.presentationml.notesSlide+xml"/>
  <Override PartName="/ppt/tags/tag813.xml" ContentType="application/vnd.openxmlformats-officedocument.presentationml.tags+xml"/>
  <Override PartName="/ppt/tags/tag814.xml" ContentType="application/vnd.openxmlformats-officedocument.presentationml.tags+xml"/>
  <Override PartName="/ppt/tags/tag815.xml" ContentType="application/vnd.openxmlformats-officedocument.presentationml.tags+xml"/>
  <Override PartName="/ppt/tags/tag816.xml" ContentType="application/vnd.openxmlformats-officedocument.presentationml.tags+xml"/>
  <Override PartName="/ppt/tags/tag817.xml" ContentType="application/vnd.openxmlformats-officedocument.presentationml.tags+xml"/>
  <Override PartName="/ppt/tags/tag818.xml" ContentType="application/vnd.openxmlformats-officedocument.presentationml.tags+xml"/>
  <Override PartName="/ppt/tags/tag819.xml" ContentType="application/vnd.openxmlformats-officedocument.presentationml.tags+xml"/>
  <Override PartName="/ppt/tags/tag820.xml" ContentType="application/vnd.openxmlformats-officedocument.presentationml.tags+xml"/>
  <Override PartName="/ppt/tags/tag821.xml" ContentType="application/vnd.openxmlformats-officedocument.presentationml.tags+xml"/>
  <Override PartName="/ppt/tags/tag822.xml" ContentType="application/vnd.openxmlformats-officedocument.presentationml.tags+xml"/>
  <Override PartName="/ppt/tags/tag823.xml" ContentType="application/vnd.openxmlformats-officedocument.presentationml.tags+xml"/>
  <Override PartName="/ppt/tags/tag824.xml" ContentType="application/vnd.openxmlformats-officedocument.presentationml.tags+xml"/>
  <Override PartName="/ppt/tags/tag825.xml" ContentType="application/vnd.openxmlformats-officedocument.presentationml.tags+xml"/>
  <Override PartName="/ppt/tags/tag826.xml" ContentType="application/vnd.openxmlformats-officedocument.presentationml.tags+xml"/>
  <Override PartName="/ppt/tags/tag827.xml" ContentType="application/vnd.openxmlformats-officedocument.presentationml.tags+xml"/>
  <Override PartName="/ppt/tags/tag828.xml" ContentType="application/vnd.openxmlformats-officedocument.presentationml.tags+xml"/>
  <Override PartName="/ppt/tags/tag829.xml" ContentType="application/vnd.openxmlformats-officedocument.presentationml.tags+xml"/>
  <Override PartName="/ppt/tags/tag830.xml" ContentType="application/vnd.openxmlformats-officedocument.presentationml.tags+xml"/>
  <Override PartName="/ppt/tags/tag831.xml" ContentType="application/vnd.openxmlformats-officedocument.presentationml.tags+xml"/>
  <Override PartName="/ppt/tags/tag832.xml" ContentType="application/vnd.openxmlformats-officedocument.presentationml.tags+xml"/>
  <Override PartName="/ppt/tags/tag833.xml" ContentType="application/vnd.openxmlformats-officedocument.presentationml.tags+xml"/>
  <Override PartName="/ppt/tags/tag834.xml" ContentType="application/vnd.openxmlformats-officedocument.presentationml.tags+xml"/>
  <Override PartName="/ppt/notesSlides/notesSlide54.xml" ContentType="application/vnd.openxmlformats-officedocument.presentationml.notesSlide+xml"/>
  <Override PartName="/ppt/tags/tag835.xml" ContentType="application/vnd.openxmlformats-officedocument.presentationml.tags+xml"/>
  <Override PartName="/ppt/tags/tag836.xml" ContentType="application/vnd.openxmlformats-officedocument.presentationml.tags+xml"/>
  <Override PartName="/ppt/tags/tag837.xml" ContentType="application/vnd.openxmlformats-officedocument.presentationml.tags+xml"/>
  <Override PartName="/ppt/tags/tag838.xml" ContentType="application/vnd.openxmlformats-officedocument.presentationml.tags+xml"/>
  <Override PartName="/ppt/tags/tag839.xml" ContentType="application/vnd.openxmlformats-officedocument.presentationml.tags+xml"/>
  <Override PartName="/ppt/tags/tag840.xml" ContentType="application/vnd.openxmlformats-officedocument.presentationml.tags+xml"/>
  <Override PartName="/ppt/tags/tag841.xml" ContentType="application/vnd.openxmlformats-officedocument.presentationml.tags+xml"/>
  <Override PartName="/ppt/tags/tag842.xml" ContentType="application/vnd.openxmlformats-officedocument.presentationml.tags+xml"/>
  <Override PartName="/ppt/tags/tag843.xml" ContentType="application/vnd.openxmlformats-officedocument.presentationml.tags+xml"/>
  <Override PartName="/ppt/tags/tag844.xml" ContentType="application/vnd.openxmlformats-officedocument.presentationml.tags+xml"/>
  <Override PartName="/ppt/tags/tag845.xml" ContentType="application/vnd.openxmlformats-officedocument.presentationml.tags+xml"/>
  <Override PartName="/ppt/tags/tag846.xml" ContentType="application/vnd.openxmlformats-officedocument.presentationml.tags+xml"/>
  <Override PartName="/ppt/tags/tag847.xml" ContentType="application/vnd.openxmlformats-officedocument.presentationml.tags+xml"/>
  <Override PartName="/ppt/tags/tag848.xml" ContentType="application/vnd.openxmlformats-officedocument.presentationml.tags+xml"/>
  <Override PartName="/ppt/tags/tag849.xml" ContentType="application/vnd.openxmlformats-officedocument.presentationml.tags+xml"/>
  <Override PartName="/ppt/tags/tag850.xml" ContentType="application/vnd.openxmlformats-officedocument.presentationml.tags+xml"/>
  <Override PartName="/ppt/tags/tag851.xml" ContentType="application/vnd.openxmlformats-officedocument.presentationml.tags+xml"/>
  <Override PartName="/ppt/tags/tag852.xml" ContentType="application/vnd.openxmlformats-officedocument.presentationml.tags+xml"/>
  <Override PartName="/ppt/tags/tag853.xml" ContentType="application/vnd.openxmlformats-officedocument.presentationml.tags+xml"/>
  <Override PartName="/ppt/tags/tag854.xml" ContentType="application/vnd.openxmlformats-officedocument.presentationml.tags+xml"/>
  <Override PartName="/ppt/tags/tag855.xml" ContentType="application/vnd.openxmlformats-officedocument.presentationml.tags+xml"/>
  <Override PartName="/ppt/tags/tag856.xml" ContentType="application/vnd.openxmlformats-officedocument.presentationml.tags+xml"/>
  <Override PartName="/ppt/tags/tag857.xml" ContentType="application/vnd.openxmlformats-officedocument.presentationml.tags+xml"/>
  <Override PartName="/ppt/tags/tag858.xml" ContentType="application/vnd.openxmlformats-officedocument.presentationml.tags+xml"/>
  <Override PartName="/ppt/notesSlides/notesSlide55.xml" ContentType="application/vnd.openxmlformats-officedocument.presentationml.notesSlide+xml"/>
  <Override PartName="/ppt/tags/tag859.xml" ContentType="application/vnd.openxmlformats-officedocument.presentationml.tags+xml"/>
  <Override PartName="/ppt/tags/tag860.xml" ContentType="application/vnd.openxmlformats-officedocument.presentationml.tags+xml"/>
  <Override PartName="/ppt/tags/tag861.xml" ContentType="application/vnd.openxmlformats-officedocument.presentationml.tags+xml"/>
  <Override PartName="/ppt/tags/tag862.xml" ContentType="application/vnd.openxmlformats-officedocument.presentationml.tags+xml"/>
  <Override PartName="/ppt/tags/tag863.xml" ContentType="application/vnd.openxmlformats-officedocument.presentationml.tags+xml"/>
  <Override PartName="/ppt/tags/tag864.xml" ContentType="application/vnd.openxmlformats-officedocument.presentationml.tags+xml"/>
  <Override PartName="/ppt/tags/tag865.xml" ContentType="application/vnd.openxmlformats-officedocument.presentationml.tags+xml"/>
  <Override PartName="/ppt/tags/tag866.xml" ContentType="application/vnd.openxmlformats-officedocument.presentationml.tags+xml"/>
  <Override PartName="/ppt/tags/tag867.xml" ContentType="application/vnd.openxmlformats-officedocument.presentationml.tags+xml"/>
  <Override PartName="/ppt/tags/tag868.xml" ContentType="application/vnd.openxmlformats-officedocument.presentationml.tags+xml"/>
  <Override PartName="/ppt/tags/tag869.xml" ContentType="application/vnd.openxmlformats-officedocument.presentationml.tags+xml"/>
  <Override PartName="/ppt/tags/tag870.xml" ContentType="application/vnd.openxmlformats-officedocument.presentationml.tags+xml"/>
  <Override PartName="/ppt/tags/tag871.xml" ContentType="application/vnd.openxmlformats-officedocument.presentationml.tags+xml"/>
  <Override PartName="/ppt/tags/tag872.xml" ContentType="application/vnd.openxmlformats-officedocument.presentationml.tags+xml"/>
  <Override PartName="/ppt/tags/tag873.xml" ContentType="application/vnd.openxmlformats-officedocument.presentationml.tags+xml"/>
  <Override PartName="/ppt/tags/tag874.xml" ContentType="application/vnd.openxmlformats-officedocument.presentationml.tags+xml"/>
  <Override PartName="/ppt/tags/tag875.xml" ContentType="application/vnd.openxmlformats-officedocument.presentationml.tags+xml"/>
  <Override PartName="/ppt/tags/tag876.xml" ContentType="application/vnd.openxmlformats-officedocument.presentationml.tags+xml"/>
  <Override PartName="/ppt/tags/tag877.xml" ContentType="application/vnd.openxmlformats-officedocument.presentationml.tags+xml"/>
  <Override PartName="/ppt/tags/tag878.xml" ContentType="application/vnd.openxmlformats-officedocument.presentationml.tags+xml"/>
  <Override PartName="/ppt/tags/tag879.xml" ContentType="application/vnd.openxmlformats-officedocument.presentationml.tags+xml"/>
  <Override PartName="/ppt/tags/tag880.xml" ContentType="application/vnd.openxmlformats-officedocument.presentationml.tags+xml"/>
  <Override PartName="/ppt/tags/tag881.xml" ContentType="application/vnd.openxmlformats-officedocument.presentationml.tags+xml"/>
  <Override PartName="/ppt/tags/tag882.xml" ContentType="application/vnd.openxmlformats-officedocument.presentationml.tags+xml"/>
  <Override PartName="/ppt/notesSlides/notesSlide56.xml" ContentType="application/vnd.openxmlformats-officedocument.presentationml.notesSlide+xml"/>
  <Override PartName="/ppt/tags/tag883.xml" ContentType="application/vnd.openxmlformats-officedocument.presentationml.tags+xml"/>
  <Override PartName="/ppt/tags/tag884.xml" ContentType="application/vnd.openxmlformats-officedocument.presentationml.tags+xml"/>
  <Override PartName="/ppt/tags/tag885.xml" ContentType="application/vnd.openxmlformats-officedocument.presentationml.tags+xml"/>
  <Override PartName="/ppt/tags/tag886.xml" ContentType="application/vnd.openxmlformats-officedocument.presentationml.tags+xml"/>
  <Override PartName="/ppt/tags/tag887.xml" ContentType="application/vnd.openxmlformats-officedocument.presentationml.tags+xml"/>
  <Override PartName="/ppt/tags/tag888.xml" ContentType="application/vnd.openxmlformats-officedocument.presentationml.tags+xml"/>
  <Override PartName="/ppt/tags/tag889.xml" ContentType="application/vnd.openxmlformats-officedocument.presentationml.tags+xml"/>
  <Override PartName="/ppt/tags/tag890.xml" ContentType="application/vnd.openxmlformats-officedocument.presentationml.tags+xml"/>
  <Override PartName="/ppt/tags/tag891.xml" ContentType="application/vnd.openxmlformats-officedocument.presentationml.tags+xml"/>
  <Override PartName="/ppt/tags/tag892.xml" ContentType="application/vnd.openxmlformats-officedocument.presentationml.tags+xml"/>
  <Override PartName="/ppt/tags/tag893.xml" ContentType="application/vnd.openxmlformats-officedocument.presentationml.tags+xml"/>
  <Override PartName="/ppt/tags/tag894.xml" ContentType="application/vnd.openxmlformats-officedocument.presentationml.tags+xml"/>
  <Override PartName="/ppt/tags/tag895.xml" ContentType="application/vnd.openxmlformats-officedocument.presentationml.tags+xml"/>
  <Override PartName="/ppt/tags/tag896.xml" ContentType="application/vnd.openxmlformats-officedocument.presentationml.tags+xml"/>
  <Override PartName="/ppt/tags/tag897.xml" ContentType="application/vnd.openxmlformats-officedocument.presentationml.tags+xml"/>
  <Override PartName="/ppt/tags/tag898.xml" ContentType="application/vnd.openxmlformats-officedocument.presentationml.tags+xml"/>
  <Override PartName="/ppt/tags/tag899.xml" ContentType="application/vnd.openxmlformats-officedocument.presentationml.tags+xml"/>
  <Override PartName="/ppt/tags/tag900.xml" ContentType="application/vnd.openxmlformats-officedocument.presentationml.tags+xml"/>
  <Override PartName="/ppt/tags/tag901.xml" ContentType="application/vnd.openxmlformats-officedocument.presentationml.tags+xml"/>
  <Override PartName="/ppt/tags/tag902.xml" ContentType="application/vnd.openxmlformats-officedocument.presentationml.tags+xml"/>
  <Override PartName="/ppt/tags/tag903.xml" ContentType="application/vnd.openxmlformats-officedocument.presentationml.tags+xml"/>
  <Override PartName="/ppt/tags/tag904.xml" ContentType="application/vnd.openxmlformats-officedocument.presentationml.tags+xml"/>
  <Override PartName="/ppt/tags/tag905.xml" ContentType="application/vnd.openxmlformats-officedocument.presentationml.tags+xml"/>
  <Override PartName="/ppt/tags/tag906.xml" ContentType="application/vnd.openxmlformats-officedocument.presentationml.tags+xml"/>
  <Override PartName="/ppt/notesSlides/notesSlide57.xml" ContentType="application/vnd.openxmlformats-officedocument.presentationml.notesSlide+xml"/>
  <Override PartName="/ppt/tags/tag907.xml" ContentType="application/vnd.openxmlformats-officedocument.presentationml.tags+xml"/>
  <Override PartName="/ppt/tags/tag908.xml" ContentType="application/vnd.openxmlformats-officedocument.presentationml.tags+xml"/>
  <Override PartName="/ppt/tags/tag909.xml" ContentType="application/vnd.openxmlformats-officedocument.presentationml.tags+xml"/>
  <Override PartName="/ppt/tags/tag910.xml" ContentType="application/vnd.openxmlformats-officedocument.presentationml.tags+xml"/>
  <Override PartName="/ppt/tags/tag911.xml" ContentType="application/vnd.openxmlformats-officedocument.presentationml.tags+xml"/>
  <Override PartName="/ppt/tags/tag912.xml" ContentType="application/vnd.openxmlformats-officedocument.presentationml.tags+xml"/>
  <Override PartName="/ppt/tags/tag913.xml" ContentType="application/vnd.openxmlformats-officedocument.presentationml.tags+xml"/>
  <Override PartName="/ppt/tags/tag914.xml" ContentType="application/vnd.openxmlformats-officedocument.presentationml.tags+xml"/>
  <Override PartName="/ppt/tags/tag915.xml" ContentType="application/vnd.openxmlformats-officedocument.presentationml.tags+xml"/>
  <Override PartName="/ppt/tags/tag916.xml" ContentType="application/vnd.openxmlformats-officedocument.presentationml.tags+xml"/>
  <Override PartName="/ppt/tags/tag917.xml" ContentType="application/vnd.openxmlformats-officedocument.presentationml.tags+xml"/>
  <Override PartName="/ppt/notesSlides/notesSlide58.xml" ContentType="application/vnd.openxmlformats-officedocument.presentationml.notesSlide+xml"/>
  <Override PartName="/ppt/tags/tag918.xml" ContentType="application/vnd.openxmlformats-officedocument.presentationml.tags+xml"/>
  <Override PartName="/ppt/tags/tag919.xml" ContentType="application/vnd.openxmlformats-officedocument.presentationml.tags+xml"/>
  <Override PartName="/ppt/tags/tag920.xml" ContentType="application/vnd.openxmlformats-officedocument.presentationml.tags+xml"/>
  <Override PartName="/ppt/tags/tag921.xml" ContentType="application/vnd.openxmlformats-officedocument.presentationml.tags+xml"/>
  <Override PartName="/ppt/tags/tag922.xml" ContentType="application/vnd.openxmlformats-officedocument.presentationml.tags+xml"/>
  <Override PartName="/ppt/tags/tag923.xml" ContentType="application/vnd.openxmlformats-officedocument.presentationml.tags+xml"/>
  <Override PartName="/ppt/tags/tag924.xml" ContentType="application/vnd.openxmlformats-officedocument.presentationml.tags+xml"/>
  <Override PartName="/ppt/tags/tag925.xml" ContentType="application/vnd.openxmlformats-officedocument.presentationml.tags+xml"/>
  <Override PartName="/ppt/tags/tag926.xml" ContentType="application/vnd.openxmlformats-officedocument.presentationml.tags+xml"/>
  <Override PartName="/ppt/tags/tag927.xml" ContentType="application/vnd.openxmlformats-officedocument.presentationml.tags+xml"/>
  <Override PartName="/ppt/tags/tag928.xml" ContentType="application/vnd.openxmlformats-officedocument.presentationml.tags+xml"/>
  <Override PartName="/ppt/tags/tag929.xml" ContentType="application/vnd.openxmlformats-officedocument.presentationml.tags+xml"/>
  <Override PartName="/ppt/tags/tag930.xml" ContentType="application/vnd.openxmlformats-officedocument.presentationml.tags+xml"/>
  <Override PartName="/ppt/tags/tag931.xml" ContentType="application/vnd.openxmlformats-officedocument.presentationml.tags+xml"/>
  <Override PartName="/ppt/tags/tag932.xml" ContentType="application/vnd.openxmlformats-officedocument.presentationml.tags+xml"/>
  <Override PartName="/ppt/tags/tag933.xml" ContentType="application/vnd.openxmlformats-officedocument.presentationml.tags+xml"/>
  <Override PartName="/ppt/notesSlides/notesSlide59.xml" ContentType="application/vnd.openxmlformats-officedocument.presentationml.notesSlide+xml"/>
  <Override PartName="/ppt/tags/tag934.xml" ContentType="application/vnd.openxmlformats-officedocument.presentationml.tags+xml"/>
  <Override PartName="/ppt/tags/tag935.xml" ContentType="application/vnd.openxmlformats-officedocument.presentationml.tags+xml"/>
  <Override PartName="/ppt/tags/tag936.xml" ContentType="application/vnd.openxmlformats-officedocument.presentationml.tags+xml"/>
  <Override PartName="/ppt/tags/tag937.xml" ContentType="application/vnd.openxmlformats-officedocument.presentationml.tags+xml"/>
  <Override PartName="/ppt/tags/tag938.xml" ContentType="application/vnd.openxmlformats-officedocument.presentationml.tags+xml"/>
  <Override PartName="/ppt/tags/tag939.xml" ContentType="application/vnd.openxmlformats-officedocument.presentationml.tags+xml"/>
  <Override PartName="/ppt/tags/tag940.xml" ContentType="application/vnd.openxmlformats-officedocument.presentationml.tags+xml"/>
  <Override PartName="/ppt/tags/tag941.xml" ContentType="application/vnd.openxmlformats-officedocument.presentationml.tags+xml"/>
  <Override PartName="/ppt/tags/tag942.xml" ContentType="application/vnd.openxmlformats-officedocument.presentationml.tags+xml"/>
  <Override PartName="/ppt/tags/tag943.xml" ContentType="application/vnd.openxmlformats-officedocument.presentationml.tags+xml"/>
  <Override PartName="/ppt/tags/tag944.xml" ContentType="application/vnd.openxmlformats-officedocument.presentationml.tags+xml"/>
  <Override PartName="/ppt/tags/tag945.xml" ContentType="application/vnd.openxmlformats-officedocument.presentationml.tags+xml"/>
  <Override PartName="/ppt/tags/tag946.xml" ContentType="application/vnd.openxmlformats-officedocument.presentationml.tags+xml"/>
  <Override PartName="/ppt/tags/tag947.xml" ContentType="application/vnd.openxmlformats-officedocument.presentationml.tags+xml"/>
  <Override PartName="/ppt/tags/tag948.xml" ContentType="application/vnd.openxmlformats-officedocument.presentationml.tags+xml"/>
  <Override PartName="/ppt/tags/tag949.xml" ContentType="application/vnd.openxmlformats-officedocument.presentationml.tags+xml"/>
  <Override PartName="/ppt/tags/tag950.xml" ContentType="application/vnd.openxmlformats-officedocument.presentationml.tags+xml"/>
  <Override PartName="/ppt/notesSlides/notesSlide60.xml" ContentType="application/vnd.openxmlformats-officedocument.presentationml.notesSlide+xml"/>
  <Override PartName="/ppt/tags/tag951.xml" ContentType="application/vnd.openxmlformats-officedocument.presentationml.tags+xml"/>
  <Override PartName="/ppt/notesSlides/notesSlide61.xml" ContentType="application/vnd.openxmlformats-officedocument.presentationml.notesSlide+xml"/>
  <Override PartName="/ppt/tags/tag952.xml" ContentType="application/vnd.openxmlformats-officedocument.presentationml.tags+xml"/>
  <Override PartName="/ppt/notesSlides/notesSlide62.xml" ContentType="application/vnd.openxmlformats-officedocument.presentationml.notesSlide+xml"/>
  <Override PartName="/ppt/tags/tag953.xml" ContentType="application/vnd.openxmlformats-officedocument.presentationml.tags+xml"/>
  <Override PartName="/ppt/tags/tag954.xml" ContentType="application/vnd.openxmlformats-officedocument.presentationml.tags+xml"/>
  <Override PartName="/ppt/tags/tag955.xml" ContentType="application/vnd.openxmlformats-officedocument.presentationml.tags+xml"/>
  <Override PartName="/ppt/tags/tag956.xml" ContentType="application/vnd.openxmlformats-officedocument.presentationml.tags+xml"/>
  <Override PartName="/ppt/tags/tag957.xml" ContentType="application/vnd.openxmlformats-officedocument.presentationml.tags+xml"/>
  <Override PartName="/ppt/tags/tag958.xml" ContentType="application/vnd.openxmlformats-officedocument.presentationml.tags+xml"/>
  <Override PartName="/ppt/tags/tag959.xml" ContentType="application/vnd.openxmlformats-officedocument.presentationml.tags+xml"/>
  <Override PartName="/ppt/tags/tag960.xml" ContentType="application/vnd.openxmlformats-officedocument.presentationml.tags+xml"/>
  <Override PartName="/ppt/tags/tag961.xml" ContentType="application/vnd.openxmlformats-officedocument.presentationml.tags+xml"/>
  <Override PartName="/ppt/tags/tag962.xml" ContentType="application/vnd.openxmlformats-officedocument.presentationml.tags+xml"/>
  <Override PartName="/ppt/tags/tag963.xml" ContentType="application/vnd.openxmlformats-officedocument.presentationml.tags+xml"/>
  <Override PartName="/ppt/notesSlides/notesSlide63.xml" ContentType="application/vnd.openxmlformats-officedocument.presentationml.notesSlide+xml"/>
  <Override PartName="/ppt/tags/tag964.xml" ContentType="application/vnd.openxmlformats-officedocument.presentationml.tags+xml"/>
  <Override PartName="/ppt/tags/tag965.xml" ContentType="application/vnd.openxmlformats-officedocument.presentationml.tags+xml"/>
  <Override PartName="/ppt/tags/tag966.xml" ContentType="application/vnd.openxmlformats-officedocument.presentationml.tags+xml"/>
  <Override PartName="/ppt/tags/tag967.xml" ContentType="application/vnd.openxmlformats-officedocument.presentationml.tags+xml"/>
  <Override PartName="/ppt/tags/tag968.xml" ContentType="application/vnd.openxmlformats-officedocument.presentationml.tags+xml"/>
  <Override PartName="/ppt/tags/tag969.xml" ContentType="application/vnd.openxmlformats-officedocument.presentationml.tags+xml"/>
  <Override PartName="/ppt/tags/tag970.xml" ContentType="application/vnd.openxmlformats-officedocument.presentationml.tags+xml"/>
  <Override PartName="/ppt/tags/tag971.xml" ContentType="application/vnd.openxmlformats-officedocument.presentationml.tags+xml"/>
  <Override PartName="/ppt/tags/tag972.xml" ContentType="application/vnd.openxmlformats-officedocument.presentationml.tags+xml"/>
  <Override PartName="/ppt/tags/tag973.xml" ContentType="application/vnd.openxmlformats-officedocument.presentationml.tags+xml"/>
  <Override PartName="/ppt/tags/tag974.xml" ContentType="application/vnd.openxmlformats-officedocument.presentationml.tags+xml"/>
  <Override PartName="/ppt/tags/tag975.xml" ContentType="application/vnd.openxmlformats-officedocument.presentationml.tags+xml"/>
  <Override PartName="/ppt/tags/tag976.xml" ContentType="application/vnd.openxmlformats-officedocument.presentationml.tags+xml"/>
  <Override PartName="/ppt/notesSlides/notesSlide64.xml" ContentType="application/vnd.openxmlformats-officedocument.presentationml.notesSlide+xml"/>
  <Override PartName="/ppt/tags/tag977.xml" ContentType="application/vnd.openxmlformats-officedocument.presentationml.tags+xml"/>
  <Override PartName="/ppt/tags/tag978.xml" ContentType="application/vnd.openxmlformats-officedocument.presentationml.tags+xml"/>
  <Override PartName="/ppt/tags/tag979.xml" ContentType="application/vnd.openxmlformats-officedocument.presentationml.tags+xml"/>
  <Override PartName="/ppt/tags/tag980.xml" ContentType="application/vnd.openxmlformats-officedocument.presentationml.tags+xml"/>
  <Override PartName="/ppt/tags/tag981.xml" ContentType="application/vnd.openxmlformats-officedocument.presentationml.tags+xml"/>
  <Override PartName="/ppt/tags/tag982.xml" ContentType="application/vnd.openxmlformats-officedocument.presentationml.tags+xml"/>
  <Override PartName="/ppt/tags/tag983.xml" ContentType="application/vnd.openxmlformats-officedocument.presentationml.tags+xml"/>
  <Override PartName="/ppt/tags/tag984.xml" ContentType="application/vnd.openxmlformats-officedocument.presentationml.tags+xml"/>
  <Override PartName="/ppt/tags/tag985.xml" ContentType="application/vnd.openxmlformats-officedocument.presentationml.tags+xml"/>
  <Override PartName="/ppt/tags/tag986.xml" ContentType="application/vnd.openxmlformats-officedocument.presentationml.tags+xml"/>
  <Override PartName="/ppt/tags/tag987.xml" ContentType="application/vnd.openxmlformats-officedocument.presentationml.tags+xml"/>
  <Override PartName="/ppt/tags/tag988.xml" ContentType="application/vnd.openxmlformats-officedocument.presentationml.tags+xml"/>
  <Override PartName="/ppt/tags/tag989.xml" ContentType="application/vnd.openxmlformats-officedocument.presentationml.tags+xml"/>
  <Override PartName="/ppt/tags/tag990.xml" ContentType="application/vnd.openxmlformats-officedocument.presentationml.tags+xml"/>
  <Override PartName="/ppt/notesSlides/notesSlide65.xml" ContentType="application/vnd.openxmlformats-officedocument.presentationml.notesSlide+xml"/>
  <Override PartName="/ppt/tags/tag991.xml" ContentType="application/vnd.openxmlformats-officedocument.presentationml.tags+xml"/>
  <Override PartName="/ppt/tags/tag992.xml" ContentType="application/vnd.openxmlformats-officedocument.presentationml.tags+xml"/>
  <Override PartName="/ppt/tags/tag993.xml" ContentType="application/vnd.openxmlformats-officedocument.presentationml.tags+xml"/>
  <Override PartName="/ppt/tags/tag994.xml" ContentType="application/vnd.openxmlformats-officedocument.presentationml.tags+xml"/>
  <Override PartName="/ppt/notesSlides/notesSlide66.xml" ContentType="application/vnd.openxmlformats-officedocument.presentationml.notesSlide+xml"/>
  <Override PartName="/ppt/tags/tag995.xml" ContentType="application/vnd.openxmlformats-officedocument.presentationml.tags+xml"/>
  <Override PartName="/ppt/tags/tag996.xml" ContentType="application/vnd.openxmlformats-officedocument.presentationml.tags+xml"/>
  <Override PartName="/ppt/tags/tag997.xml" ContentType="application/vnd.openxmlformats-officedocument.presentationml.tags+xml"/>
  <Override PartName="/ppt/tags/tag998.xml" ContentType="application/vnd.openxmlformats-officedocument.presentationml.tags+xml"/>
  <Override PartName="/ppt/tags/tag999.xml" ContentType="application/vnd.openxmlformats-officedocument.presentationml.tags+xml"/>
  <Override PartName="/ppt/tags/tag1000.xml" ContentType="application/vnd.openxmlformats-officedocument.presentationml.tags+xml"/>
  <Override PartName="/ppt/notesSlides/notesSlide67.xml" ContentType="application/vnd.openxmlformats-officedocument.presentationml.notesSlide+xml"/>
  <Override PartName="/ppt/tags/tag1001.xml" ContentType="application/vnd.openxmlformats-officedocument.presentationml.tags+xml"/>
  <Override PartName="/ppt/tags/tag1002.xml" ContentType="application/vnd.openxmlformats-officedocument.presentationml.tags+xml"/>
  <Override PartName="/ppt/tags/tag1003.xml" ContentType="application/vnd.openxmlformats-officedocument.presentationml.tags+xml"/>
  <Override PartName="/ppt/tags/tag1004.xml" ContentType="application/vnd.openxmlformats-officedocument.presentationml.tags+xml"/>
  <Override PartName="/ppt/tags/tag1005.xml" ContentType="application/vnd.openxmlformats-officedocument.presentationml.tags+xml"/>
  <Override PartName="/ppt/tags/tag1006.xml" ContentType="application/vnd.openxmlformats-officedocument.presentationml.tags+xml"/>
  <Override PartName="/ppt/tags/tag1007.xml" ContentType="application/vnd.openxmlformats-officedocument.presentationml.tags+xml"/>
  <Override PartName="/ppt/notesSlides/notesSlide68.xml" ContentType="application/vnd.openxmlformats-officedocument.presentationml.notesSlide+xml"/>
  <Override PartName="/ppt/tags/tag1008.xml" ContentType="application/vnd.openxmlformats-officedocument.presentationml.tags+xml"/>
  <Override PartName="/ppt/tags/tag1009.xml" ContentType="application/vnd.openxmlformats-officedocument.presentationml.tags+xml"/>
  <Override PartName="/ppt/tags/tag1010.xml" ContentType="application/vnd.openxmlformats-officedocument.presentationml.tags+xml"/>
  <Override PartName="/ppt/tags/tag1011.xml" ContentType="application/vnd.openxmlformats-officedocument.presentationml.tags+xml"/>
  <Override PartName="/ppt/tags/tag1012.xml" ContentType="application/vnd.openxmlformats-officedocument.presentationml.tags+xml"/>
  <Override PartName="/ppt/tags/tag1013.xml" ContentType="application/vnd.openxmlformats-officedocument.presentationml.tags+xml"/>
  <Override PartName="/ppt/tags/tag1014.xml" ContentType="application/vnd.openxmlformats-officedocument.presentationml.tags+xml"/>
  <Override PartName="/ppt/tags/tag1015.xml" ContentType="application/vnd.openxmlformats-officedocument.presentationml.tags+xml"/>
  <Override PartName="/ppt/notesSlides/notesSlide69.xml" ContentType="application/vnd.openxmlformats-officedocument.presentationml.notesSlide+xml"/>
  <Override PartName="/ppt/tags/tag1016.xml" ContentType="application/vnd.openxmlformats-officedocument.presentationml.tags+xml"/>
  <Override PartName="/ppt/tags/tag1017.xml" ContentType="application/vnd.openxmlformats-officedocument.presentationml.tags+xml"/>
  <Override PartName="/ppt/tags/tag1018.xml" ContentType="application/vnd.openxmlformats-officedocument.presentationml.tags+xml"/>
  <Override PartName="/ppt/tags/tag1019.xml" ContentType="application/vnd.openxmlformats-officedocument.presentationml.tags+xml"/>
  <Override PartName="/ppt/tags/tag1020.xml" ContentType="application/vnd.openxmlformats-officedocument.presentationml.tags+xml"/>
  <Override PartName="/ppt/tags/tag1021.xml" ContentType="application/vnd.openxmlformats-officedocument.presentationml.tags+xml"/>
  <Override PartName="/ppt/tags/tag1022.xml" ContentType="application/vnd.openxmlformats-officedocument.presentationml.tags+xml"/>
  <Override PartName="/ppt/tags/tag1023.xml" ContentType="application/vnd.openxmlformats-officedocument.presentationml.tags+xml"/>
  <Override PartName="/ppt/tags/tag1024.xml" ContentType="application/vnd.openxmlformats-officedocument.presentationml.tags+xml"/>
  <Override PartName="/ppt/notesSlides/notesSlide70.xml" ContentType="application/vnd.openxmlformats-officedocument.presentationml.notesSlide+xml"/>
  <Override PartName="/ppt/tags/tag1025.xml" ContentType="application/vnd.openxmlformats-officedocument.presentationml.tags+xml"/>
  <Override PartName="/ppt/notesSlides/notesSlide71.xml" ContentType="application/vnd.openxmlformats-officedocument.presentationml.notesSlide+xml"/>
  <Override PartName="/ppt/tags/tag1026.xml" ContentType="application/vnd.openxmlformats-officedocument.presentationml.tags+xml"/>
  <Override PartName="/ppt/notesSlides/notesSlide72.xml" ContentType="application/vnd.openxmlformats-officedocument.presentationml.notesSlide+xml"/>
  <Override PartName="/ppt/tags/tag1027.xml" ContentType="application/vnd.openxmlformats-officedocument.presentationml.tags+xml"/>
  <Override PartName="/ppt/tags/tag1028.xml" ContentType="application/vnd.openxmlformats-officedocument.presentationml.tags+xml"/>
  <Override PartName="/ppt/tags/tag1029.xml" ContentType="application/vnd.openxmlformats-officedocument.presentationml.tags+xml"/>
  <Override PartName="/ppt/tags/tag1030.xml" ContentType="application/vnd.openxmlformats-officedocument.presentationml.tags+xml"/>
  <Override PartName="/ppt/tags/tag1031.xml" ContentType="application/vnd.openxmlformats-officedocument.presentationml.tags+xml"/>
  <Override PartName="/ppt/notesSlides/notesSlide73.xml" ContentType="application/vnd.openxmlformats-officedocument.presentationml.notesSlide+xml"/>
  <Override PartName="/ppt/tags/tag1032.xml" ContentType="application/vnd.openxmlformats-officedocument.presentationml.tags+xml"/>
  <Override PartName="/ppt/tags/tag1033.xml" ContentType="application/vnd.openxmlformats-officedocument.presentationml.tags+xml"/>
  <Override PartName="/ppt/tags/tag1034.xml" ContentType="application/vnd.openxmlformats-officedocument.presentationml.tags+xml"/>
  <Override PartName="/ppt/tags/tag1035.xml" ContentType="application/vnd.openxmlformats-officedocument.presentationml.tags+xml"/>
  <Override PartName="/ppt/tags/tag1036.xml" ContentType="application/vnd.openxmlformats-officedocument.presentationml.tags+xml"/>
  <Override PartName="/ppt/notesSlides/notesSlide74.xml" ContentType="application/vnd.openxmlformats-officedocument.presentationml.notesSlide+xml"/>
  <Override PartName="/ppt/tags/tag1037.xml" ContentType="application/vnd.openxmlformats-officedocument.presentationml.tags+xml"/>
  <Override PartName="/ppt/tags/tag1038.xml" ContentType="application/vnd.openxmlformats-officedocument.presentationml.tags+xml"/>
  <Override PartName="/ppt/tags/tag1039.xml" ContentType="application/vnd.openxmlformats-officedocument.presentationml.tags+xml"/>
  <Override PartName="/ppt/tags/tag1040.xml" ContentType="application/vnd.openxmlformats-officedocument.presentationml.tags+xml"/>
  <Override PartName="/ppt/tags/tag1041.xml" ContentType="application/vnd.openxmlformats-officedocument.presentationml.tags+xml"/>
  <Override PartName="/ppt/tags/tag1042.xml" ContentType="application/vnd.openxmlformats-officedocument.presentationml.tags+xml"/>
  <Override PartName="/ppt/tags/tag1043.xml" ContentType="application/vnd.openxmlformats-officedocument.presentationml.tags+xml"/>
  <Override PartName="/ppt/tags/tag1044.xml" ContentType="application/vnd.openxmlformats-officedocument.presentationml.tags+xml"/>
  <Override PartName="/ppt/tags/tag1045.xml" ContentType="application/vnd.openxmlformats-officedocument.presentationml.tags+xml"/>
  <Override PartName="/ppt/notesSlides/notesSlide75.xml" ContentType="application/vnd.openxmlformats-officedocument.presentationml.notesSlide+xml"/>
  <Override PartName="/ppt/tags/tag1046.xml" ContentType="application/vnd.openxmlformats-officedocument.presentationml.tags+xml"/>
  <Override PartName="/ppt/tags/tag1047.xml" ContentType="application/vnd.openxmlformats-officedocument.presentationml.tags+xml"/>
  <Override PartName="/ppt/tags/tag1048.xml" ContentType="application/vnd.openxmlformats-officedocument.presentationml.tags+xml"/>
  <Override PartName="/ppt/tags/tag1049.xml" ContentType="application/vnd.openxmlformats-officedocument.presentationml.tags+xml"/>
  <Override PartName="/ppt/tags/tag1050.xml" ContentType="application/vnd.openxmlformats-officedocument.presentationml.tags+xml"/>
  <Override PartName="/ppt/tags/tag1051.xml" ContentType="application/vnd.openxmlformats-officedocument.presentationml.tags+xml"/>
  <Override PartName="/ppt/tags/tag1052.xml" ContentType="application/vnd.openxmlformats-officedocument.presentationml.tags+xml"/>
  <Override PartName="/ppt/tags/tag1053.xml" ContentType="application/vnd.openxmlformats-officedocument.presentationml.tags+xml"/>
  <Override PartName="/ppt/tags/tag1054.xml" ContentType="application/vnd.openxmlformats-officedocument.presentationml.tags+xml"/>
  <Override PartName="/ppt/notesSlides/notesSlide76.xml" ContentType="application/vnd.openxmlformats-officedocument.presentationml.notesSlide+xml"/>
  <Override PartName="/ppt/tags/tag1055.xml" ContentType="application/vnd.openxmlformats-officedocument.presentationml.tags+xml"/>
  <Override PartName="/ppt/tags/tag1056.xml" ContentType="application/vnd.openxmlformats-officedocument.presentationml.tags+xml"/>
  <Override PartName="/ppt/tags/tag1057.xml" ContentType="application/vnd.openxmlformats-officedocument.presentationml.tags+xml"/>
  <Override PartName="/ppt/tags/tag1058.xml" ContentType="application/vnd.openxmlformats-officedocument.presentationml.tags+xml"/>
  <Override PartName="/ppt/tags/tag1059.xml" ContentType="application/vnd.openxmlformats-officedocument.presentationml.tags+xml"/>
  <Override PartName="/ppt/tags/tag1060.xml" ContentType="application/vnd.openxmlformats-officedocument.presentationml.tags+xml"/>
  <Override PartName="/ppt/tags/tag1061.xml" ContentType="application/vnd.openxmlformats-officedocument.presentationml.tags+xml"/>
  <Override PartName="/ppt/tags/tag1062.xml" ContentType="application/vnd.openxmlformats-officedocument.presentationml.tags+xml"/>
  <Override PartName="/ppt/tags/tag1063.xml" ContentType="application/vnd.openxmlformats-officedocument.presentationml.tags+xml"/>
  <Override PartName="/ppt/tags/tag1064.xml" ContentType="application/vnd.openxmlformats-officedocument.presentationml.tags+xml"/>
  <Override PartName="/ppt/tags/tag1065.xml" ContentType="application/vnd.openxmlformats-officedocument.presentationml.tags+xml"/>
  <Override PartName="/ppt/tags/tag1066.xml" ContentType="application/vnd.openxmlformats-officedocument.presentationml.tags+xml"/>
  <Override PartName="/ppt/tags/tag1067.xml" ContentType="application/vnd.openxmlformats-officedocument.presentationml.tags+xml"/>
  <Override PartName="/ppt/tags/tag1068.xml" ContentType="application/vnd.openxmlformats-officedocument.presentationml.tags+xml"/>
  <Override PartName="/ppt/tags/tag1069.xml" ContentType="application/vnd.openxmlformats-officedocument.presentationml.tags+xml"/>
  <Override PartName="/ppt/tags/tag1070.xml" ContentType="application/vnd.openxmlformats-officedocument.presentationml.tags+xml"/>
  <Override PartName="/ppt/tags/tag1071.xml" ContentType="application/vnd.openxmlformats-officedocument.presentationml.tags+xml"/>
  <Override PartName="/ppt/tags/tag1072.xml" ContentType="application/vnd.openxmlformats-officedocument.presentationml.tags+xml"/>
  <Override PartName="/ppt/tags/tag1073.xml" ContentType="application/vnd.openxmlformats-officedocument.presentationml.tags+xml"/>
  <Override PartName="/ppt/tags/tag1074.xml" ContentType="application/vnd.openxmlformats-officedocument.presentationml.tags+xml"/>
  <Override PartName="/ppt/tags/tag1075.xml" ContentType="application/vnd.openxmlformats-officedocument.presentationml.tags+xml"/>
  <Override PartName="/ppt/notesSlides/notesSlide77.xml" ContentType="application/vnd.openxmlformats-officedocument.presentationml.notesSlide+xml"/>
  <Override PartName="/ppt/tags/tag1076.xml" ContentType="application/vnd.openxmlformats-officedocument.presentationml.tags+xml"/>
  <Override PartName="/ppt/tags/tag1077.xml" ContentType="application/vnd.openxmlformats-officedocument.presentationml.tags+xml"/>
  <Override PartName="/ppt/tags/tag1078.xml" ContentType="application/vnd.openxmlformats-officedocument.presentationml.tags+xml"/>
  <Override PartName="/ppt/tags/tag1079.xml" ContentType="application/vnd.openxmlformats-officedocument.presentationml.tags+xml"/>
  <Override PartName="/ppt/tags/tag1080.xml" ContentType="application/vnd.openxmlformats-officedocument.presentationml.tags+xml"/>
  <Override PartName="/ppt/tags/tag1081.xml" ContentType="application/vnd.openxmlformats-officedocument.presentationml.tags+xml"/>
  <Override PartName="/ppt/tags/tag1082.xml" ContentType="application/vnd.openxmlformats-officedocument.presentationml.tags+xml"/>
  <Override PartName="/ppt/tags/tag1083.xml" ContentType="application/vnd.openxmlformats-officedocument.presentationml.tags+xml"/>
  <Override PartName="/ppt/tags/tag1084.xml" ContentType="application/vnd.openxmlformats-officedocument.presentationml.tags+xml"/>
  <Override PartName="/ppt/tags/tag1085.xml" ContentType="application/vnd.openxmlformats-officedocument.presentationml.tags+xml"/>
  <Override PartName="/ppt/notesSlides/notesSlide78.xml" ContentType="application/vnd.openxmlformats-officedocument.presentationml.notesSlide+xml"/>
  <Override PartName="/ppt/tags/tag1086.xml" ContentType="application/vnd.openxmlformats-officedocument.presentationml.tags+xml"/>
  <Override PartName="/ppt/tags/tag1087.xml" ContentType="application/vnd.openxmlformats-officedocument.presentationml.tags+xml"/>
  <Override PartName="/ppt/tags/tag1088.xml" ContentType="application/vnd.openxmlformats-officedocument.presentationml.tags+xml"/>
  <Override PartName="/ppt/tags/tag1089.xml" ContentType="application/vnd.openxmlformats-officedocument.presentationml.tags+xml"/>
  <Override PartName="/ppt/tags/tag1090.xml" ContentType="application/vnd.openxmlformats-officedocument.presentationml.tags+xml"/>
  <Override PartName="/ppt/tags/tag1091.xml" ContentType="application/vnd.openxmlformats-officedocument.presentationml.tags+xml"/>
  <Override PartName="/ppt/tags/tag1092.xml" ContentType="application/vnd.openxmlformats-officedocument.presentationml.tags+xml"/>
  <Override PartName="/ppt/tags/tag1093.xml" ContentType="application/vnd.openxmlformats-officedocument.presentationml.tags+xml"/>
  <Override PartName="/ppt/tags/tag1094.xml" ContentType="application/vnd.openxmlformats-officedocument.presentationml.tags+xml"/>
  <Override PartName="/ppt/tags/tag1095.xml" ContentType="application/vnd.openxmlformats-officedocument.presentationml.tags+xml"/>
  <Override PartName="/ppt/tags/tag1096.xml" ContentType="application/vnd.openxmlformats-officedocument.presentationml.tags+xml"/>
  <Override PartName="/ppt/tags/tag1097.xml" ContentType="application/vnd.openxmlformats-officedocument.presentationml.tags+xml"/>
  <Override PartName="/ppt/tags/tag1098.xml" ContentType="application/vnd.openxmlformats-officedocument.presentationml.tags+xml"/>
  <Override PartName="/ppt/notesSlides/notesSlide79.xml" ContentType="application/vnd.openxmlformats-officedocument.presentationml.notesSlide+xml"/>
  <Override PartName="/ppt/tags/tag1099.xml" ContentType="application/vnd.openxmlformats-officedocument.presentationml.tags+xml"/>
  <Override PartName="/ppt/tags/tag1100.xml" ContentType="application/vnd.openxmlformats-officedocument.presentationml.tags+xml"/>
  <Override PartName="/ppt/tags/tag1101.xml" ContentType="application/vnd.openxmlformats-officedocument.presentationml.tags+xml"/>
  <Override PartName="/ppt/tags/tag1102.xml" ContentType="application/vnd.openxmlformats-officedocument.presentationml.tags+xml"/>
  <Override PartName="/ppt/tags/tag1103.xml" ContentType="application/vnd.openxmlformats-officedocument.presentationml.tags+xml"/>
  <Override PartName="/ppt/tags/tag1104.xml" ContentType="application/vnd.openxmlformats-officedocument.presentationml.tags+xml"/>
  <Override PartName="/ppt/tags/tag1105.xml" ContentType="application/vnd.openxmlformats-officedocument.presentationml.tags+xml"/>
  <Override PartName="/ppt/tags/tag1106.xml" ContentType="application/vnd.openxmlformats-officedocument.presentationml.tags+xml"/>
  <Override PartName="/ppt/tags/tag1107.xml" ContentType="application/vnd.openxmlformats-officedocument.presentationml.tags+xml"/>
  <Override PartName="/ppt/tags/tag1108.xml" ContentType="application/vnd.openxmlformats-officedocument.presentationml.tags+xml"/>
  <Override PartName="/ppt/tags/tag1109.xml" ContentType="application/vnd.openxmlformats-officedocument.presentationml.tags+xml"/>
  <Override PartName="/ppt/tags/tag1110.xml" ContentType="application/vnd.openxmlformats-officedocument.presentationml.tags+xml"/>
  <Override PartName="/ppt/tags/tag1111.xml" ContentType="application/vnd.openxmlformats-officedocument.presentationml.tags+xml"/>
  <Override PartName="/ppt/tags/tag1112.xml" ContentType="application/vnd.openxmlformats-officedocument.presentationml.tags+xml"/>
  <Override PartName="/ppt/tags/tag1113.xml" ContentType="application/vnd.openxmlformats-officedocument.presentationml.tags+xml"/>
  <Override PartName="/ppt/tags/tag1114.xml" ContentType="application/vnd.openxmlformats-officedocument.presentationml.tags+xml"/>
  <Override PartName="/ppt/tags/tag1115.xml" ContentType="application/vnd.openxmlformats-officedocument.presentationml.tags+xml"/>
  <Override PartName="/ppt/tags/tag1116.xml" ContentType="application/vnd.openxmlformats-officedocument.presentationml.tags+xml"/>
  <Override PartName="/ppt/tags/tag1117.xml" ContentType="application/vnd.openxmlformats-officedocument.presentationml.tags+xml"/>
  <Override PartName="/ppt/tags/tag1118.xml" ContentType="application/vnd.openxmlformats-officedocument.presentationml.tags+xml"/>
  <Override PartName="/ppt/tags/tag1119.xml" ContentType="application/vnd.openxmlformats-officedocument.presentationml.tags+xml"/>
  <Override PartName="/ppt/tags/tag1120.xml" ContentType="application/vnd.openxmlformats-officedocument.presentationml.tags+xml"/>
  <Override PartName="/ppt/tags/tag1121.xml" ContentType="application/vnd.openxmlformats-officedocument.presentationml.tags+xml"/>
  <Override PartName="/ppt/tags/tag1122.xml" ContentType="application/vnd.openxmlformats-officedocument.presentationml.tags+xml"/>
  <Override PartName="/ppt/tags/tag1123.xml" ContentType="application/vnd.openxmlformats-officedocument.presentationml.tags+xml"/>
  <Override PartName="/ppt/tags/tag1124.xml" ContentType="application/vnd.openxmlformats-officedocument.presentationml.tags+xml"/>
  <Override PartName="/ppt/tags/tag1125.xml" ContentType="application/vnd.openxmlformats-officedocument.presentationml.tags+xml"/>
  <Override PartName="/ppt/tags/tag1126.xml" ContentType="application/vnd.openxmlformats-officedocument.presentationml.tags+xml"/>
  <Override PartName="/ppt/notesSlides/notesSlide80.xml" ContentType="application/vnd.openxmlformats-officedocument.presentationml.notesSlide+xml"/>
  <Override PartName="/ppt/tags/tag1127.xml" ContentType="application/vnd.openxmlformats-officedocument.presentationml.tags+xml"/>
  <Override PartName="/ppt/tags/tag1128.xml" ContentType="application/vnd.openxmlformats-officedocument.presentationml.tags+xml"/>
  <Override PartName="/ppt/tags/tag1129.xml" ContentType="application/vnd.openxmlformats-officedocument.presentationml.tags+xml"/>
  <Override PartName="/ppt/tags/tag1130.xml" ContentType="application/vnd.openxmlformats-officedocument.presentationml.tags+xml"/>
  <Override PartName="/ppt/tags/tag1131.xml" ContentType="application/vnd.openxmlformats-officedocument.presentationml.tags+xml"/>
  <Override PartName="/ppt/tags/tag1132.xml" ContentType="application/vnd.openxmlformats-officedocument.presentationml.tags+xml"/>
  <Override PartName="/ppt/tags/tag1133.xml" ContentType="application/vnd.openxmlformats-officedocument.presentationml.tags+xml"/>
  <Override PartName="/ppt/tags/tag1134.xml" ContentType="application/vnd.openxmlformats-officedocument.presentationml.tags+xml"/>
  <Override PartName="/ppt/tags/tag1135.xml" ContentType="application/vnd.openxmlformats-officedocument.presentationml.tags+xml"/>
  <Override PartName="/ppt/tags/tag1136.xml" ContentType="application/vnd.openxmlformats-officedocument.presentationml.tags+xml"/>
  <Override PartName="/ppt/tags/tag1137.xml" ContentType="application/vnd.openxmlformats-officedocument.presentationml.tags+xml"/>
  <Override PartName="/ppt/tags/tag1138.xml" ContentType="application/vnd.openxmlformats-officedocument.presentationml.tags+xml"/>
  <Override PartName="/ppt/tags/tag1139.xml" ContentType="application/vnd.openxmlformats-officedocument.presentationml.tags+xml"/>
  <Override PartName="/ppt/tags/tag1140.xml" ContentType="application/vnd.openxmlformats-officedocument.presentationml.tags+xml"/>
  <Override PartName="/ppt/tags/tag1141.xml" ContentType="application/vnd.openxmlformats-officedocument.presentationml.tags+xml"/>
  <Override PartName="/ppt/tags/tag1142.xml" ContentType="application/vnd.openxmlformats-officedocument.presentationml.tags+xml"/>
  <Override PartName="/ppt/tags/tag1143.xml" ContentType="application/vnd.openxmlformats-officedocument.presentationml.tags+xml"/>
  <Override PartName="/ppt/tags/tag1144.xml" ContentType="application/vnd.openxmlformats-officedocument.presentationml.tags+xml"/>
  <Override PartName="/ppt/tags/tag1145.xml" ContentType="application/vnd.openxmlformats-officedocument.presentationml.tags+xml"/>
  <Override PartName="/ppt/tags/tag1146.xml" ContentType="application/vnd.openxmlformats-officedocument.presentationml.tags+xml"/>
  <Override PartName="/ppt/tags/tag1147.xml" ContentType="application/vnd.openxmlformats-officedocument.presentationml.tags+xml"/>
  <Override PartName="/ppt/tags/tag1148.xml" ContentType="application/vnd.openxmlformats-officedocument.presentationml.tags+xml"/>
  <Override PartName="/ppt/tags/tag1149.xml" ContentType="application/vnd.openxmlformats-officedocument.presentationml.tags+xml"/>
  <Override PartName="/ppt/tags/tag1150.xml" ContentType="application/vnd.openxmlformats-officedocument.presentationml.tags+xml"/>
  <Override PartName="/ppt/tags/tag1151.xml" ContentType="application/vnd.openxmlformats-officedocument.presentationml.tags+xml"/>
  <Override PartName="/ppt/tags/tag1152.xml" ContentType="application/vnd.openxmlformats-officedocument.presentationml.tags+xml"/>
  <Override PartName="/ppt/tags/tag1153.xml" ContentType="application/vnd.openxmlformats-officedocument.presentationml.tags+xml"/>
  <Override PartName="/ppt/tags/tag1154.xml" ContentType="application/vnd.openxmlformats-officedocument.presentationml.tags+xml"/>
  <Override PartName="/ppt/tags/tag1155.xml" ContentType="application/vnd.openxmlformats-officedocument.presentationml.tags+xml"/>
  <Override PartName="/ppt/tags/tag1156.xml" ContentType="application/vnd.openxmlformats-officedocument.presentationml.tags+xml"/>
  <Override PartName="/ppt/tags/tag1157.xml" ContentType="application/vnd.openxmlformats-officedocument.presentationml.tags+xml"/>
  <Override PartName="/ppt/tags/tag1158.xml" ContentType="application/vnd.openxmlformats-officedocument.presentationml.tags+xml"/>
  <Override PartName="/ppt/notesSlides/notesSlide81.xml" ContentType="application/vnd.openxmlformats-officedocument.presentationml.notesSlide+xml"/>
  <Override PartName="/ppt/tags/tag1159.xml" ContentType="application/vnd.openxmlformats-officedocument.presentationml.tags+xml"/>
  <Override PartName="/ppt/notesSlides/notesSlide82.xml" ContentType="application/vnd.openxmlformats-officedocument.presentationml.notesSlide+xml"/>
  <Override PartName="/ppt/tags/tag1160.xml" ContentType="application/vnd.openxmlformats-officedocument.presentationml.tags+xml"/>
  <Override PartName="/ppt/notesSlides/notesSlide83.xml" ContentType="application/vnd.openxmlformats-officedocument.presentationml.notesSlide+xml"/>
  <Override PartName="/ppt/tags/tag1161.xml" ContentType="application/vnd.openxmlformats-officedocument.presentationml.tags+xml"/>
  <Override PartName="/ppt/tags/tag1162.xml" ContentType="application/vnd.openxmlformats-officedocument.presentationml.tags+xml"/>
  <Override PartName="/ppt/tags/tag1163.xml" ContentType="application/vnd.openxmlformats-officedocument.presentationml.tags+xml"/>
  <Override PartName="/ppt/tags/tag1164.xml" ContentType="application/vnd.openxmlformats-officedocument.presentationml.tags+xml"/>
  <Override PartName="/ppt/tags/tag1165.xml" ContentType="application/vnd.openxmlformats-officedocument.presentationml.tags+xml"/>
  <Override PartName="/ppt/tags/tag1166.xml" ContentType="application/vnd.openxmlformats-officedocument.presentationml.tags+xml"/>
  <Override PartName="/ppt/tags/tag1167.xml" ContentType="application/vnd.openxmlformats-officedocument.presentationml.tags+xml"/>
  <Override PartName="/ppt/tags/tag1168.xml" ContentType="application/vnd.openxmlformats-officedocument.presentationml.tags+xml"/>
  <Override PartName="/ppt/tags/tag1169.xml" ContentType="application/vnd.openxmlformats-officedocument.presentationml.tags+xml"/>
  <Override PartName="/ppt/notesSlides/notesSlide84.xml" ContentType="application/vnd.openxmlformats-officedocument.presentationml.notesSlide+xml"/>
  <Override PartName="/ppt/tags/tag1170.xml" ContentType="application/vnd.openxmlformats-officedocument.presentationml.tags+xml"/>
  <Override PartName="/ppt/tags/tag1171.xml" ContentType="application/vnd.openxmlformats-officedocument.presentationml.tags+xml"/>
  <Override PartName="/ppt/tags/tag1172.xml" ContentType="application/vnd.openxmlformats-officedocument.presentationml.tags+xml"/>
  <Override PartName="/ppt/tags/tag1173.xml" ContentType="application/vnd.openxmlformats-officedocument.presentationml.tags+xml"/>
  <Override PartName="/ppt/tags/tag1174.xml" ContentType="application/vnd.openxmlformats-officedocument.presentationml.tags+xml"/>
  <Override PartName="/ppt/tags/tag1175.xml" ContentType="application/vnd.openxmlformats-officedocument.presentationml.tags+xml"/>
  <Override PartName="/ppt/tags/tag1176.xml" ContentType="application/vnd.openxmlformats-officedocument.presentationml.tags+xml"/>
  <Override PartName="/ppt/tags/tag1177.xml" ContentType="application/vnd.openxmlformats-officedocument.presentationml.tags+xml"/>
  <Override PartName="/ppt/tags/tag1178.xml" ContentType="application/vnd.openxmlformats-officedocument.presentationml.tags+xml"/>
  <Override PartName="/ppt/tags/tag1179.xml" ContentType="application/vnd.openxmlformats-officedocument.presentationml.tags+xml"/>
  <Override PartName="/ppt/tags/tag1180.xml" ContentType="application/vnd.openxmlformats-officedocument.presentationml.tags+xml"/>
  <Override PartName="/ppt/tags/tag1181.xml" ContentType="application/vnd.openxmlformats-officedocument.presentationml.tags+xml"/>
  <Override PartName="/ppt/tags/tag1182.xml" ContentType="application/vnd.openxmlformats-officedocument.presentationml.tags+xml"/>
  <Override PartName="/ppt/tags/tag1183.xml" ContentType="application/vnd.openxmlformats-officedocument.presentationml.tags+xml"/>
  <Override PartName="/ppt/tags/tag1184.xml" ContentType="application/vnd.openxmlformats-officedocument.presentationml.tags+xml"/>
  <Override PartName="/ppt/notesSlides/notesSlide85.xml" ContentType="application/vnd.openxmlformats-officedocument.presentationml.notesSlide+xml"/>
  <Override PartName="/ppt/tags/tag1185.xml" ContentType="application/vnd.openxmlformats-officedocument.presentationml.tags+xml"/>
  <Override PartName="/ppt/tags/tag1186.xml" ContentType="application/vnd.openxmlformats-officedocument.presentationml.tags+xml"/>
  <Override PartName="/ppt/tags/tag1187.xml" ContentType="application/vnd.openxmlformats-officedocument.presentationml.tags+xml"/>
  <Override PartName="/ppt/tags/tag1188.xml" ContentType="application/vnd.openxmlformats-officedocument.presentationml.tags+xml"/>
  <Override PartName="/ppt/tags/tag1189.xml" ContentType="application/vnd.openxmlformats-officedocument.presentationml.tags+xml"/>
  <Override PartName="/ppt/tags/tag1190.xml" ContentType="application/vnd.openxmlformats-officedocument.presentationml.tags+xml"/>
  <Override PartName="/ppt/tags/tag1191.xml" ContentType="application/vnd.openxmlformats-officedocument.presentationml.tags+xml"/>
  <Override PartName="/ppt/tags/tag1192.xml" ContentType="application/vnd.openxmlformats-officedocument.presentationml.tags+xml"/>
  <Override PartName="/ppt/tags/tag1193.xml" ContentType="application/vnd.openxmlformats-officedocument.presentationml.tags+xml"/>
  <Override PartName="/ppt/tags/tag1194.xml" ContentType="application/vnd.openxmlformats-officedocument.presentationml.tags+xml"/>
  <Override PartName="/ppt/tags/tag1195.xml" ContentType="application/vnd.openxmlformats-officedocument.presentationml.tags+xml"/>
  <Override PartName="/ppt/tags/tag1196.xml" ContentType="application/vnd.openxmlformats-officedocument.presentationml.tags+xml"/>
  <Override PartName="/ppt/tags/tag1197.xml" ContentType="application/vnd.openxmlformats-officedocument.presentationml.tags+xml"/>
  <Override PartName="/ppt/tags/tag1198.xml" ContentType="application/vnd.openxmlformats-officedocument.presentationml.tags+xml"/>
  <Override PartName="/ppt/tags/tag1199.xml" ContentType="application/vnd.openxmlformats-officedocument.presentationml.tags+xml"/>
  <Override PartName="/ppt/tags/tag1200.xml" ContentType="application/vnd.openxmlformats-officedocument.presentationml.tags+xml"/>
  <Override PartName="/ppt/tags/tag1201.xml" ContentType="application/vnd.openxmlformats-officedocument.presentationml.tags+xml"/>
  <Override PartName="/ppt/tags/tag1202.xml" ContentType="application/vnd.openxmlformats-officedocument.presentationml.tags+xml"/>
  <Override PartName="/ppt/tags/tag1203.xml" ContentType="application/vnd.openxmlformats-officedocument.presentationml.tags+xml"/>
  <Override PartName="/ppt/tags/tag1204.xml" ContentType="application/vnd.openxmlformats-officedocument.presentationml.tags+xml"/>
  <Override PartName="/ppt/tags/tag1205.xml" ContentType="application/vnd.openxmlformats-officedocument.presentationml.tags+xml"/>
  <Override PartName="/ppt/notesSlides/notesSlide86.xml" ContentType="application/vnd.openxmlformats-officedocument.presentationml.notesSlide+xml"/>
  <Override PartName="/ppt/tags/tag1206.xml" ContentType="application/vnd.openxmlformats-officedocument.presentationml.tags+xml"/>
  <Override PartName="/ppt/tags/tag1207.xml" ContentType="application/vnd.openxmlformats-officedocument.presentationml.tags+xml"/>
  <Override PartName="/ppt/tags/tag1208.xml" ContentType="application/vnd.openxmlformats-officedocument.presentationml.tags+xml"/>
  <Override PartName="/ppt/tags/tag1209.xml" ContentType="application/vnd.openxmlformats-officedocument.presentationml.tags+xml"/>
  <Override PartName="/ppt/tags/tag1210.xml" ContentType="application/vnd.openxmlformats-officedocument.presentationml.tags+xml"/>
  <Override PartName="/ppt/tags/tag1211.xml" ContentType="application/vnd.openxmlformats-officedocument.presentationml.tags+xml"/>
  <Override PartName="/ppt/tags/tag1212.xml" ContentType="application/vnd.openxmlformats-officedocument.presentationml.tags+xml"/>
  <Override PartName="/ppt/tags/tag1213.xml" ContentType="application/vnd.openxmlformats-officedocument.presentationml.tags+xml"/>
  <Override PartName="/ppt/tags/tag1214.xml" ContentType="application/vnd.openxmlformats-officedocument.presentationml.tags+xml"/>
  <Override PartName="/ppt/tags/tag1215.xml" ContentType="application/vnd.openxmlformats-officedocument.presentationml.tags+xml"/>
  <Override PartName="/ppt/tags/tag1216.xml" ContentType="application/vnd.openxmlformats-officedocument.presentationml.tags+xml"/>
  <Override PartName="/ppt/tags/tag1217.xml" ContentType="application/vnd.openxmlformats-officedocument.presentationml.tags+xml"/>
  <Override PartName="/ppt/tags/tag1218.xml" ContentType="application/vnd.openxmlformats-officedocument.presentationml.tags+xml"/>
  <Override PartName="/ppt/tags/tag1219.xml" ContentType="application/vnd.openxmlformats-officedocument.presentationml.tags+xml"/>
  <Override PartName="/ppt/tags/tag1220.xml" ContentType="application/vnd.openxmlformats-officedocument.presentationml.tags+xml"/>
  <Override PartName="/ppt/tags/tag1221.xml" ContentType="application/vnd.openxmlformats-officedocument.presentationml.tags+xml"/>
  <Override PartName="/ppt/tags/tag1222.xml" ContentType="application/vnd.openxmlformats-officedocument.presentationml.tags+xml"/>
  <Override PartName="/ppt/tags/tag1223.xml" ContentType="application/vnd.openxmlformats-officedocument.presentationml.tags+xml"/>
  <Override PartName="/ppt/tags/tag1224.xml" ContentType="application/vnd.openxmlformats-officedocument.presentationml.tags+xml"/>
  <Override PartName="/ppt/tags/tag1225.xml" ContentType="application/vnd.openxmlformats-officedocument.presentationml.tags+xml"/>
  <Override PartName="/ppt/tags/tag1226.xml" ContentType="application/vnd.openxmlformats-officedocument.presentationml.tags+xml"/>
  <Override PartName="/ppt/tags/tag1227.xml" ContentType="application/vnd.openxmlformats-officedocument.presentationml.tags+xml"/>
  <Override PartName="/ppt/tags/tag1228.xml" ContentType="application/vnd.openxmlformats-officedocument.presentationml.tags+xml"/>
  <Override PartName="/ppt/notesSlides/notesSlide87.xml" ContentType="application/vnd.openxmlformats-officedocument.presentationml.notesSlide+xml"/>
  <Override PartName="/ppt/tags/tag1229.xml" ContentType="application/vnd.openxmlformats-officedocument.presentationml.tags+xml"/>
  <Override PartName="/ppt/tags/tag1230.xml" ContentType="application/vnd.openxmlformats-officedocument.presentationml.tags+xml"/>
  <Override PartName="/ppt/tags/tag1231.xml" ContentType="application/vnd.openxmlformats-officedocument.presentationml.tags+xml"/>
  <Override PartName="/ppt/tags/tag1232.xml" ContentType="application/vnd.openxmlformats-officedocument.presentationml.tags+xml"/>
  <Override PartName="/ppt/tags/tag1233.xml" ContentType="application/vnd.openxmlformats-officedocument.presentationml.tags+xml"/>
  <Override PartName="/ppt/notesSlides/notesSlide88.xml" ContentType="application/vnd.openxmlformats-officedocument.presentationml.notesSlide+xml"/>
  <Override PartName="/ppt/tags/tag1234.xml" ContentType="application/vnd.openxmlformats-officedocument.presentationml.tags+xml"/>
  <Override PartName="/ppt/tags/tag1235.xml" ContentType="application/vnd.openxmlformats-officedocument.presentationml.tags+xml"/>
  <Override PartName="/ppt/tags/tag1236.xml" ContentType="application/vnd.openxmlformats-officedocument.presentationml.tags+xml"/>
  <Override PartName="/ppt/tags/tag1237.xml" ContentType="application/vnd.openxmlformats-officedocument.presentationml.tags+xml"/>
  <Override PartName="/ppt/tags/tag1238.xml" ContentType="application/vnd.openxmlformats-officedocument.presentationml.tags+xml"/>
  <Override PartName="/ppt/tags/tag1239.xml" ContentType="application/vnd.openxmlformats-officedocument.presentationml.tags+xml"/>
  <Override PartName="/ppt/tags/tag1240.xml" ContentType="application/vnd.openxmlformats-officedocument.presentationml.tags+xml"/>
  <Override PartName="/ppt/tags/tag1241.xml" ContentType="application/vnd.openxmlformats-officedocument.presentationml.tags+xml"/>
  <Override PartName="/ppt/tags/tag1242.xml" ContentType="application/vnd.openxmlformats-officedocument.presentationml.tags+xml"/>
  <Override PartName="/ppt/notesSlides/notesSlide89.xml" ContentType="application/vnd.openxmlformats-officedocument.presentationml.notesSlide+xml"/>
  <Override PartName="/ppt/tags/tag1243.xml" ContentType="application/vnd.openxmlformats-officedocument.presentationml.tags+xml"/>
  <Override PartName="/ppt/tags/tag1244.xml" ContentType="application/vnd.openxmlformats-officedocument.presentationml.tags+xml"/>
  <Override PartName="/ppt/tags/tag1245.xml" ContentType="application/vnd.openxmlformats-officedocument.presentationml.tags+xml"/>
  <Override PartName="/ppt/tags/tag1246.xml" ContentType="application/vnd.openxmlformats-officedocument.presentationml.tags+xml"/>
  <Override PartName="/ppt/tags/tag1247.xml" ContentType="application/vnd.openxmlformats-officedocument.presentationml.tags+xml"/>
  <Override PartName="/ppt/tags/tag1248.xml" ContentType="application/vnd.openxmlformats-officedocument.presentationml.tags+xml"/>
  <Override PartName="/ppt/tags/tag1249.xml" ContentType="application/vnd.openxmlformats-officedocument.presentationml.tags+xml"/>
  <Override PartName="/ppt/tags/tag1250.xml" ContentType="application/vnd.openxmlformats-officedocument.presentationml.tags+xml"/>
  <Override PartName="/ppt/tags/tag1251.xml" ContentType="application/vnd.openxmlformats-officedocument.presentationml.tags+xml"/>
  <Override PartName="/ppt/tags/tag1252.xml" ContentType="application/vnd.openxmlformats-officedocument.presentationml.tags+xml"/>
  <Override PartName="/ppt/tags/tag1253.xml" ContentType="application/vnd.openxmlformats-officedocument.presentationml.tags+xml"/>
  <Override PartName="/ppt/notesSlides/notesSlide90.xml" ContentType="application/vnd.openxmlformats-officedocument.presentationml.notesSlide+xml"/>
  <Override PartName="/ppt/tags/tag1254.xml" ContentType="application/vnd.openxmlformats-officedocument.presentationml.tags+xml"/>
  <Override PartName="/ppt/notesSlides/notesSlide91.xml" ContentType="application/vnd.openxmlformats-officedocument.presentationml.notesSlide+xml"/>
  <Override PartName="/ppt/tags/tag1255.xml" ContentType="application/vnd.openxmlformats-officedocument.presentationml.tags+xml"/>
  <Override PartName="/ppt/tags/tag1256.xml" ContentType="application/vnd.openxmlformats-officedocument.presentationml.tags+xml"/>
  <Override PartName="/ppt/tags/tag1257.xml" ContentType="application/vnd.openxmlformats-officedocument.presentationml.tags+xml"/>
  <Override PartName="/ppt/tags/tag1258.xml" ContentType="application/vnd.openxmlformats-officedocument.presentationml.tags+xml"/>
  <Override PartName="/ppt/tags/tag1259.xml" ContentType="application/vnd.openxmlformats-officedocument.presentationml.tags+xml"/>
  <Override PartName="/ppt/tags/tag1260.xml" ContentType="application/vnd.openxmlformats-officedocument.presentationml.tags+xml"/>
  <Override PartName="/ppt/tags/tag1261.xml" ContentType="application/vnd.openxmlformats-officedocument.presentationml.tags+xml"/>
  <Override PartName="/ppt/tags/tag1262.xml" ContentType="application/vnd.openxmlformats-officedocument.presentationml.tags+xml"/>
  <Override PartName="/ppt/notesSlides/notesSlide92.xml" ContentType="application/vnd.openxmlformats-officedocument.presentationml.notesSlide+xml"/>
  <Override PartName="/ppt/tags/tag1263.xml" ContentType="application/vnd.openxmlformats-officedocument.presentationml.tags+xml"/>
  <Override PartName="/ppt/tags/tag1264.xml" ContentType="application/vnd.openxmlformats-officedocument.presentationml.tags+xml"/>
  <Override PartName="/ppt/tags/tag1265.xml" ContentType="application/vnd.openxmlformats-officedocument.presentationml.tags+xml"/>
  <Override PartName="/ppt/tags/tag1266.xml" ContentType="application/vnd.openxmlformats-officedocument.presentationml.tags+xml"/>
  <Override PartName="/ppt/tags/tag1267.xml" ContentType="application/vnd.openxmlformats-officedocument.presentationml.tags+xml"/>
  <Override PartName="/ppt/tags/tag1268.xml" ContentType="application/vnd.openxmlformats-officedocument.presentationml.tags+xml"/>
  <Override PartName="/ppt/tags/tag1269.xml" ContentType="application/vnd.openxmlformats-officedocument.presentationml.tags+xml"/>
  <Override PartName="/ppt/tags/tag1270.xml" ContentType="application/vnd.openxmlformats-officedocument.presentationml.tags+xml"/>
  <Override PartName="/ppt/tags/tag1271.xml" ContentType="application/vnd.openxmlformats-officedocument.presentationml.tags+xml"/>
  <Override PartName="/ppt/tags/tag1272.xml" ContentType="application/vnd.openxmlformats-officedocument.presentationml.tags+xml"/>
  <Override PartName="/ppt/tags/tag1273.xml" ContentType="application/vnd.openxmlformats-officedocument.presentationml.tags+xml"/>
  <Override PartName="/ppt/notesSlides/notesSlide93.xml" ContentType="application/vnd.openxmlformats-officedocument.presentationml.notesSlide+xml"/>
  <Override PartName="/ppt/tags/tag1274.xml" ContentType="application/vnd.openxmlformats-officedocument.presentationml.tags+xml"/>
  <Override PartName="/ppt/tags/tag1275.xml" ContentType="application/vnd.openxmlformats-officedocument.presentationml.tags+xml"/>
  <Override PartName="/ppt/tags/tag1276.xml" ContentType="application/vnd.openxmlformats-officedocument.presentationml.tags+xml"/>
  <Override PartName="/ppt/tags/tag1277.xml" ContentType="application/vnd.openxmlformats-officedocument.presentationml.tags+xml"/>
  <Override PartName="/ppt/tags/tag1278.xml" ContentType="application/vnd.openxmlformats-officedocument.presentationml.tags+xml"/>
  <Override PartName="/ppt/tags/tag1279.xml" ContentType="application/vnd.openxmlformats-officedocument.presentationml.tags+xml"/>
  <Override PartName="/ppt/tags/tag1280.xml" ContentType="application/vnd.openxmlformats-officedocument.presentationml.tags+xml"/>
  <Override PartName="/ppt/tags/tag1281.xml" ContentType="application/vnd.openxmlformats-officedocument.presentationml.tags+xml"/>
  <Override PartName="/ppt/tags/tag1282.xml" ContentType="application/vnd.openxmlformats-officedocument.presentationml.tags+xml"/>
  <Override PartName="/ppt/tags/tag1283.xml" ContentType="application/vnd.openxmlformats-officedocument.presentationml.tags+xml"/>
  <Override PartName="/ppt/tags/tag1284.xml" ContentType="application/vnd.openxmlformats-officedocument.presentationml.tags+xml"/>
  <Override PartName="/ppt/tags/tag1285.xml" ContentType="application/vnd.openxmlformats-officedocument.presentationml.tags+xml"/>
  <Override PartName="/ppt/tags/tag1286.xml" ContentType="application/vnd.openxmlformats-officedocument.presentationml.tags+xml"/>
  <Override PartName="/ppt/tags/tag1287.xml" ContentType="application/vnd.openxmlformats-officedocument.presentationml.tags+xml"/>
  <Override PartName="/ppt/notesSlides/notesSlide94.xml" ContentType="application/vnd.openxmlformats-officedocument.presentationml.notesSlide+xml"/>
  <Override PartName="/ppt/tags/tag1288.xml" ContentType="application/vnd.openxmlformats-officedocument.presentationml.tags+xml"/>
  <Override PartName="/ppt/tags/tag1289.xml" ContentType="application/vnd.openxmlformats-officedocument.presentationml.tags+xml"/>
  <Override PartName="/ppt/tags/tag1290.xml" ContentType="application/vnd.openxmlformats-officedocument.presentationml.tags+xml"/>
  <Override PartName="/ppt/tags/tag1291.xml" ContentType="application/vnd.openxmlformats-officedocument.presentationml.tags+xml"/>
  <Override PartName="/ppt/tags/tag1292.xml" ContentType="application/vnd.openxmlformats-officedocument.presentationml.tags+xml"/>
  <Override PartName="/ppt/tags/tag1293.xml" ContentType="application/vnd.openxmlformats-officedocument.presentationml.tags+xml"/>
  <Override PartName="/ppt/tags/tag1294.xml" ContentType="application/vnd.openxmlformats-officedocument.presentationml.tags+xml"/>
  <Override PartName="/ppt/tags/tag1295.xml" ContentType="application/vnd.openxmlformats-officedocument.presentationml.tags+xml"/>
  <Override PartName="/ppt/tags/tag1296.xml" ContentType="application/vnd.openxmlformats-officedocument.presentationml.tags+xml"/>
  <Override PartName="/ppt/tags/tag1297.xml" ContentType="application/vnd.openxmlformats-officedocument.presentationml.tags+xml"/>
  <Override PartName="/ppt/tags/tag1298.xml" ContentType="application/vnd.openxmlformats-officedocument.presentationml.tags+xml"/>
  <Override PartName="/ppt/tags/tag1299.xml" ContentType="application/vnd.openxmlformats-officedocument.presentationml.tags+xml"/>
  <Override PartName="/ppt/tags/tag1300.xml" ContentType="application/vnd.openxmlformats-officedocument.presentationml.tags+xml"/>
  <Override PartName="/ppt/tags/tag1301.xml" ContentType="application/vnd.openxmlformats-officedocument.presentationml.tags+xml"/>
  <Override PartName="/ppt/tags/tag1302.xml" ContentType="application/vnd.openxmlformats-officedocument.presentationml.tags+xml"/>
  <Override PartName="/ppt/tags/tag1303.xml" ContentType="application/vnd.openxmlformats-officedocument.presentationml.tags+xml"/>
  <Override PartName="/ppt/tags/tag1304.xml" ContentType="application/vnd.openxmlformats-officedocument.presentationml.tags+xml"/>
  <Override PartName="/ppt/notesSlides/notesSlide95.xml" ContentType="application/vnd.openxmlformats-officedocument.presentationml.notesSlide+xml"/>
  <Override PartName="/ppt/tags/tag1305.xml" ContentType="application/vnd.openxmlformats-officedocument.presentationml.tags+xml"/>
  <Override PartName="/ppt/tags/tag1306.xml" ContentType="application/vnd.openxmlformats-officedocument.presentationml.tags+xml"/>
  <Override PartName="/ppt/tags/tag1307.xml" ContentType="application/vnd.openxmlformats-officedocument.presentationml.tags+xml"/>
  <Override PartName="/ppt/tags/tag1308.xml" ContentType="application/vnd.openxmlformats-officedocument.presentationml.tags+xml"/>
  <Override PartName="/ppt/tags/tag1309.xml" ContentType="application/vnd.openxmlformats-officedocument.presentationml.tags+xml"/>
  <Override PartName="/ppt/tags/tag1310.xml" ContentType="application/vnd.openxmlformats-officedocument.presentationml.tags+xml"/>
  <Override PartName="/ppt/tags/tag1311.xml" ContentType="application/vnd.openxmlformats-officedocument.presentationml.tags+xml"/>
  <Override PartName="/ppt/tags/tag1312.xml" ContentType="application/vnd.openxmlformats-officedocument.presentationml.tags+xml"/>
  <Override PartName="/ppt/tags/tag1313.xml" ContentType="application/vnd.openxmlformats-officedocument.presentationml.tags+xml"/>
  <Override PartName="/ppt/tags/tag1314.xml" ContentType="application/vnd.openxmlformats-officedocument.presentationml.tags+xml"/>
  <Override PartName="/ppt/tags/tag1315.xml" ContentType="application/vnd.openxmlformats-officedocument.presentationml.tags+xml"/>
  <Override PartName="/ppt/tags/tag1316.xml" ContentType="application/vnd.openxmlformats-officedocument.presentationml.tags+xml"/>
  <Override PartName="/ppt/tags/tag1317.xml" ContentType="application/vnd.openxmlformats-officedocument.presentationml.tags+xml"/>
  <Override PartName="/ppt/tags/tag1318.xml" ContentType="application/vnd.openxmlformats-officedocument.presentationml.tags+xml"/>
  <Override PartName="/ppt/tags/tag1319.xml" ContentType="application/vnd.openxmlformats-officedocument.presentationml.tags+xml"/>
  <Override PartName="/ppt/tags/tag1320.xml" ContentType="application/vnd.openxmlformats-officedocument.presentationml.tags+xml"/>
  <Override PartName="/ppt/tags/tag1321.xml" ContentType="application/vnd.openxmlformats-officedocument.presentationml.tags+xml"/>
  <Override PartName="/ppt/tags/tag1322.xml" ContentType="application/vnd.openxmlformats-officedocument.presentationml.tags+xml"/>
  <Override PartName="/ppt/tags/tag1323.xml" ContentType="application/vnd.openxmlformats-officedocument.presentationml.tags+xml"/>
  <Override PartName="/ppt/tags/tag1324.xml" ContentType="application/vnd.openxmlformats-officedocument.presentationml.tags+xml"/>
  <Override PartName="/ppt/tags/tag1325.xml" ContentType="application/vnd.openxmlformats-officedocument.presentationml.tags+xml"/>
  <Override PartName="/ppt/notesSlides/notesSlide96.xml" ContentType="application/vnd.openxmlformats-officedocument.presentationml.notesSlide+xml"/>
  <Override PartName="/ppt/tags/tag1326.xml" ContentType="application/vnd.openxmlformats-officedocument.presentationml.tags+xml"/>
  <Override PartName="/ppt/tags/tag1327.xml" ContentType="application/vnd.openxmlformats-officedocument.presentationml.tags+xml"/>
  <Override PartName="/ppt/tags/tag1328.xml" ContentType="application/vnd.openxmlformats-officedocument.presentationml.tags+xml"/>
  <Override PartName="/ppt/tags/tag1329.xml" ContentType="application/vnd.openxmlformats-officedocument.presentationml.tags+xml"/>
  <Override PartName="/ppt/tags/tag1330.xml" ContentType="application/vnd.openxmlformats-officedocument.presentationml.tags+xml"/>
  <Override PartName="/ppt/tags/tag1331.xml" ContentType="application/vnd.openxmlformats-officedocument.presentationml.tags+xml"/>
  <Override PartName="/ppt/tags/tag1332.xml" ContentType="application/vnd.openxmlformats-officedocument.presentationml.tags+xml"/>
  <Override PartName="/ppt/tags/tag1333.xml" ContentType="application/vnd.openxmlformats-officedocument.presentationml.tags+xml"/>
  <Override PartName="/ppt/tags/tag1334.xml" ContentType="application/vnd.openxmlformats-officedocument.presentationml.tags+xml"/>
  <Override PartName="/ppt/tags/tag1335.xml" ContentType="application/vnd.openxmlformats-officedocument.presentationml.tags+xml"/>
  <Override PartName="/ppt/tags/tag1336.xml" ContentType="application/vnd.openxmlformats-officedocument.presentationml.tags+xml"/>
  <Override PartName="/ppt/tags/tag1337.xml" ContentType="application/vnd.openxmlformats-officedocument.presentationml.tags+xml"/>
  <Override PartName="/ppt/tags/tag1338.xml" ContentType="application/vnd.openxmlformats-officedocument.presentationml.tags+xml"/>
  <Override PartName="/ppt/tags/tag1339.xml" ContentType="application/vnd.openxmlformats-officedocument.presentationml.tags+xml"/>
  <Override PartName="/ppt/tags/tag1340.xml" ContentType="application/vnd.openxmlformats-officedocument.presentationml.tags+xml"/>
  <Override PartName="/ppt/tags/tag1341.xml" ContentType="application/vnd.openxmlformats-officedocument.presentationml.tags+xml"/>
  <Override PartName="/ppt/tags/tag1342.xml" ContentType="application/vnd.openxmlformats-officedocument.presentationml.tags+xml"/>
  <Override PartName="/ppt/tags/tag1343.xml" ContentType="application/vnd.openxmlformats-officedocument.presentationml.tags+xml"/>
  <Override PartName="/ppt/tags/tag1344.xml" ContentType="application/vnd.openxmlformats-officedocument.presentationml.tags+xml"/>
  <Override PartName="/ppt/tags/tag1345.xml" ContentType="application/vnd.openxmlformats-officedocument.presentationml.tags+xml"/>
  <Override PartName="/ppt/tags/tag1346.xml" ContentType="application/vnd.openxmlformats-officedocument.presentationml.tags+xml"/>
  <Override PartName="/ppt/tags/tag1347.xml" ContentType="application/vnd.openxmlformats-officedocument.presentationml.tags+xml"/>
  <Override PartName="/ppt/tags/tag1348.xml" ContentType="application/vnd.openxmlformats-officedocument.presentationml.tags+xml"/>
  <Override PartName="/ppt/tags/tag1349.xml" ContentType="application/vnd.openxmlformats-officedocument.presentationml.tags+xml"/>
  <Override PartName="/ppt/notesSlides/notesSlide97.xml" ContentType="application/vnd.openxmlformats-officedocument.presentationml.notesSlide+xml"/>
  <Override PartName="/ppt/tags/tag1350.xml" ContentType="application/vnd.openxmlformats-officedocument.presentationml.tags+xml"/>
  <Override PartName="/ppt/tags/tag1351.xml" ContentType="application/vnd.openxmlformats-officedocument.presentationml.tags+xml"/>
  <Override PartName="/ppt/tags/tag1352.xml" ContentType="application/vnd.openxmlformats-officedocument.presentationml.tags+xml"/>
  <Override PartName="/ppt/tags/tag1353.xml" ContentType="application/vnd.openxmlformats-officedocument.presentationml.tags+xml"/>
  <Override PartName="/ppt/tags/tag1354.xml" ContentType="application/vnd.openxmlformats-officedocument.presentationml.tags+xml"/>
  <Override PartName="/ppt/tags/tag1355.xml" ContentType="application/vnd.openxmlformats-officedocument.presentationml.tags+xml"/>
  <Override PartName="/ppt/tags/tag1356.xml" ContentType="application/vnd.openxmlformats-officedocument.presentationml.tags+xml"/>
  <Override PartName="/ppt/tags/tag1357.xml" ContentType="application/vnd.openxmlformats-officedocument.presentationml.tags+xml"/>
  <Override PartName="/ppt/tags/tag1358.xml" ContentType="application/vnd.openxmlformats-officedocument.presentationml.tags+xml"/>
  <Override PartName="/ppt/tags/tag1359.xml" ContentType="application/vnd.openxmlformats-officedocument.presentationml.tags+xml"/>
  <Override PartName="/ppt/tags/tag1360.xml" ContentType="application/vnd.openxmlformats-officedocument.presentationml.tags+xml"/>
  <Override PartName="/ppt/tags/tag1361.xml" ContentType="application/vnd.openxmlformats-officedocument.presentationml.tags+xml"/>
  <Override PartName="/ppt/tags/tag1362.xml" ContentType="application/vnd.openxmlformats-officedocument.presentationml.tags+xml"/>
  <Override PartName="/ppt/tags/tag1363.xml" ContentType="application/vnd.openxmlformats-officedocument.presentationml.tags+xml"/>
  <Override PartName="/ppt/tags/tag1364.xml" ContentType="application/vnd.openxmlformats-officedocument.presentationml.tags+xml"/>
  <Override PartName="/ppt/tags/tag1365.xml" ContentType="application/vnd.openxmlformats-officedocument.presentationml.tags+xml"/>
  <Override PartName="/ppt/tags/tag1366.xml" ContentType="application/vnd.openxmlformats-officedocument.presentationml.tags+xml"/>
  <Override PartName="/ppt/tags/tag1367.xml" ContentType="application/vnd.openxmlformats-officedocument.presentationml.tags+xml"/>
  <Override PartName="/ppt/tags/tag1368.xml" ContentType="application/vnd.openxmlformats-officedocument.presentationml.tags+xml"/>
  <Override PartName="/ppt/tags/tag1369.xml" ContentType="application/vnd.openxmlformats-officedocument.presentationml.tags+xml"/>
  <Override PartName="/ppt/tags/tag1370.xml" ContentType="application/vnd.openxmlformats-officedocument.presentationml.tags+xml"/>
  <Override PartName="/ppt/tags/tag1371.xml" ContentType="application/vnd.openxmlformats-officedocument.presentationml.tags+xml"/>
  <Override PartName="/ppt/tags/tag1372.xml" ContentType="application/vnd.openxmlformats-officedocument.presentationml.tags+xml"/>
  <Override PartName="/ppt/tags/tag1373.xml" ContentType="application/vnd.openxmlformats-officedocument.presentationml.tags+xml"/>
  <Override PartName="/ppt/tags/tag1374.xml" ContentType="application/vnd.openxmlformats-officedocument.presentationml.tags+xml"/>
  <Override PartName="/ppt/tags/tag1375.xml" ContentType="application/vnd.openxmlformats-officedocument.presentationml.tags+xml"/>
  <Override PartName="/ppt/tags/tag1376.xml" ContentType="application/vnd.openxmlformats-officedocument.presentationml.tags+xml"/>
  <Override PartName="/ppt/tags/tag1377.xml" ContentType="application/vnd.openxmlformats-officedocument.presentationml.tags+xml"/>
  <Override PartName="/ppt/tags/tag1378.xml" ContentType="application/vnd.openxmlformats-officedocument.presentationml.tags+xml"/>
  <Override PartName="/ppt/notesSlides/notesSlide98.xml" ContentType="application/vnd.openxmlformats-officedocument.presentationml.notesSlide+xml"/>
  <Override PartName="/ppt/tags/tag1379.xml" ContentType="application/vnd.openxmlformats-officedocument.presentationml.tags+xml"/>
  <Override PartName="/ppt/tags/tag1380.xml" ContentType="application/vnd.openxmlformats-officedocument.presentationml.tags+xml"/>
  <Override PartName="/ppt/tags/tag1381.xml" ContentType="application/vnd.openxmlformats-officedocument.presentationml.tags+xml"/>
  <Override PartName="/ppt/tags/tag1382.xml" ContentType="application/vnd.openxmlformats-officedocument.presentationml.tags+xml"/>
  <Override PartName="/ppt/tags/tag1383.xml" ContentType="application/vnd.openxmlformats-officedocument.presentationml.tags+xml"/>
  <Override PartName="/ppt/tags/tag1384.xml" ContentType="application/vnd.openxmlformats-officedocument.presentationml.tags+xml"/>
  <Override PartName="/ppt/tags/tag1385.xml" ContentType="application/vnd.openxmlformats-officedocument.presentationml.tags+xml"/>
  <Override PartName="/ppt/tags/tag1386.xml" ContentType="application/vnd.openxmlformats-officedocument.presentationml.tags+xml"/>
  <Override PartName="/ppt/tags/tag1387.xml" ContentType="application/vnd.openxmlformats-officedocument.presentationml.tags+xml"/>
  <Override PartName="/ppt/tags/tag1388.xml" ContentType="application/vnd.openxmlformats-officedocument.presentationml.tags+xml"/>
  <Override PartName="/ppt/tags/tag1389.xml" ContentType="application/vnd.openxmlformats-officedocument.presentationml.tags+xml"/>
  <Override PartName="/ppt/tags/tag1390.xml" ContentType="application/vnd.openxmlformats-officedocument.presentationml.tags+xml"/>
  <Override PartName="/ppt/tags/tag1391.xml" ContentType="application/vnd.openxmlformats-officedocument.presentationml.tags+xml"/>
  <Override PartName="/ppt/tags/tag1392.xml" ContentType="application/vnd.openxmlformats-officedocument.presentationml.tags+xml"/>
  <Override PartName="/ppt/tags/tag1393.xml" ContentType="application/vnd.openxmlformats-officedocument.presentationml.tags+xml"/>
  <Override PartName="/ppt/tags/tag1394.xml" ContentType="application/vnd.openxmlformats-officedocument.presentationml.tags+xml"/>
  <Override PartName="/ppt/tags/tag1395.xml" ContentType="application/vnd.openxmlformats-officedocument.presentationml.tags+xml"/>
  <Override PartName="/ppt/tags/tag1396.xml" ContentType="application/vnd.openxmlformats-officedocument.presentationml.tags+xml"/>
  <Override PartName="/ppt/tags/tag1397.xml" ContentType="application/vnd.openxmlformats-officedocument.presentationml.tags+xml"/>
  <Override PartName="/ppt/tags/tag1398.xml" ContentType="application/vnd.openxmlformats-officedocument.presentationml.tags+xml"/>
  <Override PartName="/ppt/tags/tag1399.xml" ContentType="application/vnd.openxmlformats-officedocument.presentationml.tags+xml"/>
  <Override PartName="/ppt/tags/tag1400.xml" ContentType="application/vnd.openxmlformats-officedocument.presentationml.tags+xml"/>
  <Override PartName="/ppt/tags/tag1401.xml" ContentType="application/vnd.openxmlformats-officedocument.presentationml.tags+xml"/>
  <Override PartName="/ppt/tags/tag1402.xml" ContentType="application/vnd.openxmlformats-officedocument.presentationml.tags+xml"/>
  <Override PartName="/ppt/tags/tag1403.xml" ContentType="application/vnd.openxmlformats-officedocument.presentationml.tags+xml"/>
  <Override PartName="/ppt/tags/tag1404.xml" ContentType="application/vnd.openxmlformats-officedocument.presentationml.tags+xml"/>
  <Override PartName="/ppt/tags/tag1405.xml" ContentType="application/vnd.openxmlformats-officedocument.presentationml.tags+xml"/>
  <Override PartName="/ppt/tags/tag1406.xml" ContentType="application/vnd.openxmlformats-officedocument.presentationml.tags+xml"/>
  <Override PartName="/ppt/tags/tag1407.xml" ContentType="application/vnd.openxmlformats-officedocument.presentationml.tags+xml"/>
  <Override PartName="/ppt/tags/tag1408.xml" ContentType="application/vnd.openxmlformats-officedocument.presentationml.tags+xml"/>
  <Override PartName="/ppt/tags/tag1409.xml" ContentType="application/vnd.openxmlformats-officedocument.presentationml.tags+xml"/>
  <Override PartName="/ppt/tags/tag1410.xml" ContentType="application/vnd.openxmlformats-officedocument.presentationml.tags+xml"/>
  <Override PartName="/ppt/notesSlides/notesSlide99.xml" ContentType="application/vnd.openxmlformats-officedocument.presentationml.notesSlide+xml"/>
  <Override PartName="/ppt/tags/tag1411.xml" ContentType="application/vnd.openxmlformats-officedocument.presentationml.tags+xml"/>
  <Override PartName="/ppt/tags/tag1412.xml" ContentType="application/vnd.openxmlformats-officedocument.presentationml.tags+xml"/>
  <Override PartName="/ppt/tags/tag1413.xml" ContentType="application/vnd.openxmlformats-officedocument.presentationml.tags+xml"/>
  <Override PartName="/ppt/tags/tag1414.xml" ContentType="application/vnd.openxmlformats-officedocument.presentationml.tags+xml"/>
  <Override PartName="/ppt/tags/tag1415.xml" ContentType="application/vnd.openxmlformats-officedocument.presentationml.tags+xml"/>
  <Override PartName="/ppt/tags/tag1416.xml" ContentType="application/vnd.openxmlformats-officedocument.presentationml.tags+xml"/>
  <Override PartName="/ppt/tags/tag1417.xml" ContentType="application/vnd.openxmlformats-officedocument.presentationml.tags+xml"/>
  <Override PartName="/ppt/tags/tag1418.xml" ContentType="application/vnd.openxmlformats-officedocument.presentationml.tags+xml"/>
  <Override PartName="/ppt/tags/tag1419.xml" ContentType="application/vnd.openxmlformats-officedocument.presentationml.tags+xml"/>
  <Override PartName="/ppt/tags/tag1420.xml" ContentType="application/vnd.openxmlformats-officedocument.presentationml.tags+xml"/>
  <Override PartName="/ppt/tags/tag1421.xml" ContentType="application/vnd.openxmlformats-officedocument.presentationml.tags+xml"/>
  <Override PartName="/ppt/tags/tag1422.xml" ContentType="application/vnd.openxmlformats-officedocument.presentationml.tags+xml"/>
  <Override PartName="/ppt/tags/tag1423.xml" ContentType="application/vnd.openxmlformats-officedocument.presentationml.tags+xml"/>
  <Override PartName="/ppt/tags/tag1424.xml" ContentType="application/vnd.openxmlformats-officedocument.presentationml.tags+xml"/>
  <Override PartName="/ppt/tags/tag1425.xml" ContentType="application/vnd.openxmlformats-officedocument.presentationml.tags+xml"/>
  <Override PartName="/ppt/tags/tag1426.xml" ContentType="application/vnd.openxmlformats-officedocument.presentationml.tags+xml"/>
  <Override PartName="/ppt/tags/tag1427.xml" ContentType="application/vnd.openxmlformats-officedocument.presentationml.tags+xml"/>
  <Override PartName="/ppt/tags/tag1428.xml" ContentType="application/vnd.openxmlformats-officedocument.presentationml.tags+xml"/>
  <Override PartName="/ppt/tags/tag1429.xml" ContentType="application/vnd.openxmlformats-officedocument.presentationml.tags+xml"/>
  <Override PartName="/ppt/tags/tag1430.xml" ContentType="application/vnd.openxmlformats-officedocument.presentationml.tags+xml"/>
  <Override PartName="/ppt/tags/tag1431.xml" ContentType="application/vnd.openxmlformats-officedocument.presentationml.tags+xml"/>
  <Override PartName="/ppt/tags/tag1432.xml" ContentType="application/vnd.openxmlformats-officedocument.presentationml.tags+xml"/>
  <Override PartName="/ppt/tags/tag1433.xml" ContentType="application/vnd.openxmlformats-officedocument.presentationml.tags+xml"/>
  <Override PartName="/ppt/tags/tag1434.xml" ContentType="application/vnd.openxmlformats-officedocument.presentationml.tags+xml"/>
  <Override PartName="/ppt/tags/tag1435.xml" ContentType="application/vnd.openxmlformats-officedocument.presentationml.tags+xml"/>
  <Override PartName="/ppt/tags/tag1436.xml" ContentType="application/vnd.openxmlformats-officedocument.presentationml.tags+xml"/>
  <Override PartName="/ppt/tags/tag1437.xml" ContentType="application/vnd.openxmlformats-officedocument.presentationml.tags+xml"/>
  <Override PartName="/ppt/tags/tag1438.xml" ContentType="application/vnd.openxmlformats-officedocument.presentationml.tags+xml"/>
  <Override PartName="/ppt/tags/tag1439.xml" ContentType="application/vnd.openxmlformats-officedocument.presentationml.tags+xml"/>
  <Override PartName="/ppt/tags/tag1440.xml" ContentType="application/vnd.openxmlformats-officedocument.presentationml.tags+xml"/>
  <Override PartName="/ppt/tags/tag1441.xml" ContentType="application/vnd.openxmlformats-officedocument.presentationml.tags+xml"/>
  <Override PartName="/ppt/tags/tag1442.xml" ContentType="application/vnd.openxmlformats-officedocument.presentationml.tags+xml"/>
  <Override PartName="/ppt/tags/tag1443.xml" ContentType="application/vnd.openxmlformats-officedocument.presentationml.tags+xml"/>
  <Override PartName="/ppt/tags/tag1444.xml" ContentType="application/vnd.openxmlformats-officedocument.presentationml.tags+xml"/>
  <Override PartName="/ppt/tags/tag1445.xml" ContentType="application/vnd.openxmlformats-officedocument.presentationml.tags+xml"/>
  <Override PartName="/ppt/tags/tag1446.xml" ContentType="application/vnd.openxmlformats-officedocument.presentationml.tags+xml"/>
  <Override PartName="/ppt/tags/tag1447.xml" ContentType="application/vnd.openxmlformats-officedocument.presentationml.tags+xml"/>
  <Override PartName="/ppt/notesSlides/notesSlide100.xml" ContentType="application/vnd.openxmlformats-officedocument.presentationml.notesSlide+xml"/>
  <Override PartName="/ppt/tags/tag1448.xml" ContentType="application/vnd.openxmlformats-officedocument.presentationml.tags+xml"/>
  <Override PartName="/ppt/tags/tag1449.xml" ContentType="application/vnd.openxmlformats-officedocument.presentationml.tags+xml"/>
  <Override PartName="/ppt/tags/tag1450.xml" ContentType="application/vnd.openxmlformats-officedocument.presentationml.tags+xml"/>
  <Override PartName="/ppt/tags/tag1451.xml" ContentType="application/vnd.openxmlformats-officedocument.presentationml.tags+xml"/>
  <Override PartName="/ppt/tags/tag1452.xml" ContentType="application/vnd.openxmlformats-officedocument.presentationml.tags+xml"/>
  <Override PartName="/ppt/tags/tag1453.xml" ContentType="application/vnd.openxmlformats-officedocument.presentationml.tags+xml"/>
  <Override PartName="/ppt/tags/tag1454.xml" ContentType="application/vnd.openxmlformats-officedocument.presentationml.tags+xml"/>
  <Override PartName="/ppt/tags/tag1455.xml" ContentType="application/vnd.openxmlformats-officedocument.presentationml.tags+xml"/>
  <Override PartName="/ppt/tags/tag1456.xml" ContentType="application/vnd.openxmlformats-officedocument.presentationml.tags+xml"/>
  <Override PartName="/ppt/tags/tag1457.xml" ContentType="application/vnd.openxmlformats-officedocument.presentationml.tags+xml"/>
  <Override PartName="/ppt/tags/tag1458.xml" ContentType="application/vnd.openxmlformats-officedocument.presentationml.tags+xml"/>
  <Override PartName="/ppt/tags/tag1459.xml" ContentType="application/vnd.openxmlformats-officedocument.presentationml.tags+xml"/>
  <Override PartName="/ppt/tags/tag1460.xml" ContentType="application/vnd.openxmlformats-officedocument.presentationml.tags+xml"/>
  <Override PartName="/ppt/tags/tag1461.xml" ContentType="application/vnd.openxmlformats-officedocument.presentationml.tags+xml"/>
  <Override PartName="/ppt/tags/tag1462.xml" ContentType="application/vnd.openxmlformats-officedocument.presentationml.tags+xml"/>
  <Override PartName="/ppt/tags/tag1463.xml" ContentType="application/vnd.openxmlformats-officedocument.presentationml.tags+xml"/>
  <Override PartName="/ppt/tags/tag1464.xml" ContentType="application/vnd.openxmlformats-officedocument.presentationml.tags+xml"/>
  <Override PartName="/ppt/tags/tag1465.xml" ContentType="application/vnd.openxmlformats-officedocument.presentationml.tags+xml"/>
  <Override PartName="/ppt/tags/tag1466.xml" ContentType="application/vnd.openxmlformats-officedocument.presentationml.tags+xml"/>
  <Override PartName="/ppt/tags/tag1467.xml" ContentType="application/vnd.openxmlformats-officedocument.presentationml.tags+xml"/>
  <Override PartName="/ppt/tags/tag1468.xml" ContentType="application/vnd.openxmlformats-officedocument.presentationml.tags+xml"/>
  <Override PartName="/ppt/tags/tag1469.xml" ContentType="application/vnd.openxmlformats-officedocument.presentationml.tags+xml"/>
  <Override PartName="/ppt/tags/tag1470.xml" ContentType="application/vnd.openxmlformats-officedocument.presentationml.tags+xml"/>
  <Override PartName="/ppt/tags/tag1471.xml" ContentType="application/vnd.openxmlformats-officedocument.presentationml.tags+xml"/>
  <Override PartName="/ppt/tags/tag1472.xml" ContentType="application/vnd.openxmlformats-officedocument.presentationml.tags+xml"/>
  <Override PartName="/ppt/tags/tag1473.xml" ContentType="application/vnd.openxmlformats-officedocument.presentationml.tags+xml"/>
  <Override PartName="/ppt/tags/tag1474.xml" ContentType="application/vnd.openxmlformats-officedocument.presentationml.tags+xml"/>
  <Override PartName="/ppt/tags/tag1475.xml" ContentType="application/vnd.openxmlformats-officedocument.presentationml.tags+xml"/>
  <Override PartName="/ppt/tags/tag1476.xml" ContentType="application/vnd.openxmlformats-officedocument.presentationml.tags+xml"/>
  <Override PartName="/ppt/tags/tag1477.xml" ContentType="application/vnd.openxmlformats-officedocument.presentationml.tags+xml"/>
  <Override PartName="/ppt/tags/tag1478.xml" ContentType="application/vnd.openxmlformats-officedocument.presentationml.tags+xml"/>
  <Override PartName="/ppt/tags/tag1479.xml" ContentType="application/vnd.openxmlformats-officedocument.presentationml.tags+xml"/>
  <Override PartName="/ppt/tags/tag1480.xml" ContentType="application/vnd.openxmlformats-officedocument.presentationml.tags+xml"/>
  <Override PartName="/ppt/tags/tag1481.xml" ContentType="application/vnd.openxmlformats-officedocument.presentationml.tags+xml"/>
  <Override PartName="/ppt/tags/tag1482.xml" ContentType="application/vnd.openxmlformats-officedocument.presentationml.tags+xml"/>
  <Override PartName="/ppt/tags/tag1483.xml" ContentType="application/vnd.openxmlformats-officedocument.presentationml.tags+xml"/>
  <Override PartName="/ppt/tags/tag1484.xml" ContentType="application/vnd.openxmlformats-officedocument.presentationml.tags+xml"/>
  <Override PartName="/ppt/tags/tag1485.xml" ContentType="application/vnd.openxmlformats-officedocument.presentationml.tags+xml"/>
  <Override PartName="/ppt/tags/tag1486.xml" ContentType="application/vnd.openxmlformats-officedocument.presentationml.tags+xml"/>
  <Override PartName="/ppt/tags/tag1487.xml" ContentType="application/vnd.openxmlformats-officedocument.presentationml.tags+xml"/>
  <Override PartName="/ppt/tags/tag1488.xml" ContentType="application/vnd.openxmlformats-officedocument.presentationml.tags+xml"/>
  <Override PartName="/ppt/notesSlides/notesSlide101.xml" ContentType="application/vnd.openxmlformats-officedocument.presentationml.notesSlide+xml"/>
  <Override PartName="/ppt/tags/tag1489.xml" ContentType="application/vnd.openxmlformats-officedocument.presentationml.tags+xml"/>
  <Override PartName="/ppt/tags/tag1490.xml" ContentType="application/vnd.openxmlformats-officedocument.presentationml.tags+xml"/>
  <Override PartName="/ppt/tags/tag1491.xml" ContentType="application/vnd.openxmlformats-officedocument.presentationml.tags+xml"/>
  <Override PartName="/ppt/tags/tag1492.xml" ContentType="application/vnd.openxmlformats-officedocument.presentationml.tags+xml"/>
  <Override PartName="/ppt/tags/tag1493.xml" ContentType="application/vnd.openxmlformats-officedocument.presentationml.tags+xml"/>
  <Override PartName="/ppt/tags/tag1494.xml" ContentType="application/vnd.openxmlformats-officedocument.presentationml.tags+xml"/>
  <Override PartName="/ppt/tags/tag1495.xml" ContentType="application/vnd.openxmlformats-officedocument.presentationml.tags+xml"/>
  <Override PartName="/ppt/tags/tag1496.xml" ContentType="application/vnd.openxmlformats-officedocument.presentationml.tags+xml"/>
  <Override PartName="/ppt/tags/tag1497.xml" ContentType="application/vnd.openxmlformats-officedocument.presentationml.tags+xml"/>
  <Override PartName="/ppt/tags/tag1498.xml" ContentType="application/vnd.openxmlformats-officedocument.presentationml.tags+xml"/>
  <Override PartName="/ppt/tags/tag1499.xml" ContentType="application/vnd.openxmlformats-officedocument.presentationml.tags+xml"/>
  <Override PartName="/ppt/tags/tag1500.xml" ContentType="application/vnd.openxmlformats-officedocument.presentationml.tags+xml"/>
  <Override PartName="/ppt/tags/tag1501.xml" ContentType="application/vnd.openxmlformats-officedocument.presentationml.tags+xml"/>
  <Override PartName="/ppt/tags/tag1502.xml" ContentType="application/vnd.openxmlformats-officedocument.presentationml.tags+xml"/>
  <Override PartName="/ppt/tags/tag1503.xml" ContentType="application/vnd.openxmlformats-officedocument.presentationml.tags+xml"/>
  <Override PartName="/ppt/tags/tag1504.xml" ContentType="application/vnd.openxmlformats-officedocument.presentationml.tags+xml"/>
  <Override PartName="/ppt/tags/tag1505.xml" ContentType="application/vnd.openxmlformats-officedocument.presentationml.tags+xml"/>
  <Override PartName="/ppt/tags/tag1506.xml" ContentType="application/vnd.openxmlformats-officedocument.presentationml.tags+xml"/>
  <Override PartName="/ppt/tags/tag1507.xml" ContentType="application/vnd.openxmlformats-officedocument.presentationml.tags+xml"/>
  <Override PartName="/ppt/tags/tag1508.xml" ContentType="application/vnd.openxmlformats-officedocument.presentationml.tags+xml"/>
  <Override PartName="/ppt/tags/tag1509.xml" ContentType="application/vnd.openxmlformats-officedocument.presentationml.tags+xml"/>
  <Override PartName="/ppt/tags/tag1510.xml" ContentType="application/vnd.openxmlformats-officedocument.presentationml.tags+xml"/>
  <Override PartName="/ppt/tags/tag1511.xml" ContentType="application/vnd.openxmlformats-officedocument.presentationml.tags+xml"/>
  <Override PartName="/ppt/tags/tag1512.xml" ContentType="application/vnd.openxmlformats-officedocument.presentationml.tags+xml"/>
  <Override PartName="/ppt/tags/tag1513.xml" ContentType="application/vnd.openxmlformats-officedocument.presentationml.tags+xml"/>
  <Override PartName="/ppt/tags/tag1514.xml" ContentType="application/vnd.openxmlformats-officedocument.presentationml.tags+xml"/>
  <Override PartName="/ppt/tags/tag1515.xml" ContentType="application/vnd.openxmlformats-officedocument.presentationml.tags+xml"/>
  <Override PartName="/ppt/tags/tag1516.xml" ContentType="application/vnd.openxmlformats-officedocument.presentationml.tags+xml"/>
  <Override PartName="/ppt/tags/tag1517.xml" ContentType="application/vnd.openxmlformats-officedocument.presentationml.tags+xml"/>
  <Override PartName="/ppt/tags/tag1518.xml" ContentType="application/vnd.openxmlformats-officedocument.presentationml.tags+xml"/>
  <Override PartName="/ppt/tags/tag1519.xml" ContentType="application/vnd.openxmlformats-officedocument.presentationml.tags+xml"/>
  <Override PartName="/ppt/tags/tag1520.xml" ContentType="application/vnd.openxmlformats-officedocument.presentationml.tags+xml"/>
  <Override PartName="/ppt/tags/tag1521.xml" ContentType="application/vnd.openxmlformats-officedocument.presentationml.tags+xml"/>
  <Override PartName="/ppt/tags/tag1522.xml" ContentType="application/vnd.openxmlformats-officedocument.presentationml.tags+xml"/>
  <Override PartName="/ppt/tags/tag1523.xml" ContentType="application/vnd.openxmlformats-officedocument.presentationml.tags+xml"/>
  <Override PartName="/ppt/tags/tag1524.xml" ContentType="application/vnd.openxmlformats-officedocument.presentationml.tags+xml"/>
  <Override PartName="/ppt/tags/tag1525.xml" ContentType="application/vnd.openxmlformats-officedocument.presentationml.tags+xml"/>
  <Override PartName="/ppt/tags/tag1526.xml" ContentType="application/vnd.openxmlformats-officedocument.presentationml.tags+xml"/>
  <Override PartName="/ppt/tags/tag1527.xml" ContentType="application/vnd.openxmlformats-officedocument.presentationml.tags+xml"/>
  <Override PartName="/ppt/tags/tag1528.xml" ContentType="application/vnd.openxmlformats-officedocument.presentationml.tags+xml"/>
  <Override PartName="/ppt/tags/tag1529.xml" ContentType="application/vnd.openxmlformats-officedocument.presentationml.tags+xml"/>
  <Override PartName="/ppt/tags/tag1530.xml" ContentType="application/vnd.openxmlformats-officedocument.presentationml.tags+xml"/>
  <Override PartName="/ppt/tags/tag1531.xml" ContentType="application/vnd.openxmlformats-officedocument.presentationml.tags+xml"/>
  <Override PartName="/ppt/tags/tag1532.xml" ContentType="application/vnd.openxmlformats-officedocument.presentationml.tags+xml"/>
  <Override PartName="/ppt/tags/tag1533.xml" ContentType="application/vnd.openxmlformats-officedocument.presentationml.tags+xml"/>
  <Override PartName="/ppt/tags/tag1534.xml" ContentType="application/vnd.openxmlformats-officedocument.presentationml.tags+xml"/>
  <Override PartName="/ppt/notesSlides/notesSlide102.xml" ContentType="application/vnd.openxmlformats-officedocument.presentationml.notesSlide+xml"/>
  <Override PartName="/ppt/tags/tag1535.xml" ContentType="application/vnd.openxmlformats-officedocument.presentationml.tags+xml"/>
  <Override PartName="/ppt/tags/tag1536.xml" ContentType="application/vnd.openxmlformats-officedocument.presentationml.tags+xml"/>
  <Override PartName="/ppt/notesSlides/notesSlide103.xml" ContentType="application/vnd.openxmlformats-officedocument.presentationml.notesSlide+xml"/>
  <Override PartName="/ppt/tags/tag1537.xml" ContentType="application/vnd.openxmlformats-officedocument.presentationml.tags+xml"/>
  <Override PartName="/ppt/tags/tag1538.xml" ContentType="application/vnd.openxmlformats-officedocument.presentationml.tags+xml"/>
  <Override PartName="/ppt/tags/tag1539.xml" ContentType="application/vnd.openxmlformats-officedocument.presentationml.tags+xml"/>
  <Override PartName="/ppt/notesSlides/notesSlide104.xml" ContentType="application/vnd.openxmlformats-officedocument.presentationml.notesSlide+xml"/>
  <Override PartName="/ppt/tags/tag1540.xml" ContentType="application/vnd.openxmlformats-officedocument.presentationml.tags+xml"/>
  <Override PartName="/ppt/tags/tag1541.xml" ContentType="application/vnd.openxmlformats-officedocument.presentationml.tags+xml"/>
  <Override PartName="/ppt/tags/tag1542.xml" ContentType="application/vnd.openxmlformats-officedocument.presentationml.tags+xml"/>
  <Override PartName="/ppt/tags/tag1543.xml" ContentType="application/vnd.openxmlformats-officedocument.presentationml.tags+xml"/>
  <Override PartName="/ppt/notesSlides/notesSlide105.xml" ContentType="application/vnd.openxmlformats-officedocument.presentationml.notesSlide+xml"/>
  <Override PartName="/ppt/tags/tag1544.xml" ContentType="application/vnd.openxmlformats-officedocument.presentationml.tags+xml"/>
  <Override PartName="/ppt/tags/tag1545.xml" ContentType="application/vnd.openxmlformats-officedocument.presentationml.tags+xml"/>
  <Override PartName="/ppt/tags/tag1546.xml" ContentType="application/vnd.openxmlformats-officedocument.presentationml.tags+xml"/>
  <Override PartName="/ppt/tags/tag1547.xml" ContentType="application/vnd.openxmlformats-officedocument.presentationml.tags+xml"/>
  <Override PartName="/ppt/notesSlides/notesSlide106.xml" ContentType="application/vnd.openxmlformats-officedocument.presentationml.notesSlide+xml"/>
  <Override PartName="/ppt/tags/tag1548.xml" ContentType="application/vnd.openxmlformats-officedocument.presentationml.tags+xml"/>
  <Override PartName="/ppt/tags/tag1549.xml" ContentType="application/vnd.openxmlformats-officedocument.presentationml.tags+xml"/>
  <Override PartName="/ppt/tags/tag1550.xml" ContentType="application/vnd.openxmlformats-officedocument.presentationml.tags+xml"/>
  <Override PartName="/ppt/tags/tag1551.xml" ContentType="application/vnd.openxmlformats-officedocument.presentationml.tags+xml"/>
  <Override PartName="/ppt/tags/tag1552.xml" ContentType="application/vnd.openxmlformats-officedocument.presentationml.tags+xml"/>
  <Override PartName="/ppt/tags/tag1553.xml" ContentType="application/vnd.openxmlformats-officedocument.presentationml.tags+xml"/>
  <Override PartName="/ppt/notesSlides/notesSlide107.xml" ContentType="application/vnd.openxmlformats-officedocument.presentationml.notesSlide+xml"/>
  <Override PartName="/ppt/tags/tag1554.xml" ContentType="application/vnd.openxmlformats-officedocument.presentationml.tags+xml"/>
  <Override PartName="/ppt/tags/tag1555.xml" ContentType="application/vnd.openxmlformats-officedocument.presentationml.tags+xml"/>
  <Override PartName="/ppt/tags/tag1556.xml" ContentType="application/vnd.openxmlformats-officedocument.presentationml.tags+xml"/>
  <Override PartName="/ppt/tags/tag1557.xml" ContentType="application/vnd.openxmlformats-officedocument.presentationml.tags+xml"/>
  <Override PartName="/ppt/tags/tag1558.xml" ContentType="application/vnd.openxmlformats-officedocument.presentationml.tags+xml"/>
  <Override PartName="/ppt/notesSlides/notesSlide108.xml" ContentType="application/vnd.openxmlformats-officedocument.presentationml.notesSlide+xml"/>
  <Override PartName="/ppt/tags/tag1559.xml" ContentType="application/vnd.openxmlformats-officedocument.presentationml.tags+xml"/>
  <Override PartName="/ppt/tags/tag1560.xml" ContentType="application/vnd.openxmlformats-officedocument.presentationml.tags+xml"/>
  <Override PartName="/ppt/tags/tag1561.xml" ContentType="application/vnd.openxmlformats-officedocument.presentationml.tags+xml"/>
  <Override PartName="/ppt/tags/tag1562.xml" ContentType="application/vnd.openxmlformats-officedocument.presentationml.tags+xml"/>
  <Override PartName="/ppt/tags/tag1563.xml" ContentType="application/vnd.openxmlformats-officedocument.presentationml.tags+xml"/>
  <Override PartName="/ppt/notesSlides/notesSlide109.xml" ContentType="application/vnd.openxmlformats-officedocument.presentationml.notesSlide+xml"/>
  <Override PartName="/ppt/tags/tag1564.xml" ContentType="application/vnd.openxmlformats-officedocument.presentationml.tags+xml"/>
  <Override PartName="/ppt/tags/tag1565.xml" ContentType="application/vnd.openxmlformats-officedocument.presentationml.tags+xml"/>
  <Override PartName="/ppt/tags/tag1566.xml" ContentType="application/vnd.openxmlformats-officedocument.presentationml.tags+xml"/>
  <Override PartName="/ppt/tags/tag1567.xml" ContentType="application/vnd.openxmlformats-officedocument.presentationml.tags+xml"/>
  <Override PartName="/ppt/tags/tag1568.xml" ContentType="application/vnd.openxmlformats-officedocument.presentationml.tags+xml"/>
  <Override PartName="/ppt/notesSlides/notesSlide110.xml" ContentType="application/vnd.openxmlformats-officedocument.presentationml.notesSlide+xml"/>
  <Override PartName="/ppt/tags/tag1569.xml" ContentType="application/vnd.openxmlformats-officedocument.presentationml.tags+xml"/>
  <Override PartName="/ppt/tags/tag1570.xml" ContentType="application/vnd.openxmlformats-officedocument.presentationml.tags+xml"/>
  <Override PartName="/ppt/tags/tag1571.xml" ContentType="application/vnd.openxmlformats-officedocument.presentationml.tags+xml"/>
  <Override PartName="/ppt/tags/tag1572.xml" ContentType="application/vnd.openxmlformats-officedocument.presentationml.tags+xml"/>
  <Override PartName="/ppt/tags/tag1573.xml" ContentType="application/vnd.openxmlformats-officedocument.presentationml.tags+xml"/>
  <Override PartName="/ppt/notesSlides/notesSlide111.xml" ContentType="application/vnd.openxmlformats-officedocument.presentationml.notesSlide+xml"/>
  <Override PartName="/ppt/tags/tag1574.xml" ContentType="application/vnd.openxmlformats-officedocument.presentationml.tags+xml"/>
  <Override PartName="/ppt/tags/tag1575.xml" ContentType="application/vnd.openxmlformats-officedocument.presentationml.tags+xml"/>
  <Override PartName="/ppt/tags/tag1576.xml" ContentType="application/vnd.openxmlformats-officedocument.presentationml.tags+xml"/>
  <Override PartName="/ppt/tags/tag1577.xml" ContentType="application/vnd.openxmlformats-officedocument.presentationml.tags+xml"/>
  <Override PartName="/ppt/tags/tag1578.xml" ContentType="application/vnd.openxmlformats-officedocument.presentationml.tags+xml"/>
  <Override PartName="/ppt/notesSlides/notesSlide112.xml" ContentType="application/vnd.openxmlformats-officedocument.presentationml.notesSlide+xml"/>
  <Override PartName="/ppt/tags/tag1579.xml" ContentType="application/vnd.openxmlformats-officedocument.presentationml.tags+xml"/>
  <Override PartName="/ppt/tags/tag1580.xml" ContentType="application/vnd.openxmlformats-officedocument.presentationml.tags+xml"/>
  <Override PartName="/ppt/tags/tag1581.xml" ContentType="application/vnd.openxmlformats-officedocument.presentationml.tags+xml"/>
  <Override PartName="/ppt/tags/tag1582.xml" ContentType="application/vnd.openxmlformats-officedocument.presentationml.tags+xml"/>
  <Override PartName="/ppt/tags/tag1583.xml" ContentType="application/vnd.openxmlformats-officedocument.presentationml.tags+xml"/>
  <Override PartName="/ppt/tags/tag1584.xml" ContentType="application/vnd.openxmlformats-officedocument.presentationml.tags+xml"/>
  <Override PartName="/ppt/tags/tag1585.xml" ContentType="application/vnd.openxmlformats-officedocument.presentationml.tags+xml"/>
  <Override PartName="/ppt/notesSlides/notesSlide1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5"/>
  </p:notesMasterIdLst>
  <p:sldIdLst>
    <p:sldId id="256" r:id="rId2"/>
    <p:sldId id="334" r:id="rId3"/>
    <p:sldId id="335" r:id="rId4"/>
    <p:sldId id="336" r:id="rId5"/>
    <p:sldId id="337" r:id="rId6"/>
    <p:sldId id="338" r:id="rId7"/>
    <p:sldId id="339" r:id="rId8"/>
    <p:sldId id="340" r:id="rId9"/>
    <p:sldId id="341" r:id="rId10"/>
    <p:sldId id="342" r:id="rId11"/>
    <p:sldId id="343" r:id="rId12"/>
    <p:sldId id="344" r:id="rId13"/>
    <p:sldId id="345" r:id="rId14"/>
    <p:sldId id="346" r:id="rId15"/>
    <p:sldId id="347" r:id="rId16"/>
    <p:sldId id="348" r:id="rId17"/>
    <p:sldId id="349" r:id="rId18"/>
    <p:sldId id="350" r:id="rId19"/>
    <p:sldId id="351" r:id="rId20"/>
    <p:sldId id="352" r:id="rId21"/>
    <p:sldId id="353" r:id="rId22"/>
    <p:sldId id="354" r:id="rId23"/>
    <p:sldId id="355" r:id="rId24"/>
    <p:sldId id="356" r:id="rId25"/>
    <p:sldId id="357" r:id="rId26"/>
    <p:sldId id="358" r:id="rId27"/>
    <p:sldId id="359" r:id="rId28"/>
    <p:sldId id="360" r:id="rId29"/>
    <p:sldId id="361" r:id="rId30"/>
    <p:sldId id="362" r:id="rId31"/>
    <p:sldId id="363" r:id="rId32"/>
    <p:sldId id="364" r:id="rId33"/>
    <p:sldId id="365" r:id="rId34"/>
    <p:sldId id="366" r:id="rId35"/>
    <p:sldId id="367" r:id="rId36"/>
    <p:sldId id="368" r:id="rId37"/>
    <p:sldId id="369" r:id="rId38"/>
    <p:sldId id="370" r:id="rId39"/>
    <p:sldId id="371" r:id="rId40"/>
    <p:sldId id="372" r:id="rId41"/>
    <p:sldId id="373" r:id="rId42"/>
    <p:sldId id="374" r:id="rId43"/>
    <p:sldId id="375" r:id="rId44"/>
    <p:sldId id="376" r:id="rId45"/>
    <p:sldId id="377" r:id="rId46"/>
    <p:sldId id="278" r:id="rId47"/>
    <p:sldId id="325" r:id="rId48"/>
    <p:sldId id="378" r:id="rId49"/>
    <p:sldId id="379" r:id="rId50"/>
    <p:sldId id="380" r:id="rId51"/>
    <p:sldId id="381" r:id="rId52"/>
    <p:sldId id="382" r:id="rId53"/>
    <p:sldId id="383" r:id="rId54"/>
    <p:sldId id="384" r:id="rId55"/>
    <p:sldId id="385" r:id="rId56"/>
    <p:sldId id="386" r:id="rId57"/>
    <p:sldId id="387" r:id="rId58"/>
    <p:sldId id="388" r:id="rId59"/>
    <p:sldId id="389" r:id="rId60"/>
    <p:sldId id="390" r:id="rId61"/>
    <p:sldId id="279" r:id="rId62"/>
    <p:sldId id="324" r:id="rId63"/>
    <p:sldId id="391" r:id="rId64"/>
    <p:sldId id="392" r:id="rId65"/>
    <p:sldId id="393" r:id="rId66"/>
    <p:sldId id="394" r:id="rId67"/>
    <p:sldId id="395" r:id="rId68"/>
    <p:sldId id="396" r:id="rId69"/>
    <p:sldId id="397" r:id="rId70"/>
    <p:sldId id="398" r:id="rId71"/>
    <p:sldId id="302" r:id="rId72"/>
    <p:sldId id="280" r:id="rId73"/>
    <p:sldId id="399" r:id="rId74"/>
    <p:sldId id="400" r:id="rId75"/>
    <p:sldId id="401" r:id="rId76"/>
    <p:sldId id="402" r:id="rId77"/>
    <p:sldId id="403" r:id="rId78"/>
    <p:sldId id="404" r:id="rId79"/>
    <p:sldId id="405" r:id="rId80"/>
    <p:sldId id="406" r:id="rId81"/>
    <p:sldId id="407" r:id="rId82"/>
    <p:sldId id="291" r:id="rId83"/>
    <p:sldId id="306" r:id="rId84"/>
    <p:sldId id="408" r:id="rId85"/>
    <p:sldId id="409" r:id="rId86"/>
    <p:sldId id="410" r:id="rId87"/>
    <p:sldId id="411" r:id="rId88"/>
    <p:sldId id="412" r:id="rId89"/>
    <p:sldId id="413" r:id="rId90"/>
    <p:sldId id="414" r:id="rId91"/>
    <p:sldId id="309" r:id="rId92"/>
    <p:sldId id="415" r:id="rId93"/>
    <p:sldId id="416" r:id="rId94"/>
    <p:sldId id="417" r:id="rId95"/>
    <p:sldId id="418" r:id="rId96"/>
    <p:sldId id="419" r:id="rId97"/>
    <p:sldId id="420" r:id="rId98"/>
    <p:sldId id="421" r:id="rId99"/>
    <p:sldId id="422" r:id="rId100"/>
    <p:sldId id="423" r:id="rId101"/>
    <p:sldId id="424" r:id="rId102"/>
    <p:sldId id="425" r:id="rId103"/>
    <p:sldId id="312" r:id="rId104"/>
    <p:sldId id="262" r:id="rId105"/>
    <p:sldId id="327" r:id="rId106"/>
    <p:sldId id="328" r:id="rId107"/>
    <p:sldId id="331" r:id="rId108"/>
    <p:sldId id="329" r:id="rId109"/>
    <p:sldId id="330" r:id="rId110"/>
    <p:sldId id="320" r:id="rId111"/>
    <p:sldId id="318" r:id="rId112"/>
    <p:sldId id="332" r:id="rId113"/>
    <p:sldId id="319" r:id="rId114"/>
    <p:sldId id="333" r:id="rId115"/>
    <p:sldId id="317" r:id="rId116"/>
    <p:sldId id="321" r:id="rId117"/>
    <p:sldId id="426" r:id="rId118"/>
    <p:sldId id="427" r:id="rId119"/>
    <p:sldId id="428" r:id="rId120"/>
    <p:sldId id="429" r:id="rId121"/>
    <p:sldId id="430" r:id="rId122"/>
    <p:sldId id="431" r:id="rId123"/>
    <p:sldId id="432" r:id="rId1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293DA01B-4D9B-48A0-906B-75ADFA7BB1A7}">
          <p14:sldIdLst>
            <p14:sldId id="256"/>
            <p14:sldId id="334"/>
            <p14:sldId id="335"/>
            <p14:sldId id="336"/>
            <p14:sldId id="337"/>
            <p14:sldId id="338"/>
            <p14:sldId id="339"/>
            <p14:sldId id="340"/>
            <p14:sldId id="341"/>
            <p14:sldId id="342"/>
            <p14:sldId id="343"/>
          </p14:sldIdLst>
        </p14:section>
        <p14:section name="algorithms" id="{7894E90A-E282-4867-82A4-369CDB973E4E}">
          <p14:sldIdLst>
            <p14:sldId id="344"/>
            <p14:sldId id="345"/>
            <p14:sldId id="346"/>
            <p14:sldId id="347"/>
            <p14:sldId id="348"/>
            <p14:sldId id="349"/>
            <p14:sldId id="350"/>
            <p14:sldId id="351"/>
            <p14:sldId id="352"/>
            <p14:sldId id="353"/>
            <p14:sldId id="354"/>
            <p14:sldId id="355"/>
            <p14:sldId id="356"/>
            <p14:sldId id="357"/>
            <p14:sldId id="358"/>
            <p14:sldId id="359"/>
            <p14:sldId id="360"/>
            <p14:sldId id="361"/>
            <p14:sldId id="362"/>
            <p14:sldId id="363"/>
            <p14:sldId id="364"/>
            <p14:sldId id="365"/>
            <p14:sldId id="366"/>
            <p14:sldId id="367"/>
            <p14:sldId id="368"/>
            <p14:sldId id="369"/>
            <p14:sldId id="370"/>
            <p14:sldId id="371"/>
            <p14:sldId id="372"/>
            <p14:sldId id="373"/>
            <p14:sldId id="374"/>
            <p14:sldId id="375"/>
            <p14:sldId id="376"/>
            <p14:sldId id="377"/>
            <p14:sldId id="278"/>
            <p14:sldId id="325"/>
            <p14:sldId id="378"/>
            <p14:sldId id="379"/>
            <p14:sldId id="380"/>
            <p14:sldId id="381"/>
            <p14:sldId id="382"/>
            <p14:sldId id="383"/>
            <p14:sldId id="384"/>
            <p14:sldId id="385"/>
            <p14:sldId id="386"/>
            <p14:sldId id="387"/>
            <p14:sldId id="388"/>
            <p14:sldId id="389"/>
            <p14:sldId id="390"/>
            <p14:sldId id="279"/>
            <p14:sldId id="324"/>
            <p14:sldId id="391"/>
            <p14:sldId id="392"/>
            <p14:sldId id="393"/>
            <p14:sldId id="394"/>
            <p14:sldId id="395"/>
            <p14:sldId id="396"/>
            <p14:sldId id="397"/>
            <p14:sldId id="398"/>
            <p14:sldId id="302"/>
            <p14:sldId id="280"/>
            <p14:sldId id="399"/>
            <p14:sldId id="400"/>
            <p14:sldId id="401"/>
          </p14:sldIdLst>
        </p14:section>
        <p14:section name="llms" id="{2FE3CF17-CBFB-48E9-A3BF-DD99B7D2F01E}">
          <p14:sldIdLst>
            <p14:sldId id="402"/>
            <p14:sldId id="403"/>
            <p14:sldId id="404"/>
            <p14:sldId id="405"/>
            <p14:sldId id="406"/>
            <p14:sldId id="407"/>
            <p14:sldId id="291"/>
            <p14:sldId id="306"/>
            <p14:sldId id="408"/>
            <p14:sldId id="409"/>
            <p14:sldId id="410"/>
            <p14:sldId id="411"/>
            <p14:sldId id="412"/>
            <p14:sldId id="413"/>
            <p14:sldId id="414"/>
            <p14:sldId id="309"/>
          </p14:sldIdLst>
        </p14:section>
        <p14:section name="summary" id="{D3BAAF83-51D3-4EFD-B7CC-7BA6DAC4A838}">
          <p14:sldIdLst>
            <p14:sldId id="415"/>
            <p14:sldId id="416"/>
            <p14:sldId id="417"/>
            <p14:sldId id="418"/>
            <p14:sldId id="419"/>
            <p14:sldId id="420"/>
            <p14:sldId id="421"/>
            <p14:sldId id="422"/>
            <p14:sldId id="423"/>
            <p14:sldId id="424"/>
            <p14:sldId id="425"/>
            <p14:sldId id="312"/>
          </p14:sldIdLst>
        </p14:section>
        <p14:section name="Review comments and questions" id="{40190F67-0659-405D-810E-4AC194B72FA5}">
          <p14:sldIdLst>
            <p14:sldId id="262"/>
            <p14:sldId id="327"/>
            <p14:sldId id="328"/>
            <p14:sldId id="331"/>
            <p14:sldId id="329"/>
            <p14:sldId id="330"/>
            <p14:sldId id="320"/>
            <p14:sldId id="318"/>
            <p14:sldId id="332"/>
            <p14:sldId id="319"/>
            <p14:sldId id="333"/>
            <p14:sldId id="317"/>
            <p14:sldId id="321"/>
          </p14:sldIdLst>
        </p14:section>
        <p14:section name="supplementary" id="{5D95F6E9-DF15-476C-BE69-BBEF48AA8B86}">
          <p14:sldIdLst>
            <p14:sldId id="426"/>
            <p14:sldId id="427"/>
            <p14:sldId id="428"/>
            <p14:sldId id="429"/>
            <p14:sldId id="430"/>
            <p14:sldId id="431"/>
            <p14:sldId id="432"/>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85450"/>
    <a:srgbClr val="FFFFFF"/>
    <a:srgbClr val="82B366"/>
    <a:srgbClr val="6C8EBF"/>
    <a:srgbClr val="DDDDDD"/>
    <a:srgbClr val="FBA9ED"/>
    <a:srgbClr val="BED6FA"/>
    <a:srgbClr val="B4D0FA"/>
    <a:srgbClr val="FEC842"/>
    <a:srgbClr val="FECB4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9144" autoAdjust="0"/>
    <p:restoredTop sz="75845" autoAdjust="0"/>
  </p:normalViewPr>
  <p:slideViewPr>
    <p:cSldViewPr snapToGrid="0">
      <p:cViewPr>
        <p:scale>
          <a:sx n="100" d="100"/>
          <a:sy n="100" d="100"/>
        </p:scale>
        <p:origin x="4068" y="540"/>
      </p:cViewPr>
      <p:guideLst>
        <p:guide orient="horz" pos="2160"/>
        <p:guide pos="3840"/>
      </p:guideLst>
    </p:cSldViewPr>
  </p:slideViewPr>
  <p:outlineViewPr>
    <p:cViewPr>
      <p:scale>
        <a:sx n="33" d="100"/>
        <a:sy n="33" d="100"/>
      </p:scale>
      <p:origin x="0" y="-4716"/>
    </p:cViewPr>
  </p:outlineViewPr>
  <p:notesTextViewPr>
    <p:cViewPr>
      <p:scale>
        <a:sx n="1" d="1"/>
        <a:sy n="1" d="1"/>
      </p:scale>
      <p:origin x="0" y="0"/>
    </p:cViewPr>
  </p:notesTextViewPr>
  <p:sorterViewPr>
    <p:cViewPr varScale="1">
      <p:scale>
        <a:sx n="100" d="100"/>
        <a:sy n="100" d="100"/>
      </p:scale>
      <p:origin x="0" y="0"/>
    </p:cViewPr>
  </p:sorterViewPr>
  <p:notesViewPr>
    <p:cSldViewPr snapToGrid="0">
      <p:cViewPr varScale="1">
        <p:scale>
          <a:sx n="121" d="100"/>
          <a:sy n="121" d="100"/>
        </p:scale>
        <p:origin x="6804" y="90"/>
      </p:cViewPr>
      <p:guideLst/>
    </p:cSldViewPr>
  </p:notes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theme" Target="theme/theme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tableStyles" Target="tableStyles.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4A5C982-A1C5-4AC2-B4BF-466515DA1494}" type="datetimeFigureOut">
              <a:rPr lang="en-US" smtClean="0"/>
              <a:t>9/5/2026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A8FD632-245B-410D-BCC4-8BF8D37AB67F}" type="slidenum">
              <a:rPr lang="en-US" smtClean="0"/>
              <a:t>‹#›</a:t>
            </a:fld>
            <a:endParaRPr lang="en-US"/>
          </a:p>
        </p:txBody>
      </p:sp>
    </p:spTree>
    <p:extLst>
      <p:ext uri="{BB962C8B-B14F-4D97-AF65-F5344CB8AC3E}">
        <p14:creationId xmlns:p14="http://schemas.microsoft.com/office/powerpoint/2010/main" val="36103530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r>
              <a:rPr lang="en-US" sz="1200" b="0" kern="1200" dirty="0">
                <a:solidFill>
                  <a:schemeClr val="tx1"/>
                </a:solidFill>
                <a:effectLst/>
                <a:latin typeface="+mn-lt"/>
                <a:ea typeface="+mn-ea"/>
                <a:cs typeface="+mn-cs"/>
              </a:rPr>
              <a:t>Good morning,</a:t>
            </a:r>
          </a:p>
          <a:p>
            <a:r>
              <a:rPr lang="en-US" sz="1200" b="0" kern="1200" dirty="0">
                <a:solidFill>
                  <a:schemeClr val="tx1"/>
                </a:solidFill>
                <a:effectLst/>
                <a:latin typeface="+mn-lt"/>
                <a:ea typeface="+mn-ea"/>
                <a:cs typeface="+mn-cs"/>
              </a:rPr>
              <a:t>Esteemed members of the committee, I’d like to present you my research.</a:t>
            </a:r>
          </a:p>
        </p:txBody>
      </p:sp>
      <p:sp>
        <p:nvSpPr>
          <p:cNvPr id="4" name="Slide Number Placeholder 3"/>
          <p:cNvSpPr>
            <a:spLocks noGrp="1"/>
          </p:cNvSpPr>
          <p:nvPr>
            <p:ph type="sldNum" sz="quarter" idx="5"/>
          </p:nvPr>
        </p:nvSpPr>
        <p:spPr/>
        <p:txBody>
          <a:bodyPr/>
          <a:lstStyle/>
          <a:p>
            <a:fld id="{FA8FD632-245B-410D-BCC4-8BF8D37AB67F}" type="slidenum">
              <a:rPr lang="en-US" smtClean="0"/>
              <a:t>1</a:t>
            </a:fld>
            <a:endParaRPr lang="en-US" dirty="0"/>
          </a:p>
        </p:txBody>
      </p:sp>
    </p:spTree>
    <p:extLst>
      <p:ext uri="{BB962C8B-B14F-4D97-AF65-F5344CB8AC3E}">
        <p14:creationId xmlns:p14="http://schemas.microsoft.com/office/powerpoint/2010/main" val="109363098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F329ED-D737-34A6-0925-8C1CCC2C51F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E5F9F78-7659-2C4C-F035-CA080DB17C92}"/>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4E57B2AE-D16B-B352-80B6-22209338C121}"/>
              </a:ext>
            </a:extLst>
          </p:cNvPr>
          <p:cNvSpPr>
            <a:spLocks noGrp="1"/>
          </p:cNvSpPr>
          <p:nvPr>
            <p:ph type="body" idx="1"/>
          </p:nvPr>
        </p:nvSpPr>
        <p:spPr/>
        <p:txBody>
          <a:bodyPr/>
          <a:lstStyle/>
          <a:p>
            <a:r>
              <a:rPr lang="en-US" dirty="0"/>
              <a:t>(key idea: pitch the research in 30s)</a:t>
            </a:r>
            <a:br>
              <a:rPr lang="en-US" dirty="0"/>
            </a:br>
            <a:endParaRPr lang="en-US" dirty="0"/>
          </a:p>
          <a:p>
            <a:r>
              <a:rPr lang="en-US" dirty="0"/>
              <a:t>My research focuses on simplifying and streamlining algorithm design for scientific computing.</a:t>
            </a:r>
          </a:p>
          <a:p>
            <a:endParaRPr lang="en-US" dirty="0"/>
          </a:p>
          <a:p>
            <a:r>
              <a:rPr lang="en-US" dirty="0"/>
              <a:t>Such algorithms typically operate on regular data structures in nested loops,</a:t>
            </a:r>
          </a:p>
          <a:p>
            <a:r>
              <a:rPr lang="en-US" dirty="0"/>
              <a:t>So one of the main challenges is optimizing its memory accesses to achieve the best performance.</a:t>
            </a:r>
          </a:p>
          <a:p>
            <a:endParaRPr lang="en-US" dirty="0"/>
          </a:p>
          <a:p>
            <a:r>
              <a:rPr lang="en-US" dirty="0"/>
              <a:t>To improve the algorithm design, we have designed native C++ layout and traversal abstractions</a:t>
            </a:r>
          </a:p>
          <a:p>
            <a:r>
              <a:rPr lang="en-US" dirty="0"/>
              <a:t>That offer a practical solution in parallel and distributed computing, we have then applied the same principles</a:t>
            </a:r>
            <a:br>
              <a:rPr lang="en-US" dirty="0"/>
            </a:br>
            <a:r>
              <a:rPr lang="en-US" dirty="0"/>
              <a:t>to specific domains to apply even broader optimizations, and explored algorithm optimizations guided by large language models.</a:t>
            </a:r>
          </a:p>
        </p:txBody>
      </p:sp>
      <p:sp>
        <p:nvSpPr>
          <p:cNvPr id="4" name="Slide Number Placeholder 3">
            <a:extLst>
              <a:ext uri="{FF2B5EF4-FFF2-40B4-BE49-F238E27FC236}">
                <a16:creationId xmlns:a16="http://schemas.microsoft.com/office/drawing/2014/main" id="{C3AD30D6-FB5C-C6E6-8452-1EC18E3B9F72}"/>
              </a:ext>
            </a:extLst>
          </p:cNvPr>
          <p:cNvSpPr>
            <a:spLocks noGrp="1"/>
          </p:cNvSpPr>
          <p:nvPr>
            <p:ph type="sldNum" sz="quarter" idx="5"/>
          </p:nvPr>
        </p:nvSpPr>
        <p:spPr/>
        <p:txBody>
          <a:bodyPr/>
          <a:lstStyle/>
          <a:p>
            <a:fld id="{FA8FD632-245B-410D-BCC4-8BF8D37AB67F}" type="slidenum">
              <a:rPr lang="en-US" smtClean="0"/>
              <a:t>2</a:t>
            </a:fld>
            <a:endParaRPr lang="en-US" dirty="0"/>
          </a:p>
        </p:txBody>
      </p:sp>
    </p:spTree>
    <p:extLst>
      <p:ext uri="{BB962C8B-B14F-4D97-AF65-F5344CB8AC3E}">
        <p14:creationId xmlns:p14="http://schemas.microsoft.com/office/powerpoint/2010/main" val="188887204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F329ED-D737-34A6-0925-8C1CCC2C51F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E5F9F78-7659-2C4C-F035-CA080DB17C92}"/>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4E57B2AE-D16B-B352-80B6-22209338C121}"/>
              </a:ext>
            </a:extLst>
          </p:cNvPr>
          <p:cNvSpPr>
            <a:spLocks noGrp="1"/>
          </p:cNvSpPr>
          <p:nvPr>
            <p:ph type="body" idx="1"/>
          </p:nvPr>
        </p:nvSpPr>
        <p:spPr/>
        <p:txBody>
          <a:bodyPr/>
          <a:lstStyle/>
          <a:p>
            <a:r>
              <a:rPr lang="en-US" dirty="0"/>
              <a:t>(key idea: pitch the research in 30s)</a:t>
            </a:r>
            <a:br>
              <a:rPr lang="en-US" dirty="0"/>
            </a:br>
            <a:endParaRPr lang="en-US" dirty="0"/>
          </a:p>
          <a:p>
            <a:r>
              <a:rPr lang="en-US" dirty="0"/>
              <a:t>My research focuses on simplifying and streamlining algorithm design for scientific computing.</a:t>
            </a:r>
          </a:p>
          <a:p>
            <a:endParaRPr lang="en-US" dirty="0"/>
          </a:p>
          <a:p>
            <a:r>
              <a:rPr lang="en-US" dirty="0"/>
              <a:t>Such algorithms typically operate on regular data structures in nested loops,</a:t>
            </a:r>
          </a:p>
          <a:p>
            <a:r>
              <a:rPr lang="en-US" dirty="0"/>
              <a:t>So one of the main challenges is optimizing its memory accesses to achieve the best performance.</a:t>
            </a:r>
          </a:p>
          <a:p>
            <a:endParaRPr lang="en-US" dirty="0"/>
          </a:p>
          <a:p>
            <a:r>
              <a:rPr lang="en-US" dirty="0"/>
              <a:t>To improve the algorithm design, we have designed native C++ layout and traversal abstractions</a:t>
            </a:r>
          </a:p>
          <a:p>
            <a:r>
              <a:rPr lang="en-US" dirty="0"/>
              <a:t>That offer a practical solution in parallel and distributed computing, we have then applied the same principles</a:t>
            </a:r>
            <a:br>
              <a:rPr lang="en-US" dirty="0"/>
            </a:br>
            <a:r>
              <a:rPr lang="en-US" dirty="0"/>
              <a:t>to specific domains to apply even broader optimizations, and explored algorithm optimizations guided by large language models.</a:t>
            </a:r>
          </a:p>
        </p:txBody>
      </p:sp>
      <p:sp>
        <p:nvSpPr>
          <p:cNvPr id="4" name="Slide Number Placeholder 3">
            <a:extLst>
              <a:ext uri="{FF2B5EF4-FFF2-40B4-BE49-F238E27FC236}">
                <a16:creationId xmlns:a16="http://schemas.microsoft.com/office/drawing/2014/main" id="{C3AD30D6-FB5C-C6E6-8452-1EC18E3B9F72}"/>
              </a:ext>
            </a:extLst>
          </p:cNvPr>
          <p:cNvSpPr>
            <a:spLocks noGrp="1"/>
          </p:cNvSpPr>
          <p:nvPr>
            <p:ph type="sldNum" sz="quarter" idx="5"/>
          </p:nvPr>
        </p:nvSpPr>
        <p:spPr/>
        <p:txBody>
          <a:bodyPr/>
          <a:lstStyle/>
          <a:p>
            <a:fld id="{FA8FD632-245B-410D-BCC4-8BF8D37AB67F}" type="slidenum">
              <a:rPr lang="en-US" smtClean="0"/>
              <a:t>3</a:t>
            </a:fld>
            <a:endParaRPr lang="en-US" dirty="0"/>
          </a:p>
        </p:txBody>
      </p:sp>
    </p:spTree>
    <p:extLst>
      <p:ext uri="{BB962C8B-B14F-4D97-AF65-F5344CB8AC3E}">
        <p14:creationId xmlns:p14="http://schemas.microsoft.com/office/powerpoint/2010/main" val="18888720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F329ED-D737-34A6-0925-8C1CCC2C51F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E5F9F78-7659-2C4C-F035-CA080DB17C92}"/>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4E57B2AE-D16B-B352-80B6-22209338C121}"/>
              </a:ext>
            </a:extLst>
          </p:cNvPr>
          <p:cNvSpPr>
            <a:spLocks noGrp="1"/>
          </p:cNvSpPr>
          <p:nvPr>
            <p:ph type="body" idx="1"/>
          </p:nvPr>
        </p:nvSpPr>
        <p:spPr/>
        <p:txBody>
          <a:bodyPr/>
          <a:lstStyle/>
          <a:p>
            <a:r>
              <a:rPr lang="en-US" dirty="0"/>
              <a:t>(key idea: pitch the research in 30s)</a:t>
            </a:r>
            <a:br>
              <a:rPr lang="en-US" dirty="0"/>
            </a:br>
            <a:endParaRPr lang="en-US" dirty="0"/>
          </a:p>
          <a:p>
            <a:r>
              <a:rPr lang="en-US" dirty="0"/>
              <a:t>My research focuses on simplifying and streamlining algorithm design for scientific computing.</a:t>
            </a:r>
          </a:p>
          <a:p>
            <a:endParaRPr lang="en-US" dirty="0"/>
          </a:p>
          <a:p>
            <a:r>
              <a:rPr lang="en-US" dirty="0"/>
              <a:t>Such algorithms typically operate on regular data structures in nested loops,</a:t>
            </a:r>
          </a:p>
          <a:p>
            <a:r>
              <a:rPr lang="en-US" dirty="0"/>
              <a:t>So one of the main challenges is optimizing its memory accesses to achieve the best performance.</a:t>
            </a:r>
          </a:p>
          <a:p>
            <a:endParaRPr lang="en-US" dirty="0"/>
          </a:p>
          <a:p>
            <a:r>
              <a:rPr lang="en-US" dirty="0"/>
              <a:t>To improve the algorithm design, we have designed native C++ layout and traversal abstractions</a:t>
            </a:r>
          </a:p>
          <a:p>
            <a:r>
              <a:rPr lang="en-US" dirty="0"/>
              <a:t>That offer a practical solution in parallel and distributed computing, we have then applied the same principles</a:t>
            </a:r>
            <a:br>
              <a:rPr lang="en-US" dirty="0"/>
            </a:br>
            <a:r>
              <a:rPr lang="en-US" dirty="0"/>
              <a:t>to specific domains to apply even broader optimizations, and explored algorithm optimizations guided by large language models.</a:t>
            </a:r>
          </a:p>
        </p:txBody>
      </p:sp>
      <p:sp>
        <p:nvSpPr>
          <p:cNvPr id="4" name="Slide Number Placeholder 3">
            <a:extLst>
              <a:ext uri="{FF2B5EF4-FFF2-40B4-BE49-F238E27FC236}">
                <a16:creationId xmlns:a16="http://schemas.microsoft.com/office/drawing/2014/main" id="{C3AD30D6-FB5C-C6E6-8452-1EC18E3B9F72}"/>
              </a:ext>
            </a:extLst>
          </p:cNvPr>
          <p:cNvSpPr>
            <a:spLocks noGrp="1"/>
          </p:cNvSpPr>
          <p:nvPr>
            <p:ph type="sldNum" sz="quarter" idx="5"/>
          </p:nvPr>
        </p:nvSpPr>
        <p:spPr/>
        <p:txBody>
          <a:bodyPr/>
          <a:lstStyle/>
          <a:p>
            <a:fld id="{FA8FD632-245B-410D-BCC4-8BF8D37AB67F}" type="slidenum">
              <a:rPr lang="en-US" smtClean="0"/>
              <a:t>4</a:t>
            </a:fld>
            <a:endParaRPr lang="en-US" dirty="0"/>
          </a:p>
        </p:txBody>
      </p:sp>
    </p:spTree>
    <p:extLst>
      <p:ext uri="{BB962C8B-B14F-4D97-AF65-F5344CB8AC3E}">
        <p14:creationId xmlns:p14="http://schemas.microsoft.com/office/powerpoint/2010/main" val="188887204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F329ED-D737-34A6-0925-8C1CCC2C51F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E5F9F78-7659-2C4C-F035-CA080DB17C92}"/>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4E57B2AE-D16B-B352-80B6-22209338C121}"/>
              </a:ext>
            </a:extLst>
          </p:cNvPr>
          <p:cNvSpPr>
            <a:spLocks noGrp="1"/>
          </p:cNvSpPr>
          <p:nvPr>
            <p:ph type="body" idx="1"/>
          </p:nvPr>
        </p:nvSpPr>
        <p:spPr/>
        <p:txBody>
          <a:bodyPr/>
          <a:lstStyle/>
          <a:p>
            <a:r>
              <a:rPr lang="en-US" dirty="0"/>
              <a:t>(key idea: pitch the research in 30s)</a:t>
            </a:r>
            <a:br>
              <a:rPr lang="en-US" dirty="0"/>
            </a:br>
            <a:endParaRPr lang="en-US" dirty="0"/>
          </a:p>
          <a:p>
            <a:r>
              <a:rPr lang="en-US" dirty="0"/>
              <a:t>My research focuses on simplifying and streamlining algorithm design for scientific computing.</a:t>
            </a:r>
          </a:p>
          <a:p>
            <a:endParaRPr lang="en-US" dirty="0"/>
          </a:p>
          <a:p>
            <a:r>
              <a:rPr lang="en-US" dirty="0"/>
              <a:t>Such algorithms typically operate on regular data structures in nested loops,</a:t>
            </a:r>
          </a:p>
          <a:p>
            <a:r>
              <a:rPr lang="en-US" dirty="0"/>
              <a:t>So one of the main challenges is optimizing its memory accesses to achieve the best performance.</a:t>
            </a:r>
          </a:p>
          <a:p>
            <a:endParaRPr lang="en-US" dirty="0"/>
          </a:p>
          <a:p>
            <a:r>
              <a:rPr lang="en-US" dirty="0"/>
              <a:t>To improve the algorithm design, we have designed native C++ layout and traversal abstractions</a:t>
            </a:r>
          </a:p>
          <a:p>
            <a:r>
              <a:rPr lang="en-US" dirty="0"/>
              <a:t>That offer a practical solution in parallel and distributed computing, we have then applied the same principles</a:t>
            </a:r>
            <a:br>
              <a:rPr lang="en-US" dirty="0"/>
            </a:br>
            <a:r>
              <a:rPr lang="en-US" dirty="0"/>
              <a:t>to specific domains to apply even broader optimizations, and explored algorithm optimizations guided by large language models.</a:t>
            </a:r>
          </a:p>
        </p:txBody>
      </p:sp>
      <p:sp>
        <p:nvSpPr>
          <p:cNvPr id="4" name="Slide Number Placeholder 3">
            <a:extLst>
              <a:ext uri="{FF2B5EF4-FFF2-40B4-BE49-F238E27FC236}">
                <a16:creationId xmlns:a16="http://schemas.microsoft.com/office/drawing/2014/main" id="{C3AD30D6-FB5C-C6E6-8452-1EC18E3B9F72}"/>
              </a:ext>
            </a:extLst>
          </p:cNvPr>
          <p:cNvSpPr>
            <a:spLocks noGrp="1"/>
          </p:cNvSpPr>
          <p:nvPr>
            <p:ph type="sldNum" sz="quarter" idx="5"/>
          </p:nvPr>
        </p:nvSpPr>
        <p:spPr/>
        <p:txBody>
          <a:bodyPr/>
          <a:lstStyle/>
          <a:p>
            <a:fld id="{FA8FD632-245B-410D-BCC4-8BF8D37AB67F}" type="slidenum">
              <a:rPr lang="en-US" smtClean="0"/>
              <a:t>5</a:t>
            </a:fld>
            <a:endParaRPr lang="en-US" dirty="0"/>
          </a:p>
        </p:txBody>
      </p:sp>
    </p:spTree>
    <p:extLst>
      <p:ext uri="{BB962C8B-B14F-4D97-AF65-F5344CB8AC3E}">
        <p14:creationId xmlns:p14="http://schemas.microsoft.com/office/powerpoint/2010/main" val="18888720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F329ED-D737-34A6-0925-8C1CCC2C51F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E5F9F78-7659-2C4C-F035-CA080DB17C92}"/>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4E57B2AE-D16B-B352-80B6-22209338C121}"/>
              </a:ext>
            </a:extLst>
          </p:cNvPr>
          <p:cNvSpPr>
            <a:spLocks noGrp="1"/>
          </p:cNvSpPr>
          <p:nvPr>
            <p:ph type="body" idx="1"/>
          </p:nvPr>
        </p:nvSpPr>
        <p:spPr/>
        <p:txBody>
          <a:bodyPr/>
          <a:lstStyle/>
          <a:p>
            <a:r>
              <a:rPr lang="en-US" dirty="0"/>
              <a:t>(key idea: pitch the research in 30s)</a:t>
            </a:r>
            <a:br>
              <a:rPr lang="en-US" dirty="0"/>
            </a:br>
            <a:endParaRPr lang="en-US" dirty="0"/>
          </a:p>
          <a:p>
            <a:r>
              <a:rPr lang="en-US" dirty="0"/>
              <a:t>My research focuses on simplifying and streamlining algorithm design for scientific computing.</a:t>
            </a:r>
          </a:p>
          <a:p>
            <a:endParaRPr lang="en-US" dirty="0"/>
          </a:p>
          <a:p>
            <a:r>
              <a:rPr lang="en-US" dirty="0"/>
              <a:t>Such algorithms typically operate on regular data structures in nested loops,</a:t>
            </a:r>
          </a:p>
          <a:p>
            <a:r>
              <a:rPr lang="en-US" dirty="0"/>
              <a:t>So one of the main challenges is optimizing its memory accesses to achieve the best performance.</a:t>
            </a:r>
          </a:p>
          <a:p>
            <a:endParaRPr lang="en-US" dirty="0"/>
          </a:p>
          <a:p>
            <a:r>
              <a:rPr lang="en-US" dirty="0"/>
              <a:t>To improve the algorithm design, we have designed native C++ layout and traversal abstractions</a:t>
            </a:r>
          </a:p>
          <a:p>
            <a:r>
              <a:rPr lang="en-US" dirty="0"/>
              <a:t>That offer a practical solution in parallel and distributed computing, we have then applied the same principles</a:t>
            </a:r>
            <a:br>
              <a:rPr lang="en-US" dirty="0"/>
            </a:br>
            <a:r>
              <a:rPr lang="en-US" dirty="0"/>
              <a:t>to specific domains to apply even broader optimizations, and explored algorithm optimizations guided by large language models.</a:t>
            </a:r>
          </a:p>
        </p:txBody>
      </p:sp>
      <p:sp>
        <p:nvSpPr>
          <p:cNvPr id="4" name="Slide Number Placeholder 3">
            <a:extLst>
              <a:ext uri="{FF2B5EF4-FFF2-40B4-BE49-F238E27FC236}">
                <a16:creationId xmlns:a16="http://schemas.microsoft.com/office/drawing/2014/main" id="{C3AD30D6-FB5C-C6E6-8452-1EC18E3B9F72}"/>
              </a:ext>
            </a:extLst>
          </p:cNvPr>
          <p:cNvSpPr>
            <a:spLocks noGrp="1"/>
          </p:cNvSpPr>
          <p:nvPr>
            <p:ph type="sldNum" sz="quarter" idx="5"/>
          </p:nvPr>
        </p:nvSpPr>
        <p:spPr/>
        <p:txBody>
          <a:bodyPr/>
          <a:lstStyle/>
          <a:p>
            <a:fld id="{FA8FD632-245B-410D-BCC4-8BF8D37AB67F}" type="slidenum">
              <a:rPr lang="en-US" smtClean="0"/>
              <a:t>6</a:t>
            </a:fld>
            <a:endParaRPr lang="en-US" dirty="0"/>
          </a:p>
        </p:txBody>
      </p:sp>
    </p:spTree>
    <p:extLst>
      <p:ext uri="{BB962C8B-B14F-4D97-AF65-F5344CB8AC3E}">
        <p14:creationId xmlns:p14="http://schemas.microsoft.com/office/powerpoint/2010/main" val="18888720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F329ED-D737-34A6-0925-8C1CCC2C51F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E5F9F78-7659-2C4C-F035-CA080DB17C92}"/>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4E57B2AE-D16B-B352-80B6-22209338C121}"/>
              </a:ext>
            </a:extLst>
          </p:cNvPr>
          <p:cNvSpPr>
            <a:spLocks noGrp="1"/>
          </p:cNvSpPr>
          <p:nvPr>
            <p:ph type="body" idx="1"/>
          </p:nvPr>
        </p:nvSpPr>
        <p:spPr/>
        <p:txBody>
          <a:bodyPr/>
          <a:lstStyle/>
          <a:p>
            <a:r>
              <a:rPr lang="en-US" dirty="0"/>
              <a:t>(key idea: pitch the research in 30s)</a:t>
            </a:r>
            <a:br>
              <a:rPr lang="en-US" dirty="0"/>
            </a:br>
            <a:endParaRPr lang="en-US" dirty="0"/>
          </a:p>
          <a:p>
            <a:r>
              <a:rPr lang="en-US" dirty="0"/>
              <a:t>My research focuses on simplifying and streamlining algorithm design for scientific computing.</a:t>
            </a:r>
          </a:p>
          <a:p>
            <a:endParaRPr lang="en-US" dirty="0"/>
          </a:p>
          <a:p>
            <a:r>
              <a:rPr lang="en-US" dirty="0"/>
              <a:t>Such algorithms typically operate on regular data structures in nested loops,</a:t>
            </a:r>
          </a:p>
          <a:p>
            <a:r>
              <a:rPr lang="en-US" dirty="0"/>
              <a:t>So one of the main challenges is optimizing its memory accesses to achieve the best performance.</a:t>
            </a:r>
          </a:p>
          <a:p>
            <a:endParaRPr lang="en-US" dirty="0"/>
          </a:p>
          <a:p>
            <a:r>
              <a:rPr lang="en-US" dirty="0"/>
              <a:t>To improve the algorithm design, we have designed native C++ layout and traversal abstractions</a:t>
            </a:r>
          </a:p>
          <a:p>
            <a:r>
              <a:rPr lang="en-US" dirty="0"/>
              <a:t>That offer a practical solution in parallel and distributed computing, we have then applied the same principles</a:t>
            </a:r>
            <a:br>
              <a:rPr lang="en-US" dirty="0"/>
            </a:br>
            <a:r>
              <a:rPr lang="en-US" dirty="0"/>
              <a:t>to specific domains to apply even broader optimizations, and explored algorithm optimizations guided by large language models.</a:t>
            </a:r>
          </a:p>
        </p:txBody>
      </p:sp>
      <p:sp>
        <p:nvSpPr>
          <p:cNvPr id="4" name="Slide Number Placeholder 3">
            <a:extLst>
              <a:ext uri="{FF2B5EF4-FFF2-40B4-BE49-F238E27FC236}">
                <a16:creationId xmlns:a16="http://schemas.microsoft.com/office/drawing/2014/main" id="{C3AD30D6-FB5C-C6E6-8452-1EC18E3B9F72}"/>
              </a:ext>
            </a:extLst>
          </p:cNvPr>
          <p:cNvSpPr>
            <a:spLocks noGrp="1"/>
          </p:cNvSpPr>
          <p:nvPr>
            <p:ph type="sldNum" sz="quarter" idx="5"/>
          </p:nvPr>
        </p:nvSpPr>
        <p:spPr/>
        <p:txBody>
          <a:bodyPr/>
          <a:lstStyle/>
          <a:p>
            <a:fld id="{FA8FD632-245B-410D-BCC4-8BF8D37AB67F}" type="slidenum">
              <a:rPr lang="en-US" smtClean="0"/>
              <a:t>7</a:t>
            </a:fld>
            <a:endParaRPr lang="en-US" dirty="0"/>
          </a:p>
        </p:txBody>
      </p:sp>
    </p:spTree>
    <p:extLst>
      <p:ext uri="{BB962C8B-B14F-4D97-AF65-F5344CB8AC3E}">
        <p14:creationId xmlns:p14="http://schemas.microsoft.com/office/powerpoint/2010/main" val="18888720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F329ED-D737-34A6-0925-8C1CCC2C51F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E5F9F78-7659-2C4C-F035-CA080DB17C92}"/>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4E57B2AE-D16B-B352-80B6-22209338C121}"/>
              </a:ext>
            </a:extLst>
          </p:cNvPr>
          <p:cNvSpPr>
            <a:spLocks noGrp="1"/>
          </p:cNvSpPr>
          <p:nvPr>
            <p:ph type="body" idx="1"/>
          </p:nvPr>
        </p:nvSpPr>
        <p:spPr/>
        <p:txBody>
          <a:bodyPr/>
          <a:lstStyle/>
          <a:p>
            <a:r>
              <a:rPr lang="en-US" dirty="0"/>
              <a:t>(key idea: pitch the research in 30s)</a:t>
            </a:r>
            <a:br>
              <a:rPr lang="en-US" dirty="0"/>
            </a:br>
            <a:endParaRPr lang="en-US" dirty="0"/>
          </a:p>
          <a:p>
            <a:r>
              <a:rPr lang="en-US" dirty="0"/>
              <a:t>My research focuses on simplifying and streamlining algorithm design for scientific computing.</a:t>
            </a:r>
          </a:p>
          <a:p>
            <a:endParaRPr lang="en-US" dirty="0"/>
          </a:p>
          <a:p>
            <a:r>
              <a:rPr lang="en-US" dirty="0"/>
              <a:t>Such algorithms typically operate on regular data structures in nested loops,</a:t>
            </a:r>
          </a:p>
          <a:p>
            <a:r>
              <a:rPr lang="en-US" dirty="0"/>
              <a:t>So one of the main challenges is optimizing its memory accesses to achieve the best performance.</a:t>
            </a:r>
          </a:p>
          <a:p>
            <a:endParaRPr lang="en-US" dirty="0"/>
          </a:p>
          <a:p>
            <a:r>
              <a:rPr lang="en-US" dirty="0"/>
              <a:t>To improve the algorithm design, we have designed native C++ layout and traversal abstractions</a:t>
            </a:r>
          </a:p>
          <a:p>
            <a:r>
              <a:rPr lang="en-US" dirty="0"/>
              <a:t>That offer a practical solution in parallel and distributed computing, we have then applied the same principles</a:t>
            </a:r>
            <a:br>
              <a:rPr lang="en-US" dirty="0"/>
            </a:br>
            <a:r>
              <a:rPr lang="en-US" dirty="0"/>
              <a:t>to specific domains to apply even broader optimizations, and explored algorithm optimizations guided by large language models.</a:t>
            </a:r>
          </a:p>
        </p:txBody>
      </p:sp>
      <p:sp>
        <p:nvSpPr>
          <p:cNvPr id="4" name="Slide Number Placeholder 3">
            <a:extLst>
              <a:ext uri="{FF2B5EF4-FFF2-40B4-BE49-F238E27FC236}">
                <a16:creationId xmlns:a16="http://schemas.microsoft.com/office/drawing/2014/main" id="{C3AD30D6-FB5C-C6E6-8452-1EC18E3B9F72}"/>
              </a:ext>
            </a:extLst>
          </p:cNvPr>
          <p:cNvSpPr>
            <a:spLocks noGrp="1"/>
          </p:cNvSpPr>
          <p:nvPr>
            <p:ph type="sldNum" sz="quarter" idx="5"/>
          </p:nvPr>
        </p:nvSpPr>
        <p:spPr/>
        <p:txBody>
          <a:bodyPr/>
          <a:lstStyle/>
          <a:p>
            <a:fld id="{FA8FD632-245B-410D-BCC4-8BF8D37AB67F}" type="slidenum">
              <a:rPr lang="en-US" smtClean="0"/>
              <a:t>8</a:t>
            </a:fld>
            <a:endParaRPr lang="en-US" dirty="0"/>
          </a:p>
        </p:txBody>
      </p:sp>
    </p:spTree>
    <p:extLst>
      <p:ext uri="{BB962C8B-B14F-4D97-AF65-F5344CB8AC3E}">
        <p14:creationId xmlns:p14="http://schemas.microsoft.com/office/powerpoint/2010/main" val="188887204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(key idea: why choosing the “right” memory layout matters)</a:t>
            </a:r>
            <a:br>
              <a:rPr lang="en-US" dirty="0"/>
            </a:br>
            <a:br>
              <a:rPr lang="en-US" dirty="0"/>
            </a:br>
            <a:r>
              <a:rPr lang="en-US" dirty="0"/>
              <a:t>Here, we initialize an m by n matrix row by row.</a:t>
            </a:r>
          </a:p>
          <a:p>
            <a:endParaRPr lang="en-US" dirty="0"/>
          </a:p>
          <a:p>
            <a:r>
              <a:rPr lang="en-US" dirty="0"/>
              <a:t>This is commonly expressed as an assignment nested in a two-dimensional loop nest; in this particular example, the indices are generated iteratively for the elements, row by row.</a:t>
            </a:r>
          </a:p>
          <a:p>
            <a:br>
              <a:rPr lang="en-US" dirty="0"/>
            </a:br>
            <a:r>
              <a:rPr lang="en-US" dirty="0"/>
              <a:t>With the row-major layout, the inner loop advances along the columns within one row, so successive accesses are contiguous.</a:t>
            </a:r>
          </a:p>
          <a:p>
            <a:r>
              <a:rPr lang="en-US" dirty="0"/>
              <a:t>With the column-major layout, the same traversal accesses memory with a larger stride.</a:t>
            </a:r>
          </a:p>
          <a:p>
            <a:endParaRPr lang="en-US" dirty="0"/>
          </a:p>
          <a:p>
            <a:r>
              <a:rPr lang="en-US" dirty="0"/>
              <a:t>This affects hardware mechanisms such as caching, which makes accesses to close-by elements faster.</a:t>
            </a:r>
          </a:p>
        </p:txBody>
      </p:sp>
      <p:sp>
        <p:nvSpPr>
          <p:cNvPr id="4" name="Slide Number Placeholder 3"/>
          <p:cNvSpPr>
            <a:spLocks noGrp="1"/>
          </p:cNvSpPr>
          <p:nvPr>
            <p:ph type="sldNum" sz="quarter" idx="5"/>
          </p:nvPr>
        </p:nvSpPr>
        <p:spPr/>
        <p:txBody>
          <a:bodyPr/>
          <a:lstStyle/>
          <a:p>
            <a:fld id="{FA8FD632-245B-410D-BCC4-8BF8D37AB67F}" type="slidenum">
              <a:rPr lang="en-US" smtClean="0"/>
              <a:t>9</a:t>
            </a:fld>
            <a:endParaRPr lang="en-US"/>
          </a:p>
        </p:txBody>
      </p:sp>
    </p:spTree>
    <p:extLst>
      <p:ext uri="{BB962C8B-B14F-4D97-AF65-F5344CB8AC3E}">
        <p14:creationId xmlns:p14="http://schemas.microsoft.com/office/powerpoint/2010/main" val="262226409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(key idea: why choosing the “right” memory layout matters)</a:t>
            </a:r>
            <a:br>
              <a:rPr lang="en-US" dirty="0"/>
            </a:br>
            <a:br>
              <a:rPr lang="en-US" dirty="0"/>
            </a:br>
            <a:r>
              <a:rPr lang="en-US" dirty="0"/>
              <a:t>Here, we initialize an m by n matrix row by row.</a:t>
            </a:r>
          </a:p>
          <a:p>
            <a:endParaRPr lang="en-US" dirty="0"/>
          </a:p>
          <a:p>
            <a:r>
              <a:rPr lang="en-US" dirty="0"/>
              <a:t>This is commonly expressed as an assignment nested in a two-dimensional loop nest; in this particular example, the indices are generated iteratively for the elements, row by row.</a:t>
            </a:r>
          </a:p>
          <a:p>
            <a:br>
              <a:rPr lang="en-US" dirty="0"/>
            </a:br>
            <a:r>
              <a:rPr lang="en-US" dirty="0"/>
              <a:t>With the row-major layout, the inner loop advances along the columns within one row, so successive accesses are contiguous.</a:t>
            </a:r>
          </a:p>
          <a:p>
            <a:r>
              <a:rPr lang="en-US" dirty="0"/>
              <a:t>With the column-major layout, the same traversal accesses memory with a larger stride.</a:t>
            </a:r>
          </a:p>
          <a:p>
            <a:endParaRPr lang="en-US" dirty="0"/>
          </a:p>
          <a:p>
            <a:r>
              <a:rPr lang="en-US" dirty="0"/>
              <a:t>This affects hardware mechanisms such as caching, which makes accesses to close-by elements faster.</a:t>
            </a:r>
          </a:p>
        </p:txBody>
      </p:sp>
      <p:sp>
        <p:nvSpPr>
          <p:cNvPr id="4" name="Slide Number Placeholder 3"/>
          <p:cNvSpPr>
            <a:spLocks noGrp="1"/>
          </p:cNvSpPr>
          <p:nvPr>
            <p:ph type="sldNum" sz="quarter" idx="5"/>
          </p:nvPr>
        </p:nvSpPr>
        <p:spPr/>
        <p:txBody>
          <a:bodyPr/>
          <a:lstStyle/>
          <a:p>
            <a:fld id="{FA8FD632-245B-410D-BCC4-8BF8D37AB67F}" type="slidenum">
              <a:rPr lang="en-US" smtClean="0"/>
              <a:t>10</a:t>
            </a:fld>
            <a:endParaRPr lang="en-US"/>
          </a:p>
        </p:txBody>
      </p:sp>
    </p:spTree>
    <p:extLst>
      <p:ext uri="{BB962C8B-B14F-4D97-AF65-F5344CB8AC3E}">
        <p14:creationId xmlns:p14="http://schemas.microsoft.com/office/powerpoint/2010/main" val="262226409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(key idea: why choosing the “right” memory layout matters)</a:t>
            </a:r>
            <a:br>
              <a:rPr lang="en-US" dirty="0"/>
            </a:br>
            <a:br>
              <a:rPr lang="en-US" dirty="0"/>
            </a:br>
            <a:r>
              <a:rPr lang="en-US" dirty="0"/>
              <a:t>Here, we initialize an m by n matrix row by row.</a:t>
            </a:r>
          </a:p>
          <a:p>
            <a:endParaRPr lang="en-US" dirty="0"/>
          </a:p>
          <a:p>
            <a:r>
              <a:rPr lang="en-US" dirty="0"/>
              <a:t>This is commonly expressed as an assignment nested in a two-dimensional loop nest; in this particular example, the indices are generated iteratively for the elements, row by row.</a:t>
            </a:r>
          </a:p>
          <a:p>
            <a:br>
              <a:rPr lang="en-US" dirty="0"/>
            </a:br>
            <a:r>
              <a:rPr lang="en-US" dirty="0"/>
              <a:t>With the row-major layout, the inner loop advances along the columns within one row, so successive accesses are contiguous.</a:t>
            </a:r>
          </a:p>
          <a:p>
            <a:r>
              <a:rPr lang="en-US" dirty="0"/>
              <a:t>With the column-major layout, the same traversal accesses memory with a larger stride.</a:t>
            </a:r>
          </a:p>
          <a:p>
            <a:endParaRPr lang="en-US" dirty="0"/>
          </a:p>
          <a:p>
            <a:r>
              <a:rPr lang="en-US" dirty="0"/>
              <a:t>This affects hardware mechanisms such as caching, which makes accesses to close-by elements faster.</a:t>
            </a:r>
          </a:p>
        </p:txBody>
      </p:sp>
      <p:sp>
        <p:nvSpPr>
          <p:cNvPr id="4" name="Slide Number Placeholder 3"/>
          <p:cNvSpPr>
            <a:spLocks noGrp="1"/>
          </p:cNvSpPr>
          <p:nvPr>
            <p:ph type="sldNum" sz="quarter" idx="5"/>
          </p:nvPr>
        </p:nvSpPr>
        <p:spPr/>
        <p:txBody>
          <a:bodyPr/>
          <a:lstStyle/>
          <a:p>
            <a:fld id="{FA8FD632-245B-410D-BCC4-8BF8D37AB67F}" type="slidenum">
              <a:rPr lang="en-US" smtClean="0"/>
              <a:t>11</a:t>
            </a:fld>
            <a:endParaRPr lang="en-US"/>
          </a:p>
        </p:txBody>
      </p:sp>
    </p:spTree>
    <p:extLst>
      <p:ext uri="{BB962C8B-B14F-4D97-AF65-F5344CB8AC3E}">
        <p14:creationId xmlns:p14="http://schemas.microsoft.com/office/powerpoint/2010/main" val="262226409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(key idea: layout-agnostic design and layout abstractions)</a:t>
            </a:r>
          </a:p>
          <a:p>
            <a:endParaRPr lang="en-US" dirty="0"/>
          </a:p>
          <a:p>
            <a:r>
              <a:rPr lang="en-US" dirty="0"/>
              <a:t>As the correct choices in real-world algorithms with more complex data structures and traversals may not be so obvious,</a:t>
            </a:r>
          </a:p>
          <a:p>
            <a:r>
              <a:rPr lang="en-US" dirty="0"/>
              <a:t>we focused on *layout-agnostic* design of algorithms, which minimizes reliance on specific memory layouts of the data structures.</a:t>
            </a:r>
            <a:br>
              <a:rPr lang="en-US" dirty="0"/>
            </a:br>
            <a:endParaRPr lang="en-US" dirty="0"/>
          </a:p>
          <a:p>
            <a:r>
              <a:rPr lang="en-US" dirty="0"/>
              <a:t>Using the same example, it accesses the matrix using the two-dimensional *index space*, while the specific *physical memory layout* is decoupled from the algorithm design.</a:t>
            </a:r>
          </a:p>
          <a:p>
            <a:endParaRPr lang="en-US" dirty="0"/>
          </a:p>
          <a:p>
            <a:r>
              <a:rPr lang="en-US" dirty="0"/>
              <a:t>The mapping from the index space to a physical memory layout forms a *layout abstraction*, commonly expressed as a linear function of the indices.</a:t>
            </a:r>
          </a:p>
        </p:txBody>
      </p:sp>
      <p:sp>
        <p:nvSpPr>
          <p:cNvPr id="4" name="Slide Number Placeholder 3"/>
          <p:cNvSpPr>
            <a:spLocks noGrp="1"/>
          </p:cNvSpPr>
          <p:nvPr>
            <p:ph type="sldNum" sz="quarter" idx="5"/>
          </p:nvPr>
        </p:nvSpPr>
        <p:spPr/>
        <p:txBody>
          <a:bodyPr/>
          <a:lstStyle/>
          <a:p>
            <a:fld id="{FA8FD632-245B-410D-BCC4-8BF8D37AB67F}" type="slidenum">
              <a:rPr lang="en-US" smtClean="0"/>
              <a:t>12</a:t>
            </a:fld>
            <a:endParaRPr lang="en-US"/>
          </a:p>
        </p:txBody>
      </p:sp>
    </p:spTree>
    <p:extLst>
      <p:ext uri="{BB962C8B-B14F-4D97-AF65-F5344CB8AC3E}">
        <p14:creationId xmlns:p14="http://schemas.microsoft.com/office/powerpoint/2010/main" val="341778329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(key idea: layout-agnostic design and layout abstractions)</a:t>
            </a:r>
          </a:p>
          <a:p>
            <a:endParaRPr lang="en-US" dirty="0"/>
          </a:p>
          <a:p>
            <a:r>
              <a:rPr lang="en-US" dirty="0"/>
              <a:t>As the correct choices in real-world algorithms with more complex data structures and traversals may not be so obvious,</a:t>
            </a:r>
          </a:p>
          <a:p>
            <a:r>
              <a:rPr lang="en-US" dirty="0"/>
              <a:t>we focused on *layout-agnostic* design of algorithms, which minimizes reliance on specific memory layouts of the data structures.</a:t>
            </a:r>
            <a:br>
              <a:rPr lang="en-US" dirty="0"/>
            </a:br>
            <a:endParaRPr lang="en-US" dirty="0"/>
          </a:p>
          <a:p>
            <a:r>
              <a:rPr lang="en-US" dirty="0"/>
              <a:t>Using the same example, it accesses the matrix using the two-dimensional *index space*, while the specific *physical memory layout* is decoupled from the algorithm design.</a:t>
            </a:r>
          </a:p>
          <a:p>
            <a:endParaRPr lang="en-US" dirty="0"/>
          </a:p>
          <a:p>
            <a:r>
              <a:rPr lang="en-US" dirty="0"/>
              <a:t>The mapping from the index space to a physical memory layout forms a *layout abstraction*, commonly expressed as a linear function of the indices.</a:t>
            </a:r>
          </a:p>
        </p:txBody>
      </p:sp>
      <p:sp>
        <p:nvSpPr>
          <p:cNvPr id="4" name="Slide Number Placeholder 3"/>
          <p:cNvSpPr>
            <a:spLocks noGrp="1"/>
          </p:cNvSpPr>
          <p:nvPr>
            <p:ph type="sldNum" sz="quarter" idx="5"/>
          </p:nvPr>
        </p:nvSpPr>
        <p:spPr/>
        <p:txBody>
          <a:bodyPr/>
          <a:lstStyle/>
          <a:p>
            <a:fld id="{FA8FD632-245B-410D-BCC4-8BF8D37AB67F}" type="slidenum">
              <a:rPr lang="en-US" smtClean="0"/>
              <a:t>13</a:t>
            </a:fld>
            <a:endParaRPr lang="en-US"/>
          </a:p>
        </p:txBody>
      </p:sp>
    </p:spTree>
    <p:extLst>
      <p:ext uri="{BB962C8B-B14F-4D97-AF65-F5344CB8AC3E}">
        <p14:creationId xmlns:p14="http://schemas.microsoft.com/office/powerpoint/2010/main" val="341778329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(key idea: layout-agnostic design and layout abstractions)</a:t>
            </a:r>
          </a:p>
          <a:p>
            <a:endParaRPr lang="en-US" dirty="0"/>
          </a:p>
          <a:p>
            <a:r>
              <a:rPr lang="en-US" dirty="0"/>
              <a:t>As the correct choices in real-world algorithms with more complex data structures and traversals may not be so obvious,</a:t>
            </a:r>
          </a:p>
          <a:p>
            <a:r>
              <a:rPr lang="en-US" dirty="0"/>
              <a:t>we focused on *layout-agnostic* design of algorithms, which minimizes reliance on specific memory layouts of the data structures.</a:t>
            </a:r>
            <a:br>
              <a:rPr lang="en-US" dirty="0"/>
            </a:br>
            <a:endParaRPr lang="en-US" dirty="0"/>
          </a:p>
          <a:p>
            <a:r>
              <a:rPr lang="en-US" dirty="0"/>
              <a:t>Using the same example, it accesses the matrix using the two-dimensional *index space*, while the specific *physical memory layout* is decoupled from the algorithm design.</a:t>
            </a:r>
          </a:p>
          <a:p>
            <a:endParaRPr lang="en-US" dirty="0"/>
          </a:p>
          <a:p>
            <a:r>
              <a:rPr lang="en-US" dirty="0"/>
              <a:t>The mapping from the index space to a physical memory layout forms a *layout abstraction*, commonly expressed as a linear function of the indices.</a:t>
            </a:r>
          </a:p>
        </p:txBody>
      </p:sp>
      <p:sp>
        <p:nvSpPr>
          <p:cNvPr id="4" name="Slide Number Placeholder 3"/>
          <p:cNvSpPr>
            <a:spLocks noGrp="1"/>
          </p:cNvSpPr>
          <p:nvPr>
            <p:ph type="sldNum" sz="quarter" idx="5"/>
          </p:nvPr>
        </p:nvSpPr>
        <p:spPr/>
        <p:txBody>
          <a:bodyPr/>
          <a:lstStyle/>
          <a:p>
            <a:fld id="{FA8FD632-245B-410D-BCC4-8BF8D37AB67F}" type="slidenum">
              <a:rPr lang="en-US" smtClean="0"/>
              <a:t>14</a:t>
            </a:fld>
            <a:endParaRPr lang="en-US"/>
          </a:p>
        </p:txBody>
      </p:sp>
    </p:spTree>
    <p:extLst>
      <p:ext uri="{BB962C8B-B14F-4D97-AF65-F5344CB8AC3E}">
        <p14:creationId xmlns:p14="http://schemas.microsoft.com/office/powerpoint/2010/main" val="341778329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(key idea: layout-agnostic design and layout abstractions)</a:t>
            </a:r>
          </a:p>
          <a:p>
            <a:endParaRPr lang="en-US" dirty="0"/>
          </a:p>
          <a:p>
            <a:r>
              <a:rPr lang="en-US" dirty="0"/>
              <a:t>As the correct choices in real-world algorithms with more complex data structures and traversals may not be so obvious,</a:t>
            </a:r>
          </a:p>
          <a:p>
            <a:r>
              <a:rPr lang="en-US" dirty="0"/>
              <a:t>we focused on *layout-agnostic* design of algorithms, which minimizes reliance on specific memory layouts of the data structures.</a:t>
            </a:r>
            <a:br>
              <a:rPr lang="en-US" dirty="0"/>
            </a:br>
            <a:endParaRPr lang="en-US" dirty="0"/>
          </a:p>
          <a:p>
            <a:r>
              <a:rPr lang="en-US" dirty="0"/>
              <a:t>Using the same example, it accesses the matrix using the two-dimensional *index space*, while the specific *physical memory layout* is decoupled from the algorithm design.</a:t>
            </a:r>
          </a:p>
          <a:p>
            <a:endParaRPr lang="en-US" dirty="0"/>
          </a:p>
          <a:p>
            <a:r>
              <a:rPr lang="en-US" dirty="0"/>
              <a:t>The mapping from the index space to a physical memory layout forms a *layout abstraction*, commonly expressed as a linear function of the indices.</a:t>
            </a:r>
          </a:p>
        </p:txBody>
      </p:sp>
      <p:sp>
        <p:nvSpPr>
          <p:cNvPr id="4" name="Slide Number Placeholder 3"/>
          <p:cNvSpPr>
            <a:spLocks noGrp="1"/>
          </p:cNvSpPr>
          <p:nvPr>
            <p:ph type="sldNum" sz="quarter" idx="5"/>
          </p:nvPr>
        </p:nvSpPr>
        <p:spPr/>
        <p:txBody>
          <a:bodyPr/>
          <a:lstStyle/>
          <a:p>
            <a:fld id="{FA8FD632-245B-410D-BCC4-8BF8D37AB67F}" type="slidenum">
              <a:rPr lang="en-US" smtClean="0"/>
              <a:t>15</a:t>
            </a:fld>
            <a:endParaRPr lang="en-US"/>
          </a:p>
        </p:txBody>
      </p:sp>
    </p:spTree>
    <p:extLst>
      <p:ext uri="{BB962C8B-B14F-4D97-AF65-F5344CB8AC3E}">
        <p14:creationId xmlns:p14="http://schemas.microsoft.com/office/powerpoint/2010/main" val="341778329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(key idea: layout-agnostic design and layout abstractions)</a:t>
            </a:r>
          </a:p>
          <a:p>
            <a:endParaRPr lang="en-US" dirty="0"/>
          </a:p>
          <a:p>
            <a:r>
              <a:rPr lang="en-US" dirty="0"/>
              <a:t>As the correct choices in real-world algorithms with more complex data structures and traversals may not be so obvious,</a:t>
            </a:r>
          </a:p>
          <a:p>
            <a:r>
              <a:rPr lang="en-US" dirty="0"/>
              <a:t>we focused on *layout-agnostic* design of algorithms, which minimizes reliance on specific memory layouts of the data structures.</a:t>
            </a:r>
            <a:br>
              <a:rPr lang="en-US" dirty="0"/>
            </a:br>
            <a:endParaRPr lang="en-US" dirty="0"/>
          </a:p>
          <a:p>
            <a:r>
              <a:rPr lang="en-US" dirty="0"/>
              <a:t>Using the same example, it accesses the matrix using the two-dimensional *index space*, while the specific *physical memory layout* is decoupled from the algorithm design.</a:t>
            </a:r>
          </a:p>
          <a:p>
            <a:endParaRPr lang="en-US" dirty="0"/>
          </a:p>
          <a:p>
            <a:r>
              <a:rPr lang="en-US" dirty="0"/>
              <a:t>The mapping from the index space to a physical memory layout forms a *layout abstraction*, commonly expressed as a linear function of the indices.</a:t>
            </a:r>
          </a:p>
        </p:txBody>
      </p:sp>
      <p:sp>
        <p:nvSpPr>
          <p:cNvPr id="4" name="Slide Number Placeholder 3"/>
          <p:cNvSpPr>
            <a:spLocks noGrp="1"/>
          </p:cNvSpPr>
          <p:nvPr>
            <p:ph type="sldNum" sz="quarter" idx="5"/>
          </p:nvPr>
        </p:nvSpPr>
        <p:spPr/>
        <p:txBody>
          <a:bodyPr/>
          <a:lstStyle/>
          <a:p>
            <a:fld id="{FA8FD632-245B-410D-BCC4-8BF8D37AB67F}" type="slidenum">
              <a:rPr lang="en-US" smtClean="0"/>
              <a:t>16</a:t>
            </a:fld>
            <a:endParaRPr lang="en-US"/>
          </a:p>
        </p:txBody>
      </p:sp>
    </p:spTree>
    <p:extLst>
      <p:ext uri="{BB962C8B-B14F-4D97-AF65-F5344CB8AC3E}">
        <p14:creationId xmlns:p14="http://schemas.microsoft.com/office/powerpoint/2010/main" val="341778329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(key idea: key concepts of </a:t>
            </a:r>
            <a:r>
              <a:rPr lang="en-US" dirty="0" err="1"/>
              <a:t>Noarr</a:t>
            </a:r>
            <a:r>
              <a:rPr lang="en-US" dirty="0"/>
              <a:t> Structures)</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We have implemented a native C++ abstraction using templates to ensure portability and minimal runtime overhead with no need for custom tooling.</a:t>
            </a:r>
          </a:p>
          <a:p>
            <a:r>
              <a:rPr lang="en-US" dirty="0"/>
              <a:t>It is based on composable *building blocks*, such as </a:t>
            </a:r>
            <a:r>
              <a:rPr lang="en-US"/>
              <a:t>*scalar*, </a:t>
            </a:r>
            <a:r>
              <a:rPr lang="en-US" dirty="0"/>
              <a:t>which names a single value, </a:t>
            </a:r>
            <a:r>
              <a:rPr lang="en-US"/>
              <a:t>or *vector*, </a:t>
            </a:r>
            <a:r>
              <a:rPr lang="en-US" dirty="0"/>
              <a:t>which extends the given layout with one named dimension.</a:t>
            </a:r>
          </a:p>
          <a:p>
            <a:endParaRPr lang="en-US" dirty="0"/>
          </a:p>
          <a:p>
            <a:r>
              <a:rPr lang="en-US" dirty="0"/>
              <a:t>A data structure with dimensions m and n can be indexed with an index point with the appropriate dimensions.</a:t>
            </a:r>
          </a:p>
          <a:p>
            <a:r>
              <a:rPr lang="en-US" dirty="0"/>
              <a:t>The encoded dimension names ensure that the indices are correctly paired with dimensions.</a:t>
            </a:r>
          </a:p>
          <a:p>
            <a:endParaRPr lang="en-US" dirty="0"/>
          </a:p>
          <a:p>
            <a:r>
              <a:rPr lang="en-US" dirty="0"/>
              <a:t>(The abstraction also enables encoding a known parameter in the type instead of the object, which the compiler may use in computations to achieve better optimization.)</a:t>
            </a:r>
          </a:p>
          <a:p>
            <a:endParaRPr lang="en-US" dirty="0"/>
          </a:p>
          <a:p>
            <a:r>
              <a:rPr lang="en-US" dirty="0"/>
              <a:t>---</a:t>
            </a:r>
          </a:p>
          <a:p>
            <a:br>
              <a:rPr lang="en-US" dirty="0"/>
            </a:br>
            <a:r>
              <a:rPr lang="en-US" dirty="0"/>
              <a:t>A data structure can be constructed from a given layout using a </a:t>
            </a:r>
            <a:r>
              <a:rPr lang="en-US"/>
              <a:t>simple *bag* </a:t>
            </a:r>
            <a:r>
              <a:rPr lang="en-US" dirty="0"/>
              <a:t>constructor, which automatically manages an appropriate memory buffer.</a:t>
            </a:r>
          </a:p>
          <a:p>
            <a:r>
              <a:rPr lang="en-US" dirty="0"/>
              <a:t>If we require the </a:t>
            </a:r>
            <a:r>
              <a:rPr lang="cs-CZ" dirty="0"/>
              <a:t>data </a:t>
            </a:r>
            <a:r>
              <a:rPr lang="en-US" dirty="0"/>
              <a:t>to reside in a</a:t>
            </a:r>
            <a:r>
              <a:rPr lang="cs-CZ" dirty="0"/>
              <a:t> </a:t>
            </a:r>
            <a:r>
              <a:rPr lang="en-US" noProof="0" dirty="0"/>
              <a:t>specific</a:t>
            </a:r>
            <a:r>
              <a:rPr lang="cs-CZ" dirty="0"/>
              <a:t> buffer</a:t>
            </a:r>
            <a:r>
              <a:rPr lang="en-US" dirty="0"/>
              <a:t>, we can supply it ourselves to create a non-owning view to the data</a:t>
            </a:r>
            <a:r>
              <a:rPr lang="cs-CZ" dirty="0"/>
              <a:t>.</a:t>
            </a:r>
            <a:endParaRPr lang="en-US" dirty="0"/>
          </a:p>
          <a:p>
            <a:endParaRPr lang="cs-CZ" dirty="0"/>
          </a:p>
          <a:p>
            <a:r>
              <a:rPr lang="en-US" dirty="0"/>
              <a:t>---</a:t>
            </a:r>
          </a:p>
          <a:p>
            <a:br>
              <a:rPr lang="en-US" dirty="0"/>
            </a:br>
            <a:r>
              <a:rPr lang="en-US" dirty="0"/>
              <a:t>(bridge)</a:t>
            </a:r>
          </a:p>
          <a:p>
            <a:r>
              <a:rPr lang="en-US" dirty="0"/>
              <a:t>Related forms of layout abstraction appear in std::mdspan and Kokkos::View, with limited composability and composable CuTe layouts for tensor representation in GPU programming. The indexation of these abstractions is based on linear algebra and uses positional encoding for the index space. The compositionality of our approach is not limited to linear algebra and generalizes well to traversal abstractions.</a:t>
            </a:r>
          </a:p>
        </p:txBody>
      </p:sp>
      <p:sp>
        <p:nvSpPr>
          <p:cNvPr id="4" name="Slide Number Placeholder 3"/>
          <p:cNvSpPr>
            <a:spLocks noGrp="1"/>
          </p:cNvSpPr>
          <p:nvPr>
            <p:ph type="sldNum" sz="quarter" idx="5"/>
          </p:nvPr>
        </p:nvSpPr>
        <p:spPr/>
        <p:txBody>
          <a:bodyPr/>
          <a:lstStyle/>
          <a:p>
            <a:fld id="{FA8FD632-245B-410D-BCC4-8BF8D37AB67F}" type="slidenum">
              <a:rPr lang="en-US" smtClean="0"/>
              <a:t>17</a:t>
            </a:fld>
            <a:endParaRPr lang="en-US" dirty="0"/>
          </a:p>
        </p:txBody>
      </p:sp>
    </p:spTree>
    <p:extLst>
      <p:ext uri="{BB962C8B-B14F-4D97-AF65-F5344CB8AC3E}">
        <p14:creationId xmlns:p14="http://schemas.microsoft.com/office/powerpoint/2010/main" val="27824788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(key idea: key concepts of </a:t>
            </a:r>
            <a:r>
              <a:rPr lang="en-US" dirty="0" err="1"/>
              <a:t>Noarr</a:t>
            </a:r>
            <a:r>
              <a:rPr lang="en-US" dirty="0"/>
              <a:t> Structures)</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We have implemented a native C++ abstraction using templates to ensure portability and minimal runtime overhead with no need for custom tooling.</a:t>
            </a:r>
          </a:p>
          <a:p>
            <a:r>
              <a:rPr lang="en-US" dirty="0"/>
              <a:t>It is based on composable *building blocks*, such as </a:t>
            </a:r>
            <a:r>
              <a:rPr lang="en-US"/>
              <a:t>*scalar*, </a:t>
            </a:r>
            <a:r>
              <a:rPr lang="en-US" dirty="0"/>
              <a:t>which names a single value, </a:t>
            </a:r>
            <a:r>
              <a:rPr lang="en-US"/>
              <a:t>or *vector*, </a:t>
            </a:r>
            <a:r>
              <a:rPr lang="en-US" dirty="0"/>
              <a:t>which extends the given layout with one named dimension.</a:t>
            </a:r>
          </a:p>
          <a:p>
            <a:endParaRPr lang="en-US" dirty="0"/>
          </a:p>
          <a:p>
            <a:r>
              <a:rPr lang="en-US" dirty="0"/>
              <a:t>A data structure with dimensions m and n can be indexed with an index point with the appropriate dimensions.</a:t>
            </a:r>
          </a:p>
          <a:p>
            <a:r>
              <a:rPr lang="en-US" dirty="0"/>
              <a:t>The encoded dimension names ensure that the indices are correctly paired with dimensions.</a:t>
            </a:r>
          </a:p>
          <a:p>
            <a:endParaRPr lang="en-US" dirty="0"/>
          </a:p>
          <a:p>
            <a:r>
              <a:rPr lang="en-US" dirty="0"/>
              <a:t>(The abstraction also enables encoding a known parameter in the type instead of the object, which the compiler may use in computations to achieve better optimization.)</a:t>
            </a:r>
          </a:p>
          <a:p>
            <a:endParaRPr lang="en-US" dirty="0"/>
          </a:p>
          <a:p>
            <a:r>
              <a:rPr lang="en-US" dirty="0"/>
              <a:t>---</a:t>
            </a:r>
          </a:p>
          <a:p>
            <a:br>
              <a:rPr lang="en-US" dirty="0"/>
            </a:br>
            <a:r>
              <a:rPr lang="en-US" dirty="0"/>
              <a:t>A data structure can be constructed from a given layout using a </a:t>
            </a:r>
            <a:r>
              <a:rPr lang="en-US"/>
              <a:t>simple *bag* </a:t>
            </a:r>
            <a:r>
              <a:rPr lang="en-US" dirty="0"/>
              <a:t>constructor, which automatically manages an appropriate memory buffer.</a:t>
            </a:r>
          </a:p>
          <a:p>
            <a:r>
              <a:rPr lang="en-US" dirty="0"/>
              <a:t>If we require the </a:t>
            </a:r>
            <a:r>
              <a:rPr lang="cs-CZ" dirty="0"/>
              <a:t>data </a:t>
            </a:r>
            <a:r>
              <a:rPr lang="en-US" dirty="0"/>
              <a:t>to reside in a</a:t>
            </a:r>
            <a:r>
              <a:rPr lang="cs-CZ" dirty="0"/>
              <a:t> </a:t>
            </a:r>
            <a:r>
              <a:rPr lang="en-US" noProof="0" dirty="0"/>
              <a:t>specific</a:t>
            </a:r>
            <a:r>
              <a:rPr lang="cs-CZ" dirty="0"/>
              <a:t> buffer</a:t>
            </a:r>
            <a:r>
              <a:rPr lang="en-US" dirty="0"/>
              <a:t>, we can supply it ourselves to create a non-owning view to the data</a:t>
            </a:r>
            <a:r>
              <a:rPr lang="cs-CZ" dirty="0"/>
              <a:t>.</a:t>
            </a:r>
            <a:endParaRPr lang="en-US" dirty="0"/>
          </a:p>
          <a:p>
            <a:endParaRPr lang="cs-CZ" dirty="0"/>
          </a:p>
          <a:p>
            <a:r>
              <a:rPr lang="en-US" dirty="0"/>
              <a:t>---</a:t>
            </a:r>
          </a:p>
          <a:p>
            <a:br>
              <a:rPr lang="en-US" dirty="0"/>
            </a:br>
            <a:r>
              <a:rPr lang="en-US" dirty="0"/>
              <a:t>(bridge)</a:t>
            </a:r>
          </a:p>
          <a:p>
            <a:r>
              <a:rPr lang="en-US" dirty="0"/>
              <a:t>Related forms of layout abstraction appear in std::mdspan and Kokkos::View, with limited composability and composable CuTe layouts for tensor representation in GPU programming. The indexation of these abstractions is based on linear algebra and uses positional encoding for the index space. The compositionality of our approach is not limited to linear algebra and generalizes well to traversal abstractions.</a:t>
            </a:r>
          </a:p>
        </p:txBody>
      </p:sp>
      <p:sp>
        <p:nvSpPr>
          <p:cNvPr id="4" name="Slide Number Placeholder 3"/>
          <p:cNvSpPr>
            <a:spLocks noGrp="1"/>
          </p:cNvSpPr>
          <p:nvPr>
            <p:ph type="sldNum" sz="quarter" idx="5"/>
          </p:nvPr>
        </p:nvSpPr>
        <p:spPr/>
        <p:txBody>
          <a:bodyPr/>
          <a:lstStyle/>
          <a:p>
            <a:fld id="{FA8FD632-245B-410D-BCC4-8BF8D37AB67F}" type="slidenum">
              <a:rPr lang="en-US" smtClean="0"/>
              <a:t>18</a:t>
            </a:fld>
            <a:endParaRPr lang="en-US" dirty="0"/>
          </a:p>
        </p:txBody>
      </p:sp>
    </p:spTree>
    <p:extLst>
      <p:ext uri="{BB962C8B-B14F-4D97-AF65-F5344CB8AC3E}">
        <p14:creationId xmlns:p14="http://schemas.microsoft.com/office/powerpoint/2010/main" val="27824788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(key idea: key concepts of </a:t>
            </a:r>
            <a:r>
              <a:rPr lang="en-US" dirty="0" err="1"/>
              <a:t>Noarr</a:t>
            </a:r>
            <a:r>
              <a:rPr lang="en-US" dirty="0"/>
              <a:t> Structures)</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We have implemented a native C++ abstraction using templates to ensure portability and minimal runtime overhead with no need for custom tooling.</a:t>
            </a:r>
          </a:p>
          <a:p>
            <a:r>
              <a:rPr lang="en-US" dirty="0"/>
              <a:t>It is based on composable *building blocks*, such as </a:t>
            </a:r>
            <a:r>
              <a:rPr lang="en-US"/>
              <a:t>*scalar*, </a:t>
            </a:r>
            <a:r>
              <a:rPr lang="en-US" dirty="0"/>
              <a:t>which names a single value, </a:t>
            </a:r>
            <a:r>
              <a:rPr lang="en-US"/>
              <a:t>or *vector*, </a:t>
            </a:r>
            <a:r>
              <a:rPr lang="en-US" dirty="0"/>
              <a:t>which extends the given layout with one named dimension.</a:t>
            </a:r>
          </a:p>
          <a:p>
            <a:endParaRPr lang="en-US" dirty="0"/>
          </a:p>
          <a:p>
            <a:r>
              <a:rPr lang="en-US" dirty="0"/>
              <a:t>A data structure with dimensions m and n can be indexed with an index point with the appropriate dimensions.</a:t>
            </a:r>
          </a:p>
          <a:p>
            <a:r>
              <a:rPr lang="en-US" dirty="0"/>
              <a:t>The encoded dimension names ensure that the indices are correctly paired with dimensions.</a:t>
            </a:r>
          </a:p>
          <a:p>
            <a:endParaRPr lang="en-US" dirty="0"/>
          </a:p>
          <a:p>
            <a:r>
              <a:rPr lang="en-US" dirty="0"/>
              <a:t>(The abstraction also enables encoding a known parameter in the type instead of the object, which the compiler may use in computations to achieve better optimization.)</a:t>
            </a:r>
          </a:p>
          <a:p>
            <a:endParaRPr lang="en-US" dirty="0"/>
          </a:p>
          <a:p>
            <a:r>
              <a:rPr lang="en-US" dirty="0"/>
              <a:t>---</a:t>
            </a:r>
          </a:p>
          <a:p>
            <a:br>
              <a:rPr lang="en-US" dirty="0"/>
            </a:br>
            <a:r>
              <a:rPr lang="en-US" dirty="0"/>
              <a:t>A data structure can be constructed from a given layout using a </a:t>
            </a:r>
            <a:r>
              <a:rPr lang="en-US"/>
              <a:t>simple *bag* </a:t>
            </a:r>
            <a:r>
              <a:rPr lang="en-US" dirty="0"/>
              <a:t>constructor, which automatically manages an appropriate memory buffer.</a:t>
            </a:r>
          </a:p>
          <a:p>
            <a:r>
              <a:rPr lang="en-US" dirty="0"/>
              <a:t>If we require the </a:t>
            </a:r>
            <a:r>
              <a:rPr lang="cs-CZ" dirty="0"/>
              <a:t>data </a:t>
            </a:r>
            <a:r>
              <a:rPr lang="en-US" dirty="0"/>
              <a:t>to reside in a</a:t>
            </a:r>
            <a:r>
              <a:rPr lang="cs-CZ" dirty="0"/>
              <a:t> </a:t>
            </a:r>
            <a:r>
              <a:rPr lang="en-US" noProof="0" dirty="0"/>
              <a:t>specific</a:t>
            </a:r>
            <a:r>
              <a:rPr lang="cs-CZ" dirty="0"/>
              <a:t> buffer</a:t>
            </a:r>
            <a:r>
              <a:rPr lang="en-US" dirty="0"/>
              <a:t>, we can supply it ourselves to create a non-owning view to the data</a:t>
            </a:r>
            <a:r>
              <a:rPr lang="cs-CZ" dirty="0"/>
              <a:t>.</a:t>
            </a:r>
            <a:endParaRPr lang="en-US" dirty="0"/>
          </a:p>
          <a:p>
            <a:endParaRPr lang="cs-CZ" dirty="0"/>
          </a:p>
          <a:p>
            <a:r>
              <a:rPr lang="en-US" dirty="0"/>
              <a:t>---</a:t>
            </a:r>
          </a:p>
          <a:p>
            <a:br>
              <a:rPr lang="en-US" dirty="0"/>
            </a:br>
            <a:r>
              <a:rPr lang="en-US" dirty="0"/>
              <a:t>(bridge)</a:t>
            </a:r>
          </a:p>
          <a:p>
            <a:r>
              <a:rPr lang="en-US" dirty="0"/>
              <a:t>Related forms of layout abstraction appear in std::mdspan and Kokkos::View, with limited composability and composable CuTe layouts for tensor representation in GPU programming. The indexation of these abstractions is based on linear algebra and uses positional encoding for the index space. The compositionality of our approach is not limited to linear algebra and generalizes well to traversal abstractions.</a:t>
            </a:r>
          </a:p>
        </p:txBody>
      </p:sp>
      <p:sp>
        <p:nvSpPr>
          <p:cNvPr id="4" name="Slide Number Placeholder 3"/>
          <p:cNvSpPr>
            <a:spLocks noGrp="1"/>
          </p:cNvSpPr>
          <p:nvPr>
            <p:ph type="sldNum" sz="quarter" idx="5"/>
          </p:nvPr>
        </p:nvSpPr>
        <p:spPr/>
        <p:txBody>
          <a:bodyPr/>
          <a:lstStyle/>
          <a:p>
            <a:fld id="{FA8FD632-245B-410D-BCC4-8BF8D37AB67F}" type="slidenum">
              <a:rPr lang="en-US" smtClean="0"/>
              <a:t>19</a:t>
            </a:fld>
            <a:endParaRPr lang="en-US" dirty="0"/>
          </a:p>
        </p:txBody>
      </p:sp>
    </p:spTree>
    <p:extLst>
      <p:ext uri="{BB962C8B-B14F-4D97-AF65-F5344CB8AC3E}">
        <p14:creationId xmlns:p14="http://schemas.microsoft.com/office/powerpoint/2010/main" val="27824788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(key idea: key concepts of </a:t>
            </a:r>
            <a:r>
              <a:rPr lang="en-US" dirty="0" err="1"/>
              <a:t>Noarr</a:t>
            </a:r>
            <a:r>
              <a:rPr lang="en-US" dirty="0"/>
              <a:t> Structures)</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We have implemented a native C++ abstraction using templates to ensure portability and minimal runtime overhead with no need for custom tooling.</a:t>
            </a:r>
          </a:p>
          <a:p>
            <a:r>
              <a:rPr lang="en-US" dirty="0"/>
              <a:t>It is based on composable *building blocks*, such as </a:t>
            </a:r>
            <a:r>
              <a:rPr lang="en-US"/>
              <a:t>*scalar*, </a:t>
            </a:r>
            <a:r>
              <a:rPr lang="en-US" dirty="0"/>
              <a:t>which names a single value, </a:t>
            </a:r>
            <a:r>
              <a:rPr lang="en-US"/>
              <a:t>or *vector*, </a:t>
            </a:r>
            <a:r>
              <a:rPr lang="en-US" dirty="0"/>
              <a:t>which extends the given layout with one named dimension.</a:t>
            </a:r>
          </a:p>
          <a:p>
            <a:endParaRPr lang="en-US" dirty="0"/>
          </a:p>
          <a:p>
            <a:r>
              <a:rPr lang="en-US" dirty="0"/>
              <a:t>A data structure with dimensions m and n can be indexed with an index point with the appropriate dimensions.</a:t>
            </a:r>
          </a:p>
          <a:p>
            <a:r>
              <a:rPr lang="en-US" dirty="0"/>
              <a:t>The encoded dimension names ensure that the indices are correctly paired with dimensions.</a:t>
            </a:r>
          </a:p>
          <a:p>
            <a:endParaRPr lang="en-US" dirty="0"/>
          </a:p>
          <a:p>
            <a:r>
              <a:rPr lang="en-US" dirty="0"/>
              <a:t>(The abstraction also enables encoding a known parameter in the type instead of the object, which the compiler may use in computations to achieve better optimization.)</a:t>
            </a:r>
          </a:p>
          <a:p>
            <a:endParaRPr lang="en-US" dirty="0"/>
          </a:p>
          <a:p>
            <a:r>
              <a:rPr lang="en-US" dirty="0"/>
              <a:t>---</a:t>
            </a:r>
          </a:p>
          <a:p>
            <a:br>
              <a:rPr lang="en-US" dirty="0"/>
            </a:br>
            <a:r>
              <a:rPr lang="en-US" dirty="0"/>
              <a:t>A data structure can be constructed from a given layout using a </a:t>
            </a:r>
            <a:r>
              <a:rPr lang="en-US"/>
              <a:t>simple *bag* </a:t>
            </a:r>
            <a:r>
              <a:rPr lang="en-US" dirty="0"/>
              <a:t>constructor, which automatically manages an appropriate memory buffer.</a:t>
            </a:r>
          </a:p>
          <a:p>
            <a:r>
              <a:rPr lang="en-US" dirty="0"/>
              <a:t>If we require the </a:t>
            </a:r>
            <a:r>
              <a:rPr lang="cs-CZ" dirty="0"/>
              <a:t>data </a:t>
            </a:r>
            <a:r>
              <a:rPr lang="en-US" dirty="0"/>
              <a:t>to reside in a</a:t>
            </a:r>
            <a:r>
              <a:rPr lang="cs-CZ" dirty="0"/>
              <a:t> </a:t>
            </a:r>
            <a:r>
              <a:rPr lang="en-US" noProof="0" dirty="0"/>
              <a:t>specific</a:t>
            </a:r>
            <a:r>
              <a:rPr lang="cs-CZ" dirty="0"/>
              <a:t> buffer</a:t>
            </a:r>
            <a:r>
              <a:rPr lang="en-US" dirty="0"/>
              <a:t>, we can supply it ourselves to create a non-owning view to the data</a:t>
            </a:r>
            <a:r>
              <a:rPr lang="cs-CZ" dirty="0"/>
              <a:t>.</a:t>
            </a:r>
            <a:endParaRPr lang="en-US" dirty="0"/>
          </a:p>
          <a:p>
            <a:endParaRPr lang="cs-CZ" dirty="0"/>
          </a:p>
          <a:p>
            <a:r>
              <a:rPr lang="en-US" dirty="0"/>
              <a:t>---</a:t>
            </a:r>
          </a:p>
          <a:p>
            <a:br>
              <a:rPr lang="en-US" dirty="0"/>
            </a:br>
            <a:r>
              <a:rPr lang="en-US" dirty="0"/>
              <a:t>(bridge)</a:t>
            </a:r>
          </a:p>
          <a:p>
            <a:r>
              <a:rPr lang="en-US" dirty="0"/>
              <a:t>Related forms of layout abstraction appear in std::mdspan and Kokkos::View, with limited composability and composable CuTe layouts for tensor representation in GPU programming. The indexation of these abstractions is based on linear algebra and uses positional encoding for the index space. The compositionality of our approach is not limited to linear algebra and generalizes well to traversal abstractions.</a:t>
            </a:r>
          </a:p>
        </p:txBody>
      </p:sp>
      <p:sp>
        <p:nvSpPr>
          <p:cNvPr id="4" name="Slide Number Placeholder 3"/>
          <p:cNvSpPr>
            <a:spLocks noGrp="1"/>
          </p:cNvSpPr>
          <p:nvPr>
            <p:ph type="sldNum" sz="quarter" idx="5"/>
          </p:nvPr>
        </p:nvSpPr>
        <p:spPr/>
        <p:txBody>
          <a:bodyPr/>
          <a:lstStyle/>
          <a:p>
            <a:fld id="{FA8FD632-245B-410D-BCC4-8BF8D37AB67F}" type="slidenum">
              <a:rPr lang="en-US" smtClean="0"/>
              <a:t>20</a:t>
            </a:fld>
            <a:endParaRPr lang="en-US" dirty="0"/>
          </a:p>
        </p:txBody>
      </p:sp>
    </p:spTree>
    <p:extLst>
      <p:ext uri="{BB962C8B-B14F-4D97-AF65-F5344CB8AC3E}">
        <p14:creationId xmlns:p14="http://schemas.microsoft.com/office/powerpoint/2010/main" val="27824788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(key idea: key concepts of </a:t>
            </a:r>
            <a:r>
              <a:rPr lang="en-US" dirty="0" err="1"/>
              <a:t>Noarr</a:t>
            </a:r>
            <a:r>
              <a:rPr lang="en-US" dirty="0"/>
              <a:t> Structures)</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We have implemented a native C++ abstraction using templates to ensure portability and minimal runtime overhead with no need for custom tooling.</a:t>
            </a:r>
          </a:p>
          <a:p>
            <a:r>
              <a:rPr lang="en-US" dirty="0"/>
              <a:t>It is based on composable *building blocks*, such as </a:t>
            </a:r>
            <a:r>
              <a:rPr lang="en-US"/>
              <a:t>*scalar*, </a:t>
            </a:r>
            <a:r>
              <a:rPr lang="en-US" dirty="0"/>
              <a:t>which names a single value, </a:t>
            </a:r>
            <a:r>
              <a:rPr lang="en-US"/>
              <a:t>or *vector*, </a:t>
            </a:r>
            <a:r>
              <a:rPr lang="en-US" dirty="0"/>
              <a:t>which extends the given layout with one named dimension.</a:t>
            </a:r>
          </a:p>
          <a:p>
            <a:endParaRPr lang="en-US" dirty="0"/>
          </a:p>
          <a:p>
            <a:r>
              <a:rPr lang="en-US" dirty="0"/>
              <a:t>A data structure with dimensions m and n can be indexed with an index point with the appropriate dimensions.</a:t>
            </a:r>
          </a:p>
          <a:p>
            <a:r>
              <a:rPr lang="en-US" dirty="0"/>
              <a:t>The encoded dimension names ensure that the indices are correctly paired with dimensions.</a:t>
            </a:r>
          </a:p>
          <a:p>
            <a:endParaRPr lang="en-US" dirty="0"/>
          </a:p>
          <a:p>
            <a:r>
              <a:rPr lang="en-US" dirty="0"/>
              <a:t>(The abstraction also enables encoding a known parameter in the type instead of the object, which the compiler may use in computations to achieve better optimization.)</a:t>
            </a:r>
          </a:p>
          <a:p>
            <a:endParaRPr lang="en-US" dirty="0"/>
          </a:p>
          <a:p>
            <a:r>
              <a:rPr lang="en-US" dirty="0"/>
              <a:t>---</a:t>
            </a:r>
          </a:p>
          <a:p>
            <a:br>
              <a:rPr lang="en-US" dirty="0"/>
            </a:br>
            <a:r>
              <a:rPr lang="en-US" dirty="0"/>
              <a:t>A data structure can be constructed from a given layout using a </a:t>
            </a:r>
            <a:r>
              <a:rPr lang="en-US"/>
              <a:t>simple *bag* </a:t>
            </a:r>
            <a:r>
              <a:rPr lang="en-US" dirty="0"/>
              <a:t>constructor, which automatically manages an appropriate memory buffer.</a:t>
            </a:r>
          </a:p>
          <a:p>
            <a:r>
              <a:rPr lang="en-US" dirty="0"/>
              <a:t>If we require the </a:t>
            </a:r>
            <a:r>
              <a:rPr lang="cs-CZ" dirty="0"/>
              <a:t>data </a:t>
            </a:r>
            <a:r>
              <a:rPr lang="en-US" dirty="0"/>
              <a:t>to reside in a</a:t>
            </a:r>
            <a:r>
              <a:rPr lang="cs-CZ" dirty="0"/>
              <a:t> </a:t>
            </a:r>
            <a:r>
              <a:rPr lang="en-US" noProof="0" dirty="0"/>
              <a:t>specific</a:t>
            </a:r>
            <a:r>
              <a:rPr lang="cs-CZ" dirty="0"/>
              <a:t> buffer</a:t>
            </a:r>
            <a:r>
              <a:rPr lang="en-US" dirty="0"/>
              <a:t>, we can supply it ourselves to create a non-owning view to the data</a:t>
            </a:r>
            <a:r>
              <a:rPr lang="cs-CZ" dirty="0"/>
              <a:t>.</a:t>
            </a:r>
            <a:endParaRPr lang="en-US" dirty="0"/>
          </a:p>
          <a:p>
            <a:endParaRPr lang="cs-CZ" dirty="0"/>
          </a:p>
          <a:p>
            <a:r>
              <a:rPr lang="en-US" dirty="0"/>
              <a:t>---</a:t>
            </a:r>
          </a:p>
          <a:p>
            <a:br>
              <a:rPr lang="en-US" dirty="0"/>
            </a:br>
            <a:r>
              <a:rPr lang="en-US" dirty="0"/>
              <a:t>(bridge)</a:t>
            </a:r>
          </a:p>
          <a:p>
            <a:r>
              <a:rPr lang="en-US" dirty="0"/>
              <a:t>Related forms of layout abstraction appear in std::mdspan and Kokkos::View, with limited composability and composable CuTe layouts for tensor representation in GPU programming. The indexation of these abstractions is based on linear algebra and uses positional encoding for the index space. The compositionality of our approach is not limited to linear algebra and generalizes well to traversal abstractions.</a:t>
            </a:r>
          </a:p>
        </p:txBody>
      </p:sp>
      <p:sp>
        <p:nvSpPr>
          <p:cNvPr id="4" name="Slide Number Placeholder 3"/>
          <p:cNvSpPr>
            <a:spLocks noGrp="1"/>
          </p:cNvSpPr>
          <p:nvPr>
            <p:ph type="sldNum" sz="quarter" idx="5"/>
          </p:nvPr>
        </p:nvSpPr>
        <p:spPr/>
        <p:txBody>
          <a:bodyPr/>
          <a:lstStyle/>
          <a:p>
            <a:fld id="{FA8FD632-245B-410D-BCC4-8BF8D37AB67F}" type="slidenum">
              <a:rPr lang="en-US" smtClean="0"/>
              <a:t>21</a:t>
            </a:fld>
            <a:endParaRPr lang="en-US" dirty="0"/>
          </a:p>
        </p:txBody>
      </p:sp>
    </p:spTree>
    <p:extLst>
      <p:ext uri="{BB962C8B-B14F-4D97-AF65-F5344CB8AC3E}">
        <p14:creationId xmlns:p14="http://schemas.microsoft.com/office/powerpoint/2010/main" val="27824788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(key idea: key concepts of </a:t>
            </a:r>
            <a:r>
              <a:rPr lang="en-US" dirty="0" err="1"/>
              <a:t>Noarr</a:t>
            </a:r>
            <a:r>
              <a:rPr lang="en-US" dirty="0"/>
              <a:t> Structures)</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We have implemented a native C++ abstraction using templates to ensure portability and minimal runtime overhead with no need for custom tooling.</a:t>
            </a:r>
          </a:p>
          <a:p>
            <a:r>
              <a:rPr lang="en-US" dirty="0"/>
              <a:t>It is based on composable *building blocks*, such as </a:t>
            </a:r>
            <a:r>
              <a:rPr lang="en-US"/>
              <a:t>*scalar*, </a:t>
            </a:r>
            <a:r>
              <a:rPr lang="en-US" dirty="0"/>
              <a:t>which names a single value, </a:t>
            </a:r>
            <a:r>
              <a:rPr lang="en-US"/>
              <a:t>or *vector*, </a:t>
            </a:r>
            <a:r>
              <a:rPr lang="en-US" dirty="0"/>
              <a:t>which extends the given layout with one named dimension.</a:t>
            </a:r>
          </a:p>
          <a:p>
            <a:endParaRPr lang="en-US" dirty="0"/>
          </a:p>
          <a:p>
            <a:r>
              <a:rPr lang="en-US" dirty="0"/>
              <a:t>A data structure with dimensions m and n can be indexed with an index point with the appropriate dimensions.</a:t>
            </a:r>
          </a:p>
          <a:p>
            <a:r>
              <a:rPr lang="en-US" dirty="0"/>
              <a:t>The encoded dimension names ensure that the indices are correctly paired with dimensions.</a:t>
            </a:r>
          </a:p>
          <a:p>
            <a:endParaRPr lang="en-US" dirty="0"/>
          </a:p>
          <a:p>
            <a:r>
              <a:rPr lang="en-US" dirty="0"/>
              <a:t>(The abstraction also enables encoding a known parameter in the type instead of the object, which the compiler may use in computations to achieve better optimization.)</a:t>
            </a:r>
          </a:p>
          <a:p>
            <a:endParaRPr lang="en-US" dirty="0"/>
          </a:p>
          <a:p>
            <a:r>
              <a:rPr lang="en-US" dirty="0"/>
              <a:t>---</a:t>
            </a:r>
          </a:p>
          <a:p>
            <a:br>
              <a:rPr lang="en-US" dirty="0"/>
            </a:br>
            <a:r>
              <a:rPr lang="en-US" dirty="0"/>
              <a:t>A data structure can be constructed from a given layout using a </a:t>
            </a:r>
            <a:r>
              <a:rPr lang="en-US"/>
              <a:t>simple *bag* </a:t>
            </a:r>
            <a:r>
              <a:rPr lang="en-US" dirty="0"/>
              <a:t>constructor, which automatically manages an appropriate memory buffer.</a:t>
            </a:r>
          </a:p>
          <a:p>
            <a:r>
              <a:rPr lang="en-US" dirty="0"/>
              <a:t>If we require the </a:t>
            </a:r>
            <a:r>
              <a:rPr lang="cs-CZ" dirty="0"/>
              <a:t>data </a:t>
            </a:r>
            <a:r>
              <a:rPr lang="en-US" dirty="0"/>
              <a:t>to reside in a</a:t>
            </a:r>
            <a:r>
              <a:rPr lang="cs-CZ" dirty="0"/>
              <a:t> </a:t>
            </a:r>
            <a:r>
              <a:rPr lang="en-US" noProof="0" dirty="0"/>
              <a:t>specific</a:t>
            </a:r>
            <a:r>
              <a:rPr lang="cs-CZ" dirty="0"/>
              <a:t> buffer</a:t>
            </a:r>
            <a:r>
              <a:rPr lang="en-US" dirty="0"/>
              <a:t>, we can supply it ourselves to create a non-owning view to the data</a:t>
            </a:r>
            <a:r>
              <a:rPr lang="cs-CZ" dirty="0"/>
              <a:t>.</a:t>
            </a:r>
            <a:endParaRPr lang="en-US" dirty="0"/>
          </a:p>
          <a:p>
            <a:endParaRPr lang="cs-CZ" dirty="0"/>
          </a:p>
          <a:p>
            <a:r>
              <a:rPr lang="en-US" dirty="0"/>
              <a:t>---</a:t>
            </a:r>
          </a:p>
          <a:p>
            <a:br>
              <a:rPr lang="en-US" dirty="0"/>
            </a:br>
            <a:r>
              <a:rPr lang="en-US" dirty="0"/>
              <a:t>(bridge)</a:t>
            </a:r>
          </a:p>
          <a:p>
            <a:r>
              <a:rPr lang="en-US" dirty="0"/>
              <a:t>Related forms of layout abstraction appear in std::mdspan and Kokkos::View, with limited composability and composable CuTe layouts for tensor representation in GPU programming. The indexation of these abstractions is based on linear algebra and uses positional encoding for the index space. The compositionality of our approach is not limited to linear algebra and generalizes well to traversal abstractions.</a:t>
            </a:r>
          </a:p>
        </p:txBody>
      </p:sp>
      <p:sp>
        <p:nvSpPr>
          <p:cNvPr id="4" name="Slide Number Placeholder 3"/>
          <p:cNvSpPr>
            <a:spLocks noGrp="1"/>
          </p:cNvSpPr>
          <p:nvPr>
            <p:ph type="sldNum" sz="quarter" idx="5"/>
          </p:nvPr>
        </p:nvSpPr>
        <p:spPr/>
        <p:txBody>
          <a:bodyPr/>
          <a:lstStyle/>
          <a:p>
            <a:fld id="{FA8FD632-245B-410D-BCC4-8BF8D37AB67F}" type="slidenum">
              <a:rPr lang="en-US" smtClean="0"/>
              <a:t>22</a:t>
            </a:fld>
            <a:endParaRPr lang="en-US" dirty="0"/>
          </a:p>
        </p:txBody>
      </p:sp>
    </p:spTree>
    <p:extLst>
      <p:ext uri="{BB962C8B-B14F-4D97-AF65-F5344CB8AC3E}">
        <p14:creationId xmlns:p14="http://schemas.microsoft.com/office/powerpoint/2010/main" val="27824788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(key idea: key concepts of </a:t>
            </a:r>
            <a:r>
              <a:rPr lang="en-US" dirty="0" err="1"/>
              <a:t>Noarr</a:t>
            </a:r>
            <a:r>
              <a:rPr lang="en-US" dirty="0"/>
              <a:t> Structures)</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We have implemented a native C++ abstraction using templates to ensure portability and minimal runtime overhead with no need for custom tooling.</a:t>
            </a:r>
          </a:p>
          <a:p>
            <a:r>
              <a:rPr lang="en-US" dirty="0"/>
              <a:t>It is based on composable *building blocks*, such as </a:t>
            </a:r>
            <a:r>
              <a:rPr lang="en-US"/>
              <a:t>*scalar*, </a:t>
            </a:r>
            <a:r>
              <a:rPr lang="en-US" dirty="0"/>
              <a:t>which names a single value, </a:t>
            </a:r>
            <a:r>
              <a:rPr lang="en-US"/>
              <a:t>or *vector*, </a:t>
            </a:r>
            <a:r>
              <a:rPr lang="en-US" dirty="0"/>
              <a:t>which extends the given layout with one named dimension.</a:t>
            </a:r>
          </a:p>
          <a:p>
            <a:endParaRPr lang="en-US" dirty="0"/>
          </a:p>
          <a:p>
            <a:r>
              <a:rPr lang="en-US" dirty="0"/>
              <a:t>A data structure with dimensions m and n can be indexed with an index point with the appropriate dimensions.</a:t>
            </a:r>
          </a:p>
          <a:p>
            <a:r>
              <a:rPr lang="en-US" dirty="0"/>
              <a:t>The encoded dimension names ensure that the indices are correctly paired with dimensions.</a:t>
            </a:r>
          </a:p>
          <a:p>
            <a:endParaRPr lang="en-US" dirty="0"/>
          </a:p>
          <a:p>
            <a:r>
              <a:rPr lang="en-US" dirty="0"/>
              <a:t>(The abstraction also enables encoding a known parameter in the type instead of the object, which the compiler may use in computations to achieve better optimization.)</a:t>
            </a:r>
          </a:p>
          <a:p>
            <a:endParaRPr lang="en-US" dirty="0"/>
          </a:p>
          <a:p>
            <a:r>
              <a:rPr lang="en-US" dirty="0"/>
              <a:t>---</a:t>
            </a:r>
          </a:p>
          <a:p>
            <a:br>
              <a:rPr lang="en-US" dirty="0"/>
            </a:br>
            <a:r>
              <a:rPr lang="en-US" dirty="0"/>
              <a:t>A data structure can be constructed from a given layout using a </a:t>
            </a:r>
            <a:r>
              <a:rPr lang="en-US"/>
              <a:t>simple *bag* </a:t>
            </a:r>
            <a:r>
              <a:rPr lang="en-US" dirty="0"/>
              <a:t>constructor, which automatically manages an appropriate memory buffer.</a:t>
            </a:r>
          </a:p>
          <a:p>
            <a:r>
              <a:rPr lang="en-US" dirty="0"/>
              <a:t>If we require the </a:t>
            </a:r>
            <a:r>
              <a:rPr lang="cs-CZ" dirty="0"/>
              <a:t>data </a:t>
            </a:r>
            <a:r>
              <a:rPr lang="en-US" dirty="0"/>
              <a:t>to reside in a</a:t>
            </a:r>
            <a:r>
              <a:rPr lang="cs-CZ" dirty="0"/>
              <a:t> </a:t>
            </a:r>
            <a:r>
              <a:rPr lang="en-US" noProof="0" dirty="0"/>
              <a:t>specific</a:t>
            </a:r>
            <a:r>
              <a:rPr lang="cs-CZ" dirty="0"/>
              <a:t> buffer</a:t>
            </a:r>
            <a:r>
              <a:rPr lang="en-US" dirty="0"/>
              <a:t>, we can supply it ourselves to create a non-owning view to the data</a:t>
            </a:r>
            <a:r>
              <a:rPr lang="cs-CZ" dirty="0"/>
              <a:t>.</a:t>
            </a:r>
            <a:endParaRPr lang="en-US" dirty="0"/>
          </a:p>
          <a:p>
            <a:endParaRPr lang="cs-CZ" dirty="0"/>
          </a:p>
          <a:p>
            <a:r>
              <a:rPr lang="en-US" dirty="0"/>
              <a:t>---</a:t>
            </a:r>
          </a:p>
          <a:p>
            <a:br>
              <a:rPr lang="en-US" dirty="0"/>
            </a:br>
            <a:r>
              <a:rPr lang="en-US" dirty="0"/>
              <a:t>(bridge)</a:t>
            </a:r>
          </a:p>
          <a:p>
            <a:r>
              <a:rPr lang="en-US" dirty="0"/>
              <a:t>Related forms of layout abstraction appear in std::mdspan and Kokkos::View, with limited composability and composable CuTe layouts for tensor representation in GPU programming. The indexation of these abstractions is based on linear algebra and uses positional encoding for the index space. The compositionality of our approach is not limited to linear algebra and generalizes well to traversal abstractions.</a:t>
            </a:r>
          </a:p>
        </p:txBody>
      </p:sp>
      <p:sp>
        <p:nvSpPr>
          <p:cNvPr id="4" name="Slide Number Placeholder 3"/>
          <p:cNvSpPr>
            <a:spLocks noGrp="1"/>
          </p:cNvSpPr>
          <p:nvPr>
            <p:ph type="sldNum" sz="quarter" idx="5"/>
          </p:nvPr>
        </p:nvSpPr>
        <p:spPr/>
        <p:txBody>
          <a:bodyPr/>
          <a:lstStyle/>
          <a:p>
            <a:fld id="{FA8FD632-245B-410D-BCC4-8BF8D37AB67F}" type="slidenum">
              <a:rPr lang="en-US" smtClean="0"/>
              <a:t>23</a:t>
            </a:fld>
            <a:endParaRPr lang="en-US" dirty="0"/>
          </a:p>
        </p:txBody>
      </p:sp>
    </p:spTree>
    <p:extLst>
      <p:ext uri="{BB962C8B-B14F-4D97-AF65-F5344CB8AC3E}">
        <p14:creationId xmlns:p14="http://schemas.microsoft.com/office/powerpoint/2010/main" val="27824788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noProof="0" dirty="0"/>
              <a:t>(key idea: introducing abstraction for traversal-agnostic algorithms – traversers)</a:t>
            </a:r>
            <a:br>
              <a:rPr lang="en-US" noProof="0" dirty="0"/>
            </a:br>
            <a:br>
              <a:rPr lang="en-US" noProof="0" dirty="0"/>
            </a:br>
            <a:r>
              <a:rPr lang="en-US" noProof="0" dirty="0"/>
              <a:t>(with bridge: which enables traversal-agnostic design)</a:t>
            </a:r>
          </a:p>
          <a:p>
            <a:r>
              <a:rPr lang="en-US" noProof="0" dirty="0"/>
              <a:t>(without bridge: After carefully assessing how the principles play into defining layout-agnostic algorithms, we have extended the approach to define traversals as well, enabling traversal-agnostic design.)</a:t>
            </a:r>
          </a:p>
          <a:p>
            <a:endParaRPr lang="en-US" noProof="0" dirty="0"/>
          </a:p>
          <a:p>
            <a:r>
              <a:rPr lang="en-US" noProof="0" dirty="0"/>
              <a:t>For that, we have devised a traverser abstraction.</a:t>
            </a:r>
          </a:p>
          <a:p>
            <a:r>
              <a:rPr lang="en-US" noProof="0" dirty="0"/>
              <a:t>For a single structure, the traverser offers the functionality of a for-each algorithm – we can thus write the earlier shown initialization algorithm without relying on the dimensions of the structure.</a:t>
            </a:r>
          </a:p>
          <a:p>
            <a:r>
              <a:rPr lang="en-US" noProof="0" dirty="0"/>
              <a:t>The dimensions are traversed automatically and composed into an index point that is given as an argument to a lambda expression specifying the element-wise action on the traversed structure.</a:t>
            </a:r>
            <a:br>
              <a:rPr lang="en-US" noProof="0" dirty="0"/>
            </a:br>
            <a:br>
              <a:rPr lang="en-US" noProof="0" dirty="0"/>
            </a:br>
            <a:r>
              <a:rPr lang="en-US" noProof="0" dirty="0"/>
              <a:t>If two structures share the same index space, a traverser constructed from them can be used to copy the data from one to the other. It automatically recognizes that their index spaces fully overlap and traverses all dimensions only once.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noProof="0" dirty="0"/>
              <a:t>If the structures use different physical layouts, the same algorithm automatically converts between the memory layouts.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noProof="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noProof="0" dirty="0"/>
              <a:t>Generalizing this to a situation with different index spaces</a:t>
            </a:r>
          </a:p>
        </p:txBody>
      </p:sp>
      <p:sp>
        <p:nvSpPr>
          <p:cNvPr id="4" name="Slide Number Placeholder 3"/>
          <p:cNvSpPr>
            <a:spLocks noGrp="1"/>
          </p:cNvSpPr>
          <p:nvPr>
            <p:ph type="sldNum" sz="quarter" idx="5"/>
          </p:nvPr>
        </p:nvSpPr>
        <p:spPr/>
        <p:txBody>
          <a:bodyPr/>
          <a:lstStyle/>
          <a:p>
            <a:fld id="{FA8FD632-245B-410D-BCC4-8BF8D37AB67F}" type="slidenum">
              <a:rPr lang="en-US" smtClean="0"/>
              <a:t>24</a:t>
            </a:fld>
            <a:endParaRPr lang="en-US"/>
          </a:p>
        </p:txBody>
      </p:sp>
    </p:spTree>
    <p:extLst>
      <p:ext uri="{BB962C8B-B14F-4D97-AF65-F5344CB8AC3E}">
        <p14:creationId xmlns:p14="http://schemas.microsoft.com/office/powerpoint/2010/main" val="296589453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noProof="0" dirty="0"/>
              <a:t>(key idea: introducing abstraction for traversal-agnostic algorithms – traversers)</a:t>
            </a:r>
            <a:br>
              <a:rPr lang="en-US" noProof="0" dirty="0"/>
            </a:br>
            <a:br>
              <a:rPr lang="en-US" noProof="0" dirty="0"/>
            </a:br>
            <a:r>
              <a:rPr lang="en-US" noProof="0" dirty="0"/>
              <a:t>(with bridge: which enables traversal-agnostic design)</a:t>
            </a:r>
          </a:p>
          <a:p>
            <a:r>
              <a:rPr lang="en-US" noProof="0" dirty="0"/>
              <a:t>(without bridge: After carefully assessing how the principles play into defining layout-agnostic algorithms, we have extended the approach to define traversals as well, enabling traversal-agnostic design.)</a:t>
            </a:r>
          </a:p>
          <a:p>
            <a:endParaRPr lang="en-US" noProof="0" dirty="0"/>
          </a:p>
          <a:p>
            <a:r>
              <a:rPr lang="en-US" noProof="0" dirty="0"/>
              <a:t>For that, we have devised a traverser abstraction.</a:t>
            </a:r>
          </a:p>
          <a:p>
            <a:r>
              <a:rPr lang="en-US" noProof="0" dirty="0"/>
              <a:t>For a single structure, the traverser offers the functionality of a for-each algorithm – we can thus write the earlier shown initialization algorithm without relying on the dimensions of the structure.</a:t>
            </a:r>
          </a:p>
          <a:p>
            <a:r>
              <a:rPr lang="en-US" noProof="0" dirty="0"/>
              <a:t>The dimensions are traversed automatically and composed into an index point that is given as an argument to a lambda expression specifying the element-wise action on the traversed structure.</a:t>
            </a:r>
            <a:br>
              <a:rPr lang="en-US" noProof="0" dirty="0"/>
            </a:br>
            <a:br>
              <a:rPr lang="en-US" noProof="0" dirty="0"/>
            </a:br>
            <a:r>
              <a:rPr lang="en-US" noProof="0" dirty="0"/>
              <a:t>If two structures share the same index space, a traverser constructed from them can be used to copy the data from one to the other. It automatically recognizes that their index spaces fully overlap and traverses all dimensions only once.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noProof="0" dirty="0"/>
              <a:t>If the structures use different physical layouts, the same algorithm automatically converts between the memory layouts.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noProof="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noProof="0" dirty="0"/>
              <a:t>Generalizing this to a situation with different index spaces</a:t>
            </a:r>
          </a:p>
        </p:txBody>
      </p:sp>
      <p:sp>
        <p:nvSpPr>
          <p:cNvPr id="4" name="Slide Number Placeholder 3"/>
          <p:cNvSpPr>
            <a:spLocks noGrp="1"/>
          </p:cNvSpPr>
          <p:nvPr>
            <p:ph type="sldNum" sz="quarter" idx="5"/>
          </p:nvPr>
        </p:nvSpPr>
        <p:spPr/>
        <p:txBody>
          <a:bodyPr/>
          <a:lstStyle/>
          <a:p>
            <a:fld id="{FA8FD632-245B-410D-BCC4-8BF8D37AB67F}" type="slidenum">
              <a:rPr lang="en-US" smtClean="0"/>
              <a:t>25</a:t>
            </a:fld>
            <a:endParaRPr lang="en-US"/>
          </a:p>
        </p:txBody>
      </p:sp>
    </p:spTree>
    <p:extLst>
      <p:ext uri="{BB962C8B-B14F-4D97-AF65-F5344CB8AC3E}">
        <p14:creationId xmlns:p14="http://schemas.microsoft.com/office/powerpoint/2010/main" val="296589453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noProof="0" dirty="0"/>
              <a:t>(key idea: introducing abstraction for traversal-agnostic algorithms – traversers)</a:t>
            </a:r>
            <a:br>
              <a:rPr lang="en-US" noProof="0" dirty="0"/>
            </a:br>
            <a:br>
              <a:rPr lang="en-US" noProof="0" dirty="0"/>
            </a:br>
            <a:r>
              <a:rPr lang="en-US" noProof="0" dirty="0"/>
              <a:t>(with bridge: which enables traversal-agnostic design)</a:t>
            </a:r>
          </a:p>
          <a:p>
            <a:r>
              <a:rPr lang="en-US" noProof="0" dirty="0"/>
              <a:t>(without bridge: After carefully assessing how the principles play into defining layout-agnostic algorithms, we have extended the approach to define traversals as well, enabling traversal-agnostic design.)</a:t>
            </a:r>
          </a:p>
          <a:p>
            <a:endParaRPr lang="en-US" noProof="0" dirty="0"/>
          </a:p>
          <a:p>
            <a:r>
              <a:rPr lang="en-US" noProof="0" dirty="0"/>
              <a:t>For that, we have devised a traverser abstraction.</a:t>
            </a:r>
          </a:p>
          <a:p>
            <a:r>
              <a:rPr lang="en-US" noProof="0" dirty="0"/>
              <a:t>For a single structure, the traverser offers the functionality of a for-each algorithm – we can thus write the earlier shown initialization algorithm without relying on the dimensions of the structure.</a:t>
            </a:r>
          </a:p>
          <a:p>
            <a:r>
              <a:rPr lang="en-US" noProof="0" dirty="0"/>
              <a:t>The dimensions are traversed automatically and composed into an index point that is given as an argument to a lambda expression specifying the element-wise action on the traversed structure.</a:t>
            </a:r>
            <a:br>
              <a:rPr lang="en-US" noProof="0" dirty="0"/>
            </a:br>
            <a:br>
              <a:rPr lang="en-US" noProof="0" dirty="0"/>
            </a:br>
            <a:r>
              <a:rPr lang="en-US" noProof="0" dirty="0"/>
              <a:t>If two structures share the same index space, a traverser constructed from them can be used to copy the data from one to the other. It automatically recognizes that their index spaces fully overlap and traverses all dimensions only once.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noProof="0" dirty="0"/>
              <a:t>If the structures use different physical layouts, the same algorithm automatically converts between the memory layouts.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noProof="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noProof="0" dirty="0"/>
              <a:t>Generalizing this to a situation with different index spaces</a:t>
            </a:r>
          </a:p>
        </p:txBody>
      </p:sp>
      <p:sp>
        <p:nvSpPr>
          <p:cNvPr id="4" name="Slide Number Placeholder 3"/>
          <p:cNvSpPr>
            <a:spLocks noGrp="1"/>
          </p:cNvSpPr>
          <p:nvPr>
            <p:ph type="sldNum" sz="quarter" idx="5"/>
          </p:nvPr>
        </p:nvSpPr>
        <p:spPr/>
        <p:txBody>
          <a:bodyPr/>
          <a:lstStyle/>
          <a:p>
            <a:fld id="{FA8FD632-245B-410D-BCC4-8BF8D37AB67F}" type="slidenum">
              <a:rPr lang="en-US" smtClean="0"/>
              <a:t>26</a:t>
            </a:fld>
            <a:endParaRPr lang="en-US"/>
          </a:p>
        </p:txBody>
      </p:sp>
    </p:spTree>
    <p:extLst>
      <p:ext uri="{BB962C8B-B14F-4D97-AF65-F5344CB8AC3E}">
        <p14:creationId xmlns:p14="http://schemas.microsoft.com/office/powerpoint/2010/main" val="296589453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518B7E-2CCD-0A01-49C2-3EEC21B7D56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9AC74B1-1EFF-F880-AF5F-62675F32719B}"/>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95D2714E-2A35-A3E9-DCAC-8D5FD6952A63}"/>
              </a:ext>
            </a:extLst>
          </p:cNvPr>
          <p:cNvSpPr>
            <a:spLocks noGrp="1"/>
          </p:cNvSpPr>
          <p:nvPr>
            <p:ph type="body" idx="1"/>
          </p:nvPr>
        </p:nvSpPr>
        <p:spPr/>
        <p:txBody>
          <a:bodyPr/>
          <a:lstStyle/>
          <a:p>
            <a:r>
              <a:rPr lang="en-US" dirty="0"/>
              <a:t>(key idea: traversers – structures with non-overlapping index spaces)</a:t>
            </a:r>
            <a:br>
              <a:rPr lang="en-US" dirty="0"/>
            </a:br>
            <a:endParaRPr lang="en-US" dirty="0"/>
          </a:p>
          <a:p>
            <a:r>
              <a:rPr lang="en-US" dirty="0"/>
              <a:t>This generalizes to structures with (partially or fully) independent index spaces.</a:t>
            </a:r>
          </a:p>
          <a:p>
            <a:r>
              <a:rPr lang="en-US" dirty="0"/>
              <a:t>Let’s show that on the matrix multiplication algorithm, which can be expressed as a three-dimensional loop nest.</a:t>
            </a:r>
          </a:p>
          <a:p>
            <a:endParaRPr lang="en-US" dirty="0"/>
          </a:p>
          <a:p>
            <a:r>
              <a:rPr lang="en-US" dirty="0"/>
              <a:t>We can define the same traversal by simply using the traverser on the three data structures.</a:t>
            </a:r>
          </a:p>
          <a:p>
            <a:endParaRPr lang="en-US" dirty="0"/>
          </a:p>
          <a:p>
            <a:r>
              <a:rPr lang="en-US" dirty="0"/>
              <a:t>It extracts the dimensions from the provided data structures and represents a loop nest from unique copies of the dimension.</a:t>
            </a:r>
          </a:p>
          <a:p>
            <a:endParaRPr lang="en-US" dirty="0"/>
          </a:p>
          <a:p>
            <a:r>
              <a:rPr lang="en-US" dirty="0"/>
              <a:t>(…)</a:t>
            </a:r>
          </a:p>
        </p:txBody>
      </p:sp>
      <p:sp>
        <p:nvSpPr>
          <p:cNvPr id="4" name="Slide Number Placeholder 3">
            <a:extLst>
              <a:ext uri="{FF2B5EF4-FFF2-40B4-BE49-F238E27FC236}">
                <a16:creationId xmlns:a16="http://schemas.microsoft.com/office/drawing/2014/main" id="{F475528D-6039-8EA3-096B-57285E15D829}"/>
              </a:ext>
            </a:extLst>
          </p:cNvPr>
          <p:cNvSpPr>
            <a:spLocks noGrp="1"/>
          </p:cNvSpPr>
          <p:nvPr>
            <p:ph type="sldNum" sz="quarter" idx="5"/>
          </p:nvPr>
        </p:nvSpPr>
        <p:spPr/>
        <p:txBody>
          <a:bodyPr/>
          <a:lstStyle/>
          <a:p>
            <a:fld id="{FA8FD632-245B-410D-BCC4-8BF8D37AB67F}" type="slidenum">
              <a:rPr lang="en-US" smtClean="0"/>
              <a:t>27</a:t>
            </a:fld>
            <a:endParaRPr lang="en-US"/>
          </a:p>
        </p:txBody>
      </p:sp>
    </p:spTree>
    <p:extLst>
      <p:ext uri="{BB962C8B-B14F-4D97-AF65-F5344CB8AC3E}">
        <p14:creationId xmlns:p14="http://schemas.microsoft.com/office/powerpoint/2010/main" val="113036277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518B7E-2CCD-0A01-49C2-3EEC21B7D56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9AC74B1-1EFF-F880-AF5F-62675F32719B}"/>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95D2714E-2A35-A3E9-DCAC-8D5FD6952A63}"/>
              </a:ext>
            </a:extLst>
          </p:cNvPr>
          <p:cNvSpPr>
            <a:spLocks noGrp="1"/>
          </p:cNvSpPr>
          <p:nvPr>
            <p:ph type="body" idx="1"/>
          </p:nvPr>
        </p:nvSpPr>
        <p:spPr/>
        <p:txBody>
          <a:bodyPr/>
          <a:lstStyle/>
          <a:p>
            <a:r>
              <a:rPr lang="en-US" dirty="0"/>
              <a:t>(key idea: traversers – structures with non-overlapping index spaces)</a:t>
            </a:r>
            <a:br>
              <a:rPr lang="en-US" dirty="0"/>
            </a:br>
            <a:endParaRPr lang="en-US" dirty="0"/>
          </a:p>
          <a:p>
            <a:r>
              <a:rPr lang="en-US" dirty="0"/>
              <a:t>This generalizes to structures with (partially or fully) independent index spaces.</a:t>
            </a:r>
          </a:p>
          <a:p>
            <a:r>
              <a:rPr lang="en-US" dirty="0"/>
              <a:t>Let’s show that on the matrix multiplication algorithm, which can be expressed as a three-dimensional loop nest.</a:t>
            </a:r>
          </a:p>
          <a:p>
            <a:endParaRPr lang="en-US" dirty="0"/>
          </a:p>
          <a:p>
            <a:r>
              <a:rPr lang="en-US" dirty="0"/>
              <a:t>We can define the same traversal by simply using the traverser on the three data structures.</a:t>
            </a:r>
          </a:p>
          <a:p>
            <a:endParaRPr lang="en-US" dirty="0"/>
          </a:p>
          <a:p>
            <a:r>
              <a:rPr lang="en-US" dirty="0"/>
              <a:t>It extracts the dimensions from the provided data structures and represents a loop nest from unique copies of the dimension.</a:t>
            </a:r>
          </a:p>
          <a:p>
            <a:endParaRPr lang="en-US" dirty="0"/>
          </a:p>
          <a:p>
            <a:r>
              <a:rPr lang="en-US" dirty="0"/>
              <a:t>(…)</a:t>
            </a:r>
          </a:p>
        </p:txBody>
      </p:sp>
      <p:sp>
        <p:nvSpPr>
          <p:cNvPr id="4" name="Slide Number Placeholder 3">
            <a:extLst>
              <a:ext uri="{FF2B5EF4-FFF2-40B4-BE49-F238E27FC236}">
                <a16:creationId xmlns:a16="http://schemas.microsoft.com/office/drawing/2014/main" id="{F475528D-6039-8EA3-096B-57285E15D829}"/>
              </a:ext>
            </a:extLst>
          </p:cNvPr>
          <p:cNvSpPr>
            <a:spLocks noGrp="1"/>
          </p:cNvSpPr>
          <p:nvPr>
            <p:ph type="sldNum" sz="quarter" idx="5"/>
          </p:nvPr>
        </p:nvSpPr>
        <p:spPr/>
        <p:txBody>
          <a:bodyPr/>
          <a:lstStyle/>
          <a:p>
            <a:fld id="{FA8FD632-245B-410D-BCC4-8BF8D37AB67F}" type="slidenum">
              <a:rPr lang="en-US" smtClean="0"/>
              <a:t>28</a:t>
            </a:fld>
            <a:endParaRPr lang="en-US"/>
          </a:p>
        </p:txBody>
      </p:sp>
    </p:spTree>
    <p:extLst>
      <p:ext uri="{BB962C8B-B14F-4D97-AF65-F5344CB8AC3E}">
        <p14:creationId xmlns:p14="http://schemas.microsoft.com/office/powerpoint/2010/main" val="113036277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518B7E-2CCD-0A01-49C2-3EEC21B7D56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9AC74B1-1EFF-F880-AF5F-62675F32719B}"/>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95D2714E-2A35-A3E9-DCAC-8D5FD6952A63}"/>
              </a:ext>
            </a:extLst>
          </p:cNvPr>
          <p:cNvSpPr>
            <a:spLocks noGrp="1"/>
          </p:cNvSpPr>
          <p:nvPr>
            <p:ph type="body" idx="1"/>
          </p:nvPr>
        </p:nvSpPr>
        <p:spPr/>
        <p:txBody>
          <a:bodyPr/>
          <a:lstStyle/>
          <a:p>
            <a:r>
              <a:rPr lang="en-US" dirty="0"/>
              <a:t>(key idea: traversers – structures with non-overlapping index spaces)</a:t>
            </a:r>
            <a:br>
              <a:rPr lang="en-US" dirty="0"/>
            </a:br>
            <a:endParaRPr lang="en-US" dirty="0"/>
          </a:p>
          <a:p>
            <a:r>
              <a:rPr lang="en-US" dirty="0"/>
              <a:t>This generalizes to structures with (partially or fully) independent index spaces.</a:t>
            </a:r>
          </a:p>
          <a:p>
            <a:r>
              <a:rPr lang="en-US" dirty="0"/>
              <a:t>Let’s show that on the matrix multiplication algorithm, which can be expressed as a three-dimensional loop nest.</a:t>
            </a:r>
          </a:p>
          <a:p>
            <a:endParaRPr lang="en-US" dirty="0"/>
          </a:p>
          <a:p>
            <a:r>
              <a:rPr lang="en-US" dirty="0"/>
              <a:t>We can define the same traversal by simply using the traverser on the three data structures.</a:t>
            </a:r>
          </a:p>
          <a:p>
            <a:endParaRPr lang="en-US" dirty="0"/>
          </a:p>
          <a:p>
            <a:r>
              <a:rPr lang="en-US" dirty="0"/>
              <a:t>It extracts the dimensions from the provided data structures and represents a loop nest from unique copies of the dimension.</a:t>
            </a:r>
          </a:p>
          <a:p>
            <a:endParaRPr lang="en-US" dirty="0"/>
          </a:p>
          <a:p>
            <a:r>
              <a:rPr lang="en-US" dirty="0"/>
              <a:t>(…)</a:t>
            </a:r>
          </a:p>
        </p:txBody>
      </p:sp>
      <p:sp>
        <p:nvSpPr>
          <p:cNvPr id="4" name="Slide Number Placeholder 3">
            <a:extLst>
              <a:ext uri="{FF2B5EF4-FFF2-40B4-BE49-F238E27FC236}">
                <a16:creationId xmlns:a16="http://schemas.microsoft.com/office/drawing/2014/main" id="{F475528D-6039-8EA3-096B-57285E15D829}"/>
              </a:ext>
            </a:extLst>
          </p:cNvPr>
          <p:cNvSpPr>
            <a:spLocks noGrp="1"/>
          </p:cNvSpPr>
          <p:nvPr>
            <p:ph type="sldNum" sz="quarter" idx="5"/>
          </p:nvPr>
        </p:nvSpPr>
        <p:spPr/>
        <p:txBody>
          <a:bodyPr/>
          <a:lstStyle/>
          <a:p>
            <a:fld id="{FA8FD632-245B-410D-BCC4-8BF8D37AB67F}" type="slidenum">
              <a:rPr lang="en-US" smtClean="0"/>
              <a:t>29</a:t>
            </a:fld>
            <a:endParaRPr lang="en-US"/>
          </a:p>
        </p:txBody>
      </p:sp>
    </p:spTree>
    <p:extLst>
      <p:ext uri="{BB962C8B-B14F-4D97-AF65-F5344CB8AC3E}">
        <p14:creationId xmlns:p14="http://schemas.microsoft.com/office/powerpoint/2010/main" val="113036277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518B7E-2CCD-0A01-49C2-3EEC21B7D56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9AC74B1-1EFF-F880-AF5F-62675F32719B}"/>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95D2714E-2A35-A3E9-DCAC-8D5FD6952A63}"/>
              </a:ext>
            </a:extLst>
          </p:cNvPr>
          <p:cNvSpPr>
            <a:spLocks noGrp="1"/>
          </p:cNvSpPr>
          <p:nvPr>
            <p:ph type="body" idx="1"/>
          </p:nvPr>
        </p:nvSpPr>
        <p:spPr/>
        <p:txBody>
          <a:bodyPr/>
          <a:lstStyle/>
          <a:p>
            <a:r>
              <a:rPr lang="en-US" dirty="0"/>
              <a:t>(key idea: traversers – structures with non-overlapping index spaces)</a:t>
            </a:r>
            <a:br>
              <a:rPr lang="en-US" dirty="0"/>
            </a:br>
            <a:endParaRPr lang="en-US" dirty="0"/>
          </a:p>
          <a:p>
            <a:r>
              <a:rPr lang="en-US" dirty="0"/>
              <a:t>This generalizes to structures with (partially or fully) independent index spaces.</a:t>
            </a:r>
          </a:p>
          <a:p>
            <a:r>
              <a:rPr lang="en-US" dirty="0"/>
              <a:t>Let’s show that on the matrix multiplication algorithm, which can be expressed as a three-dimensional loop nest.</a:t>
            </a:r>
          </a:p>
          <a:p>
            <a:endParaRPr lang="en-US" dirty="0"/>
          </a:p>
          <a:p>
            <a:r>
              <a:rPr lang="en-US" dirty="0"/>
              <a:t>We can define the same traversal by simply using the traverser on the three data structures.</a:t>
            </a:r>
          </a:p>
          <a:p>
            <a:endParaRPr lang="en-US" dirty="0"/>
          </a:p>
          <a:p>
            <a:r>
              <a:rPr lang="en-US" dirty="0"/>
              <a:t>It extracts the dimensions from the provided data structures and represents a loop nest from unique copies of the dimension.</a:t>
            </a:r>
          </a:p>
          <a:p>
            <a:endParaRPr lang="en-US" dirty="0"/>
          </a:p>
          <a:p>
            <a:r>
              <a:rPr lang="en-US" dirty="0"/>
              <a:t>(…)</a:t>
            </a:r>
          </a:p>
        </p:txBody>
      </p:sp>
      <p:sp>
        <p:nvSpPr>
          <p:cNvPr id="4" name="Slide Number Placeholder 3">
            <a:extLst>
              <a:ext uri="{FF2B5EF4-FFF2-40B4-BE49-F238E27FC236}">
                <a16:creationId xmlns:a16="http://schemas.microsoft.com/office/drawing/2014/main" id="{F475528D-6039-8EA3-096B-57285E15D829}"/>
              </a:ext>
            </a:extLst>
          </p:cNvPr>
          <p:cNvSpPr>
            <a:spLocks noGrp="1"/>
          </p:cNvSpPr>
          <p:nvPr>
            <p:ph type="sldNum" sz="quarter" idx="5"/>
          </p:nvPr>
        </p:nvSpPr>
        <p:spPr/>
        <p:txBody>
          <a:bodyPr/>
          <a:lstStyle/>
          <a:p>
            <a:fld id="{FA8FD632-245B-410D-BCC4-8BF8D37AB67F}" type="slidenum">
              <a:rPr lang="en-US" smtClean="0"/>
              <a:t>30</a:t>
            </a:fld>
            <a:endParaRPr lang="en-US"/>
          </a:p>
        </p:txBody>
      </p:sp>
    </p:spTree>
    <p:extLst>
      <p:ext uri="{BB962C8B-B14F-4D97-AF65-F5344CB8AC3E}">
        <p14:creationId xmlns:p14="http://schemas.microsoft.com/office/powerpoint/2010/main" val="113036277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518B7E-2CCD-0A01-49C2-3EEC21B7D56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9AC74B1-1EFF-F880-AF5F-62675F32719B}"/>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95D2714E-2A35-A3E9-DCAC-8D5FD6952A63}"/>
              </a:ext>
            </a:extLst>
          </p:cNvPr>
          <p:cNvSpPr>
            <a:spLocks noGrp="1"/>
          </p:cNvSpPr>
          <p:nvPr>
            <p:ph type="body" idx="1"/>
          </p:nvPr>
        </p:nvSpPr>
        <p:spPr/>
        <p:txBody>
          <a:bodyPr/>
          <a:lstStyle/>
          <a:p>
            <a:r>
              <a:rPr lang="en-US" dirty="0"/>
              <a:t>(key idea: traversers – structures with non-overlapping index spaces)</a:t>
            </a:r>
            <a:br>
              <a:rPr lang="en-US" dirty="0"/>
            </a:br>
            <a:endParaRPr lang="en-US" dirty="0"/>
          </a:p>
          <a:p>
            <a:r>
              <a:rPr lang="en-US" dirty="0"/>
              <a:t>This generalizes to structures with (partially or fully) independent index spaces.</a:t>
            </a:r>
          </a:p>
          <a:p>
            <a:r>
              <a:rPr lang="en-US" dirty="0"/>
              <a:t>Let’s show that on the matrix multiplication algorithm, which can be expressed as a three-dimensional loop nest.</a:t>
            </a:r>
          </a:p>
          <a:p>
            <a:endParaRPr lang="en-US" dirty="0"/>
          </a:p>
          <a:p>
            <a:r>
              <a:rPr lang="en-US" dirty="0"/>
              <a:t>We can define the same traversal by simply using the traverser on the three data structures.</a:t>
            </a:r>
          </a:p>
          <a:p>
            <a:endParaRPr lang="en-US" dirty="0"/>
          </a:p>
          <a:p>
            <a:r>
              <a:rPr lang="en-US" dirty="0"/>
              <a:t>It extracts the dimensions from the provided data structures and represents a loop nest from unique copies of the dimension.</a:t>
            </a:r>
          </a:p>
          <a:p>
            <a:endParaRPr lang="en-US" dirty="0"/>
          </a:p>
          <a:p>
            <a:r>
              <a:rPr lang="en-US" dirty="0"/>
              <a:t>(…)</a:t>
            </a:r>
          </a:p>
        </p:txBody>
      </p:sp>
      <p:sp>
        <p:nvSpPr>
          <p:cNvPr id="4" name="Slide Number Placeholder 3">
            <a:extLst>
              <a:ext uri="{FF2B5EF4-FFF2-40B4-BE49-F238E27FC236}">
                <a16:creationId xmlns:a16="http://schemas.microsoft.com/office/drawing/2014/main" id="{F475528D-6039-8EA3-096B-57285E15D829}"/>
              </a:ext>
            </a:extLst>
          </p:cNvPr>
          <p:cNvSpPr>
            <a:spLocks noGrp="1"/>
          </p:cNvSpPr>
          <p:nvPr>
            <p:ph type="sldNum" sz="quarter" idx="5"/>
          </p:nvPr>
        </p:nvSpPr>
        <p:spPr/>
        <p:txBody>
          <a:bodyPr/>
          <a:lstStyle/>
          <a:p>
            <a:fld id="{FA8FD632-245B-410D-BCC4-8BF8D37AB67F}" type="slidenum">
              <a:rPr lang="en-US" smtClean="0"/>
              <a:t>31</a:t>
            </a:fld>
            <a:endParaRPr lang="en-US"/>
          </a:p>
        </p:txBody>
      </p:sp>
    </p:spTree>
    <p:extLst>
      <p:ext uri="{BB962C8B-B14F-4D97-AF65-F5344CB8AC3E}">
        <p14:creationId xmlns:p14="http://schemas.microsoft.com/office/powerpoint/2010/main" val="113036277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518B7E-2CCD-0A01-49C2-3EEC21B7D56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9AC74B1-1EFF-F880-AF5F-62675F32719B}"/>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95D2714E-2A35-A3E9-DCAC-8D5FD6952A63}"/>
              </a:ext>
            </a:extLst>
          </p:cNvPr>
          <p:cNvSpPr>
            <a:spLocks noGrp="1"/>
          </p:cNvSpPr>
          <p:nvPr>
            <p:ph type="body" idx="1"/>
          </p:nvPr>
        </p:nvSpPr>
        <p:spPr/>
        <p:txBody>
          <a:bodyPr/>
          <a:lstStyle/>
          <a:p>
            <a:r>
              <a:rPr lang="en-US" dirty="0"/>
              <a:t>(key idea: traversers – structures with non-overlapping index spaces)</a:t>
            </a:r>
            <a:br>
              <a:rPr lang="en-US" dirty="0"/>
            </a:br>
            <a:endParaRPr lang="en-US" dirty="0"/>
          </a:p>
          <a:p>
            <a:r>
              <a:rPr lang="en-US" dirty="0"/>
              <a:t>This generalizes to structures with (partially or fully) independent index spaces.</a:t>
            </a:r>
          </a:p>
          <a:p>
            <a:r>
              <a:rPr lang="en-US" dirty="0"/>
              <a:t>Let’s show that on the matrix multiplication algorithm, which can be expressed as a three-dimensional loop nest.</a:t>
            </a:r>
          </a:p>
          <a:p>
            <a:endParaRPr lang="en-US" dirty="0"/>
          </a:p>
          <a:p>
            <a:r>
              <a:rPr lang="en-US" dirty="0"/>
              <a:t>We can define the same traversal by simply using the traverser on the three data structures.</a:t>
            </a:r>
          </a:p>
          <a:p>
            <a:endParaRPr lang="en-US" dirty="0"/>
          </a:p>
          <a:p>
            <a:r>
              <a:rPr lang="en-US" dirty="0"/>
              <a:t>It extracts the dimensions from the provided data structures and represents a loop nest from unique copies of the dimension.</a:t>
            </a:r>
          </a:p>
          <a:p>
            <a:endParaRPr lang="en-US" dirty="0"/>
          </a:p>
          <a:p>
            <a:r>
              <a:rPr lang="en-US" dirty="0"/>
              <a:t>(…)</a:t>
            </a:r>
          </a:p>
        </p:txBody>
      </p:sp>
      <p:sp>
        <p:nvSpPr>
          <p:cNvPr id="4" name="Slide Number Placeholder 3">
            <a:extLst>
              <a:ext uri="{FF2B5EF4-FFF2-40B4-BE49-F238E27FC236}">
                <a16:creationId xmlns:a16="http://schemas.microsoft.com/office/drawing/2014/main" id="{F475528D-6039-8EA3-096B-57285E15D829}"/>
              </a:ext>
            </a:extLst>
          </p:cNvPr>
          <p:cNvSpPr>
            <a:spLocks noGrp="1"/>
          </p:cNvSpPr>
          <p:nvPr>
            <p:ph type="sldNum" sz="quarter" idx="5"/>
          </p:nvPr>
        </p:nvSpPr>
        <p:spPr/>
        <p:txBody>
          <a:bodyPr/>
          <a:lstStyle/>
          <a:p>
            <a:fld id="{FA8FD632-245B-410D-BCC4-8BF8D37AB67F}" type="slidenum">
              <a:rPr lang="en-US" smtClean="0"/>
              <a:t>32</a:t>
            </a:fld>
            <a:endParaRPr lang="en-US"/>
          </a:p>
        </p:txBody>
      </p:sp>
    </p:spTree>
    <p:extLst>
      <p:ext uri="{BB962C8B-B14F-4D97-AF65-F5344CB8AC3E}">
        <p14:creationId xmlns:p14="http://schemas.microsoft.com/office/powerpoint/2010/main" val="113036277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518B7E-2CCD-0A01-49C2-3EEC21B7D56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9AC74B1-1EFF-F880-AF5F-62675F32719B}"/>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95D2714E-2A35-A3E9-DCAC-8D5FD6952A63}"/>
              </a:ext>
            </a:extLst>
          </p:cNvPr>
          <p:cNvSpPr>
            <a:spLocks noGrp="1"/>
          </p:cNvSpPr>
          <p:nvPr>
            <p:ph type="body" idx="1"/>
          </p:nvPr>
        </p:nvSpPr>
        <p:spPr/>
        <p:txBody>
          <a:bodyPr/>
          <a:lstStyle/>
          <a:p>
            <a:r>
              <a:rPr lang="en-US" dirty="0"/>
              <a:t>(key idea: traversers – structures with non-overlapping index spaces)</a:t>
            </a:r>
            <a:br>
              <a:rPr lang="en-US" dirty="0"/>
            </a:br>
            <a:endParaRPr lang="en-US" dirty="0"/>
          </a:p>
          <a:p>
            <a:r>
              <a:rPr lang="en-US" dirty="0"/>
              <a:t>This generalizes to structures with (partially or fully) independent index spaces.</a:t>
            </a:r>
          </a:p>
          <a:p>
            <a:r>
              <a:rPr lang="en-US" dirty="0"/>
              <a:t>Let’s show that on the matrix multiplication algorithm, which can be expressed as a three-dimensional loop nest.</a:t>
            </a:r>
          </a:p>
          <a:p>
            <a:endParaRPr lang="en-US" dirty="0"/>
          </a:p>
          <a:p>
            <a:r>
              <a:rPr lang="en-US" dirty="0"/>
              <a:t>We can define the same traversal by simply using the traverser on the three data structures.</a:t>
            </a:r>
          </a:p>
          <a:p>
            <a:endParaRPr lang="en-US" dirty="0"/>
          </a:p>
          <a:p>
            <a:r>
              <a:rPr lang="en-US" dirty="0"/>
              <a:t>It extracts the dimensions from the provided data structures and represents a loop nest from unique copies of the dimension.</a:t>
            </a:r>
          </a:p>
          <a:p>
            <a:endParaRPr lang="en-US" dirty="0"/>
          </a:p>
          <a:p>
            <a:r>
              <a:rPr lang="en-US" dirty="0"/>
              <a:t>(…)</a:t>
            </a:r>
          </a:p>
        </p:txBody>
      </p:sp>
      <p:sp>
        <p:nvSpPr>
          <p:cNvPr id="4" name="Slide Number Placeholder 3">
            <a:extLst>
              <a:ext uri="{FF2B5EF4-FFF2-40B4-BE49-F238E27FC236}">
                <a16:creationId xmlns:a16="http://schemas.microsoft.com/office/drawing/2014/main" id="{F475528D-6039-8EA3-096B-57285E15D829}"/>
              </a:ext>
            </a:extLst>
          </p:cNvPr>
          <p:cNvSpPr>
            <a:spLocks noGrp="1"/>
          </p:cNvSpPr>
          <p:nvPr>
            <p:ph type="sldNum" sz="quarter" idx="5"/>
          </p:nvPr>
        </p:nvSpPr>
        <p:spPr/>
        <p:txBody>
          <a:bodyPr/>
          <a:lstStyle/>
          <a:p>
            <a:fld id="{FA8FD632-245B-410D-BCC4-8BF8D37AB67F}" type="slidenum">
              <a:rPr lang="en-US" smtClean="0"/>
              <a:t>33</a:t>
            </a:fld>
            <a:endParaRPr lang="en-US"/>
          </a:p>
        </p:txBody>
      </p:sp>
    </p:spTree>
    <p:extLst>
      <p:ext uri="{BB962C8B-B14F-4D97-AF65-F5344CB8AC3E}">
        <p14:creationId xmlns:p14="http://schemas.microsoft.com/office/powerpoint/2010/main" val="113036277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545A5D-911E-326E-C9A3-9C3EB7DB554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C4EFE1-B0C5-BDA3-347D-3368CED5717E}"/>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C70F7586-8B8C-9621-4AFF-13A63F5D168A}"/>
              </a:ext>
            </a:extLst>
          </p:cNvPr>
          <p:cNvSpPr>
            <a:spLocks noGrp="1"/>
          </p:cNvSpPr>
          <p:nvPr>
            <p:ph type="body" idx="1"/>
          </p:nvPr>
        </p:nvSpPr>
        <p:spPr/>
        <p:txBody>
          <a:bodyPr/>
          <a:lstStyle/>
          <a:p>
            <a:r>
              <a:rPr lang="en-US" dirty="0"/>
              <a:t>(key idea: optimizing the traversal)</a:t>
            </a:r>
          </a:p>
          <a:p>
            <a:endParaRPr lang="en-US" dirty="0"/>
          </a:p>
          <a:p>
            <a:r>
              <a:rPr lang="en-US" dirty="0"/>
              <a:t>(…)</a:t>
            </a:r>
          </a:p>
          <a:p>
            <a:endParaRPr lang="en-US" dirty="0"/>
          </a:p>
          <a:p>
            <a:r>
              <a:rPr lang="en-US" dirty="0"/>
              <a:t>Let’s say we want to perform the matrix multiplication by tiles of the output to improve the caching behavior.</a:t>
            </a:r>
            <a:br>
              <a:rPr lang="en-US" dirty="0"/>
            </a:br>
            <a:r>
              <a:rPr lang="en-US" dirty="0"/>
              <a:t>We can define a transformation using the same principles as the layouts and then apply it to the traverser.</a:t>
            </a:r>
          </a:p>
          <a:p>
            <a:endParaRPr lang="en-US" dirty="0"/>
          </a:p>
          <a:p>
            <a:r>
              <a:rPr lang="en-US" dirty="0"/>
              <a:t>(…)</a:t>
            </a:r>
          </a:p>
        </p:txBody>
      </p:sp>
      <p:sp>
        <p:nvSpPr>
          <p:cNvPr id="4" name="Slide Number Placeholder 3">
            <a:extLst>
              <a:ext uri="{FF2B5EF4-FFF2-40B4-BE49-F238E27FC236}">
                <a16:creationId xmlns:a16="http://schemas.microsoft.com/office/drawing/2014/main" id="{0E987452-59B1-C67B-B782-0C8B96ABBD42}"/>
              </a:ext>
            </a:extLst>
          </p:cNvPr>
          <p:cNvSpPr>
            <a:spLocks noGrp="1"/>
          </p:cNvSpPr>
          <p:nvPr>
            <p:ph type="sldNum" sz="quarter" idx="5"/>
          </p:nvPr>
        </p:nvSpPr>
        <p:spPr/>
        <p:txBody>
          <a:bodyPr/>
          <a:lstStyle/>
          <a:p>
            <a:fld id="{FA8FD632-245B-410D-BCC4-8BF8D37AB67F}" type="slidenum">
              <a:rPr lang="en-US" smtClean="0"/>
              <a:t>34</a:t>
            </a:fld>
            <a:endParaRPr lang="en-US"/>
          </a:p>
        </p:txBody>
      </p:sp>
    </p:spTree>
    <p:extLst>
      <p:ext uri="{BB962C8B-B14F-4D97-AF65-F5344CB8AC3E}">
        <p14:creationId xmlns:p14="http://schemas.microsoft.com/office/powerpoint/2010/main" val="1477654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545A5D-911E-326E-C9A3-9C3EB7DB554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C4EFE1-B0C5-BDA3-347D-3368CED5717E}"/>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C70F7586-8B8C-9621-4AFF-13A63F5D168A}"/>
              </a:ext>
            </a:extLst>
          </p:cNvPr>
          <p:cNvSpPr>
            <a:spLocks noGrp="1"/>
          </p:cNvSpPr>
          <p:nvPr>
            <p:ph type="body" idx="1"/>
          </p:nvPr>
        </p:nvSpPr>
        <p:spPr/>
        <p:txBody>
          <a:bodyPr/>
          <a:lstStyle/>
          <a:p>
            <a:r>
              <a:rPr lang="en-US" dirty="0"/>
              <a:t>(key idea: optimizing the traversal)</a:t>
            </a:r>
          </a:p>
          <a:p>
            <a:endParaRPr lang="en-US" dirty="0"/>
          </a:p>
          <a:p>
            <a:r>
              <a:rPr lang="en-US" dirty="0"/>
              <a:t>(…)</a:t>
            </a:r>
          </a:p>
          <a:p>
            <a:endParaRPr lang="en-US" dirty="0"/>
          </a:p>
          <a:p>
            <a:r>
              <a:rPr lang="en-US" dirty="0"/>
              <a:t>Let’s say we want to perform the matrix multiplication by tiles of the output to improve the caching behavior.</a:t>
            </a:r>
            <a:br>
              <a:rPr lang="en-US" dirty="0"/>
            </a:br>
            <a:r>
              <a:rPr lang="en-US" dirty="0"/>
              <a:t>We can define a transformation using the same principles as the layouts and then apply it to the traverser.</a:t>
            </a:r>
          </a:p>
          <a:p>
            <a:endParaRPr lang="en-US" dirty="0"/>
          </a:p>
          <a:p>
            <a:r>
              <a:rPr lang="en-US" dirty="0"/>
              <a:t>(…)</a:t>
            </a:r>
          </a:p>
        </p:txBody>
      </p:sp>
      <p:sp>
        <p:nvSpPr>
          <p:cNvPr id="4" name="Slide Number Placeholder 3">
            <a:extLst>
              <a:ext uri="{FF2B5EF4-FFF2-40B4-BE49-F238E27FC236}">
                <a16:creationId xmlns:a16="http://schemas.microsoft.com/office/drawing/2014/main" id="{0E987452-59B1-C67B-B782-0C8B96ABBD42}"/>
              </a:ext>
            </a:extLst>
          </p:cNvPr>
          <p:cNvSpPr>
            <a:spLocks noGrp="1"/>
          </p:cNvSpPr>
          <p:nvPr>
            <p:ph type="sldNum" sz="quarter" idx="5"/>
          </p:nvPr>
        </p:nvSpPr>
        <p:spPr/>
        <p:txBody>
          <a:bodyPr/>
          <a:lstStyle/>
          <a:p>
            <a:fld id="{FA8FD632-245B-410D-BCC4-8BF8D37AB67F}" type="slidenum">
              <a:rPr lang="en-US" smtClean="0"/>
              <a:t>35</a:t>
            </a:fld>
            <a:endParaRPr lang="en-US"/>
          </a:p>
        </p:txBody>
      </p:sp>
    </p:spTree>
    <p:extLst>
      <p:ext uri="{BB962C8B-B14F-4D97-AF65-F5344CB8AC3E}">
        <p14:creationId xmlns:p14="http://schemas.microsoft.com/office/powerpoint/2010/main" val="1477654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(key idea: parallelizing the traversal)</a:t>
            </a:r>
          </a:p>
          <a:p>
            <a:endParaRPr lang="en-US" dirty="0"/>
          </a:p>
          <a:p>
            <a:r>
              <a:rPr lang="en-US" dirty="0"/>
              <a:t>(…)</a:t>
            </a:r>
          </a:p>
          <a:p>
            <a:endParaRPr lang="en-US" dirty="0"/>
          </a:p>
          <a:p>
            <a:r>
              <a:rPr lang="en-US" dirty="0"/>
              <a:t>We can also parallelize the computation on CPU using various parallel backends such as OpenMP or Threading Building Blocks using dedicated for_each executors.</a:t>
            </a:r>
          </a:p>
          <a:p>
            <a:r>
              <a:rPr lang="en-US" dirty="0"/>
              <a:t>For parallelization using the CUDA framework, we define cuda_traversers, which bind the traversal to the GPU and then run the computation in many threads.</a:t>
            </a:r>
          </a:p>
        </p:txBody>
      </p:sp>
      <p:sp>
        <p:nvSpPr>
          <p:cNvPr id="4" name="Slide Number Placeholder 3"/>
          <p:cNvSpPr>
            <a:spLocks noGrp="1"/>
          </p:cNvSpPr>
          <p:nvPr>
            <p:ph type="sldNum" sz="quarter" idx="5"/>
          </p:nvPr>
        </p:nvSpPr>
        <p:spPr/>
        <p:txBody>
          <a:bodyPr/>
          <a:lstStyle/>
          <a:p>
            <a:fld id="{FA8FD632-245B-410D-BCC4-8BF8D37AB67F}" type="slidenum">
              <a:rPr lang="en-US" smtClean="0"/>
              <a:t>36</a:t>
            </a:fld>
            <a:endParaRPr lang="en-US"/>
          </a:p>
        </p:txBody>
      </p:sp>
    </p:spTree>
    <p:extLst>
      <p:ext uri="{BB962C8B-B14F-4D97-AF65-F5344CB8AC3E}">
        <p14:creationId xmlns:p14="http://schemas.microsoft.com/office/powerpoint/2010/main" val="141747127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(key idea: parallelizing the traversal)</a:t>
            </a:r>
          </a:p>
          <a:p>
            <a:endParaRPr lang="en-US" dirty="0"/>
          </a:p>
          <a:p>
            <a:r>
              <a:rPr lang="en-US" dirty="0"/>
              <a:t>(…)</a:t>
            </a:r>
          </a:p>
          <a:p>
            <a:endParaRPr lang="en-US" dirty="0"/>
          </a:p>
          <a:p>
            <a:r>
              <a:rPr lang="en-US" dirty="0"/>
              <a:t>We can also parallelize the computation on CPU using various parallel backends such as OpenMP or Threading Building Blocks using dedicated for_each executors.</a:t>
            </a:r>
          </a:p>
          <a:p>
            <a:r>
              <a:rPr lang="en-US" dirty="0"/>
              <a:t>For parallelization using the CUDA framework, we define cuda_traversers, which bind the traversal to the GPU and then run the computation in many threads.</a:t>
            </a:r>
          </a:p>
        </p:txBody>
      </p:sp>
      <p:sp>
        <p:nvSpPr>
          <p:cNvPr id="4" name="Slide Number Placeholder 3"/>
          <p:cNvSpPr>
            <a:spLocks noGrp="1"/>
          </p:cNvSpPr>
          <p:nvPr>
            <p:ph type="sldNum" sz="quarter" idx="5"/>
          </p:nvPr>
        </p:nvSpPr>
        <p:spPr/>
        <p:txBody>
          <a:bodyPr/>
          <a:lstStyle/>
          <a:p>
            <a:fld id="{FA8FD632-245B-410D-BCC4-8BF8D37AB67F}" type="slidenum">
              <a:rPr lang="en-US" smtClean="0"/>
              <a:t>37</a:t>
            </a:fld>
            <a:endParaRPr lang="en-US"/>
          </a:p>
        </p:txBody>
      </p:sp>
    </p:spTree>
    <p:extLst>
      <p:ext uri="{BB962C8B-B14F-4D97-AF65-F5344CB8AC3E}">
        <p14:creationId xmlns:p14="http://schemas.microsoft.com/office/powerpoint/2010/main" val="141747127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(key idea: autotuning made easier &amp; we can switch autotuners)</a:t>
            </a:r>
          </a:p>
          <a:p>
            <a:endParaRPr lang="en-US" dirty="0"/>
          </a:p>
          <a:p>
            <a:r>
              <a:rPr lang="en-US" dirty="0"/>
              <a:t>Even with the transformations and parallelization being easily directable by the user, the exploration takes manual effort.</a:t>
            </a:r>
          </a:p>
          <a:p>
            <a:r>
              <a:rPr lang="en-US" dirty="0"/>
              <a:t>Thus, we have implemented an autotuning interface for these abstractions.</a:t>
            </a:r>
          </a:p>
          <a:p>
            <a:endParaRPr lang="en-US" dirty="0"/>
          </a:p>
          <a:p>
            <a:r>
              <a:rPr lang="en-US" dirty="0"/>
              <a:t>Typically, when we want to use an autotuning framework to optimize an algorithm, we need to:</a:t>
            </a:r>
          </a:p>
          <a:p>
            <a:pPr marL="171450" indent="-171450">
              <a:buFontTx/>
              <a:buChar char="-"/>
            </a:pPr>
            <a:r>
              <a:rPr lang="en-US" dirty="0"/>
              <a:t>Define each parameter in the code</a:t>
            </a:r>
          </a:p>
          <a:p>
            <a:pPr marL="171450" indent="-171450">
              <a:buFontTx/>
              <a:buChar char="-"/>
            </a:pPr>
            <a:r>
              <a:rPr lang="en-US" dirty="0"/>
              <a:t>And define the same parameter on the autotuner’s side</a:t>
            </a:r>
          </a:p>
          <a:p>
            <a:pPr marL="0" indent="0">
              <a:buFontTx/>
              <a:buNone/>
            </a:pPr>
            <a:endParaRPr lang="en-US" dirty="0"/>
          </a:p>
          <a:p>
            <a:pPr marL="0" indent="0">
              <a:buFontTx/>
              <a:buNone/>
            </a:pPr>
            <a:r>
              <a:rPr lang="en-US" dirty="0"/>
              <a:t>The autotuner-provided values may be used in preprocessor directives to choose between different layouts or injected into the code.</a:t>
            </a:r>
          </a:p>
          <a:p>
            <a:pPr marL="0" indent="0">
              <a:buFontTx/>
              <a:buNone/>
            </a:pPr>
            <a:endParaRPr lang="en-US" dirty="0"/>
          </a:p>
          <a:p>
            <a:pPr marL="0" indent="0">
              <a:buFontTx/>
              <a:buNone/>
            </a:pPr>
            <a:r>
              <a:rPr lang="en-US" dirty="0"/>
              <a:t>This creates an unnecessary amount of boilerplate code that is difficult to maintain and error-prone.</a:t>
            </a:r>
          </a:p>
          <a:p>
            <a:pPr marL="0" indent="0">
              <a:buFontTx/>
              <a:buNone/>
            </a:pPr>
            <a:endParaRPr lang="en-US" dirty="0"/>
          </a:p>
          <a:p>
            <a:pPr marL="0" indent="0">
              <a:buFontTx/>
              <a:buNone/>
            </a:pPr>
            <a:r>
              <a:rPr lang="en-US" dirty="0"/>
              <a:t>(…)</a:t>
            </a:r>
          </a:p>
        </p:txBody>
      </p:sp>
      <p:sp>
        <p:nvSpPr>
          <p:cNvPr id="4" name="Slide Number Placeholder 3"/>
          <p:cNvSpPr>
            <a:spLocks noGrp="1"/>
          </p:cNvSpPr>
          <p:nvPr>
            <p:ph type="sldNum" sz="quarter" idx="5"/>
          </p:nvPr>
        </p:nvSpPr>
        <p:spPr/>
        <p:txBody>
          <a:bodyPr/>
          <a:lstStyle/>
          <a:p>
            <a:fld id="{FA8FD632-245B-410D-BCC4-8BF8D37AB67F}" type="slidenum">
              <a:rPr lang="en-US" smtClean="0"/>
              <a:t>38</a:t>
            </a:fld>
            <a:endParaRPr lang="en-US"/>
          </a:p>
        </p:txBody>
      </p:sp>
    </p:spTree>
    <p:extLst>
      <p:ext uri="{BB962C8B-B14F-4D97-AF65-F5344CB8AC3E}">
        <p14:creationId xmlns:p14="http://schemas.microsoft.com/office/powerpoint/2010/main" val="418106570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(key idea: autotuning made easier &amp; we can switch autotuners)</a:t>
            </a:r>
          </a:p>
          <a:p>
            <a:endParaRPr lang="en-US" dirty="0"/>
          </a:p>
          <a:p>
            <a:r>
              <a:rPr lang="en-US" dirty="0"/>
              <a:t>Even with the transformations and parallelization being easily directable by the user, the exploration takes manual effort.</a:t>
            </a:r>
          </a:p>
          <a:p>
            <a:r>
              <a:rPr lang="en-US" dirty="0"/>
              <a:t>Thus, we have implemented an autotuning interface for these abstractions.</a:t>
            </a:r>
          </a:p>
          <a:p>
            <a:endParaRPr lang="en-US" dirty="0"/>
          </a:p>
          <a:p>
            <a:r>
              <a:rPr lang="en-US" dirty="0"/>
              <a:t>Typically, when we want to use an autotuning framework to optimize an algorithm, we need to:</a:t>
            </a:r>
          </a:p>
          <a:p>
            <a:pPr marL="171450" indent="-171450">
              <a:buFontTx/>
              <a:buChar char="-"/>
            </a:pPr>
            <a:r>
              <a:rPr lang="en-US" dirty="0"/>
              <a:t>Define each parameter in the code</a:t>
            </a:r>
          </a:p>
          <a:p>
            <a:pPr marL="171450" indent="-171450">
              <a:buFontTx/>
              <a:buChar char="-"/>
            </a:pPr>
            <a:r>
              <a:rPr lang="en-US" dirty="0"/>
              <a:t>And define the same parameter on the autotuner’s side</a:t>
            </a:r>
          </a:p>
          <a:p>
            <a:pPr marL="0" indent="0">
              <a:buFontTx/>
              <a:buNone/>
            </a:pPr>
            <a:endParaRPr lang="en-US" dirty="0"/>
          </a:p>
          <a:p>
            <a:pPr marL="0" indent="0">
              <a:buFontTx/>
              <a:buNone/>
            </a:pPr>
            <a:r>
              <a:rPr lang="en-US" dirty="0"/>
              <a:t>The autotuner-provided values may be used in preprocessor directives to choose between different layouts or injected into the code.</a:t>
            </a:r>
          </a:p>
          <a:p>
            <a:pPr marL="0" indent="0">
              <a:buFontTx/>
              <a:buNone/>
            </a:pPr>
            <a:endParaRPr lang="en-US" dirty="0"/>
          </a:p>
          <a:p>
            <a:pPr marL="0" indent="0">
              <a:buFontTx/>
              <a:buNone/>
            </a:pPr>
            <a:r>
              <a:rPr lang="en-US" dirty="0"/>
              <a:t>This creates an unnecessary amount of boilerplate code that is difficult to maintain and error-prone.</a:t>
            </a:r>
          </a:p>
          <a:p>
            <a:pPr marL="0" indent="0">
              <a:buFontTx/>
              <a:buNone/>
            </a:pPr>
            <a:endParaRPr lang="en-US" dirty="0"/>
          </a:p>
          <a:p>
            <a:pPr marL="0" indent="0">
              <a:buFontTx/>
              <a:buNone/>
            </a:pPr>
            <a:r>
              <a:rPr lang="en-US" dirty="0"/>
              <a:t>(…)</a:t>
            </a:r>
          </a:p>
        </p:txBody>
      </p:sp>
      <p:sp>
        <p:nvSpPr>
          <p:cNvPr id="4" name="Slide Number Placeholder 3"/>
          <p:cNvSpPr>
            <a:spLocks noGrp="1"/>
          </p:cNvSpPr>
          <p:nvPr>
            <p:ph type="sldNum" sz="quarter" idx="5"/>
          </p:nvPr>
        </p:nvSpPr>
        <p:spPr/>
        <p:txBody>
          <a:bodyPr/>
          <a:lstStyle/>
          <a:p>
            <a:fld id="{FA8FD632-245B-410D-BCC4-8BF8D37AB67F}" type="slidenum">
              <a:rPr lang="en-US" smtClean="0"/>
              <a:t>39</a:t>
            </a:fld>
            <a:endParaRPr lang="en-US"/>
          </a:p>
        </p:txBody>
      </p:sp>
    </p:spTree>
    <p:extLst>
      <p:ext uri="{BB962C8B-B14F-4D97-AF65-F5344CB8AC3E}">
        <p14:creationId xmlns:p14="http://schemas.microsoft.com/office/powerpoint/2010/main" val="418106570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(key idea: autotuning made easier &amp; we can switch autotuners)</a:t>
            </a:r>
          </a:p>
          <a:p>
            <a:endParaRPr lang="en-US" dirty="0"/>
          </a:p>
          <a:p>
            <a:r>
              <a:rPr lang="en-US" dirty="0"/>
              <a:t>Even with the transformations and parallelization being easily directable by the user, the exploration takes manual effort.</a:t>
            </a:r>
          </a:p>
          <a:p>
            <a:r>
              <a:rPr lang="en-US" dirty="0"/>
              <a:t>Thus, we have implemented an autotuning interface for these abstractions.</a:t>
            </a:r>
          </a:p>
          <a:p>
            <a:endParaRPr lang="en-US" dirty="0"/>
          </a:p>
          <a:p>
            <a:r>
              <a:rPr lang="en-US" dirty="0"/>
              <a:t>Typically, when we want to use an autotuning framework to optimize an algorithm, we need to:</a:t>
            </a:r>
          </a:p>
          <a:p>
            <a:pPr marL="171450" indent="-171450">
              <a:buFontTx/>
              <a:buChar char="-"/>
            </a:pPr>
            <a:r>
              <a:rPr lang="en-US" dirty="0"/>
              <a:t>Define each parameter in the code</a:t>
            </a:r>
          </a:p>
          <a:p>
            <a:pPr marL="171450" indent="-171450">
              <a:buFontTx/>
              <a:buChar char="-"/>
            </a:pPr>
            <a:r>
              <a:rPr lang="en-US" dirty="0"/>
              <a:t>And define the same parameter on the autotuner’s side</a:t>
            </a:r>
          </a:p>
          <a:p>
            <a:pPr marL="0" indent="0">
              <a:buFontTx/>
              <a:buNone/>
            </a:pPr>
            <a:endParaRPr lang="en-US" dirty="0"/>
          </a:p>
          <a:p>
            <a:pPr marL="0" indent="0">
              <a:buFontTx/>
              <a:buNone/>
            </a:pPr>
            <a:r>
              <a:rPr lang="en-US" dirty="0"/>
              <a:t>The autotuner-provided values may be used in preprocessor directives to choose between different layouts or injected into the code.</a:t>
            </a:r>
          </a:p>
          <a:p>
            <a:pPr marL="0" indent="0">
              <a:buFontTx/>
              <a:buNone/>
            </a:pPr>
            <a:endParaRPr lang="en-US" dirty="0"/>
          </a:p>
          <a:p>
            <a:pPr marL="0" indent="0">
              <a:buFontTx/>
              <a:buNone/>
            </a:pPr>
            <a:r>
              <a:rPr lang="en-US" dirty="0"/>
              <a:t>This creates an unnecessary amount of boilerplate code that is difficult to maintain and error-prone.</a:t>
            </a:r>
          </a:p>
          <a:p>
            <a:pPr marL="0" indent="0">
              <a:buFontTx/>
              <a:buNone/>
            </a:pPr>
            <a:endParaRPr lang="en-US" dirty="0"/>
          </a:p>
          <a:p>
            <a:pPr marL="0" indent="0">
              <a:buFontTx/>
              <a:buNone/>
            </a:pPr>
            <a:r>
              <a:rPr lang="en-US" dirty="0"/>
              <a:t>(…)</a:t>
            </a:r>
          </a:p>
        </p:txBody>
      </p:sp>
      <p:sp>
        <p:nvSpPr>
          <p:cNvPr id="4" name="Slide Number Placeholder 3"/>
          <p:cNvSpPr>
            <a:spLocks noGrp="1"/>
          </p:cNvSpPr>
          <p:nvPr>
            <p:ph type="sldNum" sz="quarter" idx="5"/>
          </p:nvPr>
        </p:nvSpPr>
        <p:spPr/>
        <p:txBody>
          <a:bodyPr/>
          <a:lstStyle/>
          <a:p>
            <a:fld id="{FA8FD632-245B-410D-BCC4-8BF8D37AB67F}" type="slidenum">
              <a:rPr lang="en-US" smtClean="0"/>
              <a:t>40</a:t>
            </a:fld>
            <a:endParaRPr lang="en-US"/>
          </a:p>
        </p:txBody>
      </p:sp>
    </p:spTree>
    <p:extLst>
      <p:ext uri="{BB962C8B-B14F-4D97-AF65-F5344CB8AC3E}">
        <p14:creationId xmlns:p14="http://schemas.microsoft.com/office/powerpoint/2010/main" val="418106570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(key idea: autotuning made easier &amp; we can switch autotuners)</a:t>
            </a:r>
          </a:p>
          <a:p>
            <a:endParaRPr lang="en-US" dirty="0"/>
          </a:p>
          <a:p>
            <a:r>
              <a:rPr lang="en-US" dirty="0"/>
              <a:t>Even with the transformations and parallelization being easily directable by the user, the exploration takes manual effort.</a:t>
            </a:r>
          </a:p>
          <a:p>
            <a:r>
              <a:rPr lang="en-US" dirty="0"/>
              <a:t>Thus, we have implemented an autotuning interface for these abstractions.</a:t>
            </a:r>
          </a:p>
          <a:p>
            <a:endParaRPr lang="en-US" dirty="0"/>
          </a:p>
          <a:p>
            <a:r>
              <a:rPr lang="en-US" dirty="0"/>
              <a:t>Typically, when we want to use an autotuning framework to optimize an algorithm, we need to:</a:t>
            </a:r>
          </a:p>
          <a:p>
            <a:pPr marL="171450" indent="-171450">
              <a:buFontTx/>
              <a:buChar char="-"/>
            </a:pPr>
            <a:r>
              <a:rPr lang="en-US" dirty="0"/>
              <a:t>Define each parameter in the code</a:t>
            </a:r>
          </a:p>
          <a:p>
            <a:pPr marL="171450" indent="-171450">
              <a:buFontTx/>
              <a:buChar char="-"/>
            </a:pPr>
            <a:r>
              <a:rPr lang="en-US" dirty="0"/>
              <a:t>And define the same parameter on the autotuner’s side</a:t>
            </a:r>
          </a:p>
          <a:p>
            <a:pPr marL="0" indent="0">
              <a:buFontTx/>
              <a:buNone/>
            </a:pPr>
            <a:endParaRPr lang="en-US" dirty="0"/>
          </a:p>
          <a:p>
            <a:pPr marL="0" indent="0">
              <a:buFontTx/>
              <a:buNone/>
            </a:pPr>
            <a:r>
              <a:rPr lang="en-US" dirty="0"/>
              <a:t>The autotuner-provided values may be used in preprocessor directives to choose between different layouts or injected into the code.</a:t>
            </a:r>
          </a:p>
          <a:p>
            <a:pPr marL="0" indent="0">
              <a:buFontTx/>
              <a:buNone/>
            </a:pPr>
            <a:endParaRPr lang="en-US" dirty="0"/>
          </a:p>
          <a:p>
            <a:pPr marL="0" indent="0">
              <a:buFontTx/>
              <a:buNone/>
            </a:pPr>
            <a:r>
              <a:rPr lang="en-US" dirty="0"/>
              <a:t>This creates an unnecessary amount of boilerplate code that is difficult to maintain and error-prone.</a:t>
            </a:r>
          </a:p>
          <a:p>
            <a:pPr marL="0" indent="0">
              <a:buFontTx/>
              <a:buNone/>
            </a:pPr>
            <a:endParaRPr lang="en-US" dirty="0"/>
          </a:p>
          <a:p>
            <a:pPr marL="0" indent="0">
              <a:buFontTx/>
              <a:buNone/>
            </a:pPr>
            <a:r>
              <a:rPr lang="en-US" dirty="0"/>
              <a:t>(…)</a:t>
            </a:r>
          </a:p>
        </p:txBody>
      </p:sp>
      <p:sp>
        <p:nvSpPr>
          <p:cNvPr id="4" name="Slide Number Placeholder 3"/>
          <p:cNvSpPr>
            <a:spLocks noGrp="1"/>
          </p:cNvSpPr>
          <p:nvPr>
            <p:ph type="sldNum" sz="quarter" idx="5"/>
          </p:nvPr>
        </p:nvSpPr>
        <p:spPr/>
        <p:txBody>
          <a:bodyPr/>
          <a:lstStyle/>
          <a:p>
            <a:fld id="{FA8FD632-245B-410D-BCC4-8BF8D37AB67F}" type="slidenum">
              <a:rPr lang="en-US" smtClean="0"/>
              <a:t>41</a:t>
            </a:fld>
            <a:endParaRPr lang="en-US"/>
          </a:p>
        </p:txBody>
      </p:sp>
    </p:spTree>
    <p:extLst>
      <p:ext uri="{BB962C8B-B14F-4D97-AF65-F5344CB8AC3E}">
        <p14:creationId xmlns:p14="http://schemas.microsoft.com/office/powerpoint/2010/main" val="418106570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(key idea: autotuning made easier &amp; we can switch autotuners)</a:t>
            </a:r>
          </a:p>
          <a:p>
            <a:endParaRPr lang="en-US" dirty="0"/>
          </a:p>
          <a:p>
            <a:r>
              <a:rPr lang="en-US" dirty="0"/>
              <a:t>Even with the transformations and parallelization being easily directable by the user, the exploration takes manual effort.</a:t>
            </a:r>
          </a:p>
          <a:p>
            <a:r>
              <a:rPr lang="en-US" dirty="0"/>
              <a:t>Thus, we have implemented an autotuning interface for these abstractions.</a:t>
            </a:r>
          </a:p>
          <a:p>
            <a:endParaRPr lang="en-US" dirty="0"/>
          </a:p>
          <a:p>
            <a:r>
              <a:rPr lang="en-US" dirty="0"/>
              <a:t>Typically, when we want to use an autotuning framework to optimize an algorithm, we need to:</a:t>
            </a:r>
          </a:p>
          <a:p>
            <a:pPr marL="171450" indent="-171450">
              <a:buFontTx/>
              <a:buChar char="-"/>
            </a:pPr>
            <a:r>
              <a:rPr lang="en-US" dirty="0"/>
              <a:t>Define each parameter in the code</a:t>
            </a:r>
          </a:p>
          <a:p>
            <a:pPr marL="171450" indent="-171450">
              <a:buFontTx/>
              <a:buChar char="-"/>
            </a:pPr>
            <a:r>
              <a:rPr lang="en-US" dirty="0"/>
              <a:t>And define the same parameter on the autotuner’s side</a:t>
            </a:r>
          </a:p>
          <a:p>
            <a:pPr marL="0" indent="0">
              <a:buFontTx/>
              <a:buNone/>
            </a:pPr>
            <a:endParaRPr lang="en-US" dirty="0"/>
          </a:p>
          <a:p>
            <a:pPr marL="0" indent="0">
              <a:buFontTx/>
              <a:buNone/>
            </a:pPr>
            <a:r>
              <a:rPr lang="en-US" dirty="0"/>
              <a:t>The autotuner-provided values may be used in preprocessor directives to choose between different layouts or injected into the code.</a:t>
            </a:r>
          </a:p>
          <a:p>
            <a:pPr marL="0" indent="0">
              <a:buFontTx/>
              <a:buNone/>
            </a:pPr>
            <a:endParaRPr lang="en-US" dirty="0"/>
          </a:p>
          <a:p>
            <a:pPr marL="0" indent="0">
              <a:buFontTx/>
              <a:buNone/>
            </a:pPr>
            <a:r>
              <a:rPr lang="en-US" dirty="0"/>
              <a:t>This creates an unnecessary amount of boilerplate code that is difficult to maintain and error-prone.</a:t>
            </a:r>
          </a:p>
          <a:p>
            <a:pPr marL="0" indent="0">
              <a:buFontTx/>
              <a:buNone/>
            </a:pPr>
            <a:endParaRPr lang="en-US" dirty="0"/>
          </a:p>
          <a:p>
            <a:pPr marL="0" indent="0">
              <a:buFontTx/>
              <a:buNone/>
            </a:pPr>
            <a:r>
              <a:rPr lang="en-US" dirty="0"/>
              <a:t>(…)</a:t>
            </a:r>
          </a:p>
        </p:txBody>
      </p:sp>
      <p:sp>
        <p:nvSpPr>
          <p:cNvPr id="4" name="Slide Number Placeholder 3"/>
          <p:cNvSpPr>
            <a:spLocks noGrp="1"/>
          </p:cNvSpPr>
          <p:nvPr>
            <p:ph type="sldNum" sz="quarter" idx="5"/>
          </p:nvPr>
        </p:nvSpPr>
        <p:spPr/>
        <p:txBody>
          <a:bodyPr/>
          <a:lstStyle/>
          <a:p>
            <a:fld id="{FA8FD632-245B-410D-BCC4-8BF8D37AB67F}" type="slidenum">
              <a:rPr lang="en-US" smtClean="0"/>
              <a:t>42</a:t>
            </a:fld>
            <a:endParaRPr lang="en-US"/>
          </a:p>
        </p:txBody>
      </p:sp>
    </p:spTree>
    <p:extLst>
      <p:ext uri="{BB962C8B-B14F-4D97-AF65-F5344CB8AC3E}">
        <p14:creationId xmlns:p14="http://schemas.microsoft.com/office/powerpoint/2010/main" val="418106570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(key idea: autotuning made easier &amp; we can switch autotuners)</a:t>
            </a:r>
          </a:p>
          <a:p>
            <a:endParaRPr lang="en-US" dirty="0"/>
          </a:p>
          <a:p>
            <a:r>
              <a:rPr lang="en-US" dirty="0"/>
              <a:t>Even with the transformations and parallelization being easily directable by the user, the exploration takes manual effort.</a:t>
            </a:r>
          </a:p>
          <a:p>
            <a:r>
              <a:rPr lang="en-US" dirty="0"/>
              <a:t>Thus, we have implemented an autotuning interface for these abstractions.</a:t>
            </a:r>
          </a:p>
          <a:p>
            <a:endParaRPr lang="en-US" dirty="0"/>
          </a:p>
          <a:p>
            <a:r>
              <a:rPr lang="en-US" dirty="0"/>
              <a:t>Typically, when we want to use an autotuning framework to optimize an algorithm, we need to:</a:t>
            </a:r>
          </a:p>
          <a:p>
            <a:pPr marL="171450" indent="-171450">
              <a:buFontTx/>
              <a:buChar char="-"/>
            </a:pPr>
            <a:r>
              <a:rPr lang="en-US" dirty="0"/>
              <a:t>Define each parameter in the code</a:t>
            </a:r>
          </a:p>
          <a:p>
            <a:pPr marL="171450" indent="-171450">
              <a:buFontTx/>
              <a:buChar char="-"/>
            </a:pPr>
            <a:r>
              <a:rPr lang="en-US" dirty="0"/>
              <a:t>And define the same parameter on the autotuner’s side</a:t>
            </a:r>
          </a:p>
          <a:p>
            <a:pPr marL="0" indent="0">
              <a:buFontTx/>
              <a:buNone/>
            </a:pPr>
            <a:endParaRPr lang="en-US" dirty="0"/>
          </a:p>
          <a:p>
            <a:pPr marL="0" indent="0">
              <a:buFontTx/>
              <a:buNone/>
            </a:pPr>
            <a:r>
              <a:rPr lang="en-US" dirty="0"/>
              <a:t>The autotuner-provided values may be used in preprocessor directives to choose between different layouts or injected into the code.</a:t>
            </a:r>
          </a:p>
          <a:p>
            <a:pPr marL="0" indent="0">
              <a:buFontTx/>
              <a:buNone/>
            </a:pPr>
            <a:endParaRPr lang="en-US" dirty="0"/>
          </a:p>
          <a:p>
            <a:pPr marL="0" indent="0">
              <a:buFontTx/>
              <a:buNone/>
            </a:pPr>
            <a:r>
              <a:rPr lang="en-US" dirty="0"/>
              <a:t>This creates an unnecessary amount of boilerplate code that is difficult to maintain and error-prone.</a:t>
            </a:r>
          </a:p>
          <a:p>
            <a:pPr marL="0" indent="0">
              <a:buFontTx/>
              <a:buNone/>
            </a:pPr>
            <a:endParaRPr lang="en-US" dirty="0"/>
          </a:p>
          <a:p>
            <a:pPr marL="0" indent="0">
              <a:buFontTx/>
              <a:buNone/>
            </a:pPr>
            <a:r>
              <a:rPr lang="en-US" dirty="0"/>
              <a:t>(…)</a:t>
            </a:r>
          </a:p>
        </p:txBody>
      </p:sp>
      <p:sp>
        <p:nvSpPr>
          <p:cNvPr id="4" name="Slide Number Placeholder 3"/>
          <p:cNvSpPr>
            <a:spLocks noGrp="1"/>
          </p:cNvSpPr>
          <p:nvPr>
            <p:ph type="sldNum" sz="quarter" idx="5"/>
          </p:nvPr>
        </p:nvSpPr>
        <p:spPr/>
        <p:txBody>
          <a:bodyPr/>
          <a:lstStyle/>
          <a:p>
            <a:fld id="{FA8FD632-245B-410D-BCC4-8BF8D37AB67F}" type="slidenum">
              <a:rPr lang="en-US" smtClean="0"/>
              <a:t>43</a:t>
            </a:fld>
            <a:endParaRPr lang="en-US"/>
          </a:p>
        </p:txBody>
      </p:sp>
    </p:spTree>
    <p:extLst>
      <p:ext uri="{BB962C8B-B14F-4D97-AF65-F5344CB8AC3E}">
        <p14:creationId xmlns:p14="http://schemas.microsoft.com/office/powerpoint/2010/main" val="4181065700"/>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62D76E-86D8-FA1D-47DD-53FBCC7A0E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D0945A-525F-81D2-1AA3-A8CDC6E46AA9}"/>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F795BA28-DB8B-FD79-D119-84FD17F47E87}"/>
              </a:ext>
            </a:extLst>
          </p:cNvPr>
          <p:cNvSpPr>
            <a:spLocks noGrp="1"/>
          </p:cNvSpPr>
          <p:nvPr>
            <p:ph type="body" idx="1"/>
          </p:nvPr>
        </p:nvSpPr>
        <p:spPr/>
        <p:txBody>
          <a:bodyPr/>
          <a:lstStyle/>
          <a:p>
            <a:r>
              <a:rPr lang="en-US" dirty="0"/>
              <a:t>(key idea: autotuning made easier)</a:t>
            </a:r>
          </a:p>
          <a:p>
            <a:endParaRPr lang="en-US" dirty="0"/>
          </a:p>
          <a:p>
            <a:pPr marL="0" indent="0">
              <a:buFontTx/>
              <a:buNone/>
            </a:pPr>
            <a:r>
              <a:rPr lang="en-US" dirty="0"/>
              <a:t>(…)</a:t>
            </a:r>
          </a:p>
          <a:p>
            <a:endParaRPr lang="en-US" dirty="0"/>
          </a:p>
          <a:p>
            <a:r>
              <a:rPr lang="en-US" dirty="0"/>
              <a:t>We have implemented an autotuning interface that allows for specifying the tuned parameters in the same code as the algorithm and using them as regular constants.</a:t>
            </a:r>
          </a:p>
          <a:p>
            <a:br>
              <a:rPr lang="en-US" dirty="0"/>
            </a:br>
            <a:r>
              <a:rPr lang="en-US" dirty="0"/>
              <a:t>This specification is independent of the autotuning backend, and the whole autotuning process is handled automatically, which makes switching between different autotuning frameworks easy.</a:t>
            </a:r>
          </a:p>
        </p:txBody>
      </p:sp>
      <p:sp>
        <p:nvSpPr>
          <p:cNvPr id="4" name="Slide Number Placeholder 3">
            <a:extLst>
              <a:ext uri="{FF2B5EF4-FFF2-40B4-BE49-F238E27FC236}">
                <a16:creationId xmlns:a16="http://schemas.microsoft.com/office/drawing/2014/main" id="{76F1F655-2225-F883-4EB5-DE7E1007C6E3}"/>
              </a:ext>
            </a:extLst>
          </p:cNvPr>
          <p:cNvSpPr>
            <a:spLocks noGrp="1"/>
          </p:cNvSpPr>
          <p:nvPr>
            <p:ph type="sldNum" sz="quarter" idx="5"/>
          </p:nvPr>
        </p:nvSpPr>
        <p:spPr/>
        <p:txBody>
          <a:bodyPr/>
          <a:lstStyle/>
          <a:p>
            <a:fld id="{FA8FD632-245B-410D-BCC4-8BF8D37AB67F}" type="slidenum">
              <a:rPr lang="en-US" smtClean="0"/>
              <a:t>44</a:t>
            </a:fld>
            <a:endParaRPr lang="en-US"/>
          </a:p>
        </p:txBody>
      </p:sp>
    </p:spTree>
    <p:extLst>
      <p:ext uri="{BB962C8B-B14F-4D97-AF65-F5344CB8AC3E}">
        <p14:creationId xmlns:p14="http://schemas.microsoft.com/office/powerpoint/2010/main" val="1722159682"/>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62D76E-86D8-FA1D-47DD-53FBCC7A0E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D0945A-525F-81D2-1AA3-A8CDC6E46AA9}"/>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F795BA28-DB8B-FD79-D119-84FD17F47E87}"/>
              </a:ext>
            </a:extLst>
          </p:cNvPr>
          <p:cNvSpPr>
            <a:spLocks noGrp="1"/>
          </p:cNvSpPr>
          <p:nvPr>
            <p:ph type="body" idx="1"/>
          </p:nvPr>
        </p:nvSpPr>
        <p:spPr/>
        <p:txBody>
          <a:bodyPr/>
          <a:lstStyle/>
          <a:p>
            <a:r>
              <a:rPr lang="en-US" dirty="0"/>
              <a:t>(key idea: autotuning made easier)</a:t>
            </a:r>
          </a:p>
          <a:p>
            <a:endParaRPr lang="en-US" dirty="0"/>
          </a:p>
          <a:p>
            <a:pPr marL="0" indent="0">
              <a:buFontTx/>
              <a:buNone/>
            </a:pPr>
            <a:r>
              <a:rPr lang="en-US" dirty="0"/>
              <a:t>(…)</a:t>
            </a:r>
          </a:p>
          <a:p>
            <a:endParaRPr lang="en-US" dirty="0"/>
          </a:p>
          <a:p>
            <a:r>
              <a:rPr lang="en-US" dirty="0"/>
              <a:t>We have implemented an autotuning interface that allows for specifying the tuned parameters in the same code as the algorithm and using them as regular constants.</a:t>
            </a:r>
          </a:p>
          <a:p>
            <a:br>
              <a:rPr lang="en-US" dirty="0"/>
            </a:br>
            <a:r>
              <a:rPr lang="en-US" dirty="0"/>
              <a:t>This specification is independent of the autotuning backend, and the whole autotuning process is handled automatically, which makes switching between different autotuning frameworks easy.</a:t>
            </a:r>
          </a:p>
        </p:txBody>
      </p:sp>
      <p:sp>
        <p:nvSpPr>
          <p:cNvPr id="4" name="Slide Number Placeholder 3">
            <a:extLst>
              <a:ext uri="{FF2B5EF4-FFF2-40B4-BE49-F238E27FC236}">
                <a16:creationId xmlns:a16="http://schemas.microsoft.com/office/drawing/2014/main" id="{76F1F655-2225-F883-4EB5-DE7E1007C6E3}"/>
              </a:ext>
            </a:extLst>
          </p:cNvPr>
          <p:cNvSpPr>
            <a:spLocks noGrp="1"/>
          </p:cNvSpPr>
          <p:nvPr>
            <p:ph type="sldNum" sz="quarter" idx="5"/>
          </p:nvPr>
        </p:nvSpPr>
        <p:spPr/>
        <p:txBody>
          <a:bodyPr/>
          <a:lstStyle/>
          <a:p>
            <a:fld id="{FA8FD632-245B-410D-BCC4-8BF8D37AB67F}" type="slidenum">
              <a:rPr lang="en-US" smtClean="0"/>
              <a:t>45</a:t>
            </a:fld>
            <a:endParaRPr lang="en-US"/>
          </a:p>
        </p:txBody>
      </p:sp>
    </p:spTree>
    <p:extLst>
      <p:ext uri="{BB962C8B-B14F-4D97-AF65-F5344CB8AC3E}">
        <p14:creationId xmlns:p14="http://schemas.microsoft.com/office/powerpoint/2010/main" val="1722159682"/>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(key idea: the abstractions pose no runtime overhead)</a:t>
            </a:r>
          </a:p>
          <a:p>
            <a:endParaRPr lang="en-US" dirty="0"/>
          </a:p>
          <a:p>
            <a:r>
              <a:rPr lang="en-US" dirty="0"/>
              <a:t>We have evaluated the abstractions on </a:t>
            </a:r>
            <a:r>
              <a:rPr lang="en-US" dirty="0" err="1"/>
              <a:t>PolyBench</a:t>
            </a:r>
            <a:r>
              <a:rPr lang="en-US" dirty="0"/>
              <a:t>/C, a standard HPC benchmark suite with algorithms from different areas, reimplementing each algorithm using Noarr and comparing them to the C baselines.</a:t>
            </a:r>
          </a:p>
          <a:p>
            <a:endParaRPr lang="en-US" dirty="0"/>
          </a:p>
          <a:p>
            <a:r>
              <a:rPr lang="en-US" dirty="0"/>
              <a:t>The plot shows the relative speedup, highlighting the difference in performance; most implementations perform on par, showing the abstraction does not introduce measurable runtime overhead.</a:t>
            </a:r>
          </a:p>
          <a:p>
            <a:endParaRPr lang="en-US" dirty="0"/>
          </a:p>
          <a:p>
            <a:r>
              <a:rPr lang="en-US" dirty="0"/>
              <a:t>(…)</a:t>
            </a:r>
          </a:p>
        </p:txBody>
      </p:sp>
      <p:sp>
        <p:nvSpPr>
          <p:cNvPr id="4" name="Slide Number Placeholder 3"/>
          <p:cNvSpPr>
            <a:spLocks noGrp="1"/>
          </p:cNvSpPr>
          <p:nvPr>
            <p:ph type="sldNum" sz="quarter" idx="5"/>
          </p:nvPr>
        </p:nvSpPr>
        <p:spPr/>
        <p:txBody>
          <a:bodyPr/>
          <a:lstStyle/>
          <a:p>
            <a:fld id="{FA8FD632-245B-410D-BCC4-8BF8D37AB67F}" type="slidenum">
              <a:rPr lang="en-US" smtClean="0"/>
              <a:t>46</a:t>
            </a:fld>
            <a:endParaRPr lang="en-US"/>
          </a:p>
        </p:txBody>
      </p:sp>
    </p:spTree>
    <p:extLst>
      <p:ext uri="{BB962C8B-B14F-4D97-AF65-F5344CB8AC3E}">
        <p14:creationId xmlns:p14="http://schemas.microsoft.com/office/powerpoint/2010/main" val="2770268430"/>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24231C-99AF-A37D-3B97-99027AECD08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B16B43E-916F-F0E8-143C-150E2EA8DA7F}"/>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7834A780-56D1-B3D7-FD6B-22EBBB772E35}"/>
              </a:ext>
            </a:extLst>
          </p:cNvPr>
          <p:cNvSpPr>
            <a:spLocks noGrp="1"/>
          </p:cNvSpPr>
          <p:nvPr>
            <p:ph type="body" idx="1"/>
          </p:nvPr>
        </p:nvSpPr>
        <p:spPr/>
        <p:txBody>
          <a:bodyPr/>
          <a:lstStyle/>
          <a:p>
            <a:r>
              <a:rPr lang="en-US" dirty="0"/>
              <a:t>(key idea: the abstractions pose no runtime overhead)</a:t>
            </a:r>
          </a:p>
          <a:p>
            <a:endParaRPr lang="en-US" dirty="0"/>
          </a:p>
          <a:p>
            <a:r>
              <a:rPr lang="en-US" dirty="0"/>
              <a:t>(…)</a:t>
            </a:r>
          </a:p>
          <a:p>
            <a:endParaRPr lang="en-US" dirty="0"/>
          </a:p>
          <a:p>
            <a:r>
              <a:rPr lang="en-US" dirty="0"/>
              <a:t>For parallelization, we reimplemented OpenMP- and TBB-parallelized modifications of some algorithms, as well as the </a:t>
            </a:r>
            <a:r>
              <a:rPr lang="en-US" dirty="0" err="1"/>
              <a:t>PolyBench</a:t>
            </a:r>
            <a:r>
              <a:rPr lang="en-US" dirty="0"/>
              <a:t>/GPU suite, and obtained similar results.</a:t>
            </a:r>
          </a:p>
        </p:txBody>
      </p:sp>
      <p:sp>
        <p:nvSpPr>
          <p:cNvPr id="4" name="Slide Number Placeholder 3">
            <a:extLst>
              <a:ext uri="{FF2B5EF4-FFF2-40B4-BE49-F238E27FC236}">
                <a16:creationId xmlns:a16="http://schemas.microsoft.com/office/drawing/2014/main" id="{9CDDD263-2623-C8A3-A72C-EAD1D38E6FD1}"/>
              </a:ext>
            </a:extLst>
          </p:cNvPr>
          <p:cNvSpPr>
            <a:spLocks noGrp="1"/>
          </p:cNvSpPr>
          <p:nvPr>
            <p:ph type="sldNum" sz="quarter" idx="5"/>
          </p:nvPr>
        </p:nvSpPr>
        <p:spPr/>
        <p:txBody>
          <a:bodyPr/>
          <a:lstStyle/>
          <a:p>
            <a:fld id="{FA8FD632-245B-410D-BCC4-8BF8D37AB67F}" type="slidenum">
              <a:rPr lang="en-US" smtClean="0"/>
              <a:t>47</a:t>
            </a:fld>
            <a:endParaRPr lang="en-US"/>
          </a:p>
        </p:txBody>
      </p:sp>
    </p:spTree>
    <p:extLst>
      <p:ext uri="{BB962C8B-B14F-4D97-AF65-F5344CB8AC3E}">
        <p14:creationId xmlns:p14="http://schemas.microsoft.com/office/powerpoint/2010/main" val="1142521002"/>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BF617A-ECA9-145D-3E09-CA8234DBDEE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53A356B-A908-4B62-660C-C0165B655DA6}"/>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7661C459-AD31-11B3-889C-C107D03BB20D}"/>
              </a:ext>
            </a:extLst>
          </p:cNvPr>
          <p:cNvSpPr>
            <a:spLocks noGrp="1"/>
          </p:cNvSpPr>
          <p:nvPr>
            <p:ph type="body" idx="1"/>
          </p:nvPr>
        </p:nvSpPr>
        <p:spPr/>
        <p:txBody>
          <a:bodyPr/>
          <a:lstStyle/>
          <a:p>
            <a:r>
              <a:rPr lang="en-US" dirty="0"/>
              <a:t>(key idea: the abstractions decrease some complexity)</a:t>
            </a:r>
          </a:p>
          <a:p>
            <a:endParaRPr lang="en-US" dirty="0"/>
          </a:p>
          <a:p>
            <a:r>
              <a:rPr lang="en-US" dirty="0"/>
              <a:t>We also evaluated how the abstractions affect code complexity.</a:t>
            </a:r>
            <a:br>
              <a:rPr lang="en-US" dirty="0"/>
            </a:br>
            <a:r>
              <a:rPr lang="en-US" dirty="0"/>
              <a:t>The code is slightly more verbose (which is not critical due to tools like code completion and static code analyzers),</a:t>
            </a:r>
            <a:br>
              <a:rPr lang="en-US" dirty="0"/>
            </a:br>
            <a:r>
              <a:rPr lang="en-US" dirty="0"/>
              <a:t>but it also contains less complex control flow (as we can condense complicated traversals into traverser abstractions), and significantly simpler indexation, which can make the code less susceptible to hidden bugs.</a:t>
            </a:r>
          </a:p>
          <a:p>
            <a:endParaRPr lang="en-US" dirty="0"/>
          </a:p>
          <a:p>
            <a:r>
              <a:rPr lang="en-US" dirty="0"/>
              <a:t>On top of these metrics, the algorithm can be optimized without changing </a:t>
            </a:r>
            <a:r>
              <a:rPr lang="en-US"/>
              <a:t>its definition </a:t>
            </a:r>
            <a:r>
              <a:rPr lang="en-US" dirty="0"/>
              <a:t>by changing the separately defined layouts and traversals.</a:t>
            </a:r>
            <a:br>
              <a:rPr lang="en-US" dirty="0"/>
            </a:br>
            <a:r>
              <a:rPr lang="en-US" dirty="0"/>
              <a:t>And the approach improves type safety of the expressions by checking that the dimensions are paired correctly.</a:t>
            </a:r>
          </a:p>
        </p:txBody>
      </p:sp>
      <p:sp>
        <p:nvSpPr>
          <p:cNvPr id="4" name="Slide Number Placeholder 3">
            <a:extLst>
              <a:ext uri="{FF2B5EF4-FFF2-40B4-BE49-F238E27FC236}">
                <a16:creationId xmlns:a16="http://schemas.microsoft.com/office/drawing/2014/main" id="{AE81E1BD-B3F7-7337-63A0-396D5EE9AD7E}"/>
              </a:ext>
            </a:extLst>
          </p:cNvPr>
          <p:cNvSpPr>
            <a:spLocks noGrp="1"/>
          </p:cNvSpPr>
          <p:nvPr>
            <p:ph type="sldNum" sz="quarter" idx="5"/>
          </p:nvPr>
        </p:nvSpPr>
        <p:spPr/>
        <p:txBody>
          <a:bodyPr/>
          <a:lstStyle/>
          <a:p>
            <a:fld id="{FA8FD632-245B-410D-BCC4-8BF8D37AB67F}" type="slidenum">
              <a:rPr lang="en-US" smtClean="0"/>
              <a:t>48</a:t>
            </a:fld>
            <a:endParaRPr lang="en-US"/>
          </a:p>
        </p:txBody>
      </p:sp>
    </p:spTree>
    <p:extLst>
      <p:ext uri="{BB962C8B-B14F-4D97-AF65-F5344CB8AC3E}">
        <p14:creationId xmlns:p14="http://schemas.microsoft.com/office/powerpoint/2010/main" val="3004204700"/>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BF617A-ECA9-145D-3E09-CA8234DBDEE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53A356B-A908-4B62-660C-C0165B655DA6}"/>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7661C459-AD31-11B3-889C-C107D03BB20D}"/>
              </a:ext>
            </a:extLst>
          </p:cNvPr>
          <p:cNvSpPr>
            <a:spLocks noGrp="1"/>
          </p:cNvSpPr>
          <p:nvPr>
            <p:ph type="body" idx="1"/>
          </p:nvPr>
        </p:nvSpPr>
        <p:spPr/>
        <p:txBody>
          <a:bodyPr/>
          <a:lstStyle/>
          <a:p>
            <a:r>
              <a:rPr lang="en-US" dirty="0"/>
              <a:t>(key idea: the abstractions decrease some complexity)</a:t>
            </a:r>
          </a:p>
          <a:p>
            <a:endParaRPr lang="en-US" dirty="0"/>
          </a:p>
          <a:p>
            <a:r>
              <a:rPr lang="en-US" dirty="0"/>
              <a:t>We also evaluated how the abstractions affect code complexity.</a:t>
            </a:r>
            <a:br>
              <a:rPr lang="en-US" dirty="0"/>
            </a:br>
            <a:r>
              <a:rPr lang="en-US" dirty="0"/>
              <a:t>The code is slightly more verbose (which is not critical due to tools like code completion and static code analyzers),</a:t>
            </a:r>
            <a:br>
              <a:rPr lang="en-US" dirty="0"/>
            </a:br>
            <a:r>
              <a:rPr lang="en-US" dirty="0"/>
              <a:t>but it also contains less complex control flow (as we can condense complicated traversals into traverser abstractions), and significantly simpler indexation, which can make the code less susceptible to hidden bugs.</a:t>
            </a:r>
          </a:p>
          <a:p>
            <a:endParaRPr lang="en-US" dirty="0"/>
          </a:p>
          <a:p>
            <a:r>
              <a:rPr lang="en-US" dirty="0"/>
              <a:t>On top of these metrics, the algorithm can be optimized without changing </a:t>
            </a:r>
            <a:r>
              <a:rPr lang="en-US"/>
              <a:t>its definition </a:t>
            </a:r>
            <a:r>
              <a:rPr lang="en-US" dirty="0"/>
              <a:t>by changing the separately defined layouts and traversals.</a:t>
            </a:r>
            <a:br>
              <a:rPr lang="en-US" dirty="0"/>
            </a:br>
            <a:r>
              <a:rPr lang="en-US" dirty="0"/>
              <a:t>And the approach improves type safety of the expressions by checking that the dimensions are paired correctly.</a:t>
            </a:r>
          </a:p>
        </p:txBody>
      </p:sp>
      <p:sp>
        <p:nvSpPr>
          <p:cNvPr id="4" name="Slide Number Placeholder 3">
            <a:extLst>
              <a:ext uri="{FF2B5EF4-FFF2-40B4-BE49-F238E27FC236}">
                <a16:creationId xmlns:a16="http://schemas.microsoft.com/office/drawing/2014/main" id="{AE81E1BD-B3F7-7337-63A0-396D5EE9AD7E}"/>
              </a:ext>
            </a:extLst>
          </p:cNvPr>
          <p:cNvSpPr>
            <a:spLocks noGrp="1"/>
          </p:cNvSpPr>
          <p:nvPr>
            <p:ph type="sldNum" sz="quarter" idx="5"/>
          </p:nvPr>
        </p:nvSpPr>
        <p:spPr/>
        <p:txBody>
          <a:bodyPr/>
          <a:lstStyle/>
          <a:p>
            <a:fld id="{FA8FD632-245B-410D-BCC4-8BF8D37AB67F}" type="slidenum">
              <a:rPr lang="en-US" smtClean="0"/>
              <a:t>49</a:t>
            </a:fld>
            <a:endParaRPr lang="en-US"/>
          </a:p>
        </p:txBody>
      </p:sp>
    </p:spTree>
    <p:extLst>
      <p:ext uri="{BB962C8B-B14F-4D97-AF65-F5344CB8AC3E}">
        <p14:creationId xmlns:p14="http://schemas.microsoft.com/office/powerpoint/2010/main" val="3004204700"/>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BF617A-ECA9-145D-3E09-CA8234DBDEE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53A356B-A908-4B62-660C-C0165B655DA6}"/>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7661C459-AD31-11B3-889C-C107D03BB20D}"/>
              </a:ext>
            </a:extLst>
          </p:cNvPr>
          <p:cNvSpPr>
            <a:spLocks noGrp="1"/>
          </p:cNvSpPr>
          <p:nvPr>
            <p:ph type="body" idx="1"/>
          </p:nvPr>
        </p:nvSpPr>
        <p:spPr/>
        <p:txBody>
          <a:bodyPr/>
          <a:lstStyle/>
          <a:p>
            <a:r>
              <a:rPr lang="en-US" dirty="0"/>
              <a:t>(key idea: the abstractions decrease some complexity)</a:t>
            </a:r>
          </a:p>
          <a:p>
            <a:endParaRPr lang="en-US" dirty="0"/>
          </a:p>
          <a:p>
            <a:r>
              <a:rPr lang="en-US" dirty="0"/>
              <a:t>We also evaluated how the abstractions affect code complexity.</a:t>
            </a:r>
            <a:br>
              <a:rPr lang="en-US" dirty="0"/>
            </a:br>
            <a:r>
              <a:rPr lang="en-US" dirty="0"/>
              <a:t>The code is slightly more verbose (which is not critical due to tools like code completion and static code analyzers),</a:t>
            </a:r>
            <a:br>
              <a:rPr lang="en-US" dirty="0"/>
            </a:br>
            <a:r>
              <a:rPr lang="en-US" dirty="0"/>
              <a:t>but it also contains less complex control flow (as we can condense complicated traversals into traverser abstractions), and significantly simpler indexation, which can make the code less susceptible to hidden bugs.</a:t>
            </a:r>
          </a:p>
          <a:p>
            <a:endParaRPr lang="en-US" dirty="0"/>
          </a:p>
          <a:p>
            <a:r>
              <a:rPr lang="en-US" dirty="0"/>
              <a:t>On top of these metrics, the algorithm can be optimized without changing </a:t>
            </a:r>
            <a:r>
              <a:rPr lang="en-US"/>
              <a:t>its definition </a:t>
            </a:r>
            <a:r>
              <a:rPr lang="en-US" dirty="0"/>
              <a:t>by changing the separately defined layouts and traversals.</a:t>
            </a:r>
            <a:br>
              <a:rPr lang="en-US" dirty="0"/>
            </a:br>
            <a:r>
              <a:rPr lang="en-US" dirty="0"/>
              <a:t>And the approach improves type safety of the expressions by checking that the dimensions are paired correctly.</a:t>
            </a:r>
          </a:p>
        </p:txBody>
      </p:sp>
      <p:sp>
        <p:nvSpPr>
          <p:cNvPr id="4" name="Slide Number Placeholder 3">
            <a:extLst>
              <a:ext uri="{FF2B5EF4-FFF2-40B4-BE49-F238E27FC236}">
                <a16:creationId xmlns:a16="http://schemas.microsoft.com/office/drawing/2014/main" id="{AE81E1BD-B3F7-7337-63A0-396D5EE9AD7E}"/>
              </a:ext>
            </a:extLst>
          </p:cNvPr>
          <p:cNvSpPr>
            <a:spLocks noGrp="1"/>
          </p:cNvSpPr>
          <p:nvPr>
            <p:ph type="sldNum" sz="quarter" idx="5"/>
          </p:nvPr>
        </p:nvSpPr>
        <p:spPr/>
        <p:txBody>
          <a:bodyPr/>
          <a:lstStyle/>
          <a:p>
            <a:fld id="{FA8FD632-245B-410D-BCC4-8BF8D37AB67F}" type="slidenum">
              <a:rPr lang="en-US" smtClean="0"/>
              <a:t>50</a:t>
            </a:fld>
            <a:endParaRPr lang="en-US"/>
          </a:p>
        </p:txBody>
      </p:sp>
    </p:spTree>
    <p:extLst>
      <p:ext uri="{BB962C8B-B14F-4D97-AF65-F5344CB8AC3E}">
        <p14:creationId xmlns:p14="http://schemas.microsoft.com/office/powerpoint/2010/main" val="3004204700"/>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BF617A-ECA9-145D-3E09-CA8234DBDEE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53A356B-A908-4B62-660C-C0165B655DA6}"/>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7661C459-AD31-11B3-889C-C107D03BB20D}"/>
              </a:ext>
            </a:extLst>
          </p:cNvPr>
          <p:cNvSpPr>
            <a:spLocks noGrp="1"/>
          </p:cNvSpPr>
          <p:nvPr>
            <p:ph type="body" idx="1"/>
          </p:nvPr>
        </p:nvSpPr>
        <p:spPr/>
        <p:txBody>
          <a:bodyPr/>
          <a:lstStyle/>
          <a:p>
            <a:r>
              <a:rPr lang="en-US" dirty="0"/>
              <a:t>(key idea: the abstractions decrease some complexity)</a:t>
            </a:r>
          </a:p>
          <a:p>
            <a:endParaRPr lang="en-US" dirty="0"/>
          </a:p>
          <a:p>
            <a:r>
              <a:rPr lang="en-US" dirty="0"/>
              <a:t>We also evaluated how the abstractions affect code complexity.</a:t>
            </a:r>
            <a:br>
              <a:rPr lang="en-US" dirty="0"/>
            </a:br>
            <a:r>
              <a:rPr lang="en-US" dirty="0"/>
              <a:t>The code is slightly more verbose (which is not critical due to tools like code completion and static code analyzers),</a:t>
            </a:r>
            <a:br>
              <a:rPr lang="en-US" dirty="0"/>
            </a:br>
            <a:r>
              <a:rPr lang="en-US" dirty="0"/>
              <a:t>but it also contains less complex control flow (as we can condense complicated traversals into traverser abstractions), and significantly simpler indexation, which can make the code less susceptible to hidden bugs.</a:t>
            </a:r>
          </a:p>
          <a:p>
            <a:endParaRPr lang="en-US" dirty="0"/>
          </a:p>
          <a:p>
            <a:r>
              <a:rPr lang="en-US" dirty="0"/>
              <a:t>On top of these metrics, the algorithm can be optimized without changing </a:t>
            </a:r>
            <a:r>
              <a:rPr lang="en-US"/>
              <a:t>its definition </a:t>
            </a:r>
            <a:r>
              <a:rPr lang="en-US" dirty="0"/>
              <a:t>by changing the separately defined layouts and traversals.</a:t>
            </a:r>
            <a:br>
              <a:rPr lang="en-US" dirty="0"/>
            </a:br>
            <a:r>
              <a:rPr lang="en-US" dirty="0"/>
              <a:t>And the approach improves type safety of the expressions by checking that the dimensions are paired correctly.</a:t>
            </a:r>
          </a:p>
        </p:txBody>
      </p:sp>
      <p:sp>
        <p:nvSpPr>
          <p:cNvPr id="4" name="Slide Number Placeholder 3">
            <a:extLst>
              <a:ext uri="{FF2B5EF4-FFF2-40B4-BE49-F238E27FC236}">
                <a16:creationId xmlns:a16="http://schemas.microsoft.com/office/drawing/2014/main" id="{AE81E1BD-B3F7-7337-63A0-396D5EE9AD7E}"/>
              </a:ext>
            </a:extLst>
          </p:cNvPr>
          <p:cNvSpPr>
            <a:spLocks noGrp="1"/>
          </p:cNvSpPr>
          <p:nvPr>
            <p:ph type="sldNum" sz="quarter" idx="5"/>
          </p:nvPr>
        </p:nvSpPr>
        <p:spPr/>
        <p:txBody>
          <a:bodyPr/>
          <a:lstStyle/>
          <a:p>
            <a:fld id="{FA8FD632-245B-410D-BCC4-8BF8D37AB67F}" type="slidenum">
              <a:rPr lang="en-US" smtClean="0"/>
              <a:t>51</a:t>
            </a:fld>
            <a:endParaRPr lang="en-US"/>
          </a:p>
        </p:txBody>
      </p:sp>
    </p:spTree>
    <p:extLst>
      <p:ext uri="{BB962C8B-B14F-4D97-AF65-F5344CB8AC3E}">
        <p14:creationId xmlns:p14="http://schemas.microsoft.com/office/powerpoint/2010/main" val="3004204700"/>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BF617A-ECA9-145D-3E09-CA8234DBDEE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53A356B-A908-4B62-660C-C0165B655DA6}"/>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7661C459-AD31-11B3-889C-C107D03BB20D}"/>
              </a:ext>
            </a:extLst>
          </p:cNvPr>
          <p:cNvSpPr>
            <a:spLocks noGrp="1"/>
          </p:cNvSpPr>
          <p:nvPr>
            <p:ph type="body" idx="1"/>
          </p:nvPr>
        </p:nvSpPr>
        <p:spPr/>
        <p:txBody>
          <a:bodyPr/>
          <a:lstStyle/>
          <a:p>
            <a:r>
              <a:rPr lang="en-US" dirty="0"/>
              <a:t>(key idea: the abstractions decrease some complexity)</a:t>
            </a:r>
          </a:p>
          <a:p>
            <a:endParaRPr lang="en-US" dirty="0"/>
          </a:p>
          <a:p>
            <a:r>
              <a:rPr lang="en-US" dirty="0"/>
              <a:t>We also evaluated how the abstractions affect code complexity.</a:t>
            </a:r>
            <a:br>
              <a:rPr lang="en-US" dirty="0"/>
            </a:br>
            <a:r>
              <a:rPr lang="en-US" dirty="0"/>
              <a:t>The code is slightly more verbose (which is not critical due to tools like code completion and static code analyzers),</a:t>
            </a:r>
            <a:br>
              <a:rPr lang="en-US" dirty="0"/>
            </a:br>
            <a:r>
              <a:rPr lang="en-US" dirty="0"/>
              <a:t>but it also contains less complex control flow (as we can condense complicated traversals into traverser abstractions), and significantly simpler indexation, which can make the code less susceptible to hidden bugs.</a:t>
            </a:r>
          </a:p>
          <a:p>
            <a:endParaRPr lang="en-US" dirty="0"/>
          </a:p>
          <a:p>
            <a:r>
              <a:rPr lang="en-US" dirty="0"/>
              <a:t>On top of these metrics, the algorithm can be optimized without changing </a:t>
            </a:r>
            <a:r>
              <a:rPr lang="en-US"/>
              <a:t>its definition </a:t>
            </a:r>
            <a:r>
              <a:rPr lang="en-US" dirty="0"/>
              <a:t>by changing the separately defined layouts and traversals.</a:t>
            </a:r>
            <a:br>
              <a:rPr lang="en-US" dirty="0"/>
            </a:br>
            <a:r>
              <a:rPr lang="en-US" dirty="0"/>
              <a:t>And the approach improves type safety of the expressions by checking that the dimensions are paired correctly.</a:t>
            </a:r>
          </a:p>
        </p:txBody>
      </p:sp>
      <p:sp>
        <p:nvSpPr>
          <p:cNvPr id="4" name="Slide Number Placeholder 3">
            <a:extLst>
              <a:ext uri="{FF2B5EF4-FFF2-40B4-BE49-F238E27FC236}">
                <a16:creationId xmlns:a16="http://schemas.microsoft.com/office/drawing/2014/main" id="{AE81E1BD-B3F7-7337-63A0-396D5EE9AD7E}"/>
              </a:ext>
            </a:extLst>
          </p:cNvPr>
          <p:cNvSpPr>
            <a:spLocks noGrp="1"/>
          </p:cNvSpPr>
          <p:nvPr>
            <p:ph type="sldNum" sz="quarter" idx="5"/>
          </p:nvPr>
        </p:nvSpPr>
        <p:spPr/>
        <p:txBody>
          <a:bodyPr/>
          <a:lstStyle/>
          <a:p>
            <a:fld id="{FA8FD632-245B-410D-BCC4-8BF8D37AB67F}" type="slidenum">
              <a:rPr lang="en-US" smtClean="0"/>
              <a:t>52</a:t>
            </a:fld>
            <a:endParaRPr lang="en-US"/>
          </a:p>
        </p:txBody>
      </p:sp>
    </p:spTree>
    <p:extLst>
      <p:ext uri="{BB962C8B-B14F-4D97-AF65-F5344CB8AC3E}">
        <p14:creationId xmlns:p14="http://schemas.microsoft.com/office/powerpoint/2010/main" val="3004204700"/>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(key idea: distributed computing can benefit from layout-agnostic design)</a:t>
            </a:r>
          </a:p>
          <a:p>
            <a:endParaRPr lang="en-US" dirty="0"/>
          </a:p>
          <a:p>
            <a:r>
              <a:rPr lang="en-US" dirty="0"/>
              <a:t>We have shown that the abstractions can be practical for local, parallel algorithms, but many scientific computing algorithms run in a distributed manner on clusters with many computation nodes, which further complicates the design of applications.</a:t>
            </a:r>
          </a:p>
          <a:p>
            <a:endParaRPr lang="en-US" dirty="0"/>
          </a:p>
          <a:p>
            <a:r>
              <a:rPr lang="en-US" dirty="0"/>
              <a:t>We have thus investigated how the principles from the abstractions work in the context of distributed computing;</a:t>
            </a:r>
          </a:p>
          <a:p>
            <a:r>
              <a:rPr lang="en-US" dirty="0"/>
              <a:t>Specifically, using MPI, which is the most predominant technology used to distribute general computing tasks in C++.</a:t>
            </a:r>
          </a:p>
          <a:p>
            <a:endParaRPr lang="en-US" dirty="0"/>
          </a:p>
          <a:p>
            <a:r>
              <a:rPr lang="en-US" dirty="0"/>
              <a:t>Many work distribution patterns, including data communication, can be described using the building blocks for layouts and traversals.</a:t>
            </a:r>
          </a:p>
          <a:p>
            <a:endParaRPr lang="en-US" dirty="0"/>
          </a:p>
          <a:p>
            <a:r>
              <a:rPr lang="en-US" dirty="0"/>
              <a:t>So, let’s reuse the initialization algorithm and distribute it, initializing each tile of the data in a separate MPI process and then gathering the tiles into fully initialized data.</a:t>
            </a:r>
          </a:p>
          <a:p>
            <a:pPr marL="0" indent="0">
              <a:buNone/>
            </a:pPr>
            <a:endParaRPr lang="en-US" dirty="0"/>
          </a:p>
          <a:p>
            <a:pPr marL="0" indent="0">
              <a:buNone/>
            </a:pPr>
            <a:r>
              <a:rPr lang="en-US" dirty="0"/>
              <a:t>Binding a traversal dimension to the participating MPI ranks described by an MPI communicator.</a:t>
            </a:r>
          </a:p>
          <a:p>
            <a:pPr marL="0" indent="0">
              <a:buNone/>
            </a:pPr>
            <a:r>
              <a:rPr lang="en-US" dirty="0"/>
              <a:t>For the binding, we implemented an MPI traverser that binds the communicator to a specified dimension.</a:t>
            </a:r>
          </a:p>
          <a:p>
            <a:pPr marL="0" indent="0">
              <a:buNone/>
            </a:pPr>
            <a:endParaRPr lang="en-US" dirty="0"/>
          </a:p>
          <a:p>
            <a:pPr marL="0" indent="0">
              <a:buNone/>
            </a:pPr>
            <a:r>
              <a:rPr lang="en-US" dirty="0"/>
              <a:t>This then allows us to define the derived local tile and instantiate it similarly to the serial implementation.</a:t>
            </a:r>
          </a:p>
        </p:txBody>
      </p:sp>
      <p:sp>
        <p:nvSpPr>
          <p:cNvPr id="4" name="Slide Number Placeholder 3"/>
          <p:cNvSpPr>
            <a:spLocks noGrp="1"/>
          </p:cNvSpPr>
          <p:nvPr>
            <p:ph type="sldNum" sz="quarter" idx="5"/>
          </p:nvPr>
        </p:nvSpPr>
        <p:spPr/>
        <p:txBody>
          <a:bodyPr/>
          <a:lstStyle/>
          <a:p>
            <a:fld id="{FA8FD632-245B-410D-BCC4-8BF8D37AB67F}" type="slidenum">
              <a:rPr lang="en-US" smtClean="0"/>
              <a:t>53</a:t>
            </a:fld>
            <a:endParaRPr lang="en-US"/>
          </a:p>
        </p:txBody>
      </p:sp>
    </p:spTree>
    <p:extLst>
      <p:ext uri="{BB962C8B-B14F-4D97-AF65-F5344CB8AC3E}">
        <p14:creationId xmlns:p14="http://schemas.microsoft.com/office/powerpoint/2010/main" val="2194942836"/>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(key idea: distributed computing can benefit from layout-agnostic design)</a:t>
            </a:r>
          </a:p>
          <a:p>
            <a:endParaRPr lang="en-US" dirty="0"/>
          </a:p>
          <a:p>
            <a:r>
              <a:rPr lang="en-US" dirty="0"/>
              <a:t>We have shown that the abstractions can be practical for local, parallel algorithms, but many scientific computing algorithms run in a distributed manner on clusters with many computation nodes, which further complicates the design of applications.</a:t>
            </a:r>
          </a:p>
          <a:p>
            <a:endParaRPr lang="en-US" dirty="0"/>
          </a:p>
          <a:p>
            <a:r>
              <a:rPr lang="en-US" dirty="0"/>
              <a:t>We have thus investigated how the principles from the abstractions work in the context of distributed computing;</a:t>
            </a:r>
          </a:p>
          <a:p>
            <a:r>
              <a:rPr lang="en-US" dirty="0"/>
              <a:t>Specifically, using MPI, which is the most predominant technology used to distribute general computing tasks in C++.</a:t>
            </a:r>
          </a:p>
          <a:p>
            <a:endParaRPr lang="en-US" dirty="0"/>
          </a:p>
          <a:p>
            <a:r>
              <a:rPr lang="en-US" dirty="0"/>
              <a:t>Many work distribution patterns, including data communication, can be described using the building blocks for layouts and traversals.</a:t>
            </a:r>
          </a:p>
          <a:p>
            <a:endParaRPr lang="en-US" dirty="0"/>
          </a:p>
          <a:p>
            <a:r>
              <a:rPr lang="en-US" dirty="0"/>
              <a:t>So, let’s reuse the initialization algorithm and distribute it, initializing each tile of the data in a separate MPI process and then gathering the tiles into fully initialized data.</a:t>
            </a:r>
          </a:p>
          <a:p>
            <a:pPr marL="0" indent="0">
              <a:buNone/>
            </a:pPr>
            <a:endParaRPr lang="en-US" dirty="0"/>
          </a:p>
          <a:p>
            <a:pPr marL="0" indent="0">
              <a:buNone/>
            </a:pPr>
            <a:r>
              <a:rPr lang="en-US" dirty="0"/>
              <a:t>Binding a traversal dimension to the participating MPI ranks described by an MPI communicator.</a:t>
            </a:r>
          </a:p>
          <a:p>
            <a:pPr marL="0" indent="0">
              <a:buNone/>
            </a:pPr>
            <a:r>
              <a:rPr lang="en-US" dirty="0"/>
              <a:t>For the binding, we implemented an MPI traverser that binds the communicator to a specified dimension.</a:t>
            </a:r>
          </a:p>
          <a:p>
            <a:pPr marL="0" indent="0">
              <a:buNone/>
            </a:pPr>
            <a:endParaRPr lang="en-US" dirty="0"/>
          </a:p>
          <a:p>
            <a:pPr marL="0" indent="0">
              <a:buNone/>
            </a:pPr>
            <a:r>
              <a:rPr lang="en-US" dirty="0"/>
              <a:t>This then allows us to define the derived local tile and instantiate it similarly to the serial implementation.</a:t>
            </a:r>
          </a:p>
        </p:txBody>
      </p:sp>
      <p:sp>
        <p:nvSpPr>
          <p:cNvPr id="4" name="Slide Number Placeholder 3"/>
          <p:cNvSpPr>
            <a:spLocks noGrp="1"/>
          </p:cNvSpPr>
          <p:nvPr>
            <p:ph type="sldNum" sz="quarter" idx="5"/>
          </p:nvPr>
        </p:nvSpPr>
        <p:spPr/>
        <p:txBody>
          <a:bodyPr/>
          <a:lstStyle/>
          <a:p>
            <a:fld id="{FA8FD632-245B-410D-BCC4-8BF8D37AB67F}" type="slidenum">
              <a:rPr lang="en-US" smtClean="0"/>
              <a:t>54</a:t>
            </a:fld>
            <a:endParaRPr lang="en-US"/>
          </a:p>
        </p:txBody>
      </p:sp>
    </p:spTree>
    <p:extLst>
      <p:ext uri="{BB962C8B-B14F-4D97-AF65-F5344CB8AC3E}">
        <p14:creationId xmlns:p14="http://schemas.microsoft.com/office/powerpoint/2010/main" val="2194942836"/>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(key idea: distributed computing can benefit from layout-agnostic design)</a:t>
            </a:r>
          </a:p>
          <a:p>
            <a:endParaRPr lang="en-US" dirty="0"/>
          </a:p>
          <a:p>
            <a:r>
              <a:rPr lang="en-US" dirty="0"/>
              <a:t>We have shown that the abstractions can be practical for local, parallel algorithms, but many scientific computing algorithms run in a distributed manner on clusters with many computation nodes, which further complicates the design of applications.</a:t>
            </a:r>
          </a:p>
          <a:p>
            <a:endParaRPr lang="en-US" dirty="0"/>
          </a:p>
          <a:p>
            <a:r>
              <a:rPr lang="en-US" dirty="0"/>
              <a:t>We have thus investigated how the principles from the abstractions work in the context of distributed computing;</a:t>
            </a:r>
          </a:p>
          <a:p>
            <a:r>
              <a:rPr lang="en-US" dirty="0"/>
              <a:t>Specifically, using MPI, which is the most predominant technology used to distribute general computing tasks in C++.</a:t>
            </a:r>
          </a:p>
          <a:p>
            <a:endParaRPr lang="en-US" dirty="0"/>
          </a:p>
          <a:p>
            <a:r>
              <a:rPr lang="en-US" dirty="0"/>
              <a:t>Many work distribution patterns, including data communication, can be described using the building blocks for layouts and traversals.</a:t>
            </a:r>
          </a:p>
          <a:p>
            <a:endParaRPr lang="en-US" dirty="0"/>
          </a:p>
          <a:p>
            <a:r>
              <a:rPr lang="en-US" dirty="0"/>
              <a:t>So, let’s reuse the initialization algorithm and distribute it, initializing each tile of the data in a separate MPI process and then gathering the tiles into fully initialized data.</a:t>
            </a:r>
          </a:p>
          <a:p>
            <a:pPr marL="0" indent="0">
              <a:buNone/>
            </a:pPr>
            <a:endParaRPr lang="en-US" dirty="0"/>
          </a:p>
          <a:p>
            <a:pPr marL="0" indent="0">
              <a:buNone/>
            </a:pPr>
            <a:r>
              <a:rPr lang="en-US" dirty="0"/>
              <a:t>Binding a traversal dimension to the participating MPI ranks described by an MPI communicator.</a:t>
            </a:r>
          </a:p>
          <a:p>
            <a:pPr marL="0" indent="0">
              <a:buNone/>
            </a:pPr>
            <a:r>
              <a:rPr lang="en-US" dirty="0"/>
              <a:t>For the binding, we implemented an MPI traverser that binds the communicator to a specified dimension.</a:t>
            </a:r>
          </a:p>
          <a:p>
            <a:pPr marL="0" indent="0">
              <a:buNone/>
            </a:pPr>
            <a:endParaRPr lang="en-US" dirty="0"/>
          </a:p>
          <a:p>
            <a:pPr marL="0" indent="0">
              <a:buNone/>
            </a:pPr>
            <a:r>
              <a:rPr lang="en-US" dirty="0"/>
              <a:t>This then allows us to define the derived local tile and instantiate it similarly to the serial implementation.</a:t>
            </a:r>
          </a:p>
        </p:txBody>
      </p:sp>
      <p:sp>
        <p:nvSpPr>
          <p:cNvPr id="4" name="Slide Number Placeholder 3"/>
          <p:cNvSpPr>
            <a:spLocks noGrp="1"/>
          </p:cNvSpPr>
          <p:nvPr>
            <p:ph type="sldNum" sz="quarter" idx="5"/>
          </p:nvPr>
        </p:nvSpPr>
        <p:spPr/>
        <p:txBody>
          <a:bodyPr/>
          <a:lstStyle/>
          <a:p>
            <a:fld id="{FA8FD632-245B-410D-BCC4-8BF8D37AB67F}" type="slidenum">
              <a:rPr lang="en-US" smtClean="0"/>
              <a:t>55</a:t>
            </a:fld>
            <a:endParaRPr lang="en-US"/>
          </a:p>
        </p:txBody>
      </p:sp>
    </p:spTree>
    <p:extLst>
      <p:ext uri="{BB962C8B-B14F-4D97-AF65-F5344CB8AC3E}">
        <p14:creationId xmlns:p14="http://schemas.microsoft.com/office/powerpoint/2010/main" val="2194942836"/>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(key idea: distributed computing can benefit from layout-agnostic design)</a:t>
            </a:r>
          </a:p>
          <a:p>
            <a:endParaRPr lang="en-US" dirty="0"/>
          </a:p>
          <a:p>
            <a:r>
              <a:rPr lang="en-US" dirty="0"/>
              <a:t>We have shown that the abstractions can be practical for local, parallel algorithms, but many scientific computing algorithms run in a distributed manner on clusters with many computation nodes, which further complicates the design of applications.</a:t>
            </a:r>
          </a:p>
          <a:p>
            <a:endParaRPr lang="en-US" dirty="0"/>
          </a:p>
          <a:p>
            <a:r>
              <a:rPr lang="en-US" dirty="0"/>
              <a:t>We have thus investigated how the principles from the abstractions work in the context of distributed computing;</a:t>
            </a:r>
          </a:p>
          <a:p>
            <a:r>
              <a:rPr lang="en-US" dirty="0"/>
              <a:t>Specifically, using MPI, which is the most predominant technology used to distribute general computing tasks in C++.</a:t>
            </a:r>
          </a:p>
          <a:p>
            <a:endParaRPr lang="en-US" dirty="0"/>
          </a:p>
          <a:p>
            <a:r>
              <a:rPr lang="en-US" dirty="0"/>
              <a:t>Many work distribution patterns, including data communication, can be described using the building blocks for layouts and traversals.</a:t>
            </a:r>
          </a:p>
          <a:p>
            <a:endParaRPr lang="en-US" dirty="0"/>
          </a:p>
          <a:p>
            <a:r>
              <a:rPr lang="en-US" dirty="0"/>
              <a:t>So, let’s reuse the initialization algorithm and distribute it, initializing each tile of the data in a separate MPI process and then gathering the tiles into fully initialized data.</a:t>
            </a:r>
          </a:p>
          <a:p>
            <a:pPr marL="0" indent="0">
              <a:buNone/>
            </a:pPr>
            <a:endParaRPr lang="en-US" dirty="0"/>
          </a:p>
          <a:p>
            <a:pPr marL="0" indent="0">
              <a:buNone/>
            </a:pPr>
            <a:r>
              <a:rPr lang="en-US" dirty="0"/>
              <a:t>Binding a traversal dimension to the participating MPI ranks described by an MPI communicator.</a:t>
            </a:r>
          </a:p>
          <a:p>
            <a:pPr marL="0" indent="0">
              <a:buNone/>
            </a:pPr>
            <a:r>
              <a:rPr lang="en-US" dirty="0"/>
              <a:t>For the binding, we implemented an MPI traverser that binds the communicator to a specified dimension.</a:t>
            </a:r>
          </a:p>
          <a:p>
            <a:pPr marL="0" indent="0">
              <a:buNone/>
            </a:pPr>
            <a:endParaRPr lang="en-US" dirty="0"/>
          </a:p>
          <a:p>
            <a:pPr marL="0" indent="0">
              <a:buNone/>
            </a:pPr>
            <a:r>
              <a:rPr lang="en-US" dirty="0"/>
              <a:t>This then allows us to define the derived local tile and instantiate it similarly to the serial implementation.</a:t>
            </a:r>
          </a:p>
        </p:txBody>
      </p:sp>
      <p:sp>
        <p:nvSpPr>
          <p:cNvPr id="4" name="Slide Number Placeholder 3"/>
          <p:cNvSpPr>
            <a:spLocks noGrp="1"/>
          </p:cNvSpPr>
          <p:nvPr>
            <p:ph type="sldNum" sz="quarter" idx="5"/>
          </p:nvPr>
        </p:nvSpPr>
        <p:spPr/>
        <p:txBody>
          <a:bodyPr/>
          <a:lstStyle/>
          <a:p>
            <a:fld id="{FA8FD632-245B-410D-BCC4-8BF8D37AB67F}" type="slidenum">
              <a:rPr lang="en-US" smtClean="0"/>
              <a:t>56</a:t>
            </a:fld>
            <a:endParaRPr lang="en-US"/>
          </a:p>
        </p:txBody>
      </p:sp>
    </p:spTree>
    <p:extLst>
      <p:ext uri="{BB962C8B-B14F-4D97-AF65-F5344CB8AC3E}">
        <p14:creationId xmlns:p14="http://schemas.microsoft.com/office/powerpoint/2010/main" val="2194942836"/>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(key idea: distributed computing can benefit from layout-agnostic design)</a:t>
            </a:r>
          </a:p>
          <a:p>
            <a:endParaRPr lang="en-US" dirty="0"/>
          </a:p>
          <a:p>
            <a:r>
              <a:rPr lang="en-US" dirty="0"/>
              <a:t>We have shown that the abstractions can be practical for local, parallel algorithms, but many scientific computing algorithms run in a distributed manner on clusters with many computation nodes, which further complicates the design of applications.</a:t>
            </a:r>
          </a:p>
          <a:p>
            <a:endParaRPr lang="en-US" dirty="0"/>
          </a:p>
          <a:p>
            <a:r>
              <a:rPr lang="en-US" dirty="0"/>
              <a:t>We have thus investigated how the principles from the abstractions work in the context of distributed computing;</a:t>
            </a:r>
          </a:p>
          <a:p>
            <a:r>
              <a:rPr lang="en-US" dirty="0"/>
              <a:t>Specifically, using MPI, which is the most predominant technology used to distribute general computing tasks in C++.</a:t>
            </a:r>
          </a:p>
          <a:p>
            <a:endParaRPr lang="en-US" dirty="0"/>
          </a:p>
          <a:p>
            <a:r>
              <a:rPr lang="en-US" dirty="0"/>
              <a:t>Many work distribution patterns, including data communication, can be described using the building blocks for layouts and traversals.</a:t>
            </a:r>
          </a:p>
          <a:p>
            <a:endParaRPr lang="en-US" dirty="0"/>
          </a:p>
          <a:p>
            <a:r>
              <a:rPr lang="en-US" dirty="0"/>
              <a:t>So, let’s reuse the initialization algorithm and distribute it, initializing each tile of the data in a separate MPI process and then gathering the tiles into fully initialized data.</a:t>
            </a:r>
          </a:p>
          <a:p>
            <a:pPr marL="0" indent="0">
              <a:buNone/>
            </a:pPr>
            <a:endParaRPr lang="en-US" dirty="0"/>
          </a:p>
          <a:p>
            <a:pPr marL="0" indent="0">
              <a:buNone/>
            </a:pPr>
            <a:r>
              <a:rPr lang="en-US" dirty="0"/>
              <a:t>Binding a traversal dimension to the participating MPI ranks described by an MPI communicator.</a:t>
            </a:r>
          </a:p>
          <a:p>
            <a:pPr marL="0" indent="0">
              <a:buNone/>
            </a:pPr>
            <a:r>
              <a:rPr lang="en-US" dirty="0"/>
              <a:t>For the binding, we implemented an MPI traverser that binds the communicator to a specified dimension.</a:t>
            </a:r>
          </a:p>
          <a:p>
            <a:pPr marL="0" indent="0">
              <a:buNone/>
            </a:pPr>
            <a:endParaRPr lang="en-US" dirty="0"/>
          </a:p>
          <a:p>
            <a:pPr marL="0" indent="0">
              <a:buNone/>
            </a:pPr>
            <a:r>
              <a:rPr lang="en-US" dirty="0"/>
              <a:t>This then allows us to define the derived local tile and instantiate it similarly to the serial implementation.</a:t>
            </a:r>
          </a:p>
        </p:txBody>
      </p:sp>
      <p:sp>
        <p:nvSpPr>
          <p:cNvPr id="4" name="Slide Number Placeholder 3"/>
          <p:cNvSpPr>
            <a:spLocks noGrp="1"/>
          </p:cNvSpPr>
          <p:nvPr>
            <p:ph type="sldNum" sz="quarter" idx="5"/>
          </p:nvPr>
        </p:nvSpPr>
        <p:spPr/>
        <p:txBody>
          <a:bodyPr/>
          <a:lstStyle/>
          <a:p>
            <a:fld id="{FA8FD632-245B-410D-BCC4-8BF8D37AB67F}" type="slidenum">
              <a:rPr lang="en-US" smtClean="0"/>
              <a:t>57</a:t>
            </a:fld>
            <a:endParaRPr lang="en-US"/>
          </a:p>
        </p:txBody>
      </p:sp>
    </p:spTree>
    <p:extLst>
      <p:ext uri="{BB962C8B-B14F-4D97-AF65-F5344CB8AC3E}">
        <p14:creationId xmlns:p14="http://schemas.microsoft.com/office/powerpoint/2010/main" val="2194942836"/>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2B8A69-FFF3-3A23-DA52-4F2DF604D6D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40F2818-4E55-EA2D-DF6F-375C3EB093F6}"/>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CFB8896F-4C4A-9A2D-DF90-D9F7BA8F9AC8}"/>
              </a:ext>
            </a:extLst>
          </p:cNvPr>
          <p:cNvSpPr>
            <a:spLocks noGrp="1"/>
          </p:cNvSpPr>
          <p:nvPr>
            <p:ph type="body" idx="1"/>
          </p:nvPr>
        </p:nvSpPr>
        <p:spPr/>
        <p:txBody>
          <a:bodyPr/>
          <a:lstStyle/>
          <a:p>
            <a:r>
              <a:rPr lang="en-US" dirty="0"/>
              <a:t>(key idea: why)</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If the type translation worked naïvely by following the physical layout, the logical ordering of the data could be lost.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Our approach follows the logical ordering of the elements based on the index space and sends them correctly.</a:t>
            </a:r>
          </a:p>
          <a:p>
            <a:endParaRPr lang="en-US" dirty="0"/>
          </a:p>
          <a:p>
            <a:r>
              <a:rPr lang="en-US" dirty="0"/>
              <a:t>This, of course, works in collective operations, such as scatter and gather, as well.</a:t>
            </a:r>
          </a:p>
        </p:txBody>
      </p:sp>
      <p:sp>
        <p:nvSpPr>
          <p:cNvPr id="4" name="Slide Number Placeholder 3">
            <a:extLst>
              <a:ext uri="{FF2B5EF4-FFF2-40B4-BE49-F238E27FC236}">
                <a16:creationId xmlns:a16="http://schemas.microsoft.com/office/drawing/2014/main" id="{2DE61FD7-F7AC-AAA7-00AE-A5F72A70E7B5}"/>
              </a:ext>
            </a:extLst>
          </p:cNvPr>
          <p:cNvSpPr>
            <a:spLocks noGrp="1"/>
          </p:cNvSpPr>
          <p:nvPr>
            <p:ph type="sldNum" sz="quarter" idx="5"/>
          </p:nvPr>
        </p:nvSpPr>
        <p:spPr/>
        <p:txBody>
          <a:bodyPr/>
          <a:lstStyle/>
          <a:p>
            <a:fld id="{FA8FD632-245B-410D-BCC4-8BF8D37AB67F}" type="slidenum">
              <a:rPr lang="en-US" smtClean="0"/>
              <a:t>58</a:t>
            </a:fld>
            <a:endParaRPr lang="en-US"/>
          </a:p>
        </p:txBody>
      </p:sp>
    </p:spTree>
    <p:extLst>
      <p:ext uri="{BB962C8B-B14F-4D97-AF65-F5344CB8AC3E}">
        <p14:creationId xmlns:p14="http://schemas.microsoft.com/office/powerpoint/2010/main" val="1485590865"/>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2B8A69-FFF3-3A23-DA52-4F2DF604D6D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40F2818-4E55-EA2D-DF6F-375C3EB093F6}"/>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CFB8896F-4C4A-9A2D-DF90-D9F7BA8F9AC8}"/>
              </a:ext>
            </a:extLst>
          </p:cNvPr>
          <p:cNvSpPr>
            <a:spLocks noGrp="1"/>
          </p:cNvSpPr>
          <p:nvPr>
            <p:ph type="body" idx="1"/>
          </p:nvPr>
        </p:nvSpPr>
        <p:spPr/>
        <p:txBody>
          <a:bodyPr/>
          <a:lstStyle/>
          <a:p>
            <a:r>
              <a:rPr lang="en-US" dirty="0"/>
              <a:t>(key idea: why)</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If the type translation worked naïvely by following the physical layout, the logical ordering of the data could be lost.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Our approach follows the logical ordering of the elements based on the index space and sends them correctly.</a:t>
            </a:r>
          </a:p>
          <a:p>
            <a:endParaRPr lang="en-US" dirty="0"/>
          </a:p>
          <a:p>
            <a:r>
              <a:rPr lang="en-US" dirty="0"/>
              <a:t>This, of course, works in collective operations, such as scatter and gather, as well.</a:t>
            </a:r>
          </a:p>
        </p:txBody>
      </p:sp>
      <p:sp>
        <p:nvSpPr>
          <p:cNvPr id="4" name="Slide Number Placeholder 3">
            <a:extLst>
              <a:ext uri="{FF2B5EF4-FFF2-40B4-BE49-F238E27FC236}">
                <a16:creationId xmlns:a16="http://schemas.microsoft.com/office/drawing/2014/main" id="{2DE61FD7-F7AC-AAA7-00AE-A5F72A70E7B5}"/>
              </a:ext>
            </a:extLst>
          </p:cNvPr>
          <p:cNvSpPr>
            <a:spLocks noGrp="1"/>
          </p:cNvSpPr>
          <p:nvPr>
            <p:ph type="sldNum" sz="quarter" idx="5"/>
          </p:nvPr>
        </p:nvSpPr>
        <p:spPr/>
        <p:txBody>
          <a:bodyPr/>
          <a:lstStyle/>
          <a:p>
            <a:fld id="{FA8FD632-245B-410D-BCC4-8BF8D37AB67F}" type="slidenum">
              <a:rPr lang="en-US" smtClean="0"/>
              <a:t>59</a:t>
            </a:fld>
            <a:endParaRPr lang="en-US"/>
          </a:p>
        </p:txBody>
      </p:sp>
    </p:spTree>
    <p:extLst>
      <p:ext uri="{BB962C8B-B14F-4D97-AF65-F5344CB8AC3E}">
        <p14:creationId xmlns:p14="http://schemas.microsoft.com/office/powerpoint/2010/main" val="1485590865"/>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2B8A69-FFF3-3A23-DA52-4F2DF604D6D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40F2818-4E55-EA2D-DF6F-375C3EB093F6}"/>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CFB8896F-4C4A-9A2D-DF90-D9F7BA8F9AC8}"/>
              </a:ext>
            </a:extLst>
          </p:cNvPr>
          <p:cNvSpPr>
            <a:spLocks noGrp="1"/>
          </p:cNvSpPr>
          <p:nvPr>
            <p:ph type="body" idx="1"/>
          </p:nvPr>
        </p:nvSpPr>
        <p:spPr/>
        <p:txBody>
          <a:bodyPr/>
          <a:lstStyle/>
          <a:p>
            <a:r>
              <a:rPr lang="en-US" dirty="0"/>
              <a:t>(key idea: why)</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If the type translation worked naïvely by following the physical layout, the logical ordering of the data could be lost.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Our approach follows the logical ordering of the elements based on the index space and sends them correctly.</a:t>
            </a:r>
          </a:p>
          <a:p>
            <a:endParaRPr lang="en-US" dirty="0"/>
          </a:p>
          <a:p>
            <a:r>
              <a:rPr lang="en-US" dirty="0"/>
              <a:t>This, of course, works in collective operations, such as scatter and gather, as well.</a:t>
            </a:r>
          </a:p>
        </p:txBody>
      </p:sp>
      <p:sp>
        <p:nvSpPr>
          <p:cNvPr id="4" name="Slide Number Placeholder 3">
            <a:extLst>
              <a:ext uri="{FF2B5EF4-FFF2-40B4-BE49-F238E27FC236}">
                <a16:creationId xmlns:a16="http://schemas.microsoft.com/office/drawing/2014/main" id="{2DE61FD7-F7AC-AAA7-00AE-A5F72A70E7B5}"/>
              </a:ext>
            </a:extLst>
          </p:cNvPr>
          <p:cNvSpPr>
            <a:spLocks noGrp="1"/>
          </p:cNvSpPr>
          <p:nvPr>
            <p:ph type="sldNum" sz="quarter" idx="5"/>
          </p:nvPr>
        </p:nvSpPr>
        <p:spPr/>
        <p:txBody>
          <a:bodyPr/>
          <a:lstStyle/>
          <a:p>
            <a:fld id="{FA8FD632-245B-410D-BCC4-8BF8D37AB67F}" type="slidenum">
              <a:rPr lang="en-US" smtClean="0"/>
              <a:t>60</a:t>
            </a:fld>
            <a:endParaRPr lang="en-US"/>
          </a:p>
        </p:txBody>
      </p:sp>
    </p:spTree>
    <p:extLst>
      <p:ext uri="{BB962C8B-B14F-4D97-AF65-F5344CB8AC3E}">
        <p14:creationId xmlns:p14="http://schemas.microsoft.com/office/powerpoint/2010/main" val="1485590865"/>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(key idea: it is very great)</a:t>
            </a:r>
          </a:p>
          <a:p>
            <a:endParaRPr lang="en-US" dirty="0"/>
          </a:p>
          <a:p>
            <a:r>
              <a:rPr lang="en-US" dirty="0"/>
              <a:t>We have compared our approach with various state-of-the-art C++ MPI bindings in terms of how they support layout-agnostic data distribution. For that, we have identified 6 main characteristics.</a:t>
            </a:r>
          </a:p>
          <a:p>
            <a:endParaRPr lang="en-US" dirty="0"/>
          </a:p>
          <a:p>
            <a:r>
              <a:rPr lang="en-US" dirty="0"/>
              <a:t>Our approach is the only one that automatically handles differing physical layouts of multidimensional data on opposite endpoints of communication,</a:t>
            </a:r>
          </a:p>
          <a:p>
            <a:r>
              <a:rPr lang="en-US" dirty="0"/>
              <a:t>checks type safety and supports collective operations such as scatter and gather.</a:t>
            </a:r>
          </a:p>
          <a:p>
            <a:endParaRPr lang="en-US" dirty="0"/>
          </a:p>
          <a:p>
            <a:r>
              <a:rPr lang="en-US" dirty="0"/>
              <a:t>(…)</a:t>
            </a:r>
          </a:p>
        </p:txBody>
      </p:sp>
      <p:sp>
        <p:nvSpPr>
          <p:cNvPr id="4" name="Slide Number Placeholder 3"/>
          <p:cNvSpPr>
            <a:spLocks noGrp="1"/>
          </p:cNvSpPr>
          <p:nvPr>
            <p:ph type="sldNum" sz="quarter" idx="5"/>
          </p:nvPr>
        </p:nvSpPr>
        <p:spPr/>
        <p:txBody>
          <a:bodyPr/>
          <a:lstStyle/>
          <a:p>
            <a:fld id="{FA8FD632-245B-410D-BCC4-8BF8D37AB67F}" type="slidenum">
              <a:rPr lang="en-US" smtClean="0"/>
              <a:t>61</a:t>
            </a:fld>
            <a:endParaRPr lang="en-US"/>
          </a:p>
        </p:txBody>
      </p:sp>
    </p:spTree>
    <p:extLst>
      <p:ext uri="{BB962C8B-B14F-4D97-AF65-F5344CB8AC3E}">
        <p14:creationId xmlns:p14="http://schemas.microsoft.com/office/powerpoint/2010/main" val="2799059215"/>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A83BFA-8783-1636-904D-607405B4768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993AAE5-A878-F56E-4C09-318E4AB2FA9C}"/>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3C7B76B8-E708-FD49-531B-1B09985ABB4E}"/>
              </a:ext>
            </a:extLst>
          </p:cNvPr>
          <p:cNvSpPr>
            <a:spLocks noGrp="1"/>
          </p:cNvSpPr>
          <p:nvPr>
            <p:ph type="body" idx="1"/>
          </p:nvPr>
        </p:nvSpPr>
        <p:spPr/>
        <p:txBody>
          <a:bodyPr/>
          <a:lstStyle/>
          <a:p>
            <a:r>
              <a:rPr lang="en-US" dirty="0"/>
              <a:t>(key idea: it is very great)</a:t>
            </a:r>
          </a:p>
          <a:p>
            <a:endParaRPr lang="en-US" dirty="0"/>
          </a:p>
          <a:p>
            <a:r>
              <a:rPr lang="en-US" dirty="0"/>
              <a:t>(…)</a:t>
            </a:r>
          </a:p>
          <a:p>
            <a:endParaRPr lang="en-US" dirty="0"/>
          </a:p>
          <a:p>
            <a:r>
              <a:rPr lang="en-US" dirty="0"/>
              <a:t>In terms of performance, our approach does not add a significant overhead compared to a hand-written native MPI distributed computation.</a:t>
            </a:r>
          </a:p>
          <a:p>
            <a:endParaRPr lang="en-US" dirty="0"/>
          </a:p>
          <a:p>
            <a:r>
              <a:rPr lang="en-US" dirty="0"/>
              <a:t>Here we show the runtime of an application using various bindings; lower is better.</a:t>
            </a:r>
          </a:p>
          <a:p>
            <a:endParaRPr lang="en-US" dirty="0"/>
          </a:p>
          <a:p>
            <a:r>
              <a:rPr lang="en-US" dirty="0"/>
              <a:t>The plot on the left shows the computation on small data of various layouts, highlighting the possible performance overhead introduced by the MPI bindings,</a:t>
            </a:r>
            <a:br>
              <a:rPr lang="en-US" dirty="0"/>
            </a:br>
            <a:r>
              <a:rPr lang="en-US" dirty="0"/>
              <a:t>while the one on the right highlights possible performance differences between different choices of layouts.</a:t>
            </a:r>
          </a:p>
          <a:p>
            <a:endParaRPr lang="en-US" dirty="0"/>
          </a:p>
          <a:p>
            <a:r>
              <a:rPr lang="en-US" dirty="0"/>
              <a:t>In both plots, our approach performs on par with the hand-written implementation.</a:t>
            </a:r>
          </a:p>
        </p:txBody>
      </p:sp>
      <p:sp>
        <p:nvSpPr>
          <p:cNvPr id="4" name="Slide Number Placeholder 3">
            <a:extLst>
              <a:ext uri="{FF2B5EF4-FFF2-40B4-BE49-F238E27FC236}">
                <a16:creationId xmlns:a16="http://schemas.microsoft.com/office/drawing/2014/main" id="{ECDBFCA8-23DF-8800-D1EA-B5EF55065B8A}"/>
              </a:ext>
            </a:extLst>
          </p:cNvPr>
          <p:cNvSpPr>
            <a:spLocks noGrp="1"/>
          </p:cNvSpPr>
          <p:nvPr>
            <p:ph type="sldNum" sz="quarter" idx="5"/>
          </p:nvPr>
        </p:nvSpPr>
        <p:spPr/>
        <p:txBody>
          <a:bodyPr/>
          <a:lstStyle/>
          <a:p>
            <a:fld id="{FA8FD632-245B-410D-BCC4-8BF8D37AB67F}" type="slidenum">
              <a:rPr lang="en-US" smtClean="0"/>
              <a:t>62</a:t>
            </a:fld>
            <a:endParaRPr lang="en-US"/>
          </a:p>
        </p:txBody>
      </p:sp>
    </p:spTree>
    <p:extLst>
      <p:ext uri="{BB962C8B-B14F-4D97-AF65-F5344CB8AC3E}">
        <p14:creationId xmlns:p14="http://schemas.microsoft.com/office/powerpoint/2010/main" val="1100732327"/>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(key idea: knowledge transfer to stencil computation)</a:t>
            </a:r>
          </a:p>
          <a:p>
            <a:endParaRPr lang="en-US" dirty="0"/>
          </a:p>
          <a:p>
            <a:r>
              <a:rPr lang="en-US" dirty="0"/>
              <a:t>Covering the major aspects of general-purpose HPC programming, we studied the application of the principles to more specific domains.</a:t>
            </a:r>
          </a:p>
          <a:p>
            <a:endParaRPr lang="en-US" dirty="0"/>
          </a:p>
          <a:p>
            <a:r>
              <a:rPr lang="en-US" dirty="0"/>
              <a:t>One domain from our past research where we could expand on the abstractions was stencil computations.</a:t>
            </a:r>
          </a:p>
          <a:p>
            <a:r>
              <a:rPr lang="en-US" dirty="0"/>
              <a:t>Stencil computations are used in many fields, for example, weather prediction and image processing.</a:t>
            </a:r>
          </a:p>
          <a:p>
            <a:endParaRPr lang="en-US" dirty="0"/>
          </a:p>
          <a:p>
            <a:r>
              <a:rPr lang="en-US" dirty="0"/>
              <a:t>They are computed on regular grids with cells.</a:t>
            </a:r>
          </a:p>
          <a:p>
            <a:r>
              <a:rPr lang="en-US" dirty="0"/>
              <a:t>And the grid is updated by applying a neighborhood-based rule to each cell.</a:t>
            </a:r>
          </a:p>
          <a:p>
            <a:endParaRPr lang="en-US" dirty="0"/>
          </a:p>
          <a:p>
            <a:r>
              <a:rPr lang="en-US" dirty="0"/>
              <a:t>While the earlier abstractions are usable for defining and optimizing general stencil computations,</a:t>
            </a:r>
            <a:br>
              <a:rPr lang="en-US" dirty="0"/>
            </a:br>
            <a:r>
              <a:rPr lang="en-US" dirty="0"/>
              <a:t>we have studied whether we can abstract away even more details of the implementation.</a:t>
            </a:r>
          </a:p>
          <a:p>
            <a:endParaRPr lang="en-US" dirty="0"/>
          </a:p>
          <a:p>
            <a:r>
              <a:rPr lang="en-US" dirty="0"/>
              <a:t>(…)</a:t>
            </a:r>
          </a:p>
        </p:txBody>
      </p:sp>
      <p:sp>
        <p:nvSpPr>
          <p:cNvPr id="4" name="Slide Number Placeholder 3"/>
          <p:cNvSpPr>
            <a:spLocks noGrp="1"/>
          </p:cNvSpPr>
          <p:nvPr>
            <p:ph type="sldNum" sz="quarter" idx="5"/>
          </p:nvPr>
        </p:nvSpPr>
        <p:spPr/>
        <p:txBody>
          <a:bodyPr/>
          <a:lstStyle/>
          <a:p>
            <a:fld id="{FA8FD632-245B-410D-BCC4-8BF8D37AB67F}" type="slidenum">
              <a:rPr lang="en-US" smtClean="0"/>
              <a:t>63</a:t>
            </a:fld>
            <a:endParaRPr lang="en-US"/>
          </a:p>
        </p:txBody>
      </p:sp>
    </p:spTree>
    <p:extLst>
      <p:ext uri="{BB962C8B-B14F-4D97-AF65-F5344CB8AC3E}">
        <p14:creationId xmlns:p14="http://schemas.microsoft.com/office/powerpoint/2010/main" val="3622550000"/>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(key idea: knowledge transfer to stencil computation)</a:t>
            </a:r>
          </a:p>
          <a:p>
            <a:endParaRPr lang="en-US" dirty="0"/>
          </a:p>
          <a:p>
            <a:r>
              <a:rPr lang="en-US" dirty="0"/>
              <a:t>Covering the major aspects of general-purpose HPC programming, we studied the application of the principles to more specific domains.</a:t>
            </a:r>
          </a:p>
          <a:p>
            <a:endParaRPr lang="en-US" dirty="0"/>
          </a:p>
          <a:p>
            <a:r>
              <a:rPr lang="en-US" dirty="0"/>
              <a:t>One domain from our past research where we could expand on the abstractions was stencil computations.</a:t>
            </a:r>
          </a:p>
          <a:p>
            <a:r>
              <a:rPr lang="en-US" dirty="0"/>
              <a:t>Stencil computations are used in many fields, for example, weather prediction and image processing.</a:t>
            </a:r>
          </a:p>
          <a:p>
            <a:endParaRPr lang="en-US" dirty="0"/>
          </a:p>
          <a:p>
            <a:r>
              <a:rPr lang="en-US" dirty="0"/>
              <a:t>They are computed on regular grids with cells.</a:t>
            </a:r>
          </a:p>
          <a:p>
            <a:r>
              <a:rPr lang="en-US" dirty="0"/>
              <a:t>And the grid is updated by applying a neighborhood-based rule to each cell.</a:t>
            </a:r>
          </a:p>
          <a:p>
            <a:endParaRPr lang="en-US" dirty="0"/>
          </a:p>
          <a:p>
            <a:r>
              <a:rPr lang="en-US" dirty="0"/>
              <a:t>While the earlier abstractions are usable for defining and optimizing general stencil computations,</a:t>
            </a:r>
            <a:br>
              <a:rPr lang="en-US" dirty="0"/>
            </a:br>
            <a:r>
              <a:rPr lang="en-US" dirty="0"/>
              <a:t>we have studied whether we can abstract away even more details of the implementation.</a:t>
            </a:r>
          </a:p>
          <a:p>
            <a:endParaRPr lang="en-US" dirty="0"/>
          </a:p>
          <a:p>
            <a:r>
              <a:rPr lang="en-US" dirty="0"/>
              <a:t>(…)</a:t>
            </a:r>
          </a:p>
        </p:txBody>
      </p:sp>
      <p:sp>
        <p:nvSpPr>
          <p:cNvPr id="4" name="Slide Number Placeholder 3"/>
          <p:cNvSpPr>
            <a:spLocks noGrp="1"/>
          </p:cNvSpPr>
          <p:nvPr>
            <p:ph type="sldNum" sz="quarter" idx="5"/>
          </p:nvPr>
        </p:nvSpPr>
        <p:spPr/>
        <p:txBody>
          <a:bodyPr/>
          <a:lstStyle/>
          <a:p>
            <a:fld id="{FA8FD632-245B-410D-BCC4-8BF8D37AB67F}" type="slidenum">
              <a:rPr lang="en-US" smtClean="0"/>
              <a:t>64</a:t>
            </a:fld>
            <a:endParaRPr lang="en-US"/>
          </a:p>
        </p:txBody>
      </p:sp>
    </p:spTree>
    <p:extLst>
      <p:ext uri="{BB962C8B-B14F-4D97-AF65-F5344CB8AC3E}">
        <p14:creationId xmlns:p14="http://schemas.microsoft.com/office/powerpoint/2010/main" val="3622550000"/>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(key idea: knowledge transfer to stencil computation)</a:t>
            </a:r>
          </a:p>
          <a:p>
            <a:endParaRPr lang="en-US" dirty="0"/>
          </a:p>
          <a:p>
            <a:r>
              <a:rPr lang="en-US" dirty="0"/>
              <a:t>Covering the major aspects of general-purpose HPC programming, we studied the application of the principles to more specific domains.</a:t>
            </a:r>
          </a:p>
          <a:p>
            <a:endParaRPr lang="en-US" dirty="0"/>
          </a:p>
          <a:p>
            <a:r>
              <a:rPr lang="en-US" dirty="0"/>
              <a:t>One domain from our past research where we could expand on the abstractions was stencil computations.</a:t>
            </a:r>
          </a:p>
          <a:p>
            <a:r>
              <a:rPr lang="en-US" dirty="0"/>
              <a:t>Stencil computations are used in many fields, for example, weather prediction and image processing.</a:t>
            </a:r>
          </a:p>
          <a:p>
            <a:endParaRPr lang="en-US" dirty="0"/>
          </a:p>
          <a:p>
            <a:r>
              <a:rPr lang="en-US" dirty="0"/>
              <a:t>They are computed on regular grids with cells.</a:t>
            </a:r>
          </a:p>
          <a:p>
            <a:r>
              <a:rPr lang="en-US" dirty="0"/>
              <a:t>And the grid is updated by applying a neighborhood-based rule to each cell.</a:t>
            </a:r>
          </a:p>
          <a:p>
            <a:endParaRPr lang="en-US" dirty="0"/>
          </a:p>
          <a:p>
            <a:r>
              <a:rPr lang="en-US" dirty="0"/>
              <a:t>While the earlier abstractions are usable for defining and optimizing general stencil computations,</a:t>
            </a:r>
            <a:br>
              <a:rPr lang="en-US" dirty="0"/>
            </a:br>
            <a:r>
              <a:rPr lang="en-US" dirty="0"/>
              <a:t>we have studied whether we can abstract away even more details of the implementation.</a:t>
            </a:r>
          </a:p>
          <a:p>
            <a:endParaRPr lang="en-US" dirty="0"/>
          </a:p>
          <a:p>
            <a:r>
              <a:rPr lang="en-US" dirty="0"/>
              <a:t>(…)</a:t>
            </a:r>
          </a:p>
        </p:txBody>
      </p:sp>
      <p:sp>
        <p:nvSpPr>
          <p:cNvPr id="4" name="Slide Number Placeholder 3"/>
          <p:cNvSpPr>
            <a:spLocks noGrp="1"/>
          </p:cNvSpPr>
          <p:nvPr>
            <p:ph type="sldNum" sz="quarter" idx="5"/>
          </p:nvPr>
        </p:nvSpPr>
        <p:spPr/>
        <p:txBody>
          <a:bodyPr/>
          <a:lstStyle/>
          <a:p>
            <a:fld id="{FA8FD632-245B-410D-BCC4-8BF8D37AB67F}" type="slidenum">
              <a:rPr lang="en-US" smtClean="0"/>
              <a:t>65</a:t>
            </a:fld>
            <a:endParaRPr lang="en-US"/>
          </a:p>
        </p:txBody>
      </p:sp>
    </p:spTree>
    <p:extLst>
      <p:ext uri="{BB962C8B-B14F-4D97-AF65-F5344CB8AC3E}">
        <p14:creationId xmlns:p14="http://schemas.microsoft.com/office/powerpoint/2010/main" val="3622550000"/>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A8F060-1288-B07E-F077-DC4D1977877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12C560A-2FE9-66AF-8FFE-DF75D23102AE}"/>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D1377610-4852-1BF0-7832-B2A0414FD544}"/>
              </a:ext>
            </a:extLst>
          </p:cNvPr>
          <p:cNvSpPr>
            <a:spLocks noGrp="1"/>
          </p:cNvSpPr>
          <p:nvPr>
            <p:ph type="body" idx="1"/>
          </p:nvPr>
        </p:nvSpPr>
        <p:spPr/>
        <p:txBody>
          <a:bodyPr/>
          <a:lstStyle/>
          <a:p>
            <a:r>
              <a:rPr lang="en-US" dirty="0"/>
              <a:t>(key idea: cellular automata)</a:t>
            </a:r>
          </a:p>
          <a:p>
            <a:endParaRPr lang="en-US" dirty="0"/>
          </a:p>
          <a:p>
            <a:r>
              <a:rPr lang="en-US" dirty="0"/>
              <a:t>We have successfully designed such abstractions for a specific subclass of</a:t>
            </a:r>
            <a:br>
              <a:rPr lang="en-US" dirty="0"/>
            </a:br>
            <a:r>
              <a:rPr lang="en-US" dirty="0"/>
              <a:t>stencil computations with discrete cell states – Cellular automata.</a:t>
            </a:r>
          </a:p>
          <a:p>
            <a:r>
              <a:rPr lang="en-US" dirty="0"/>
              <a:t>They are used for modeling various systems, such as fluid dynamics or materials science.</a:t>
            </a:r>
          </a:p>
          <a:p>
            <a:endParaRPr lang="en-US" dirty="0"/>
          </a:p>
          <a:p>
            <a:r>
              <a:rPr lang="en-US" dirty="0"/>
              <a:t>Their rules can be expressed as nested logic expressions that depend on cell states in the neighborhood.</a:t>
            </a:r>
          </a:p>
          <a:p>
            <a:endParaRPr lang="en-US" dirty="0"/>
          </a:p>
          <a:p>
            <a:r>
              <a:rPr lang="en-US" dirty="0"/>
              <a:t>We developed an abstraction that allows the rule to be encoded in a type-level expression that does not assume any specific layout, traversal, or even cell state encoding and evaluation strategy.</a:t>
            </a:r>
          </a:p>
          <a:p>
            <a:endParaRPr lang="en-US" dirty="0"/>
          </a:p>
          <a:p>
            <a:r>
              <a:rPr lang="en-US" dirty="0"/>
              <a:t>(…)</a:t>
            </a:r>
          </a:p>
        </p:txBody>
      </p:sp>
      <p:sp>
        <p:nvSpPr>
          <p:cNvPr id="4" name="Slide Number Placeholder 3">
            <a:extLst>
              <a:ext uri="{FF2B5EF4-FFF2-40B4-BE49-F238E27FC236}">
                <a16:creationId xmlns:a16="http://schemas.microsoft.com/office/drawing/2014/main" id="{20CDA17C-3A49-7F24-D366-187D1C66C50B}"/>
              </a:ext>
            </a:extLst>
          </p:cNvPr>
          <p:cNvSpPr>
            <a:spLocks noGrp="1"/>
          </p:cNvSpPr>
          <p:nvPr>
            <p:ph type="sldNum" sz="quarter" idx="5"/>
          </p:nvPr>
        </p:nvSpPr>
        <p:spPr/>
        <p:txBody>
          <a:bodyPr/>
          <a:lstStyle/>
          <a:p>
            <a:fld id="{FA8FD632-245B-410D-BCC4-8BF8D37AB67F}" type="slidenum">
              <a:rPr lang="en-US" smtClean="0"/>
              <a:t>66</a:t>
            </a:fld>
            <a:endParaRPr lang="en-US"/>
          </a:p>
        </p:txBody>
      </p:sp>
    </p:spTree>
    <p:extLst>
      <p:ext uri="{BB962C8B-B14F-4D97-AF65-F5344CB8AC3E}">
        <p14:creationId xmlns:p14="http://schemas.microsoft.com/office/powerpoint/2010/main" val="607623478"/>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A8F060-1288-B07E-F077-DC4D1977877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12C560A-2FE9-66AF-8FFE-DF75D23102AE}"/>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D1377610-4852-1BF0-7832-B2A0414FD544}"/>
              </a:ext>
            </a:extLst>
          </p:cNvPr>
          <p:cNvSpPr>
            <a:spLocks noGrp="1"/>
          </p:cNvSpPr>
          <p:nvPr>
            <p:ph type="body" idx="1"/>
          </p:nvPr>
        </p:nvSpPr>
        <p:spPr/>
        <p:txBody>
          <a:bodyPr/>
          <a:lstStyle/>
          <a:p>
            <a:r>
              <a:rPr lang="en-US" dirty="0"/>
              <a:t>(key idea: cellular automata)</a:t>
            </a:r>
          </a:p>
          <a:p>
            <a:endParaRPr lang="en-US" dirty="0"/>
          </a:p>
          <a:p>
            <a:r>
              <a:rPr lang="en-US" dirty="0"/>
              <a:t>We have successfully designed such abstractions for a specific subclass of</a:t>
            </a:r>
            <a:br>
              <a:rPr lang="en-US" dirty="0"/>
            </a:br>
            <a:r>
              <a:rPr lang="en-US" dirty="0"/>
              <a:t>stencil computations with discrete cell states – Cellular automata.</a:t>
            </a:r>
          </a:p>
          <a:p>
            <a:r>
              <a:rPr lang="en-US" dirty="0"/>
              <a:t>They are used for modeling various systems, such as fluid dynamics or materials science.</a:t>
            </a:r>
          </a:p>
          <a:p>
            <a:endParaRPr lang="en-US" dirty="0"/>
          </a:p>
          <a:p>
            <a:r>
              <a:rPr lang="en-US" dirty="0"/>
              <a:t>Their rules can be expressed as nested logic expressions that depend on cell states in the neighborhood.</a:t>
            </a:r>
          </a:p>
          <a:p>
            <a:endParaRPr lang="en-US" dirty="0"/>
          </a:p>
          <a:p>
            <a:r>
              <a:rPr lang="en-US" dirty="0"/>
              <a:t>We developed an abstraction that allows the rule to be encoded in a type-level expression that does not assume any specific layout, traversal, or even cell state encoding and evaluation strategy.</a:t>
            </a:r>
          </a:p>
          <a:p>
            <a:endParaRPr lang="en-US" dirty="0"/>
          </a:p>
          <a:p>
            <a:r>
              <a:rPr lang="en-US" dirty="0"/>
              <a:t>(…)</a:t>
            </a:r>
          </a:p>
        </p:txBody>
      </p:sp>
      <p:sp>
        <p:nvSpPr>
          <p:cNvPr id="4" name="Slide Number Placeholder 3">
            <a:extLst>
              <a:ext uri="{FF2B5EF4-FFF2-40B4-BE49-F238E27FC236}">
                <a16:creationId xmlns:a16="http://schemas.microsoft.com/office/drawing/2014/main" id="{20CDA17C-3A49-7F24-D366-187D1C66C50B}"/>
              </a:ext>
            </a:extLst>
          </p:cNvPr>
          <p:cNvSpPr>
            <a:spLocks noGrp="1"/>
          </p:cNvSpPr>
          <p:nvPr>
            <p:ph type="sldNum" sz="quarter" idx="5"/>
          </p:nvPr>
        </p:nvSpPr>
        <p:spPr/>
        <p:txBody>
          <a:bodyPr/>
          <a:lstStyle/>
          <a:p>
            <a:fld id="{FA8FD632-245B-410D-BCC4-8BF8D37AB67F}" type="slidenum">
              <a:rPr lang="en-US" smtClean="0"/>
              <a:t>67</a:t>
            </a:fld>
            <a:endParaRPr lang="en-US"/>
          </a:p>
        </p:txBody>
      </p:sp>
    </p:spTree>
    <p:extLst>
      <p:ext uri="{BB962C8B-B14F-4D97-AF65-F5344CB8AC3E}">
        <p14:creationId xmlns:p14="http://schemas.microsoft.com/office/powerpoint/2010/main" val="607623478"/>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A8F060-1288-B07E-F077-DC4D1977877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12C560A-2FE9-66AF-8FFE-DF75D23102AE}"/>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D1377610-4852-1BF0-7832-B2A0414FD544}"/>
              </a:ext>
            </a:extLst>
          </p:cNvPr>
          <p:cNvSpPr>
            <a:spLocks noGrp="1"/>
          </p:cNvSpPr>
          <p:nvPr>
            <p:ph type="body" idx="1"/>
          </p:nvPr>
        </p:nvSpPr>
        <p:spPr/>
        <p:txBody>
          <a:bodyPr/>
          <a:lstStyle/>
          <a:p>
            <a:r>
              <a:rPr lang="en-US" dirty="0"/>
              <a:t>(key idea: cellular automata)</a:t>
            </a:r>
          </a:p>
          <a:p>
            <a:endParaRPr lang="en-US" dirty="0"/>
          </a:p>
          <a:p>
            <a:r>
              <a:rPr lang="en-US" dirty="0"/>
              <a:t>We have successfully designed such abstractions for a specific subclass of</a:t>
            </a:r>
            <a:br>
              <a:rPr lang="en-US" dirty="0"/>
            </a:br>
            <a:r>
              <a:rPr lang="en-US" dirty="0"/>
              <a:t>stencil computations with discrete cell states – Cellular automata.</a:t>
            </a:r>
          </a:p>
          <a:p>
            <a:r>
              <a:rPr lang="en-US" dirty="0"/>
              <a:t>They are used for modeling various systems, such as fluid dynamics or materials science.</a:t>
            </a:r>
          </a:p>
          <a:p>
            <a:endParaRPr lang="en-US" dirty="0"/>
          </a:p>
          <a:p>
            <a:r>
              <a:rPr lang="en-US" dirty="0"/>
              <a:t>Their rules can be expressed as nested logic expressions that depend on cell states in the neighborhood.</a:t>
            </a:r>
          </a:p>
          <a:p>
            <a:endParaRPr lang="en-US" dirty="0"/>
          </a:p>
          <a:p>
            <a:r>
              <a:rPr lang="en-US" dirty="0"/>
              <a:t>We developed an abstraction that allows the rule to be encoded in a type-level expression that does not assume any specific layout, traversal, or even cell state encoding and evaluation strategy.</a:t>
            </a:r>
          </a:p>
          <a:p>
            <a:endParaRPr lang="en-US" dirty="0"/>
          </a:p>
          <a:p>
            <a:r>
              <a:rPr lang="en-US" dirty="0"/>
              <a:t>(…)</a:t>
            </a:r>
          </a:p>
        </p:txBody>
      </p:sp>
      <p:sp>
        <p:nvSpPr>
          <p:cNvPr id="4" name="Slide Number Placeholder 3">
            <a:extLst>
              <a:ext uri="{FF2B5EF4-FFF2-40B4-BE49-F238E27FC236}">
                <a16:creationId xmlns:a16="http://schemas.microsoft.com/office/drawing/2014/main" id="{20CDA17C-3A49-7F24-D366-187D1C66C50B}"/>
              </a:ext>
            </a:extLst>
          </p:cNvPr>
          <p:cNvSpPr>
            <a:spLocks noGrp="1"/>
          </p:cNvSpPr>
          <p:nvPr>
            <p:ph type="sldNum" sz="quarter" idx="5"/>
          </p:nvPr>
        </p:nvSpPr>
        <p:spPr/>
        <p:txBody>
          <a:bodyPr/>
          <a:lstStyle/>
          <a:p>
            <a:fld id="{FA8FD632-245B-410D-BCC4-8BF8D37AB67F}" type="slidenum">
              <a:rPr lang="en-US" smtClean="0"/>
              <a:t>68</a:t>
            </a:fld>
            <a:endParaRPr lang="en-US"/>
          </a:p>
        </p:txBody>
      </p:sp>
    </p:spTree>
    <p:extLst>
      <p:ext uri="{BB962C8B-B14F-4D97-AF65-F5344CB8AC3E}">
        <p14:creationId xmlns:p14="http://schemas.microsoft.com/office/powerpoint/2010/main" val="607623478"/>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A8F060-1288-B07E-F077-DC4D1977877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12C560A-2FE9-66AF-8FFE-DF75D23102AE}"/>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D1377610-4852-1BF0-7832-B2A0414FD544}"/>
              </a:ext>
            </a:extLst>
          </p:cNvPr>
          <p:cNvSpPr>
            <a:spLocks noGrp="1"/>
          </p:cNvSpPr>
          <p:nvPr>
            <p:ph type="body" idx="1"/>
          </p:nvPr>
        </p:nvSpPr>
        <p:spPr/>
        <p:txBody>
          <a:bodyPr/>
          <a:lstStyle/>
          <a:p>
            <a:r>
              <a:rPr lang="en-US" dirty="0"/>
              <a:t>(key idea: cellular automata)</a:t>
            </a:r>
          </a:p>
          <a:p>
            <a:endParaRPr lang="en-US" dirty="0"/>
          </a:p>
          <a:p>
            <a:r>
              <a:rPr lang="en-US" dirty="0"/>
              <a:t>We have successfully designed such abstractions for a specific subclass of</a:t>
            </a:r>
            <a:br>
              <a:rPr lang="en-US" dirty="0"/>
            </a:br>
            <a:r>
              <a:rPr lang="en-US" dirty="0"/>
              <a:t>stencil computations with discrete cell states – Cellular automata.</a:t>
            </a:r>
          </a:p>
          <a:p>
            <a:r>
              <a:rPr lang="en-US" dirty="0"/>
              <a:t>They are used for modeling various systems, such as fluid dynamics or materials science.</a:t>
            </a:r>
          </a:p>
          <a:p>
            <a:endParaRPr lang="en-US" dirty="0"/>
          </a:p>
          <a:p>
            <a:r>
              <a:rPr lang="en-US" dirty="0"/>
              <a:t>Their rules can be expressed as nested logic expressions that depend on cell states in the neighborhood.</a:t>
            </a:r>
          </a:p>
          <a:p>
            <a:endParaRPr lang="en-US" dirty="0"/>
          </a:p>
          <a:p>
            <a:r>
              <a:rPr lang="en-US" dirty="0"/>
              <a:t>We developed an abstraction that allows the rule to be encoded in a type-level expression that does not assume any specific layout, traversal, or even cell state encoding and evaluation strategy.</a:t>
            </a:r>
          </a:p>
          <a:p>
            <a:endParaRPr lang="en-US" dirty="0"/>
          </a:p>
          <a:p>
            <a:r>
              <a:rPr lang="en-US" dirty="0"/>
              <a:t>(…)</a:t>
            </a:r>
          </a:p>
        </p:txBody>
      </p:sp>
      <p:sp>
        <p:nvSpPr>
          <p:cNvPr id="4" name="Slide Number Placeholder 3">
            <a:extLst>
              <a:ext uri="{FF2B5EF4-FFF2-40B4-BE49-F238E27FC236}">
                <a16:creationId xmlns:a16="http://schemas.microsoft.com/office/drawing/2014/main" id="{20CDA17C-3A49-7F24-D366-187D1C66C50B}"/>
              </a:ext>
            </a:extLst>
          </p:cNvPr>
          <p:cNvSpPr>
            <a:spLocks noGrp="1"/>
          </p:cNvSpPr>
          <p:nvPr>
            <p:ph type="sldNum" sz="quarter" idx="5"/>
          </p:nvPr>
        </p:nvSpPr>
        <p:spPr/>
        <p:txBody>
          <a:bodyPr/>
          <a:lstStyle/>
          <a:p>
            <a:fld id="{FA8FD632-245B-410D-BCC4-8BF8D37AB67F}" type="slidenum">
              <a:rPr lang="en-US" smtClean="0"/>
              <a:t>69</a:t>
            </a:fld>
            <a:endParaRPr lang="en-US"/>
          </a:p>
        </p:txBody>
      </p:sp>
    </p:spTree>
    <p:extLst>
      <p:ext uri="{BB962C8B-B14F-4D97-AF65-F5344CB8AC3E}">
        <p14:creationId xmlns:p14="http://schemas.microsoft.com/office/powerpoint/2010/main" val="607623478"/>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A8F060-1288-B07E-F077-DC4D1977877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12C560A-2FE9-66AF-8FFE-DF75D23102AE}"/>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D1377610-4852-1BF0-7832-B2A0414FD544}"/>
              </a:ext>
            </a:extLst>
          </p:cNvPr>
          <p:cNvSpPr>
            <a:spLocks noGrp="1"/>
          </p:cNvSpPr>
          <p:nvPr>
            <p:ph type="body" idx="1"/>
          </p:nvPr>
        </p:nvSpPr>
        <p:spPr/>
        <p:txBody>
          <a:bodyPr/>
          <a:lstStyle/>
          <a:p>
            <a:r>
              <a:rPr lang="en-US" dirty="0"/>
              <a:t>(key idea: cellular automata)</a:t>
            </a:r>
          </a:p>
          <a:p>
            <a:endParaRPr lang="en-US" dirty="0"/>
          </a:p>
          <a:p>
            <a:r>
              <a:rPr lang="en-US" dirty="0"/>
              <a:t>We have successfully designed such abstractions for a specific subclass of</a:t>
            </a:r>
            <a:br>
              <a:rPr lang="en-US" dirty="0"/>
            </a:br>
            <a:r>
              <a:rPr lang="en-US" dirty="0"/>
              <a:t>stencil computations with discrete cell states – Cellular automata.</a:t>
            </a:r>
          </a:p>
          <a:p>
            <a:r>
              <a:rPr lang="en-US" dirty="0"/>
              <a:t>They are used for modeling various systems, such as fluid dynamics or materials science.</a:t>
            </a:r>
          </a:p>
          <a:p>
            <a:endParaRPr lang="en-US" dirty="0"/>
          </a:p>
          <a:p>
            <a:r>
              <a:rPr lang="en-US" dirty="0"/>
              <a:t>Their rules can be expressed as nested logic expressions that depend on cell states in the neighborhood.</a:t>
            </a:r>
          </a:p>
          <a:p>
            <a:endParaRPr lang="en-US" dirty="0"/>
          </a:p>
          <a:p>
            <a:r>
              <a:rPr lang="en-US" dirty="0"/>
              <a:t>We developed an abstraction that allows the rule to be encoded in a type-level expression that does not assume any specific layout, traversal, or even cell state encoding and evaluation strategy.</a:t>
            </a:r>
          </a:p>
          <a:p>
            <a:endParaRPr lang="en-US" dirty="0"/>
          </a:p>
          <a:p>
            <a:r>
              <a:rPr lang="en-US" dirty="0"/>
              <a:t>(…)</a:t>
            </a:r>
          </a:p>
        </p:txBody>
      </p:sp>
      <p:sp>
        <p:nvSpPr>
          <p:cNvPr id="4" name="Slide Number Placeholder 3">
            <a:extLst>
              <a:ext uri="{FF2B5EF4-FFF2-40B4-BE49-F238E27FC236}">
                <a16:creationId xmlns:a16="http://schemas.microsoft.com/office/drawing/2014/main" id="{20CDA17C-3A49-7F24-D366-187D1C66C50B}"/>
              </a:ext>
            </a:extLst>
          </p:cNvPr>
          <p:cNvSpPr>
            <a:spLocks noGrp="1"/>
          </p:cNvSpPr>
          <p:nvPr>
            <p:ph type="sldNum" sz="quarter" idx="5"/>
          </p:nvPr>
        </p:nvSpPr>
        <p:spPr/>
        <p:txBody>
          <a:bodyPr/>
          <a:lstStyle/>
          <a:p>
            <a:fld id="{FA8FD632-245B-410D-BCC4-8BF8D37AB67F}" type="slidenum">
              <a:rPr lang="en-US" smtClean="0"/>
              <a:t>70</a:t>
            </a:fld>
            <a:endParaRPr lang="en-US"/>
          </a:p>
        </p:txBody>
      </p:sp>
    </p:spTree>
    <p:extLst>
      <p:ext uri="{BB962C8B-B14F-4D97-AF65-F5344CB8AC3E}">
        <p14:creationId xmlns:p14="http://schemas.microsoft.com/office/powerpoint/2010/main" val="607623478"/>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 there is some template metaprogramming magic that enables cool stuff)</a:t>
            </a:r>
          </a:p>
          <a:p>
            <a:endParaRPr lang="en-US" dirty="0"/>
          </a:p>
          <a:p>
            <a:r>
              <a:rPr lang="en-US" dirty="0"/>
              <a:t>This type-level expression can then be evaluated by applying specific templated components via metaprogramming; they specify</a:t>
            </a:r>
          </a:p>
          <a:p>
            <a:pPr marL="171450" indent="-171450">
              <a:buFontTx/>
              <a:buChar char="-"/>
            </a:pPr>
            <a:r>
              <a:rPr lang="en-US" dirty="0"/>
              <a:t>How the grid and the cells are encoded</a:t>
            </a:r>
          </a:p>
          <a:p>
            <a:pPr marL="171450" indent="-171450">
              <a:buFontTx/>
              <a:buChar char="-"/>
            </a:pPr>
            <a:r>
              <a:rPr lang="en-US" dirty="0"/>
              <a:t>How the update rules should be computed</a:t>
            </a:r>
          </a:p>
          <a:p>
            <a:pPr marL="171450" indent="-171450">
              <a:buFontTx/>
              <a:buChar char="-"/>
            </a:pPr>
            <a:r>
              <a:rPr lang="en-US" dirty="0"/>
              <a:t>Order of computation as well as the parallelization</a:t>
            </a:r>
          </a:p>
          <a:p>
            <a:pPr marL="171450" indent="-171450">
              <a:buFontTx/>
              <a:buChar char="-"/>
            </a:pPr>
            <a:endParaRPr lang="en-US" dirty="0"/>
          </a:p>
          <a:p>
            <a:pPr marL="0" indent="0">
              <a:buFontTx/>
              <a:buNone/>
            </a:pPr>
            <a:r>
              <a:rPr lang="en-US" dirty="0"/>
              <a:t>This enables faster development and prototyping of the automata and simplifies experimental exploration of different optimization techniques.</a:t>
            </a:r>
          </a:p>
          <a:p>
            <a:pPr marL="0" indent="0">
              <a:buFontTx/>
              <a:buNone/>
            </a:pPr>
            <a:endParaRPr lang="en-US" dirty="0"/>
          </a:p>
          <a:p>
            <a:pPr marL="0" indent="0">
              <a:buFontTx/>
              <a:buNone/>
            </a:pPr>
            <a:r>
              <a:rPr lang="en-US" dirty="0"/>
              <a:t>(…)</a:t>
            </a:r>
          </a:p>
        </p:txBody>
      </p:sp>
      <p:sp>
        <p:nvSpPr>
          <p:cNvPr id="4" name="Slide Number Placeholder 3"/>
          <p:cNvSpPr>
            <a:spLocks noGrp="1"/>
          </p:cNvSpPr>
          <p:nvPr>
            <p:ph type="sldNum" sz="quarter" idx="5"/>
          </p:nvPr>
        </p:nvSpPr>
        <p:spPr/>
        <p:txBody>
          <a:bodyPr/>
          <a:lstStyle/>
          <a:p>
            <a:fld id="{FA8FD632-245B-410D-BCC4-8BF8D37AB67F}" type="slidenum">
              <a:rPr lang="en-US" smtClean="0"/>
              <a:t>71</a:t>
            </a:fld>
            <a:endParaRPr lang="en-US"/>
          </a:p>
        </p:txBody>
      </p:sp>
    </p:spTree>
    <p:extLst>
      <p:ext uri="{BB962C8B-B14F-4D97-AF65-F5344CB8AC3E}">
        <p14:creationId xmlns:p14="http://schemas.microsoft.com/office/powerpoint/2010/main" val="454108675"/>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 it can be fast)</a:t>
            </a:r>
          </a:p>
          <a:p>
            <a:endParaRPr lang="en-US" dirty="0"/>
          </a:p>
          <a:p>
            <a:r>
              <a:rPr lang="en-US" dirty="0"/>
              <a:t>Here, we visualize possible speedup gains enabled by the applicable optimization strategies on multiple cellular automata.</a:t>
            </a:r>
          </a:p>
          <a:p>
            <a:r>
              <a:rPr lang="en-US" dirty="0"/>
              <a:t>The plot shows that for most of the automata, the right choice of (automatically applied) optimizations may lead to between one and two orders of magnitude over already GPU-parallelized solutions.</a:t>
            </a:r>
          </a:p>
        </p:txBody>
      </p:sp>
      <p:sp>
        <p:nvSpPr>
          <p:cNvPr id="4" name="Slide Number Placeholder 3"/>
          <p:cNvSpPr>
            <a:spLocks noGrp="1"/>
          </p:cNvSpPr>
          <p:nvPr>
            <p:ph type="sldNum" sz="quarter" idx="5"/>
          </p:nvPr>
        </p:nvSpPr>
        <p:spPr/>
        <p:txBody>
          <a:bodyPr/>
          <a:lstStyle/>
          <a:p>
            <a:fld id="{FA8FD632-245B-410D-BCC4-8BF8D37AB67F}" type="slidenum">
              <a:rPr lang="en-US" smtClean="0"/>
              <a:t>72</a:t>
            </a:fld>
            <a:endParaRPr lang="en-US"/>
          </a:p>
        </p:txBody>
      </p:sp>
    </p:spTree>
    <p:extLst>
      <p:ext uri="{BB962C8B-B14F-4D97-AF65-F5344CB8AC3E}">
        <p14:creationId xmlns:p14="http://schemas.microsoft.com/office/powerpoint/2010/main" val="1504701067"/>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We have shown the practical usefulness of abstractions in many aspects of HPC algorithm design.</a:t>
            </a:r>
          </a:p>
          <a:p>
            <a:endParaRPr lang="en-US" dirty="0"/>
          </a:p>
          <a:p>
            <a:r>
              <a:rPr lang="en-US" dirty="0"/>
              <a:t>These abstractions make the developed algorithms easier to write, more flexible to transform, and allow automatic exploration of optimizations.</a:t>
            </a:r>
          </a:p>
          <a:p>
            <a:endParaRPr lang="en-US" dirty="0"/>
          </a:p>
          <a:p>
            <a:r>
              <a:rPr lang="en-US" dirty="0"/>
              <a:t>Reacting to the recent introduction of Large language models to the area of software design, we studied their ability to optimize code.</a:t>
            </a:r>
          </a:p>
        </p:txBody>
      </p:sp>
      <p:sp>
        <p:nvSpPr>
          <p:cNvPr id="4" name="Slide Number Placeholder 3"/>
          <p:cNvSpPr>
            <a:spLocks noGrp="1"/>
          </p:cNvSpPr>
          <p:nvPr>
            <p:ph type="sldNum" sz="quarter" idx="5"/>
          </p:nvPr>
        </p:nvSpPr>
        <p:spPr/>
        <p:txBody>
          <a:bodyPr/>
          <a:lstStyle/>
          <a:p>
            <a:fld id="{FA8FD632-245B-410D-BCC4-8BF8D37AB67F}" type="slidenum">
              <a:rPr lang="en-US" smtClean="0"/>
              <a:t>73</a:t>
            </a:fld>
            <a:endParaRPr lang="en-US"/>
          </a:p>
        </p:txBody>
      </p:sp>
    </p:spTree>
    <p:extLst>
      <p:ext uri="{BB962C8B-B14F-4D97-AF65-F5344CB8AC3E}">
        <p14:creationId xmlns:p14="http://schemas.microsoft.com/office/powerpoint/2010/main" val="1243571906"/>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We have shown the practical usefulness of abstractions in many aspects of HPC algorithm design.</a:t>
            </a:r>
          </a:p>
          <a:p>
            <a:endParaRPr lang="en-US" dirty="0"/>
          </a:p>
          <a:p>
            <a:r>
              <a:rPr lang="en-US" dirty="0"/>
              <a:t>These abstractions make the developed algorithms easier to write, more flexible to transform, and allow automatic exploration of optimizations.</a:t>
            </a:r>
          </a:p>
          <a:p>
            <a:endParaRPr lang="en-US" dirty="0"/>
          </a:p>
          <a:p>
            <a:r>
              <a:rPr lang="en-US" dirty="0"/>
              <a:t>Reacting to the recent introduction of Large language models to the area of software design, we studied their ability to optimize code.</a:t>
            </a:r>
          </a:p>
        </p:txBody>
      </p:sp>
      <p:sp>
        <p:nvSpPr>
          <p:cNvPr id="4" name="Slide Number Placeholder 3"/>
          <p:cNvSpPr>
            <a:spLocks noGrp="1"/>
          </p:cNvSpPr>
          <p:nvPr>
            <p:ph type="sldNum" sz="quarter" idx="5"/>
          </p:nvPr>
        </p:nvSpPr>
        <p:spPr/>
        <p:txBody>
          <a:bodyPr/>
          <a:lstStyle/>
          <a:p>
            <a:fld id="{FA8FD632-245B-410D-BCC4-8BF8D37AB67F}" type="slidenum">
              <a:rPr lang="en-US" smtClean="0"/>
              <a:t>74</a:t>
            </a:fld>
            <a:endParaRPr lang="en-US"/>
          </a:p>
        </p:txBody>
      </p:sp>
    </p:spTree>
    <p:extLst>
      <p:ext uri="{BB962C8B-B14F-4D97-AF65-F5344CB8AC3E}">
        <p14:creationId xmlns:p14="http://schemas.microsoft.com/office/powerpoint/2010/main" val="1243571906"/>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We have shown the practical usefulness of abstractions in many aspects of HPC algorithm design.</a:t>
            </a:r>
          </a:p>
          <a:p>
            <a:endParaRPr lang="en-US" dirty="0"/>
          </a:p>
          <a:p>
            <a:r>
              <a:rPr lang="en-US" dirty="0"/>
              <a:t>These abstractions make the developed algorithms easier to write, more flexible to transform, and allow automatic exploration of optimizations.</a:t>
            </a:r>
          </a:p>
          <a:p>
            <a:endParaRPr lang="en-US" dirty="0"/>
          </a:p>
          <a:p>
            <a:r>
              <a:rPr lang="en-US" dirty="0"/>
              <a:t>Reacting to the recent introduction of Large language models to the area of software design, we studied their ability to optimize code.</a:t>
            </a:r>
          </a:p>
        </p:txBody>
      </p:sp>
      <p:sp>
        <p:nvSpPr>
          <p:cNvPr id="4" name="Slide Number Placeholder 3"/>
          <p:cNvSpPr>
            <a:spLocks noGrp="1"/>
          </p:cNvSpPr>
          <p:nvPr>
            <p:ph type="sldNum" sz="quarter" idx="5"/>
          </p:nvPr>
        </p:nvSpPr>
        <p:spPr/>
        <p:txBody>
          <a:bodyPr/>
          <a:lstStyle/>
          <a:p>
            <a:fld id="{FA8FD632-245B-410D-BCC4-8BF8D37AB67F}" type="slidenum">
              <a:rPr lang="en-US" smtClean="0"/>
              <a:t>75</a:t>
            </a:fld>
            <a:endParaRPr lang="en-US"/>
          </a:p>
        </p:txBody>
      </p:sp>
    </p:spTree>
    <p:extLst>
      <p:ext uri="{BB962C8B-B14F-4D97-AF65-F5344CB8AC3E}">
        <p14:creationId xmlns:p14="http://schemas.microsoft.com/office/powerpoint/2010/main" val="1243571906"/>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(key idea: tutoring; what is it?)</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LLMs could implement simple algorithms but were not yet competent enough to make high-level design decisions for efficient computation, especially in parallel algorithms.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Therefore, our research has focused on identifying what helps LLMs generate better code and what does not.</a:t>
            </a:r>
          </a:p>
          <a:p>
            <a:endParaRPr lang="en-US" dirty="0"/>
          </a:p>
          <a:p>
            <a:r>
              <a:rPr lang="en-US" dirty="0"/>
              <a:t>In our first LLM study, we examined whether adding increasingly detailed high-level design hints or outright dictating main design decisions significantly improves the generated CUDA code compared to a naïve approach that simply requests an efficient implementation.</a:t>
            </a:r>
          </a:p>
          <a:p>
            <a:endParaRPr lang="en-US" dirty="0"/>
          </a:p>
          <a:p>
            <a:r>
              <a:rPr lang="en-US" dirty="0"/>
              <a:t>(…)</a:t>
            </a:r>
          </a:p>
        </p:txBody>
      </p:sp>
      <p:sp>
        <p:nvSpPr>
          <p:cNvPr id="4" name="Slide Number Placeholder 3"/>
          <p:cNvSpPr>
            <a:spLocks noGrp="1"/>
          </p:cNvSpPr>
          <p:nvPr>
            <p:ph type="sldNum" sz="quarter" idx="5"/>
          </p:nvPr>
        </p:nvSpPr>
        <p:spPr/>
        <p:txBody>
          <a:bodyPr/>
          <a:lstStyle/>
          <a:p>
            <a:fld id="{FA8FD632-245B-410D-BCC4-8BF8D37AB67F}" type="slidenum">
              <a:rPr lang="en-US" smtClean="0"/>
              <a:t>76</a:t>
            </a:fld>
            <a:endParaRPr lang="en-US"/>
          </a:p>
        </p:txBody>
      </p:sp>
    </p:spTree>
    <p:extLst>
      <p:ext uri="{BB962C8B-B14F-4D97-AF65-F5344CB8AC3E}">
        <p14:creationId xmlns:p14="http://schemas.microsoft.com/office/powerpoint/2010/main" val="4235059812"/>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(key idea: tutoring; what is it?)</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LLMs could implement simple algorithms but were not yet competent enough to make high-level design decisions for efficient computation, especially in parallel algorithms.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Therefore, our research has focused on identifying what helps LLMs generate better code and what does not.</a:t>
            </a:r>
          </a:p>
          <a:p>
            <a:endParaRPr lang="en-US" dirty="0"/>
          </a:p>
          <a:p>
            <a:r>
              <a:rPr lang="en-US" dirty="0"/>
              <a:t>In our first LLM study, we examined whether adding increasingly detailed high-level design hints or outright dictating main design decisions significantly improves the generated CUDA code compared to a naïve approach that simply requests an efficient implementation.</a:t>
            </a:r>
          </a:p>
          <a:p>
            <a:endParaRPr lang="en-US" dirty="0"/>
          </a:p>
          <a:p>
            <a:r>
              <a:rPr lang="en-US" dirty="0"/>
              <a:t>(…)</a:t>
            </a:r>
          </a:p>
        </p:txBody>
      </p:sp>
      <p:sp>
        <p:nvSpPr>
          <p:cNvPr id="4" name="Slide Number Placeholder 3"/>
          <p:cNvSpPr>
            <a:spLocks noGrp="1"/>
          </p:cNvSpPr>
          <p:nvPr>
            <p:ph type="sldNum" sz="quarter" idx="5"/>
          </p:nvPr>
        </p:nvSpPr>
        <p:spPr/>
        <p:txBody>
          <a:bodyPr/>
          <a:lstStyle/>
          <a:p>
            <a:fld id="{FA8FD632-245B-410D-BCC4-8BF8D37AB67F}" type="slidenum">
              <a:rPr lang="en-US" smtClean="0"/>
              <a:t>77</a:t>
            </a:fld>
            <a:endParaRPr lang="en-US"/>
          </a:p>
        </p:txBody>
      </p:sp>
    </p:spTree>
    <p:extLst>
      <p:ext uri="{BB962C8B-B14F-4D97-AF65-F5344CB8AC3E}">
        <p14:creationId xmlns:p14="http://schemas.microsoft.com/office/powerpoint/2010/main" val="4235059812"/>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A18991-E0E9-FA05-741B-21A18AE9B3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7084EE2-EE3B-A7E9-0208-C780D5DF861B}"/>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44160BAF-3A89-0B22-1575-44F7CAAD987D}"/>
              </a:ext>
            </a:extLst>
          </p:cNvPr>
          <p:cNvSpPr>
            <a:spLocks noGrp="1"/>
          </p:cNvSpPr>
          <p:nvPr>
            <p:ph type="body" idx="1"/>
          </p:nvPr>
        </p:nvSpPr>
        <p:spPr/>
        <p:txBody>
          <a:bodyPr/>
          <a:lstStyle/>
          <a:p>
            <a:r>
              <a:rPr lang="en-US" dirty="0"/>
              <a:t>(…; the three algorithms, what’s challenging, how well the LLM did roughly)</a:t>
            </a:r>
          </a:p>
          <a:p>
            <a:endParaRPr lang="en-US" dirty="0"/>
          </a:p>
          <a:p>
            <a:r>
              <a:rPr lang="en-US" dirty="0"/>
              <a:t>We have performed a study on 3 algorithms from our past work, in which we have a good idea of how an efficient implementation should be designed.</a:t>
            </a:r>
          </a:p>
          <a:p>
            <a:pPr marL="0" indent="0">
              <a:buFontTx/>
              <a:buNone/>
            </a:pPr>
            <a:r>
              <a:rPr lang="en-US" dirty="0"/>
              <a:t>The three algorithms represent implementation problems of increasing complexity.</a:t>
            </a:r>
          </a:p>
          <a:p>
            <a:pPr marL="0" indent="0">
              <a:buFontTx/>
              <a:buNone/>
            </a:pPr>
            <a:endParaRPr lang="en-US" dirty="0"/>
          </a:p>
          <a:p>
            <a:pPr marL="0" indent="0">
              <a:buFontTx/>
              <a:buNone/>
            </a:pPr>
            <a:r>
              <a:rPr lang="en-US" dirty="0"/>
              <a:t>For the easier, Histogram and Game of Life algorithms, OpenAI o3-mini, a </a:t>
            </a:r>
            <a:r>
              <a:rPr lang="en-US" dirty="0" err="1"/>
              <a:t>SotA</a:t>
            </a:r>
            <a:r>
              <a:rPr lang="en-US" dirty="0"/>
              <a:t> LLM model at that time, generated progressively better code with the increasingly specific prompts.</a:t>
            </a:r>
            <a:br>
              <a:rPr lang="en-US" dirty="0"/>
            </a:br>
            <a:endParaRPr lang="en-US" dirty="0"/>
          </a:p>
          <a:p>
            <a:pPr marL="0" indent="0">
              <a:buFontTx/>
              <a:buNone/>
            </a:pPr>
            <a:r>
              <a:rPr lang="en-US" dirty="0"/>
              <a:t>But for the k-Nearest Neighbors search, it managed to generate valid code only for the naïve prompts.</a:t>
            </a:r>
          </a:p>
        </p:txBody>
      </p:sp>
      <p:sp>
        <p:nvSpPr>
          <p:cNvPr id="4" name="Slide Number Placeholder 3">
            <a:extLst>
              <a:ext uri="{FF2B5EF4-FFF2-40B4-BE49-F238E27FC236}">
                <a16:creationId xmlns:a16="http://schemas.microsoft.com/office/drawing/2014/main" id="{E4475865-030A-21B1-1F9C-8125A26B323A}"/>
              </a:ext>
            </a:extLst>
          </p:cNvPr>
          <p:cNvSpPr>
            <a:spLocks noGrp="1"/>
          </p:cNvSpPr>
          <p:nvPr>
            <p:ph type="sldNum" sz="quarter" idx="5"/>
          </p:nvPr>
        </p:nvSpPr>
        <p:spPr/>
        <p:txBody>
          <a:bodyPr/>
          <a:lstStyle/>
          <a:p>
            <a:fld id="{FA8FD632-245B-410D-BCC4-8BF8D37AB67F}" type="slidenum">
              <a:rPr lang="en-US" smtClean="0"/>
              <a:t>78</a:t>
            </a:fld>
            <a:endParaRPr lang="en-US"/>
          </a:p>
        </p:txBody>
      </p:sp>
    </p:spTree>
    <p:extLst>
      <p:ext uri="{BB962C8B-B14F-4D97-AF65-F5344CB8AC3E}">
        <p14:creationId xmlns:p14="http://schemas.microsoft.com/office/powerpoint/2010/main" val="4104855365"/>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A18991-E0E9-FA05-741B-21A18AE9B3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7084EE2-EE3B-A7E9-0208-C780D5DF861B}"/>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44160BAF-3A89-0B22-1575-44F7CAAD987D}"/>
              </a:ext>
            </a:extLst>
          </p:cNvPr>
          <p:cNvSpPr>
            <a:spLocks noGrp="1"/>
          </p:cNvSpPr>
          <p:nvPr>
            <p:ph type="body" idx="1"/>
          </p:nvPr>
        </p:nvSpPr>
        <p:spPr/>
        <p:txBody>
          <a:bodyPr/>
          <a:lstStyle/>
          <a:p>
            <a:r>
              <a:rPr lang="en-US" dirty="0"/>
              <a:t>(…; the three algorithms, what’s challenging, how well the LLM did roughly)</a:t>
            </a:r>
          </a:p>
          <a:p>
            <a:endParaRPr lang="en-US" dirty="0"/>
          </a:p>
          <a:p>
            <a:r>
              <a:rPr lang="en-US" dirty="0"/>
              <a:t>We have performed a study on 3 algorithms from our past work, in which we have a good idea of how an efficient implementation should be designed.</a:t>
            </a:r>
          </a:p>
          <a:p>
            <a:pPr marL="0" indent="0">
              <a:buFontTx/>
              <a:buNone/>
            </a:pPr>
            <a:r>
              <a:rPr lang="en-US" dirty="0"/>
              <a:t>The three algorithms represent implementation problems of increasing complexity.</a:t>
            </a:r>
          </a:p>
          <a:p>
            <a:pPr marL="0" indent="0">
              <a:buFontTx/>
              <a:buNone/>
            </a:pPr>
            <a:endParaRPr lang="en-US" dirty="0"/>
          </a:p>
          <a:p>
            <a:pPr marL="0" indent="0">
              <a:buFontTx/>
              <a:buNone/>
            </a:pPr>
            <a:r>
              <a:rPr lang="en-US" dirty="0"/>
              <a:t>For the easier, Histogram and Game of Life algorithms, OpenAI o3-mini, a </a:t>
            </a:r>
            <a:r>
              <a:rPr lang="en-US" dirty="0" err="1"/>
              <a:t>SotA</a:t>
            </a:r>
            <a:r>
              <a:rPr lang="en-US" dirty="0"/>
              <a:t> LLM model at that time, generated progressively better code with the increasingly specific prompts.</a:t>
            </a:r>
            <a:br>
              <a:rPr lang="en-US" dirty="0"/>
            </a:br>
            <a:endParaRPr lang="en-US" dirty="0"/>
          </a:p>
          <a:p>
            <a:pPr marL="0" indent="0">
              <a:buFontTx/>
              <a:buNone/>
            </a:pPr>
            <a:r>
              <a:rPr lang="en-US" dirty="0"/>
              <a:t>But for the k-Nearest Neighbors search, it managed to generate valid code only for the naïve prompts.</a:t>
            </a:r>
          </a:p>
        </p:txBody>
      </p:sp>
      <p:sp>
        <p:nvSpPr>
          <p:cNvPr id="4" name="Slide Number Placeholder 3">
            <a:extLst>
              <a:ext uri="{FF2B5EF4-FFF2-40B4-BE49-F238E27FC236}">
                <a16:creationId xmlns:a16="http://schemas.microsoft.com/office/drawing/2014/main" id="{E4475865-030A-21B1-1F9C-8125A26B323A}"/>
              </a:ext>
            </a:extLst>
          </p:cNvPr>
          <p:cNvSpPr>
            <a:spLocks noGrp="1"/>
          </p:cNvSpPr>
          <p:nvPr>
            <p:ph type="sldNum" sz="quarter" idx="5"/>
          </p:nvPr>
        </p:nvSpPr>
        <p:spPr/>
        <p:txBody>
          <a:bodyPr/>
          <a:lstStyle/>
          <a:p>
            <a:fld id="{FA8FD632-245B-410D-BCC4-8BF8D37AB67F}" type="slidenum">
              <a:rPr lang="en-US" smtClean="0"/>
              <a:t>79</a:t>
            </a:fld>
            <a:endParaRPr lang="en-US"/>
          </a:p>
        </p:txBody>
      </p:sp>
    </p:spTree>
    <p:extLst>
      <p:ext uri="{BB962C8B-B14F-4D97-AF65-F5344CB8AC3E}">
        <p14:creationId xmlns:p14="http://schemas.microsoft.com/office/powerpoint/2010/main" val="4104855365"/>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A18991-E0E9-FA05-741B-21A18AE9B3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7084EE2-EE3B-A7E9-0208-C780D5DF861B}"/>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44160BAF-3A89-0B22-1575-44F7CAAD987D}"/>
              </a:ext>
            </a:extLst>
          </p:cNvPr>
          <p:cNvSpPr>
            <a:spLocks noGrp="1"/>
          </p:cNvSpPr>
          <p:nvPr>
            <p:ph type="body" idx="1"/>
          </p:nvPr>
        </p:nvSpPr>
        <p:spPr/>
        <p:txBody>
          <a:bodyPr/>
          <a:lstStyle/>
          <a:p>
            <a:r>
              <a:rPr lang="en-US" dirty="0"/>
              <a:t>(…; the three algorithms, what’s challenging, how well the LLM did roughly)</a:t>
            </a:r>
          </a:p>
          <a:p>
            <a:endParaRPr lang="en-US" dirty="0"/>
          </a:p>
          <a:p>
            <a:r>
              <a:rPr lang="en-US" dirty="0"/>
              <a:t>We have performed a study on 3 algorithms from our past work, in which we have a good idea of how an efficient implementation should be designed.</a:t>
            </a:r>
          </a:p>
          <a:p>
            <a:pPr marL="0" indent="0">
              <a:buFontTx/>
              <a:buNone/>
            </a:pPr>
            <a:r>
              <a:rPr lang="en-US" dirty="0"/>
              <a:t>The three algorithms represent implementation problems of increasing complexity.</a:t>
            </a:r>
          </a:p>
          <a:p>
            <a:pPr marL="0" indent="0">
              <a:buFontTx/>
              <a:buNone/>
            </a:pPr>
            <a:endParaRPr lang="en-US" dirty="0"/>
          </a:p>
          <a:p>
            <a:pPr marL="0" indent="0">
              <a:buFontTx/>
              <a:buNone/>
            </a:pPr>
            <a:r>
              <a:rPr lang="en-US" dirty="0"/>
              <a:t>For the easier, Histogram and Game of Life algorithms, OpenAI o3-mini, a </a:t>
            </a:r>
            <a:r>
              <a:rPr lang="en-US" dirty="0" err="1"/>
              <a:t>SotA</a:t>
            </a:r>
            <a:r>
              <a:rPr lang="en-US" dirty="0"/>
              <a:t> LLM model at that time, generated progressively better code with the increasingly specific prompts.</a:t>
            </a:r>
            <a:br>
              <a:rPr lang="en-US" dirty="0"/>
            </a:br>
            <a:endParaRPr lang="en-US" dirty="0"/>
          </a:p>
          <a:p>
            <a:pPr marL="0" indent="0">
              <a:buFontTx/>
              <a:buNone/>
            </a:pPr>
            <a:r>
              <a:rPr lang="en-US" dirty="0"/>
              <a:t>But for the k-Nearest Neighbors search, it managed to generate valid code only for the naïve prompts.</a:t>
            </a:r>
          </a:p>
        </p:txBody>
      </p:sp>
      <p:sp>
        <p:nvSpPr>
          <p:cNvPr id="4" name="Slide Number Placeholder 3">
            <a:extLst>
              <a:ext uri="{FF2B5EF4-FFF2-40B4-BE49-F238E27FC236}">
                <a16:creationId xmlns:a16="http://schemas.microsoft.com/office/drawing/2014/main" id="{E4475865-030A-21B1-1F9C-8125A26B323A}"/>
              </a:ext>
            </a:extLst>
          </p:cNvPr>
          <p:cNvSpPr>
            <a:spLocks noGrp="1"/>
          </p:cNvSpPr>
          <p:nvPr>
            <p:ph type="sldNum" sz="quarter" idx="5"/>
          </p:nvPr>
        </p:nvSpPr>
        <p:spPr/>
        <p:txBody>
          <a:bodyPr/>
          <a:lstStyle/>
          <a:p>
            <a:fld id="{FA8FD632-245B-410D-BCC4-8BF8D37AB67F}" type="slidenum">
              <a:rPr lang="en-US" smtClean="0"/>
              <a:t>80</a:t>
            </a:fld>
            <a:endParaRPr lang="en-US"/>
          </a:p>
        </p:txBody>
      </p:sp>
    </p:spTree>
    <p:extLst>
      <p:ext uri="{BB962C8B-B14F-4D97-AF65-F5344CB8AC3E}">
        <p14:creationId xmlns:p14="http://schemas.microsoft.com/office/powerpoint/2010/main" val="4104855365"/>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A18991-E0E9-FA05-741B-21A18AE9B3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7084EE2-EE3B-A7E9-0208-C780D5DF861B}"/>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44160BAF-3A89-0B22-1575-44F7CAAD987D}"/>
              </a:ext>
            </a:extLst>
          </p:cNvPr>
          <p:cNvSpPr>
            <a:spLocks noGrp="1"/>
          </p:cNvSpPr>
          <p:nvPr>
            <p:ph type="body" idx="1"/>
          </p:nvPr>
        </p:nvSpPr>
        <p:spPr/>
        <p:txBody>
          <a:bodyPr/>
          <a:lstStyle/>
          <a:p>
            <a:r>
              <a:rPr lang="en-US" dirty="0"/>
              <a:t>(…; the three algorithms, what’s challenging, how well the LLM did roughly)</a:t>
            </a:r>
          </a:p>
          <a:p>
            <a:endParaRPr lang="en-US" dirty="0"/>
          </a:p>
          <a:p>
            <a:r>
              <a:rPr lang="en-US" dirty="0"/>
              <a:t>We have performed a study on 3 algorithms from our past work, in which we have a good idea of how an efficient implementation should be designed.</a:t>
            </a:r>
          </a:p>
          <a:p>
            <a:pPr marL="0" indent="0">
              <a:buFontTx/>
              <a:buNone/>
            </a:pPr>
            <a:r>
              <a:rPr lang="en-US" dirty="0"/>
              <a:t>The three algorithms represent implementation problems of increasing complexity.</a:t>
            </a:r>
          </a:p>
          <a:p>
            <a:pPr marL="0" indent="0">
              <a:buFontTx/>
              <a:buNone/>
            </a:pPr>
            <a:endParaRPr lang="en-US" dirty="0"/>
          </a:p>
          <a:p>
            <a:pPr marL="0" indent="0">
              <a:buFontTx/>
              <a:buNone/>
            </a:pPr>
            <a:r>
              <a:rPr lang="en-US" dirty="0"/>
              <a:t>For the easier, Histogram and Game of Life algorithms, OpenAI o3-mini, a </a:t>
            </a:r>
            <a:r>
              <a:rPr lang="en-US" dirty="0" err="1"/>
              <a:t>SotA</a:t>
            </a:r>
            <a:r>
              <a:rPr lang="en-US" dirty="0"/>
              <a:t> LLM model at that time, generated progressively better code with the increasingly specific prompts.</a:t>
            </a:r>
            <a:br>
              <a:rPr lang="en-US" dirty="0"/>
            </a:br>
            <a:endParaRPr lang="en-US" dirty="0"/>
          </a:p>
          <a:p>
            <a:pPr marL="0" indent="0">
              <a:buFontTx/>
              <a:buNone/>
            </a:pPr>
            <a:r>
              <a:rPr lang="en-US" dirty="0"/>
              <a:t>But for the k-Nearest Neighbors search, it managed to generate valid code only for the naïve prompts.</a:t>
            </a:r>
          </a:p>
        </p:txBody>
      </p:sp>
      <p:sp>
        <p:nvSpPr>
          <p:cNvPr id="4" name="Slide Number Placeholder 3">
            <a:extLst>
              <a:ext uri="{FF2B5EF4-FFF2-40B4-BE49-F238E27FC236}">
                <a16:creationId xmlns:a16="http://schemas.microsoft.com/office/drawing/2014/main" id="{E4475865-030A-21B1-1F9C-8125A26B323A}"/>
              </a:ext>
            </a:extLst>
          </p:cNvPr>
          <p:cNvSpPr>
            <a:spLocks noGrp="1"/>
          </p:cNvSpPr>
          <p:nvPr>
            <p:ph type="sldNum" sz="quarter" idx="5"/>
          </p:nvPr>
        </p:nvSpPr>
        <p:spPr/>
        <p:txBody>
          <a:bodyPr/>
          <a:lstStyle/>
          <a:p>
            <a:fld id="{FA8FD632-245B-410D-BCC4-8BF8D37AB67F}" type="slidenum">
              <a:rPr lang="en-US" smtClean="0"/>
              <a:t>81</a:t>
            </a:fld>
            <a:endParaRPr lang="en-US"/>
          </a:p>
        </p:txBody>
      </p:sp>
    </p:spTree>
    <p:extLst>
      <p:ext uri="{BB962C8B-B14F-4D97-AF65-F5344CB8AC3E}">
        <p14:creationId xmlns:p14="http://schemas.microsoft.com/office/powerpoint/2010/main" val="4104855365"/>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F59621-2A59-0C97-52C0-C33469B0097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39D564E-A314-C164-F46B-625533C8E467}"/>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F09CA489-8F89-177F-1849-D0ED6E03E381}"/>
              </a:ext>
            </a:extLst>
          </p:cNvPr>
          <p:cNvSpPr>
            <a:spLocks noGrp="1"/>
          </p:cNvSpPr>
          <p:nvPr>
            <p:ph type="body" idx="1"/>
          </p:nvPr>
        </p:nvSpPr>
        <p:spPr/>
        <p:txBody>
          <a:bodyPr/>
          <a:lstStyle/>
          <a:p>
            <a:r>
              <a:rPr lang="en-US" dirty="0"/>
              <a:t>(key idea: the performance progression matches the assumption)</a:t>
            </a:r>
          </a:p>
          <a:p>
            <a:endParaRPr lang="en-US" dirty="0"/>
          </a:p>
          <a:p>
            <a:r>
              <a:rPr lang="en-US" dirty="0"/>
              <a:t>Here, we can see the plots for the runtime measurements of the generated code for the Histogram and Game of Life algorithms. (lower is better)</a:t>
            </a:r>
          </a:p>
          <a:p>
            <a:endParaRPr lang="en-US" dirty="0"/>
          </a:p>
          <a:p>
            <a:r>
              <a:rPr lang="en-US" dirty="0"/>
              <a:t>The x-axis of both indicates increasingly specific prompts, and the horizontal lines mark various reference implementations.</a:t>
            </a:r>
          </a:p>
          <a:p>
            <a:endParaRPr lang="en-US" dirty="0"/>
          </a:p>
          <a:p>
            <a:r>
              <a:rPr lang="en-US" dirty="0"/>
              <a:t>The performance improves with more specific prompts, which is slightly noticeable for the Histogram algorithm, and more so for the Game of Life algorithm.</a:t>
            </a:r>
          </a:p>
        </p:txBody>
      </p:sp>
      <p:sp>
        <p:nvSpPr>
          <p:cNvPr id="4" name="Slide Number Placeholder 3">
            <a:extLst>
              <a:ext uri="{FF2B5EF4-FFF2-40B4-BE49-F238E27FC236}">
                <a16:creationId xmlns:a16="http://schemas.microsoft.com/office/drawing/2014/main" id="{EDF542DA-3928-5CE4-0AD1-F0FEC77A5027}"/>
              </a:ext>
            </a:extLst>
          </p:cNvPr>
          <p:cNvSpPr>
            <a:spLocks noGrp="1"/>
          </p:cNvSpPr>
          <p:nvPr>
            <p:ph type="sldNum" sz="quarter" idx="5"/>
          </p:nvPr>
        </p:nvSpPr>
        <p:spPr/>
        <p:txBody>
          <a:bodyPr/>
          <a:lstStyle/>
          <a:p>
            <a:fld id="{FA8FD632-245B-410D-BCC4-8BF8D37AB67F}" type="slidenum">
              <a:rPr lang="en-US" smtClean="0"/>
              <a:t>82</a:t>
            </a:fld>
            <a:endParaRPr lang="en-US"/>
          </a:p>
        </p:txBody>
      </p:sp>
    </p:spTree>
    <p:extLst>
      <p:ext uri="{BB962C8B-B14F-4D97-AF65-F5344CB8AC3E}">
        <p14:creationId xmlns:p14="http://schemas.microsoft.com/office/powerpoint/2010/main" val="125338146"/>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1BF462-4618-DB58-BD2C-D66FAB5C13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1DE319C-5AB9-E042-F397-3CA50721130B}"/>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B59EDBE9-BF48-3D37-0D9B-16FC8FC0CFEB}"/>
              </a:ext>
            </a:extLst>
          </p:cNvPr>
          <p:cNvSpPr>
            <a:spLocks noGrp="1"/>
          </p:cNvSpPr>
          <p:nvPr>
            <p:ph type="body" idx="1"/>
          </p:nvPr>
        </p:nvSpPr>
        <p:spPr/>
        <p:txBody>
          <a:bodyPr/>
          <a:lstStyle/>
          <a:p>
            <a:r>
              <a:rPr lang="en-US" dirty="0"/>
              <a:t>(key idea: LLMs improve over time, the complexity threshold shifts)</a:t>
            </a:r>
          </a:p>
          <a:p>
            <a:endParaRPr lang="en-US" dirty="0"/>
          </a:p>
          <a:p>
            <a:r>
              <a:rPr lang="en-US" dirty="0"/>
              <a:t>When we presented our results at the EuroPar conference, the LLM state of the art had already shifted.</a:t>
            </a:r>
          </a:p>
          <a:p>
            <a:r>
              <a:rPr lang="en-US" dirty="0"/>
              <a:t>The then-current GPT-5 provided expert-level performance on the Game of Life algorithm for all prompts except the naïve one, and it successfully benefited from tutoring for the k-Nearest Neighbor algorithm.</a:t>
            </a:r>
          </a:p>
        </p:txBody>
      </p:sp>
      <p:sp>
        <p:nvSpPr>
          <p:cNvPr id="4" name="Slide Number Placeholder 3">
            <a:extLst>
              <a:ext uri="{FF2B5EF4-FFF2-40B4-BE49-F238E27FC236}">
                <a16:creationId xmlns:a16="http://schemas.microsoft.com/office/drawing/2014/main" id="{81EBB06B-5F9F-67CB-9987-DDB9DCE896EA}"/>
              </a:ext>
            </a:extLst>
          </p:cNvPr>
          <p:cNvSpPr>
            <a:spLocks noGrp="1"/>
          </p:cNvSpPr>
          <p:nvPr>
            <p:ph type="sldNum" sz="quarter" idx="5"/>
          </p:nvPr>
        </p:nvSpPr>
        <p:spPr/>
        <p:txBody>
          <a:bodyPr/>
          <a:lstStyle/>
          <a:p>
            <a:fld id="{FA8FD632-245B-410D-BCC4-8BF8D37AB67F}" type="slidenum">
              <a:rPr lang="en-US" smtClean="0"/>
              <a:t>83</a:t>
            </a:fld>
            <a:endParaRPr lang="en-US"/>
          </a:p>
        </p:txBody>
      </p:sp>
    </p:spTree>
    <p:extLst>
      <p:ext uri="{BB962C8B-B14F-4D97-AF65-F5344CB8AC3E}">
        <p14:creationId xmlns:p14="http://schemas.microsoft.com/office/powerpoint/2010/main" val="2367210526"/>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(key idea: combining the two branches)</a:t>
            </a:r>
          </a:p>
          <a:p>
            <a:endParaRPr lang="en-US" dirty="0"/>
          </a:p>
          <a:p>
            <a:r>
              <a:rPr lang="en-US" dirty="0"/>
              <a:t>We have shown that both abstractions and LLMs can be practical solutions for simplifying algorithm design &amp; optimization.</a:t>
            </a:r>
          </a:p>
          <a:p>
            <a:endParaRPr lang="en-US" dirty="0"/>
          </a:p>
          <a:p>
            <a:r>
              <a:rPr lang="en-US" dirty="0"/>
              <a:t>Both have their strengths and weaknesses;</a:t>
            </a:r>
          </a:p>
          <a:p>
            <a:pPr marL="171450" indent="-171450">
              <a:buFontTx/>
              <a:buChar char="-"/>
            </a:pPr>
            <a:r>
              <a:rPr lang="en-US" dirty="0"/>
              <a:t>Abstractions may improve interpretability of the code and they are deterministic;</a:t>
            </a:r>
            <a:br>
              <a:rPr lang="en-US" dirty="0"/>
            </a:br>
            <a:r>
              <a:rPr lang="en-US" dirty="0"/>
              <a:t>however, they require some learning and may not apply well to specific algorithms</a:t>
            </a:r>
          </a:p>
          <a:p>
            <a:pPr marL="171450" indent="-171450">
              <a:buFontTx/>
              <a:buChar char="-"/>
            </a:pPr>
            <a:r>
              <a:rPr lang="en-US" dirty="0"/>
              <a:t>LLMs are much more flexible and can significantly improve automation;</a:t>
            </a:r>
            <a:br>
              <a:rPr lang="en-US" dirty="0"/>
            </a:br>
            <a:r>
              <a:rPr lang="en-US" dirty="0"/>
              <a:t>on the other hand, they are fundamentally stochastic and may produce complex outputs difficult to interpret.</a:t>
            </a:r>
          </a:p>
          <a:p>
            <a:pPr marL="0" indent="0">
              <a:buFontTx/>
              <a:buNone/>
            </a:pPr>
            <a:endParaRPr lang="en-US" dirty="0"/>
          </a:p>
          <a:p>
            <a:pPr marL="0" indent="0">
              <a:buFontTx/>
              <a:buNone/>
            </a:pPr>
            <a:r>
              <a:rPr lang="en-US" dirty="0"/>
              <a:t>In our next work, we combine the two approaches to get the benefits of both.</a:t>
            </a:r>
          </a:p>
        </p:txBody>
      </p:sp>
      <p:sp>
        <p:nvSpPr>
          <p:cNvPr id="4" name="Slide Number Placeholder 3"/>
          <p:cNvSpPr>
            <a:spLocks noGrp="1"/>
          </p:cNvSpPr>
          <p:nvPr>
            <p:ph type="sldNum" sz="quarter" idx="5"/>
          </p:nvPr>
        </p:nvSpPr>
        <p:spPr/>
        <p:txBody>
          <a:bodyPr/>
          <a:lstStyle/>
          <a:p>
            <a:fld id="{FA8FD632-245B-410D-BCC4-8BF8D37AB67F}" type="slidenum">
              <a:rPr lang="en-US" smtClean="0"/>
              <a:t>84</a:t>
            </a:fld>
            <a:endParaRPr lang="en-US"/>
          </a:p>
        </p:txBody>
      </p:sp>
    </p:spTree>
    <p:extLst>
      <p:ext uri="{BB962C8B-B14F-4D97-AF65-F5344CB8AC3E}">
        <p14:creationId xmlns:p14="http://schemas.microsoft.com/office/powerpoint/2010/main" val="304648477"/>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(key idea: combining the two branches)</a:t>
            </a:r>
          </a:p>
          <a:p>
            <a:endParaRPr lang="en-US" dirty="0"/>
          </a:p>
          <a:p>
            <a:r>
              <a:rPr lang="en-US" dirty="0"/>
              <a:t>We have shown that both abstractions and LLMs can be practical solutions for simplifying algorithm design &amp; optimization.</a:t>
            </a:r>
          </a:p>
          <a:p>
            <a:endParaRPr lang="en-US" dirty="0"/>
          </a:p>
          <a:p>
            <a:r>
              <a:rPr lang="en-US" dirty="0"/>
              <a:t>Both have their strengths and weaknesses;</a:t>
            </a:r>
          </a:p>
          <a:p>
            <a:pPr marL="171450" indent="-171450">
              <a:buFontTx/>
              <a:buChar char="-"/>
            </a:pPr>
            <a:r>
              <a:rPr lang="en-US" dirty="0"/>
              <a:t>Abstractions may improve interpretability of the code and they are deterministic;</a:t>
            </a:r>
            <a:br>
              <a:rPr lang="en-US" dirty="0"/>
            </a:br>
            <a:r>
              <a:rPr lang="en-US" dirty="0"/>
              <a:t>however, they require some learning and may not apply well to specific algorithms</a:t>
            </a:r>
          </a:p>
          <a:p>
            <a:pPr marL="171450" indent="-171450">
              <a:buFontTx/>
              <a:buChar char="-"/>
            </a:pPr>
            <a:r>
              <a:rPr lang="en-US" dirty="0"/>
              <a:t>LLMs are much more flexible and can significantly improve automation;</a:t>
            </a:r>
            <a:br>
              <a:rPr lang="en-US" dirty="0"/>
            </a:br>
            <a:r>
              <a:rPr lang="en-US" dirty="0"/>
              <a:t>on the other hand, they are fundamentally stochastic and may produce complex outputs difficult to interpret.</a:t>
            </a:r>
          </a:p>
          <a:p>
            <a:pPr marL="0" indent="0">
              <a:buFontTx/>
              <a:buNone/>
            </a:pPr>
            <a:endParaRPr lang="en-US" dirty="0"/>
          </a:p>
          <a:p>
            <a:pPr marL="0" indent="0">
              <a:buFontTx/>
              <a:buNone/>
            </a:pPr>
            <a:r>
              <a:rPr lang="en-US" dirty="0"/>
              <a:t>In our next work, we combine the two approaches to get the benefits of both.</a:t>
            </a:r>
          </a:p>
        </p:txBody>
      </p:sp>
      <p:sp>
        <p:nvSpPr>
          <p:cNvPr id="4" name="Slide Number Placeholder 3"/>
          <p:cNvSpPr>
            <a:spLocks noGrp="1"/>
          </p:cNvSpPr>
          <p:nvPr>
            <p:ph type="sldNum" sz="quarter" idx="5"/>
          </p:nvPr>
        </p:nvSpPr>
        <p:spPr/>
        <p:txBody>
          <a:bodyPr/>
          <a:lstStyle/>
          <a:p>
            <a:fld id="{FA8FD632-245B-410D-BCC4-8BF8D37AB67F}" type="slidenum">
              <a:rPr lang="en-US" smtClean="0"/>
              <a:t>85</a:t>
            </a:fld>
            <a:endParaRPr lang="en-US"/>
          </a:p>
        </p:txBody>
      </p:sp>
    </p:spTree>
    <p:extLst>
      <p:ext uri="{BB962C8B-B14F-4D97-AF65-F5344CB8AC3E}">
        <p14:creationId xmlns:p14="http://schemas.microsoft.com/office/powerpoint/2010/main" val="304648477"/>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(key idea: combining the two branches)</a:t>
            </a:r>
          </a:p>
          <a:p>
            <a:endParaRPr lang="en-US" dirty="0"/>
          </a:p>
          <a:p>
            <a:r>
              <a:rPr lang="en-US" dirty="0"/>
              <a:t>We have shown that both abstractions and LLMs can be practical solutions for simplifying algorithm design &amp; optimization.</a:t>
            </a:r>
          </a:p>
          <a:p>
            <a:endParaRPr lang="en-US" dirty="0"/>
          </a:p>
          <a:p>
            <a:r>
              <a:rPr lang="en-US" dirty="0"/>
              <a:t>Both have their strengths and weaknesses;</a:t>
            </a:r>
          </a:p>
          <a:p>
            <a:pPr marL="171450" indent="-171450">
              <a:buFontTx/>
              <a:buChar char="-"/>
            </a:pPr>
            <a:r>
              <a:rPr lang="en-US" dirty="0"/>
              <a:t>Abstractions may improve interpretability of the code and they are deterministic;</a:t>
            </a:r>
            <a:br>
              <a:rPr lang="en-US" dirty="0"/>
            </a:br>
            <a:r>
              <a:rPr lang="en-US" dirty="0"/>
              <a:t>however, they require some learning and may not apply well to specific algorithms</a:t>
            </a:r>
          </a:p>
          <a:p>
            <a:pPr marL="171450" indent="-171450">
              <a:buFontTx/>
              <a:buChar char="-"/>
            </a:pPr>
            <a:r>
              <a:rPr lang="en-US" dirty="0"/>
              <a:t>LLMs are much more flexible and can significantly improve automation;</a:t>
            </a:r>
            <a:br>
              <a:rPr lang="en-US" dirty="0"/>
            </a:br>
            <a:r>
              <a:rPr lang="en-US" dirty="0"/>
              <a:t>on the other hand, they are fundamentally stochastic and may produce complex outputs difficult to interpret.</a:t>
            </a:r>
          </a:p>
          <a:p>
            <a:pPr marL="0" indent="0">
              <a:buFontTx/>
              <a:buNone/>
            </a:pPr>
            <a:endParaRPr lang="en-US" dirty="0"/>
          </a:p>
          <a:p>
            <a:pPr marL="0" indent="0">
              <a:buFontTx/>
              <a:buNone/>
            </a:pPr>
            <a:r>
              <a:rPr lang="en-US" dirty="0"/>
              <a:t>In our next work, we combine the two approaches to get the benefits of both.</a:t>
            </a:r>
          </a:p>
        </p:txBody>
      </p:sp>
      <p:sp>
        <p:nvSpPr>
          <p:cNvPr id="4" name="Slide Number Placeholder 3"/>
          <p:cNvSpPr>
            <a:spLocks noGrp="1"/>
          </p:cNvSpPr>
          <p:nvPr>
            <p:ph type="sldNum" sz="quarter" idx="5"/>
          </p:nvPr>
        </p:nvSpPr>
        <p:spPr/>
        <p:txBody>
          <a:bodyPr/>
          <a:lstStyle/>
          <a:p>
            <a:fld id="{FA8FD632-245B-410D-BCC4-8BF8D37AB67F}" type="slidenum">
              <a:rPr lang="en-US" smtClean="0"/>
              <a:t>86</a:t>
            </a:fld>
            <a:endParaRPr lang="en-US"/>
          </a:p>
        </p:txBody>
      </p:sp>
    </p:spTree>
    <p:extLst>
      <p:ext uri="{BB962C8B-B14F-4D97-AF65-F5344CB8AC3E}">
        <p14:creationId xmlns:p14="http://schemas.microsoft.com/office/powerpoint/2010/main" val="304648477"/>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(key idea: combining the two branches)</a:t>
            </a:r>
          </a:p>
          <a:p>
            <a:endParaRPr lang="en-US" dirty="0"/>
          </a:p>
          <a:p>
            <a:r>
              <a:rPr lang="en-US" dirty="0"/>
              <a:t>We have shown that both abstractions and LLMs can be practical solutions for simplifying algorithm design &amp; optimization.</a:t>
            </a:r>
          </a:p>
          <a:p>
            <a:endParaRPr lang="en-US" dirty="0"/>
          </a:p>
          <a:p>
            <a:r>
              <a:rPr lang="en-US" dirty="0"/>
              <a:t>Both have their strengths and weaknesses;</a:t>
            </a:r>
          </a:p>
          <a:p>
            <a:pPr marL="171450" indent="-171450">
              <a:buFontTx/>
              <a:buChar char="-"/>
            </a:pPr>
            <a:r>
              <a:rPr lang="en-US" dirty="0"/>
              <a:t>Abstractions may improve interpretability of the code and they are deterministic;</a:t>
            </a:r>
            <a:br>
              <a:rPr lang="en-US" dirty="0"/>
            </a:br>
            <a:r>
              <a:rPr lang="en-US" dirty="0"/>
              <a:t>however, they require some learning and may not apply well to specific algorithms</a:t>
            </a:r>
          </a:p>
          <a:p>
            <a:pPr marL="171450" indent="-171450">
              <a:buFontTx/>
              <a:buChar char="-"/>
            </a:pPr>
            <a:r>
              <a:rPr lang="en-US" dirty="0"/>
              <a:t>LLMs are much more flexible and can significantly improve automation;</a:t>
            </a:r>
            <a:br>
              <a:rPr lang="en-US" dirty="0"/>
            </a:br>
            <a:r>
              <a:rPr lang="en-US" dirty="0"/>
              <a:t>on the other hand, they are fundamentally stochastic and may produce complex outputs difficult to interpret.</a:t>
            </a:r>
          </a:p>
          <a:p>
            <a:pPr marL="0" indent="0">
              <a:buFontTx/>
              <a:buNone/>
            </a:pPr>
            <a:endParaRPr lang="en-US" dirty="0"/>
          </a:p>
          <a:p>
            <a:pPr marL="0" indent="0">
              <a:buFontTx/>
              <a:buNone/>
            </a:pPr>
            <a:r>
              <a:rPr lang="en-US" dirty="0"/>
              <a:t>In our next work, we combine the two approaches to get the benefits of both.</a:t>
            </a:r>
          </a:p>
        </p:txBody>
      </p:sp>
      <p:sp>
        <p:nvSpPr>
          <p:cNvPr id="4" name="Slide Number Placeholder 3"/>
          <p:cNvSpPr>
            <a:spLocks noGrp="1"/>
          </p:cNvSpPr>
          <p:nvPr>
            <p:ph type="sldNum" sz="quarter" idx="5"/>
          </p:nvPr>
        </p:nvSpPr>
        <p:spPr/>
        <p:txBody>
          <a:bodyPr/>
          <a:lstStyle/>
          <a:p>
            <a:fld id="{FA8FD632-245B-410D-BCC4-8BF8D37AB67F}" type="slidenum">
              <a:rPr lang="en-US" smtClean="0"/>
              <a:t>87</a:t>
            </a:fld>
            <a:endParaRPr lang="en-US"/>
          </a:p>
        </p:txBody>
      </p:sp>
    </p:spTree>
    <p:extLst>
      <p:ext uri="{BB962C8B-B14F-4D97-AF65-F5344CB8AC3E}">
        <p14:creationId xmlns:p14="http://schemas.microsoft.com/office/powerpoint/2010/main" val="304648477"/>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(key idea: we did a lot)</a:t>
            </a:r>
          </a:p>
          <a:p>
            <a:endParaRPr lang="en-US" dirty="0"/>
          </a:p>
          <a:p>
            <a:r>
              <a:rPr lang="en-US" dirty="0"/>
              <a:t>In the experimental setup, the optimization pipeline consisted of two generation steps:</a:t>
            </a:r>
          </a:p>
          <a:p>
            <a:pPr marL="171450" indent="-171450">
              <a:buFontTx/>
              <a:buChar char="-"/>
            </a:pPr>
            <a:r>
              <a:rPr lang="en-US" dirty="0"/>
              <a:t>The first translated the baseline algorithm into the given abstraction</a:t>
            </a:r>
          </a:p>
          <a:p>
            <a:pPr marL="171450" indent="-171450">
              <a:buFontTx/>
              <a:buChar char="-"/>
            </a:pPr>
            <a:r>
              <a:rPr lang="en-US" dirty="0"/>
              <a:t>And the second one optimized the translation that best matched the baseline</a:t>
            </a:r>
          </a:p>
          <a:p>
            <a:pPr marL="0" indent="0">
              <a:buFontTx/>
              <a:buNone/>
            </a:pPr>
            <a:endParaRPr lang="en-US" dirty="0"/>
          </a:p>
          <a:p>
            <a:pPr marL="0" indent="0">
              <a:buFontTx/>
              <a:buNone/>
            </a:pPr>
            <a:r>
              <a:rPr lang="en-US" dirty="0"/>
              <a:t>We have applied this workflow to the 30 </a:t>
            </a:r>
            <a:r>
              <a:rPr lang="en-US" dirty="0" err="1"/>
              <a:t>PolyBench</a:t>
            </a:r>
            <a:r>
              <a:rPr lang="en-US" dirty="0"/>
              <a:t>/C algorithms.</a:t>
            </a:r>
          </a:p>
        </p:txBody>
      </p:sp>
      <p:sp>
        <p:nvSpPr>
          <p:cNvPr id="4" name="Slide Number Placeholder 3"/>
          <p:cNvSpPr>
            <a:spLocks noGrp="1"/>
          </p:cNvSpPr>
          <p:nvPr>
            <p:ph type="sldNum" sz="quarter" idx="5"/>
          </p:nvPr>
        </p:nvSpPr>
        <p:spPr/>
        <p:txBody>
          <a:bodyPr/>
          <a:lstStyle/>
          <a:p>
            <a:fld id="{FA8FD632-245B-410D-BCC4-8BF8D37AB67F}" type="slidenum">
              <a:rPr lang="en-US" smtClean="0"/>
              <a:t>88</a:t>
            </a:fld>
            <a:endParaRPr lang="en-US"/>
          </a:p>
        </p:txBody>
      </p:sp>
    </p:spTree>
    <p:extLst>
      <p:ext uri="{BB962C8B-B14F-4D97-AF65-F5344CB8AC3E}">
        <p14:creationId xmlns:p14="http://schemas.microsoft.com/office/powerpoint/2010/main" val="4284797405"/>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(key idea: we did a lot)</a:t>
            </a:r>
          </a:p>
          <a:p>
            <a:endParaRPr lang="en-US" dirty="0"/>
          </a:p>
          <a:p>
            <a:r>
              <a:rPr lang="en-US" dirty="0"/>
              <a:t>In the experimental setup, the optimization pipeline consisted of two generation steps:</a:t>
            </a:r>
          </a:p>
          <a:p>
            <a:pPr marL="171450" indent="-171450">
              <a:buFontTx/>
              <a:buChar char="-"/>
            </a:pPr>
            <a:r>
              <a:rPr lang="en-US" dirty="0"/>
              <a:t>The first translated the baseline algorithm into the given abstraction</a:t>
            </a:r>
          </a:p>
          <a:p>
            <a:pPr marL="171450" indent="-171450">
              <a:buFontTx/>
              <a:buChar char="-"/>
            </a:pPr>
            <a:r>
              <a:rPr lang="en-US" dirty="0"/>
              <a:t>And the second one optimized the translation that best matched the baseline</a:t>
            </a:r>
          </a:p>
          <a:p>
            <a:pPr marL="0" indent="0">
              <a:buFontTx/>
              <a:buNone/>
            </a:pPr>
            <a:endParaRPr lang="en-US" dirty="0"/>
          </a:p>
          <a:p>
            <a:pPr marL="0" indent="0">
              <a:buFontTx/>
              <a:buNone/>
            </a:pPr>
            <a:r>
              <a:rPr lang="en-US" dirty="0"/>
              <a:t>We have applied this workflow to the 30 </a:t>
            </a:r>
            <a:r>
              <a:rPr lang="en-US" dirty="0" err="1"/>
              <a:t>PolyBench</a:t>
            </a:r>
            <a:r>
              <a:rPr lang="en-US" dirty="0"/>
              <a:t>/C algorithms.</a:t>
            </a:r>
          </a:p>
        </p:txBody>
      </p:sp>
      <p:sp>
        <p:nvSpPr>
          <p:cNvPr id="4" name="Slide Number Placeholder 3"/>
          <p:cNvSpPr>
            <a:spLocks noGrp="1"/>
          </p:cNvSpPr>
          <p:nvPr>
            <p:ph type="sldNum" sz="quarter" idx="5"/>
          </p:nvPr>
        </p:nvSpPr>
        <p:spPr/>
        <p:txBody>
          <a:bodyPr/>
          <a:lstStyle/>
          <a:p>
            <a:fld id="{FA8FD632-245B-410D-BCC4-8BF8D37AB67F}" type="slidenum">
              <a:rPr lang="en-US" smtClean="0"/>
              <a:t>89</a:t>
            </a:fld>
            <a:endParaRPr lang="en-US"/>
          </a:p>
        </p:txBody>
      </p:sp>
    </p:spTree>
    <p:extLst>
      <p:ext uri="{BB962C8B-B14F-4D97-AF65-F5344CB8AC3E}">
        <p14:creationId xmlns:p14="http://schemas.microsoft.com/office/powerpoint/2010/main" val="4284797405"/>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(key idea: we did a lot)</a:t>
            </a:r>
          </a:p>
          <a:p>
            <a:endParaRPr lang="en-US" dirty="0"/>
          </a:p>
          <a:p>
            <a:r>
              <a:rPr lang="en-US" dirty="0"/>
              <a:t>In the experimental setup, the optimization pipeline consisted of two generation steps:</a:t>
            </a:r>
          </a:p>
          <a:p>
            <a:pPr marL="171450" indent="-171450">
              <a:buFontTx/>
              <a:buChar char="-"/>
            </a:pPr>
            <a:r>
              <a:rPr lang="en-US" dirty="0"/>
              <a:t>The first translated the baseline algorithm into the given abstraction</a:t>
            </a:r>
          </a:p>
          <a:p>
            <a:pPr marL="171450" indent="-171450">
              <a:buFontTx/>
              <a:buChar char="-"/>
            </a:pPr>
            <a:r>
              <a:rPr lang="en-US" dirty="0"/>
              <a:t>And the second one optimized the translation that best matched the baseline</a:t>
            </a:r>
          </a:p>
          <a:p>
            <a:pPr marL="0" indent="0">
              <a:buFontTx/>
              <a:buNone/>
            </a:pPr>
            <a:endParaRPr lang="en-US" dirty="0"/>
          </a:p>
          <a:p>
            <a:pPr marL="0" indent="0">
              <a:buFontTx/>
              <a:buNone/>
            </a:pPr>
            <a:r>
              <a:rPr lang="en-US" dirty="0"/>
              <a:t>We have applied this workflow to the 30 </a:t>
            </a:r>
            <a:r>
              <a:rPr lang="en-US" dirty="0" err="1"/>
              <a:t>PolyBench</a:t>
            </a:r>
            <a:r>
              <a:rPr lang="en-US" dirty="0"/>
              <a:t>/C algorithms.</a:t>
            </a:r>
          </a:p>
        </p:txBody>
      </p:sp>
      <p:sp>
        <p:nvSpPr>
          <p:cNvPr id="4" name="Slide Number Placeholder 3"/>
          <p:cNvSpPr>
            <a:spLocks noGrp="1"/>
          </p:cNvSpPr>
          <p:nvPr>
            <p:ph type="sldNum" sz="quarter" idx="5"/>
          </p:nvPr>
        </p:nvSpPr>
        <p:spPr/>
        <p:txBody>
          <a:bodyPr/>
          <a:lstStyle/>
          <a:p>
            <a:fld id="{FA8FD632-245B-410D-BCC4-8BF8D37AB67F}" type="slidenum">
              <a:rPr lang="en-US" smtClean="0"/>
              <a:t>90</a:t>
            </a:fld>
            <a:endParaRPr lang="en-US"/>
          </a:p>
        </p:txBody>
      </p:sp>
    </p:spTree>
    <p:extLst>
      <p:ext uri="{BB962C8B-B14F-4D97-AF65-F5344CB8AC3E}">
        <p14:creationId xmlns:p14="http://schemas.microsoft.com/office/powerpoint/2010/main" val="4284797405"/>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Here, we show the expected speedup and validity for the different abstractions and C. (in both cases, upper is better)</a:t>
            </a:r>
          </a:p>
          <a:p>
            <a:r>
              <a:rPr lang="en-US" dirty="0"/>
              <a:t>The x-axis shows the number of attempts; more attempts generally lead to a higher chance of finding a successful optimization.</a:t>
            </a:r>
          </a:p>
          <a:p>
            <a:r>
              <a:rPr lang="en-US" dirty="0"/>
              <a:t>Different columns show different prompting strategies.</a:t>
            </a:r>
            <a:br>
              <a:rPr lang="en-US" dirty="0"/>
            </a:br>
            <a:br>
              <a:rPr lang="en-US" dirty="0"/>
            </a:br>
            <a:r>
              <a:rPr lang="en-US" dirty="0"/>
              <a:t>We observed that the tested abstractions worsened both performance and correctness of the generated code, as generating C code yielded the best performance and correctness overall.</a:t>
            </a:r>
          </a:p>
          <a:p>
            <a:r>
              <a:rPr lang="en-US" dirty="0"/>
              <a:t>Furthermore, the choice of prompting strategy had a greater effect than the choice of representation.</a:t>
            </a:r>
          </a:p>
        </p:txBody>
      </p:sp>
      <p:sp>
        <p:nvSpPr>
          <p:cNvPr id="4" name="Slide Number Placeholder 3"/>
          <p:cNvSpPr>
            <a:spLocks noGrp="1"/>
          </p:cNvSpPr>
          <p:nvPr>
            <p:ph type="sldNum" sz="quarter" idx="5"/>
          </p:nvPr>
        </p:nvSpPr>
        <p:spPr/>
        <p:txBody>
          <a:bodyPr/>
          <a:lstStyle/>
          <a:p>
            <a:fld id="{FA8FD632-245B-410D-BCC4-8BF8D37AB67F}" type="slidenum">
              <a:rPr lang="en-US" smtClean="0"/>
              <a:t>91</a:t>
            </a:fld>
            <a:endParaRPr lang="en-US"/>
          </a:p>
        </p:txBody>
      </p:sp>
    </p:spTree>
    <p:extLst>
      <p:ext uri="{BB962C8B-B14F-4D97-AF65-F5344CB8AC3E}">
        <p14:creationId xmlns:p14="http://schemas.microsoft.com/office/powerpoint/2010/main" val="2015766894"/>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A8FD632-245B-410D-BCC4-8BF8D37AB67F}" type="slidenum">
              <a:rPr lang="en-US" smtClean="0"/>
              <a:t>92</a:t>
            </a:fld>
            <a:endParaRPr lang="en-US"/>
          </a:p>
        </p:txBody>
      </p:sp>
    </p:spTree>
    <p:extLst>
      <p:ext uri="{BB962C8B-B14F-4D97-AF65-F5344CB8AC3E}">
        <p14:creationId xmlns:p14="http://schemas.microsoft.com/office/powerpoint/2010/main" val="2911046873"/>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A8FD632-245B-410D-BCC4-8BF8D37AB67F}" type="slidenum">
              <a:rPr lang="en-US" smtClean="0"/>
              <a:t>93</a:t>
            </a:fld>
            <a:endParaRPr lang="en-US"/>
          </a:p>
        </p:txBody>
      </p:sp>
    </p:spTree>
    <p:extLst>
      <p:ext uri="{BB962C8B-B14F-4D97-AF65-F5344CB8AC3E}">
        <p14:creationId xmlns:p14="http://schemas.microsoft.com/office/powerpoint/2010/main" val="2911046873"/>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A8FD632-245B-410D-BCC4-8BF8D37AB67F}" type="slidenum">
              <a:rPr lang="en-US" smtClean="0"/>
              <a:t>94</a:t>
            </a:fld>
            <a:endParaRPr lang="en-US"/>
          </a:p>
        </p:txBody>
      </p:sp>
    </p:spTree>
    <p:extLst>
      <p:ext uri="{BB962C8B-B14F-4D97-AF65-F5344CB8AC3E}">
        <p14:creationId xmlns:p14="http://schemas.microsoft.com/office/powerpoint/2010/main" val="2911046873"/>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A8FD632-245B-410D-BCC4-8BF8D37AB67F}" type="slidenum">
              <a:rPr lang="en-US" smtClean="0"/>
              <a:t>95</a:t>
            </a:fld>
            <a:endParaRPr lang="en-US"/>
          </a:p>
        </p:txBody>
      </p:sp>
    </p:spTree>
    <p:extLst>
      <p:ext uri="{BB962C8B-B14F-4D97-AF65-F5344CB8AC3E}">
        <p14:creationId xmlns:p14="http://schemas.microsoft.com/office/powerpoint/2010/main" val="2911046873"/>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A8FD632-245B-410D-BCC4-8BF8D37AB67F}" type="slidenum">
              <a:rPr lang="en-US" smtClean="0"/>
              <a:t>96</a:t>
            </a:fld>
            <a:endParaRPr lang="en-US"/>
          </a:p>
        </p:txBody>
      </p:sp>
    </p:spTree>
    <p:extLst>
      <p:ext uri="{BB962C8B-B14F-4D97-AF65-F5344CB8AC3E}">
        <p14:creationId xmlns:p14="http://schemas.microsoft.com/office/powerpoint/2010/main" val="2911046873"/>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A8FD632-245B-410D-BCC4-8BF8D37AB67F}" type="slidenum">
              <a:rPr lang="en-US" smtClean="0"/>
              <a:t>97</a:t>
            </a:fld>
            <a:endParaRPr lang="en-US"/>
          </a:p>
        </p:txBody>
      </p:sp>
    </p:spTree>
    <p:extLst>
      <p:ext uri="{BB962C8B-B14F-4D97-AF65-F5344CB8AC3E}">
        <p14:creationId xmlns:p14="http://schemas.microsoft.com/office/powerpoint/2010/main" val="2911046873"/>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A8FD632-245B-410D-BCC4-8BF8D37AB67F}" type="slidenum">
              <a:rPr lang="en-US" smtClean="0"/>
              <a:t>98</a:t>
            </a:fld>
            <a:endParaRPr lang="en-US"/>
          </a:p>
        </p:txBody>
      </p:sp>
    </p:spTree>
    <p:extLst>
      <p:ext uri="{BB962C8B-B14F-4D97-AF65-F5344CB8AC3E}">
        <p14:creationId xmlns:p14="http://schemas.microsoft.com/office/powerpoint/2010/main" val="2911046873"/>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A8FD632-245B-410D-BCC4-8BF8D37AB67F}" type="slidenum">
              <a:rPr lang="en-US" smtClean="0"/>
              <a:t>99</a:t>
            </a:fld>
            <a:endParaRPr lang="en-US"/>
          </a:p>
        </p:txBody>
      </p:sp>
    </p:spTree>
    <p:extLst>
      <p:ext uri="{BB962C8B-B14F-4D97-AF65-F5344CB8AC3E}">
        <p14:creationId xmlns:p14="http://schemas.microsoft.com/office/powerpoint/2010/main" val="2911046873"/>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A8FD632-245B-410D-BCC4-8BF8D37AB67F}" type="slidenum">
              <a:rPr lang="en-US" smtClean="0"/>
              <a:t>100</a:t>
            </a:fld>
            <a:endParaRPr lang="en-US"/>
          </a:p>
        </p:txBody>
      </p:sp>
    </p:spTree>
    <p:extLst>
      <p:ext uri="{BB962C8B-B14F-4D97-AF65-F5344CB8AC3E}">
        <p14:creationId xmlns:p14="http://schemas.microsoft.com/office/powerpoint/2010/main" val="2911046873"/>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A8FD632-245B-410D-BCC4-8BF8D37AB67F}" type="slidenum">
              <a:rPr lang="en-US" smtClean="0"/>
              <a:t>101</a:t>
            </a:fld>
            <a:endParaRPr lang="en-US"/>
          </a:p>
        </p:txBody>
      </p:sp>
    </p:spTree>
    <p:extLst>
      <p:ext uri="{BB962C8B-B14F-4D97-AF65-F5344CB8AC3E}">
        <p14:creationId xmlns:p14="http://schemas.microsoft.com/office/powerpoint/2010/main" val="2911046873"/>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A8FD632-245B-410D-BCC4-8BF8D37AB67F}" type="slidenum">
              <a:rPr lang="en-US" smtClean="0"/>
              <a:t>102</a:t>
            </a:fld>
            <a:endParaRPr lang="en-US"/>
          </a:p>
        </p:txBody>
      </p:sp>
    </p:spTree>
    <p:extLst>
      <p:ext uri="{BB962C8B-B14F-4D97-AF65-F5344CB8AC3E}">
        <p14:creationId xmlns:p14="http://schemas.microsoft.com/office/powerpoint/2010/main" val="2911046873"/>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A8FD632-245B-410D-BCC4-8BF8D37AB67F}" type="slidenum">
              <a:rPr lang="en-US" smtClean="0"/>
              <a:t>104</a:t>
            </a:fld>
            <a:endParaRPr lang="en-US"/>
          </a:p>
        </p:txBody>
      </p:sp>
    </p:spTree>
    <p:extLst>
      <p:ext uri="{BB962C8B-B14F-4D97-AF65-F5344CB8AC3E}">
        <p14:creationId xmlns:p14="http://schemas.microsoft.com/office/powerpoint/2010/main" val="302964539"/>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A8FD632-245B-410D-BCC4-8BF8D37AB67F}" type="slidenum">
              <a:rPr lang="en-US" smtClean="0"/>
              <a:t>107</a:t>
            </a:fld>
            <a:endParaRPr lang="en-US"/>
          </a:p>
        </p:txBody>
      </p:sp>
    </p:spTree>
    <p:extLst>
      <p:ext uri="{BB962C8B-B14F-4D97-AF65-F5344CB8AC3E}">
        <p14:creationId xmlns:p14="http://schemas.microsoft.com/office/powerpoint/2010/main" val="494376508"/>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171450" indent="-171450">
              <a:buFont typeface="Wingdings" panose="05000000000000000000" pitchFamily="2" charset="2"/>
              <a:buChar char="Ø"/>
            </a:pPr>
            <a:r>
              <a:rPr lang="en-US" dirty="0"/>
              <a:t>On the other hand, the text suffers from overstated novelty. The text is written in a way that risks giving the impression that the candidate invented the two </a:t>
            </a:r>
            <a:r>
              <a:rPr lang="en-US" dirty="0" err="1"/>
              <a:t>optimisation</a:t>
            </a:r>
            <a:r>
              <a:rPr lang="en-US" dirty="0"/>
              <a:t> paradigms (layout-agnostic and traversal-agnostic design) outright. This is misleading and, notably, does not serve the candidate's own case well: the candidate's contribution here is best </a:t>
            </a:r>
            <a:r>
              <a:rPr lang="en-US" dirty="0" err="1"/>
              <a:t>characterised</a:t>
            </a:r>
            <a:r>
              <a:rPr lang="en-US" dirty="0"/>
              <a:t> as a minor, incremental one within an existing landscape of </a:t>
            </a:r>
            <a:r>
              <a:rPr lang="en-US" dirty="0" err="1"/>
              <a:t>optimisations</a:t>
            </a:r>
            <a:r>
              <a:rPr lang="en-US" dirty="0"/>
              <a:t>. Which of these ideas can also be found in software like Kokkos or OpenMP's loop transformations?</a:t>
            </a:r>
          </a:p>
          <a:p>
            <a:pPr marL="0" indent="0">
              <a:buFont typeface="Wingdings" panose="05000000000000000000" pitchFamily="2" charset="2"/>
              <a:buNone/>
            </a:pPr>
            <a:endParaRPr lang="en-US" dirty="0"/>
          </a:p>
          <a:p>
            <a:pPr marL="0" indent="0">
              <a:buFont typeface="Wingdings" panose="05000000000000000000" pitchFamily="2" charset="2"/>
              <a:buNone/>
            </a:pPr>
            <a:r>
              <a:rPr lang="en-US" dirty="0"/>
              <a:t>My intention was to introduce the two “paradigms” as explicitly named design directions for improving user-directed optimization of algorithms in HPC. I agree that the wording could have been more careful.</a:t>
            </a:r>
          </a:p>
          <a:p>
            <a:pPr marL="0" indent="0">
              <a:buFont typeface="Wingdings" panose="05000000000000000000" pitchFamily="2" charset="2"/>
              <a:buNone/>
            </a:pPr>
            <a:endParaRPr lang="en-US" dirty="0"/>
          </a:p>
          <a:p>
            <a:pPr marL="0" indent="0">
              <a:buFont typeface="Wingdings" panose="05000000000000000000" pitchFamily="2" charset="2"/>
              <a:buNone/>
            </a:pPr>
            <a:r>
              <a:rPr lang="en-US" dirty="0"/>
              <a:t>Kokkos views and their related </a:t>
            </a:r>
            <a:r>
              <a:rPr lang="en-US" dirty="0" err="1"/>
              <a:t>mdspans</a:t>
            </a:r>
            <a:r>
              <a:rPr lang="en-US" dirty="0"/>
              <a:t> from the standard C++ library support some level of layout agnosticism; namely, they enable defining general interfaces for multidimensional arrays as well as their (rectangular) sub-arrays, which might be useful, for example, for divide-and-conquer strategies in layout-agnostic algorithms.</a:t>
            </a:r>
          </a:p>
          <a:p>
            <a:pPr marL="0" indent="0">
              <a:buFont typeface="Wingdings" panose="05000000000000000000" pitchFamily="2" charset="2"/>
              <a:buNone/>
            </a:pPr>
            <a:endParaRPr lang="en-US" dirty="0"/>
          </a:p>
          <a:p>
            <a:pPr marL="0" indent="0">
              <a:buFont typeface="Wingdings" panose="05000000000000000000" pitchFamily="2" charset="2"/>
              <a:buNone/>
            </a:pPr>
            <a:r>
              <a:rPr lang="en-US" dirty="0"/>
              <a:t>This, even by itself, is very useful, and CuTe even provides a particularly powerful layout algebra for tensor computation on GPUs, but does not provide the same unified generalization to traversals, autotuning support, and MPI integration.</a:t>
            </a:r>
            <a:br>
              <a:rPr lang="en-US" baseline="0" dirty="0"/>
            </a:br>
            <a:br>
              <a:rPr lang="en-US" baseline="0" dirty="0"/>
            </a:br>
            <a:r>
              <a:rPr lang="en-US" baseline="0" dirty="0"/>
              <a:t>New standards of OpenMP support powerful loop transformations, which might be used to optimize algorithms. While this doesn’t enable traversal-agnostic design of algorithms, it offers a good alternative with similar benefits in many use cases, especially for algorithms that have a natural loop nest representation that allows for such transformations.</a:t>
            </a:r>
          </a:p>
          <a:p>
            <a:pPr marL="0" indent="0">
              <a:buFont typeface="Wingdings" panose="05000000000000000000" pitchFamily="2" charset="2"/>
              <a:buNone/>
            </a:pPr>
            <a:endParaRPr lang="en-US" baseline="0" dirty="0"/>
          </a:p>
          <a:p>
            <a:pPr marL="0" indent="0">
              <a:buFont typeface="Wingdings" panose="05000000000000000000" pitchFamily="2" charset="2"/>
              <a:buNone/>
            </a:pPr>
            <a:r>
              <a:rPr lang="en-US" baseline="0" dirty="0"/>
              <a:t>In the thesis (section 2.3.3), we lightly discuss some traversal-agnostic features of </a:t>
            </a:r>
            <a:r>
              <a:rPr lang="en-US" baseline="0" dirty="0" err="1"/>
              <a:t>GridTools</a:t>
            </a:r>
            <a:r>
              <a:rPr lang="en-US" baseline="0" dirty="0"/>
              <a:t> and RAJA.</a:t>
            </a:r>
          </a:p>
        </p:txBody>
      </p:sp>
      <p:sp>
        <p:nvSpPr>
          <p:cNvPr id="4" name="Slide Number Placeholder 3"/>
          <p:cNvSpPr>
            <a:spLocks noGrp="1"/>
          </p:cNvSpPr>
          <p:nvPr>
            <p:ph type="sldNum" sz="quarter" idx="5"/>
          </p:nvPr>
        </p:nvSpPr>
        <p:spPr/>
        <p:txBody>
          <a:bodyPr/>
          <a:lstStyle/>
          <a:p>
            <a:fld id="{FA8FD632-245B-410D-BCC4-8BF8D37AB67F}" type="slidenum">
              <a:rPr lang="en-US" smtClean="0"/>
              <a:t>111</a:t>
            </a:fld>
            <a:endParaRPr lang="en-US"/>
          </a:p>
        </p:txBody>
      </p:sp>
    </p:spTree>
    <p:extLst>
      <p:ext uri="{BB962C8B-B14F-4D97-AF65-F5344CB8AC3E}">
        <p14:creationId xmlns:p14="http://schemas.microsoft.com/office/powerpoint/2010/main" val="3640698019"/>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I currently struggle with interpreting the reviewer’s concern, will return to that.</a:t>
            </a:r>
          </a:p>
        </p:txBody>
      </p:sp>
      <p:sp>
        <p:nvSpPr>
          <p:cNvPr id="4" name="Slide Number Placeholder 3"/>
          <p:cNvSpPr>
            <a:spLocks noGrp="1"/>
          </p:cNvSpPr>
          <p:nvPr>
            <p:ph type="sldNum" sz="quarter" idx="5"/>
          </p:nvPr>
        </p:nvSpPr>
        <p:spPr/>
        <p:txBody>
          <a:bodyPr/>
          <a:lstStyle/>
          <a:p>
            <a:fld id="{FA8FD632-245B-410D-BCC4-8BF8D37AB67F}" type="slidenum">
              <a:rPr lang="en-US" smtClean="0"/>
              <a:t>115</a:t>
            </a:fld>
            <a:endParaRPr lang="en-US"/>
          </a:p>
        </p:txBody>
      </p:sp>
    </p:spTree>
    <p:extLst>
      <p:ext uri="{BB962C8B-B14F-4D97-AF65-F5344CB8AC3E}">
        <p14:creationId xmlns:p14="http://schemas.microsoft.com/office/powerpoint/2010/main" val="4179121380"/>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In this part of this research, we have shown that prompting specificity improves performance,</a:t>
            </a:r>
            <a:br>
              <a:rPr lang="en-US" dirty="0"/>
            </a:br>
            <a:r>
              <a:rPr lang="en-US" dirty="0"/>
              <a:t>and further hints can improve output quality if the algorithm is challenging for the LLM,</a:t>
            </a:r>
          </a:p>
          <a:p>
            <a:r>
              <a:rPr lang="en-US" dirty="0"/>
              <a:t>But requesting the use of contemporary abstractions for user-directed optimization does not help.</a:t>
            </a:r>
          </a:p>
          <a:p>
            <a:endParaRPr lang="en-US" dirty="0"/>
          </a:p>
          <a:p>
            <a:r>
              <a:rPr lang="en-US" dirty="0"/>
              <a:t>Future research may re-evaluate our approach with agentic LLMs that can automatically gather feedback</a:t>
            </a:r>
            <a:br>
              <a:rPr lang="en-US" dirty="0"/>
            </a:br>
            <a:r>
              <a:rPr lang="en-US" dirty="0"/>
              <a:t>(from compiling and running the generated implementations), and they can also collect the necessary context –</a:t>
            </a:r>
          </a:p>
          <a:p>
            <a:r>
              <a:rPr lang="en-US" dirty="0"/>
              <a:t>they can, for example, look up how to use specific abstractions or what algorithm designs to use.</a:t>
            </a:r>
          </a:p>
          <a:p>
            <a:endParaRPr lang="en-US" dirty="0"/>
          </a:p>
          <a:p>
            <a:r>
              <a:rPr lang="en-US" dirty="0"/>
              <a:t>It might also be interesting to explore abstraction design with LLMs as their explicit target or enhancing the LLMs with scaffolding that would allow them to keep track of the abstractions and their API.</a:t>
            </a:r>
          </a:p>
          <a:p>
            <a:endParaRPr lang="en-US" dirty="0"/>
          </a:p>
          <a:p>
            <a:r>
              <a:rPr lang="en-US" dirty="0"/>
              <a:t>Our current results do not establish LLMs as a replacement for abstractions, as the studied abstractions are based on deterministic and interpretable transformations, while LLMs offer greater flexibility.</a:t>
            </a:r>
          </a:p>
        </p:txBody>
      </p:sp>
      <p:sp>
        <p:nvSpPr>
          <p:cNvPr id="4" name="Slide Number Placeholder 3"/>
          <p:cNvSpPr>
            <a:spLocks noGrp="1"/>
          </p:cNvSpPr>
          <p:nvPr>
            <p:ph type="sldNum" sz="quarter" idx="5"/>
          </p:nvPr>
        </p:nvSpPr>
        <p:spPr/>
        <p:txBody>
          <a:bodyPr/>
          <a:lstStyle/>
          <a:p>
            <a:fld id="{FA8FD632-245B-410D-BCC4-8BF8D37AB67F}" type="slidenum">
              <a:rPr lang="en-US" smtClean="0"/>
              <a:t>117</a:t>
            </a:fld>
            <a:endParaRPr lang="en-US"/>
          </a:p>
        </p:txBody>
      </p:sp>
    </p:spTree>
    <p:extLst>
      <p:ext uri="{BB962C8B-B14F-4D97-AF65-F5344CB8AC3E}">
        <p14:creationId xmlns:p14="http://schemas.microsoft.com/office/powerpoint/2010/main" val="3665500441"/>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In this part of this research, we have shown that prompting specificity improves performance,</a:t>
            </a:r>
            <a:br>
              <a:rPr lang="en-US" dirty="0"/>
            </a:br>
            <a:r>
              <a:rPr lang="en-US" dirty="0"/>
              <a:t>and further hints can improve output quality if the algorithm is challenging for the LLM,</a:t>
            </a:r>
          </a:p>
          <a:p>
            <a:r>
              <a:rPr lang="en-US" dirty="0"/>
              <a:t>But requesting the use of contemporary abstractions for user-directed optimization does not help.</a:t>
            </a:r>
          </a:p>
          <a:p>
            <a:endParaRPr lang="en-US" dirty="0"/>
          </a:p>
          <a:p>
            <a:r>
              <a:rPr lang="en-US" dirty="0"/>
              <a:t>Future research may re-evaluate our approach with agentic LLMs that can automatically gather feedback</a:t>
            </a:r>
            <a:br>
              <a:rPr lang="en-US" dirty="0"/>
            </a:br>
            <a:r>
              <a:rPr lang="en-US" dirty="0"/>
              <a:t>(from compiling and running the generated implementations), and they can also collect the necessary context –</a:t>
            </a:r>
          </a:p>
          <a:p>
            <a:r>
              <a:rPr lang="en-US" dirty="0"/>
              <a:t>they can, for example, look up how to use specific abstractions or what algorithm designs to use.</a:t>
            </a:r>
          </a:p>
          <a:p>
            <a:endParaRPr lang="en-US" dirty="0"/>
          </a:p>
          <a:p>
            <a:r>
              <a:rPr lang="en-US" dirty="0"/>
              <a:t>It might also be interesting to explore abstraction design with LLMs as their explicit target or enhancing the LLMs with scaffolding that would allow them to keep track of the abstractions and their API.</a:t>
            </a:r>
          </a:p>
          <a:p>
            <a:endParaRPr lang="en-US" dirty="0"/>
          </a:p>
          <a:p>
            <a:r>
              <a:rPr lang="en-US" dirty="0"/>
              <a:t>Our current results do not establish LLMs as a replacement for abstractions, as the studied abstractions are based on deterministic and interpretable transformations, while LLMs offer greater flexibility.</a:t>
            </a:r>
          </a:p>
        </p:txBody>
      </p:sp>
      <p:sp>
        <p:nvSpPr>
          <p:cNvPr id="4" name="Slide Number Placeholder 3"/>
          <p:cNvSpPr>
            <a:spLocks noGrp="1"/>
          </p:cNvSpPr>
          <p:nvPr>
            <p:ph type="sldNum" sz="quarter" idx="5"/>
          </p:nvPr>
        </p:nvSpPr>
        <p:spPr/>
        <p:txBody>
          <a:bodyPr/>
          <a:lstStyle/>
          <a:p>
            <a:fld id="{FA8FD632-245B-410D-BCC4-8BF8D37AB67F}" type="slidenum">
              <a:rPr lang="en-US" smtClean="0"/>
              <a:t>118</a:t>
            </a:fld>
            <a:endParaRPr lang="en-US"/>
          </a:p>
        </p:txBody>
      </p:sp>
    </p:spTree>
    <p:extLst>
      <p:ext uri="{BB962C8B-B14F-4D97-AF65-F5344CB8AC3E}">
        <p14:creationId xmlns:p14="http://schemas.microsoft.com/office/powerpoint/2010/main" val="3665500441"/>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In this part of this research, we have shown that prompting specificity improves performance,</a:t>
            </a:r>
            <a:br>
              <a:rPr lang="en-US" dirty="0"/>
            </a:br>
            <a:r>
              <a:rPr lang="en-US" dirty="0"/>
              <a:t>and further hints can improve output quality if the algorithm is challenging for the LLM,</a:t>
            </a:r>
          </a:p>
          <a:p>
            <a:r>
              <a:rPr lang="en-US" dirty="0"/>
              <a:t>But requesting the use of contemporary abstractions for user-directed optimization does not help.</a:t>
            </a:r>
          </a:p>
          <a:p>
            <a:endParaRPr lang="en-US" dirty="0"/>
          </a:p>
          <a:p>
            <a:r>
              <a:rPr lang="en-US" dirty="0"/>
              <a:t>Future research may re-evaluate our approach with agentic LLMs that can automatically gather feedback</a:t>
            </a:r>
            <a:br>
              <a:rPr lang="en-US" dirty="0"/>
            </a:br>
            <a:r>
              <a:rPr lang="en-US" dirty="0"/>
              <a:t>(from compiling and running the generated implementations), and they can also collect the necessary context –</a:t>
            </a:r>
          </a:p>
          <a:p>
            <a:r>
              <a:rPr lang="en-US" dirty="0"/>
              <a:t>they can, for example, look up how to use specific abstractions or what algorithm designs to use.</a:t>
            </a:r>
          </a:p>
          <a:p>
            <a:endParaRPr lang="en-US" dirty="0"/>
          </a:p>
          <a:p>
            <a:r>
              <a:rPr lang="en-US" dirty="0"/>
              <a:t>It might also be interesting to explore abstraction design with LLMs as their explicit target or enhancing the LLMs with scaffolding that would allow them to keep track of the abstractions and their API.</a:t>
            </a:r>
          </a:p>
          <a:p>
            <a:endParaRPr lang="en-US" dirty="0"/>
          </a:p>
          <a:p>
            <a:r>
              <a:rPr lang="en-US" dirty="0"/>
              <a:t>Our current results do not establish LLMs as a replacement for abstractions, as the studied abstractions are based on deterministic and interpretable transformations, while LLMs offer greater flexibility.</a:t>
            </a:r>
          </a:p>
        </p:txBody>
      </p:sp>
      <p:sp>
        <p:nvSpPr>
          <p:cNvPr id="4" name="Slide Number Placeholder 3"/>
          <p:cNvSpPr>
            <a:spLocks noGrp="1"/>
          </p:cNvSpPr>
          <p:nvPr>
            <p:ph type="sldNum" sz="quarter" idx="5"/>
          </p:nvPr>
        </p:nvSpPr>
        <p:spPr/>
        <p:txBody>
          <a:bodyPr/>
          <a:lstStyle/>
          <a:p>
            <a:fld id="{FA8FD632-245B-410D-BCC4-8BF8D37AB67F}" type="slidenum">
              <a:rPr lang="en-US" smtClean="0"/>
              <a:t>119</a:t>
            </a:fld>
            <a:endParaRPr lang="en-US"/>
          </a:p>
        </p:txBody>
      </p:sp>
    </p:spTree>
    <p:extLst>
      <p:ext uri="{BB962C8B-B14F-4D97-AF65-F5344CB8AC3E}">
        <p14:creationId xmlns:p14="http://schemas.microsoft.com/office/powerpoint/2010/main" val="3665500441"/>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In this part of this research, we have shown that prompting specificity improves performance,</a:t>
            </a:r>
            <a:br>
              <a:rPr lang="en-US" dirty="0"/>
            </a:br>
            <a:r>
              <a:rPr lang="en-US" dirty="0"/>
              <a:t>and further hints can improve output quality if the algorithm is challenging for the LLM,</a:t>
            </a:r>
          </a:p>
          <a:p>
            <a:r>
              <a:rPr lang="en-US" dirty="0"/>
              <a:t>But requesting the use of contemporary abstractions for user-directed optimization does not help.</a:t>
            </a:r>
          </a:p>
          <a:p>
            <a:endParaRPr lang="en-US" dirty="0"/>
          </a:p>
          <a:p>
            <a:r>
              <a:rPr lang="en-US" dirty="0"/>
              <a:t>Future research may re-evaluate our approach with agentic LLMs that can automatically gather feedback</a:t>
            </a:r>
            <a:br>
              <a:rPr lang="en-US" dirty="0"/>
            </a:br>
            <a:r>
              <a:rPr lang="en-US" dirty="0"/>
              <a:t>(from compiling and running the generated implementations), and they can also collect the necessary context –</a:t>
            </a:r>
          </a:p>
          <a:p>
            <a:r>
              <a:rPr lang="en-US" dirty="0"/>
              <a:t>they can, for example, look up how to use specific abstractions or what algorithm designs to use.</a:t>
            </a:r>
          </a:p>
          <a:p>
            <a:endParaRPr lang="en-US" dirty="0"/>
          </a:p>
          <a:p>
            <a:r>
              <a:rPr lang="en-US" dirty="0"/>
              <a:t>It might also be interesting to explore abstraction design with LLMs as their explicit target or enhancing the LLMs with scaffolding that would allow them to keep track of the abstractions and their API.</a:t>
            </a:r>
          </a:p>
          <a:p>
            <a:endParaRPr lang="en-US" dirty="0"/>
          </a:p>
          <a:p>
            <a:r>
              <a:rPr lang="en-US" dirty="0"/>
              <a:t>Our current results do not establish LLMs as a replacement for abstractions, as the studied abstractions are based on deterministic and interpretable transformations, while LLMs offer greater flexibility.</a:t>
            </a:r>
          </a:p>
        </p:txBody>
      </p:sp>
      <p:sp>
        <p:nvSpPr>
          <p:cNvPr id="4" name="Slide Number Placeholder 3"/>
          <p:cNvSpPr>
            <a:spLocks noGrp="1"/>
          </p:cNvSpPr>
          <p:nvPr>
            <p:ph type="sldNum" sz="quarter" idx="5"/>
          </p:nvPr>
        </p:nvSpPr>
        <p:spPr/>
        <p:txBody>
          <a:bodyPr/>
          <a:lstStyle/>
          <a:p>
            <a:fld id="{FA8FD632-245B-410D-BCC4-8BF8D37AB67F}" type="slidenum">
              <a:rPr lang="en-US" smtClean="0"/>
              <a:t>120</a:t>
            </a:fld>
            <a:endParaRPr lang="en-US"/>
          </a:p>
        </p:txBody>
      </p:sp>
    </p:spTree>
    <p:extLst>
      <p:ext uri="{BB962C8B-B14F-4D97-AF65-F5344CB8AC3E}">
        <p14:creationId xmlns:p14="http://schemas.microsoft.com/office/powerpoint/2010/main" val="3665500441"/>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In this part of this research, we have shown that prompting specificity improves performance,</a:t>
            </a:r>
            <a:br>
              <a:rPr lang="en-US" dirty="0"/>
            </a:br>
            <a:r>
              <a:rPr lang="en-US" dirty="0"/>
              <a:t>and further hints can improve output quality if the algorithm is challenging for the LLM,</a:t>
            </a:r>
          </a:p>
          <a:p>
            <a:r>
              <a:rPr lang="en-US" dirty="0"/>
              <a:t>But requesting the use of contemporary abstractions for user-directed optimization does not help.</a:t>
            </a:r>
          </a:p>
          <a:p>
            <a:endParaRPr lang="en-US" dirty="0"/>
          </a:p>
          <a:p>
            <a:r>
              <a:rPr lang="en-US" dirty="0"/>
              <a:t>Future research may re-evaluate our approach with agentic LLMs that can automatically gather feedback</a:t>
            </a:r>
            <a:br>
              <a:rPr lang="en-US" dirty="0"/>
            </a:br>
            <a:r>
              <a:rPr lang="en-US" dirty="0"/>
              <a:t>(from compiling and running the generated implementations), and they can also collect the necessary context –</a:t>
            </a:r>
          </a:p>
          <a:p>
            <a:r>
              <a:rPr lang="en-US" dirty="0"/>
              <a:t>they can, for example, look up how to use specific abstractions or what algorithm designs to use.</a:t>
            </a:r>
          </a:p>
          <a:p>
            <a:endParaRPr lang="en-US" dirty="0"/>
          </a:p>
          <a:p>
            <a:r>
              <a:rPr lang="en-US" dirty="0"/>
              <a:t>It might also be interesting to explore abstraction design with LLMs as their explicit target or enhancing the LLMs with scaffolding that would allow them to keep track of the abstractions and their API.</a:t>
            </a:r>
          </a:p>
          <a:p>
            <a:endParaRPr lang="en-US" dirty="0"/>
          </a:p>
          <a:p>
            <a:r>
              <a:rPr lang="en-US" dirty="0"/>
              <a:t>Our current results do not establish LLMs as a replacement for abstractions, as the studied abstractions are based on deterministic and interpretable transformations, while LLMs offer greater flexibility.</a:t>
            </a:r>
          </a:p>
        </p:txBody>
      </p:sp>
      <p:sp>
        <p:nvSpPr>
          <p:cNvPr id="4" name="Slide Number Placeholder 3"/>
          <p:cNvSpPr>
            <a:spLocks noGrp="1"/>
          </p:cNvSpPr>
          <p:nvPr>
            <p:ph type="sldNum" sz="quarter" idx="5"/>
          </p:nvPr>
        </p:nvSpPr>
        <p:spPr/>
        <p:txBody>
          <a:bodyPr/>
          <a:lstStyle/>
          <a:p>
            <a:fld id="{FA8FD632-245B-410D-BCC4-8BF8D37AB67F}" type="slidenum">
              <a:rPr lang="en-US" smtClean="0"/>
              <a:t>121</a:t>
            </a:fld>
            <a:endParaRPr lang="en-US"/>
          </a:p>
        </p:txBody>
      </p:sp>
    </p:spTree>
    <p:extLst>
      <p:ext uri="{BB962C8B-B14F-4D97-AF65-F5344CB8AC3E}">
        <p14:creationId xmlns:p14="http://schemas.microsoft.com/office/powerpoint/2010/main" val="3665500441"/>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In this part of this research, we have shown that prompting specificity improves performance,</a:t>
            </a:r>
            <a:br>
              <a:rPr lang="en-US" dirty="0"/>
            </a:br>
            <a:r>
              <a:rPr lang="en-US" dirty="0"/>
              <a:t>and further hints can improve output quality if the algorithm is challenging for the LLM,</a:t>
            </a:r>
          </a:p>
          <a:p>
            <a:r>
              <a:rPr lang="en-US" dirty="0"/>
              <a:t>But requesting the use of contemporary abstractions for user-directed optimization does not help.</a:t>
            </a:r>
          </a:p>
          <a:p>
            <a:endParaRPr lang="en-US" dirty="0"/>
          </a:p>
          <a:p>
            <a:r>
              <a:rPr lang="en-US" dirty="0"/>
              <a:t>Future research may re-evaluate our approach with agentic LLMs that can automatically gather feedback</a:t>
            </a:r>
            <a:br>
              <a:rPr lang="en-US" dirty="0"/>
            </a:br>
            <a:r>
              <a:rPr lang="en-US" dirty="0"/>
              <a:t>(from compiling and running the generated implementations), and they can also collect the necessary context –</a:t>
            </a:r>
          </a:p>
          <a:p>
            <a:r>
              <a:rPr lang="en-US" dirty="0"/>
              <a:t>they can, for example, look up how to use specific abstractions or what algorithm designs to use.</a:t>
            </a:r>
          </a:p>
          <a:p>
            <a:endParaRPr lang="en-US" dirty="0"/>
          </a:p>
          <a:p>
            <a:r>
              <a:rPr lang="en-US" dirty="0"/>
              <a:t>It might also be interesting to explore abstraction design with LLMs as their explicit target or enhancing the LLMs with scaffolding that would allow them to keep track of the abstractions and their API.</a:t>
            </a:r>
          </a:p>
          <a:p>
            <a:endParaRPr lang="en-US" dirty="0"/>
          </a:p>
          <a:p>
            <a:r>
              <a:rPr lang="en-US" dirty="0"/>
              <a:t>Our current results do not establish LLMs as a replacement for abstractions, as the studied abstractions are based on deterministic and interpretable transformations, while LLMs offer greater flexibility.</a:t>
            </a:r>
          </a:p>
        </p:txBody>
      </p:sp>
      <p:sp>
        <p:nvSpPr>
          <p:cNvPr id="4" name="Slide Number Placeholder 3"/>
          <p:cNvSpPr>
            <a:spLocks noGrp="1"/>
          </p:cNvSpPr>
          <p:nvPr>
            <p:ph type="sldNum" sz="quarter" idx="5"/>
          </p:nvPr>
        </p:nvSpPr>
        <p:spPr/>
        <p:txBody>
          <a:bodyPr/>
          <a:lstStyle/>
          <a:p>
            <a:fld id="{FA8FD632-245B-410D-BCC4-8BF8D37AB67F}" type="slidenum">
              <a:rPr lang="en-US" smtClean="0"/>
              <a:t>122</a:t>
            </a:fld>
            <a:endParaRPr lang="en-US"/>
          </a:p>
        </p:txBody>
      </p:sp>
    </p:spTree>
    <p:extLst>
      <p:ext uri="{BB962C8B-B14F-4D97-AF65-F5344CB8AC3E}">
        <p14:creationId xmlns:p14="http://schemas.microsoft.com/office/powerpoint/2010/main" val="3665500441"/>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In this part of this research, we have shown that prompting specificity improves performance,</a:t>
            </a:r>
            <a:br>
              <a:rPr lang="en-US" dirty="0"/>
            </a:br>
            <a:r>
              <a:rPr lang="en-US" dirty="0"/>
              <a:t>and further hints can improve output quality if the algorithm is challenging for the LLM,</a:t>
            </a:r>
          </a:p>
          <a:p>
            <a:r>
              <a:rPr lang="en-US" dirty="0"/>
              <a:t>But requesting the use of contemporary abstractions for user-directed optimization does not help.</a:t>
            </a:r>
          </a:p>
          <a:p>
            <a:endParaRPr lang="en-US" dirty="0"/>
          </a:p>
          <a:p>
            <a:r>
              <a:rPr lang="en-US" dirty="0"/>
              <a:t>Future research may re-evaluate our approach with agentic LLMs that can automatically gather feedback</a:t>
            </a:r>
            <a:br>
              <a:rPr lang="en-US" dirty="0"/>
            </a:br>
            <a:r>
              <a:rPr lang="en-US" dirty="0"/>
              <a:t>(from compiling and running the generated implementations), and they can also collect the necessary context –</a:t>
            </a:r>
          </a:p>
          <a:p>
            <a:r>
              <a:rPr lang="en-US" dirty="0"/>
              <a:t>they can, for example, look up how to use specific abstractions or what algorithm designs to use.</a:t>
            </a:r>
          </a:p>
          <a:p>
            <a:endParaRPr lang="en-US" dirty="0"/>
          </a:p>
          <a:p>
            <a:r>
              <a:rPr lang="en-US" dirty="0"/>
              <a:t>It might also be interesting to explore abstraction design with LLMs as their explicit target or enhancing the LLMs with scaffolding that would allow them to keep track of the abstractions and their API.</a:t>
            </a:r>
          </a:p>
          <a:p>
            <a:endParaRPr lang="en-US" dirty="0"/>
          </a:p>
          <a:p>
            <a:r>
              <a:rPr lang="en-US" dirty="0"/>
              <a:t>Our current results do not establish LLMs as a replacement for abstractions, as the studied abstractions are based on deterministic and interpretable transformations, while LLMs offer greater flexibility.</a:t>
            </a:r>
          </a:p>
        </p:txBody>
      </p:sp>
      <p:sp>
        <p:nvSpPr>
          <p:cNvPr id="4" name="Slide Number Placeholder 3"/>
          <p:cNvSpPr>
            <a:spLocks noGrp="1"/>
          </p:cNvSpPr>
          <p:nvPr>
            <p:ph type="sldNum" sz="quarter" idx="5"/>
          </p:nvPr>
        </p:nvSpPr>
        <p:spPr/>
        <p:txBody>
          <a:bodyPr/>
          <a:lstStyle/>
          <a:p>
            <a:fld id="{FA8FD632-245B-410D-BCC4-8BF8D37AB67F}" type="slidenum">
              <a:rPr lang="en-US" smtClean="0"/>
              <a:t>123</a:t>
            </a:fld>
            <a:endParaRPr lang="en-US"/>
          </a:p>
        </p:txBody>
      </p:sp>
    </p:spTree>
    <p:extLst>
      <p:ext uri="{BB962C8B-B14F-4D97-AF65-F5344CB8AC3E}">
        <p14:creationId xmlns:p14="http://schemas.microsoft.com/office/powerpoint/2010/main" val="36655004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324E6A-D33D-8110-940D-8ADB53871B9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B735A9C-A9D7-B34C-B1DD-7CD1BC961A9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7" name="Date Placeholder 6">
            <a:extLst>
              <a:ext uri="{FF2B5EF4-FFF2-40B4-BE49-F238E27FC236}">
                <a16:creationId xmlns:a16="http://schemas.microsoft.com/office/drawing/2014/main" id="{521E3191-FE7C-22CF-B0B1-2C7DE460DFB3}"/>
              </a:ext>
            </a:extLst>
          </p:cNvPr>
          <p:cNvSpPr>
            <a:spLocks noGrp="1"/>
          </p:cNvSpPr>
          <p:nvPr>
            <p:ph type="dt" sz="half" idx="10"/>
          </p:nvPr>
        </p:nvSpPr>
        <p:spPr/>
        <p:txBody>
          <a:bodyPr/>
          <a:lstStyle/>
          <a:p>
            <a:fld id="{B82E97BC-A89E-4CE1-A4AA-4F62BE5183B8}" type="datetime1">
              <a:rPr lang="en-US" smtClean="0"/>
              <a:pPr/>
              <a:t>9/5/2026</a:t>
            </a:fld>
            <a:endParaRPr lang="en-US" dirty="0"/>
          </a:p>
        </p:txBody>
      </p:sp>
      <p:sp>
        <p:nvSpPr>
          <p:cNvPr id="8" name="Footer Placeholder 7">
            <a:extLst>
              <a:ext uri="{FF2B5EF4-FFF2-40B4-BE49-F238E27FC236}">
                <a16:creationId xmlns:a16="http://schemas.microsoft.com/office/drawing/2014/main" id="{4B11BDA9-B9ED-F0FB-CD9D-75B45C3CDA4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69FBE2F-862E-0C3E-750A-B4D2A209F361}"/>
              </a:ext>
            </a:extLst>
          </p:cNvPr>
          <p:cNvSpPr>
            <a:spLocks noGrp="1"/>
          </p:cNvSpPr>
          <p:nvPr>
            <p:ph type="sldNum" sz="quarter" idx="12"/>
          </p:nvPr>
        </p:nvSpPr>
        <p:spPr/>
        <p:txBody>
          <a:bodyPr/>
          <a:lstStyle/>
          <a:p>
            <a:fld id="{DA0BB241-1B5F-4309-9407-9EEA04D9598D}" type="slidenum">
              <a:rPr lang="en-US" smtClean="0"/>
              <a:pPr/>
              <a:t>‹#›</a:t>
            </a:fld>
            <a:endParaRPr lang="en-US" dirty="0"/>
          </a:p>
        </p:txBody>
      </p:sp>
    </p:spTree>
    <p:extLst>
      <p:ext uri="{BB962C8B-B14F-4D97-AF65-F5344CB8AC3E}">
        <p14:creationId xmlns:p14="http://schemas.microsoft.com/office/powerpoint/2010/main" val="35212807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F19736-03C4-0888-E0C9-B6C6EFC0025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9924EDB-8F0A-A7EA-BE9D-63855B5D472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4DAEB4C-D570-B20A-A37B-380D40727ECF}"/>
              </a:ext>
            </a:extLst>
          </p:cNvPr>
          <p:cNvSpPr>
            <a:spLocks noGrp="1"/>
          </p:cNvSpPr>
          <p:nvPr>
            <p:ph type="dt" sz="half" idx="10"/>
          </p:nvPr>
        </p:nvSpPr>
        <p:spPr/>
        <p:txBody>
          <a:bodyPr/>
          <a:lstStyle/>
          <a:p>
            <a:fld id="{358C28A6-2969-482E-9A3B-5E13FCD8DD03}" type="datetime1">
              <a:rPr lang="en-US" smtClean="0"/>
              <a:t>9/5/2026</a:t>
            </a:fld>
            <a:endParaRPr lang="en-US"/>
          </a:p>
        </p:txBody>
      </p:sp>
      <p:sp>
        <p:nvSpPr>
          <p:cNvPr id="5" name="Footer Placeholder 4">
            <a:extLst>
              <a:ext uri="{FF2B5EF4-FFF2-40B4-BE49-F238E27FC236}">
                <a16:creationId xmlns:a16="http://schemas.microsoft.com/office/drawing/2014/main" id="{7AF79E2F-597B-96EF-11C9-247263E6D1E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351C646-CE53-F04F-042E-92713E7C98EF}"/>
              </a:ext>
            </a:extLst>
          </p:cNvPr>
          <p:cNvSpPr>
            <a:spLocks noGrp="1"/>
          </p:cNvSpPr>
          <p:nvPr>
            <p:ph type="sldNum" sz="quarter" idx="12"/>
          </p:nvPr>
        </p:nvSpPr>
        <p:spPr/>
        <p:txBody>
          <a:bodyPr/>
          <a:lstStyle/>
          <a:p>
            <a:fld id="{DA0BB241-1B5F-4309-9407-9EEA04D9598D}" type="slidenum">
              <a:rPr lang="en-US" smtClean="0"/>
              <a:t>‹#›</a:t>
            </a:fld>
            <a:endParaRPr lang="en-US"/>
          </a:p>
        </p:txBody>
      </p:sp>
    </p:spTree>
    <p:extLst>
      <p:ext uri="{BB962C8B-B14F-4D97-AF65-F5344CB8AC3E}">
        <p14:creationId xmlns:p14="http://schemas.microsoft.com/office/powerpoint/2010/main" val="41986511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8B13B0-6E5E-27A0-8786-FF5AE46CE34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4712A8A-694B-7C92-789C-B57BB8DE0EE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A250D77-986E-91D4-2F3C-6C8CB253EC32}"/>
              </a:ext>
            </a:extLst>
          </p:cNvPr>
          <p:cNvSpPr>
            <a:spLocks noGrp="1"/>
          </p:cNvSpPr>
          <p:nvPr>
            <p:ph type="dt" sz="half" idx="10"/>
          </p:nvPr>
        </p:nvSpPr>
        <p:spPr/>
        <p:txBody>
          <a:bodyPr/>
          <a:lstStyle/>
          <a:p>
            <a:fld id="{34463B7D-19AB-44BF-8DCC-FDF87A48CBC2}" type="datetime1">
              <a:rPr lang="en-US" smtClean="0"/>
              <a:t>9/5/2026</a:t>
            </a:fld>
            <a:endParaRPr lang="en-US"/>
          </a:p>
        </p:txBody>
      </p:sp>
      <p:sp>
        <p:nvSpPr>
          <p:cNvPr id="5" name="Footer Placeholder 4">
            <a:extLst>
              <a:ext uri="{FF2B5EF4-FFF2-40B4-BE49-F238E27FC236}">
                <a16:creationId xmlns:a16="http://schemas.microsoft.com/office/drawing/2014/main" id="{8D3C4CF3-8611-69CD-8CAA-743B79FCB68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F9AB618-6ADA-3D47-19A0-0B17DA3E859F}"/>
              </a:ext>
            </a:extLst>
          </p:cNvPr>
          <p:cNvSpPr>
            <a:spLocks noGrp="1"/>
          </p:cNvSpPr>
          <p:nvPr>
            <p:ph type="sldNum" sz="quarter" idx="12"/>
          </p:nvPr>
        </p:nvSpPr>
        <p:spPr/>
        <p:txBody>
          <a:bodyPr/>
          <a:lstStyle/>
          <a:p>
            <a:fld id="{DA0BB241-1B5F-4309-9407-9EEA04D9598D}" type="slidenum">
              <a:rPr lang="en-US" smtClean="0"/>
              <a:t>‹#›</a:t>
            </a:fld>
            <a:endParaRPr lang="en-US"/>
          </a:p>
        </p:txBody>
      </p:sp>
    </p:spTree>
    <p:extLst>
      <p:ext uri="{BB962C8B-B14F-4D97-AF65-F5344CB8AC3E}">
        <p14:creationId xmlns:p14="http://schemas.microsoft.com/office/powerpoint/2010/main" val="14266017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1FF19E-9477-ABC3-DE67-B3FE3FD537C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959AAE2-3733-5697-3768-F61A390DFD7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FCC2537-3C2D-37C4-2000-C59419B574C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81EE3ED-7136-8E71-4128-67037156258F}"/>
              </a:ext>
            </a:extLst>
          </p:cNvPr>
          <p:cNvSpPr>
            <a:spLocks noGrp="1"/>
          </p:cNvSpPr>
          <p:nvPr>
            <p:ph type="dt" sz="half" idx="10"/>
          </p:nvPr>
        </p:nvSpPr>
        <p:spPr/>
        <p:txBody>
          <a:bodyPr/>
          <a:lstStyle/>
          <a:p>
            <a:fld id="{149987F8-7DF8-4BA7-9208-8F32E5310AB4}" type="datetime1">
              <a:rPr lang="en-US" smtClean="0"/>
              <a:t>9/5/2026</a:t>
            </a:fld>
            <a:endParaRPr lang="en-US"/>
          </a:p>
        </p:txBody>
      </p:sp>
      <p:sp>
        <p:nvSpPr>
          <p:cNvPr id="6" name="Footer Placeholder 5">
            <a:extLst>
              <a:ext uri="{FF2B5EF4-FFF2-40B4-BE49-F238E27FC236}">
                <a16:creationId xmlns:a16="http://schemas.microsoft.com/office/drawing/2014/main" id="{1DC87F66-93B5-7C98-7C4D-C77DF36D631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1F92242-6F18-B2F8-D3B6-CA96CF07AD3F}"/>
              </a:ext>
            </a:extLst>
          </p:cNvPr>
          <p:cNvSpPr>
            <a:spLocks noGrp="1"/>
          </p:cNvSpPr>
          <p:nvPr>
            <p:ph type="sldNum" sz="quarter" idx="12"/>
          </p:nvPr>
        </p:nvSpPr>
        <p:spPr/>
        <p:txBody>
          <a:bodyPr/>
          <a:lstStyle/>
          <a:p>
            <a:fld id="{DA0BB241-1B5F-4309-9407-9EEA04D9598D}" type="slidenum">
              <a:rPr lang="en-US" smtClean="0"/>
              <a:t>‹#›</a:t>
            </a:fld>
            <a:endParaRPr lang="en-US"/>
          </a:p>
        </p:txBody>
      </p:sp>
    </p:spTree>
    <p:extLst>
      <p:ext uri="{BB962C8B-B14F-4D97-AF65-F5344CB8AC3E}">
        <p14:creationId xmlns:p14="http://schemas.microsoft.com/office/powerpoint/2010/main" val="39931145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7216E4-EA83-568A-BD1D-97FF900D323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9286F84-DF28-2E19-BA71-6C71F5C6944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DA76E13-935D-A461-39CB-9D91E0AD097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57AA7A5-CE10-08CF-A9AA-B0EFD3AE08D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1431AE9-8865-4C87-15FF-F85F79BDEFF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BFCD46F-370C-F6C9-8756-1AA52353BCB0}"/>
              </a:ext>
            </a:extLst>
          </p:cNvPr>
          <p:cNvSpPr>
            <a:spLocks noGrp="1"/>
          </p:cNvSpPr>
          <p:nvPr>
            <p:ph type="dt" sz="half" idx="10"/>
          </p:nvPr>
        </p:nvSpPr>
        <p:spPr/>
        <p:txBody>
          <a:bodyPr/>
          <a:lstStyle/>
          <a:p>
            <a:fld id="{D64A8A3C-441E-40C3-8DCE-8F1C2EB0BADE}" type="datetime1">
              <a:rPr lang="en-US" smtClean="0"/>
              <a:t>9/5/2026</a:t>
            </a:fld>
            <a:endParaRPr lang="en-US"/>
          </a:p>
        </p:txBody>
      </p:sp>
      <p:sp>
        <p:nvSpPr>
          <p:cNvPr id="8" name="Footer Placeholder 7">
            <a:extLst>
              <a:ext uri="{FF2B5EF4-FFF2-40B4-BE49-F238E27FC236}">
                <a16:creationId xmlns:a16="http://schemas.microsoft.com/office/drawing/2014/main" id="{A65DE77E-D1BD-6C4E-A351-50C02A7CAB5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47FDFF7-A273-AFCC-8687-0039D14EFDA5}"/>
              </a:ext>
            </a:extLst>
          </p:cNvPr>
          <p:cNvSpPr>
            <a:spLocks noGrp="1"/>
          </p:cNvSpPr>
          <p:nvPr>
            <p:ph type="sldNum" sz="quarter" idx="12"/>
          </p:nvPr>
        </p:nvSpPr>
        <p:spPr/>
        <p:txBody>
          <a:bodyPr/>
          <a:lstStyle/>
          <a:p>
            <a:fld id="{DA0BB241-1B5F-4309-9407-9EEA04D9598D}" type="slidenum">
              <a:rPr lang="en-US" smtClean="0"/>
              <a:t>‹#›</a:t>
            </a:fld>
            <a:endParaRPr lang="en-US"/>
          </a:p>
        </p:txBody>
      </p:sp>
    </p:spTree>
    <p:extLst>
      <p:ext uri="{BB962C8B-B14F-4D97-AF65-F5344CB8AC3E}">
        <p14:creationId xmlns:p14="http://schemas.microsoft.com/office/powerpoint/2010/main" val="35968720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B6FD40-2BC9-24C5-22AC-D7BE6AB9058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52EA9A8-BE9F-AE49-CCCC-A6BFD7DC290F}"/>
              </a:ext>
            </a:extLst>
          </p:cNvPr>
          <p:cNvSpPr>
            <a:spLocks noGrp="1"/>
          </p:cNvSpPr>
          <p:nvPr>
            <p:ph type="dt" sz="half" idx="10"/>
          </p:nvPr>
        </p:nvSpPr>
        <p:spPr/>
        <p:txBody>
          <a:bodyPr/>
          <a:lstStyle/>
          <a:p>
            <a:fld id="{1AB26190-46ED-4A0C-A5E8-CDBCA5C2D5C3}" type="datetime1">
              <a:rPr lang="en-US" smtClean="0"/>
              <a:t>9/5/2026</a:t>
            </a:fld>
            <a:endParaRPr lang="en-US" dirty="0"/>
          </a:p>
        </p:txBody>
      </p:sp>
      <p:sp>
        <p:nvSpPr>
          <p:cNvPr id="4" name="Footer Placeholder 3">
            <a:extLst>
              <a:ext uri="{FF2B5EF4-FFF2-40B4-BE49-F238E27FC236}">
                <a16:creationId xmlns:a16="http://schemas.microsoft.com/office/drawing/2014/main" id="{3F3555CB-E870-615F-B8C7-30BC20AFF62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05F43D1-4FC1-76B7-2DC0-8B1655EE81F0}"/>
              </a:ext>
            </a:extLst>
          </p:cNvPr>
          <p:cNvSpPr>
            <a:spLocks noGrp="1"/>
          </p:cNvSpPr>
          <p:nvPr>
            <p:ph type="sldNum" sz="quarter" idx="12"/>
          </p:nvPr>
        </p:nvSpPr>
        <p:spPr/>
        <p:txBody>
          <a:bodyPr/>
          <a:lstStyle/>
          <a:p>
            <a:fld id="{DA0BB241-1B5F-4309-9407-9EEA04D9598D}" type="slidenum">
              <a:rPr lang="en-US" smtClean="0"/>
              <a:t>‹#›</a:t>
            </a:fld>
            <a:endParaRPr lang="en-US"/>
          </a:p>
        </p:txBody>
      </p:sp>
    </p:spTree>
    <p:extLst>
      <p:ext uri="{BB962C8B-B14F-4D97-AF65-F5344CB8AC3E}">
        <p14:creationId xmlns:p14="http://schemas.microsoft.com/office/powerpoint/2010/main" val="38057065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73DC56D-B067-54DC-982C-DE19DBDEA882}"/>
              </a:ext>
            </a:extLst>
          </p:cNvPr>
          <p:cNvSpPr>
            <a:spLocks noGrp="1"/>
          </p:cNvSpPr>
          <p:nvPr>
            <p:ph type="dt" sz="half" idx="10"/>
          </p:nvPr>
        </p:nvSpPr>
        <p:spPr/>
        <p:txBody>
          <a:bodyPr/>
          <a:lstStyle/>
          <a:p>
            <a:fld id="{2E4D20BF-4C0E-41E5-B4FC-9D48FCD3AF33}" type="datetime1">
              <a:rPr lang="en-US" smtClean="0"/>
              <a:t>9/5/2026</a:t>
            </a:fld>
            <a:endParaRPr lang="en-US"/>
          </a:p>
        </p:txBody>
      </p:sp>
      <p:sp>
        <p:nvSpPr>
          <p:cNvPr id="3" name="Footer Placeholder 2">
            <a:extLst>
              <a:ext uri="{FF2B5EF4-FFF2-40B4-BE49-F238E27FC236}">
                <a16:creationId xmlns:a16="http://schemas.microsoft.com/office/drawing/2014/main" id="{D8AA151F-F6E0-3ECD-123C-D0992810014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EA3AE01-68A1-DD4C-C934-7A8AC50A20D2}"/>
              </a:ext>
            </a:extLst>
          </p:cNvPr>
          <p:cNvSpPr>
            <a:spLocks noGrp="1"/>
          </p:cNvSpPr>
          <p:nvPr>
            <p:ph type="sldNum" sz="quarter" idx="12"/>
          </p:nvPr>
        </p:nvSpPr>
        <p:spPr/>
        <p:txBody>
          <a:bodyPr/>
          <a:lstStyle/>
          <a:p>
            <a:fld id="{DA0BB241-1B5F-4309-9407-9EEA04D9598D}" type="slidenum">
              <a:rPr lang="en-US" smtClean="0"/>
              <a:t>‹#›</a:t>
            </a:fld>
            <a:endParaRPr lang="en-US"/>
          </a:p>
        </p:txBody>
      </p:sp>
    </p:spTree>
    <p:extLst>
      <p:ext uri="{BB962C8B-B14F-4D97-AF65-F5344CB8AC3E}">
        <p14:creationId xmlns:p14="http://schemas.microsoft.com/office/powerpoint/2010/main" val="32705519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52EFCA-330E-F9B4-E57C-E7E46227B19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BEF94D5-9F84-5439-E16B-B83DFBCB3F4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93FB607-1564-B05D-3D77-AB5C96794A9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CE60C3B-07A0-E067-0C8C-AE46543D1DF4}"/>
              </a:ext>
            </a:extLst>
          </p:cNvPr>
          <p:cNvSpPr>
            <a:spLocks noGrp="1"/>
          </p:cNvSpPr>
          <p:nvPr>
            <p:ph type="dt" sz="half" idx="10"/>
          </p:nvPr>
        </p:nvSpPr>
        <p:spPr/>
        <p:txBody>
          <a:bodyPr/>
          <a:lstStyle/>
          <a:p>
            <a:fld id="{BEACC2DC-9E3A-44FF-B316-55456058A0CC}" type="datetime1">
              <a:rPr lang="en-US" smtClean="0"/>
              <a:t>9/5/2026</a:t>
            </a:fld>
            <a:endParaRPr lang="en-US"/>
          </a:p>
        </p:txBody>
      </p:sp>
      <p:sp>
        <p:nvSpPr>
          <p:cNvPr id="6" name="Footer Placeholder 5">
            <a:extLst>
              <a:ext uri="{FF2B5EF4-FFF2-40B4-BE49-F238E27FC236}">
                <a16:creationId xmlns:a16="http://schemas.microsoft.com/office/drawing/2014/main" id="{00672EA1-1498-5D77-A116-5A0229027B0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59419BD-8F55-0DB5-E7A4-B2D65F3D4DC5}"/>
              </a:ext>
            </a:extLst>
          </p:cNvPr>
          <p:cNvSpPr>
            <a:spLocks noGrp="1"/>
          </p:cNvSpPr>
          <p:nvPr>
            <p:ph type="sldNum" sz="quarter" idx="12"/>
          </p:nvPr>
        </p:nvSpPr>
        <p:spPr/>
        <p:txBody>
          <a:bodyPr/>
          <a:lstStyle/>
          <a:p>
            <a:fld id="{DA0BB241-1B5F-4309-9407-9EEA04D9598D}" type="slidenum">
              <a:rPr lang="en-US" smtClean="0"/>
              <a:t>‹#›</a:t>
            </a:fld>
            <a:endParaRPr lang="en-US"/>
          </a:p>
        </p:txBody>
      </p:sp>
    </p:spTree>
    <p:extLst>
      <p:ext uri="{BB962C8B-B14F-4D97-AF65-F5344CB8AC3E}">
        <p14:creationId xmlns:p14="http://schemas.microsoft.com/office/powerpoint/2010/main" val="40601826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AEA6B6-838D-F8ED-BDA3-2A162DF6C09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2ABD07F-0AEC-095A-51B1-BCBAF78FF93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20C15C3-DA68-E56D-39FE-12682CE8458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1B427CC-7335-E85B-F994-ECED937697DB}"/>
              </a:ext>
            </a:extLst>
          </p:cNvPr>
          <p:cNvSpPr>
            <a:spLocks noGrp="1"/>
          </p:cNvSpPr>
          <p:nvPr>
            <p:ph type="dt" sz="half" idx="10"/>
          </p:nvPr>
        </p:nvSpPr>
        <p:spPr/>
        <p:txBody>
          <a:bodyPr/>
          <a:lstStyle/>
          <a:p>
            <a:fld id="{A4FE5055-4E7B-4EEB-A9E4-14CB598FDB7C}" type="datetime1">
              <a:rPr lang="en-US" smtClean="0"/>
              <a:t>9/5/2026</a:t>
            </a:fld>
            <a:endParaRPr lang="en-US"/>
          </a:p>
        </p:txBody>
      </p:sp>
      <p:sp>
        <p:nvSpPr>
          <p:cNvPr id="6" name="Footer Placeholder 5">
            <a:extLst>
              <a:ext uri="{FF2B5EF4-FFF2-40B4-BE49-F238E27FC236}">
                <a16:creationId xmlns:a16="http://schemas.microsoft.com/office/drawing/2014/main" id="{C265D5C9-7347-6515-DE00-D89BEB8EBB5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021FEE5-DCD3-D8BE-62C7-D756A7F33ECB}"/>
              </a:ext>
            </a:extLst>
          </p:cNvPr>
          <p:cNvSpPr>
            <a:spLocks noGrp="1"/>
          </p:cNvSpPr>
          <p:nvPr>
            <p:ph type="sldNum" sz="quarter" idx="12"/>
          </p:nvPr>
        </p:nvSpPr>
        <p:spPr/>
        <p:txBody>
          <a:bodyPr/>
          <a:lstStyle/>
          <a:p>
            <a:fld id="{DA0BB241-1B5F-4309-9407-9EEA04D9598D}" type="slidenum">
              <a:rPr lang="en-US" smtClean="0"/>
              <a:t>‹#›</a:t>
            </a:fld>
            <a:endParaRPr lang="en-US"/>
          </a:p>
        </p:txBody>
      </p:sp>
    </p:spTree>
    <p:extLst>
      <p:ext uri="{BB962C8B-B14F-4D97-AF65-F5344CB8AC3E}">
        <p14:creationId xmlns:p14="http://schemas.microsoft.com/office/powerpoint/2010/main" val="33089165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4E43D8-02AC-2914-9FED-616D6AB4220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5AB5568-29BC-DFED-ABFE-8CB9972CD88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B7ACC50-EA82-80A5-543B-E10B8CB99A2D}"/>
              </a:ext>
            </a:extLst>
          </p:cNvPr>
          <p:cNvSpPr>
            <a:spLocks noGrp="1"/>
          </p:cNvSpPr>
          <p:nvPr>
            <p:ph type="dt" sz="half" idx="10"/>
          </p:nvPr>
        </p:nvSpPr>
        <p:spPr/>
        <p:txBody>
          <a:bodyPr/>
          <a:lstStyle/>
          <a:p>
            <a:fld id="{6653D07F-EA1B-48C7-9BD0-6BED24C9ED67}" type="datetime1">
              <a:rPr lang="en-US" smtClean="0"/>
              <a:t>9/5/2026</a:t>
            </a:fld>
            <a:endParaRPr lang="en-US"/>
          </a:p>
        </p:txBody>
      </p:sp>
      <p:sp>
        <p:nvSpPr>
          <p:cNvPr id="5" name="Footer Placeholder 4">
            <a:extLst>
              <a:ext uri="{FF2B5EF4-FFF2-40B4-BE49-F238E27FC236}">
                <a16:creationId xmlns:a16="http://schemas.microsoft.com/office/drawing/2014/main" id="{93496697-F033-841A-79EF-51DC7E046AB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41A364F-BF8C-D383-E70E-5C199E402465}"/>
              </a:ext>
            </a:extLst>
          </p:cNvPr>
          <p:cNvSpPr>
            <a:spLocks noGrp="1"/>
          </p:cNvSpPr>
          <p:nvPr>
            <p:ph type="sldNum" sz="quarter" idx="12"/>
          </p:nvPr>
        </p:nvSpPr>
        <p:spPr/>
        <p:txBody>
          <a:bodyPr/>
          <a:lstStyle/>
          <a:p>
            <a:fld id="{DA0BB241-1B5F-4309-9407-9EEA04D9598D}" type="slidenum">
              <a:rPr lang="en-US" smtClean="0"/>
              <a:t>‹#›</a:t>
            </a:fld>
            <a:endParaRPr lang="en-US"/>
          </a:p>
        </p:txBody>
      </p:sp>
    </p:spTree>
    <p:extLst>
      <p:ext uri="{BB962C8B-B14F-4D97-AF65-F5344CB8AC3E}">
        <p14:creationId xmlns:p14="http://schemas.microsoft.com/office/powerpoint/2010/main" val="35806107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EFEFD78-33C7-A6E2-827C-308D2441175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7C174DE-9768-CB18-7AE9-11A18E818AF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FF0FA62-F86E-B4BB-30E3-DEB6FC314D3B}"/>
              </a:ext>
            </a:extLst>
          </p:cNvPr>
          <p:cNvSpPr>
            <a:spLocks noGrp="1"/>
          </p:cNvSpPr>
          <p:nvPr>
            <p:ph type="dt" sz="half" idx="10"/>
          </p:nvPr>
        </p:nvSpPr>
        <p:spPr/>
        <p:txBody>
          <a:bodyPr/>
          <a:lstStyle/>
          <a:p>
            <a:fld id="{FDA4DF48-C056-4522-9BC2-031A9D197A93}" type="datetime1">
              <a:rPr lang="en-US" smtClean="0"/>
              <a:t>9/5/2026</a:t>
            </a:fld>
            <a:endParaRPr lang="en-US"/>
          </a:p>
        </p:txBody>
      </p:sp>
      <p:sp>
        <p:nvSpPr>
          <p:cNvPr id="5" name="Footer Placeholder 4">
            <a:extLst>
              <a:ext uri="{FF2B5EF4-FFF2-40B4-BE49-F238E27FC236}">
                <a16:creationId xmlns:a16="http://schemas.microsoft.com/office/drawing/2014/main" id="{A387A909-05FF-1D16-6D0B-DCA5B2C177A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886DEDF-AF23-D167-C1D4-F648EF1CD4C7}"/>
              </a:ext>
            </a:extLst>
          </p:cNvPr>
          <p:cNvSpPr>
            <a:spLocks noGrp="1"/>
          </p:cNvSpPr>
          <p:nvPr>
            <p:ph type="sldNum" sz="quarter" idx="12"/>
          </p:nvPr>
        </p:nvSpPr>
        <p:spPr/>
        <p:txBody>
          <a:bodyPr/>
          <a:lstStyle/>
          <a:p>
            <a:fld id="{DA0BB241-1B5F-4309-9407-9EEA04D9598D}" type="slidenum">
              <a:rPr lang="en-US" smtClean="0"/>
              <a:t>‹#›</a:t>
            </a:fld>
            <a:endParaRPr lang="en-US"/>
          </a:p>
        </p:txBody>
      </p:sp>
    </p:spTree>
    <p:extLst>
      <p:ext uri="{BB962C8B-B14F-4D97-AF65-F5344CB8AC3E}">
        <p14:creationId xmlns:p14="http://schemas.microsoft.com/office/powerpoint/2010/main" val="39710573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auto">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705DFF-00C9-BEC9-4FC3-920066B1226C}"/>
              </a:ext>
            </a:extLst>
          </p:cNvPr>
          <p:cNvSpPr>
            <a:spLocks noGrp="1"/>
          </p:cNvSpPr>
          <p:nvPr>
            <p:ph type="title"/>
          </p:nvPr>
        </p:nvSpPr>
        <p:spPr>
          <a:xfrm>
            <a:off x="488578" y="18255"/>
            <a:ext cx="11214844"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BABA2AF-CC90-3FC4-EEF7-E1A8D525A323}"/>
              </a:ext>
            </a:extLst>
          </p:cNvPr>
          <p:cNvSpPr>
            <a:spLocks noGrp="1"/>
          </p:cNvSpPr>
          <p:nvPr>
            <p:ph type="body" idx="1"/>
          </p:nvPr>
        </p:nvSpPr>
        <p:spPr>
          <a:xfrm>
            <a:off x="488578" y="1343818"/>
            <a:ext cx="11214844" cy="531495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B99049E-4FCE-FF74-9683-28A5B1FA9845}"/>
              </a:ext>
            </a:extLst>
          </p:cNvPr>
          <p:cNvSpPr>
            <a:spLocks noGrp="1"/>
          </p:cNvSpPr>
          <p:nvPr>
            <p:ph type="dt" sz="half" idx="2"/>
          </p:nvPr>
        </p:nvSpPr>
        <p:spPr>
          <a:xfrm>
            <a:off x="488578" y="6356350"/>
            <a:ext cx="2743200" cy="365125"/>
          </a:xfrm>
          <a:prstGeom prst="rect">
            <a:avLst/>
          </a:prstGeom>
        </p:spPr>
        <p:txBody>
          <a:bodyPr vert="horz" lIns="91440" tIns="45720" rIns="91440" bIns="45720" rtlCol="0" anchor="ctr"/>
          <a:lstStyle>
            <a:lvl1pPr algn="l">
              <a:defRPr sz="2000">
                <a:solidFill>
                  <a:schemeClr val="tx1">
                    <a:tint val="82000"/>
                  </a:schemeClr>
                </a:solidFill>
              </a:defRPr>
            </a:lvl1pPr>
          </a:lstStyle>
          <a:p>
            <a:fld id="{FDEB8912-975C-4DE8-9A59-8B9C133AEEC5}" type="datetime1">
              <a:rPr lang="en-US" smtClean="0"/>
              <a:pPr/>
              <a:t>9/5/2026</a:t>
            </a:fld>
            <a:endParaRPr lang="en-US"/>
          </a:p>
        </p:txBody>
      </p:sp>
      <p:sp>
        <p:nvSpPr>
          <p:cNvPr id="5" name="Footer Placeholder 4">
            <a:extLst>
              <a:ext uri="{FF2B5EF4-FFF2-40B4-BE49-F238E27FC236}">
                <a16:creationId xmlns:a16="http://schemas.microsoft.com/office/drawing/2014/main" id="{14567B93-70A1-78F2-3159-EEE138DB533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9B426FB6-9E0D-15E5-E967-0981DEBDF9AC}"/>
              </a:ext>
            </a:extLst>
          </p:cNvPr>
          <p:cNvSpPr>
            <a:spLocks noGrp="1"/>
          </p:cNvSpPr>
          <p:nvPr>
            <p:ph type="sldNum" sz="quarter" idx="4"/>
          </p:nvPr>
        </p:nvSpPr>
        <p:spPr>
          <a:xfrm>
            <a:off x="9148482" y="6356349"/>
            <a:ext cx="2743200" cy="365125"/>
          </a:xfrm>
          <a:prstGeom prst="rect">
            <a:avLst/>
          </a:prstGeom>
        </p:spPr>
        <p:txBody>
          <a:bodyPr vert="horz" lIns="91440" tIns="45720" rIns="91440" bIns="45720" rtlCol="0" anchor="ctr"/>
          <a:lstStyle>
            <a:lvl1pPr algn="r">
              <a:defRPr sz="2000">
                <a:solidFill>
                  <a:schemeClr val="tx1">
                    <a:tint val="82000"/>
                  </a:schemeClr>
                </a:solidFill>
              </a:defRPr>
            </a:lvl1pPr>
          </a:lstStyle>
          <a:p>
            <a:fld id="{DA0BB241-1B5F-4309-9407-9EEA04D9598D}" type="slidenum">
              <a:rPr lang="en-US" smtClean="0"/>
              <a:pPr/>
              <a:t>‹#›</a:t>
            </a:fld>
            <a:endParaRPr lang="en-US"/>
          </a:p>
        </p:txBody>
      </p:sp>
      <p:pic>
        <p:nvPicPr>
          <p:cNvPr id="10" name="Picture 9">
            <a:extLst>
              <a:ext uri="{FF2B5EF4-FFF2-40B4-BE49-F238E27FC236}">
                <a16:creationId xmlns:a16="http://schemas.microsoft.com/office/drawing/2014/main" id="{75577D58-7A11-E289-9D1F-308CA3E6101F}"/>
              </a:ext>
            </a:extLst>
          </p:cNvPr>
          <p:cNvPicPr>
            <a:picLocks noChangeAspect="1" noChangeArrowheads="1"/>
          </p:cNvPicPr>
          <p:nvPr userDrawn="1"/>
        </p:nvPicPr>
        <p:blipFill>
          <a:blip r:embed="rId13">
            <a:alphaModFix amt="90000"/>
            <a:extLst>
              <a:ext uri="{28A0092B-C50C-407E-A947-70E740481C1C}">
                <a14:useLocalDpi xmlns:a14="http://schemas.microsoft.com/office/drawing/2010/main" val="0"/>
              </a:ext>
            </a:extLst>
          </a:blip>
          <a:srcRect/>
          <a:stretch>
            <a:fillRect/>
          </a:stretch>
        </p:blipFill>
        <p:spPr bwMode="auto">
          <a:xfrm>
            <a:off x="10719386" y="382029"/>
            <a:ext cx="1172296" cy="5980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4803667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3" Type="http://schemas.openxmlformats.org/officeDocument/2006/relationships/tags" Target="../tags/tag4.xml"/><Relationship Id="rId7" Type="http://schemas.openxmlformats.org/officeDocument/2006/relationships/notesSlide" Target="../notesSlides/notesSlide2.xml"/><Relationship Id="rId2" Type="http://schemas.openxmlformats.org/officeDocument/2006/relationships/tags" Target="../tags/tag3.xml"/><Relationship Id="rId1" Type="http://schemas.openxmlformats.org/officeDocument/2006/relationships/tags" Target="../tags/tag2.xml"/><Relationship Id="rId6" Type="http://schemas.openxmlformats.org/officeDocument/2006/relationships/slideLayout" Target="../slideLayouts/slideLayout2.xml"/><Relationship Id="rId5" Type="http://schemas.openxmlformats.org/officeDocument/2006/relationships/tags" Target="../tags/tag6.xml"/><Relationship Id="rId4" Type="http://schemas.openxmlformats.org/officeDocument/2006/relationships/tags" Target="../tags/tag5.xml"/></Relationships>
</file>

<file path=ppt/slides/_rels/slide3.xml.rels><?xml version="1.0" encoding="UTF-8" standalone="yes"?>
<Relationships xmlns="http://schemas.openxmlformats.org/package/2006/relationships"><Relationship Id="rId3" Type="http://schemas.openxmlformats.org/officeDocument/2006/relationships/tags" Target="../tags/tag9.xml"/><Relationship Id="rId7" Type="http://schemas.openxmlformats.org/officeDocument/2006/relationships/notesSlide" Target="../notesSlides/notesSlide3.xml"/><Relationship Id="rId2" Type="http://schemas.openxmlformats.org/officeDocument/2006/relationships/tags" Target="../tags/tag8.xml"/><Relationship Id="rId1" Type="http://schemas.openxmlformats.org/officeDocument/2006/relationships/tags" Target="../tags/tag7.xml"/><Relationship Id="rId6" Type="http://schemas.openxmlformats.org/officeDocument/2006/relationships/slideLayout" Target="../slideLayouts/slideLayout2.xml"/><Relationship Id="rId5" Type="http://schemas.openxmlformats.org/officeDocument/2006/relationships/tags" Target="../tags/tag11.xml"/><Relationship Id="rId4" Type="http://schemas.openxmlformats.org/officeDocument/2006/relationships/tags" Target="../tags/tag10.xml"/></Relationships>
</file>

<file path=ppt/slides/_rels/slide4.xml.rels><?xml version="1.0" encoding="UTF-8" standalone="yes"?>
<Relationships xmlns="http://schemas.openxmlformats.org/package/2006/relationships"><Relationship Id="rId3" Type="http://schemas.openxmlformats.org/officeDocument/2006/relationships/tags" Target="../tags/tag14.xml"/><Relationship Id="rId7" Type="http://schemas.openxmlformats.org/officeDocument/2006/relationships/notesSlide" Target="../notesSlides/notesSlide4.xml"/><Relationship Id="rId2" Type="http://schemas.openxmlformats.org/officeDocument/2006/relationships/tags" Target="../tags/tag13.xml"/><Relationship Id="rId1" Type="http://schemas.openxmlformats.org/officeDocument/2006/relationships/tags" Target="../tags/tag12.xml"/><Relationship Id="rId6" Type="http://schemas.openxmlformats.org/officeDocument/2006/relationships/slideLayout" Target="../slideLayouts/slideLayout2.xml"/><Relationship Id="rId5" Type="http://schemas.openxmlformats.org/officeDocument/2006/relationships/tags" Target="../tags/tag16.xml"/><Relationship Id="rId4" Type="http://schemas.openxmlformats.org/officeDocument/2006/relationships/tags" Target="../tags/tag15.xml"/></Relationships>
</file>

<file path=ppt/slides/_rels/slide5.xml.rels><?xml version="1.0" encoding="UTF-8" standalone="yes"?>
<Relationships xmlns="http://schemas.openxmlformats.org/package/2006/relationships"><Relationship Id="rId8" Type="http://schemas.openxmlformats.org/officeDocument/2006/relationships/tags" Target="../tags/tag24.xml"/><Relationship Id="rId13" Type="http://schemas.openxmlformats.org/officeDocument/2006/relationships/image" Target="../media/image3.png"/><Relationship Id="rId3" Type="http://schemas.openxmlformats.org/officeDocument/2006/relationships/tags" Target="../tags/tag19.xml"/><Relationship Id="rId7" Type="http://schemas.openxmlformats.org/officeDocument/2006/relationships/tags" Target="../tags/tag23.xml"/><Relationship Id="rId12" Type="http://schemas.openxmlformats.org/officeDocument/2006/relationships/image" Target="../media/image2.svg"/><Relationship Id="rId2" Type="http://schemas.openxmlformats.org/officeDocument/2006/relationships/tags" Target="../tags/tag18.xml"/><Relationship Id="rId1" Type="http://schemas.openxmlformats.org/officeDocument/2006/relationships/tags" Target="../tags/tag17.xml"/><Relationship Id="rId6" Type="http://schemas.openxmlformats.org/officeDocument/2006/relationships/tags" Target="../tags/tag22.xml"/><Relationship Id="rId11" Type="http://schemas.openxmlformats.org/officeDocument/2006/relationships/notesSlide" Target="../notesSlides/notesSlide5.xml"/><Relationship Id="rId5" Type="http://schemas.openxmlformats.org/officeDocument/2006/relationships/tags" Target="../tags/tag21.xml"/><Relationship Id="rId10" Type="http://schemas.openxmlformats.org/officeDocument/2006/relationships/slideLayout" Target="../slideLayouts/slideLayout2.xml"/><Relationship Id="rId4" Type="http://schemas.openxmlformats.org/officeDocument/2006/relationships/tags" Target="../tags/tag20.xml"/><Relationship Id="rId9" Type="http://schemas.openxmlformats.org/officeDocument/2006/relationships/tags" Target="../tags/tag25.xml"/><Relationship Id="rId14" Type="http://schemas.openxmlformats.org/officeDocument/2006/relationships/image" Target="../media/image4.png"/></Relationships>
</file>

<file path=ppt/slides/_rels/slide6.xml.rels><?xml version="1.0" encoding="UTF-8" standalone="yes"?>
<Relationships xmlns="http://schemas.openxmlformats.org/package/2006/relationships"><Relationship Id="rId8" Type="http://schemas.openxmlformats.org/officeDocument/2006/relationships/tags" Target="../tags/tag33.xml"/><Relationship Id="rId13" Type="http://schemas.openxmlformats.org/officeDocument/2006/relationships/tags" Target="../tags/tag38.xml"/><Relationship Id="rId18" Type="http://schemas.openxmlformats.org/officeDocument/2006/relationships/image" Target="../media/image2.svg"/><Relationship Id="rId3" Type="http://schemas.openxmlformats.org/officeDocument/2006/relationships/tags" Target="../tags/tag28.xml"/><Relationship Id="rId21" Type="http://schemas.openxmlformats.org/officeDocument/2006/relationships/image" Target="../media/image5.svg"/><Relationship Id="rId7" Type="http://schemas.openxmlformats.org/officeDocument/2006/relationships/tags" Target="../tags/tag32.xml"/><Relationship Id="rId12" Type="http://schemas.openxmlformats.org/officeDocument/2006/relationships/tags" Target="../tags/tag37.xml"/><Relationship Id="rId17" Type="http://schemas.openxmlformats.org/officeDocument/2006/relationships/notesSlide" Target="../notesSlides/notesSlide6.xml"/><Relationship Id="rId2" Type="http://schemas.openxmlformats.org/officeDocument/2006/relationships/tags" Target="../tags/tag27.xml"/><Relationship Id="rId16" Type="http://schemas.openxmlformats.org/officeDocument/2006/relationships/slideLayout" Target="../slideLayouts/slideLayout2.xml"/><Relationship Id="rId20" Type="http://schemas.openxmlformats.org/officeDocument/2006/relationships/image" Target="../media/image4.png"/><Relationship Id="rId1" Type="http://schemas.openxmlformats.org/officeDocument/2006/relationships/tags" Target="../tags/tag26.xml"/><Relationship Id="rId6" Type="http://schemas.openxmlformats.org/officeDocument/2006/relationships/tags" Target="../tags/tag31.xml"/><Relationship Id="rId11" Type="http://schemas.openxmlformats.org/officeDocument/2006/relationships/tags" Target="../tags/tag36.xml"/><Relationship Id="rId5" Type="http://schemas.openxmlformats.org/officeDocument/2006/relationships/tags" Target="../tags/tag30.xml"/><Relationship Id="rId15" Type="http://schemas.openxmlformats.org/officeDocument/2006/relationships/tags" Target="../tags/tag40.xml"/><Relationship Id="rId23" Type="http://schemas.openxmlformats.org/officeDocument/2006/relationships/image" Target="../media/image7.svg"/><Relationship Id="rId10" Type="http://schemas.openxmlformats.org/officeDocument/2006/relationships/tags" Target="../tags/tag35.xml"/><Relationship Id="rId19" Type="http://schemas.openxmlformats.org/officeDocument/2006/relationships/image" Target="../media/image3.png"/><Relationship Id="rId4" Type="http://schemas.openxmlformats.org/officeDocument/2006/relationships/tags" Target="../tags/tag29.xml"/><Relationship Id="rId9" Type="http://schemas.openxmlformats.org/officeDocument/2006/relationships/tags" Target="../tags/tag34.xml"/><Relationship Id="rId14" Type="http://schemas.openxmlformats.org/officeDocument/2006/relationships/tags" Target="../tags/tag39.xml"/><Relationship Id="rId22" Type="http://schemas.openxmlformats.org/officeDocument/2006/relationships/image" Target="../media/image6.svg"/></Relationships>
</file>

<file path=ppt/slides/_rels/slide7.xml.rels><?xml version="1.0" encoding="UTF-8" standalone="yes"?>
<Relationships xmlns="http://schemas.openxmlformats.org/package/2006/relationships"><Relationship Id="rId8" Type="http://schemas.openxmlformats.org/officeDocument/2006/relationships/tags" Target="../tags/tag48.xml"/><Relationship Id="rId13" Type="http://schemas.openxmlformats.org/officeDocument/2006/relationships/tags" Target="../tags/tag53.xml"/><Relationship Id="rId18" Type="http://schemas.openxmlformats.org/officeDocument/2006/relationships/image" Target="../media/image2.svg"/><Relationship Id="rId3" Type="http://schemas.openxmlformats.org/officeDocument/2006/relationships/tags" Target="../tags/tag43.xml"/><Relationship Id="rId21" Type="http://schemas.openxmlformats.org/officeDocument/2006/relationships/image" Target="../media/image5.svg"/><Relationship Id="rId7" Type="http://schemas.openxmlformats.org/officeDocument/2006/relationships/tags" Target="../tags/tag47.xml"/><Relationship Id="rId12" Type="http://schemas.openxmlformats.org/officeDocument/2006/relationships/tags" Target="../tags/tag52.xml"/><Relationship Id="rId17" Type="http://schemas.openxmlformats.org/officeDocument/2006/relationships/notesSlide" Target="../notesSlides/notesSlide7.xml"/><Relationship Id="rId2" Type="http://schemas.openxmlformats.org/officeDocument/2006/relationships/tags" Target="../tags/tag42.xml"/><Relationship Id="rId16" Type="http://schemas.openxmlformats.org/officeDocument/2006/relationships/slideLayout" Target="../slideLayouts/slideLayout2.xml"/><Relationship Id="rId20" Type="http://schemas.openxmlformats.org/officeDocument/2006/relationships/image" Target="../media/image4.png"/><Relationship Id="rId1" Type="http://schemas.openxmlformats.org/officeDocument/2006/relationships/tags" Target="../tags/tag41.xml"/><Relationship Id="rId6" Type="http://schemas.openxmlformats.org/officeDocument/2006/relationships/tags" Target="../tags/tag46.xml"/><Relationship Id="rId11" Type="http://schemas.openxmlformats.org/officeDocument/2006/relationships/tags" Target="../tags/tag51.xml"/><Relationship Id="rId5" Type="http://schemas.openxmlformats.org/officeDocument/2006/relationships/tags" Target="../tags/tag45.xml"/><Relationship Id="rId15" Type="http://schemas.openxmlformats.org/officeDocument/2006/relationships/tags" Target="../tags/tag55.xml"/><Relationship Id="rId23" Type="http://schemas.openxmlformats.org/officeDocument/2006/relationships/image" Target="../media/image7.svg"/><Relationship Id="rId10" Type="http://schemas.openxmlformats.org/officeDocument/2006/relationships/tags" Target="../tags/tag50.xml"/><Relationship Id="rId19" Type="http://schemas.openxmlformats.org/officeDocument/2006/relationships/image" Target="../media/image3.png"/><Relationship Id="rId4" Type="http://schemas.openxmlformats.org/officeDocument/2006/relationships/tags" Target="../tags/tag44.xml"/><Relationship Id="rId9" Type="http://schemas.openxmlformats.org/officeDocument/2006/relationships/tags" Target="../tags/tag49.xml"/><Relationship Id="rId14" Type="http://schemas.openxmlformats.org/officeDocument/2006/relationships/tags" Target="../tags/tag54.xml"/><Relationship Id="rId22" Type="http://schemas.openxmlformats.org/officeDocument/2006/relationships/image" Target="../media/image6.svg"/></Relationships>
</file>

<file path=ppt/slides/_rels/slide8.xml.rels><?xml version="1.0" encoding="UTF-8" standalone="yes"?>
<Relationships xmlns="http://schemas.openxmlformats.org/package/2006/relationships"><Relationship Id="rId8" Type="http://schemas.openxmlformats.org/officeDocument/2006/relationships/tags" Target="../tags/tag63.xml"/><Relationship Id="rId13" Type="http://schemas.openxmlformats.org/officeDocument/2006/relationships/tags" Target="../tags/tag68.xml"/><Relationship Id="rId18" Type="http://schemas.openxmlformats.org/officeDocument/2006/relationships/notesSlide" Target="../notesSlides/notesSlide8.xml"/><Relationship Id="rId3" Type="http://schemas.openxmlformats.org/officeDocument/2006/relationships/tags" Target="../tags/tag58.xml"/><Relationship Id="rId21" Type="http://schemas.openxmlformats.org/officeDocument/2006/relationships/image" Target="../media/image3.png"/><Relationship Id="rId7" Type="http://schemas.openxmlformats.org/officeDocument/2006/relationships/tags" Target="../tags/tag62.xml"/><Relationship Id="rId12" Type="http://schemas.openxmlformats.org/officeDocument/2006/relationships/tags" Target="../tags/tag67.xml"/><Relationship Id="rId17" Type="http://schemas.openxmlformats.org/officeDocument/2006/relationships/slideLayout" Target="../slideLayouts/slideLayout2.xml"/><Relationship Id="rId25" Type="http://schemas.openxmlformats.org/officeDocument/2006/relationships/image" Target="../media/image7.svg"/><Relationship Id="rId2" Type="http://schemas.openxmlformats.org/officeDocument/2006/relationships/tags" Target="../tags/tag57.xml"/><Relationship Id="rId16" Type="http://schemas.openxmlformats.org/officeDocument/2006/relationships/tags" Target="../tags/tag71.xml"/><Relationship Id="rId20" Type="http://schemas.openxmlformats.org/officeDocument/2006/relationships/image" Target="../media/image2.svg"/><Relationship Id="rId1" Type="http://schemas.openxmlformats.org/officeDocument/2006/relationships/tags" Target="../tags/tag56.xml"/><Relationship Id="rId6" Type="http://schemas.openxmlformats.org/officeDocument/2006/relationships/tags" Target="../tags/tag61.xml"/><Relationship Id="rId11" Type="http://schemas.openxmlformats.org/officeDocument/2006/relationships/tags" Target="../tags/tag66.xml"/><Relationship Id="rId24" Type="http://schemas.openxmlformats.org/officeDocument/2006/relationships/image" Target="../media/image6.svg"/><Relationship Id="rId5" Type="http://schemas.openxmlformats.org/officeDocument/2006/relationships/tags" Target="../tags/tag60.xml"/><Relationship Id="rId15" Type="http://schemas.openxmlformats.org/officeDocument/2006/relationships/tags" Target="../tags/tag70.xml"/><Relationship Id="rId23" Type="http://schemas.openxmlformats.org/officeDocument/2006/relationships/image" Target="../media/image5.svg"/><Relationship Id="rId10" Type="http://schemas.openxmlformats.org/officeDocument/2006/relationships/tags" Target="../tags/tag65.xml"/><Relationship Id="rId19" Type="http://schemas.openxmlformats.org/officeDocument/2006/relationships/image" Target="../media/image8.png"/><Relationship Id="rId4" Type="http://schemas.openxmlformats.org/officeDocument/2006/relationships/tags" Target="../tags/tag59.xml"/><Relationship Id="rId9" Type="http://schemas.openxmlformats.org/officeDocument/2006/relationships/tags" Target="../tags/tag64.xml"/><Relationship Id="rId14" Type="http://schemas.openxmlformats.org/officeDocument/2006/relationships/tags" Target="../tags/tag69.xml"/><Relationship Id="rId22" Type="http://schemas.openxmlformats.org/officeDocument/2006/relationships/image" Target="../media/image4.png"/></Relationships>
</file>

<file path=ppt/slides/_rels/slide9.xml.rels><?xml version="1.0" encoding="UTF-8" standalone="yes"?>
<Relationships xmlns="http://schemas.openxmlformats.org/package/2006/relationships"><Relationship Id="rId8" Type="http://schemas.openxmlformats.org/officeDocument/2006/relationships/tags" Target="../tags/tag79.xml"/><Relationship Id="rId3" Type="http://schemas.openxmlformats.org/officeDocument/2006/relationships/tags" Target="../tags/tag74.xml"/><Relationship Id="rId7" Type="http://schemas.openxmlformats.org/officeDocument/2006/relationships/tags" Target="../tags/tag78.xml"/><Relationship Id="rId2" Type="http://schemas.openxmlformats.org/officeDocument/2006/relationships/tags" Target="../tags/tag73.xml"/><Relationship Id="rId1" Type="http://schemas.openxmlformats.org/officeDocument/2006/relationships/tags" Target="../tags/tag72.xml"/><Relationship Id="rId6" Type="http://schemas.openxmlformats.org/officeDocument/2006/relationships/tags" Target="../tags/tag77.xml"/><Relationship Id="rId11" Type="http://schemas.openxmlformats.org/officeDocument/2006/relationships/image" Target="../media/image9.png"/><Relationship Id="rId5" Type="http://schemas.openxmlformats.org/officeDocument/2006/relationships/tags" Target="../tags/tag76.xml"/><Relationship Id="rId10" Type="http://schemas.openxmlformats.org/officeDocument/2006/relationships/notesSlide" Target="../notesSlides/notesSlide9.xml"/><Relationship Id="rId4" Type="http://schemas.openxmlformats.org/officeDocument/2006/relationships/tags" Target="../tags/tag75.xml"/><Relationship Id="rId9"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8" Type="http://schemas.openxmlformats.org/officeDocument/2006/relationships/tags" Target="../tags/tag87.xml"/><Relationship Id="rId13" Type="http://schemas.openxmlformats.org/officeDocument/2006/relationships/tags" Target="../tags/tag92.xml"/><Relationship Id="rId18" Type="http://schemas.openxmlformats.org/officeDocument/2006/relationships/image" Target="../media/image11.png"/><Relationship Id="rId3" Type="http://schemas.openxmlformats.org/officeDocument/2006/relationships/tags" Target="../tags/tag82.xml"/><Relationship Id="rId7" Type="http://schemas.openxmlformats.org/officeDocument/2006/relationships/tags" Target="../tags/tag86.xml"/><Relationship Id="rId12" Type="http://schemas.openxmlformats.org/officeDocument/2006/relationships/tags" Target="../tags/tag91.xml"/><Relationship Id="rId17" Type="http://schemas.openxmlformats.org/officeDocument/2006/relationships/image" Target="../media/image9.png"/><Relationship Id="rId2" Type="http://schemas.openxmlformats.org/officeDocument/2006/relationships/tags" Target="../tags/tag81.xml"/><Relationship Id="rId16" Type="http://schemas.openxmlformats.org/officeDocument/2006/relationships/image" Target="../media/image10.png"/><Relationship Id="rId1" Type="http://schemas.openxmlformats.org/officeDocument/2006/relationships/tags" Target="../tags/tag80.xml"/><Relationship Id="rId6" Type="http://schemas.openxmlformats.org/officeDocument/2006/relationships/tags" Target="../tags/tag85.xml"/><Relationship Id="rId11" Type="http://schemas.openxmlformats.org/officeDocument/2006/relationships/tags" Target="../tags/tag90.xml"/><Relationship Id="rId5" Type="http://schemas.openxmlformats.org/officeDocument/2006/relationships/tags" Target="../tags/tag84.xml"/><Relationship Id="rId15" Type="http://schemas.openxmlformats.org/officeDocument/2006/relationships/notesSlide" Target="../notesSlides/notesSlide10.xml"/><Relationship Id="rId10" Type="http://schemas.openxmlformats.org/officeDocument/2006/relationships/tags" Target="../tags/tag89.xml"/><Relationship Id="rId19" Type="http://schemas.openxmlformats.org/officeDocument/2006/relationships/image" Target="../media/image12.png"/><Relationship Id="rId4" Type="http://schemas.openxmlformats.org/officeDocument/2006/relationships/tags" Target="../tags/tag83.xml"/><Relationship Id="rId9" Type="http://schemas.openxmlformats.org/officeDocument/2006/relationships/tags" Target="../tags/tag88.xml"/><Relationship Id="rId14"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8" Type="http://schemas.openxmlformats.org/officeDocument/2006/relationships/tags" Target="../tags/tag100.xml"/><Relationship Id="rId13" Type="http://schemas.openxmlformats.org/officeDocument/2006/relationships/tags" Target="../tags/tag105.xml"/><Relationship Id="rId18" Type="http://schemas.openxmlformats.org/officeDocument/2006/relationships/tags" Target="../tags/tag110.xml"/><Relationship Id="rId26" Type="http://schemas.openxmlformats.org/officeDocument/2006/relationships/image" Target="../media/image12.png"/><Relationship Id="rId3" Type="http://schemas.openxmlformats.org/officeDocument/2006/relationships/tags" Target="../tags/tag95.xml"/><Relationship Id="rId21" Type="http://schemas.openxmlformats.org/officeDocument/2006/relationships/image" Target="../media/image10.png"/><Relationship Id="rId7" Type="http://schemas.openxmlformats.org/officeDocument/2006/relationships/tags" Target="../tags/tag99.xml"/><Relationship Id="rId12" Type="http://schemas.openxmlformats.org/officeDocument/2006/relationships/tags" Target="../tags/tag104.xml"/><Relationship Id="rId17" Type="http://schemas.openxmlformats.org/officeDocument/2006/relationships/tags" Target="../tags/tag109.xml"/><Relationship Id="rId25" Type="http://schemas.openxmlformats.org/officeDocument/2006/relationships/image" Target="../media/image14.png"/><Relationship Id="rId2" Type="http://schemas.openxmlformats.org/officeDocument/2006/relationships/tags" Target="../tags/tag94.xml"/><Relationship Id="rId16" Type="http://schemas.openxmlformats.org/officeDocument/2006/relationships/tags" Target="../tags/tag108.xml"/><Relationship Id="rId20" Type="http://schemas.openxmlformats.org/officeDocument/2006/relationships/notesSlide" Target="../notesSlides/notesSlide11.xml"/><Relationship Id="rId1" Type="http://schemas.openxmlformats.org/officeDocument/2006/relationships/tags" Target="../tags/tag93.xml"/><Relationship Id="rId6" Type="http://schemas.openxmlformats.org/officeDocument/2006/relationships/tags" Target="../tags/tag98.xml"/><Relationship Id="rId11" Type="http://schemas.openxmlformats.org/officeDocument/2006/relationships/tags" Target="../tags/tag103.xml"/><Relationship Id="rId24" Type="http://schemas.openxmlformats.org/officeDocument/2006/relationships/image" Target="../media/image13.png"/><Relationship Id="rId5" Type="http://schemas.openxmlformats.org/officeDocument/2006/relationships/tags" Target="../tags/tag97.xml"/><Relationship Id="rId15" Type="http://schemas.openxmlformats.org/officeDocument/2006/relationships/tags" Target="../tags/tag107.xml"/><Relationship Id="rId23" Type="http://schemas.openxmlformats.org/officeDocument/2006/relationships/image" Target="../media/image11.png"/><Relationship Id="rId10" Type="http://schemas.openxmlformats.org/officeDocument/2006/relationships/tags" Target="../tags/tag102.xml"/><Relationship Id="rId19" Type="http://schemas.openxmlformats.org/officeDocument/2006/relationships/slideLayout" Target="../slideLayouts/slideLayout6.xml"/><Relationship Id="rId4" Type="http://schemas.openxmlformats.org/officeDocument/2006/relationships/tags" Target="../tags/tag96.xml"/><Relationship Id="rId9" Type="http://schemas.openxmlformats.org/officeDocument/2006/relationships/tags" Target="../tags/tag101.xml"/><Relationship Id="rId14" Type="http://schemas.openxmlformats.org/officeDocument/2006/relationships/tags" Target="../tags/tag106.xml"/><Relationship Id="rId22" Type="http://schemas.openxmlformats.org/officeDocument/2006/relationships/image" Target="../media/image9.png"/></Relationships>
</file>

<file path=ppt/slides/_rels/slide12.xml.rels><?xml version="1.0" encoding="UTF-8" standalone="yes"?>
<Relationships xmlns="http://schemas.openxmlformats.org/package/2006/relationships"><Relationship Id="rId3" Type="http://schemas.openxmlformats.org/officeDocument/2006/relationships/tags" Target="../tags/tag113.xml"/><Relationship Id="rId7" Type="http://schemas.openxmlformats.org/officeDocument/2006/relationships/notesSlide" Target="../notesSlides/notesSlide12.xml"/><Relationship Id="rId2" Type="http://schemas.openxmlformats.org/officeDocument/2006/relationships/tags" Target="../tags/tag112.xml"/><Relationship Id="rId1" Type="http://schemas.openxmlformats.org/officeDocument/2006/relationships/tags" Target="../tags/tag111.xml"/><Relationship Id="rId6" Type="http://schemas.openxmlformats.org/officeDocument/2006/relationships/slideLayout" Target="../slideLayouts/slideLayout6.xml"/><Relationship Id="rId5" Type="http://schemas.openxmlformats.org/officeDocument/2006/relationships/tags" Target="../tags/tag115.xml"/><Relationship Id="rId4" Type="http://schemas.openxmlformats.org/officeDocument/2006/relationships/tags" Target="../tags/tag114.xml"/></Relationships>
</file>

<file path=ppt/slides/_rels/slide13.xml.rels><?xml version="1.0" encoding="UTF-8" standalone="yes"?>
<Relationships xmlns="http://schemas.openxmlformats.org/package/2006/relationships"><Relationship Id="rId8" Type="http://schemas.openxmlformats.org/officeDocument/2006/relationships/tags" Target="../tags/tag123.xml"/><Relationship Id="rId13" Type="http://schemas.openxmlformats.org/officeDocument/2006/relationships/tags" Target="../tags/tag128.xml"/><Relationship Id="rId18" Type="http://schemas.openxmlformats.org/officeDocument/2006/relationships/tags" Target="../tags/tag133.xml"/><Relationship Id="rId3" Type="http://schemas.openxmlformats.org/officeDocument/2006/relationships/tags" Target="../tags/tag118.xml"/><Relationship Id="rId21" Type="http://schemas.openxmlformats.org/officeDocument/2006/relationships/tags" Target="../tags/tag136.xml"/><Relationship Id="rId7" Type="http://schemas.openxmlformats.org/officeDocument/2006/relationships/tags" Target="../tags/tag122.xml"/><Relationship Id="rId12" Type="http://schemas.openxmlformats.org/officeDocument/2006/relationships/tags" Target="../tags/tag127.xml"/><Relationship Id="rId17" Type="http://schemas.openxmlformats.org/officeDocument/2006/relationships/tags" Target="../tags/tag132.xml"/><Relationship Id="rId25" Type="http://schemas.openxmlformats.org/officeDocument/2006/relationships/image" Target="../media/image16.png"/><Relationship Id="rId2" Type="http://schemas.openxmlformats.org/officeDocument/2006/relationships/tags" Target="../tags/tag117.xml"/><Relationship Id="rId16" Type="http://schemas.openxmlformats.org/officeDocument/2006/relationships/tags" Target="../tags/tag131.xml"/><Relationship Id="rId20" Type="http://schemas.openxmlformats.org/officeDocument/2006/relationships/tags" Target="../tags/tag135.xml"/><Relationship Id="rId1" Type="http://schemas.openxmlformats.org/officeDocument/2006/relationships/tags" Target="../tags/tag116.xml"/><Relationship Id="rId6" Type="http://schemas.openxmlformats.org/officeDocument/2006/relationships/tags" Target="../tags/tag121.xml"/><Relationship Id="rId11" Type="http://schemas.openxmlformats.org/officeDocument/2006/relationships/tags" Target="../tags/tag126.xml"/><Relationship Id="rId24" Type="http://schemas.openxmlformats.org/officeDocument/2006/relationships/image" Target="../media/image15.png"/><Relationship Id="rId5" Type="http://schemas.openxmlformats.org/officeDocument/2006/relationships/tags" Target="../tags/tag120.xml"/><Relationship Id="rId15" Type="http://schemas.openxmlformats.org/officeDocument/2006/relationships/tags" Target="../tags/tag130.xml"/><Relationship Id="rId23" Type="http://schemas.openxmlformats.org/officeDocument/2006/relationships/notesSlide" Target="../notesSlides/notesSlide13.xml"/><Relationship Id="rId10" Type="http://schemas.openxmlformats.org/officeDocument/2006/relationships/tags" Target="../tags/tag125.xml"/><Relationship Id="rId19" Type="http://schemas.openxmlformats.org/officeDocument/2006/relationships/tags" Target="../tags/tag134.xml"/><Relationship Id="rId4" Type="http://schemas.openxmlformats.org/officeDocument/2006/relationships/tags" Target="../tags/tag119.xml"/><Relationship Id="rId9" Type="http://schemas.openxmlformats.org/officeDocument/2006/relationships/tags" Target="../tags/tag124.xml"/><Relationship Id="rId14" Type="http://schemas.openxmlformats.org/officeDocument/2006/relationships/tags" Target="../tags/tag129.xml"/><Relationship Id="rId22"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3" Type="http://schemas.openxmlformats.org/officeDocument/2006/relationships/tags" Target="../tags/tag149.xml"/><Relationship Id="rId18" Type="http://schemas.openxmlformats.org/officeDocument/2006/relationships/tags" Target="../tags/tag154.xml"/><Relationship Id="rId26" Type="http://schemas.openxmlformats.org/officeDocument/2006/relationships/tags" Target="../tags/tag162.xml"/><Relationship Id="rId39" Type="http://schemas.openxmlformats.org/officeDocument/2006/relationships/slideLayout" Target="../slideLayouts/slideLayout6.xml"/><Relationship Id="rId21" Type="http://schemas.openxmlformats.org/officeDocument/2006/relationships/tags" Target="../tags/tag157.xml"/><Relationship Id="rId34" Type="http://schemas.openxmlformats.org/officeDocument/2006/relationships/tags" Target="../tags/tag170.xml"/><Relationship Id="rId42" Type="http://schemas.openxmlformats.org/officeDocument/2006/relationships/image" Target="../media/image17.png"/><Relationship Id="rId7" Type="http://schemas.openxmlformats.org/officeDocument/2006/relationships/tags" Target="../tags/tag143.xml"/><Relationship Id="rId2" Type="http://schemas.openxmlformats.org/officeDocument/2006/relationships/tags" Target="../tags/tag138.xml"/><Relationship Id="rId16" Type="http://schemas.openxmlformats.org/officeDocument/2006/relationships/tags" Target="../tags/tag152.xml"/><Relationship Id="rId20" Type="http://schemas.openxmlformats.org/officeDocument/2006/relationships/tags" Target="../tags/tag156.xml"/><Relationship Id="rId29" Type="http://schemas.openxmlformats.org/officeDocument/2006/relationships/tags" Target="../tags/tag165.xml"/><Relationship Id="rId41" Type="http://schemas.openxmlformats.org/officeDocument/2006/relationships/image" Target="../media/image10.png"/><Relationship Id="rId1" Type="http://schemas.openxmlformats.org/officeDocument/2006/relationships/tags" Target="../tags/tag137.xml"/><Relationship Id="rId6" Type="http://schemas.openxmlformats.org/officeDocument/2006/relationships/tags" Target="../tags/tag142.xml"/><Relationship Id="rId11" Type="http://schemas.openxmlformats.org/officeDocument/2006/relationships/tags" Target="../tags/tag147.xml"/><Relationship Id="rId24" Type="http://schemas.openxmlformats.org/officeDocument/2006/relationships/tags" Target="../tags/tag160.xml"/><Relationship Id="rId32" Type="http://schemas.openxmlformats.org/officeDocument/2006/relationships/tags" Target="../tags/tag168.xml"/><Relationship Id="rId37" Type="http://schemas.openxmlformats.org/officeDocument/2006/relationships/tags" Target="../tags/tag173.xml"/><Relationship Id="rId40" Type="http://schemas.openxmlformats.org/officeDocument/2006/relationships/notesSlide" Target="../notesSlides/notesSlide14.xml"/><Relationship Id="rId5" Type="http://schemas.openxmlformats.org/officeDocument/2006/relationships/tags" Target="../tags/tag141.xml"/><Relationship Id="rId15" Type="http://schemas.openxmlformats.org/officeDocument/2006/relationships/tags" Target="../tags/tag151.xml"/><Relationship Id="rId23" Type="http://schemas.openxmlformats.org/officeDocument/2006/relationships/tags" Target="../tags/tag159.xml"/><Relationship Id="rId28" Type="http://schemas.openxmlformats.org/officeDocument/2006/relationships/tags" Target="../tags/tag164.xml"/><Relationship Id="rId36" Type="http://schemas.openxmlformats.org/officeDocument/2006/relationships/tags" Target="../tags/tag172.xml"/><Relationship Id="rId10" Type="http://schemas.openxmlformats.org/officeDocument/2006/relationships/tags" Target="../tags/tag146.xml"/><Relationship Id="rId19" Type="http://schemas.openxmlformats.org/officeDocument/2006/relationships/tags" Target="../tags/tag155.xml"/><Relationship Id="rId31" Type="http://schemas.openxmlformats.org/officeDocument/2006/relationships/tags" Target="../tags/tag167.xml"/><Relationship Id="rId44" Type="http://schemas.openxmlformats.org/officeDocument/2006/relationships/image" Target="../media/image16.png"/><Relationship Id="rId4" Type="http://schemas.openxmlformats.org/officeDocument/2006/relationships/tags" Target="../tags/tag140.xml"/><Relationship Id="rId9" Type="http://schemas.openxmlformats.org/officeDocument/2006/relationships/tags" Target="../tags/tag145.xml"/><Relationship Id="rId14" Type="http://schemas.openxmlformats.org/officeDocument/2006/relationships/tags" Target="../tags/tag150.xml"/><Relationship Id="rId22" Type="http://schemas.openxmlformats.org/officeDocument/2006/relationships/tags" Target="../tags/tag158.xml"/><Relationship Id="rId27" Type="http://schemas.openxmlformats.org/officeDocument/2006/relationships/tags" Target="../tags/tag163.xml"/><Relationship Id="rId30" Type="http://schemas.openxmlformats.org/officeDocument/2006/relationships/tags" Target="../tags/tag166.xml"/><Relationship Id="rId35" Type="http://schemas.openxmlformats.org/officeDocument/2006/relationships/tags" Target="../tags/tag171.xml"/><Relationship Id="rId43" Type="http://schemas.openxmlformats.org/officeDocument/2006/relationships/image" Target="../media/image15.png"/><Relationship Id="rId8" Type="http://schemas.openxmlformats.org/officeDocument/2006/relationships/tags" Target="../tags/tag144.xml"/><Relationship Id="rId3" Type="http://schemas.openxmlformats.org/officeDocument/2006/relationships/tags" Target="../tags/tag139.xml"/><Relationship Id="rId12" Type="http://schemas.openxmlformats.org/officeDocument/2006/relationships/tags" Target="../tags/tag148.xml"/><Relationship Id="rId17" Type="http://schemas.openxmlformats.org/officeDocument/2006/relationships/tags" Target="../tags/tag153.xml"/><Relationship Id="rId25" Type="http://schemas.openxmlformats.org/officeDocument/2006/relationships/tags" Target="../tags/tag161.xml"/><Relationship Id="rId33" Type="http://schemas.openxmlformats.org/officeDocument/2006/relationships/tags" Target="../tags/tag169.xml"/><Relationship Id="rId38" Type="http://schemas.openxmlformats.org/officeDocument/2006/relationships/tags" Target="../tags/tag174.xml"/></Relationships>
</file>

<file path=ppt/slides/_rels/slide15.xml.rels><?xml version="1.0" encoding="UTF-8" standalone="yes"?>
<Relationships xmlns="http://schemas.openxmlformats.org/package/2006/relationships"><Relationship Id="rId13" Type="http://schemas.openxmlformats.org/officeDocument/2006/relationships/tags" Target="../tags/tag187.xml"/><Relationship Id="rId18" Type="http://schemas.openxmlformats.org/officeDocument/2006/relationships/tags" Target="../tags/tag192.xml"/><Relationship Id="rId26" Type="http://schemas.openxmlformats.org/officeDocument/2006/relationships/tags" Target="../tags/tag200.xml"/><Relationship Id="rId39" Type="http://schemas.openxmlformats.org/officeDocument/2006/relationships/tags" Target="../tags/tag213.xml"/><Relationship Id="rId21" Type="http://schemas.openxmlformats.org/officeDocument/2006/relationships/tags" Target="../tags/tag195.xml"/><Relationship Id="rId34" Type="http://schemas.openxmlformats.org/officeDocument/2006/relationships/tags" Target="../tags/tag208.xml"/><Relationship Id="rId42" Type="http://schemas.openxmlformats.org/officeDocument/2006/relationships/tags" Target="../tags/tag216.xml"/><Relationship Id="rId47" Type="http://schemas.openxmlformats.org/officeDocument/2006/relationships/tags" Target="../tags/tag221.xml"/><Relationship Id="rId50" Type="http://schemas.openxmlformats.org/officeDocument/2006/relationships/tags" Target="../tags/tag224.xml"/><Relationship Id="rId55" Type="http://schemas.openxmlformats.org/officeDocument/2006/relationships/tags" Target="../tags/tag229.xml"/><Relationship Id="rId7" Type="http://schemas.openxmlformats.org/officeDocument/2006/relationships/tags" Target="../tags/tag181.xml"/><Relationship Id="rId2" Type="http://schemas.openxmlformats.org/officeDocument/2006/relationships/tags" Target="../tags/tag176.xml"/><Relationship Id="rId16" Type="http://schemas.openxmlformats.org/officeDocument/2006/relationships/tags" Target="../tags/tag190.xml"/><Relationship Id="rId29" Type="http://schemas.openxmlformats.org/officeDocument/2006/relationships/tags" Target="../tags/tag203.xml"/><Relationship Id="rId11" Type="http://schemas.openxmlformats.org/officeDocument/2006/relationships/tags" Target="../tags/tag185.xml"/><Relationship Id="rId24" Type="http://schemas.openxmlformats.org/officeDocument/2006/relationships/tags" Target="../tags/tag198.xml"/><Relationship Id="rId32" Type="http://schemas.openxmlformats.org/officeDocument/2006/relationships/tags" Target="../tags/tag206.xml"/><Relationship Id="rId37" Type="http://schemas.openxmlformats.org/officeDocument/2006/relationships/tags" Target="../tags/tag211.xml"/><Relationship Id="rId40" Type="http://schemas.openxmlformats.org/officeDocument/2006/relationships/tags" Target="../tags/tag214.xml"/><Relationship Id="rId45" Type="http://schemas.openxmlformats.org/officeDocument/2006/relationships/tags" Target="../tags/tag219.xml"/><Relationship Id="rId53" Type="http://schemas.openxmlformats.org/officeDocument/2006/relationships/tags" Target="../tags/tag227.xml"/><Relationship Id="rId58" Type="http://schemas.openxmlformats.org/officeDocument/2006/relationships/image" Target="../media/image10.png"/><Relationship Id="rId5" Type="http://schemas.openxmlformats.org/officeDocument/2006/relationships/tags" Target="../tags/tag179.xml"/><Relationship Id="rId61" Type="http://schemas.openxmlformats.org/officeDocument/2006/relationships/image" Target="../media/image15.png"/><Relationship Id="rId19" Type="http://schemas.openxmlformats.org/officeDocument/2006/relationships/tags" Target="../tags/tag193.xml"/><Relationship Id="rId14" Type="http://schemas.openxmlformats.org/officeDocument/2006/relationships/tags" Target="../tags/tag188.xml"/><Relationship Id="rId22" Type="http://schemas.openxmlformats.org/officeDocument/2006/relationships/tags" Target="../tags/tag196.xml"/><Relationship Id="rId27" Type="http://schemas.openxmlformats.org/officeDocument/2006/relationships/tags" Target="../tags/tag201.xml"/><Relationship Id="rId30" Type="http://schemas.openxmlformats.org/officeDocument/2006/relationships/tags" Target="../tags/tag204.xml"/><Relationship Id="rId35" Type="http://schemas.openxmlformats.org/officeDocument/2006/relationships/tags" Target="../tags/tag209.xml"/><Relationship Id="rId43" Type="http://schemas.openxmlformats.org/officeDocument/2006/relationships/tags" Target="../tags/tag217.xml"/><Relationship Id="rId48" Type="http://schemas.openxmlformats.org/officeDocument/2006/relationships/tags" Target="../tags/tag222.xml"/><Relationship Id="rId56" Type="http://schemas.openxmlformats.org/officeDocument/2006/relationships/slideLayout" Target="../slideLayouts/slideLayout6.xml"/><Relationship Id="rId8" Type="http://schemas.openxmlformats.org/officeDocument/2006/relationships/tags" Target="../tags/tag182.xml"/><Relationship Id="rId51" Type="http://schemas.openxmlformats.org/officeDocument/2006/relationships/tags" Target="../tags/tag225.xml"/><Relationship Id="rId3" Type="http://schemas.openxmlformats.org/officeDocument/2006/relationships/tags" Target="../tags/tag177.xml"/><Relationship Id="rId12" Type="http://schemas.openxmlformats.org/officeDocument/2006/relationships/tags" Target="../tags/tag186.xml"/><Relationship Id="rId17" Type="http://schemas.openxmlformats.org/officeDocument/2006/relationships/tags" Target="../tags/tag191.xml"/><Relationship Id="rId25" Type="http://schemas.openxmlformats.org/officeDocument/2006/relationships/tags" Target="../tags/tag199.xml"/><Relationship Id="rId33" Type="http://schemas.openxmlformats.org/officeDocument/2006/relationships/tags" Target="../tags/tag207.xml"/><Relationship Id="rId38" Type="http://schemas.openxmlformats.org/officeDocument/2006/relationships/tags" Target="../tags/tag212.xml"/><Relationship Id="rId46" Type="http://schemas.openxmlformats.org/officeDocument/2006/relationships/tags" Target="../tags/tag220.xml"/><Relationship Id="rId59" Type="http://schemas.openxmlformats.org/officeDocument/2006/relationships/image" Target="../media/image17.png"/><Relationship Id="rId20" Type="http://schemas.openxmlformats.org/officeDocument/2006/relationships/tags" Target="../tags/tag194.xml"/><Relationship Id="rId41" Type="http://schemas.openxmlformats.org/officeDocument/2006/relationships/tags" Target="../tags/tag215.xml"/><Relationship Id="rId54" Type="http://schemas.openxmlformats.org/officeDocument/2006/relationships/tags" Target="../tags/tag228.xml"/><Relationship Id="rId62" Type="http://schemas.openxmlformats.org/officeDocument/2006/relationships/image" Target="../media/image16.png"/><Relationship Id="rId1" Type="http://schemas.openxmlformats.org/officeDocument/2006/relationships/tags" Target="../tags/tag175.xml"/><Relationship Id="rId6" Type="http://schemas.openxmlformats.org/officeDocument/2006/relationships/tags" Target="../tags/tag180.xml"/><Relationship Id="rId15" Type="http://schemas.openxmlformats.org/officeDocument/2006/relationships/tags" Target="../tags/tag189.xml"/><Relationship Id="rId23" Type="http://schemas.openxmlformats.org/officeDocument/2006/relationships/tags" Target="../tags/tag197.xml"/><Relationship Id="rId28" Type="http://schemas.openxmlformats.org/officeDocument/2006/relationships/tags" Target="../tags/tag202.xml"/><Relationship Id="rId36" Type="http://schemas.openxmlformats.org/officeDocument/2006/relationships/tags" Target="../tags/tag210.xml"/><Relationship Id="rId49" Type="http://schemas.openxmlformats.org/officeDocument/2006/relationships/tags" Target="../tags/tag223.xml"/><Relationship Id="rId57" Type="http://schemas.openxmlformats.org/officeDocument/2006/relationships/notesSlide" Target="../notesSlides/notesSlide15.xml"/><Relationship Id="rId10" Type="http://schemas.openxmlformats.org/officeDocument/2006/relationships/tags" Target="../tags/tag184.xml"/><Relationship Id="rId31" Type="http://schemas.openxmlformats.org/officeDocument/2006/relationships/tags" Target="../tags/tag205.xml"/><Relationship Id="rId44" Type="http://schemas.openxmlformats.org/officeDocument/2006/relationships/tags" Target="../tags/tag218.xml"/><Relationship Id="rId52" Type="http://schemas.openxmlformats.org/officeDocument/2006/relationships/tags" Target="../tags/tag226.xml"/><Relationship Id="rId60" Type="http://schemas.openxmlformats.org/officeDocument/2006/relationships/image" Target="../media/image18.png"/><Relationship Id="rId4" Type="http://schemas.openxmlformats.org/officeDocument/2006/relationships/tags" Target="../tags/tag178.xml"/><Relationship Id="rId9" Type="http://schemas.openxmlformats.org/officeDocument/2006/relationships/tags" Target="../tags/tag183.xml"/></Relationships>
</file>

<file path=ppt/slides/_rels/slide16.xml.rels><?xml version="1.0" encoding="UTF-8" standalone="yes"?>
<Relationships xmlns="http://schemas.openxmlformats.org/package/2006/relationships"><Relationship Id="rId13" Type="http://schemas.openxmlformats.org/officeDocument/2006/relationships/tags" Target="../tags/tag242.xml"/><Relationship Id="rId18" Type="http://schemas.openxmlformats.org/officeDocument/2006/relationships/tags" Target="../tags/tag247.xml"/><Relationship Id="rId26" Type="http://schemas.openxmlformats.org/officeDocument/2006/relationships/tags" Target="../tags/tag255.xml"/><Relationship Id="rId39" Type="http://schemas.openxmlformats.org/officeDocument/2006/relationships/tags" Target="../tags/tag268.xml"/><Relationship Id="rId21" Type="http://schemas.openxmlformats.org/officeDocument/2006/relationships/tags" Target="../tags/tag250.xml"/><Relationship Id="rId34" Type="http://schemas.openxmlformats.org/officeDocument/2006/relationships/tags" Target="../tags/tag263.xml"/><Relationship Id="rId42" Type="http://schemas.openxmlformats.org/officeDocument/2006/relationships/tags" Target="../tags/tag271.xml"/><Relationship Id="rId47" Type="http://schemas.openxmlformats.org/officeDocument/2006/relationships/tags" Target="../tags/tag276.xml"/><Relationship Id="rId50" Type="http://schemas.openxmlformats.org/officeDocument/2006/relationships/tags" Target="../tags/tag279.xml"/><Relationship Id="rId55" Type="http://schemas.openxmlformats.org/officeDocument/2006/relationships/tags" Target="../tags/tag284.xml"/><Relationship Id="rId63" Type="http://schemas.openxmlformats.org/officeDocument/2006/relationships/image" Target="../media/image15.png"/><Relationship Id="rId7" Type="http://schemas.openxmlformats.org/officeDocument/2006/relationships/tags" Target="../tags/tag236.xml"/><Relationship Id="rId2" Type="http://schemas.openxmlformats.org/officeDocument/2006/relationships/tags" Target="../tags/tag231.xml"/><Relationship Id="rId16" Type="http://schemas.openxmlformats.org/officeDocument/2006/relationships/tags" Target="../tags/tag245.xml"/><Relationship Id="rId29" Type="http://schemas.openxmlformats.org/officeDocument/2006/relationships/tags" Target="../tags/tag258.xml"/><Relationship Id="rId11" Type="http://schemas.openxmlformats.org/officeDocument/2006/relationships/tags" Target="../tags/tag240.xml"/><Relationship Id="rId24" Type="http://schemas.openxmlformats.org/officeDocument/2006/relationships/tags" Target="../tags/tag253.xml"/><Relationship Id="rId32" Type="http://schemas.openxmlformats.org/officeDocument/2006/relationships/tags" Target="../tags/tag261.xml"/><Relationship Id="rId37" Type="http://schemas.openxmlformats.org/officeDocument/2006/relationships/tags" Target="../tags/tag266.xml"/><Relationship Id="rId40" Type="http://schemas.openxmlformats.org/officeDocument/2006/relationships/tags" Target="../tags/tag269.xml"/><Relationship Id="rId45" Type="http://schemas.openxmlformats.org/officeDocument/2006/relationships/tags" Target="../tags/tag274.xml"/><Relationship Id="rId53" Type="http://schemas.openxmlformats.org/officeDocument/2006/relationships/tags" Target="../tags/tag282.xml"/><Relationship Id="rId58" Type="http://schemas.openxmlformats.org/officeDocument/2006/relationships/slideLayout" Target="../slideLayouts/slideLayout6.xml"/><Relationship Id="rId5" Type="http://schemas.openxmlformats.org/officeDocument/2006/relationships/tags" Target="../tags/tag234.xml"/><Relationship Id="rId61" Type="http://schemas.openxmlformats.org/officeDocument/2006/relationships/image" Target="../media/image17.png"/><Relationship Id="rId19" Type="http://schemas.openxmlformats.org/officeDocument/2006/relationships/tags" Target="../tags/tag248.xml"/><Relationship Id="rId14" Type="http://schemas.openxmlformats.org/officeDocument/2006/relationships/tags" Target="../tags/tag243.xml"/><Relationship Id="rId22" Type="http://schemas.openxmlformats.org/officeDocument/2006/relationships/tags" Target="../tags/tag251.xml"/><Relationship Id="rId27" Type="http://schemas.openxmlformats.org/officeDocument/2006/relationships/tags" Target="../tags/tag256.xml"/><Relationship Id="rId30" Type="http://schemas.openxmlformats.org/officeDocument/2006/relationships/tags" Target="../tags/tag259.xml"/><Relationship Id="rId35" Type="http://schemas.openxmlformats.org/officeDocument/2006/relationships/tags" Target="../tags/tag264.xml"/><Relationship Id="rId43" Type="http://schemas.openxmlformats.org/officeDocument/2006/relationships/tags" Target="../tags/tag272.xml"/><Relationship Id="rId48" Type="http://schemas.openxmlformats.org/officeDocument/2006/relationships/tags" Target="../tags/tag277.xml"/><Relationship Id="rId56" Type="http://schemas.openxmlformats.org/officeDocument/2006/relationships/tags" Target="../tags/tag285.xml"/><Relationship Id="rId64" Type="http://schemas.openxmlformats.org/officeDocument/2006/relationships/image" Target="../media/image16.png"/><Relationship Id="rId8" Type="http://schemas.openxmlformats.org/officeDocument/2006/relationships/tags" Target="../tags/tag237.xml"/><Relationship Id="rId51" Type="http://schemas.openxmlformats.org/officeDocument/2006/relationships/tags" Target="../tags/tag280.xml"/><Relationship Id="rId3" Type="http://schemas.openxmlformats.org/officeDocument/2006/relationships/tags" Target="../tags/tag232.xml"/><Relationship Id="rId12" Type="http://schemas.openxmlformats.org/officeDocument/2006/relationships/tags" Target="../tags/tag241.xml"/><Relationship Id="rId17" Type="http://schemas.openxmlformats.org/officeDocument/2006/relationships/tags" Target="../tags/tag246.xml"/><Relationship Id="rId25" Type="http://schemas.openxmlformats.org/officeDocument/2006/relationships/tags" Target="../tags/tag254.xml"/><Relationship Id="rId33" Type="http://schemas.openxmlformats.org/officeDocument/2006/relationships/tags" Target="../tags/tag262.xml"/><Relationship Id="rId38" Type="http://schemas.openxmlformats.org/officeDocument/2006/relationships/tags" Target="../tags/tag267.xml"/><Relationship Id="rId46" Type="http://schemas.openxmlformats.org/officeDocument/2006/relationships/tags" Target="../tags/tag275.xml"/><Relationship Id="rId59" Type="http://schemas.openxmlformats.org/officeDocument/2006/relationships/notesSlide" Target="../notesSlides/notesSlide16.xml"/><Relationship Id="rId20" Type="http://schemas.openxmlformats.org/officeDocument/2006/relationships/tags" Target="../tags/tag249.xml"/><Relationship Id="rId41" Type="http://schemas.openxmlformats.org/officeDocument/2006/relationships/tags" Target="../tags/tag270.xml"/><Relationship Id="rId54" Type="http://schemas.openxmlformats.org/officeDocument/2006/relationships/tags" Target="../tags/tag283.xml"/><Relationship Id="rId62" Type="http://schemas.openxmlformats.org/officeDocument/2006/relationships/image" Target="../media/image18.png"/><Relationship Id="rId1" Type="http://schemas.openxmlformats.org/officeDocument/2006/relationships/tags" Target="../tags/tag230.xml"/><Relationship Id="rId6" Type="http://schemas.openxmlformats.org/officeDocument/2006/relationships/tags" Target="../tags/tag235.xml"/><Relationship Id="rId15" Type="http://schemas.openxmlformats.org/officeDocument/2006/relationships/tags" Target="../tags/tag244.xml"/><Relationship Id="rId23" Type="http://schemas.openxmlformats.org/officeDocument/2006/relationships/tags" Target="../tags/tag252.xml"/><Relationship Id="rId28" Type="http://schemas.openxmlformats.org/officeDocument/2006/relationships/tags" Target="../tags/tag257.xml"/><Relationship Id="rId36" Type="http://schemas.openxmlformats.org/officeDocument/2006/relationships/tags" Target="../tags/tag265.xml"/><Relationship Id="rId49" Type="http://schemas.openxmlformats.org/officeDocument/2006/relationships/tags" Target="../tags/tag278.xml"/><Relationship Id="rId57" Type="http://schemas.openxmlformats.org/officeDocument/2006/relationships/tags" Target="../tags/tag286.xml"/><Relationship Id="rId10" Type="http://schemas.openxmlformats.org/officeDocument/2006/relationships/tags" Target="../tags/tag239.xml"/><Relationship Id="rId31" Type="http://schemas.openxmlformats.org/officeDocument/2006/relationships/tags" Target="../tags/tag260.xml"/><Relationship Id="rId44" Type="http://schemas.openxmlformats.org/officeDocument/2006/relationships/tags" Target="../tags/tag273.xml"/><Relationship Id="rId52" Type="http://schemas.openxmlformats.org/officeDocument/2006/relationships/tags" Target="../tags/tag281.xml"/><Relationship Id="rId60" Type="http://schemas.openxmlformats.org/officeDocument/2006/relationships/image" Target="../media/image10.png"/><Relationship Id="rId4" Type="http://schemas.openxmlformats.org/officeDocument/2006/relationships/tags" Target="../tags/tag233.xml"/><Relationship Id="rId9" Type="http://schemas.openxmlformats.org/officeDocument/2006/relationships/tags" Target="../tags/tag238.xml"/></Relationships>
</file>

<file path=ppt/slides/_rels/slide17.xml.rels><?xml version="1.0" encoding="UTF-8" standalone="yes"?>
<Relationships xmlns="http://schemas.openxmlformats.org/package/2006/relationships"><Relationship Id="rId8" Type="http://schemas.openxmlformats.org/officeDocument/2006/relationships/tags" Target="../tags/tag294.xml"/><Relationship Id="rId3" Type="http://schemas.openxmlformats.org/officeDocument/2006/relationships/tags" Target="../tags/tag289.xml"/><Relationship Id="rId7" Type="http://schemas.openxmlformats.org/officeDocument/2006/relationships/tags" Target="../tags/tag293.xml"/><Relationship Id="rId2" Type="http://schemas.openxmlformats.org/officeDocument/2006/relationships/tags" Target="../tags/tag288.xml"/><Relationship Id="rId1" Type="http://schemas.openxmlformats.org/officeDocument/2006/relationships/tags" Target="../tags/tag287.xml"/><Relationship Id="rId6" Type="http://schemas.openxmlformats.org/officeDocument/2006/relationships/tags" Target="../tags/tag292.xml"/><Relationship Id="rId5" Type="http://schemas.openxmlformats.org/officeDocument/2006/relationships/tags" Target="../tags/tag291.xml"/><Relationship Id="rId10" Type="http://schemas.openxmlformats.org/officeDocument/2006/relationships/notesSlide" Target="../notesSlides/notesSlide17.xml"/><Relationship Id="rId4" Type="http://schemas.openxmlformats.org/officeDocument/2006/relationships/tags" Target="../tags/tag290.xml"/><Relationship Id="rId9"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8" Type="http://schemas.openxmlformats.org/officeDocument/2006/relationships/tags" Target="../tags/tag302.xml"/><Relationship Id="rId13" Type="http://schemas.openxmlformats.org/officeDocument/2006/relationships/slideLayout" Target="../slideLayouts/slideLayout6.xml"/><Relationship Id="rId3" Type="http://schemas.openxmlformats.org/officeDocument/2006/relationships/tags" Target="../tags/tag297.xml"/><Relationship Id="rId7" Type="http://schemas.openxmlformats.org/officeDocument/2006/relationships/tags" Target="../tags/tag301.xml"/><Relationship Id="rId12" Type="http://schemas.openxmlformats.org/officeDocument/2006/relationships/tags" Target="../tags/tag306.xml"/><Relationship Id="rId2" Type="http://schemas.openxmlformats.org/officeDocument/2006/relationships/tags" Target="../tags/tag296.xml"/><Relationship Id="rId1" Type="http://schemas.openxmlformats.org/officeDocument/2006/relationships/tags" Target="../tags/tag295.xml"/><Relationship Id="rId6" Type="http://schemas.openxmlformats.org/officeDocument/2006/relationships/tags" Target="../tags/tag300.xml"/><Relationship Id="rId11" Type="http://schemas.openxmlformats.org/officeDocument/2006/relationships/tags" Target="../tags/tag305.xml"/><Relationship Id="rId5" Type="http://schemas.openxmlformats.org/officeDocument/2006/relationships/tags" Target="../tags/tag299.xml"/><Relationship Id="rId15" Type="http://schemas.openxmlformats.org/officeDocument/2006/relationships/image" Target="../media/image10.png"/><Relationship Id="rId10" Type="http://schemas.openxmlformats.org/officeDocument/2006/relationships/tags" Target="../tags/tag304.xml"/><Relationship Id="rId4" Type="http://schemas.openxmlformats.org/officeDocument/2006/relationships/tags" Target="../tags/tag298.xml"/><Relationship Id="rId9" Type="http://schemas.openxmlformats.org/officeDocument/2006/relationships/tags" Target="../tags/tag303.xml"/><Relationship Id="rId1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8" Type="http://schemas.openxmlformats.org/officeDocument/2006/relationships/tags" Target="../tags/tag314.xml"/><Relationship Id="rId13" Type="http://schemas.openxmlformats.org/officeDocument/2006/relationships/tags" Target="../tags/tag319.xml"/><Relationship Id="rId18" Type="http://schemas.openxmlformats.org/officeDocument/2006/relationships/image" Target="../media/image19.png"/><Relationship Id="rId3" Type="http://schemas.openxmlformats.org/officeDocument/2006/relationships/tags" Target="../tags/tag309.xml"/><Relationship Id="rId7" Type="http://schemas.openxmlformats.org/officeDocument/2006/relationships/tags" Target="../tags/tag313.xml"/><Relationship Id="rId12" Type="http://schemas.openxmlformats.org/officeDocument/2006/relationships/tags" Target="../tags/tag318.xml"/><Relationship Id="rId17" Type="http://schemas.openxmlformats.org/officeDocument/2006/relationships/image" Target="../media/image10.png"/><Relationship Id="rId2" Type="http://schemas.openxmlformats.org/officeDocument/2006/relationships/tags" Target="../tags/tag308.xml"/><Relationship Id="rId16" Type="http://schemas.openxmlformats.org/officeDocument/2006/relationships/notesSlide" Target="../notesSlides/notesSlide19.xml"/><Relationship Id="rId1" Type="http://schemas.openxmlformats.org/officeDocument/2006/relationships/tags" Target="../tags/tag307.xml"/><Relationship Id="rId6" Type="http://schemas.openxmlformats.org/officeDocument/2006/relationships/tags" Target="../tags/tag312.xml"/><Relationship Id="rId11" Type="http://schemas.openxmlformats.org/officeDocument/2006/relationships/tags" Target="../tags/tag317.xml"/><Relationship Id="rId5" Type="http://schemas.openxmlformats.org/officeDocument/2006/relationships/tags" Target="../tags/tag311.xml"/><Relationship Id="rId15" Type="http://schemas.openxmlformats.org/officeDocument/2006/relationships/slideLayout" Target="../slideLayouts/slideLayout6.xml"/><Relationship Id="rId10" Type="http://schemas.openxmlformats.org/officeDocument/2006/relationships/tags" Target="../tags/tag316.xml"/><Relationship Id="rId4" Type="http://schemas.openxmlformats.org/officeDocument/2006/relationships/tags" Target="../tags/tag310.xml"/><Relationship Id="rId9" Type="http://schemas.openxmlformats.org/officeDocument/2006/relationships/tags" Target="../tags/tag315.xml"/><Relationship Id="rId14" Type="http://schemas.openxmlformats.org/officeDocument/2006/relationships/tags" Target="../tags/tag320.xml"/></Relationships>
</file>

<file path=ppt/slides/_rels/slide20.xml.rels><?xml version="1.0" encoding="UTF-8" standalone="yes"?>
<Relationships xmlns="http://schemas.openxmlformats.org/package/2006/relationships"><Relationship Id="rId8" Type="http://schemas.openxmlformats.org/officeDocument/2006/relationships/tags" Target="../tags/tag328.xml"/><Relationship Id="rId13" Type="http://schemas.openxmlformats.org/officeDocument/2006/relationships/tags" Target="../tags/tag333.xml"/><Relationship Id="rId18" Type="http://schemas.openxmlformats.org/officeDocument/2006/relationships/notesSlide" Target="../notesSlides/notesSlide20.xml"/><Relationship Id="rId3" Type="http://schemas.openxmlformats.org/officeDocument/2006/relationships/tags" Target="../tags/tag323.xml"/><Relationship Id="rId21" Type="http://schemas.openxmlformats.org/officeDocument/2006/relationships/image" Target="../media/image19.png"/><Relationship Id="rId7" Type="http://schemas.openxmlformats.org/officeDocument/2006/relationships/tags" Target="../tags/tag327.xml"/><Relationship Id="rId12" Type="http://schemas.openxmlformats.org/officeDocument/2006/relationships/tags" Target="../tags/tag332.xml"/><Relationship Id="rId17" Type="http://schemas.openxmlformats.org/officeDocument/2006/relationships/slideLayout" Target="../slideLayouts/slideLayout6.xml"/><Relationship Id="rId2" Type="http://schemas.openxmlformats.org/officeDocument/2006/relationships/tags" Target="../tags/tag322.xml"/><Relationship Id="rId16" Type="http://schemas.openxmlformats.org/officeDocument/2006/relationships/tags" Target="../tags/tag336.xml"/><Relationship Id="rId20" Type="http://schemas.openxmlformats.org/officeDocument/2006/relationships/image" Target="../media/image20.png"/><Relationship Id="rId1" Type="http://schemas.openxmlformats.org/officeDocument/2006/relationships/tags" Target="../tags/tag321.xml"/><Relationship Id="rId6" Type="http://schemas.openxmlformats.org/officeDocument/2006/relationships/tags" Target="../tags/tag326.xml"/><Relationship Id="rId11" Type="http://schemas.openxmlformats.org/officeDocument/2006/relationships/tags" Target="../tags/tag331.xml"/><Relationship Id="rId5" Type="http://schemas.openxmlformats.org/officeDocument/2006/relationships/tags" Target="../tags/tag325.xml"/><Relationship Id="rId15" Type="http://schemas.openxmlformats.org/officeDocument/2006/relationships/tags" Target="../tags/tag335.xml"/><Relationship Id="rId10" Type="http://schemas.openxmlformats.org/officeDocument/2006/relationships/tags" Target="../tags/tag330.xml"/><Relationship Id="rId19" Type="http://schemas.openxmlformats.org/officeDocument/2006/relationships/image" Target="../media/image10.png"/><Relationship Id="rId4" Type="http://schemas.openxmlformats.org/officeDocument/2006/relationships/tags" Target="../tags/tag324.xml"/><Relationship Id="rId9" Type="http://schemas.openxmlformats.org/officeDocument/2006/relationships/tags" Target="../tags/tag329.xml"/><Relationship Id="rId14" Type="http://schemas.openxmlformats.org/officeDocument/2006/relationships/tags" Target="../tags/tag334.xml"/></Relationships>
</file>

<file path=ppt/slides/_rels/slide21.xml.rels><?xml version="1.0" encoding="UTF-8" standalone="yes"?>
<Relationships xmlns="http://schemas.openxmlformats.org/package/2006/relationships"><Relationship Id="rId8" Type="http://schemas.openxmlformats.org/officeDocument/2006/relationships/tags" Target="../tags/tag344.xml"/><Relationship Id="rId13" Type="http://schemas.openxmlformats.org/officeDocument/2006/relationships/tags" Target="../tags/tag349.xml"/><Relationship Id="rId18" Type="http://schemas.openxmlformats.org/officeDocument/2006/relationships/tags" Target="../tags/tag354.xml"/><Relationship Id="rId3" Type="http://schemas.openxmlformats.org/officeDocument/2006/relationships/tags" Target="../tags/tag339.xml"/><Relationship Id="rId21" Type="http://schemas.openxmlformats.org/officeDocument/2006/relationships/slideLayout" Target="../slideLayouts/slideLayout6.xml"/><Relationship Id="rId7" Type="http://schemas.openxmlformats.org/officeDocument/2006/relationships/tags" Target="../tags/tag343.xml"/><Relationship Id="rId12" Type="http://schemas.openxmlformats.org/officeDocument/2006/relationships/tags" Target="../tags/tag348.xml"/><Relationship Id="rId17" Type="http://schemas.openxmlformats.org/officeDocument/2006/relationships/tags" Target="../tags/tag353.xml"/><Relationship Id="rId25" Type="http://schemas.openxmlformats.org/officeDocument/2006/relationships/image" Target="../media/image19.png"/><Relationship Id="rId2" Type="http://schemas.openxmlformats.org/officeDocument/2006/relationships/tags" Target="../tags/tag338.xml"/><Relationship Id="rId16" Type="http://schemas.openxmlformats.org/officeDocument/2006/relationships/tags" Target="../tags/tag352.xml"/><Relationship Id="rId20" Type="http://schemas.openxmlformats.org/officeDocument/2006/relationships/tags" Target="../tags/tag356.xml"/><Relationship Id="rId1" Type="http://schemas.openxmlformats.org/officeDocument/2006/relationships/tags" Target="../tags/tag337.xml"/><Relationship Id="rId6" Type="http://schemas.openxmlformats.org/officeDocument/2006/relationships/tags" Target="../tags/tag342.xml"/><Relationship Id="rId11" Type="http://schemas.openxmlformats.org/officeDocument/2006/relationships/tags" Target="../tags/tag347.xml"/><Relationship Id="rId24" Type="http://schemas.openxmlformats.org/officeDocument/2006/relationships/image" Target="../media/image20.png"/><Relationship Id="rId5" Type="http://schemas.openxmlformats.org/officeDocument/2006/relationships/tags" Target="../tags/tag341.xml"/><Relationship Id="rId15" Type="http://schemas.openxmlformats.org/officeDocument/2006/relationships/tags" Target="../tags/tag351.xml"/><Relationship Id="rId23" Type="http://schemas.openxmlformats.org/officeDocument/2006/relationships/image" Target="../media/image10.png"/><Relationship Id="rId10" Type="http://schemas.openxmlformats.org/officeDocument/2006/relationships/tags" Target="../tags/tag346.xml"/><Relationship Id="rId19" Type="http://schemas.openxmlformats.org/officeDocument/2006/relationships/tags" Target="../tags/tag355.xml"/><Relationship Id="rId4" Type="http://schemas.openxmlformats.org/officeDocument/2006/relationships/tags" Target="../tags/tag340.xml"/><Relationship Id="rId9" Type="http://schemas.openxmlformats.org/officeDocument/2006/relationships/tags" Target="../tags/tag345.xml"/><Relationship Id="rId14" Type="http://schemas.openxmlformats.org/officeDocument/2006/relationships/tags" Target="../tags/tag350.xml"/><Relationship Id="rId2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8" Type="http://schemas.openxmlformats.org/officeDocument/2006/relationships/tags" Target="../tags/tag364.xml"/><Relationship Id="rId13" Type="http://schemas.openxmlformats.org/officeDocument/2006/relationships/tags" Target="../tags/tag369.xml"/><Relationship Id="rId18" Type="http://schemas.openxmlformats.org/officeDocument/2006/relationships/tags" Target="../tags/tag374.xml"/><Relationship Id="rId26" Type="http://schemas.openxmlformats.org/officeDocument/2006/relationships/image" Target="../media/image19.png"/><Relationship Id="rId3" Type="http://schemas.openxmlformats.org/officeDocument/2006/relationships/tags" Target="../tags/tag359.xml"/><Relationship Id="rId21" Type="http://schemas.openxmlformats.org/officeDocument/2006/relationships/tags" Target="../tags/tag377.xml"/><Relationship Id="rId7" Type="http://schemas.openxmlformats.org/officeDocument/2006/relationships/tags" Target="../tags/tag363.xml"/><Relationship Id="rId12" Type="http://schemas.openxmlformats.org/officeDocument/2006/relationships/tags" Target="../tags/tag368.xml"/><Relationship Id="rId17" Type="http://schemas.openxmlformats.org/officeDocument/2006/relationships/tags" Target="../tags/tag373.xml"/><Relationship Id="rId25" Type="http://schemas.openxmlformats.org/officeDocument/2006/relationships/image" Target="../media/image20.png"/><Relationship Id="rId2" Type="http://schemas.openxmlformats.org/officeDocument/2006/relationships/tags" Target="../tags/tag358.xml"/><Relationship Id="rId16" Type="http://schemas.openxmlformats.org/officeDocument/2006/relationships/tags" Target="../tags/tag372.xml"/><Relationship Id="rId20" Type="http://schemas.openxmlformats.org/officeDocument/2006/relationships/tags" Target="../tags/tag376.xml"/><Relationship Id="rId1" Type="http://schemas.openxmlformats.org/officeDocument/2006/relationships/tags" Target="../tags/tag357.xml"/><Relationship Id="rId6" Type="http://schemas.openxmlformats.org/officeDocument/2006/relationships/tags" Target="../tags/tag362.xml"/><Relationship Id="rId11" Type="http://schemas.openxmlformats.org/officeDocument/2006/relationships/tags" Target="../tags/tag367.xml"/><Relationship Id="rId24" Type="http://schemas.openxmlformats.org/officeDocument/2006/relationships/image" Target="../media/image10.png"/><Relationship Id="rId5" Type="http://schemas.openxmlformats.org/officeDocument/2006/relationships/tags" Target="../tags/tag361.xml"/><Relationship Id="rId15" Type="http://schemas.openxmlformats.org/officeDocument/2006/relationships/tags" Target="../tags/tag371.xml"/><Relationship Id="rId23" Type="http://schemas.openxmlformats.org/officeDocument/2006/relationships/notesSlide" Target="../notesSlides/notesSlide22.xml"/><Relationship Id="rId10" Type="http://schemas.openxmlformats.org/officeDocument/2006/relationships/tags" Target="../tags/tag366.xml"/><Relationship Id="rId19" Type="http://schemas.openxmlformats.org/officeDocument/2006/relationships/tags" Target="../tags/tag375.xml"/><Relationship Id="rId4" Type="http://schemas.openxmlformats.org/officeDocument/2006/relationships/tags" Target="../tags/tag360.xml"/><Relationship Id="rId9" Type="http://schemas.openxmlformats.org/officeDocument/2006/relationships/tags" Target="../tags/tag365.xml"/><Relationship Id="rId14" Type="http://schemas.openxmlformats.org/officeDocument/2006/relationships/tags" Target="../tags/tag370.xml"/><Relationship Id="rId22"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8" Type="http://schemas.openxmlformats.org/officeDocument/2006/relationships/tags" Target="../tags/tag385.xml"/><Relationship Id="rId13" Type="http://schemas.openxmlformats.org/officeDocument/2006/relationships/tags" Target="../tags/tag390.xml"/><Relationship Id="rId18" Type="http://schemas.openxmlformats.org/officeDocument/2006/relationships/tags" Target="../tags/tag395.xml"/><Relationship Id="rId26" Type="http://schemas.openxmlformats.org/officeDocument/2006/relationships/tags" Target="../tags/tag403.xml"/><Relationship Id="rId3" Type="http://schemas.openxmlformats.org/officeDocument/2006/relationships/tags" Target="../tags/tag380.xml"/><Relationship Id="rId21" Type="http://schemas.openxmlformats.org/officeDocument/2006/relationships/tags" Target="../tags/tag398.xml"/><Relationship Id="rId7" Type="http://schemas.openxmlformats.org/officeDocument/2006/relationships/tags" Target="../tags/tag384.xml"/><Relationship Id="rId12" Type="http://schemas.openxmlformats.org/officeDocument/2006/relationships/tags" Target="../tags/tag389.xml"/><Relationship Id="rId17" Type="http://schemas.openxmlformats.org/officeDocument/2006/relationships/tags" Target="../tags/tag394.xml"/><Relationship Id="rId25" Type="http://schemas.openxmlformats.org/officeDocument/2006/relationships/tags" Target="../tags/tag402.xml"/><Relationship Id="rId2" Type="http://schemas.openxmlformats.org/officeDocument/2006/relationships/tags" Target="../tags/tag379.xml"/><Relationship Id="rId16" Type="http://schemas.openxmlformats.org/officeDocument/2006/relationships/tags" Target="../tags/tag393.xml"/><Relationship Id="rId20" Type="http://schemas.openxmlformats.org/officeDocument/2006/relationships/tags" Target="../tags/tag397.xml"/><Relationship Id="rId29" Type="http://schemas.openxmlformats.org/officeDocument/2006/relationships/image" Target="../media/image10.png"/><Relationship Id="rId1" Type="http://schemas.openxmlformats.org/officeDocument/2006/relationships/tags" Target="../tags/tag378.xml"/><Relationship Id="rId6" Type="http://schemas.openxmlformats.org/officeDocument/2006/relationships/tags" Target="../tags/tag383.xml"/><Relationship Id="rId11" Type="http://schemas.openxmlformats.org/officeDocument/2006/relationships/tags" Target="../tags/tag388.xml"/><Relationship Id="rId24" Type="http://schemas.openxmlformats.org/officeDocument/2006/relationships/tags" Target="../tags/tag401.xml"/><Relationship Id="rId5" Type="http://schemas.openxmlformats.org/officeDocument/2006/relationships/tags" Target="../tags/tag382.xml"/><Relationship Id="rId15" Type="http://schemas.openxmlformats.org/officeDocument/2006/relationships/tags" Target="../tags/tag392.xml"/><Relationship Id="rId23" Type="http://schemas.openxmlformats.org/officeDocument/2006/relationships/tags" Target="../tags/tag400.xml"/><Relationship Id="rId28" Type="http://schemas.openxmlformats.org/officeDocument/2006/relationships/notesSlide" Target="../notesSlides/notesSlide23.xml"/><Relationship Id="rId10" Type="http://schemas.openxmlformats.org/officeDocument/2006/relationships/tags" Target="../tags/tag387.xml"/><Relationship Id="rId19" Type="http://schemas.openxmlformats.org/officeDocument/2006/relationships/tags" Target="../tags/tag396.xml"/><Relationship Id="rId31" Type="http://schemas.openxmlformats.org/officeDocument/2006/relationships/image" Target="../media/image19.png"/><Relationship Id="rId4" Type="http://schemas.openxmlformats.org/officeDocument/2006/relationships/tags" Target="../tags/tag381.xml"/><Relationship Id="rId9" Type="http://schemas.openxmlformats.org/officeDocument/2006/relationships/tags" Target="../tags/tag386.xml"/><Relationship Id="rId14" Type="http://schemas.openxmlformats.org/officeDocument/2006/relationships/tags" Target="../tags/tag391.xml"/><Relationship Id="rId22" Type="http://schemas.openxmlformats.org/officeDocument/2006/relationships/tags" Target="../tags/tag399.xml"/><Relationship Id="rId27" Type="http://schemas.openxmlformats.org/officeDocument/2006/relationships/slideLayout" Target="../slideLayouts/slideLayout6.xml"/><Relationship Id="rId30" Type="http://schemas.openxmlformats.org/officeDocument/2006/relationships/image" Target="../media/image20.png"/></Relationships>
</file>

<file path=ppt/slides/_rels/slide24.xml.rels><?xml version="1.0" encoding="UTF-8" standalone="yes"?>
<Relationships xmlns="http://schemas.openxmlformats.org/package/2006/relationships"><Relationship Id="rId8" Type="http://schemas.openxmlformats.org/officeDocument/2006/relationships/notesSlide" Target="../notesSlides/notesSlide24.xml"/><Relationship Id="rId3" Type="http://schemas.openxmlformats.org/officeDocument/2006/relationships/tags" Target="../tags/tag406.xml"/><Relationship Id="rId7" Type="http://schemas.openxmlformats.org/officeDocument/2006/relationships/slideLayout" Target="../slideLayouts/slideLayout6.xml"/><Relationship Id="rId2" Type="http://schemas.openxmlformats.org/officeDocument/2006/relationships/tags" Target="../tags/tag405.xml"/><Relationship Id="rId1" Type="http://schemas.openxmlformats.org/officeDocument/2006/relationships/tags" Target="../tags/tag404.xml"/><Relationship Id="rId6" Type="http://schemas.openxmlformats.org/officeDocument/2006/relationships/tags" Target="../tags/tag409.xml"/><Relationship Id="rId5" Type="http://schemas.openxmlformats.org/officeDocument/2006/relationships/tags" Target="../tags/tag408.xml"/><Relationship Id="rId4" Type="http://schemas.openxmlformats.org/officeDocument/2006/relationships/tags" Target="../tags/tag407.xml"/></Relationships>
</file>

<file path=ppt/slides/_rels/slide25.xml.rels><?xml version="1.0" encoding="UTF-8" standalone="yes"?>
<Relationships xmlns="http://schemas.openxmlformats.org/package/2006/relationships"><Relationship Id="rId8" Type="http://schemas.openxmlformats.org/officeDocument/2006/relationships/tags" Target="../tags/tag417.xml"/><Relationship Id="rId13" Type="http://schemas.openxmlformats.org/officeDocument/2006/relationships/slideLayout" Target="../slideLayouts/slideLayout6.xml"/><Relationship Id="rId3" Type="http://schemas.openxmlformats.org/officeDocument/2006/relationships/tags" Target="../tags/tag412.xml"/><Relationship Id="rId7" Type="http://schemas.openxmlformats.org/officeDocument/2006/relationships/tags" Target="../tags/tag416.xml"/><Relationship Id="rId12" Type="http://schemas.openxmlformats.org/officeDocument/2006/relationships/tags" Target="../tags/tag421.xml"/><Relationship Id="rId2" Type="http://schemas.openxmlformats.org/officeDocument/2006/relationships/tags" Target="../tags/tag411.xml"/><Relationship Id="rId1" Type="http://schemas.openxmlformats.org/officeDocument/2006/relationships/tags" Target="../tags/tag410.xml"/><Relationship Id="rId6" Type="http://schemas.openxmlformats.org/officeDocument/2006/relationships/tags" Target="../tags/tag415.xml"/><Relationship Id="rId11" Type="http://schemas.openxmlformats.org/officeDocument/2006/relationships/tags" Target="../tags/tag420.xml"/><Relationship Id="rId5" Type="http://schemas.openxmlformats.org/officeDocument/2006/relationships/tags" Target="../tags/tag414.xml"/><Relationship Id="rId10" Type="http://schemas.openxmlformats.org/officeDocument/2006/relationships/tags" Target="../tags/tag419.xml"/><Relationship Id="rId4" Type="http://schemas.openxmlformats.org/officeDocument/2006/relationships/tags" Target="../tags/tag413.xml"/><Relationship Id="rId9" Type="http://schemas.openxmlformats.org/officeDocument/2006/relationships/tags" Target="../tags/tag418.xml"/><Relationship Id="rId1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8" Type="http://schemas.openxmlformats.org/officeDocument/2006/relationships/tags" Target="../tags/tag429.xml"/><Relationship Id="rId13" Type="http://schemas.openxmlformats.org/officeDocument/2006/relationships/tags" Target="../tags/tag434.xml"/><Relationship Id="rId3" Type="http://schemas.openxmlformats.org/officeDocument/2006/relationships/tags" Target="../tags/tag424.xml"/><Relationship Id="rId7" Type="http://schemas.openxmlformats.org/officeDocument/2006/relationships/tags" Target="../tags/tag428.xml"/><Relationship Id="rId12" Type="http://schemas.openxmlformats.org/officeDocument/2006/relationships/tags" Target="../tags/tag433.xml"/><Relationship Id="rId2" Type="http://schemas.openxmlformats.org/officeDocument/2006/relationships/tags" Target="../tags/tag423.xml"/><Relationship Id="rId16" Type="http://schemas.openxmlformats.org/officeDocument/2006/relationships/notesSlide" Target="../notesSlides/notesSlide26.xml"/><Relationship Id="rId1" Type="http://schemas.openxmlformats.org/officeDocument/2006/relationships/tags" Target="../tags/tag422.xml"/><Relationship Id="rId6" Type="http://schemas.openxmlformats.org/officeDocument/2006/relationships/tags" Target="../tags/tag427.xml"/><Relationship Id="rId11" Type="http://schemas.openxmlformats.org/officeDocument/2006/relationships/tags" Target="../tags/tag432.xml"/><Relationship Id="rId5" Type="http://schemas.openxmlformats.org/officeDocument/2006/relationships/tags" Target="../tags/tag426.xml"/><Relationship Id="rId15" Type="http://schemas.openxmlformats.org/officeDocument/2006/relationships/slideLayout" Target="../slideLayouts/slideLayout6.xml"/><Relationship Id="rId10" Type="http://schemas.openxmlformats.org/officeDocument/2006/relationships/tags" Target="../tags/tag431.xml"/><Relationship Id="rId4" Type="http://schemas.openxmlformats.org/officeDocument/2006/relationships/tags" Target="../tags/tag425.xml"/><Relationship Id="rId9" Type="http://schemas.openxmlformats.org/officeDocument/2006/relationships/tags" Target="../tags/tag430.xml"/><Relationship Id="rId14" Type="http://schemas.openxmlformats.org/officeDocument/2006/relationships/tags" Target="../tags/tag435.xml"/></Relationships>
</file>

<file path=ppt/slides/_rels/slide27.xml.rels><?xml version="1.0" encoding="UTF-8" standalone="yes"?>
<Relationships xmlns="http://schemas.openxmlformats.org/package/2006/relationships"><Relationship Id="rId8" Type="http://schemas.openxmlformats.org/officeDocument/2006/relationships/slideLayout" Target="../slideLayouts/slideLayout6.xml"/><Relationship Id="rId13" Type="http://schemas.openxmlformats.org/officeDocument/2006/relationships/image" Target="../media/image24.png"/><Relationship Id="rId3" Type="http://schemas.openxmlformats.org/officeDocument/2006/relationships/tags" Target="../tags/tag438.xml"/><Relationship Id="rId7" Type="http://schemas.openxmlformats.org/officeDocument/2006/relationships/tags" Target="../tags/tag442.xml"/><Relationship Id="rId12" Type="http://schemas.openxmlformats.org/officeDocument/2006/relationships/image" Target="../media/image23.png"/><Relationship Id="rId17" Type="http://schemas.openxmlformats.org/officeDocument/2006/relationships/image" Target="../media/image28.png"/><Relationship Id="rId2" Type="http://schemas.openxmlformats.org/officeDocument/2006/relationships/tags" Target="../tags/tag437.xml"/><Relationship Id="rId16" Type="http://schemas.openxmlformats.org/officeDocument/2006/relationships/image" Target="../media/image27.png"/><Relationship Id="rId1" Type="http://schemas.openxmlformats.org/officeDocument/2006/relationships/tags" Target="../tags/tag436.xml"/><Relationship Id="rId6" Type="http://schemas.openxmlformats.org/officeDocument/2006/relationships/tags" Target="../tags/tag441.xml"/><Relationship Id="rId11" Type="http://schemas.openxmlformats.org/officeDocument/2006/relationships/image" Target="../media/image22.png"/><Relationship Id="rId5" Type="http://schemas.openxmlformats.org/officeDocument/2006/relationships/tags" Target="../tags/tag440.xml"/><Relationship Id="rId15" Type="http://schemas.openxmlformats.org/officeDocument/2006/relationships/image" Target="../media/image26.png"/><Relationship Id="rId10" Type="http://schemas.openxmlformats.org/officeDocument/2006/relationships/image" Target="../media/image21.png"/><Relationship Id="rId4" Type="http://schemas.openxmlformats.org/officeDocument/2006/relationships/tags" Target="../tags/tag439.xml"/><Relationship Id="rId9" Type="http://schemas.openxmlformats.org/officeDocument/2006/relationships/notesSlide" Target="../notesSlides/notesSlide27.xml"/><Relationship Id="rId14" Type="http://schemas.openxmlformats.org/officeDocument/2006/relationships/image" Target="../media/image25.png"/></Relationships>
</file>

<file path=ppt/slides/_rels/slide28.xml.rels><?xml version="1.0" encoding="UTF-8" standalone="yes"?>
<Relationships xmlns="http://schemas.openxmlformats.org/package/2006/relationships"><Relationship Id="rId8" Type="http://schemas.openxmlformats.org/officeDocument/2006/relationships/tags" Target="../tags/tag450.xml"/><Relationship Id="rId13" Type="http://schemas.openxmlformats.org/officeDocument/2006/relationships/image" Target="../media/image22.png"/><Relationship Id="rId18" Type="http://schemas.openxmlformats.org/officeDocument/2006/relationships/image" Target="../media/image27.png"/><Relationship Id="rId3" Type="http://schemas.openxmlformats.org/officeDocument/2006/relationships/tags" Target="../tags/tag445.xml"/><Relationship Id="rId7" Type="http://schemas.openxmlformats.org/officeDocument/2006/relationships/tags" Target="../tags/tag449.xml"/><Relationship Id="rId12" Type="http://schemas.openxmlformats.org/officeDocument/2006/relationships/image" Target="../media/image21.png"/><Relationship Id="rId17" Type="http://schemas.openxmlformats.org/officeDocument/2006/relationships/image" Target="../media/image26.png"/><Relationship Id="rId2" Type="http://schemas.openxmlformats.org/officeDocument/2006/relationships/tags" Target="../tags/tag444.xml"/><Relationship Id="rId16" Type="http://schemas.openxmlformats.org/officeDocument/2006/relationships/image" Target="../media/image25.png"/><Relationship Id="rId1" Type="http://schemas.openxmlformats.org/officeDocument/2006/relationships/tags" Target="../tags/tag443.xml"/><Relationship Id="rId6" Type="http://schemas.openxmlformats.org/officeDocument/2006/relationships/tags" Target="../tags/tag448.xml"/><Relationship Id="rId11" Type="http://schemas.openxmlformats.org/officeDocument/2006/relationships/notesSlide" Target="../notesSlides/notesSlide28.xml"/><Relationship Id="rId5" Type="http://schemas.openxmlformats.org/officeDocument/2006/relationships/tags" Target="../tags/tag447.xml"/><Relationship Id="rId15" Type="http://schemas.openxmlformats.org/officeDocument/2006/relationships/image" Target="../media/image24.png"/><Relationship Id="rId10" Type="http://schemas.openxmlformats.org/officeDocument/2006/relationships/slideLayout" Target="../slideLayouts/slideLayout6.xml"/><Relationship Id="rId19" Type="http://schemas.openxmlformats.org/officeDocument/2006/relationships/image" Target="../media/image28.png"/><Relationship Id="rId4" Type="http://schemas.openxmlformats.org/officeDocument/2006/relationships/tags" Target="../tags/tag446.xml"/><Relationship Id="rId9" Type="http://schemas.openxmlformats.org/officeDocument/2006/relationships/tags" Target="../tags/tag451.xml"/><Relationship Id="rId14" Type="http://schemas.openxmlformats.org/officeDocument/2006/relationships/image" Target="../media/image23.png"/></Relationships>
</file>

<file path=ppt/slides/_rels/slide29.xml.rels><?xml version="1.0" encoding="UTF-8" standalone="yes"?>
<Relationships xmlns="http://schemas.openxmlformats.org/package/2006/relationships"><Relationship Id="rId8" Type="http://schemas.openxmlformats.org/officeDocument/2006/relationships/tags" Target="../tags/tag459.xml"/><Relationship Id="rId13" Type="http://schemas.openxmlformats.org/officeDocument/2006/relationships/tags" Target="../tags/tag464.xml"/><Relationship Id="rId18" Type="http://schemas.openxmlformats.org/officeDocument/2006/relationships/notesSlide" Target="../notesSlides/notesSlide29.xml"/><Relationship Id="rId26" Type="http://schemas.openxmlformats.org/officeDocument/2006/relationships/image" Target="../media/image28.png"/><Relationship Id="rId3" Type="http://schemas.openxmlformats.org/officeDocument/2006/relationships/tags" Target="../tags/tag454.xml"/><Relationship Id="rId21" Type="http://schemas.openxmlformats.org/officeDocument/2006/relationships/image" Target="../media/image23.png"/><Relationship Id="rId7" Type="http://schemas.openxmlformats.org/officeDocument/2006/relationships/tags" Target="../tags/tag458.xml"/><Relationship Id="rId12" Type="http://schemas.openxmlformats.org/officeDocument/2006/relationships/tags" Target="../tags/tag463.xml"/><Relationship Id="rId17" Type="http://schemas.openxmlformats.org/officeDocument/2006/relationships/slideLayout" Target="../slideLayouts/slideLayout6.xml"/><Relationship Id="rId25" Type="http://schemas.openxmlformats.org/officeDocument/2006/relationships/image" Target="../media/image27.png"/><Relationship Id="rId2" Type="http://schemas.openxmlformats.org/officeDocument/2006/relationships/tags" Target="../tags/tag453.xml"/><Relationship Id="rId16" Type="http://schemas.openxmlformats.org/officeDocument/2006/relationships/tags" Target="../tags/tag467.xml"/><Relationship Id="rId20" Type="http://schemas.openxmlformats.org/officeDocument/2006/relationships/image" Target="../media/image22.png"/><Relationship Id="rId1" Type="http://schemas.openxmlformats.org/officeDocument/2006/relationships/tags" Target="../tags/tag452.xml"/><Relationship Id="rId6" Type="http://schemas.openxmlformats.org/officeDocument/2006/relationships/tags" Target="../tags/tag457.xml"/><Relationship Id="rId11" Type="http://schemas.openxmlformats.org/officeDocument/2006/relationships/tags" Target="../tags/tag462.xml"/><Relationship Id="rId24" Type="http://schemas.openxmlformats.org/officeDocument/2006/relationships/image" Target="../media/image26.png"/><Relationship Id="rId5" Type="http://schemas.openxmlformats.org/officeDocument/2006/relationships/tags" Target="../tags/tag456.xml"/><Relationship Id="rId15" Type="http://schemas.openxmlformats.org/officeDocument/2006/relationships/tags" Target="../tags/tag466.xml"/><Relationship Id="rId23" Type="http://schemas.openxmlformats.org/officeDocument/2006/relationships/image" Target="../media/image25.png"/><Relationship Id="rId10" Type="http://schemas.openxmlformats.org/officeDocument/2006/relationships/tags" Target="../tags/tag461.xml"/><Relationship Id="rId19" Type="http://schemas.openxmlformats.org/officeDocument/2006/relationships/image" Target="../media/image21.png"/><Relationship Id="rId4" Type="http://schemas.openxmlformats.org/officeDocument/2006/relationships/tags" Target="../tags/tag455.xml"/><Relationship Id="rId9" Type="http://schemas.openxmlformats.org/officeDocument/2006/relationships/tags" Target="../tags/tag460.xml"/><Relationship Id="rId14" Type="http://schemas.openxmlformats.org/officeDocument/2006/relationships/tags" Target="../tags/tag465.xml"/><Relationship Id="rId22" Type="http://schemas.openxmlformats.org/officeDocument/2006/relationships/image" Target="../media/image24.png"/><Relationship Id="rId27" Type="http://schemas.openxmlformats.org/officeDocument/2006/relationships/image" Target="../media/image29.png"/></Relationships>
</file>

<file path=ppt/slides/_rels/slide30.xml.rels><?xml version="1.0" encoding="UTF-8" standalone="yes"?>
<Relationships xmlns="http://schemas.openxmlformats.org/package/2006/relationships"><Relationship Id="rId13" Type="http://schemas.openxmlformats.org/officeDocument/2006/relationships/tags" Target="../tags/tag480.xml"/><Relationship Id="rId18" Type="http://schemas.openxmlformats.org/officeDocument/2006/relationships/tags" Target="../tags/tag485.xml"/><Relationship Id="rId26" Type="http://schemas.openxmlformats.org/officeDocument/2006/relationships/image" Target="../media/image22.png"/><Relationship Id="rId3" Type="http://schemas.openxmlformats.org/officeDocument/2006/relationships/tags" Target="../tags/tag470.xml"/><Relationship Id="rId21" Type="http://schemas.openxmlformats.org/officeDocument/2006/relationships/tags" Target="../tags/tag488.xml"/><Relationship Id="rId7" Type="http://schemas.openxmlformats.org/officeDocument/2006/relationships/tags" Target="../tags/tag474.xml"/><Relationship Id="rId12" Type="http://schemas.openxmlformats.org/officeDocument/2006/relationships/tags" Target="../tags/tag479.xml"/><Relationship Id="rId17" Type="http://schemas.openxmlformats.org/officeDocument/2006/relationships/tags" Target="../tags/tag484.xml"/><Relationship Id="rId25" Type="http://schemas.openxmlformats.org/officeDocument/2006/relationships/image" Target="../media/image21.png"/><Relationship Id="rId33" Type="http://schemas.openxmlformats.org/officeDocument/2006/relationships/image" Target="../media/image29.png"/><Relationship Id="rId2" Type="http://schemas.openxmlformats.org/officeDocument/2006/relationships/tags" Target="../tags/tag469.xml"/><Relationship Id="rId16" Type="http://schemas.openxmlformats.org/officeDocument/2006/relationships/tags" Target="../tags/tag483.xml"/><Relationship Id="rId20" Type="http://schemas.openxmlformats.org/officeDocument/2006/relationships/tags" Target="../tags/tag487.xml"/><Relationship Id="rId29" Type="http://schemas.openxmlformats.org/officeDocument/2006/relationships/image" Target="../media/image25.png"/><Relationship Id="rId1" Type="http://schemas.openxmlformats.org/officeDocument/2006/relationships/tags" Target="../tags/tag468.xml"/><Relationship Id="rId6" Type="http://schemas.openxmlformats.org/officeDocument/2006/relationships/tags" Target="../tags/tag473.xml"/><Relationship Id="rId11" Type="http://schemas.openxmlformats.org/officeDocument/2006/relationships/tags" Target="../tags/tag478.xml"/><Relationship Id="rId24" Type="http://schemas.openxmlformats.org/officeDocument/2006/relationships/notesSlide" Target="../notesSlides/notesSlide30.xml"/><Relationship Id="rId32" Type="http://schemas.openxmlformats.org/officeDocument/2006/relationships/image" Target="../media/image28.png"/><Relationship Id="rId5" Type="http://schemas.openxmlformats.org/officeDocument/2006/relationships/tags" Target="../tags/tag472.xml"/><Relationship Id="rId15" Type="http://schemas.openxmlformats.org/officeDocument/2006/relationships/tags" Target="../tags/tag482.xml"/><Relationship Id="rId23" Type="http://schemas.openxmlformats.org/officeDocument/2006/relationships/slideLayout" Target="../slideLayouts/slideLayout6.xml"/><Relationship Id="rId28" Type="http://schemas.openxmlformats.org/officeDocument/2006/relationships/image" Target="../media/image24.png"/><Relationship Id="rId10" Type="http://schemas.openxmlformats.org/officeDocument/2006/relationships/tags" Target="../tags/tag477.xml"/><Relationship Id="rId19" Type="http://schemas.openxmlformats.org/officeDocument/2006/relationships/tags" Target="../tags/tag486.xml"/><Relationship Id="rId31" Type="http://schemas.openxmlformats.org/officeDocument/2006/relationships/image" Target="../media/image27.png"/><Relationship Id="rId4" Type="http://schemas.openxmlformats.org/officeDocument/2006/relationships/tags" Target="../tags/tag471.xml"/><Relationship Id="rId9" Type="http://schemas.openxmlformats.org/officeDocument/2006/relationships/tags" Target="../tags/tag476.xml"/><Relationship Id="rId14" Type="http://schemas.openxmlformats.org/officeDocument/2006/relationships/tags" Target="../tags/tag481.xml"/><Relationship Id="rId22" Type="http://schemas.openxmlformats.org/officeDocument/2006/relationships/tags" Target="../tags/tag489.xml"/><Relationship Id="rId27" Type="http://schemas.openxmlformats.org/officeDocument/2006/relationships/image" Target="../media/image23.png"/><Relationship Id="rId30" Type="http://schemas.openxmlformats.org/officeDocument/2006/relationships/image" Target="../media/image26.png"/><Relationship Id="rId8" Type="http://schemas.openxmlformats.org/officeDocument/2006/relationships/tags" Target="../tags/tag475.xml"/></Relationships>
</file>

<file path=ppt/slides/_rels/slide31.xml.rels><?xml version="1.0" encoding="UTF-8" standalone="yes"?>
<Relationships xmlns="http://schemas.openxmlformats.org/package/2006/relationships"><Relationship Id="rId13" Type="http://schemas.openxmlformats.org/officeDocument/2006/relationships/tags" Target="../tags/tag502.xml"/><Relationship Id="rId18" Type="http://schemas.openxmlformats.org/officeDocument/2006/relationships/tags" Target="../tags/tag507.xml"/><Relationship Id="rId26" Type="http://schemas.openxmlformats.org/officeDocument/2006/relationships/tags" Target="../tags/tag515.xml"/><Relationship Id="rId39" Type="http://schemas.openxmlformats.org/officeDocument/2006/relationships/image" Target="../media/image29.png"/><Relationship Id="rId21" Type="http://schemas.openxmlformats.org/officeDocument/2006/relationships/tags" Target="../tags/tag510.xml"/><Relationship Id="rId34" Type="http://schemas.openxmlformats.org/officeDocument/2006/relationships/image" Target="../media/image24.png"/><Relationship Id="rId7" Type="http://schemas.openxmlformats.org/officeDocument/2006/relationships/tags" Target="../tags/tag496.xml"/><Relationship Id="rId12" Type="http://schemas.openxmlformats.org/officeDocument/2006/relationships/tags" Target="../tags/tag501.xml"/><Relationship Id="rId17" Type="http://schemas.openxmlformats.org/officeDocument/2006/relationships/tags" Target="../tags/tag506.xml"/><Relationship Id="rId25" Type="http://schemas.openxmlformats.org/officeDocument/2006/relationships/tags" Target="../tags/tag514.xml"/><Relationship Id="rId33" Type="http://schemas.openxmlformats.org/officeDocument/2006/relationships/image" Target="../media/image23.png"/><Relationship Id="rId38" Type="http://schemas.openxmlformats.org/officeDocument/2006/relationships/image" Target="../media/image28.png"/><Relationship Id="rId2" Type="http://schemas.openxmlformats.org/officeDocument/2006/relationships/tags" Target="../tags/tag491.xml"/><Relationship Id="rId16" Type="http://schemas.openxmlformats.org/officeDocument/2006/relationships/tags" Target="../tags/tag505.xml"/><Relationship Id="rId20" Type="http://schemas.openxmlformats.org/officeDocument/2006/relationships/tags" Target="../tags/tag509.xml"/><Relationship Id="rId29" Type="http://schemas.openxmlformats.org/officeDocument/2006/relationships/slideLayout" Target="../slideLayouts/slideLayout6.xml"/><Relationship Id="rId1" Type="http://schemas.openxmlformats.org/officeDocument/2006/relationships/tags" Target="../tags/tag490.xml"/><Relationship Id="rId6" Type="http://schemas.openxmlformats.org/officeDocument/2006/relationships/tags" Target="../tags/tag495.xml"/><Relationship Id="rId11" Type="http://schemas.openxmlformats.org/officeDocument/2006/relationships/tags" Target="../tags/tag500.xml"/><Relationship Id="rId24" Type="http://schemas.openxmlformats.org/officeDocument/2006/relationships/tags" Target="../tags/tag513.xml"/><Relationship Id="rId32" Type="http://schemas.openxmlformats.org/officeDocument/2006/relationships/image" Target="../media/image22.png"/><Relationship Id="rId37" Type="http://schemas.openxmlformats.org/officeDocument/2006/relationships/image" Target="../media/image27.png"/><Relationship Id="rId40" Type="http://schemas.openxmlformats.org/officeDocument/2006/relationships/image" Target="../media/image30.png"/><Relationship Id="rId5" Type="http://schemas.openxmlformats.org/officeDocument/2006/relationships/tags" Target="../tags/tag494.xml"/><Relationship Id="rId15" Type="http://schemas.openxmlformats.org/officeDocument/2006/relationships/tags" Target="../tags/tag504.xml"/><Relationship Id="rId23" Type="http://schemas.openxmlformats.org/officeDocument/2006/relationships/tags" Target="../tags/tag512.xml"/><Relationship Id="rId28" Type="http://schemas.openxmlformats.org/officeDocument/2006/relationships/tags" Target="../tags/tag517.xml"/><Relationship Id="rId36" Type="http://schemas.openxmlformats.org/officeDocument/2006/relationships/image" Target="../media/image26.png"/><Relationship Id="rId10" Type="http://schemas.openxmlformats.org/officeDocument/2006/relationships/tags" Target="../tags/tag499.xml"/><Relationship Id="rId19" Type="http://schemas.openxmlformats.org/officeDocument/2006/relationships/tags" Target="../tags/tag508.xml"/><Relationship Id="rId31" Type="http://schemas.openxmlformats.org/officeDocument/2006/relationships/image" Target="../media/image21.png"/><Relationship Id="rId4" Type="http://schemas.openxmlformats.org/officeDocument/2006/relationships/tags" Target="../tags/tag493.xml"/><Relationship Id="rId9" Type="http://schemas.openxmlformats.org/officeDocument/2006/relationships/tags" Target="../tags/tag498.xml"/><Relationship Id="rId14" Type="http://schemas.openxmlformats.org/officeDocument/2006/relationships/tags" Target="../tags/tag503.xml"/><Relationship Id="rId22" Type="http://schemas.openxmlformats.org/officeDocument/2006/relationships/tags" Target="../tags/tag511.xml"/><Relationship Id="rId27" Type="http://schemas.openxmlformats.org/officeDocument/2006/relationships/tags" Target="../tags/tag516.xml"/><Relationship Id="rId30" Type="http://schemas.openxmlformats.org/officeDocument/2006/relationships/notesSlide" Target="../notesSlides/notesSlide31.xml"/><Relationship Id="rId35" Type="http://schemas.openxmlformats.org/officeDocument/2006/relationships/image" Target="../media/image25.png"/><Relationship Id="rId8" Type="http://schemas.openxmlformats.org/officeDocument/2006/relationships/tags" Target="../tags/tag497.xml"/><Relationship Id="rId3" Type="http://schemas.openxmlformats.org/officeDocument/2006/relationships/tags" Target="../tags/tag492.xml"/></Relationships>
</file>

<file path=ppt/slides/_rels/slide32.xml.rels><?xml version="1.0" encoding="UTF-8" standalone="yes"?>
<Relationships xmlns="http://schemas.openxmlformats.org/package/2006/relationships"><Relationship Id="rId13" Type="http://schemas.openxmlformats.org/officeDocument/2006/relationships/tags" Target="../tags/tag530.xml"/><Relationship Id="rId18" Type="http://schemas.openxmlformats.org/officeDocument/2006/relationships/tags" Target="../tags/tag535.xml"/><Relationship Id="rId26" Type="http://schemas.openxmlformats.org/officeDocument/2006/relationships/tags" Target="../tags/tag543.xml"/><Relationship Id="rId39" Type="http://schemas.openxmlformats.org/officeDocument/2006/relationships/image" Target="../media/image28.png"/><Relationship Id="rId21" Type="http://schemas.openxmlformats.org/officeDocument/2006/relationships/tags" Target="../tags/tag538.xml"/><Relationship Id="rId34" Type="http://schemas.openxmlformats.org/officeDocument/2006/relationships/image" Target="../media/image23.png"/><Relationship Id="rId7" Type="http://schemas.openxmlformats.org/officeDocument/2006/relationships/tags" Target="../tags/tag524.xml"/><Relationship Id="rId2" Type="http://schemas.openxmlformats.org/officeDocument/2006/relationships/tags" Target="../tags/tag519.xml"/><Relationship Id="rId16" Type="http://schemas.openxmlformats.org/officeDocument/2006/relationships/tags" Target="../tags/tag533.xml"/><Relationship Id="rId20" Type="http://schemas.openxmlformats.org/officeDocument/2006/relationships/tags" Target="../tags/tag537.xml"/><Relationship Id="rId29" Type="http://schemas.openxmlformats.org/officeDocument/2006/relationships/tags" Target="../tags/tag546.xml"/><Relationship Id="rId41" Type="http://schemas.openxmlformats.org/officeDocument/2006/relationships/image" Target="../media/image30.png"/><Relationship Id="rId1" Type="http://schemas.openxmlformats.org/officeDocument/2006/relationships/tags" Target="../tags/tag518.xml"/><Relationship Id="rId6" Type="http://schemas.openxmlformats.org/officeDocument/2006/relationships/tags" Target="../tags/tag523.xml"/><Relationship Id="rId11" Type="http://schemas.openxmlformats.org/officeDocument/2006/relationships/tags" Target="../tags/tag528.xml"/><Relationship Id="rId24" Type="http://schemas.openxmlformats.org/officeDocument/2006/relationships/tags" Target="../tags/tag541.xml"/><Relationship Id="rId32" Type="http://schemas.openxmlformats.org/officeDocument/2006/relationships/image" Target="../media/image21.png"/><Relationship Id="rId37" Type="http://schemas.openxmlformats.org/officeDocument/2006/relationships/image" Target="../media/image26.png"/><Relationship Id="rId40" Type="http://schemas.openxmlformats.org/officeDocument/2006/relationships/image" Target="../media/image29.png"/><Relationship Id="rId5" Type="http://schemas.openxmlformats.org/officeDocument/2006/relationships/tags" Target="../tags/tag522.xml"/><Relationship Id="rId15" Type="http://schemas.openxmlformats.org/officeDocument/2006/relationships/tags" Target="../tags/tag532.xml"/><Relationship Id="rId23" Type="http://schemas.openxmlformats.org/officeDocument/2006/relationships/tags" Target="../tags/tag540.xml"/><Relationship Id="rId28" Type="http://schemas.openxmlformats.org/officeDocument/2006/relationships/tags" Target="../tags/tag545.xml"/><Relationship Id="rId36" Type="http://schemas.openxmlformats.org/officeDocument/2006/relationships/image" Target="../media/image25.png"/><Relationship Id="rId10" Type="http://schemas.openxmlformats.org/officeDocument/2006/relationships/tags" Target="../tags/tag527.xml"/><Relationship Id="rId19" Type="http://schemas.openxmlformats.org/officeDocument/2006/relationships/tags" Target="../tags/tag536.xml"/><Relationship Id="rId31" Type="http://schemas.openxmlformats.org/officeDocument/2006/relationships/notesSlide" Target="../notesSlides/notesSlide32.xml"/><Relationship Id="rId4" Type="http://schemas.openxmlformats.org/officeDocument/2006/relationships/tags" Target="../tags/tag521.xml"/><Relationship Id="rId9" Type="http://schemas.openxmlformats.org/officeDocument/2006/relationships/tags" Target="../tags/tag526.xml"/><Relationship Id="rId14" Type="http://schemas.openxmlformats.org/officeDocument/2006/relationships/tags" Target="../tags/tag531.xml"/><Relationship Id="rId22" Type="http://schemas.openxmlformats.org/officeDocument/2006/relationships/tags" Target="../tags/tag539.xml"/><Relationship Id="rId27" Type="http://schemas.openxmlformats.org/officeDocument/2006/relationships/tags" Target="../tags/tag544.xml"/><Relationship Id="rId30" Type="http://schemas.openxmlformats.org/officeDocument/2006/relationships/slideLayout" Target="../slideLayouts/slideLayout6.xml"/><Relationship Id="rId35" Type="http://schemas.openxmlformats.org/officeDocument/2006/relationships/image" Target="../media/image24.png"/><Relationship Id="rId8" Type="http://schemas.openxmlformats.org/officeDocument/2006/relationships/tags" Target="../tags/tag525.xml"/><Relationship Id="rId3" Type="http://schemas.openxmlformats.org/officeDocument/2006/relationships/tags" Target="../tags/tag520.xml"/><Relationship Id="rId12" Type="http://schemas.openxmlformats.org/officeDocument/2006/relationships/tags" Target="../tags/tag529.xml"/><Relationship Id="rId17" Type="http://schemas.openxmlformats.org/officeDocument/2006/relationships/tags" Target="../tags/tag534.xml"/><Relationship Id="rId25" Type="http://schemas.openxmlformats.org/officeDocument/2006/relationships/tags" Target="../tags/tag542.xml"/><Relationship Id="rId33" Type="http://schemas.openxmlformats.org/officeDocument/2006/relationships/image" Target="../media/image22.png"/><Relationship Id="rId38" Type="http://schemas.openxmlformats.org/officeDocument/2006/relationships/image" Target="../media/image27.png"/></Relationships>
</file>

<file path=ppt/slides/_rels/slide33.xml.rels><?xml version="1.0" encoding="UTF-8" standalone="yes"?>
<Relationships xmlns="http://schemas.openxmlformats.org/package/2006/relationships"><Relationship Id="rId13" Type="http://schemas.openxmlformats.org/officeDocument/2006/relationships/tags" Target="../tags/tag559.xml"/><Relationship Id="rId18" Type="http://schemas.openxmlformats.org/officeDocument/2006/relationships/tags" Target="../tags/tag564.xml"/><Relationship Id="rId26" Type="http://schemas.openxmlformats.org/officeDocument/2006/relationships/tags" Target="../tags/tag572.xml"/><Relationship Id="rId39" Type="http://schemas.openxmlformats.org/officeDocument/2006/relationships/image" Target="../media/image26.png"/><Relationship Id="rId21" Type="http://schemas.openxmlformats.org/officeDocument/2006/relationships/tags" Target="../tags/tag567.xml"/><Relationship Id="rId34" Type="http://schemas.openxmlformats.org/officeDocument/2006/relationships/image" Target="../media/image21.png"/><Relationship Id="rId42" Type="http://schemas.openxmlformats.org/officeDocument/2006/relationships/image" Target="../media/image29.png"/><Relationship Id="rId7" Type="http://schemas.openxmlformats.org/officeDocument/2006/relationships/tags" Target="../tags/tag553.xml"/><Relationship Id="rId2" Type="http://schemas.openxmlformats.org/officeDocument/2006/relationships/tags" Target="../tags/tag548.xml"/><Relationship Id="rId16" Type="http://schemas.openxmlformats.org/officeDocument/2006/relationships/tags" Target="../tags/tag562.xml"/><Relationship Id="rId20" Type="http://schemas.openxmlformats.org/officeDocument/2006/relationships/tags" Target="../tags/tag566.xml"/><Relationship Id="rId29" Type="http://schemas.openxmlformats.org/officeDocument/2006/relationships/tags" Target="../tags/tag575.xml"/><Relationship Id="rId41" Type="http://schemas.openxmlformats.org/officeDocument/2006/relationships/image" Target="../media/image28.png"/><Relationship Id="rId1" Type="http://schemas.openxmlformats.org/officeDocument/2006/relationships/tags" Target="../tags/tag547.xml"/><Relationship Id="rId6" Type="http://schemas.openxmlformats.org/officeDocument/2006/relationships/tags" Target="../tags/tag552.xml"/><Relationship Id="rId11" Type="http://schemas.openxmlformats.org/officeDocument/2006/relationships/tags" Target="../tags/tag557.xml"/><Relationship Id="rId24" Type="http://schemas.openxmlformats.org/officeDocument/2006/relationships/tags" Target="../tags/tag570.xml"/><Relationship Id="rId32" Type="http://schemas.openxmlformats.org/officeDocument/2006/relationships/slideLayout" Target="../slideLayouts/slideLayout6.xml"/><Relationship Id="rId37" Type="http://schemas.openxmlformats.org/officeDocument/2006/relationships/image" Target="../media/image24.png"/><Relationship Id="rId40" Type="http://schemas.openxmlformats.org/officeDocument/2006/relationships/image" Target="../media/image27.png"/><Relationship Id="rId5" Type="http://schemas.openxmlformats.org/officeDocument/2006/relationships/tags" Target="../tags/tag551.xml"/><Relationship Id="rId15" Type="http://schemas.openxmlformats.org/officeDocument/2006/relationships/tags" Target="../tags/tag561.xml"/><Relationship Id="rId23" Type="http://schemas.openxmlformats.org/officeDocument/2006/relationships/tags" Target="../tags/tag569.xml"/><Relationship Id="rId28" Type="http://schemas.openxmlformats.org/officeDocument/2006/relationships/tags" Target="../tags/tag574.xml"/><Relationship Id="rId36" Type="http://schemas.openxmlformats.org/officeDocument/2006/relationships/image" Target="../media/image23.png"/><Relationship Id="rId10" Type="http://schemas.openxmlformats.org/officeDocument/2006/relationships/tags" Target="../tags/tag556.xml"/><Relationship Id="rId19" Type="http://schemas.openxmlformats.org/officeDocument/2006/relationships/tags" Target="../tags/tag565.xml"/><Relationship Id="rId31" Type="http://schemas.openxmlformats.org/officeDocument/2006/relationships/tags" Target="../tags/tag577.xml"/><Relationship Id="rId4" Type="http://schemas.openxmlformats.org/officeDocument/2006/relationships/tags" Target="../tags/tag550.xml"/><Relationship Id="rId9" Type="http://schemas.openxmlformats.org/officeDocument/2006/relationships/tags" Target="../tags/tag555.xml"/><Relationship Id="rId14" Type="http://schemas.openxmlformats.org/officeDocument/2006/relationships/tags" Target="../tags/tag560.xml"/><Relationship Id="rId22" Type="http://schemas.openxmlformats.org/officeDocument/2006/relationships/tags" Target="../tags/tag568.xml"/><Relationship Id="rId27" Type="http://schemas.openxmlformats.org/officeDocument/2006/relationships/tags" Target="../tags/tag573.xml"/><Relationship Id="rId30" Type="http://schemas.openxmlformats.org/officeDocument/2006/relationships/tags" Target="../tags/tag576.xml"/><Relationship Id="rId35" Type="http://schemas.openxmlformats.org/officeDocument/2006/relationships/image" Target="../media/image22.png"/><Relationship Id="rId43" Type="http://schemas.openxmlformats.org/officeDocument/2006/relationships/image" Target="../media/image30.png"/><Relationship Id="rId8" Type="http://schemas.openxmlformats.org/officeDocument/2006/relationships/tags" Target="../tags/tag554.xml"/><Relationship Id="rId3" Type="http://schemas.openxmlformats.org/officeDocument/2006/relationships/tags" Target="../tags/tag549.xml"/><Relationship Id="rId12" Type="http://schemas.openxmlformats.org/officeDocument/2006/relationships/tags" Target="../tags/tag558.xml"/><Relationship Id="rId17" Type="http://schemas.openxmlformats.org/officeDocument/2006/relationships/tags" Target="../tags/tag563.xml"/><Relationship Id="rId25" Type="http://schemas.openxmlformats.org/officeDocument/2006/relationships/tags" Target="../tags/tag571.xml"/><Relationship Id="rId33" Type="http://schemas.openxmlformats.org/officeDocument/2006/relationships/notesSlide" Target="../notesSlides/notesSlide33.xml"/><Relationship Id="rId38" Type="http://schemas.openxmlformats.org/officeDocument/2006/relationships/image" Target="../media/image25.png"/></Relationships>
</file>

<file path=ppt/slides/_rels/slide34.xml.rels><?xml version="1.0" encoding="UTF-8" standalone="yes"?>
<Relationships xmlns="http://schemas.openxmlformats.org/package/2006/relationships"><Relationship Id="rId8" Type="http://schemas.openxmlformats.org/officeDocument/2006/relationships/tags" Target="../tags/tag585.xml"/><Relationship Id="rId13" Type="http://schemas.openxmlformats.org/officeDocument/2006/relationships/image" Target="../media/image33.png"/><Relationship Id="rId18" Type="http://schemas.openxmlformats.org/officeDocument/2006/relationships/image" Target="../media/image38.png"/><Relationship Id="rId3" Type="http://schemas.openxmlformats.org/officeDocument/2006/relationships/tags" Target="../tags/tag580.xml"/><Relationship Id="rId7" Type="http://schemas.openxmlformats.org/officeDocument/2006/relationships/tags" Target="../tags/tag584.xml"/><Relationship Id="rId12" Type="http://schemas.openxmlformats.org/officeDocument/2006/relationships/image" Target="../media/image32.png"/><Relationship Id="rId17" Type="http://schemas.openxmlformats.org/officeDocument/2006/relationships/image" Target="../media/image37.png"/><Relationship Id="rId2" Type="http://schemas.openxmlformats.org/officeDocument/2006/relationships/tags" Target="../tags/tag579.xml"/><Relationship Id="rId16" Type="http://schemas.openxmlformats.org/officeDocument/2006/relationships/image" Target="../media/image36.png"/><Relationship Id="rId1" Type="http://schemas.openxmlformats.org/officeDocument/2006/relationships/tags" Target="../tags/tag578.xml"/><Relationship Id="rId6" Type="http://schemas.openxmlformats.org/officeDocument/2006/relationships/tags" Target="../tags/tag583.xml"/><Relationship Id="rId11" Type="http://schemas.openxmlformats.org/officeDocument/2006/relationships/image" Target="../media/image31.png"/><Relationship Id="rId5" Type="http://schemas.openxmlformats.org/officeDocument/2006/relationships/tags" Target="../tags/tag582.xml"/><Relationship Id="rId15" Type="http://schemas.openxmlformats.org/officeDocument/2006/relationships/image" Target="../media/image35.png"/><Relationship Id="rId10" Type="http://schemas.openxmlformats.org/officeDocument/2006/relationships/notesSlide" Target="../notesSlides/notesSlide34.xml"/><Relationship Id="rId4" Type="http://schemas.openxmlformats.org/officeDocument/2006/relationships/tags" Target="../tags/tag581.xml"/><Relationship Id="rId9" Type="http://schemas.openxmlformats.org/officeDocument/2006/relationships/slideLayout" Target="../slideLayouts/slideLayout6.xml"/><Relationship Id="rId14" Type="http://schemas.openxmlformats.org/officeDocument/2006/relationships/image" Target="../media/image34.png"/></Relationships>
</file>

<file path=ppt/slides/_rels/slide35.xml.rels><?xml version="1.0" encoding="UTF-8" standalone="yes"?>
<Relationships xmlns="http://schemas.openxmlformats.org/package/2006/relationships"><Relationship Id="rId8" Type="http://schemas.openxmlformats.org/officeDocument/2006/relationships/tags" Target="../tags/tag593.xml"/><Relationship Id="rId13" Type="http://schemas.openxmlformats.org/officeDocument/2006/relationships/slideLayout" Target="../slideLayouts/slideLayout6.xml"/><Relationship Id="rId18" Type="http://schemas.openxmlformats.org/officeDocument/2006/relationships/image" Target="../media/image34.png"/><Relationship Id="rId3" Type="http://schemas.openxmlformats.org/officeDocument/2006/relationships/tags" Target="../tags/tag588.xml"/><Relationship Id="rId21" Type="http://schemas.openxmlformats.org/officeDocument/2006/relationships/image" Target="../media/image37.png"/><Relationship Id="rId7" Type="http://schemas.openxmlformats.org/officeDocument/2006/relationships/tags" Target="../tags/tag592.xml"/><Relationship Id="rId12" Type="http://schemas.openxmlformats.org/officeDocument/2006/relationships/tags" Target="../tags/tag597.xml"/><Relationship Id="rId17" Type="http://schemas.openxmlformats.org/officeDocument/2006/relationships/image" Target="../media/image33.png"/><Relationship Id="rId2" Type="http://schemas.openxmlformats.org/officeDocument/2006/relationships/tags" Target="../tags/tag587.xml"/><Relationship Id="rId16" Type="http://schemas.openxmlformats.org/officeDocument/2006/relationships/image" Target="../media/image32.png"/><Relationship Id="rId20" Type="http://schemas.openxmlformats.org/officeDocument/2006/relationships/image" Target="../media/image36.png"/><Relationship Id="rId1" Type="http://schemas.openxmlformats.org/officeDocument/2006/relationships/tags" Target="../tags/tag586.xml"/><Relationship Id="rId6" Type="http://schemas.openxmlformats.org/officeDocument/2006/relationships/tags" Target="../tags/tag591.xml"/><Relationship Id="rId11" Type="http://schemas.openxmlformats.org/officeDocument/2006/relationships/tags" Target="../tags/tag596.xml"/><Relationship Id="rId5" Type="http://schemas.openxmlformats.org/officeDocument/2006/relationships/tags" Target="../tags/tag590.xml"/><Relationship Id="rId15" Type="http://schemas.openxmlformats.org/officeDocument/2006/relationships/image" Target="../media/image31.png"/><Relationship Id="rId10" Type="http://schemas.openxmlformats.org/officeDocument/2006/relationships/tags" Target="../tags/tag595.xml"/><Relationship Id="rId19" Type="http://schemas.openxmlformats.org/officeDocument/2006/relationships/image" Target="../media/image35.png"/><Relationship Id="rId4" Type="http://schemas.openxmlformats.org/officeDocument/2006/relationships/tags" Target="../tags/tag589.xml"/><Relationship Id="rId9" Type="http://schemas.openxmlformats.org/officeDocument/2006/relationships/tags" Target="../tags/tag594.xml"/><Relationship Id="rId14" Type="http://schemas.openxmlformats.org/officeDocument/2006/relationships/notesSlide" Target="../notesSlides/notesSlide35.xml"/><Relationship Id="rId22" Type="http://schemas.openxmlformats.org/officeDocument/2006/relationships/image" Target="../media/image38.png"/></Relationships>
</file>

<file path=ppt/slides/_rels/slide36.xml.rels><?xml version="1.0" encoding="UTF-8" standalone="yes"?>
<Relationships xmlns="http://schemas.openxmlformats.org/package/2006/relationships"><Relationship Id="rId3" Type="http://schemas.openxmlformats.org/officeDocument/2006/relationships/tags" Target="../tags/tag600.xml"/><Relationship Id="rId7" Type="http://schemas.openxmlformats.org/officeDocument/2006/relationships/notesSlide" Target="../notesSlides/notesSlide36.xml"/><Relationship Id="rId2" Type="http://schemas.openxmlformats.org/officeDocument/2006/relationships/tags" Target="../tags/tag599.xml"/><Relationship Id="rId1" Type="http://schemas.openxmlformats.org/officeDocument/2006/relationships/tags" Target="../tags/tag598.xml"/><Relationship Id="rId6" Type="http://schemas.openxmlformats.org/officeDocument/2006/relationships/slideLayout" Target="../slideLayouts/slideLayout2.xml"/><Relationship Id="rId5" Type="http://schemas.openxmlformats.org/officeDocument/2006/relationships/tags" Target="../tags/tag602.xml"/><Relationship Id="rId4" Type="http://schemas.openxmlformats.org/officeDocument/2006/relationships/tags" Target="../tags/tag601.xml"/></Relationships>
</file>

<file path=ppt/slides/_rels/slide37.xml.rels><?xml version="1.0" encoding="UTF-8" standalone="yes"?>
<Relationships xmlns="http://schemas.openxmlformats.org/package/2006/relationships"><Relationship Id="rId8" Type="http://schemas.openxmlformats.org/officeDocument/2006/relationships/notesSlide" Target="../notesSlides/notesSlide37.xml"/><Relationship Id="rId3" Type="http://schemas.openxmlformats.org/officeDocument/2006/relationships/tags" Target="../tags/tag605.xml"/><Relationship Id="rId7" Type="http://schemas.openxmlformats.org/officeDocument/2006/relationships/slideLayout" Target="../slideLayouts/slideLayout2.xml"/><Relationship Id="rId2" Type="http://schemas.openxmlformats.org/officeDocument/2006/relationships/tags" Target="../tags/tag604.xml"/><Relationship Id="rId1" Type="http://schemas.openxmlformats.org/officeDocument/2006/relationships/tags" Target="../tags/tag603.xml"/><Relationship Id="rId6" Type="http://schemas.openxmlformats.org/officeDocument/2006/relationships/tags" Target="../tags/tag608.xml"/><Relationship Id="rId5" Type="http://schemas.openxmlformats.org/officeDocument/2006/relationships/tags" Target="../tags/tag607.xml"/><Relationship Id="rId4" Type="http://schemas.openxmlformats.org/officeDocument/2006/relationships/tags" Target="../tags/tag606.xml"/></Relationships>
</file>

<file path=ppt/slides/_rels/slide38.xml.rels><?xml version="1.0" encoding="UTF-8" standalone="yes"?>
<Relationships xmlns="http://schemas.openxmlformats.org/package/2006/relationships"><Relationship Id="rId3" Type="http://schemas.openxmlformats.org/officeDocument/2006/relationships/tags" Target="../tags/tag611.xml"/><Relationship Id="rId2" Type="http://schemas.openxmlformats.org/officeDocument/2006/relationships/tags" Target="../tags/tag610.xml"/><Relationship Id="rId1" Type="http://schemas.openxmlformats.org/officeDocument/2006/relationships/tags" Target="../tags/tag609.xml"/><Relationship Id="rId6" Type="http://schemas.openxmlformats.org/officeDocument/2006/relationships/notesSlide" Target="../notesSlides/notesSlide38.xml"/><Relationship Id="rId5" Type="http://schemas.openxmlformats.org/officeDocument/2006/relationships/slideLayout" Target="../slideLayouts/slideLayout6.xml"/><Relationship Id="rId4" Type="http://schemas.openxmlformats.org/officeDocument/2006/relationships/tags" Target="../tags/tag612.xml"/></Relationships>
</file>

<file path=ppt/slides/_rels/slide39.xml.rels><?xml version="1.0" encoding="UTF-8" standalone="yes"?>
<Relationships xmlns="http://schemas.openxmlformats.org/package/2006/relationships"><Relationship Id="rId8" Type="http://schemas.openxmlformats.org/officeDocument/2006/relationships/slideLayout" Target="../slideLayouts/slideLayout6.xml"/><Relationship Id="rId3" Type="http://schemas.openxmlformats.org/officeDocument/2006/relationships/tags" Target="../tags/tag615.xml"/><Relationship Id="rId7" Type="http://schemas.openxmlformats.org/officeDocument/2006/relationships/tags" Target="../tags/tag619.xml"/><Relationship Id="rId2" Type="http://schemas.openxmlformats.org/officeDocument/2006/relationships/tags" Target="../tags/tag614.xml"/><Relationship Id="rId1" Type="http://schemas.openxmlformats.org/officeDocument/2006/relationships/tags" Target="../tags/tag613.xml"/><Relationship Id="rId6" Type="http://schemas.openxmlformats.org/officeDocument/2006/relationships/tags" Target="../tags/tag618.xml"/><Relationship Id="rId5" Type="http://schemas.openxmlformats.org/officeDocument/2006/relationships/tags" Target="../tags/tag617.xml"/><Relationship Id="rId4" Type="http://schemas.openxmlformats.org/officeDocument/2006/relationships/tags" Target="../tags/tag616.xml"/><Relationship Id="rId9"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8" Type="http://schemas.openxmlformats.org/officeDocument/2006/relationships/tags" Target="../tags/tag627.xml"/><Relationship Id="rId3" Type="http://schemas.openxmlformats.org/officeDocument/2006/relationships/tags" Target="../tags/tag622.xml"/><Relationship Id="rId7" Type="http://schemas.openxmlformats.org/officeDocument/2006/relationships/tags" Target="../tags/tag626.xml"/><Relationship Id="rId12" Type="http://schemas.openxmlformats.org/officeDocument/2006/relationships/notesSlide" Target="../notesSlides/notesSlide40.xml"/><Relationship Id="rId2" Type="http://schemas.openxmlformats.org/officeDocument/2006/relationships/tags" Target="../tags/tag621.xml"/><Relationship Id="rId1" Type="http://schemas.openxmlformats.org/officeDocument/2006/relationships/tags" Target="../tags/tag620.xml"/><Relationship Id="rId6" Type="http://schemas.openxmlformats.org/officeDocument/2006/relationships/tags" Target="../tags/tag625.xml"/><Relationship Id="rId11" Type="http://schemas.openxmlformats.org/officeDocument/2006/relationships/slideLayout" Target="../slideLayouts/slideLayout6.xml"/><Relationship Id="rId5" Type="http://schemas.openxmlformats.org/officeDocument/2006/relationships/tags" Target="../tags/tag624.xml"/><Relationship Id="rId10" Type="http://schemas.openxmlformats.org/officeDocument/2006/relationships/tags" Target="../tags/tag629.xml"/><Relationship Id="rId4" Type="http://schemas.openxmlformats.org/officeDocument/2006/relationships/tags" Target="../tags/tag623.xml"/><Relationship Id="rId9" Type="http://schemas.openxmlformats.org/officeDocument/2006/relationships/tags" Target="../tags/tag628.xml"/></Relationships>
</file>

<file path=ppt/slides/_rels/slide41.xml.rels><?xml version="1.0" encoding="UTF-8" standalone="yes"?>
<Relationships xmlns="http://schemas.openxmlformats.org/package/2006/relationships"><Relationship Id="rId8" Type="http://schemas.openxmlformats.org/officeDocument/2006/relationships/tags" Target="../tags/tag637.xml"/><Relationship Id="rId13" Type="http://schemas.openxmlformats.org/officeDocument/2006/relationships/notesSlide" Target="../notesSlides/notesSlide41.xml"/><Relationship Id="rId3" Type="http://schemas.openxmlformats.org/officeDocument/2006/relationships/tags" Target="../tags/tag632.xml"/><Relationship Id="rId7" Type="http://schemas.openxmlformats.org/officeDocument/2006/relationships/tags" Target="../tags/tag636.xml"/><Relationship Id="rId12" Type="http://schemas.openxmlformats.org/officeDocument/2006/relationships/slideLayout" Target="../slideLayouts/slideLayout6.xml"/><Relationship Id="rId2" Type="http://schemas.openxmlformats.org/officeDocument/2006/relationships/tags" Target="../tags/tag631.xml"/><Relationship Id="rId1" Type="http://schemas.openxmlformats.org/officeDocument/2006/relationships/tags" Target="../tags/tag630.xml"/><Relationship Id="rId6" Type="http://schemas.openxmlformats.org/officeDocument/2006/relationships/tags" Target="../tags/tag635.xml"/><Relationship Id="rId11" Type="http://schemas.openxmlformats.org/officeDocument/2006/relationships/tags" Target="../tags/tag640.xml"/><Relationship Id="rId5" Type="http://schemas.openxmlformats.org/officeDocument/2006/relationships/tags" Target="../tags/tag634.xml"/><Relationship Id="rId10" Type="http://schemas.openxmlformats.org/officeDocument/2006/relationships/tags" Target="../tags/tag639.xml"/><Relationship Id="rId4" Type="http://schemas.openxmlformats.org/officeDocument/2006/relationships/tags" Target="../tags/tag633.xml"/><Relationship Id="rId9" Type="http://schemas.openxmlformats.org/officeDocument/2006/relationships/tags" Target="../tags/tag638.xml"/></Relationships>
</file>

<file path=ppt/slides/_rels/slide42.xml.rels><?xml version="1.0" encoding="UTF-8" standalone="yes"?>
<Relationships xmlns="http://schemas.openxmlformats.org/package/2006/relationships"><Relationship Id="rId8" Type="http://schemas.openxmlformats.org/officeDocument/2006/relationships/tags" Target="../tags/tag648.xml"/><Relationship Id="rId13" Type="http://schemas.openxmlformats.org/officeDocument/2006/relationships/tags" Target="../tags/tag653.xml"/><Relationship Id="rId3" Type="http://schemas.openxmlformats.org/officeDocument/2006/relationships/tags" Target="../tags/tag643.xml"/><Relationship Id="rId7" Type="http://schemas.openxmlformats.org/officeDocument/2006/relationships/tags" Target="../tags/tag647.xml"/><Relationship Id="rId12" Type="http://schemas.openxmlformats.org/officeDocument/2006/relationships/tags" Target="../tags/tag652.xml"/><Relationship Id="rId2" Type="http://schemas.openxmlformats.org/officeDocument/2006/relationships/tags" Target="../tags/tag642.xml"/><Relationship Id="rId1" Type="http://schemas.openxmlformats.org/officeDocument/2006/relationships/tags" Target="../tags/tag641.xml"/><Relationship Id="rId6" Type="http://schemas.openxmlformats.org/officeDocument/2006/relationships/tags" Target="../tags/tag646.xml"/><Relationship Id="rId11" Type="http://schemas.openxmlformats.org/officeDocument/2006/relationships/tags" Target="../tags/tag651.xml"/><Relationship Id="rId5" Type="http://schemas.openxmlformats.org/officeDocument/2006/relationships/tags" Target="../tags/tag645.xml"/><Relationship Id="rId15" Type="http://schemas.openxmlformats.org/officeDocument/2006/relationships/notesSlide" Target="../notesSlides/notesSlide42.xml"/><Relationship Id="rId10" Type="http://schemas.openxmlformats.org/officeDocument/2006/relationships/tags" Target="../tags/tag650.xml"/><Relationship Id="rId4" Type="http://schemas.openxmlformats.org/officeDocument/2006/relationships/tags" Target="../tags/tag644.xml"/><Relationship Id="rId9" Type="http://schemas.openxmlformats.org/officeDocument/2006/relationships/tags" Target="../tags/tag649.xml"/><Relationship Id="rId14"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8" Type="http://schemas.openxmlformats.org/officeDocument/2006/relationships/tags" Target="../tags/tag661.xml"/><Relationship Id="rId13" Type="http://schemas.openxmlformats.org/officeDocument/2006/relationships/tags" Target="../tags/tag666.xml"/><Relationship Id="rId3" Type="http://schemas.openxmlformats.org/officeDocument/2006/relationships/tags" Target="../tags/tag656.xml"/><Relationship Id="rId7" Type="http://schemas.openxmlformats.org/officeDocument/2006/relationships/tags" Target="../tags/tag660.xml"/><Relationship Id="rId12" Type="http://schemas.openxmlformats.org/officeDocument/2006/relationships/tags" Target="../tags/tag665.xml"/><Relationship Id="rId17" Type="http://schemas.openxmlformats.org/officeDocument/2006/relationships/notesSlide" Target="../notesSlides/notesSlide43.xml"/><Relationship Id="rId2" Type="http://schemas.openxmlformats.org/officeDocument/2006/relationships/tags" Target="../tags/tag655.xml"/><Relationship Id="rId16" Type="http://schemas.openxmlformats.org/officeDocument/2006/relationships/slideLayout" Target="../slideLayouts/slideLayout6.xml"/><Relationship Id="rId1" Type="http://schemas.openxmlformats.org/officeDocument/2006/relationships/tags" Target="../tags/tag654.xml"/><Relationship Id="rId6" Type="http://schemas.openxmlformats.org/officeDocument/2006/relationships/tags" Target="../tags/tag659.xml"/><Relationship Id="rId11" Type="http://schemas.openxmlformats.org/officeDocument/2006/relationships/tags" Target="../tags/tag664.xml"/><Relationship Id="rId5" Type="http://schemas.openxmlformats.org/officeDocument/2006/relationships/tags" Target="../tags/tag658.xml"/><Relationship Id="rId15" Type="http://schemas.openxmlformats.org/officeDocument/2006/relationships/tags" Target="../tags/tag668.xml"/><Relationship Id="rId10" Type="http://schemas.openxmlformats.org/officeDocument/2006/relationships/tags" Target="../tags/tag663.xml"/><Relationship Id="rId4" Type="http://schemas.openxmlformats.org/officeDocument/2006/relationships/tags" Target="../tags/tag657.xml"/><Relationship Id="rId9" Type="http://schemas.openxmlformats.org/officeDocument/2006/relationships/tags" Target="../tags/tag662.xml"/><Relationship Id="rId14" Type="http://schemas.openxmlformats.org/officeDocument/2006/relationships/tags" Target="../tags/tag667.xml"/></Relationships>
</file>

<file path=ppt/slides/_rels/slide44.xml.rels><?xml version="1.0" encoding="UTF-8" standalone="yes"?>
<Relationships xmlns="http://schemas.openxmlformats.org/package/2006/relationships"><Relationship Id="rId8" Type="http://schemas.openxmlformats.org/officeDocument/2006/relationships/tags" Target="../tags/tag676.xml"/><Relationship Id="rId13" Type="http://schemas.openxmlformats.org/officeDocument/2006/relationships/tags" Target="../tags/tag681.xml"/><Relationship Id="rId18" Type="http://schemas.openxmlformats.org/officeDocument/2006/relationships/image" Target="../media/image39.png"/><Relationship Id="rId3" Type="http://schemas.openxmlformats.org/officeDocument/2006/relationships/tags" Target="../tags/tag671.xml"/><Relationship Id="rId7" Type="http://schemas.openxmlformats.org/officeDocument/2006/relationships/tags" Target="../tags/tag675.xml"/><Relationship Id="rId12" Type="http://schemas.openxmlformats.org/officeDocument/2006/relationships/tags" Target="../tags/tag680.xml"/><Relationship Id="rId17" Type="http://schemas.openxmlformats.org/officeDocument/2006/relationships/notesSlide" Target="../notesSlides/notesSlide44.xml"/><Relationship Id="rId2" Type="http://schemas.openxmlformats.org/officeDocument/2006/relationships/tags" Target="../tags/tag670.xml"/><Relationship Id="rId16" Type="http://schemas.openxmlformats.org/officeDocument/2006/relationships/slideLayout" Target="../slideLayouts/slideLayout6.xml"/><Relationship Id="rId1" Type="http://schemas.openxmlformats.org/officeDocument/2006/relationships/tags" Target="../tags/tag669.xml"/><Relationship Id="rId6" Type="http://schemas.openxmlformats.org/officeDocument/2006/relationships/tags" Target="../tags/tag674.xml"/><Relationship Id="rId11" Type="http://schemas.openxmlformats.org/officeDocument/2006/relationships/tags" Target="../tags/tag679.xml"/><Relationship Id="rId5" Type="http://schemas.openxmlformats.org/officeDocument/2006/relationships/tags" Target="../tags/tag673.xml"/><Relationship Id="rId15" Type="http://schemas.openxmlformats.org/officeDocument/2006/relationships/tags" Target="../tags/tag683.xml"/><Relationship Id="rId10" Type="http://schemas.openxmlformats.org/officeDocument/2006/relationships/tags" Target="../tags/tag678.xml"/><Relationship Id="rId4" Type="http://schemas.openxmlformats.org/officeDocument/2006/relationships/tags" Target="../tags/tag672.xml"/><Relationship Id="rId9" Type="http://schemas.openxmlformats.org/officeDocument/2006/relationships/tags" Target="../tags/tag677.xml"/><Relationship Id="rId14" Type="http://schemas.openxmlformats.org/officeDocument/2006/relationships/tags" Target="../tags/tag682.xml"/></Relationships>
</file>

<file path=ppt/slides/_rels/slide45.xml.rels><?xml version="1.0" encoding="UTF-8" standalone="yes"?>
<Relationships xmlns="http://schemas.openxmlformats.org/package/2006/relationships"><Relationship Id="rId8" Type="http://schemas.openxmlformats.org/officeDocument/2006/relationships/tags" Target="../tags/tag691.xml"/><Relationship Id="rId13" Type="http://schemas.openxmlformats.org/officeDocument/2006/relationships/tags" Target="../tags/tag696.xml"/><Relationship Id="rId18" Type="http://schemas.openxmlformats.org/officeDocument/2006/relationships/tags" Target="../tags/tag701.xml"/><Relationship Id="rId26" Type="http://schemas.openxmlformats.org/officeDocument/2006/relationships/image" Target="../media/image41.png"/><Relationship Id="rId3" Type="http://schemas.openxmlformats.org/officeDocument/2006/relationships/tags" Target="../tags/tag686.xml"/><Relationship Id="rId21" Type="http://schemas.openxmlformats.org/officeDocument/2006/relationships/tags" Target="../tags/tag704.xml"/><Relationship Id="rId7" Type="http://schemas.openxmlformats.org/officeDocument/2006/relationships/tags" Target="../tags/tag690.xml"/><Relationship Id="rId12" Type="http://schemas.openxmlformats.org/officeDocument/2006/relationships/tags" Target="../tags/tag695.xml"/><Relationship Id="rId17" Type="http://schemas.openxmlformats.org/officeDocument/2006/relationships/tags" Target="../tags/tag700.xml"/><Relationship Id="rId25" Type="http://schemas.openxmlformats.org/officeDocument/2006/relationships/image" Target="../media/image40.png"/><Relationship Id="rId2" Type="http://schemas.openxmlformats.org/officeDocument/2006/relationships/tags" Target="../tags/tag685.xml"/><Relationship Id="rId16" Type="http://schemas.openxmlformats.org/officeDocument/2006/relationships/tags" Target="../tags/tag699.xml"/><Relationship Id="rId20" Type="http://schemas.openxmlformats.org/officeDocument/2006/relationships/tags" Target="../tags/tag703.xml"/><Relationship Id="rId1" Type="http://schemas.openxmlformats.org/officeDocument/2006/relationships/tags" Target="../tags/tag684.xml"/><Relationship Id="rId6" Type="http://schemas.openxmlformats.org/officeDocument/2006/relationships/tags" Target="../tags/tag689.xml"/><Relationship Id="rId11" Type="http://schemas.openxmlformats.org/officeDocument/2006/relationships/tags" Target="../tags/tag694.xml"/><Relationship Id="rId24" Type="http://schemas.openxmlformats.org/officeDocument/2006/relationships/image" Target="../media/image39.png"/><Relationship Id="rId5" Type="http://schemas.openxmlformats.org/officeDocument/2006/relationships/tags" Target="../tags/tag688.xml"/><Relationship Id="rId15" Type="http://schemas.openxmlformats.org/officeDocument/2006/relationships/tags" Target="../tags/tag698.xml"/><Relationship Id="rId23" Type="http://schemas.openxmlformats.org/officeDocument/2006/relationships/notesSlide" Target="../notesSlides/notesSlide45.xml"/><Relationship Id="rId10" Type="http://schemas.openxmlformats.org/officeDocument/2006/relationships/tags" Target="../tags/tag693.xml"/><Relationship Id="rId19" Type="http://schemas.openxmlformats.org/officeDocument/2006/relationships/tags" Target="../tags/tag702.xml"/><Relationship Id="rId4" Type="http://schemas.openxmlformats.org/officeDocument/2006/relationships/tags" Target="../tags/tag687.xml"/><Relationship Id="rId9" Type="http://schemas.openxmlformats.org/officeDocument/2006/relationships/tags" Target="../tags/tag692.xml"/><Relationship Id="rId14" Type="http://schemas.openxmlformats.org/officeDocument/2006/relationships/tags" Target="../tags/tag697.xml"/><Relationship Id="rId22" Type="http://schemas.openxmlformats.org/officeDocument/2006/relationships/slideLayout" Target="../slideLayouts/slideLayout6.xml"/><Relationship Id="rId27" Type="http://schemas.openxmlformats.org/officeDocument/2006/relationships/image" Target="../media/image42.png"/></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46.xml"/><Relationship Id="rId2" Type="http://schemas.openxmlformats.org/officeDocument/2006/relationships/slideLayout" Target="../slideLayouts/slideLayout6.xml"/><Relationship Id="rId1" Type="http://schemas.openxmlformats.org/officeDocument/2006/relationships/tags" Target="../tags/tag705.xml"/><Relationship Id="rId4" Type="http://schemas.openxmlformats.org/officeDocument/2006/relationships/image" Target="../media/image43.png"/></Relationships>
</file>

<file path=ppt/slides/_rels/slide47.xml.rels><?xml version="1.0" encoding="UTF-8" standalone="yes"?>
<Relationships xmlns="http://schemas.openxmlformats.org/package/2006/relationships"><Relationship Id="rId3" Type="http://schemas.openxmlformats.org/officeDocument/2006/relationships/notesSlide" Target="../notesSlides/notesSlide47.xml"/><Relationship Id="rId2" Type="http://schemas.openxmlformats.org/officeDocument/2006/relationships/slideLayout" Target="../slideLayouts/slideLayout6.xml"/><Relationship Id="rId1" Type="http://schemas.openxmlformats.org/officeDocument/2006/relationships/tags" Target="../tags/tag706.xml"/><Relationship Id="rId6" Type="http://schemas.openxmlformats.org/officeDocument/2006/relationships/image" Target="../media/image46.png"/><Relationship Id="rId5" Type="http://schemas.openxmlformats.org/officeDocument/2006/relationships/image" Target="../media/image45.png"/><Relationship Id="rId4" Type="http://schemas.openxmlformats.org/officeDocument/2006/relationships/image" Target="../media/image44.png"/></Relationships>
</file>

<file path=ppt/slides/_rels/slide48.xml.rels><?xml version="1.0" encoding="UTF-8" standalone="yes"?>
<Relationships xmlns="http://schemas.openxmlformats.org/package/2006/relationships"><Relationship Id="rId8" Type="http://schemas.openxmlformats.org/officeDocument/2006/relationships/image" Target="../media/image47.png"/><Relationship Id="rId3" Type="http://schemas.openxmlformats.org/officeDocument/2006/relationships/tags" Target="../tags/tag709.xml"/><Relationship Id="rId7" Type="http://schemas.openxmlformats.org/officeDocument/2006/relationships/notesSlide" Target="../notesSlides/notesSlide48.xml"/><Relationship Id="rId2" Type="http://schemas.openxmlformats.org/officeDocument/2006/relationships/tags" Target="../tags/tag708.xml"/><Relationship Id="rId1" Type="http://schemas.openxmlformats.org/officeDocument/2006/relationships/tags" Target="../tags/tag707.xml"/><Relationship Id="rId6" Type="http://schemas.openxmlformats.org/officeDocument/2006/relationships/slideLayout" Target="../slideLayouts/slideLayout6.xml"/><Relationship Id="rId5" Type="http://schemas.openxmlformats.org/officeDocument/2006/relationships/tags" Target="../tags/tag711.xml"/><Relationship Id="rId4" Type="http://schemas.openxmlformats.org/officeDocument/2006/relationships/tags" Target="../tags/tag710.xml"/></Relationships>
</file>

<file path=ppt/slides/_rels/slide49.xml.rels><?xml version="1.0" encoding="UTF-8" standalone="yes"?>
<Relationships xmlns="http://schemas.openxmlformats.org/package/2006/relationships"><Relationship Id="rId8" Type="http://schemas.openxmlformats.org/officeDocument/2006/relationships/tags" Target="../tags/tag719.xml"/><Relationship Id="rId13" Type="http://schemas.openxmlformats.org/officeDocument/2006/relationships/tags" Target="../tags/tag724.xml"/><Relationship Id="rId3" Type="http://schemas.openxmlformats.org/officeDocument/2006/relationships/tags" Target="../tags/tag714.xml"/><Relationship Id="rId7" Type="http://schemas.openxmlformats.org/officeDocument/2006/relationships/tags" Target="../tags/tag718.xml"/><Relationship Id="rId12" Type="http://schemas.openxmlformats.org/officeDocument/2006/relationships/tags" Target="../tags/tag723.xml"/><Relationship Id="rId17" Type="http://schemas.openxmlformats.org/officeDocument/2006/relationships/image" Target="../media/image47.png"/><Relationship Id="rId2" Type="http://schemas.openxmlformats.org/officeDocument/2006/relationships/tags" Target="../tags/tag713.xml"/><Relationship Id="rId16" Type="http://schemas.openxmlformats.org/officeDocument/2006/relationships/notesSlide" Target="../notesSlides/notesSlide49.xml"/><Relationship Id="rId1" Type="http://schemas.openxmlformats.org/officeDocument/2006/relationships/tags" Target="../tags/tag712.xml"/><Relationship Id="rId6" Type="http://schemas.openxmlformats.org/officeDocument/2006/relationships/tags" Target="../tags/tag717.xml"/><Relationship Id="rId11" Type="http://schemas.openxmlformats.org/officeDocument/2006/relationships/tags" Target="../tags/tag722.xml"/><Relationship Id="rId5" Type="http://schemas.openxmlformats.org/officeDocument/2006/relationships/tags" Target="../tags/tag716.xml"/><Relationship Id="rId15" Type="http://schemas.openxmlformats.org/officeDocument/2006/relationships/slideLayout" Target="../slideLayouts/slideLayout6.xml"/><Relationship Id="rId10" Type="http://schemas.openxmlformats.org/officeDocument/2006/relationships/tags" Target="../tags/tag721.xml"/><Relationship Id="rId4" Type="http://schemas.openxmlformats.org/officeDocument/2006/relationships/tags" Target="../tags/tag715.xml"/><Relationship Id="rId9" Type="http://schemas.openxmlformats.org/officeDocument/2006/relationships/tags" Target="../tags/tag720.xml"/><Relationship Id="rId14" Type="http://schemas.openxmlformats.org/officeDocument/2006/relationships/tags" Target="../tags/tag725.xml"/></Relationships>
</file>

<file path=ppt/slides/_rels/slide50.xml.rels><?xml version="1.0" encoding="UTF-8" standalone="yes"?>
<Relationships xmlns="http://schemas.openxmlformats.org/package/2006/relationships"><Relationship Id="rId8" Type="http://schemas.openxmlformats.org/officeDocument/2006/relationships/tags" Target="../tags/tag733.xml"/><Relationship Id="rId13" Type="http://schemas.openxmlformats.org/officeDocument/2006/relationships/tags" Target="../tags/tag738.xml"/><Relationship Id="rId18" Type="http://schemas.openxmlformats.org/officeDocument/2006/relationships/tags" Target="../tags/tag743.xml"/><Relationship Id="rId3" Type="http://schemas.openxmlformats.org/officeDocument/2006/relationships/tags" Target="../tags/tag728.xml"/><Relationship Id="rId21" Type="http://schemas.openxmlformats.org/officeDocument/2006/relationships/image" Target="../media/image47.png"/><Relationship Id="rId7" Type="http://schemas.openxmlformats.org/officeDocument/2006/relationships/tags" Target="../tags/tag732.xml"/><Relationship Id="rId12" Type="http://schemas.openxmlformats.org/officeDocument/2006/relationships/tags" Target="../tags/tag737.xml"/><Relationship Id="rId17" Type="http://schemas.openxmlformats.org/officeDocument/2006/relationships/tags" Target="../tags/tag742.xml"/><Relationship Id="rId2" Type="http://schemas.openxmlformats.org/officeDocument/2006/relationships/tags" Target="../tags/tag727.xml"/><Relationship Id="rId16" Type="http://schemas.openxmlformats.org/officeDocument/2006/relationships/tags" Target="../tags/tag741.xml"/><Relationship Id="rId20" Type="http://schemas.openxmlformats.org/officeDocument/2006/relationships/notesSlide" Target="../notesSlides/notesSlide50.xml"/><Relationship Id="rId1" Type="http://schemas.openxmlformats.org/officeDocument/2006/relationships/tags" Target="../tags/tag726.xml"/><Relationship Id="rId6" Type="http://schemas.openxmlformats.org/officeDocument/2006/relationships/tags" Target="../tags/tag731.xml"/><Relationship Id="rId11" Type="http://schemas.openxmlformats.org/officeDocument/2006/relationships/tags" Target="../tags/tag736.xml"/><Relationship Id="rId5" Type="http://schemas.openxmlformats.org/officeDocument/2006/relationships/tags" Target="../tags/tag730.xml"/><Relationship Id="rId15" Type="http://schemas.openxmlformats.org/officeDocument/2006/relationships/tags" Target="../tags/tag740.xml"/><Relationship Id="rId10" Type="http://schemas.openxmlformats.org/officeDocument/2006/relationships/tags" Target="../tags/tag735.xml"/><Relationship Id="rId19" Type="http://schemas.openxmlformats.org/officeDocument/2006/relationships/slideLayout" Target="../slideLayouts/slideLayout6.xml"/><Relationship Id="rId4" Type="http://schemas.openxmlformats.org/officeDocument/2006/relationships/tags" Target="../tags/tag729.xml"/><Relationship Id="rId9" Type="http://schemas.openxmlformats.org/officeDocument/2006/relationships/tags" Target="../tags/tag734.xml"/><Relationship Id="rId14" Type="http://schemas.openxmlformats.org/officeDocument/2006/relationships/tags" Target="../tags/tag739.xml"/></Relationships>
</file>

<file path=ppt/slides/_rels/slide51.xml.rels><?xml version="1.0" encoding="UTF-8" standalone="yes"?>
<Relationships xmlns="http://schemas.openxmlformats.org/package/2006/relationships"><Relationship Id="rId8" Type="http://schemas.openxmlformats.org/officeDocument/2006/relationships/tags" Target="../tags/tag751.xml"/><Relationship Id="rId13" Type="http://schemas.openxmlformats.org/officeDocument/2006/relationships/tags" Target="../tags/tag756.xml"/><Relationship Id="rId18" Type="http://schemas.openxmlformats.org/officeDocument/2006/relationships/tags" Target="../tags/tag761.xml"/><Relationship Id="rId26" Type="http://schemas.openxmlformats.org/officeDocument/2006/relationships/image" Target="../media/image47.png"/><Relationship Id="rId3" Type="http://schemas.openxmlformats.org/officeDocument/2006/relationships/tags" Target="../tags/tag746.xml"/><Relationship Id="rId21" Type="http://schemas.openxmlformats.org/officeDocument/2006/relationships/tags" Target="../tags/tag764.xml"/><Relationship Id="rId7" Type="http://schemas.openxmlformats.org/officeDocument/2006/relationships/tags" Target="../tags/tag750.xml"/><Relationship Id="rId12" Type="http://schemas.openxmlformats.org/officeDocument/2006/relationships/tags" Target="../tags/tag755.xml"/><Relationship Id="rId17" Type="http://schemas.openxmlformats.org/officeDocument/2006/relationships/tags" Target="../tags/tag760.xml"/><Relationship Id="rId25" Type="http://schemas.openxmlformats.org/officeDocument/2006/relationships/notesSlide" Target="../notesSlides/notesSlide51.xml"/><Relationship Id="rId2" Type="http://schemas.openxmlformats.org/officeDocument/2006/relationships/tags" Target="../tags/tag745.xml"/><Relationship Id="rId16" Type="http://schemas.openxmlformats.org/officeDocument/2006/relationships/tags" Target="../tags/tag759.xml"/><Relationship Id="rId20" Type="http://schemas.openxmlformats.org/officeDocument/2006/relationships/tags" Target="../tags/tag763.xml"/><Relationship Id="rId1" Type="http://schemas.openxmlformats.org/officeDocument/2006/relationships/tags" Target="../tags/tag744.xml"/><Relationship Id="rId6" Type="http://schemas.openxmlformats.org/officeDocument/2006/relationships/tags" Target="../tags/tag749.xml"/><Relationship Id="rId11" Type="http://schemas.openxmlformats.org/officeDocument/2006/relationships/tags" Target="../tags/tag754.xml"/><Relationship Id="rId24" Type="http://schemas.openxmlformats.org/officeDocument/2006/relationships/slideLayout" Target="../slideLayouts/slideLayout6.xml"/><Relationship Id="rId5" Type="http://schemas.openxmlformats.org/officeDocument/2006/relationships/tags" Target="../tags/tag748.xml"/><Relationship Id="rId15" Type="http://schemas.openxmlformats.org/officeDocument/2006/relationships/tags" Target="../tags/tag758.xml"/><Relationship Id="rId23" Type="http://schemas.openxmlformats.org/officeDocument/2006/relationships/tags" Target="../tags/tag766.xml"/><Relationship Id="rId10" Type="http://schemas.openxmlformats.org/officeDocument/2006/relationships/tags" Target="../tags/tag753.xml"/><Relationship Id="rId19" Type="http://schemas.openxmlformats.org/officeDocument/2006/relationships/tags" Target="../tags/tag762.xml"/><Relationship Id="rId4" Type="http://schemas.openxmlformats.org/officeDocument/2006/relationships/tags" Target="../tags/tag747.xml"/><Relationship Id="rId9" Type="http://schemas.openxmlformats.org/officeDocument/2006/relationships/tags" Target="../tags/tag752.xml"/><Relationship Id="rId14" Type="http://schemas.openxmlformats.org/officeDocument/2006/relationships/tags" Target="../tags/tag757.xml"/><Relationship Id="rId22" Type="http://schemas.openxmlformats.org/officeDocument/2006/relationships/tags" Target="../tags/tag765.xml"/></Relationships>
</file>

<file path=ppt/slides/_rels/slide52.xml.rels><?xml version="1.0" encoding="UTF-8" standalone="yes"?>
<Relationships xmlns="http://schemas.openxmlformats.org/package/2006/relationships"><Relationship Id="rId8" Type="http://schemas.openxmlformats.org/officeDocument/2006/relationships/tags" Target="../tags/tag774.xml"/><Relationship Id="rId13" Type="http://schemas.openxmlformats.org/officeDocument/2006/relationships/tags" Target="../tags/tag779.xml"/><Relationship Id="rId18" Type="http://schemas.openxmlformats.org/officeDocument/2006/relationships/tags" Target="../tags/tag784.xml"/><Relationship Id="rId26" Type="http://schemas.openxmlformats.org/officeDocument/2006/relationships/slideLayout" Target="../slideLayouts/slideLayout6.xml"/><Relationship Id="rId3" Type="http://schemas.openxmlformats.org/officeDocument/2006/relationships/tags" Target="../tags/tag769.xml"/><Relationship Id="rId21" Type="http://schemas.openxmlformats.org/officeDocument/2006/relationships/tags" Target="../tags/tag787.xml"/><Relationship Id="rId7" Type="http://schemas.openxmlformats.org/officeDocument/2006/relationships/tags" Target="../tags/tag773.xml"/><Relationship Id="rId12" Type="http://schemas.openxmlformats.org/officeDocument/2006/relationships/tags" Target="../tags/tag778.xml"/><Relationship Id="rId17" Type="http://schemas.openxmlformats.org/officeDocument/2006/relationships/tags" Target="../tags/tag783.xml"/><Relationship Id="rId25" Type="http://schemas.openxmlformats.org/officeDocument/2006/relationships/tags" Target="../tags/tag791.xml"/><Relationship Id="rId2" Type="http://schemas.openxmlformats.org/officeDocument/2006/relationships/tags" Target="../tags/tag768.xml"/><Relationship Id="rId16" Type="http://schemas.openxmlformats.org/officeDocument/2006/relationships/tags" Target="../tags/tag782.xml"/><Relationship Id="rId20" Type="http://schemas.openxmlformats.org/officeDocument/2006/relationships/tags" Target="../tags/tag786.xml"/><Relationship Id="rId1" Type="http://schemas.openxmlformats.org/officeDocument/2006/relationships/tags" Target="../tags/tag767.xml"/><Relationship Id="rId6" Type="http://schemas.openxmlformats.org/officeDocument/2006/relationships/tags" Target="../tags/tag772.xml"/><Relationship Id="rId11" Type="http://schemas.openxmlformats.org/officeDocument/2006/relationships/tags" Target="../tags/tag777.xml"/><Relationship Id="rId24" Type="http://schemas.openxmlformats.org/officeDocument/2006/relationships/tags" Target="../tags/tag790.xml"/><Relationship Id="rId5" Type="http://schemas.openxmlformats.org/officeDocument/2006/relationships/tags" Target="../tags/tag771.xml"/><Relationship Id="rId15" Type="http://schemas.openxmlformats.org/officeDocument/2006/relationships/tags" Target="../tags/tag781.xml"/><Relationship Id="rId23" Type="http://schemas.openxmlformats.org/officeDocument/2006/relationships/tags" Target="../tags/tag789.xml"/><Relationship Id="rId28" Type="http://schemas.openxmlformats.org/officeDocument/2006/relationships/image" Target="../media/image47.png"/><Relationship Id="rId10" Type="http://schemas.openxmlformats.org/officeDocument/2006/relationships/tags" Target="../tags/tag776.xml"/><Relationship Id="rId19" Type="http://schemas.openxmlformats.org/officeDocument/2006/relationships/tags" Target="../tags/tag785.xml"/><Relationship Id="rId4" Type="http://schemas.openxmlformats.org/officeDocument/2006/relationships/tags" Target="../tags/tag770.xml"/><Relationship Id="rId9" Type="http://schemas.openxmlformats.org/officeDocument/2006/relationships/tags" Target="../tags/tag775.xml"/><Relationship Id="rId14" Type="http://schemas.openxmlformats.org/officeDocument/2006/relationships/tags" Target="../tags/tag780.xml"/><Relationship Id="rId22" Type="http://schemas.openxmlformats.org/officeDocument/2006/relationships/tags" Target="../tags/tag788.xml"/><Relationship Id="rId27"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8" Type="http://schemas.openxmlformats.org/officeDocument/2006/relationships/tags" Target="../tags/tag799.xml"/><Relationship Id="rId13" Type="http://schemas.openxmlformats.org/officeDocument/2006/relationships/tags" Target="../tags/tag804.xml"/><Relationship Id="rId18" Type="http://schemas.openxmlformats.org/officeDocument/2006/relationships/tags" Target="../tags/tag809.xml"/><Relationship Id="rId26" Type="http://schemas.openxmlformats.org/officeDocument/2006/relationships/image" Target="../media/image7.svg"/><Relationship Id="rId3" Type="http://schemas.openxmlformats.org/officeDocument/2006/relationships/tags" Target="../tags/tag794.xml"/><Relationship Id="rId21" Type="http://schemas.openxmlformats.org/officeDocument/2006/relationships/tags" Target="../tags/tag812.xml"/><Relationship Id="rId7" Type="http://schemas.openxmlformats.org/officeDocument/2006/relationships/tags" Target="../tags/tag798.xml"/><Relationship Id="rId12" Type="http://schemas.openxmlformats.org/officeDocument/2006/relationships/tags" Target="../tags/tag803.xml"/><Relationship Id="rId17" Type="http://schemas.openxmlformats.org/officeDocument/2006/relationships/tags" Target="../tags/tag808.xml"/><Relationship Id="rId25" Type="http://schemas.openxmlformats.org/officeDocument/2006/relationships/image" Target="../media/image48.svg"/><Relationship Id="rId2" Type="http://schemas.openxmlformats.org/officeDocument/2006/relationships/tags" Target="../tags/tag793.xml"/><Relationship Id="rId16" Type="http://schemas.openxmlformats.org/officeDocument/2006/relationships/tags" Target="../tags/tag807.xml"/><Relationship Id="rId20" Type="http://schemas.openxmlformats.org/officeDocument/2006/relationships/tags" Target="../tags/tag811.xml"/><Relationship Id="rId29" Type="http://schemas.openxmlformats.org/officeDocument/2006/relationships/image" Target="../media/image50.png"/><Relationship Id="rId1" Type="http://schemas.openxmlformats.org/officeDocument/2006/relationships/tags" Target="../tags/tag792.xml"/><Relationship Id="rId6" Type="http://schemas.openxmlformats.org/officeDocument/2006/relationships/tags" Target="../tags/tag797.xml"/><Relationship Id="rId11" Type="http://schemas.openxmlformats.org/officeDocument/2006/relationships/tags" Target="../tags/tag802.xml"/><Relationship Id="rId24" Type="http://schemas.openxmlformats.org/officeDocument/2006/relationships/image" Target="../media/image5.svg"/><Relationship Id="rId5" Type="http://schemas.openxmlformats.org/officeDocument/2006/relationships/tags" Target="../tags/tag796.xml"/><Relationship Id="rId15" Type="http://schemas.openxmlformats.org/officeDocument/2006/relationships/tags" Target="../tags/tag806.xml"/><Relationship Id="rId23" Type="http://schemas.openxmlformats.org/officeDocument/2006/relationships/notesSlide" Target="../notesSlides/notesSlide53.xml"/><Relationship Id="rId28" Type="http://schemas.openxmlformats.org/officeDocument/2006/relationships/image" Target="../media/image49.svg"/><Relationship Id="rId10" Type="http://schemas.openxmlformats.org/officeDocument/2006/relationships/tags" Target="../tags/tag801.xml"/><Relationship Id="rId19" Type="http://schemas.openxmlformats.org/officeDocument/2006/relationships/tags" Target="../tags/tag810.xml"/><Relationship Id="rId4" Type="http://schemas.openxmlformats.org/officeDocument/2006/relationships/tags" Target="../tags/tag795.xml"/><Relationship Id="rId9" Type="http://schemas.openxmlformats.org/officeDocument/2006/relationships/tags" Target="../tags/tag800.xml"/><Relationship Id="rId14" Type="http://schemas.openxmlformats.org/officeDocument/2006/relationships/tags" Target="../tags/tag805.xml"/><Relationship Id="rId22" Type="http://schemas.openxmlformats.org/officeDocument/2006/relationships/slideLayout" Target="../slideLayouts/slideLayout6.xml"/><Relationship Id="rId27" Type="http://schemas.openxmlformats.org/officeDocument/2006/relationships/image" Target="../media/image6.svg"/><Relationship Id="rId30" Type="http://schemas.openxmlformats.org/officeDocument/2006/relationships/image" Target="../media/image51.png"/></Relationships>
</file>

<file path=ppt/slides/_rels/slide54.xml.rels><?xml version="1.0" encoding="UTF-8" standalone="yes"?>
<Relationships xmlns="http://schemas.openxmlformats.org/package/2006/relationships"><Relationship Id="rId8" Type="http://schemas.openxmlformats.org/officeDocument/2006/relationships/tags" Target="../tags/tag820.xml"/><Relationship Id="rId13" Type="http://schemas.openxmlformats.org/officeDocument/2006/relationships/tags" Target="../tags/tag825.xml"/><Relationship Id="rId18" Type="http://schemas.openxmlformats.org/officeDocument/2006/relationships/tags" Target="../tags/tag830.xml"/><Relationship Id="rId26" Type="http://schemas.openxmlformats.org/officeDocument/2006/relationships/image" Target="../media/image48.svg"/><Relationship Id="rId3" Type="http://schemas.openxmlformats.org/officeDocument/2006/relationships/tags" Target="../tags/tag815.xml"/><Relationship Id="rId21" Type="http://schemas.openxmlformats.org/officeDocument/2006/relationships/tags" Target="../tags/tag833.xml"/><Relationship Id="rId7" Type="http://schemas.openxmlformats.org/officeDocument/2006/relationships/tags" Target="../tags/tag819.xml"/><Relationship Id="rId12" Type="http://schemas.openxmlformats.org/officeDocument/2006/relationships/tags" Target="../tags/tag824.xml"/><Relationship Id="rId17" Type="http://schemas.openxmlformats.org/officeDocument/2006/relationships/tags" Target="../tags/tag829.xml"/><Relationship Id="rId25" Type="http://schemas.openxmlformats.org/officeDocument/2006/relationships/image" Target="../media/image5.svg"/><Relationship Id="rId2" Type="http://schemas.openxmlformats.org/officeDocument/2006/relationships/tags" Target="../tags/tag814.xml"/><Relationship Id="rId16" Type="http://schemas.openxmlformats.org/officeDocument/2006/relationships/tags" Target="../tags/tag828.xml"/><Relationship Id="rId20" Type="http://schemas.openxmlformats.org/officeDocument/2006/relationships/tags" Target="../tags/tag832.xml"/><Relationship Id="rId29" Type="http://schemas.openxmlformats.org/officeDocument/2006/relationships/image" Target="../media/image49.svg"/><Relationship Id="rId1" Type="http://schemas.openxmlformats.org/officeDocument/2006/relationships/tags" Target="../tags/tag813.xml"/><Relationship Id="rId6" Type="http://schemas.openxmlformats.org/officeDocument/2006/relationships/tags" Target="../tags/tag818.xml"/><Relationship Id="rId11" Type="http://schemas.openxmlformats.org/officeDocument/2006/relationships/tags" Target="../tags/tag823.xml"/><Relationship Id="rId24" Type="http://schemas.openxmlformats.org/officeDocument/2006/relationships/notesSlide" Target="../notesSlides/notesSlide54.xml"/><Relationship Id="rId5" Type="http://schemas.openxmlformats.org/officeDocument/2006/relationships/tags" Target="../tags/tag817.xml"/><Relationship Id="rId15" Type="http://schemas.openxmlformats.org/officeDocument/2006/relationships/tags" Target="../tags/tag827.xml"/><Relationship Id="rId23" Type="http://schemas.openxmlformats.org/officeDocument/2006/relationships/slideLayout" Target="../slideLayouts/slideLayout6.xml"/><Relationship Id="rId28" Type="http://schemas.openxmlformats.org/officeDocument/2006/relationships/image" Target="../media/image6.svg"/><Relationship Id="rId10" Type="http://schemas.openxmlformats.org/officeDocument/2006/relationships/tags" Target="../tags/tag822.xml"/><Relationship Id="rId19" Type="http://schemas.openxmlformats.org/officeDocument/2006/relationships/tags" Target="../tags/tag831.xml"/><Relationship Id="rId31" Type="http://schemas.openxmlformats.org/officeDocument/2006/relationships/image" Target="../media/image51.png"/><Relationship Id="rId4" Type="http://schemas.openxmlformats.org/officeDocument/2006/relationships/tags" Target="../tags/tag816.xml"/><Relationship Id="rId9" Type="http://schemas.openxmlformats.org/officeDocument/2006/relationships/tags" Target="../tags/tag821.xml"/><Relationship Id="rId14" Type="http://schemas.openxmlformats.org/officeDocument/2006/relationships/tags" Target="../tags/tag826.xml"/><Relationship Id="rId22" Type="http://schemas.openxmlformats.org/officeDocument/2006/relationships/tags" Target="../tags/tag834.xml"/><Relationship Id="rId27" Type="http://schemas.openxmlformats.org/officeDocument/2006/relationships/image" Target="../media/image7.svg"/><Relationship Id="rId30" Type="http://schemas.openxmlformats.org/officeDocument/2006/relationships/image" Target="../media/image50.png"/></Relationships>
</file>

<file path=ppt/slides/_rels/slide55.xml.rels><?xml version="1.0" encoding="UTF-8" standalone="yes"?>
<Relationships xmlns="http://schemas.openxmlformats.org/package/2006/relationships"><Relationship Id="rId13" Type="http://schemas.openxmlformats.org/officeDocument/2006/relationships/tags" Target="../tags/tag847.xml"/><Relationship Id="rId18" Type="http://schemas.openxmlformats.org/officeDocument/2006/relationships/tags" Target="../tags/tag852.xml"/><Relationship Id="rId26" Type="http://schemas.openxmlformats.org/officeDocument/2006/relationships/notesSlide" Target="../notesSlides/notesSlide55.xml"/><Relationship Id="rId3" Type="http://schemas.openxmlformats.org/officeDocument/2006/relationships/tags" Target="../tags/tag837.xml"/><Relationship Id="rId21" Type="http://schemas.openxmlformats.org/officeDocument/2006/relationships/tags" Target="../tags/tag855.xml"/><Relationship Id="rId7" Type="http://schemas.openxmlformats.org/officeDocument/2006/relationships/tags" Target="../tags/tag841.xml"/><Relationship Id="rId12" Type="http://schemas.openxmlformats.org/officeDocument/2006/relationships/tags" Target="../tags/tag846.xml"/><Relationship Id="rId17" Type="http://schemas.openxmlformats.org/officeDocument/2006/relationships/tags" Target="../tags/tag851.xml"/><Relationship Id="rId25" Type="http://schemas.openxmlformats.org/officeDocument/2006/relationships/slideLayout" Target="../slideLayouts/slideLayout6.xml"/><Relationship Id="rId33" Type="http://schemas.openxmlformats.org/officeDocument/2006/relationships/image" Target="../media/image51.png"/><Relationship Id="rId2" Type="http://schemas.openxmlformats.org/officeDocument/2006/relationships/tags" Target="../tags/tag836.xml"/><Relationship Id="rId16" Type="http://schemas.openxmlformats.org/officeDocument/2006/relationships/tags" Target="../tags/tag850.xml"/><Relationship Id="rId20" Type="http://schemas.openxmlformats.org/officeDocument/2006/relationships/tags" Target="../tags/tag854.xml"/><Relationship Id="rId29" Type="http://schemas.openxmlformats.org/officeDocument/2006/relationships/image" Target="../media/image7.svg"/><Relationship Id="rId1" Type="http://schemas.openxmlformats.org/officeDocument/2006/relationships/tags" Target="../tags/tag835.xml"/><Relationship Id="rId6" Type="http://schemas.openxmlformats.org/officeDocument/2006/relationships/tags" Target="../tags/tag840.xml"/><Relationship Id="rId11" Type="http://schemas.openxmlformats.org/officeDocument/2006/relationships/tags" Target="../tags/tag845.xml"/><Relationship Id="rId24" Type="http://schemas.openxmlformats.org/officeDocument/2006/relationships/tags" Target="../tags/tag858.xml"/><Relationship Id="rId32" Type="http://schemas.openxmlformats.org/officeDocument/2006/relationships/image" Target="../media/image50.png"/><Relationship Id="rId5" Type="http://schemas.openxmlformats.org/officeDocument/2006/relationships/tags" Target="../tags/tag839.xml"/><Relationship Id="rId15" Type="http://schemas.openxmlformats.org/officeDocument/2006/relationships/tags" Target="../tags/tag849.xml"/><Relationship Id="rId23" Type="http://schemas.openxmlformats.org/officeDocument/2006/relationships/tags" Target="../tags/tag857.xml"/><Relationship Id="rId28" Type="http://schemas.openxmlformats.org/officeDocument/2006/relationships/image" Target="../media/image48.svg"/><Relationship Id="rId10" Type="http://schemas.openxmlformats.org/officeDocument/2006/relationships/tags" Target="../tags/tag844.xml"/><Relationship Id="rId19" Type="http://schemas.openxmlformats.org/officeDocument/2006/relationships/tags" Target="../tags/tag853.xml"/><Relationship Id="rId31" Type="http://schemas.openxmlformats.org/officeDocument/2006/relationships/image" Target="../media/image49.svg"/><Relationship Id="rId4" Type="http://schemas.openxmlformats.org/officeDocument/2006/relationships/tags" Target="../tags/tag838.xml"/><Relationship Id="rId9" Type="http://schemas.openxmlformats.org/officeDocument/2006/relationships/tags" Target="../tags/tag843.xml"/><Relationship Id="rId14" Type="http://schemas.openxmlformats.org/officeDocument/2006/relationships/tags" Target="../tags/tag848.xml"/><Relationship Id="rId22" Type="http://schemas.openxmlformats.org/officeDocument/2006/relationships/tags" Target="../tags/tag856.xml"/><Relationship Id="rId27" Type="http://schemas.openxmlformats.org/officeDocument/2006/relationships/image" Target="../media/image5.svg"/><Relationship Id="rId30" Type="http://schemas.openxmlformats.org/officeDocument/2006/relationships/image" Target="../media/image6.svg"/><Relationship Id="rId8" Type="http://schemas.openxmlformats.org/officeDocument/2006/relationships/tags" Target="../tags/tag842.xml"/></Relationships>
</file>

<file path=ppt/slides/_rels/slide56.xml.rels><?xml version="1.0" encoding="UTF-8" standalone="yes"?>
<Relationships xmlns="http://schemas.openxmlformats.org/package/2006/relationships"><Relationship Id="rId13" Type="http://schemas.openxmlformats.org/officeDocument/2006/relationships/tags" Target="../tags/tag871.xml"/><Relationship Id="rId18" Type="http://schemas.openxmlformats.org/officeDocument/2006/relationships/tags" Target="../tags/tag876.xml"/><Relationship Id="rId26" Type="http://schemas.openxmlformats.org/officeDocument/2006/relationships/notesSlide" Target="../notesSlides/notesSlide56.xml"/><Relationship Id="rId3" Type="http://schemas.openxmlformats.org/officeDocument/2006/relationships/tags" Target="../tags/tag861.xml"/><Relationship Id="rId21" Type="http://schemas.openxmlformats.org/officeDocument/2006/relationships/tags" Target="../tags/tag879.xml"/><Relationship Id="rId7" Type="http://schemas.openxmlformats.org/officeDocument/2006/relationships/tags" Target="../tags/tag865.xml"/><Relationship Id="rId12" Type="http://schemas.openxmlformats.org/officeDocument/2006/relationships/tags" Target="../tags/tag870.xml"/><Relationship Id="rId17" Type="http://schemas.openxmlformats.org/officeDocument/2006/relationships/tags" Target="../tags/tag875.xml"/><Relationship Id="rId25" Type="http://schemas.openxmlformats.org/officeDocument/2006/relationships/slideLayout" Target="../slideLayouts/slideLayout6.xml"/><Relationship Id="rId33" Type="http://schemas.openxmlformats.org/officeDocument/2006/relationships/image" Target="../media/image51.png"/><Relationship Id="rId2" Type="http://schemas.openxmlformats.org/officeDocument/2006/relationships/tags" Target="../tags/tag860.xml"/><Relationship Id="rId16" Type="http://schemas.openxmlformats.org/officeDocument/2006/relationships/tags" Target="../tags/tag874.xml"/><Relationship Id="rId20" Type="http://schemas.openxmlformats.org/officeDocument/2006/relationships/tags" Target="../tags/tag878.xml"/><Relationship Id="rId29" Type="http://schemas.openxmlformats.org/officeDocument/2006/relationships/image" Target="../media/image7.svg"/><Relationship Id="rId1" Type="http://schemas.openxmlformats.org/officeDocument/2006/relationships/tags" Target="../tags/tag859.xml"/><Relationship Id="rId6" Type="http://schemas.openxmlformats.org/officeDocument/2006/relationships/tags" Target="../tags/tag864.xml"/><Relationship Id="rId11" Type="http://schemas.openxmlformats.org/officeDocument/2006/relationships/tags" Target="../tags/tag869.xml"/><Relationship Id="rId24" Type="http://schemas.openxmlformats.org/officeDocument/2006/relationships/tags" Target="../tags/tag882.xml"/><Relationship Id="rId32" Type="http://schemas.openxmlformats.org/officeDocument/2006/relationships/image" Target="../media/image50.png"/><Relationship Id="rId5" Type="http://schemas.openxmlformats.org/officeDocument/2006/relationships/tags" Target="../tags/tag863.xml"/><Relationship Id="rId15" Type="http://schemas.openxmlformats.org/officeDocument/2006/relationships/tags" Target="../tags/tag873.xml"/><Relationship Id="rId23" Type="http://schemas.openxmlformats.org/officeDocument/2006/relationships/tags" Target="../tags/tag881.xml"/><Relationship Id="rId28" Type="http://schemas.openxmlformats.org/officeDocument/2006/relationships/image" Target="../media/image48.svg"/><Relationship Id="rId10" Type="http://schemas.openxmlformats.org/officeDocument/2006/relationships/tags" Target="../tags/tag868.xml"/><Relationship Id="rId19" Type="http://schemas.openxmlformats.org/officeDocument/2006/relationships/tags" Target="../tags/tag877.xml"/><Relationship Id="rId31" Type="http://schemas.openxmlformats.org/officeDocument/2006/relationships/image" Target="../media/image49.svg"/><Relationship Id="rId4" Type="http://schemas.openxmlformats.org/officeDocument/2006/relationships/tags" Target="../tags/tag862.xml"/><Relationship Id="rId9" Type="http://schemas.openxmlformats.org/officeDocument/2006/relationships/tags" Target="../tags/tag867.xml"/><Relationship Id="rId14" Type="http://schemas.openxmlformats.org/officeDocument/2006/relationships/tags" Target="../tags/tag872.xml"/><Relationship Id="rId22" Type="http://schemas.openxmlformats.org/officeDocument/2006/relationships/tags" Target="../tags/tag880.xml"/><Relationship Id="rId27" Type="http://schemas.openxmlformats.org/officeDocument/2006/relationships/image" Target="../media/image5.svg"/><Relationship Id="rId30" Type="http://schemas.openxmlformats.org/officeDocument/2006/relationships/image" Target="../media/image6.svg"/><Relationship Id="rId8" Type="http://schemas.openxmlformats.org/officeDocument/2006/relationships/tags" Target="../tags/tag866.xml"/></Relationships>
</file>

<file path=ppt/slides/_rels/slide57.xml.rels><?xml version="1.0" encoding="UTF-8" standalone="yes"?>
<Relationships xmlns="http://schemas.openxmlformats.org/package/2006/relationships"><Relationship Id="rId13" Type="http://schemas.openxmlformats.org/officeDocument/2006/relationships/tags" Target="../tags/tag895.xml"/><Relationship Id="rId18" Type="http://schemas.openxmlformats.org/officeDocument/2006/relationships/tags" Target="../tags/tag900.xml"/><Relationship Id="rId26" Type="http://schemas.openxmlformats.org/officeDocument/2006/relationships/notesSlide" Target="../notesSlides/notesSlide57.xml"/><Relationship Id="rId3" Type="http://schemas.openxmlformats.org/officeDocument/2006/relationships/tags" Target="../tags/tag885.xml"/><Relationship Id="rId21" Type="http://schemas.openxmlformats.org/officeDocument/2006/relationships/tags" Target="../tags/tag903.xml"/><Relationship Id="rId7" Type="http://schemas.openxmlformats.org/officeDocument/2006/relationships/tags" Target="../tags/tag889.xml"/><Relationship Id="rId12" Type="http://schemas.openxmlformats.org/officeDocument/2006/relationships/tags" Target="../tags/tag894.xml"/><Relationship Id="rId17" Type="http://schemas.openxmlformats.org/officeDocument/2006/relationships/tags" Target="../tags/tag899.xml"/><Relationship Id="rId25" Type="http://schemas.openxmlformats.org/officeDocument/2006/relationships/slideLayout" Target="../slideLayouts/slideLayout6.xml"/><Relationship Id="rId33" Type="http://schemas.openxmlformats.org/officeDocument/2006/relationships/image" Target="../media/image51.png"/><Relationship Id="rId2" Type="http://schemas.openxmlformats.org/officeDocument/2006/relationships/tags" Target="../tags/tag884.xml"/><Relationship Id="rId16" Type="http://schemas.openxmlformats.org/officeDocument/2006/relationships/tags" Target="../tags/tag898.xml"/><Relationship Id="rId20" Type="http://schemas.openxmlformats.org/officeDocument/2006/relationships/tags" Target="../tags/tag902.xml"/><Relationship Id="rId29" Type="http://schemas.openxmlformats.org/officeDocument/2006/relationships/image" Target="../media/image7.svg"/><Relationship Id="rId1" Type="http://schemas.openxmlformats.org/officeDocument/2006/relationships/tags" Target="../tags/tag883.xml"/><Relationship Id="rId6" Type="http://schemas.openxmlformats.org/officeDocument/2006/relationships/tags" Target="../tags/tag888.xml"/><Relationship Id="rId11" Type="http://schemas.openxmlformats.org/officeDocument/2006/relationships/tags" Target="../tags/tag893.xml"/><Relationship Id="rId24" Type="http://schemas.openxmlformats.org/officeDocument/2006/relationships/tags" Target="../tags/tag906.xml"/><Relationship Id="rId32" Type="http://schemas.openxmlformats.org/officeDocument/2006/relationships/image" Target="../media/image50.png"/><Relationship Id="rId5" Type="http://schemas.openxmlformats.org/officeDocument/2006/relationships/tags" Target="../tags/tag887.xml"/><Relationship Id="rId15" Type="http://schemas.openxmlformats.org/officeDocument/2006/relationships/tags" Target="../tags/tag897.xml"/><Relationship Id="rId23" Type="http://schemas.openxmlformats.org/officeDocument/2006/relationships/tags" Target="../tags/tag905.xml"/><Relationship Id="rId28" Type="http://schemas.openxmlformats.org/officeDocument/2006/relationships/image" Target="../media/image48.svg"/><Relationship Id="rId10" Type="http://schemas.openxmlformats.org/officeDocument/2006/relationships/tags" Target="../tags/tag892.xml"/><Relationship Id="rId19" Type="http://schemas.openxmlformats.org/officeDocument/2006/relationships/tags" Target="../tags/tag901.xml"/><Relationship Id="rId31" Type="http://schemas.openxmlformats.org/officeDocument/2006/relationships/image" Target="../media/image49.svg"/><Relationship Id="rId4" Type="http://schemas.openxmlformats.org/officeDocument/2006/relationships/tags" Target="../tags/tag886.xml"/><Relationship Id="rId9" Type="http://schemas.openxmlformats.org/officeDocument/2006/relationships/tags" Target="../tags/tag891.xml"/><Relationship Id="rId14" Type="http://schemas.openxmlformats.org/officeDocument/2006/relationships/tags" Target="../tags/tag896.xml"/><Relationship Id="rId22" Type="http://schemas.openxmlformats.org/officeDocument/2006/relationships/tags" Target="../tags/tag904.xml"/><Relationship Id="rId27" Type="http://schemas.openxmlformats.org/officeDocument/2006/relationships/image" Target="../media/image5.svg"/><Relationship Id="rId30" Type="http://schemas.openxmlformats.org/officeDocument/2006/relationships/image" Target="../media/image6.svg"/><Relationship Id="rId8" Type="http://schemas.openxmlformats.org/officeDocument/2006/relationships/tags" Target="../tags/tag890.xml"/></Relationships>
</file>

<file path=ppt/slides/_rels/slide58.xml.rels><?xml version="1.0" encoding="UTF-8" standalone="yes"?>
<Relationships xmlns="http://schemas.openxmlformats.org/package/2006/relationships"><Relationship Id="rId8" Type="http://schemas.openxmlformats.org/officeDocument/2006/relationships/tags" Target="../tags/tag914.xml"/><Relationship Id="rId13" Type="http://schemas.openxmlformats.org/officeDocument/2006/relationships/notesSlide" Target="../notesSlides/notesSlide58.xml"/><Relationship Id="rId3" Type="http://schemas.openxmlformats.org/officeDocument/2006/relationships/tags" Target="../tags/tag909.xml"/><Relationship Id="rId7" Type="http://schemas.openxmlformats.org/officeDocument/2006/relationships/tags" Target="../tags/tag913.xml"/><Relationship Id="rId12" Type="http://schemas.openxmlformats.org/officeDocument/2006/relationships/slideLayout" Target="../slideLayouts/slideLayout6.xml"/><Relationship Id="rId2" Type="http://schemas.openxmlformats.org/officeDocument/2006/relationships/tags" Target="../tags/tag908.xml"/><Relationship Id="rId1" Type="http://schemas.openxmlformats.org/officeDocument/2006/relationships/tags" Target="../tags/tag907.xml"/><Relationship Id="rId6" Type="http://schemas.openxmlformats.org/officeDocument/2006/relationships/tags" Target="../tags/tag912.xml"/><Relationship Id="rId11" Type="http://schemas.openxmlformats.org/officeDocument/2006/relationships/tags" Target="../tags/tag917.xml"/><Relationship Id="rId5" Type="http://schemas.openxmlformats.org/officeDocument/2006/relationships/tags" Target="../tags/tag911.xml"/><Relationship Id="rId10" Type="http://schemas.openxmlformats.org/officeDocument/2006/relationships/tags" Target="../tags/tag916.xml"/><Relationship Id="rId4" Type="http://schemas.openxmlformats.org/officeDocument/2006/relationships/tags" Target="../tags/tag910.xml"/><Relationship Id="rId9" Type="http://schemas.openxmlformats.org/officeDocument/2006/relationships/tags" Target="../tags/tag915.xml"/></Relationships>
</file>

<file path=ppt/slides/_rels/slide59.xml.rels><?xml version="1.0" encoding="UTF-8" standalone="yes"?>
<Relationships xmlns="http://schemas.openxmlformats.org/package/2006/relationships"><Relationship Id="rId8" Type="http://schemas.openxmlformats.org/officeDocument/2006/relationships/tags" Target="../tags/tag925.xml"/><Relationship Id="rId13" Type="http://schemas.openxmlformats.org/officeDocument/2006/relationships/tags" Target="../tags/tag930.xml"/><Relationship Id="rId18" Type="http://schemas.openxmlformats.org/officeDocument/2006/relationships/notesSlide" Target="../notesSlides/notesSlide59.xml"/><Relationship Id="rId3" Type="http://schemas.openxmlformats.org/officeDocument/2006/relationships/tags" Target="../tags/tag920.xml"/><Relationship Id="rId7" Type="http://schemas.openxmlformats.org/officeDocument/2006/relationships/tags" Target="../tags/tag924.xml"/><Relationship Id="rId12" Type="http://schemas.openxmlformats.org/officeDocument/2006/relationships/tags" Target="../tags/tag929.xml"/><Relationship Id="rId17" Type="http://schemas.openxmlformats.org/officeDocument/2006/relationships/slideLayout" Target="../slideLayouts/slideLayout6.xml"/><Relationship Id="rId2" Type="http://schemas.openxmlformats.org/officeDocument/2006/relationships/tags" Target="../tags/tag919.xml"/><Relationship Id="rId16" Type="http://schemas.openxmlformats.org/officeDocument/2006/relationships/tags" Target="../tags/tag933.xml"/><Relationship Id="rId1" Type="http://schemas.openxmlformats.org/officeDocument/2006/relationships/tags" Target="../tags/tag918.xml"/><Relationship Id="rId6" Type="http://schemas.openxmlformats.org/officeDocument/2006/relationships/tags" Target="../tags/tag923.xml"/><Relationship Id="rId11" Type="http://schemas.openxmlformats.org/officeDocument/2006/relationships/tags" Target="../tags/tag928.xml"/><Relationship Id="rId5" Type="http://schemas.openxmlformats.org/officeDocument/2006/relationships/tags" Target="../tags/tag922.xml"/><Relationship Id="rId15" Type="http://schemas.openxmlformats.org/officeDocument/2006/relationships/tags" Target="../tags/tag932.xml"/><Relationship Id="rId10" Type="http://schemas.openxmlformats.org/officeDocument/2006/relationships/tags" Target="../tags/tag927.xml"/><Relationship Id="rId4" Type="http://schemas.openxmlformats.org/officeDocument/2006/relationships/tags" Target="../tags/tag921.xml"/><Relationship Id="rId9" Type="http://schemas.openxmlformats.org/officeDocument/2006/relationships/tags" Target="../tags/tag926.xml"/><Relationship Id="rId14" Type="http://schemas.openxmlformats.org/officeDocument/2006/relationships/tags" Target="../tags/tag931.xml"/></Relationships>
</file>

<file path=ppt/slides/_rels/slide60.xml.rels><?xml version="1.0" encoding="UTF-8" standalone="yes"?>
<Relationships xmlns="http://schemas.openxmlformats.org/package/2006/relationships"><Relationship Id="rId8" Type="http://schemas.openxmlformats.org/officeDocument/2006/relationships/tags" Target="../tags/tag941.xml"/><Relationship Id="rId13" Type="http://schemas.openxmlformats.org/officeDocument/2006/relationships/tags" Target="../tags/tag946.xml"/><Relationship Id="rId18" Type="http://schemas.openxmlformats.org/officeDocument/2006/relationships/slideLayout" Target="../slideLayouts/slideLayout6.xml"/><Relationship Id="rId3" Type="http://schemas.openxmlformats.org/officeDocument/2006/relationships/tags" Target="../tags/tag936.xml"/><Relationship Id="rId7" Type="http://schemas.openxmlformats.org/officeDocument/2006/relationships/tags" Target="../tags/tag940.xml"/><Relationship Id="rId12" Type="http://schemas.openxmlformats.org/officeDocument/2006/relationships/tags" Target="../tags/tag945.xml"/><Relationship Id="rId17" Type="http://schemas.openxmlformats.org/officeDocument/2006/relationships/tags" Target="../tags/tag950.xml"/><Relationship Id="rId2" Type="http://schemas.openxmlformats.org/officeDocument/2006/relationships/tags" Target="../tags/tag935.xml"/><Relationship Id="rId16" Type="http://schemas.openxmlformats.org/officeDocument/2006/relationships/tags" Target="../tags/tag949.xml"/><Relationship Id="rId1" Type="http://schemas.openxmlformats.org/officeDocument/2006/relationships/tags" Target="../tags/tag934.xml"/><Relationship Id="rId6" Type="http://schemas.openxmlformats.org/officeDocument/2006/relationships/tags" Target="../tags/tag939.xml"/><Relationship Id="rId11" Type="http://schemas.openxmlformats.org/officeDocument/2006/relationships/tags" Target="../tags/tag944.xml"/><Relationship Id="rId5" Type="http://schemas.openxmlformats.org/officeDocument/2006/relationships/tags" Target="../tags/tag938.xml"/><Relationship Id="rId15" Type="http://schemas.openxmlformats.org/officeDocument/2006/relationships/tags" Target="../tags/tag948.xml"/><Relationship Id="rId10" Type="http://schemas.openxmlformats.org/officeDocument/2006/relationships/tags" Target="../tags/tag943.xml"/><Relationship Id="rId19" Type="http://schemas.openxmlformats.org/officeDocument/2006/relationships/notesSlide" Target="../notesSlides/notesSlide60.xml"/><Relationship Id="rId4" Type="http://schemas.openxmlformats.org/officeDocument/2006/relationships/tags" Target="../tags/tag937.xml"/><Relationship Id="rId9" Type="http://schemas.openxmlformats.org/officeDocument/2006/relationships/tags" Target="../tags/tag942.xml"/><Relationship Id="rId14" Type="http://schemas.openxmlformats.org/officeDocument/2006/relationships/tags" Target="../tags/tag947.xml"/></Relationships>
</file>

<file path=ppt/slides/_rels/slide61.xml.rels><?xml version="1.0" encoding="UTF-8" standalone="yes"?>
<Relationships xmlns="http://schemas.openxmlformats.org/package/2006/relationships"><Relationship Id="rId3" Type="http://schemas.openxmlformats.org/officeDocument/2006/relationships/notesSlide" Target="../notesSlides/notesSlide61.xml"/><Relationship Id="rId2" Type="http://schemas.openxmlformats.org/officeDocument/2006/relationships/slideLayout" Target="../slideLayouts/slideLayout6.xml"/><Relationship Id="rId1" Type="http://schemas.openxmlformats.org/officeDocument/2006/relationships/tags" Target="../tags/tag951.xml"/><Relationship Id="rId4" Type="http://schemas.openxmlformats.org/officeDocument/2006/relationships/image" Target="../media/image52.png"/></Relationships>
</file>

<file path=ppt/slides/_rels/slide62.xml.rels><?xml version="1.0" encoding="UTF-8" standalone="yes"?>
<Relationships xmlns="http://schemas.openxmlformats.org/package/2006/relationships"><Relationship Id="rId3" Type="http://schemas.openxmlformats.org/officeDocument/2006/relationships/notesSlide" Target="../notesSlides/notesSlide62.xml"/><Relationship Id="rId2" Type="http://schemas.openxmlformats.org/officeDocument/2006/relationships/slideLayout" Target="../slideLayouts/slideLayout6.xml"/><Relationship Id="rId1" Type="http://schemas.openxmlformats.org/officeDocument/2006/relationships/tags" Target="../tags/tag952.xml"/><Relationship Id="rId4" Type="http://schemas.openxmlformats.org/officeDocument/2006/relationships/image" Target="../media/image53.png"/></Relationships>
</file>

<file path=ppt/slides/_rels/slide63.xml.rels><?xml version="1.0" encoding="UTF-8" standalone="yes"?>
<Relationships xmlns="http://schemas.openxmlformats.org/package/2006/relationships"><Relationship Id="rId8" Type="http://schemas.openxmlformats.org/officeDocument/2006/relationships/tags" Target="../tags/tag960.xml"/><Relationship Id="rId13" Type="http://schemas.openxmlformats.org/officeDocument/2006/relationships/notesSlide" Target="../notesSlides/notesSlide63.xml"/><Relationship Id="rId3" Type="http://schemas.openxmlformats.org/officeDocument/2006/relationships/tags" Target="../tags/tag955.xml"/><Relationship Id="rId7" Type="http://schemas.openxmlformats.org/officeDocument/2006/relationships/tags" Target="../tags/tag959.xml"/><Relationship Id="rId12" Type="http://schemas.openxmlformats.org/officeDocument/2006/relationships/slideLayout" Target="../slideLayouts/slideLayout6.xml"/><Relationship Id="rId2" Type="http://schemas.openxmlformats.org/officeDocument/2006/relationships/tags" Target="../tags/tag954.xml"/><Relationship Id="rId1" Type="http://schemas.openxmlformats.org/officeDocument/2006/relationships/tags" Target="../tags/tag953.xml"/><Relationship Id="rId6" Type="http://schemas.openxmlformats.org/officeDocument/2006/relationships/tags" Target="../tags/tag958.xml"/><Relationship Id="rId11" Type="http://schemas.openxmlformats.org/officeDocument/2006/relationships/tags" Target="../tags/tag963.xml"/><Relationship Id="rId5" Type="http://schemas.openxmlformats.org/officeDocument/2006/relationships/tags" Target="../tags/tag957.xml"/><Relationship Id="rId10" Type="http://schemas.openxmlformats.org/officeDocument/2006/relationships/tags" Target="../tags/tag962.xml"/><Relationship Id="rId4" Type="http://schemas.openxmlformats.org/officeDocument/2006/relationships/tags" Target="../tags/tag956.xml"/><Relationship Id="rId9" Type="http://schemas.openxmlformats.org/officeDocument/2006/relationships/tags" Target="../tags/tag961.xml"/></Relationships>
</file>

<file path=ppt/slides/_rels/slide64.xml.rels><?xml version="1.0" encoding="UTF-8" standalone="yes"?>
<Relationships xmlns="http://schemas.openxmlformats.org/package/2006/relationships"><Relationship Id="rId8" Type="http://schemas.openxmlformats.org/officeDocument/2006/relationships/tags" Target="../tags/tag971.xml"/><Relationship Id="rId13" Type="http://schemas.openxmlformats.org/officeDocument/2006/relationships/tags" Target="../tags/tag976.xml"/><Relationship Id="rId3" Type="http://schemas.openxmlformats.org/officeDocument/2006/relationships/tags" Target="../tags/tag966.xml"/><Relationship Id="rId7" Type="http://schemas.openxmlformats.org/officeDocument/2006/relationships/tags" Target="../tags/tag970.xml"/><Relationship Id="rId12" Type="http://schemas.openxmlformats.org/officeDocument/2006/relationships/tags" Target="../tags/tag975.xml"/><Relationship Id="rId17" Type="http://schemas.openxmlformats.org/officeDocument/2006/relationships/image" Target="../media/image55.svg"/><Relationship Id="rId2" Type="http://schemas.openxmlformats.org/officeDocument/2006/relationships/tags" Target="../tags/tag965.xml"/><Relationship Id="rId16" Type="http://schemas.openxmlformats.org/officeDocument/2006/relationships/image" Target="../media/image54.svg"/><Relationship Id="rId1" Type="http://schemas.openxmlformats.org/officeDocument/2006/relationships/tags" Target="../tags/tag964.xml"/><Relationship Id="rId6" Type="http://schemas.openxmlformats.org/officeDocument/2006/relationships/tags" Target="../tags/tag969.xml"/><Relationship Id="rId11" Type="http://schemas.openxmlformats.org/officeDocument/2006/relationships/tags" Target="../tags/tag974.xml"/><Relationship Id="rId5" Type="http://schemas.openxmlformats.org/officeDocument/2006/relationships/tags" Target="../tags/tag968.xml"/><Relationship Id="rId15" Type="http://schemas.openxmlformats.org/officeDocument/2006/relationships/notesSlide" Target="../notesSlides/notesSlide64.xml"/><Relationship Id="rId10" Type="http://schemas.openxmlformats.org/officeDocument/2006/relationships/tags" Target="../tags/tag973.xml"/><Relationship Id="rId4" Type="http://schemas.openxmlformats.org/officeDocument/2006/relationships/tags" Target="../tags/tag967.xml"/><Relationship Id="rId9" Type="http://schemas.openxmlformats.org/officeDocument/2006/relationships/tags" Target="../tags/tag972.xml"/><Relationship Id="rId14" Type="http://schemas.openxmlformats.org/officeDocument/2006/relationships/slideLayout" Target="../slideLayouts/slideLayout6.xml"/></Relationships>
</file>

<file path=ppt/slides/_rels/slide65.xml.rels><?xml version="1.0" encoding="UTF-8" standalone="yes"?>
<Relationships xmlns="http://schemas.openxmlformats.org/package/2006/relationships"><Relationship Id="rId8" Type="http://schemas.openxmlformats.org/officeDocument/2006/relationships/tags" Target="../tags/tag984.xml"/><Relationship Id="rId13" Type="http://schemas.openxmlformats.org/officeDocument/2006/relationships/tags" Target="../tags/tag989.xml"/><Relationship Id="rId18" Type="http://schemas.openxmlformats.org/officeDocument/2006/relationships/image" Target="../media/image56.png"/><Relationship Id="rId3" Type="http://schemas.openxmlformats.org/officeDocument/2006/relationships/tags" Target="../tags/tag979.xml"/><Relationship Id="rId7" Type="http://schemas.openxmlformats.org/officeDocument/2006/relationships/tags" Target="../tags/tag983.xml"/><Relationship Id="rId12" Type="http://schemas.openxmlformats.org/officeDocument/2006/relationships/tags" Target="../tags/tag988.xml"/><Relationship Id="rId17" Type="http://schemas.openxmlformats.org/officeDocument/2006/relationships/image" Target="../media/image54.svg"/><Relationship Id="rId2" Type="http://schemas.openxmlformats.org/officeDocument/2006/relationships/tags" Target="../tags/tag978.xml"/><Relationship Id="rId16" Type="http://schemas.openxmlformats.org/officeDocument/2006/relationships/notesSlide" Target="../notesSlides/notesSlide65.xml"/><Relationship Id="rId1" Type="http://schemas.openxmlformats.org/officeDocument/2006/relationships/tags" Target="../tags/tag977.xml"/><Relationship Id="rId6" Type="http://schemas.openxmlformats.org/officeDocument/2006/relationships/tags" Target="../tags/tag982.xml"/><Relationship Id="rId11" Type="http://schemas.openxmlformats.org/officeDocument/2006/relationships/tags" Target="../tags/tag987.xml"/><Relationship Id="rId5" Type="http://schemas.openxmlformats.org/officeDocument/2006/relationships/tags" Target="../tags/tag981.xml"/><Relationship Id="rId15" Type="http://schemas.openxmlformats.org/officeDocument/2006/relationships/slideLayout" Target="../slideLayouts/slideLayout6.xml"/><Relationship Id="rId10" Type="http://schemas.openxmlformats.org/officeDocument/2006/relationships/tags" Target="../tags/tag986.xml"/><Relationship Id="rId19" Type="http://schemas.openxmlformats.org/officeDocument/2006/relationships/image" Target="../media/image55.svg"/><Relationship Id="rId4" Type="http://schemas.openxmlformats.org/officeDocument/2006/relationships/tags" Target="../tags/tag980.xml"/><Relationship Id="rId9" Type="http://schemas.openxmlformats.org/officeDocument/2006/relationships/tags" Target="../tags/tag985.xml"/><Relationship Id="rId14" Type="http://schemas.openxmlformats.org/officeDocument/2006/relationships/tags" Target="../tags/tag990.xml"/></Relationships>
</file>

<file path=ppt/slides/_rels/slide66.xml.rels><?xml version="1.0" encoding="UTF-8" standalone="yes"?>
<Relationships xmlns="http://schemas.openxmlformats.org/package/2006/relationships"><Relationship Id="rId3" Type="http://schemas.openxmlformats.org/officeDocument/2006/relationships/tags" Target="../tags/tag993.xml"/><Relationship Id="rId2" Type="http://schemas.openxmlformats.org/officeDocument/2006/relationships/tags" Target="../tags/tag992.xml"/><Relationship Id="rId1" Type="http://schemas.openxmlformats.org/officeDocument/2006/relationships/tags" Target="../tags/tag991.xml"/><Relationship Id="rId6" Type="http://schemas.openxmlformats.org/officeDocument/2006/relationships/notesSlide" Target="../notesSlides/notesSlide66.xml"/><Relationship Id="rId5" Type="http://schemas.openxmlformats.org/officeDocument/2006/relationships/slideLayout" Target="../slideLayouts/slideLayout6.xml"/><Relationship Id="rId4" Type="http://schemas.openxmlformats.org/officeDocument/2006/relationships/tags" Target="../tags/tag994.xml"/></Relationships>
</file>

<file path=ppt/slides/_rels/slide67.xml.rels><?xml version="1.0" encoding="UTF-8" standalone="yes"?>
<Relationships xmlns="http://schemas.openxmlformats.org/package/2006/relationships"><Relationship Id="rId8" Type="http://schemas.openxmlformats.org/officeDocument/2006/relationships/notesSlide" Target="../notesSlides/notesSlide67.xml"/><Relationship Id="rId3" Type="http://schemas.openxmlformats.org/officeDocument/2006/relationships/tags" Target="../tags/tag997.xml"/><Relationship Id="rId7" Type="http://schemas.openxmlformats.org/officeDocument/2006/relationships/slideLayout" Target="../slideLayouts/slideLayout6.xml"/><Relationship Id="rId2" Type="http://schemas.openxmlformats.org/officeDocument/2006/relationships/tags" Target="../tags/tag996.xml"/><Relationship Id="rId1" Type="http://schemas.openxmlformats.org/officeDocument/2006/relationships/tags" Target="../tags/tag995.xml"/><Relationship Id="rId6" Type="http://schemas.openxmlformats.org/officeDocument/2006/relationships/tags" Target="../tags/tag1000.xml"/><Relationship Id="rId5" Type="http://schemas.openxmlformats.org/officeDocument/2006/relationships/tags" Target="../tags/tag999.xml"/><Relationship Id="rId4" Type="http://schemas.openxmlformats.org/officeDocument/2006/relationships/tags" Target="../tags/tag998.xml"/><Relationship Id="rId9" Type="http://schemas.openxmlformats.org/officeDocument/2006/relationships/image" Target="../media/image57.png"/></Relationships>
</file>

<file path=ppt/slides/_rels/slide68.xml.rels><?xml version="1.0" encoding="UTF-8" standalone="yes"?>
<Relationships xmlns="http://schemas.openxmlformats.org/package/2006/relationships"><Relationship Id="rId8" Type="http://schemas.openxmlformats.org/officeDocument/2006/relationships/slideLayout" Target="../slideLayouts/slideLayout6.xml"/><Relationship Id="rId3" Type="http://schemas.openxmlformats.org/officeDocument/2006/relationships/tags" Target="../tags/tag1003.xml"/><Relationship Id="rId7" Type="http://schemas.openxmlformats.org/officeDocument/2006/relationships/tags" Target="../tags/tag1007.xml"/><Relationship Id="rId2" Type="http://schemas.openxmlformats.org/officeDocument/2006/relationships/tags" Target="../tags/tag1002.xml"/><Relationship Id="rId1" Type="http://schemas.openxmlformats.org/officeDocument/2006/relationships/tags" Target="../tags/tag1001.xml"/><Relationship Id="rId6" Type="http://schemas.openxmlformats.org/officeDocument/2006/relationships/tags" Target="../tags/tag1006.xml"/><Relationship Id="rId5" Type="http://schemas.openxmlformats.org/officeDocument/2006/relationships/tags" Target="../tags/tag1005.xml"/><Relationship Id="rId10" Type="http://schemas.openxmlformats.org/officeDocument/2006/relationships/image" Target="../media/image57.png"/><Relationship Id="rId4" Type="http://schemas.openxmlformats.org/officeDocument/2006/relationships/tags" Target="../tags/tag1004.xml"/><Relationship Id="rId9"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8" Type="http://schemas.openxmlformats.org/officeDocument/2006/relationships/tags" Target="../tags/tag1015.xml"/><Relationship Id="rId3" Type="http://schemas.openxmlformats.org/officeDocument/2006/relationships/tags" Target="../tags/tag1010.xml"/><Relationship Id="rId7" Type="http://schemas.openxmlformats.org/officeDocument/2006/relationships/tags" Target="../tags/tag1014.xml"/><Relationship Id="rId2" Type="http://schemas.openxmlformats.org/officeDocument/2006/relationships/tags" Target="../tags/tag1009.xml"/><Relationship Id="rId1" Type="http://schemas.openxmlformats.org/officeDocument/2006/relationships/tags" Target="../tags/tag1008.xml"/><Relationship Id="rId6" Type="http://schemas.openxmlformats.org/officeDocument/2006/relationships/tags" Target="../tags/tag1013.xml"/><Relationship Id="rId11" Type="http://schemas.openxmlformats.org/officeDocument/2006/relationships/image" Target="../media/image57.png"/><Relationship Id="rId5" Type="http://schemas.openxmlformats.org/officeDocument/2006/relationships/tags" Target="../tags/tag1012.xml"/><Relationship Id="rId10" Type="http://schemas.openxmlformats.org/officeDocument/2006/relationships/notesSlide" Target="../notesSlides/notesSlide69.xml"/><Relationship Id="rId4" Type="http://schemas.openxmlformats.org/officeDocument/2006/relationships/tags" Target="../tags/tag1011.xml"/><Relationship Id="rId9" Type="http://schemas.openxmlformats.org/officeDocument/2006/relationships/slideLayout" Target="../slideLayouts/slideLayout6.xml"/></Relationships>
</file>

<file path=ppt/slides/_rels/slide70.xml.rels><?xml version="1.0" encoding="UTF-8" standalone="yes"?>
<Relationships xmlns="http://schemas.openxmlformats.org/package/2006/relationships"><Relationship Id="rId8" Type="http://schemas.openxmlformats.org/officeDocument/2006/relationships/tags" Target="../tags/tag1023.xml"/><Relationship Id="rId3" Type="http://schemas.openxmlformats.org/officeDocument/2006/relationships/tags" Target="../tags/tag1018.xml"/><Relationship Id="rId7" Type="http://schemas.openxmlformats.org/officeDocument/2006/relationships/tags" Target="../tags/tag1022.xml"/><Relationship Id="rId12" Type="http://schemas.openxmlformats.org/officeDocument/2006/relationships/image" Target="../media/image57.png"/><Relationship Id="rId2" Type="http://schemas.openxmlformats.org/officeDocument/2006/relationships/tags" Target="../tags/tag1017.xml"/><Relationship Id="rId1" Type="http://schemas.openxmlformats.org/officeDocument/2006/relationships/tags" Target="../tags/tag1016.xml"/><Relationship Id="rId6" Type="http://schemas.openxmlformats.org/officeDocument/2006/relationships/tags" Target="../tags/tag1021.xml"/><Relationship Id="rId11" Type="http://schemas.openxmlformats.org/officeDocument/2006/relationships/notesSlide" Target="../notesSlides/notesSlide70.xml"/><Relationship Id="rId5" Type="http://schemas.openxmlformats.org/officeDocument/2006/relationships/tags" Target="../tags/tag1020.xml"/><Relationship Id="rId10" Type="http://schemas.openxmlformats.org/officeDocument/2006/relationships/slideLayout" Target="../slideLayouts/slideLayout6.xml"/><Relationship Id="rId4" Type="http://schemas.openxmlformats.org/officeDocument/2006/relationships/tags" Target="../tags/tag1019.xml"/><Relationship Id="rId9" Type="http://schemas.openxmlformats.org/officeDocument/2006/relationships/tags" Target="../tags/tag1024.xml"/></Relationships>
</file>

<file path=ppt/slides/_rels/slide71.xml.rels><?xml version="1.0" encoding="UTF-8" standalone="yes"?>
<Relationships xmlns="http://schemas.openxmlformats.org/package/2006/relationships"><Relationship Id="rId3" Type="http://schemas.openxmlformats.org/officeDocument/2006/relationships/notesSlide" Target="../notesSlides/notesSlide71.xml"/><Relationship Id="rId2" Type="http://schemas.openxmlformats.org/officeDocument/2006/relationships/slideLayout" Target="../slideLayouts/slideLayout7.xml"/><Relationship Id="rId1" Type="http://schemas.openxmlformats.org/officeDocument/2006/relationships/tags" Target="../tags/tag1025.xml"/><Relationship Id="rId4" Type="http://schemas.openxmlformats.org/officeDocument/2006/relationships/image" Target="../media/image58.png"/></Relationships>
</file>

<file path=ppt/slides/_rels/slide72.xml.rels><?xml version="1.0" encoding="UTF-8" standalone="yes"?>
<Relationships xmlns="http://schemas.openxmlformats.org/package/2006/relationships"><Relationship Id="rId3" Type="http://schemas.openxmlformats.org/officeDocument/2006/relationships/notesSlide" Target="../notesSlides/notesSlide72.xml"/><Relationship Id="rId2" Type="http://schemas.openxmlformats.org/officeDocument/2006/relationships/slideLayout" Target="../slideLayouts/slideLayout6.xml"/><Relationship Id="rId1" Type="http://schemas.openxmlformats.org/officeDocument/2006/relationships/tags" Target="../tags/tag1026.xml"/><Relationship Id="rId4" Type="http://schemas.openxmlformats.org/officeDocument/2006/relationships/image" Target="../media/image59.png"/></Relationships>
</file>

<file path=ppt/slides/_rels/slide73.xml.rels><?xml version="1.0" encoding="UTF-8" standalone="yes"?>
<Relationships xmlns="http://schemas.openxmlformats.org/package/2006/relationships"><Relationship Id="rId3" Type="http://schemas.openxmlformats.org/officeDocument/2006/relationships/tags" Target="../tags/tag1029.xml"/><Relationship Id="rId7" Type="http://schemas.openxmlformats.org/officeDocument/2006/relationships/notesSlide" Target="../notesSlides/notesSlide73.xml"/><Relationship Id="rId2" Type="http://schemas.openxmlformats.org/officeDocument/2006/relationships/tags" Target="../tags/tag1028.xml"/><Relationship Id="rId1" Type="http://schemas.openxmlformats.org/officeDocument/2006/relationships/tags" Target="../tags/tag1027.xml"/><Relationship Id="rId6" Type="http://schemas.openxmlformats.org/officeDocument/2006/relationships/slideLayout" Target="../slideLayouts/slideLayout2.xml"/><Relationship Id="rId5" Type="http://schemas.openxmlformats.org/officeDocument/2006/relationships/tags" Target="../tags/tag1031.xml"/><Relationship Id="rId4" Type="http://schemas.openxmlformats.org/officeDocument/2006/relationships/tags" Target="../tags/tag1030.xml"/></Relationships>
</file>

<file path=ppt/slides/_rels/slide74.xml.rels><?xml version="1.0" encoding="UTF-8" standalone="yes"?>
<Relationships xmlns="http://schemas.openxmlformats.org/package/2006/relationships"><Relationship Id="rId3" Type="http://schemas.openxmlformats.org/officeDocument/2006/relationships/tags" Target="../tags/tag1034.xml"/><Relationship Id="rId7" Type="http://schemas.openxmlformats.org/officeDocument/2006/relationships/notesSlide" Target="../notesSlides/notesSlide74.xml"/><Relationship Id="rId2" Type="http://schemas.openxmlformats.org/officeDocument/2006/relationships/tags" Target="../tags/tag1033.xml"/><Relationship Id="rId1" Type="http://schemas.openxmlformats.org/officeDocument/2006/relationships/tags" Target="../tags/tag1032.xml"/><Relationship Id="rId6" Type="http://schemas.openxmlformats.org/officeDocument/2006/relationships/slideLayout" Target="../slideLayouts/slideLayout2.xml"/><Relationship Id="rId5" Type="http://schemas.openxmlformats.org/officeDocument/2006/relationships/tags" Target="../tags/tag1036.xml"/><Relationship Id="rId4" Type="http://schemas.openxmlformats.org/officeDocument/2006/relationships/tags" Target="../tags/tag1035.xml"/></Relationships>
</file>

<file path=ppt/slides/_rels/slide75.xml.rels><?xml version="1.0" encoding="UTF-8" standalone="yes"?>
<Relationships xmlns="http://schemas.openxmlformats.org/package/2006/relationships"><Relationship Id="rId8" Type="http://schemas.openxmlformats.org/officeDocument/2006/relationships/tags" Target="../tags/tag1044.xml"/><Relationship Id="rId3" Type="http://schemas.openxmlformats.org/officeDocument/2006/relationships/tags" Target="../tags/tag1039.xml"/><Relationship Id="rId7" Type="http://schemas.openxmlformats.org/officeDocument/2006/relationships/tags" Target="../tags/tag1043.xml"/><Relationship Id="rId12" Type="http://schemas.openxmlformats.org/officeDocument/2006/relationships/image" Target="../media/image8.png"/><Relationship Id="rId2" Type="http://schemas.openxmlformats.org/officeDocument/2006/relationships/tags" Target="../tags/tag1038.xml"/><Relationship Id="rId1" Type="http://schemas.openxmlformats.org/officeDocument/2006/relationships/tags" Target="../tags/tag1037.xml"/><Relationship Id="rId6" Type="http://schemas.openxmlformats.org/officeDocument/2006/relationships/tags" Target="../tags/tag1042.xml"/><Relationship Id="rId11" Type="http://schemas.openxmlformats.org/officeDocument/2006/relationships/notesSlide" Target="../notesSlides/notesSlide75.xml"/><Relationship Id="rId5" Type="http://schemas.openxmlformats.org/officeDocument/2006/relationships/tags" Target="../tags/tag1041.xml"/><Relationship Id="rId10" Type="http://schemas.openxmlformats.org/officeDocument/2006/relationships/slideLayout" Target="../slideLayouts/slideLayout2.xml"/><Relationship Id="rId4" Type="http://schemas.openxmlformats.org/officeDocument/2006/relationships/tags" Target="../tags/tag1040.xml"/><Relationship Id="rId9" Type="http://schemas.openxmlformats.org/officeDocument/2006/relationships/tags" Target="../tags/tag1045.xml"/></Relationships>
</file>

<file path=ppt/slides/_rels/slide76.xml.rels><?xml version="1.0" encoding="UTF-8" standalone="yes"?>
<Relationships xmlns="http://schemas.openxmlformats.org/package/2006/relationships"><Relationship Id="rId8" Type="http://schemas.openxmlformats.org/officeDocument/2006/relationships/tags" Target="../tags/tag1053.xml"/><Relationship Id="rId3" Type="http://schemas.openxmlformats.org/officeDocument/2006/relationships/tags" Target="../tags/tag1048.xml"/><Relationship Id="rId7" Type="http://schemas.openxmlformats.org/officeDocument/2006/relationships/tags" Target="../tags/tag1052.xml"/><Relationship Id="rId12" Type="http://schemas.openxmlformats.org/officeDocument/2006/relationships/image" Target="../media/image8.png"/><Relationship Id="rId2" Type="http://schemas.openxmlformats.org/officeDocument/2006/relationships/tags" Target="../tags/tag1047.xml"/><Relationship Id="rId1" Type="http://schemas.openxmlformats.org/officeDocument/2006/relationships/tags" Target="../tags/tag1046.xml"/><Relationship Id="rId6" Type="http://schemas.openxmlformats.org/officeDocument/2006/relationships/tags" Target="../tags/tag1051.xml"/><Relationship Id="rId11" Type="http://schemas.openxmlformats.org/officeDocument/2006/relationships/notesSlide" Target="../notesSlides/notesSlide76.xml"/><Relationship Id="rId5" Type="http://schemas.openxmlformats.org/officeDocument/2006/relationships/tags" Target="../tags/tag1050.xml"/><Relationship Id="rId10" Type="http://schemas.openxmlformats.org/officeDocument/2006/relationships/slideLayout" Target="../slideLayouts/slideLayout6.xml"/><Relationship Id="rId4" Type="http://schemas.openxmlformats.org/officeDocument/2006/relationships/tags" Target="../tags/tag1049.xml"/><Relationship Id="rId9" Type="http://schemas.openxmlformats.org/officeDocument/2006/relationships/tags" Target="../tags/tag1054.xml"/></Relationships>
</file>

<file path=ppt/slides/_rels/slide77.xml.rels><?xml version="1.0" encoding="UTF-8" standalone="yes"?>
<Relationships xmlns="http://schemas.openxmlformats.org/package/2006/relationships"><Relationship Id="rId8" Type="http://schemas.openxmlformats.org/officeDocument/2006/relationships/tags" Target="../tags/tag1062.xml"/><Relationship Id="rId13" Type="http://schemas.openxmlformats.org/officeDocument/2006/relationships/tags" Target="../tags/tag1067.xml"/><Relationship Id="rId18" Type="http://schemas.openxmlformats.org/officeDocument/2006/relationships/tags" Target="../tags/tag1072.xml"/><Relationship Id="rId3" Type="http://schemas.openxmlformats.org/officeDocument/2006/relationships/tags" Target="../tags/tag1057.xml"/><Relationship Id="rId21" Type="http://schemas.openxmlformats.org/officeDocument/2006/relationships/tags" Target="../tags/tag1075.xml"/><Relationship Id="rId7" Type="http://schemas.openxmlformats.org/officeDocument/2006/relationships/tags" Target="../tags/tag1061.xml"/><Relationship Id="rId12" Type="http://schemas.openxmlformats.org/officeDocument/2006/relationships/tags" Target="../tags/tag1066.xml"/><Relationship Id="rId17" Type="http://schemas.openxmlformats.org/officeDocument/2006/relationships/tags" Target="../tags/tag1071.xml"/><Relationship Id="rId2" Type="http://schemas.openxmlformats.org/officeDocument/2006/relationships/tags" Target="../tags/tag1056.xml"/><Relationship Id="rId16" Type="http://schemas.openxmlformats.org/officeDocument/2006/relationships/tags" Target="../tags/tag1070.xml"/><Relationship Id="rId20" Type="http://schemas.openxmlformats.org/officeDocument/2006/relationships/tags" Target="../tags/tag1074.xml"/><Relationship Id="rId1" Type="http://schemas.openxmlformats.org/officeDocument/2006/relationships/tags" Target="../tags/tag1055.xml"/><Relationship Id="rId6" Type="http://schemas.openxmlformats.org/officeDocument/2006/relationships/tags" Target="../tags/tag1060.xml"/><Relationship Id="rId11" Type="http://schemas.openxmlformats.org/officeDocument/2006/relationships/tags" Target="../tags/tag1065.xml"/><Relationship Id="rId24" Type="http://schemas.openxmlformats.org/officeDocument/2006/relationships/image" Target="../media/image8.png"/><Relationship Id="rId5" Type="http://schemas.openxmlformats.org/officeDocument/2006/relationships/tags" Target="../tags/tag1059.xml"/><Relationship Id="rId15" Type="http://schemas.openxmlformats.org/officeDocument/2006/relationships/tags" Target="../tags/tag1069.xml"/><Relationship Id="rId23" Type="http://schemas.openxmlformats.org/officeDocument/2006/relationships/notesSlide" Target="../notesSlides/notesSlide77.xml"/><Relationship Id="rId10" Type="http://schemas.openxmlformats.org/officeDocument/2006/relationships/tags" Target="../tags/tag1064.xml"/><Relationship Id="rId19" Type="http://schemas.openxmlformats.org/officeDocument/2006/relationships/tags" Target="../tags/tag1073.xml"/><Relationship Id="rId4" Type="http://schemas.openxmlformats.org/officeDocument/2006/relationships/tags" Target="../tags/tag1058.xml"/><Relationship Id="rId9" Type="http://schemas.openxmlformats.org/officeDocument/2006/relationships/tags" Target="../tags/tag1063.xml"/><Relationship Id="rId14" Type="http://schemas.openxmlformats.org/officeDocument/2006/relationships/tags" Target="../tags/tag1068.xml"/><Relationship Id="rId22" Type="http://schemas.openxmlformats.org/officeDocument/2006/relationships/slideLayout" Target="../slideLayouts/slideLayout6.xml"/></Relationships>
</file>

<file path=ppt/slides/_rels/slide78.xml.rels><?xml version="1.0" encoding="UTF-8" standalone="yes"?>
<Relationships xmlns="http://schemas.openxmlformats.org/package/2006/relationships"><Relationship Id="rId8" Type="http://schemas.openxmlformats.org/officeDocument/2006/relationships/tags" Target="../tags/tag1083.xml"/><Relationship Id="rId13" Type="http://schemas.openxmlformats.org/officeDocument/2006/relationships/image" Target="../media/image60.png"/><Relationship Id="rId3" Type="http://schemas.openxmlformats.org/officeDocument/2006/relationships/tags" Target="../tags/tag1078.xml"/><Relationship Id="rId7" Type="http://schemas.openxmlformats.org/officeDocument/2006/relationships/tags" Target="../tags/tag1082.xml"/><Relationship Id="rId12" Type="http://schemas.openxmlformats.org/officeDocument/2006/relationships/notesSlide" Target="../notesSlides/notesSlide78.xml"/><Relationship Id="rId2" Type="http://schemas.openxmlformats.org/officeDocument/2006/relationships/tags" Target="../tags/tag1077.xml"/><Relationship Id="rId1" Type="http://schemas.openxmlformats.org/officeDocument/2006/relationships/tags" Target="../tags/tag1076.xml"/><Relationship Id="rId6" Type="http://schemas.openxmlformats.org/officeDocument/2006/relationships/tags" Target="../tags/tag1081.xml"/><Relationship Id="rId11" Type="http://schemas.openxmlformats.org/officeDocument/2006/relationships/slideLayout" Target="../slideLayouts/slideLayout6.xml"/><Relationship Id="rId5" Type="http://schemas.openxmlformats.org/officeDocument/2006/relationships/tags" Target="../tags/tag1080.xml"/><Relationship Id="rId15" Type="http://schemas.openxmlformats.org/officeDocument/2006/relationships/image" Target="../media/image57.png"/><Relationship Id="rId10" Type="http://schemas.openxmlformats.org/officeDocument/2006/relationships/tags" Target="../tags/tag1085.xml"/><Relationship Id="rId4" Type="http://schemas.openxmlformats.org/officeDocument/2006/relationships/tags" Target="../tags/tag1079.xml"/><Relationship Id="rId9" Type="http://schemas.openxmlformats.org/officeDocument/2006/relationships/tags" Target="../tags/tag1084.xml"/><Relationship Id="rId14" Type="http://schemas.openxmlformats.org/officeDocument/2006/relationships/image" Target="../media/image61.png"/></Relationships>
</file>

<file path=ppt/slides/_rels/slide79.xml.rels><?xml version="1.0" encoding="UTF-8" standalone="yes"?>
<Relationships xmlns="http://schemas.openxmlformats.org/package/2006/relationships"><Relationship Id="rId8" Type="http://schemas.openxmlformats.org/officeDocument/2006/relationships/tags" Target="../tags/tag1093.xml"/><Relationship Id="rId13" Type="http://schemas.openxmlformats.org/officeDocument/2006/relationships/tags" Target="../tags/tag1098.xml"/><Relationship Id="rId18" Type="http://schemas.openxmlformats.org/officeDocument/2006/relationships/image" Target="../media/image57.png"/><Relationship Id="rId3" Type="http://schemas.openxmlformats.org/officeDocument/2006/relationships/tags" Target="../tags/tag1088.xml"/><Relationship Id="rId7" Type="http://schemas.openxmlformats.org/officeDocument/2006/relationships/tags" Target="../tags/tag1092.xml"/><Relationship Id="rId12" Type="http://schemas.openxmlformats.org/officeDocument/2006/relationships/tags" Target="../tags/tag1097.xml"/><Relationship Id="rId17" Type="http://schemas.openxmlformats.org/officeDocument/2006/relationships/image" Target="../media/image61.png"/><Relationship Id="rId2" Type="http://schemas.openxmlformats.org/officeDocument/2006/relationships/tags" Target="../tags/tag1087.xml"/><Relationship Id="rId16" Type="http://schemas.openxmlformats.org/officeDocument/2006/relationships/image" Target="../media/image60.png"/><Relationship Id="rId1" Type="http://schemas.openxmlformats.org/officeDocument/2006/relationships/tags" Target="../tags/tag1086.xml"/><Relationship Id="rId6" Type="http://schemas.openxmlformats.org/officeDocument/2006/relationships/tags" Target="../tags/tag1091.xml"/><Relationship Id="rId11" Type="http://schemas.openxmlformats.org/officeDocument/2006/relationships/tags" Target="../tags/tag1096.xml"/><Relationship Id="rId5" Type="http://schemas.openxmlformats.org/officeDocument/2006/relationships/tags" Target="../tags/tag1090.xml"/><Relationship Id="rId15" Type="http://schemas.openxmlformats.org/officeDocument/2006/relationships/notesSlide" Target="../notesSlides/notesSlide79.xml"/><Relationship Id="rId10" Type="http://schemas.openxmlformats.org/officeDocument/2006/relationships/tags" Target="../tags/tag1095.xml"/><Relationship Id="rId4" Type="http://schemas.openxmlformats.org/officeDocument/2006/relationships/tags" Target="../tags/tag1089.xml"/><Relationship Id="rId9" Type="http://schemas.openxmlformats.org/officeDocument/2006/relationships/tags" Target="../tags/tag1094.xml"/><Relationship Id="rId14" Type="http://schemas.openxmlformats.org/officeDocument/2006/relationships/slideLayout" Target="../slideLayouts/slideLayout6.xml"/></Relationships>
</file>

<file path=ppt/slides/_rels/slide80.xml.rels><?xml version="1.0" encoding="UTF-8" standalone="yes"?>
<Relationships xmlns="http://schemas.openxmlformats.org/package/2006/relationships"><Relationship Id="rId13" Type="http://schemas.openxmlformats.org/officeDocument/2006/relationships/tags" Target="../tags/tag1111.xml"/><Relationship Id="rId18" Type="http://schemas.openxmlformats.org/officeDocument/2006/relationships/tags" Target="../tags/tag1116.xml"/><Relationship Id="rId26" Type="http://schemas.openxmlformats.org/officeDocument/2006/relationships/tags" Target="../tags/tag1124.xml"/><Relationship Id="rId3" Type="http://schemas.openxmlformats.org/officeDocument/2006/relationships/tags" Target="../tags/tag1101.xml"/><Relationship Id="rId21" Type="http://schemas.openxmlformats.org/officeDocument/2006/relationships/tags" Target="../tags/tag1119.xml"/><Relationship Id="rId7" Type="http://schemas.openxmlformats.org/officeDocument/2006/relationships/tags" Target="../tags/tag1105.xml"/><Relationship Id="rId12" Type="http://schemas.openxmlformats.org/officeDocument/2006/relationships/tags" Target="../tags/tag1110.xml"/><Relationship Id="rId17" Type="http://schemas.openxmlformats.org/officeDocument/2006/relationships/tags" Target="../tags/tag1115.xml"/><Relationship Id="rId25" Type="http://schemas.openxmlformats.org/officeDocument/2006/relationships/tags" Target="../tags/tag1123.xml"/><Relationship Id="rId33" Type="http://schemas.openxmlformats.org/officeDocument/2006/relationships/image" Target="../media/image57.png"/><Relationship Id="rId2" Type="http://schemas.openxmlformats.org/officeDocument/2006/relationships/tags" Target="../tags/tag1100.xml"/><Relationship Id="rId16" Type="http://schemas.openxmlformats.org/officeDocument/2006/relationships/tags" Target="../tags/tag1114.xml"/><Relationship Id="rId20" Type="http://schemas.openxmlformats.org/officeDocument/2006/relationships/tags" Target="../tags/tag1118.xml"/><Relationship Id="rId29" Type="http://schemas.openxmlformats.org/officeDocument/2006/relationships/slideLayout" Target="../slideLayouts/slideLayout6.xml"/><Relationship Id="rId1" Type="http://schemas.openxmlformats.org/officeDocument/2006/relationships/tags" Target="../tags/tag1099.xml"/><Relationship Id="rId6" Type="http://schemas.openxmlformats.org/officeDocument/2006/relationships/tags" Target="../tags/tag1104.xml"/><Relationship Id="rId11" Type="http://schemas.openxmlformats.org/officeDocument/2006/relationships/tags" Target="../tags/tag1109.xml"/><Relationship Id="rId24" Type="http://schemas.openxmlformats.org/officeDocument/2006/relationships/tags" Target="../tags/tag1122.xml"/><Relationship Id="rId32" Type="http://schemas.openxmlformats.org/officeDocument/2006/relationships/image" Target="../media/image61.png"/><Relationship Id="rId5" Type="http://schemas.openxmlformats.org/officeDocument/2006/relationships/tags" Target="../tags/tag1103.xml"/><Relationship Id="rId15" Type="http://schemas.openxmlformats.org/officeDocument/2006/relationships/tags" Target="../tags/tag1113.xml"/><Relationship Id="rId23" Type="http://schemas.openxmlformats.org/officeDocument/2006/relationships/tags" Target="../tags/tag1121.xml"/><Relationship Id="rId28" Type="http://schemas.openxmlformats.org/officeDocument/2006/relationships/tags" Target="../tags/tag1126.xml"/><Relationship Id="rId10" Type="http://schemas.openxmlformats.org/officeDocument/2006/relationships/tags" Target="../tags/tag1108.xml"/><Relationship Id="rId19" Type="http://schemas.openxmlformats.org/officeDocument/2006/relationships/tags" Target="../tags/tag1117.xml"/><Relationship Id="rId31" Type="http://schemas.openxmlformats.org/officeDocument/2006/relationships/image" Target="../media/image60.png"/><Relationship Id="rId4" Type="http://schemas.openxmlformats.org/officeDocument/2006/relationships/tags" Target="../tags/tag1102.xml"/><Relationship Id="rId9" Type="http://schemas.openxmlformats.org/officeDocument/2006/relationships/tags" Target="../tags/tag1107.xml"/><Relationship Id="rId14" Type="http://schemas.openxmlformats.org/officeDocument/2006/relationships/tags" Target="../tags/tag1112.xml"/><Relationship Id="rId22" Type="http://schemas.openxmlformats.org/officeDocument/2006/relationships/tags" Target="../tags/tag1120.xml"/><Relationship Id="rId27" Type="http://schemas.openxmlformats.org/officeDocument/2006/relationships/tags" Target="../tags/tag1125.xml"/><Relationship Id="rId30" Type="http://schemas.openxmlformats.org/officeDocument/2006/relationships/notesSlide" Target="../notesSlides/notesSlide80.xml"/><Relationship Id="rId8" Type="http://schemas.openxmlformats.org/officeDocument/2006/relationships/tags" Target="../tags/tag1106.xml"/></Relationships>
</file>

<file path=ppt/slides/_rels/slide81.xml.rels><?xml version="1.0" encoding="UTF-8" standalone="yes"?>
<Relationships xmlns="http://schemas.openxmlformats.org/package/2006/relationships"><Relationship Id="rId13" Type="http://schemas.openxmlformats.org/officeDocument/2006/relationships/tags" Target="../tags/tag1139.xml"/><Relationship Id="rId18" Type="http://schemas.openxmlformats.org/officeDocument/2006/relationships/tags" Target="../tags/tag1144.xml"/><Relationship Id="rId26" Type="http://schemas.openxmlformats.org/officeDocument/2006/relationships/tags" Target="../tags/tag1152.xml"/><Relationship Id="rId21" Type="http://schemas.openxmlformats.org/officeDocument/2006/relationships/tags" Target="../tags/tag1147.xml"/><Relationship Id="rId34" Type="http://schemas.openxmlformats.org/officeDocument/2006/relationships/notesSlide" Target="../notesSlides/notesSlide81.xml"/><Relationship Id="rId7" Type="http://schemas.openxmlformats.org/officeDocument/2006/relationships/tags" Target="../tags/tag1133.xml"/><Relationship Id="rId12" Type="http://schemas.openxmlformats.org/officeDocument/2006/relationships/tags" Target="../tags/tag1138.xml"/><Relationship Id="rId17" Type="http://schemas.openxmlformats.org/officeDocument/2006/relationships/tags" Target="../tags/tag1143.xml"/><Relationship Id="rId25" Type="http://schemas.openxmlformats.org/officeDocument/2006/relationships/tags" Target="../tags/tag1151.xml"/><Relationship Id="rId33" Type="http://schemas.openxmlformats.org/officeDocument/2006/relationships/slideLayout" Target="../slideLayouts/slideLayout6.xml"/><Relationship Id="rId2" Type="http://schemas.openxmlformats.org/officeDocument/2006/relationships/tags" Target="../tags/tag1128.xml"/><Relationship Id="rId16" Type="http://schemas.openxmlformats.org/officeDocument/2006/relationships/tags" Target="../tags/tag1142.xml"/><Relationship Id="rId20" Type="http://schemas.openxmlformats.org/officeDocument/2006/relationships/tags" Target="../tags/tag1146.xml"/><Relationship Id="rId29" Type="http://schemas.openxmlformats.org/officeDocument/2006/relationships/tags" Target="../tags/tag1155.xml"/><Relationship Id="rId1" Type="http://schemas.openxmlformats.org/officeDocument/2006/relationships/tags" Target="../tags/tag1127.xml"/><Relationship Id="rId6" Type="http://schemas.openxmlformats.org/officeDocument/2006/relationships/tags" Target="../tags/tag1132.xml"/><Relationship Id="rId11" Type="http://schemas.openxmlformats.org/officeDocument/2006/relationships/tags" Target="../tags/tag1137.xml"/><Relationship Id="rId24" Type="http://schemas.openxmlformats.org/officeDocument/2006/relationships/tags" Target="../tags/tag1150.xml"/><Relationship Id="rId32" Type="http://schemas.openxmlformats.org/officeDocument/2006/relationships/tags" Target="../tags/tag1158.xml"/><Relationship Id="rId37" Type="http://schemas.openxmlformats.org/officeDocument/2006/relationships/image" Target="../media/image57.png"/><Relationship Id="rId5" Type="http://schemas.openxmlformats.org/officeDocument/2006/relationships/tags" Target="../tags/tag1131.xml"/><Relationship Id="rId15" Type="http://schemas.openxmlformats.org/officeDocument/2006/relationships/tags" Target="../tags/tag1141.xml"/><Relationship Id="rId23" Type="http://schemas.openxmlformats.org/officeDocument/2006/relationships/tags" Target="../tags/tag1149.xml"/><Relationship Id="rId28" Type="http://schemas.openxmlformats.org/officeDocument/2006/relationships/tags" Target="../tags/tag1154.xml"/><Relationship Id="rId36" Type="http://schemas.openxmlformats.org/officeDocument/2006/relationships/image" Target="../media/image61.png"/><Relationship Id="rId10" Type="http://schemas.openxmlformats.org/officeDocument/2006/relationships/tags" Target="../tags/tag1136.xml"/><Relationship Id="rId19" Type="http://schemas.openxmlformats.org/officeDocument/2006/relationships/tags" Target="../tags/tag1145.xml"/><Relationship Id="rId31" Type="http://schemas.openxmlformats.org/officeDocument/2006/relationships/tags" Target="../tags/tag1157.xml"/><Relationship Id="rId4" Type="http://schemas.openxmlformats.org/officeDocument/2006/relationships/tags" Target="../tags/tag1130.xml"/><Relationship Id="rId9" Type="http://schemas.openxmlformats.org/officeDocument/2006/relationships/tags" Target="../tags/tag1135.xml"/><Relationship Id="rId14" Type="http://schemas.openxmlformats.org/officeDocument/2006/relationships/tags" Target="../tags/tag1140.xml"/><Relationship Id="rId22" Type="http://schemas.openxmlformats.org/officeDocument/2006/relationships/tags" Target="../tags/tag1148.xml"/><Relationship Id="rId27" Type="http://schemas.openxmlformats.org/officeDocument/2006/relationships/tags" Target="../tags/tag1153.xml"/><Relationship Id="rId30" Type="http://schemas.openxmlformats.org/officeDocument/2006/relationships/tags" Target="../tags/tag1156.xml"/><Relationship Id="rId35" Type="http://schemas.openxmlformats.org/officeDocument/2006/relationships/image" Target="../media/image60.png"/><Relationship Id="rId8" Type="http://schemas.openxmlformats.org/officeDocument/2006/relationships/tags" Target="../tags/tag1134.xml"/><Relationship Id="rId3" Type="http://schemas.openxmlformats.org/officeDocument/2006/relationships/tags" Target="../tags/tag1129.xml"/></Relationships>
</file>

<file path=ppt/slides/_rels/slide82.xml.rels><?xml version="1.0" encoding="UTF-8" standalone="yes"?>
<Relationships xmlns="http://schemas.openxmlformats.org/package/2006/relationships"><Relationship Id="rId3" Type="http://schemas.openxmlformats.org/officeDocument/2006/relationships/notesSlide" Target="../notesSlides/notesSlide82.xml"/><Relationship Id="rId2" Type="http://schemas.openxmlformats.org/officeDocument/2006/relationships/slideLayout" Target="../slideLayouts/slideLayout6.xml"/><Relationship Id="rId1" Type="http://schemas.openxmlformats.org/officeDocument/2006/relationships/tags" Target="../tags/tag1159.xml"/><Relationship Id="rId5" Type="http://schemas.openxmlformats.org/officeDocument/2006/relationships/image" Target="../media/image63.png"/><Relationship Id="rId4" Type="http://schemas.openxmlformats.org/officeDocument/2006/relationships/image" Target="../media/image62.png"/></Relationships>
</file>

<file path=ppt/slides/_rels/slide83.xml.rels><?xml version="1.0" encoding="UTF-8" standalone="yes"?>
<Relationships xmlns="http://schemas.openxmlformats.org/package/2006/relationships"><Relationship Id="rId3" Type="http://schemas.openxmlformats.org/officeDocument/2006/relationships/notesSlide" Target="../notesSlides/notesSlide83.xml"/><Relationship Id="rId2" Type="http://schemas.openxmlformats.org/officeDocument/2006/relationships/slideLayout" Target="../slideLayouts/slideLayout6.xml"/><Relationship Id="rId1" Type="http://schemas.openxmlformats.org/officeDocument/2006/relationships/tags" Target="../tags/tag1160.xml"/><Relationship Id="rId5" Type="http://schemas.openxmlformats.org/officeDocument/2006/relationships/image" Target="../media/image65.png"/><Relationship Id="rId4" Type="http://schemas.openxmlformats.org/officeDocument/2006/relationships/image" Target="../media/image64.png"/></Relationships>
</file>

<file path=ppt/slides/_rels/slide84.xml.rels><?xml version="1.0" encoding="UTF-8" standalone="yes"?>
<Relationships xmlns="http://schemas.openxmlformats.org/package/2006/relationships"><Relationship Id="rId8" Type="http://schemas.openxmlformats.org/officeDocument/2006/relationships/tags" Target="../tags/tag1168.xml"/><Relationship Id="rId3" Type="http://schemas.openxmlformats.org/officeDocument/2006/relationships/tags" Target="../tags/tag1163.xml"/><Relationship Id="rId7" Type="http://schemas.openxmlformats.org/officeDocument/2006/relationships/tags" Target="../tags/tag1167.xml"/><Relationship Id="rId2" Type="http://schemas.openxmlformats.org/officeDocument/2006/relationships/tags" Target="../tags/tag1162.xml"/><Relationship Id="rId1" Type="http://schemas.openxmlformats.org/officeDocument/2006/relationships/tags" Target="../tags/tag1161.xml"/><Relationship Id="rId6" Type="http://schemas.openxmlformats.org/officeDocument/2006/relationships/tags" Target="../tags/tag1166.xml"/><Relationship Id="rId11" Type="http://schemas.openxmlformats.org/officeDocument/2006/relationships/notesSlide" Target="../notesSlides/notesSlide84.xml"/><Relationship Id="rId5" Type="http://schemas.openxmlformats.org/officeDocument/2006/relationships/tags" Target="../tags/tag1165.xml"/><Relationship Id="rId10" Type="http://schemas.openxmlformats.org/officeDocument/2006/relationships/slideLayout" Target="../slideLayouts/slideLayout2.xml"/><Relationship Id="rId4" Type="http://schemas.openxmlformats.org/officeDocument/2006/relationships/tags" Target="../tags/tag1164.xml"/><Relationship Id="rId9" Type="http://schemas.openxmlformats.org/officeDocument/2006/relationships/tags" Target="../tags/tag1169.xml"/></Relationships>
</file>

<file path=ppt/slides/_rels/slide85.xml.rels><?xml version="1.0" encoding="UTF-8" standalone="yes"?>
<Relationships xmlns="http://schemas.openxmlformats.org/package/2006/relationships"><Relationship Id="rId8" Type="http://schemas.openxmlformats.org/officeDocument/2006/relationships/tags" Target="../tags/tag1177.xml"/><Relationship Id="rId13" Type="http://schemas.openxmlformats.org/officeDocument/2006/relationships/tags" Target="../tags/tag1182.xml"/><Relationship Id="rId3" Type="http://schemas.openxmlformats.org/officeDocument/2006/relationships/tags" Target="../tags/tag1172.xml"/><Relationship Id="rId7" Type="http://schemas.openxmlformats.org/officeDocument/2006/relationships/tags" Target="../tags/tag1176.xml"/><Relationship Id="rId12" Type="http://schemas.openxmlformats.org/officeDocument/2006/relationships/tags" Target="../tags/tag1181.xml"/><Relationship Id="rId17" Type="http://schemas.openxmlformats.org/officeDocument/2006/relationships/notesSlide" Target="../notesSlides/notesSlide85.xml"/><Relationship Id="rId2" Type="http://schemas.openxmlformats.org/officeDocument/2006/relationships/tags" Target="../tags/tag1171.xml"/><Relationship Id="rId16" Type="http://schemas.openxmlformats.org/officeDocument/2006/relationships/slideLayout" Target="../slideLayouts/slideLayout2.xml"/><Relationship Id="rId1" Type="http://schemas.openxmlformats.org/officeDocument/2006/relationships/tags" Target="../tags/tag1170.xml"/><Relationship Id="rId6" Type="http://schemas.openxmlformats.org/officeDocument/2006/relationships/tags" Target="../tags/tag1175.xml"/><Relationship Id="rId11" Type="http://schemas.openxmlformats.org/officeDocument/2006/relationships/tags" Target="../tags/tag1180.xml"/><Relationship Id="rId5" Type="http://schemas.openxmlformats.org/officeDocument/2006/relationships/tags" Target="../tags/tag1174.xml"/><Relationship Id="rId15" Type="http://schemas.openxmlformats.org/officeDocument/2006/relationships/tags" Target="../tags/tag1184.xml"/><Relationship Id="rId10" Type="http://schemas.openxmlformats.org/officeDocument/2006/relationships/tags" Target="../tags/tag1179.xml"/><Relationship Id="rId4" Type="http://schemas.openxmlformats.org/officeDocument/2006/relationships/tags" Target="../tags/tag1173.xml"/><Relationship Id="rId9" Type="http://schemas.openxmlformats.org/officeDocument/2006/relationships/tags" Target="../tags/tag1178.xml"/><Relationship Id="rId14" Type="http://schemas.openxmlformats.org/officeDocument/2006/relationships/tags" Target="../tags/tag1183.xml"/></Relationships>
</file>

<file path=ppt/slides/_rels/slide86.xml.rels><?xml version="1.0" encoding="UTF-8" standalone="yes"?>
<Relationships xmlns="http://schemas.openxmlformats.org/package/2006/relationships"><Relationship Id="rId8" Type="http://schemas.openxmlformats.org/officeDocument/2006/relationships/tags" Target="../tags/tag1192.xml"/><Relationship Id="rId13" Type="http://schemas.openxmlformats.org/officeDocument/2006/relationships/tags" Target="../tags/tag1197.xml"/><Relationship Id="rId18" Type="http://schemas.openxmlformats.org/officeDocument/2006/relationships/tags" Target="../tags/tag1202.xml"/><Relationship Id="rId3" Type="http://schemas.openxmlformats.org/officeDocument/2006/relationships/tags" Target="../tags/tag1187.xml"/><Relationship Id="rId21" Type="http://schemas.openxmlformats.org/officeDocument/2006/relationships/tags" Target="../tags/tag1205.xml"/><Relationship Id="rId7" Type="http://schemas.openxmlformats.org/officeDocument/2006/relationships/tags" Target="../tags/tag1191.xml"/><Relationship Id="rId12" Type="http://schemas.openxmlformats.org/officeDocument/2006/relationships/tags" Target="../tags/tag1196.xml"/><Relationship Id="rId17" Type="http://schemas.openxmlformats.org/officeDocument/2006/relationships/tags" Target="../tags/tag1201.xml"/><Relationship Id="rId2" Type="http://schemas.openxmlformats.org/officeDocument/2006/relationships/tags" Target="../tags/tag1186.xml"/><Relationship Id="rId16" Type="http://schemas.openxmlformats.org/officeDocument/2006/relationships/tags" Target="../tags/tag1200.xml"/><Relationship Id="rId20" Type="http://schemas.openxmlformats.org/officeDocument/2006/relationships/tags" Target="../tags/tag1204.xml"/><Relationship Id="rId1" Type="http://schemas.openxmlformats.org/officeDocument/2006/relationships/tags" Target="../tags/tag1185.xml"/><Relationship Id="rId6" Type="http://schemas.openxmlformats.org/officeDocument/2006/relationships/tags" Target="../tags/tag1190.xml"/><Relationship Id="rId11" Type="http://schemas.openxmlformats.org/officeDocument/2006/relationships/tags" Target="../tags/tag1195.xml"/><Relationship Id="rId5" Type="http://schemas.openxmlformats.org/officeDocument/2006/relationships/tags" Target="../tags/tag1189.xml"/><Relationship Id="rId15" Type="http://schemas.openxmlformats.org/officeDocument/2006/relationships/tags" Target="../tags/tag1199.xml"/><Relationship Id="rId23" Type="http://schemas.openxmlformats.org/officeDocument/2006/relationships/notesSlide" Target="../notesSlides/notesSlide86.xml"/><Relationship Id="rId10" Type="http://schemas.openxmlformats.org/officeDocument/2006/relationships/tags" Target="../tags/tag1194.xml"/><Relationship Id="rId19" Type="http://schemas.openxmlformats.org/officeDocument/2006/relationships/tags" Target="../tags/tag1203.xml"/><Relationship Id="rId4" Type="http://schemas.openxmlformats.org/officeDocument/2006/relationships/tags" Target="../tags/tag1188.xml"/><Relationship Id="rId9" Type="http://schemas.openxmlformats.org/officeDocument/2006/relationships/tags" Target="../tags/tag1193.xml"/><Relationship Id="rId14" Type="http://schemas.openxmlformats.org/officeDocument/2006/relationships/tags" Target="../tags/tag1198.xml"/><Relationship Id="rId22"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8" Type="http://schemas.openxmlformats.org/officeDocument/2006/relationships/tags" Target="../tags/tag1213.xml"/><Relationship Id="rId13" Type="http://schemas.openxmlformats.org/officeDocument/2006/relationships/tags" Target="../tags/tag1218.xml"/><Relationship Id="rId18" Type="http://schemas.openxmlformats.org/officeDocument/2006/relationships/tags" Target="../tags/tag1223.xml"/><Relationship Id="rId3" Type="http://schemas.openxmlformats.org/officeDocument/2006/relationships/tags" Target="../tags/tag1208.xml"/><Relationship Id="rId21" Type="http://schemas.openxmlformats.org/officeDocument/2006/relationships/tags" Target="../tags/tag1226.xml"/><Relationship Id="rId7" Type="http://schemas.openxmlformats.org/officeDocument/2006/relationships/tags" Target="../tags/tag1212.xml"/><Relationship Id="rId12" Type="http://schemas.openxmlformats.org/officeDocument/2006/relationships/tags" Target="../tags/tag1217.xml"/><Relationship Id="rId17" Type="http://schemas.openxmlformats.org/officeDocument/2006/relationships/tags" Target="../tags/tag1222.xml"/><Relationship Id="rId25" Type="http://schemas.openxmlformats.org/officeDocument/2006/relationships/notesSlide" Target="../notesSlides/notesSlide87.xml"/><Relationship Id="rId2" Type="http://schemas.openxmlformats.org/officeDocument/2006/relationships/tags" Target="../tags/tag1207.xml"/><Relationship Id="rId16" Type="http://schemas.openxmlformats.org/officeDocument/2006/relationships/tags" Target="../tags/tag1221.xml"/><Relationship Id="rId20" Type="http://schemas.openxmlformats.org/officeDocument/2006/relationships/tags" Target="../tags/tag1225.xml"/><Relationship Id="rId1" Type="http://schemas.openxmlformats.org/officeDocument/2006/relationships/tags" Target="../tags/tag1206.xml"/><Relationship Id="rId6" Type="http://schemas.openxmlformats.org/officeDocument/2006/relationships/tags" Target="../tags/tag1211.xml"/><Relationship Id="rId11" Type="http://schemas.openxmlformats.org/officeDocument/2006/relationships/tags" Target="../tags/tag1216.xml"/><Relationship Id="rId24" Type="http://schemas.openxmlformats.org/officeDocument/2006/relationships/slideLayout" Target="../slideLayouts/slideLayout2.xml"/><Relationship Id="rId5" Type="http://schemas.openxmlformats.org/officeDocument/2006/relationships/tags" Target="../tags/tag1210.xml"/><Relationship Id="rId15" Type="http://schemas.openxmlformats.org/officeDocument/2006/relationships/tags" Target="../tags/tag1220.xml"/><Relationship Id="rId23" Type="http://schemas.openxmlformats.org/officeDocument/2006/relationships/tags" Target="../tags/tag1228.xml"/><Relationship Id="rId10" Type="http://schemas.openxmlformats.org/officeDocument/2006/relationships/tags" Target="../tags/tag1215.xml"/><Relationship Id="rId19" Type="http://schemas.openxmlformats.org/officeDocument/2006/relationships/tags" Target="../tags/tag1224.xml"/><Relationship Id="rId4" Type="http://schemas.openxmlformats.org/officeDocument/2006/relationships/tags" Target="../tags/tag1209.xml"/><Relationship Id="rId9" Type="http://schemas.openxmlformats.org/officeDocument/2006/relationships/tags" Target="../tags/tag1214.xml"/><Relationship Id="rId14" Type="http://schemas.openxmlformats.org/officeDocument/2006/relationships/tags" Target="../tags/tag1219.xml"/><Relationship Id="rId22" Type="http://schemas.openxmlformats.org/officeDocument/2006/relationships/tags" Target="../tags/tag1227.xml"/></Relationships>
</file>

<file path=ppt/slides/_rels/slide88.xml.rels><?xml version="1.0" encoding="UTF-8" standalone="yes"?>
<Relationships xmlns="http://schemas.openxmlformats.org/package/2006/relationships"><Relationship Id="rId8" Type="http://schemas.openxmlformats.org/officeDocument/2006/relationships/image" Target="../media/image66.png"/><Relationship Id="rId3" Type="http://schemas.openxmlformats.org/officeDocument/2006/relationships/tags" Target="../tags/tag1231.xml"/><Relationship Id="rId7" Type="http://schemas.openxmlformats.org/officeDocument/2006/relationships/notesSlide" Target="../notesSlides/notesSlide88.xml"/><Relationship Id="rId2" Type="http://schemas.openxmlformats.org/officeDocument/2006/relationships/tags" Target="../tags/tag1230.xml"/><Relationship Id="rId1" Type="http://schemas.openxmlformats.org/officeDocument/2006/relationships/tags" Target="../tags/tag1229.xml"/><Relationship Id="rId6" Type="http://schemas.openxmlformats.org/officeDocument/2006/relationships/slideLayout" Target="../slideLayouts/slideLayout6.xml"/><Relationship Id="rId5" Type="http://schemas.openxmlformats.org/officeDocument/2006/relationships/tags" Target="../tags/tag1233.xml"/><Relationship Id="rId4" Type="http://schemas.openxmlformats.org/officeDocument/2006/relationships/tags" Target="../tags/tag1232.xml"/></Relationships>
</file>

<file path=ppt/slides/_rels/slide89.xml.rels><?xml version="1.0" encoding="UTF-8" standalone="yes"?>
<Relationships xmlns="http://schemas.openxmlformats.org/package/2006/relationships"><Relationship Id="rId8" Type="http://schemas.openxmlformats.org/officeDocument/2006/relationships/tags" Target="../tags/tag1241.xml"/><Relationship Id="rId13" Type="http://schemas.openxmlformats.org/officeDocument/2006/relationships/image" Target="../media/image8.png"/><Relationship Id="rId3" Type="http://schemas.openxmlformats.org/officeDocument/2006/relationships/tags" Target="../tags/tag1236.xml"/><Relationship Id="rId7" Type="http://schemas.openxmlformats.org/officeDocument/2006/relationships/tags" Target="../tags/tag1240.xml"/><Relationship Id="rId12" Type="http://schemas.openxmlformats.org/officeDocument/2006/relationships/image" Target="../media/image66.png"/><Relationship Id="rId2" Type="http://schemas.openxmlformats.org/officeDocument/2006/relationships/tags" Target="../tags/tag1235.xml"/><Relationship Id="rId1" Type="http://schemas.openxmlformats.org/officeDocument/2006/relationships/tags" Target="../tags/tag1234.xml"/><Relationship Id="rId6" Type="http://schemas.openxmlformats.org/officeDocument/2006/relationships/tags" Target="../tags/tag1239.xml"/><Relationship Id="rId11" Type="http://schemas.openxmlformats.org/officeDocument/2006/relationships/notesSlide" Target="../notesSlides/notesSlide89.xml"/><Relationship Id="rId5" Type="http://schemas.openxmlformats.org/officeDocument/2006/relationships/tags" Target="../tags/tag1238.xml"/><Relationship Id="rId10" Type="http://schemas.openxmlformats.org/officeDocument/2006/relationships/slideLayout" Target="../slideLayouts/slideLayout6.xml"/><Relationship Id="rId4" Type="http://schemas.openxmlformats.org/officeDocument/2006/relationships/tags" Target="../tags/tag1237.xml"/><Relationship Id="rId9" Type="http://schemas.openxmlformats.org/officeDocument/2006/relationships/tags" Target="../tags/tag1242.xml"/></Relationships>
</file>

<file path=ppt/slides/_rels/slide90.xml.rels><?xml version="1.0" encoding="UTF-8" standalone="yes"?>
<Relationships xmlns="http://schemas.openxmlformats.org/package/2006/relationships"><Relationship Id="rId8" Type="http://schemas.openxmlformats.org/officeDocument/2006/relationships/tags" Target="../tags/tag1250.xml"/><Relationship Id="rId13" Type="http://schemas.openxmlformats.org/officeDocument/2006/relationships/notesSlide" Target="../notesSlides/notesSlide90.xml"/><Relationship Id="rId3" Type="http://schemas.openxmlformats.org/officeDocument/2006/relationships/tags" Target="../tags/tag1245.xml"/><Relationship Id="rId7" Type="http://schemas.openxmlformats.org/officeDocument/2006/relationships/tags" Target="../tags/tag1249.xml"/><Relationship Id="rId12" Type="http://schemas.openxmlformats.org/officeDocument/2006/relationships/slideLayout" Target="../slideLayouts/slideLayout6.xml"/><Relationship Id="rId2" Type="http://schemas.openxmlformats.org/officeDocument/2006/relationships/tags" Target="../tags/tag1244.xml"/><Relationship Id="rId1" Type="http://schemas.openxmlformats.org/officeDocument/2006/relationships/tags" Target="../tags/tag1243.xml"/><Relationship Id="rId6" Type="http://schemas.openxmlformats.org/officeDocument/2006/relationships/tags" Target="../tags/tag1248.xml"/><Relationship Id="rId11" Type="http://schemas.openxmlformats.org/officeDocument/2006/relationships/tags" Target="../tags/tag1253.xml"/><Relationship Id="rId5" Type="http://schemas.openxmlformats.org/officeDocument/2006/relationships/tags" Target="../tags/tag1247.xml"/><Relationship Id="rId15" Type="http://schemas.openxmlformats.org/officeDocument/2006/relationships/image" Target="../media/image8.png"/><Relationship Id="rId10" Type="http://schemas.openxmlformats.org/officeDocument/2006/relationships/tags" Target="../tags/tag1252.xml"/><Relationship Id="rId4" Type="http://schemas.openxmlformats.org/officeDocument/2006/relationships/tags" Target="../tags/tag1246.xml"/><Relationship Id="rId9" Type="http://schemas.openxmlformats.org/officeDocument/2006/relationships/tags" Target="../tags/tag1251.xml"/><Relationship Id="rId14" Type="http://schemas.openxmlformats.org/officeDocument/2006/relationships/image" Target="../media/image66.png"/></Relationships>
</file>

<file path=ppt/slides/_rels/slide91.xml.rels><?xml version="1.0" encoding="UTF-8" standalone="yes"?>
<Relationships xmlns="http://schemas.openxmlformats.org/package/2006/relationships"><Relationship Id="rId3" Type="http://schemas.openxmlformats.org/officeDocument/2006/relationships/notesSlide" Target="../notesSlides/notesSlide91.xml"/><Relationship Id="rId2" Type="http://schemas.openxmlformats.org/officeDocument/2006/relationships/slideLayout" Target="../slideLayouts/slideLayout6.xml"/><Relationship Id="rId1" Type="http://schemas.openxmlformats.org/officeDocument/2006/relationships/tags" Target="../tags/tag1254.xml"/><Relationship Id="rId4" Type="http://schemas.openxmlformats.org/officeDocument/2006/relationships/image" Target="../media/image67.png"/></Relationships>
</file>

<file path=ppt/slides/_rels/slide92.xml.rels><?xml version="1.0" encoding="UTF-8" standalone="yes"?>
<Relationships xmlns="http://schemas.openxmlformats.org/package/2006/relationships"><Relationship Id="rId8" Type="http://schemas.openxmlformats.org/officeDocument/2006/relationships/tags" Target="../tags/tag1262.xml"/><Relationship Id="rId3" Type="http://schemas.openxmlformats.org/officeDocument/2006/relationships/tags" Target="../tags/tag1257.xml"/><Relationship Id="rId7" Type="http://schemas.openxmlformats.org/officeDocument/2006/relationships/tags" Target="../tags/tag1261.xml"/><Relationship Id="rId2" Type="http://schemas.openxmlformats.org/officeDocument/2006/relationships/tags" Target="../tags/tag1256.xml"/><Relationship Id="rId1" Type="http://schemas.openxmlformats.org/officeDocument/2006/relationships/tags" Target="../tags/tag1255.xml"/><Relationship Id="rId6" Type="http://schemas.openxmlformats.org/officeDocument/2006/relationships/tags" Target="../tags/tag1260.xml"/><Relationship Id="rId5" Type="http://schemas.openxmlformats.org/officeDocument/2006/relationships/tags" Target="../tags/tag1259.xml"/><Relationship Id="rId10" Type="http://schemas.openxmlformats.org/officeDocument/2006/relationships/notesSlide" Target="../notesSlides/notesSlide92.xml"/><Relationship Id="rId4" Type="http://schemas.openxmlformats.org/officeDocument/2006/relationships/tags" Target="../tags/tag1258.xml"/><Relationship Id="rId9" Type="http://schemas.openxmlformats.org/officeDocument/2006/relationships/slideLayout" Target="../slideLayouts/slideLayout6.xml"/></Relationships>
</file>

<file path=ppt/slides/_rels/slide93.xml.rels><?xml version="1.0" encoding="UTF-8" standalone="yes"?>
<Relationships xmlns="http://schemas.openxmlformats.org/package/2006/relationships"><Relationship Id="rId8" Type="http://schemas.openxmlformats.org/officeDocument/2006/relationships/tags" Target="../tags/tag1270.xml"/><Relationship Id="rId13" Type="http://schemas.openxmlformats.org/officeDocument/2006/relationships/notesSlide" Target="../notesSlides/notesSlide93.xml"/><Relationship Id="rId3" Type="http://schemas.openxmlformats.org/officeDocument/2006/relationships/tags" Target="../tags/tag1265.xml"/><Relationship Id="rId7" Type="http://schemas.openxmlformats.org/officeDocument/2006/relationships/tags" Target="../tags/tag1269.xml"/><Relationship Id="rId12" Type="http://schemas.openxmlformats.org/officeDocument/2006/relationships/slideLayout" Target="../slideLayouts/slideLayout6.xml"/><Relationship Id="rId2" Type="http://schemas.openxmlformats.org/officeDocument/2006/relationships/tags" Target="../tags/tag1264.xml"/><Relationship Id="rId1" Type="http://schemas.openxmlformats.org/officeDocument/2006/relationships/tags" Target="../tags/tag1263.xml"/><Relationship Id="rId6" Type="http://schemas.openxmlformats.org/officeDocument/2006/relationships/tags" Target="../tags/tag1268.xml"/><Relationship Id="rId11" Type="http://schemas.openxmlformats.org/officeDocument/2006/relationships/tags" Target="../tags/tag1273.xml"/><Relationship Id="rId5" Type="http://schemas.openxmlformats.org/officeDocument/2006/relationships/tags" Target="../tags/tag1267.xml"/><Relationship Id="rId10" Type="http://schemas.openxmlformats.org/officeDocument/2006/relationships/tags" Target="../tags/tag1272.xml"/><Relationship Id="rId4" Type="http://schemas.openxmlformats.org/officeDocument/2006/relationships/tags" Target="../tags/tag1266.xml"/><Relationship Id="rId9" Type="http://schemas.openxmlformats.org/officeDocument/2006/relationships/tags" Target="../tags/tag1271.xml"/><Relationship Id="rId14" Type="http://schemas.openxmlformats.org/officeDocument/2006/relationships/image" Target="../media/image68.svg"/></Relationships>
</file>

<file path=ppt/slides/_rels/slide94.xml.rels><?xml version="1.0" encoding="UTF-8" standalone="yes"?>
<Relationships xmlns="http://schemas.openxmlformats.org/package/2006/relationships"><Relationship Id="rId8" Type="http://schemas.openxmlformats.org/officeDocument/2006/relationships/tags" Target="../tags/tag1281.xml"/><Relationship Id="rId13" Type="http://schemas.openxmlformats.org/officeDocument/2006/relationships/tags" Target="../tags/tag1286.xml"/><Relationship Id="rId3" Type="http://schemas.openxmlformats.org/officeDocument/2006/relationships/tags" Target="../tags/tag1276.xml"/><Relationship Id="rId7" Type="http://schemas.openxmlformats.org/officeDocument/2006/relationships/tags" Target="../tags/tag1280.xml"/><Relationship Id="rId12" Type="http://schemas.openxmlformats.org/officeDocument/2006/relationships/tags" Target="../tags/tag1285.xml"/><Relationship Id="rId17" Type="http://schemas.openxmlformats.org/officeDocument/2006/relationships/image" Target="../media/image68.svg"/><Relationship Id="rId2" Type="http://schemas.openxmlformats.org/officeDocument/2006/relationships/tags" Target="../tags/tag1275.xml"/><Relationship Id="rId16" Type="http://schemas.openxmlformats.org/officeDocument/2006/relationships/notesSlide" Target="../notesSlides/notesSlide94.xml"/><Relationship Id="rId1" Type="http://schemas.openxmlformats.org/officeDocument/2006/relationships/tags" Target="../tags/tag1274.xml"/><Relationship Id="rId6" Type="http://schemas.openxmlformats.org/officeDocument/2006/relationships/tags" Target="../tags/tag1279.xml"/><Relationship Id="rId11" Type="http://schemas.openxmlformats.org/officeDocument/2006/relationships/tags" Target="../tags/tag1284.xml"/><Relationship Id="rId5" Type="http://schemas.openxmlformats.org/officeDocument/2006/relationships/tags" Target="../tags/tag1278.xml"/><Relationship Id="rId15" Type="http://schemas.openxmlformats.org/officeDocument/2006/relationships/slideLayout" Target="../slideLayouts/slideLayout6.xml"/><Relationship Id="rId10" Type="http://schemas.openxmlformats.org/officeDocument/2006/relationships/tags" Target="../tags/tag1283.xml"/><Relationship Id="rId4" Type="http://schemas.openxmlformats.org/officeDocument/2006/relationships/tags" Target="../tags/tag1277.xml"/><Relationship Id="rId9" Type="http://schemas.openxmlformats.org/officeDocument/2006/relationships/tags" Target="../tags/tag1282.xml"/><Relationship Id="rId14" Type="http://schemas.openxmlformats.org/officeDocument/2006/relationships/tags" Target="../tags/tag1287.xml"/></Relationships>
</file>

<file path=ppt/slides/_rels/slide95.xml.rels><?xml version="1.0" encoding="UTF-8" standalone="yes"?>
<Relationships xmlns="http://schemas.openxmlformats.org/package/2006/relationships"><Relationship Id="rId8" Type="http://schemas.openxmlformats.org/officeDocument/2006/relationships/tags" Target="../tags/tag1295.xml"/><Relationship Id="rId13" Type="http://schemas.openxmlformats.org/officeDocument/2006/relationships/tags" Target="../tags/tag1300.xml"/><Relationship Id="rId18" Type="http://schemas.openxmlformats.org/officeDocument/2006/relationships/slideLayout" Target="../slideLayouts/slideLayout6.xml"/><Relationship Id="rId3" Type="http://schemas.openxmlformats.org/officeDocument/2006/relationships/tags" Target="../tags/tag1290.xml"/><Relationship Id="rId21" Type="http://schemas.openxmlformats.org/officeDocument/2006/relationships/image" Target="../media/image69.svg"/><Relationship Id="rId7" Type="http://schemas.openxmlformats.org/officeDocument/2006/relationships/tags" Target="../tags/tag1294.xml"/><Relationship Id="rId12" Type="http://schemas.openxmlformats.org/officeDocument/2006/relationships/tags" Target="../tags/tag1299.xml"/><Relationship Id="rId17" Type="http://schemas.openxmlformats.org/officeDocument/2006/relationships/tags" Target="../tags/tag1304.xml"/><Relationship Id="rId2" Type="http://schemas.openxmlformats.org/officeDocument/2006/relationships/tags" Target="../tags/tag1289.xml"/><Relationship Id="rId16" Type="http://schemas.openxmlformats.org/officeDocument/2006/relationships/tags" Target="../tags/tag1303.xml"/><Relationship Id="rId20" Type="http://schemas.openxmlformats.org/officeDocument/2006/relationships/image" Target="../media/image68.svg"/><Relationship Id="rId1" Type="http://schemas.openxmlformats.org/officeDocument/2006/relationships/tags" Target="../tags/tag1288.xml"/><Relationship Id="rId6" Type="http://schemas.openxmlformats.org/officeDocument/2006/relationships/tags" Target="../tags/tag1293.xml"/><Relationship Id="rId11" Type="http://schemas.openxmlformats.org/officeDocument/2006/relationships/tags" Target="../tags/tag1298.xml"/><Relationship Id="rId5" Type="http://schemas.openxmlformats.org/officeDocument/2006/relationships/tags" Target="../tags/tag1292.xml"/><Relationship Id="rId15" Type="http://schemas.openxmlformats.org/officeDocument/2006/relationships/tags" Target="../tags/tag1302.xml"/><Relationship Id="rId10" Type="http://schemas.openxmlformats.org/officeDocument/2006/relationships/tags" Target="../tags/tag1297.xml"/><Relationship Id="rId19" Type="http://schemas.openxmlformats.org/officeDocument/2006/relationships/notesSlide" Target="../notesSlides/notesSlide95.xml"/><Relationship Id="rId4" Type="http://schemas.openxmlformats.org/officeDocument/2006/relationships/tags" Target="../tags/tag1291.xml"/><Relationship Id="rId9" Type="http://schemas.openxmlformats.org/officeDocument/2006/relationships/tags" Target="../tags/tag1296.xml"/><Relationship Id="rId14" Type="http://schemas.openxmlformats.org/officeDocument/2006/relationships/tags" Target="../tags/tag1301.xml"/></Relationships>
</file>

<file path=ppt/slides/_rels/slide96.xml.rels><?xml version="1.0" encoding="UTF-8" standalone="yes"?>
<Relationships xmlns="http://schemas.openxmlformats.org/package/2006/relationships"><Relationship Id="rId8" Type="http://schemas.openxmlformats.org/officeDocument/2006/relationships/tags" Target="../tags/tag1312.xml"/><Relationship Id="rId13" Type="http://schemas.openxmlformats.org/officeDocument/2006/relationships/tags" Target="../tags/tag1317.xml"/><Relationship Id="rId18" Type="http://schemas.openxmlformats.org/officeDocument/2006/relationships/tags" Target="../tags/tag1322.xml"/><Relationship Id="rId26" Type="http://schemas.openxmlformats.org/officeDocument/2006/relationships/image" Target="../media/image70.svg"/><Relationship Id="rId3" Type="http://schemas.openxmlformats.org/officeDocument/2006/relationships/tags" Target="../tags/tag1307.xml"/><Relationship Id="rId21" Type="http://schemas.openxmlformats.org/officeDocument/2006/relationships/tags" Target="../tags/tag1325.xml"/><Relationship Id="rId7" Type="http://schemas.openxmlformats.org/officeDocument/2006/relationships/tags" Target="../tags/tag1311.xml"/><Relationship Id="rId12" Type="http://schemas.openxmlformats.org/officeDocument/2006/relationships/tags" Target="../tags/tag1316.xml"/><Relationship Id="rId17" Type="http://schemas.openxmlformats.org/officeDocument/2006/relationships/tags" Target="../tags/tag1321.xml"/><Relationship Id="rId25" Type="http://schemas.openxmlformats.org/officeDocument/2006/relationships/image" Target="../media/image69.svg"/><Relationship Id="rId2" Type="http://schemas.openxmlformats.org/officeDocument/2006/relationships/tags" Target="../tags/tag1306.xml"/><Relationship Id="rId16" Type="http://schemas.openxmlformats.org/officeDocument/2006/relationships/tags" Target="../tags/tag1320.xml"/><Relationship Id="rId20" Type="http://schemas.openxmlformats.org/officeDocument/2006/relationships/tags" Target="../tags/tag1324.xml"/><Relationship Id="rId1" Type="http://schemas.openxmlformats.org/officeDocument/2006/relationships/tags" Target="../tags/tag1305.xml"/><Relationship Id="rId6" Type="http://schemas.openxmlformats.org/officeDocument/2006/relationships/tags" Target="../tags/tag1310.xml"/><Relationship Id="rId11" Type="http://schemas.openxmlformats.org/officeDocument/2006/relationships/tags" Target="../tags/tag1315.xml"/><Relationship Id="rId24" Type="http://schemas.openxmlformats.org/officeDocument/2006/relationships/image" Target="../media/image68.svg"/><Relationship Id="rId5" Type="http://schemas.openxmlformats.org/officeDocument/2006/relationships/tags" Target="../tags/tag1309.xml"/><Relationship Id="rId15" Type="http://schemas.openxmlformats.org/officeDocument/2006/relationships/tags" Target="../tags/tag1319.xml"/><Relationship Id="rId23" Type="http://schemas.openxmlformats.org/officeDocument/2006/relationships/notesSlide" Target="../notesSlides/notesSlide96.xml"/><Relationship Id="rId10" Type="http://schemas.openxmlformats.org/officeDocument/2006/relationships/tags" Target="../tags/tag1314.xml"/><Relationship Id="rId19" Type="http://schemas.openxmlformats.org/officeDocument/2006/relationships/tags" Target="../tags/tag1323.xml"/><Relationship Id="rId4" Type="http://schemas.openxmlformats.org/officeDocument/2006/relationships/tags" Target="../tags/tag1308.xml"/><Relationship Id="rId9" Type="http://schemas.openxmlformats.org/officeDocument/2006/relationships/tags" Target="../tags/tag1313.xml"/><Relationship Id="rId14" Type="http://schemas.openxmlformats.org/officeDocument/2006/relationships/tags" Target="../tags/tag1318.xml"/><Relationship Id="rId22" Type="http://schemas.openxmlformats.org/officeDocument/2006/relationships/slideLayout" Target="../slideLayouts/slideLayout6.xml"/><Relationship Id="rId27" Type="http://schemas.openxmlformats.org/officeDocument/2006/relationships/image" Target="../media/image71.svg"/></Relationships>
</file>

<file path=ppt/slides/_rels/slide97.xml.rels><?xml version="1.0" encoding="UTF-8" standalone="yes"?>
<Relationships xmlns="http://schemas.openxmlformats.org/package/2006/relationships"><Relationship Id="rId8" Type="http://schemas.openxmlformats.org/officeDocument/2006/relationships/tags" Target="../tags/tag1333.xml"/><Relationship Id="rId13" Type="http://schemas.openxmlformats.org/officeDocument/2006/relationships/tags" Target="../tags/tag1338.xml"/><Relationship Id="rId18" Type="http://schemas.openxmlformats.org/officeDocument/2006/relationships/tags" Target="../tags/tag1343.xml"/><Relationship Id="rId26" Type="http://schemas.openxmlformats.org/officeDocument/2006/relationships/notesSlide" Target="../notesSlides/notesSlide97.xml"/><Relationship Id="rId3" Type="http://schemas.openxmlformats.org/officeDocument/2006/relationships/tags" Target="../tags/tag1328.xml"/><Relationship Id="rId21" Type="http://schemas.openxmlformats.org/officeDocument/2006/relationships/tags" Target="../tags/tag1346.xml"/><Relationship Id="rId7" Type="http://schemas.openxmlformats.org/officeDocument/2006/relationships/tags" Target="../tags/tag1332.xml"/><Relationship Id="rId12" Type="http://schemas.openxmlformats.org/officeDocument/2006/relationships/tags" Target="../tags/tag1337.xml"/><Relationship Id="rId17" Type="http://schemas.openxmlformats.org/officeDocument/2006/relationships/tags" Target="../tags/tag1342.xml"/><Relationship Id="rId25" Type="http://schemas.openxmlformats.org/officeDocument/2006/relationships/slideLayout" Target="../slideLayouts/slideLayout6.xml"/><Relationship Id="rId2" Type="http://schemas.openxmlformats.org/officeDocument/2006/relationships/tags" Target="../tags/tag1327.xml"/><Relationship Id="rId16" Type="http://schemas.openxmlformats.org/officeDocument/2006/relationships/tags" Target="../tags/tag1341.xml"/><Relationship Id="rId20" Type="http://schemas.openxmlformats.org/officeDocument/2006/relationships/tags" Target="../tags/tag1345.xml"/><Relationship Id="rId29" Type="http://schemas.openxmlformats.org/officeDocument/2006/relationships/image" Target="../media/image70.svg"/><Relationship Id="rId1" Type="http://schemas.openxmlformats.org/officeDocument/2006/relationships/tags" Target="../tags/tag1326.xml"/><Relationship Id="rId6" Type="http://schemas.openxmlformats.org/officeDocument/2006/relationships/tags" Target="../tags/tag1331.xml"/><Relationship Id="rId11" Type="http://schemas.openxmlformats.org/officeDocument/2006/relationships/tags" Target="../tags/tag1336.xml"/><Relationship Id="rId24" Type="http://schemas.openxmlformats.org/officeDocument/2006/relationships/tags" Target="../tags/tag1349.xml"/><Relationship Id="rId5" Type="http://schemas.openxmlformats.org/officeDocument/2006/relationships/tags" Target="../tags/tag1330.xml"/><Relationship Id="rId15" Type="http://schemas.openxmlformats.org/officeDocument/2006/relationships/tags" Target="../tags/tag1340.xml"/><Relationship Id="rId23" Type="http://schemas.openxmlformats.org/officeDocument/2006/relationships/tags" Target="../tags/tag1348.xml"/><Relationship Id="rId28" Type="http://schemas.openxmlformats.org/officeDocument/2006/relationships/image" Target="../media/image69.svg"/><Relationship Id="rId10" Type="http://schemas.openxmlformats.org/officeDocument/2006/relationships/tags" Target="../tags/tag1335.xml"/><Relationship Id="rId19" Type="http://schemas.openxmlformats.org/officeDocument/2006/relationships/tags" Target="../tags/tag1344.xml"/><Relationship Id="rId4" Type="http://schemas.openxmlformats.org/officeDocument/2006/relationships/tags" Target="../tags/tag1329.xml"/><Relationship Id="rId9" Type="http://schemas.openxmlformats.org/officeDocument/2006/relationships/tags" Target="../tags/tag1334.xml"/><Relationship Id="rId14" Type="http://schemas.openxmlformats.org/officeDocument/2006/relationships/tags" Target="../tags/tag1339.xml"/><Relationship Id="rId22" Type="http://schemas.openxmlformats.org/officeDocument/2006/relationships/tags" Target="../tags/tag1347.xml"/><Relationship Id="rId27" Type="http://schemas.openxmlformats.org/officeDocument/2006/relationships/image" Target="../media/image68.svg"/><Relationship Id="rId30" Type="http://schemas.openxmlformats.org/officeDocument/2006/relationships/image" Target="../media/image71.svg"/></Relationships>
</file>

<file path=ppt/slides/_rels/slide98.xml.rels><?xml version="1.0" encoding="UTF-8" standalone="yes"?>
<Relationships xmlns="http://schemas.openxmlformats.org/package/2006/relationships"><Relationship Id="rId13" Type="http://schemas.openxmlformats.org/officeDocument/2006/relationships/tags" Target="../tags/tag1362.xml"/><Relationship Id="rId18" Type="http://schemas.openxmlformats.org/officeDocument/2006/relationships/tags" Target="../tags/tag1367.xml"/><Relationship Id="rId26" Type="http://schemas.openxmlformats.org/officeDocument/2006/relationships/tags" Target="../tags/tag1375.xml"/><Relationship Id="rId3" Type="http://schemas.openxmlformats.org/officeDocument/2006/relationships/tags" Target="../tags/tag1352.xml"/><Relationship Id="rId21" Type="http://schemas.openxmlformats.org/officeDocument/2006/relationships/tags" Target="../tags/tag1370.xml"/><Relationship Id="rId34" Type="http://schemas.openxmlformats.org/officeDocument/2006/relationships/image" Target="../media/image70.svg"/><Relationship Id="rId7" Type="http://schemas.openxmlformats.org/officeDocument/2006/relationships/tags" Target="../tags/tag1356.xml"/><Relationship Id="rId12" Type="http://schemas.openxmlformats.org/officeDocument/2006/relationships/tags" Target="../tags/tag1361.xml"/><Relationship Id="rId17" Type="http://schemas.openxmlformats.org/officeDocument/2006/relationships/tags" Target="../tags/tag1366.xml"/><Relationship Id="rId25" Type="http://schemas.openxmlformats.org/officeDocument/2006/relationships/tags" Target="../tags/tag1374.xml"/><Relationship Id="rId33" Type="http://schemas.openxmlformats.org/officeDocument/2006/relationships/image" Target="../media/image69.svg"/><Relationship Id="rId2" Type="http://schemas.openxmlformats.org/officeDocument/2006/relationships/tags" Target="../tags/tag1351.xml"/><Relationship Id="rId16" Type="http://schemas.openxmlformats.org/officeDocument/2006/relationships/tags" Target="../tags/tag1365.xml"/><Relationship Id="rId20" Type="http://schemas.openxmlformats.org/officeDocument/2006/relationships/tags" Target="../tags/tag1369.xml"/><Relationship Id="rId29" Type="http://schemas.openxmlformats.org/officeDocument/2006/relationships/tags" Target="../tags/tag1378.xml"/><Relationship Id="rId1" Type="http://schemas.openxmlformats.org/officeDocument/2006/relationships/tags" Target="../tags/tag1350.xml"/><Relationship Id="rId6" Type="http://schemas.openxmlformats.org/officeDocument/2006/relationships/tags" Target="../tags/tag1355.xml"/><Relationship Id="rId11" Type="http://schemas.openxmlformats.org/officeDocument/2006/relationships/tags" Target="../tags/tag1360.xml"/><Relationship Id="rId24" Type="http://schemas.openxmlformats.org/officeDocument/2006/relationships/tags" Target="../tags/tag1373.xml"/><Relationship Id="rId32" Type="http://schemas.openxmlformats.org/officeDocument/2006/relationships/image" Target="../media/image68.svg"/><Relationship Id="rId5" Type="http://schemas.openxmlformats.org/officeDocument/2006/relationships/tags" Target="../tags/tag1354.xml"/><Relationship Id="rId15" Type="http://schemas.openxmlformats.org/officeDocument/2006/relationships/tags" Target="../tags/tag1364.xml"/><Relationship Id="rId23" Type="http://schemas.openxmlformats.org/officeDocument/2006/relationships/tags" Target="../tags/tag1372.xml"/><Relationship Id="rId28" Type="http://schemas.openxmlformats.org/officeDocument/2006/relationships/tags" Target="../tags/tag1377.xml"/><Relationship Id="rId10" Type="http://schemas.openxmlformats.org/officeDocument/2006/relationships/tags" Target="../tags/tag1359.xml"/><Relationship Id="rId19" Type="http://schemas.openxmlformats.org/officeDocument/2006/relationships/tags" Target="../tags/tag1368.xml"/><Relationship Id="rId31" Type="http://schemas.openxmlformats.org/officeDocument/2006/relationships/notesSlide" Target="../notesSlides/notesSlide98.xml"/><Relationship Id="rId4" Type="http://schemas.openxmlformats.org/officeDocument/2006/relationships/tags" Target="../tags/tag1353.xml"/><Relationship Id="rId9" Type="http://schemas.openxmlformats.org/officeDocument/2006/relationships/tags" Target="../tags/tag1358.xml"/><Relationship Id="rId14" Type="http://schemas.openxmlformats.org/officeDocument/2006/relationships/tags" Target="../tags/tag1363.xml"/><Relationship Id="rId22" Type="http://schemas.openxmlformats.org/officeDocument/2006/relationships/tags" Target="../tags/tag1371.xml"/><Relationship Id="rId27" Type="http://schemas.openxmlformats.org/officeDocument/2006/relationships/tags" Target="../tags/tag1376.xml"/><Relationship Id="rId30" Type="http://schemas.openxmlformats.org/officeDocument/2006/relationships/slideLayout" Target="../slideLayouts/slideLayout6.xml"/><Relationship Id="rId35" Type="http://schemas.openxmlformats.org/officeDocument/2006/relationships/image" Target="../media/image71.svg"/><Relationship Id="rId8" Type="http://schemas.openxmlformats.org/officeDocument/2006/relationships/tags" Target="../tags/tag1357.xml"/></Relationships>
</file>

<file path=ppt/slides/_rels/slide99.xml.rels><?xml version="1.0" encoding="UTF-8" standalone="yes"?>
<Relationships xmlns="http://schemas.openxmlformats.org/package/2006/relationships"><Relationship Id="rId13" Type="http://schemas.openxmlformats.org/officeDocument/2006/relationships/tags" Target="../tags/tag1391.xml"/><Relationship Id="rId18" Type="http://schemas.openxmlformats.org/officeDocument/2006/relationships/tags" Target="../tags/tag1396.xml"/><Relationship Id="rId26" Type="http://schemas.openxmlformats.org/officeDocument/2006/relationships/tags" Target="../tags/tag1404.xml"/><Relationship Id="rId21" Type="http://schemas.openxmlformats.org/officeDocument/2006/relationships/tags" Target="../tags/tag1399.xml"/><Relationship Id="rId34" Type="http://schemas.openxmlformats.org/officeDocument/2006/relationships/notesSlide" Target="../notesSlides/notesSlide99.xml"/><Relationship Id="rId7" Type="http://schemas.openxmlformats.org/officeDocument/2006/relationships/tags" Target="../tags/tag1385.xml"/><Relationship Id="rId12" Type="http://schemas.openxmlformats.org/officeDocument/2006/relationships/tags" Target="../tags/tag1390.xml"/><Relationship Id="rId17" Type="http://schemas.openxmlformats.org/officeDocument/2006/relationships/tags" Target="../tags/tag1395.xml"/><Relationship Id="rId25" Type="http://schemas.openxmlformats.org/officeDocument/2006/relationships/tags" Target="../tags/tag1403.xml"/><Relationship Id="rId33" Type="http://schemas.openxmlformats.org/officeDocument/2006/relationships/slideLayout" Target="../slideLayouts/slideLayout6.xml"/><Relationship Id="rId38" Type="http://schemas.openxmlformats.org/officeDocument/2006/relationships/image" Target="../media/image71.svg"/><Relationship Id="rId2" Type="http://schemas.openxmlformats.org/officeDocument/2006/relationships/tags" Target="../tags/tag1380.xml"/><Relationship Id="rId16" Type="http://schemas.openxmlformats.org/officeDocument/2006/relationships/tags" Target="../tags/tag1394.xml"/><Relationship Id="rId20" Type="http://schemas.openxmlformats.org/officeDocument/2006/relationships/tags" Target="../tags/tag1398.xml"/><Relationship Id="rId29" Type="http://schemas.openxmlformats.org/officeDocument/2006/relationships/tags" Target="../tags/tag1407.xml"/><Relationship Id="rId1" Type="http://schemas.openxmlformats.org/officeDocument/2006/relationships/tags" Target="../tags/tag1379.xml"/><Relationship Id="rId6" Type="http://schemas.openxmlformats.org/officeDocument/2006/relationships/tags" Target="../tags/tag1384.xml"/><Relationship Id="rId11" Type="http://schemas.openxmlformats.org/officeDocument/2006/relationships/tags" Target="../tags/tag1389.xml"/><Relationship Id="rId24" Type="http://schemas.openxmlformats.org/officeDocument/2006/relationships/tags" Target="../tags/tag1402.xml"/><Relationship Id="rId32" Type="http://schemas.openxmlformats.org/officeDocument/2006/relationships/tags" Target="../tags/tag1410.xml"/><Relationship Id="rId37" Type="http://schemas.openxmlformats.org/officeDocument/2006/relationships/image" Target="../media/image70.svg"/><Relationship Id="rId5" Type="http://schemas.openxmlformats.org/officeDocument/2006/relationships/tags" Target="../tags/tag1383.xml"/><Relationship Id="rId15" Type="http://schemas.openxmlformats.org/officeDocument/2006/relationships/tags" Target="../tags/tag1393.xml"/><Relationship Id="rId23" Type="http://schemas.openxmlformats.org/officeDocument/2006/relationships/tags" Target="../tags/tag1401.xml"/><Relationship Id="rId28" Type="http://schemas.openxmlformats.org/officeDocument/2006/relationships/tags" Target="../tags/tag1406.xml"/><Relationship Id="rId36" Type="http://schemas.openxmlformats.org/officeDocument/2006/relationships/image" Target="../media/image69.svg"/><Relationship Id="rId10" Type="http://schemas.openxmlformats.org/officeDocument/2006/relationships/tags" Target="../tags/tag1388.xml"/><Relationship Id="rId19" Type="http://schemas.openxmlformats.org/officeDocument/2006/relationships/tags" Target="../tags/tag1397.xml"/><Relationship Id="rId31" Type="http://schemas.openxmlformats.org/officeDocument/2006/relationships/tags" Target="../tags/tag1409.xml"/><Relationship Id="rId4" Type="http://schemas.openxmlformats.org/officeDocument/2006/relationships/tags" Target="../tags/tag1382.xml"/><Relationship Id="rId9" Type="http://schemas.openxmlformats.org/officeDocument/2006/relationships/tags" Target="../tags/tag1387.xml"/><Relationship Id="rId14" Type="http://schemas.openxmlformats.org/officeDocument/2006/relationships/tags" Target="../tags/tag1392.xml"/><Relationship Id="rId22" Type="http://schemas.openxmlformats.org/officeDocument/2006/relationships/tags" Target="../tags/tag1400.xml"/><Relationship Id="rId27" Type="http://schemas.openxmlformats.org/officeDocument/2006/relationships/tags" Target="../tags/tag1405.xml"/><Relationship Id="rId30" Type="http://schemas.openxmlformats.org/officeDocument/2006/relationships/tags" Target="../tags/tag1408.xml"/><Relationship Id="rId35" Type="http://schemas.openxmlformats.org/officeDocument/2006/relationships/image" Target="../media/image68.svg"/><Relationship Id="rId8" Type="http://schemas.openxmlformats.org/officeDocument/2006/relationships/tags" Target="../tags/tag1386.xml"/><Relationship Id="rId3" Type="http://schemas.openxmlformats.org/officeDocument/2006/relationships/tags" Target="../tags/tag1381.xml"/></Relationships>
</file>

<file path=ppt/slides/_rels/slide100.xml.rels><?xml version="1.0" encoding="UTF-8" standalone="yes"?>
<Relationships xmlns="http://schemas.openxmlformats.org/package/2006/relationships"><Relationship Id="rId13" Type="http://schemas.openxmlformats.org/officeDocument/2006/relationships/tags" Target="../tags/tag1423.xml"/><Relationship Id="rId18" Type="http://schemas.openxmlformats.org/officeDocument/2006/relationships/tags" Target="../tags/tag1428.xml"/><Relationship Id="rId26" Type="http://schemas.openxmlformats.org/officeDocument/2006/relationships/tags" Target="../tags/tag1436.xml"/><Relationship Id="rId39" Type="http://schemas.openxmlformats.org/officeDocument/2006/relationships/notesSlide" Target="../notesSlides/notesSlide100.xml"/><Relationship Id="rId21" Type="http://schemas.openxmlformats.org/officeDocument/2006/relationships/tags" Target="../tags/tag1431.xml"/><Relationship Id="rId34" Type="http://schemas.openxmlformats.org/officeDocument/2006/relationships/tags" Target="../tags/tag1444.xml"/><Relationship Id="rId42" Type="http://schemas.openxmlformats.org/officeDocument/2006/relationships/image" Target="../media/image72.svg"/><Relationship Id="rId7" Type="http://schemas.openxmlformats.org/officeDocument/2006/relationships/tags" Target="../tags/tag1417.xml"/><Relationship Id="rId2" Type="http://schemas.openxmlformats.org/officeDocument/2006/relationships/tags" Target="../tags/tag1412.xml"/><Relationship Id="rId16" Type="http://schemas.openxmlformats.org/officeDocument/2006/relationships/tags" Target="../tags/tag1426.xml"/><Relationship Id="rId20" Type="http://schemas.openxmlformats.org/officeDocument/2006/relationships/tags" Target="../tags/tag1430.xml"/><Relationship Id="rId29" Type="http://schemas.openxmlformats.org/officeDocument/2006/relationships/tags" Target="../tags/tag1439.xml"/><Relationship Id="rId41" Type="http://schemas.openxmlformats.org/officeDocument/2006/relationships/image" Target="../media/image69.svg"/><Relationship Id="rId1" Type="http://schemas.openxmlformats.org/officeDocument/2006/relationships/tags" Target="../tags/tag1411.xml"/><Relationship Id="rId6" Type="http://schemas.openxmlformats.org/officeDocument/2006/relationships/tags" Target="../tags/tag1416.xml"/><Relationship Id="rId11" Type="http://schemas.openxmlformats.org/officeDocument/2006/relationships/tags" Target="../tags/tag1421.xml"/><Relationship Id="rId24" Type="http://schemas.openxmlformats.org/officeDocument/2006/relationships/tags" Target="../tags/tag1434.xml"/><Relationship Id="rId32" Type="http://schemas.openxmlformats.org/officeDocument/2006/relationships/tags" Target="../tags/tag1442.xml"/><Relationship Id="rId37" Type="http://schemas.openxmlformats.org/officeDocument/2006/relationships/tags" Target="../tags/tag1447.xml"/><Relationship Id="rId40" Type="http://schemas.openxmlformats.org/officeDocument/2006/relationships/image" Target="../media/image68.svg"/><Relationship Id="rId5" Type="http://schemas.openxmlformats.org/officeDocument/2006/relationships/tags" Target="../tags/tag1415.xml"/><Relationship Id="rId15" Type="http://schemas.openxmlformats.org/officeDocument/2006/relationships/tags" Target="../tags/tag1425.xml"/><Relationship Id="rId23" Type="http://schemas.openxmlformats.org/officeDocument/2006/relationships/tags" Target="../tags/tag1433.xml"/><Relationship Id="rId28" Type="http://schemas.openxmlformats.org/officeDocument/2006/relationships/tags" Target="../tags/tag1438.xml"/><Relationship Id="rId36" Type="http://schemas.openxmlformats.org/officeDocument/2006/relationships/tags" Target="../tags/tag1446.xml"/><Relationship Id="rId10" Type="http://schemas.openxmlformats.org/officeDocument/2006/relationships/tags" Target="../tags/tag1420.xml"/><Relationship Id="rId19" Type="http://schemas.openxmlformats.org/officeDocument/2006/relationships/tags" Target="../tags/tag1429.xml"/><Relationship Id="rId31" Type="http://schemas.openxmlformats.org/officeDocument/2006/relationships/tags" Target="../tags/tag1441.xml"/><Relationship Id="rId44" Type="http://schemas.openxmlformats.org/officeDocument/2006/relationships/image" Target="../media/image71.svg"/><Relationship Id="rId4" Type="http://schemas.openxmlformats.org/officeDocument/2006/relationships/tags" Target="../tags/tag1414.xml"/><Relationship Id="rId9" Type="http://schemas.openxmlformats.org/officeDocument/2006/relationships/tags" Target="../tags/tag1419.xml"/><Relationship Id="rId14" Type="http://schemas.openxmlformats.org/officeDocument/2006/relationships/tags" Target="../tags/tag1424.xml"/><Relationship Id="rId22" Type="http://schemas.openxmlformats.org/officeDocument/2006/relationships/tags" Target="../tags/tag1432.xml"/><Relationship Id="rId27" Type="http://schemas.openxmlformats.org/officeDocument/2006/relationships/tags" Target="../tags/tag1437.xml"/><Relationship Id="rId30" Type="http://schemas.openxmlformats.org/officeDocument/2006/relationships/tags" Target="../tags/tag1440.xml"/><Relationship Id="rId35" Type="http://schemas.openxmlformats.org/officeDocument/2006/relationships/tags" Target="../tags/tag1445.xml"/><Relationship Id="rId43" Type="http://schemas.openxmlformats.org/officeDocument/2006/relationships/image" Target="../media/image70.svg"/><Relationship Id="rId8" Type="http://schemas.openxmlformats.org/officeDocument/2006/relationships/tags" Target="../tags/tag1418.xml"/><Relationship Id="rId3" Type="http://schemas.openxmlformats.org/officeDocument/2006/relationships/tags" Target="../tags/tag1413.xml"/><Relationship Id="rId12" Type="http://schemas.openxmlformats.org/officeDocument/2006/relationships/tags" Target="../tags/tag1422.xml"/><Relationship Id="rId17" Type="http://schemas.openxmlformats.org/officeDocument/2006/relationships/tags" Target="../tags/tag1427.xml"/><Relationship Id="rId25" Type="http://schemas.openxmlformats.org/officeDocument/2006/relationships/tags" Target="../tags/tag1435.xml"/><Relationship Id="rId33" Type="http://schemas.openxmlformats.org/officeDocument/2006/relationships/tags" Target="../tags/tag1443.xml"/><Relationship Id="rId38" Type="http://schemas.openxmlformats.org/officeDocument/2006/relationships/slideLayout" Target="../slideLayouts/slideLayout6.xml"/></Relationships>
</file>

<file path=ppt/slides/_rels/slide101.xml.rels><?xml version="1.0" encoding="UTF-8" standalone="yes"?>
<Relationships xmlns="http://schemas.openxmlformats.org/package/2006/relationships"><Relationship Id="rId13" Type="http://schemas.openxmlformats.org/officeDocument/2006/relationships/tags" Target="../tags/tag1460.xml"/><Relationship Id="rId18" Type="http://schemas.openxmlformats.org/officeDocument/2006/relationships/tags" Target="../tags/tag1465.xml"/><Relationship Id="rId26" Type="http://schemas.openxmlformats.org/officeDocument/2006/relationships/tags" Target="../tags/tag1473.xml"/><Relationship Id="rId39" Type="http://schemas.openxmlformats.org/officeDocument/2006/relationships/tags" Target="../tags/tag1486.xml"/><Relationship Id="rId21" Type="http://schemas.openxmlformats.org/officeDocument/2006/relationships/tags" Target="../tags/tag1468.xml"/><Relationship Id="rId34" Type="http://schemas.openxmlformats.org/officeDocument/2006/relationships/tags" Target="../tags/tag1481.xml"/><Relationship Id="rId42" Type="http://schemas.openxmlformats.org/officeDocument/2006/relationships/slideLayout" Target="../slideLayouts/slideLayout6.xml"/><Relationship Id="rId47" Type="http://schemas.openxmlformats.org/officeDocument/2006/relationships/image" Target="../media/image70.svg"/><Relationship Id="rId7" Type="http://schemas.openxmlformats.org/officeDocument/2006/relationships/tags" Target="../tags/tag1454.xml"/><Relationship Id="rId2" Type="http://schemas.openxmlformats.org/officeDocument/2006/relationships/tags" Target="../tags/tag1449.xml"/><Relationship Id="rId16" Type="http://schemas.openxmlformats.org/officeDocument/2006/relationships/tags" Target="../tags/tag1463.xml"/><Relationship Id="rId29" Type="http://schemas.openxmlformats.org/officeDocument/2006/relationships/tags" Target="../tags/tag1476.xml"/><Relationship Id="rId11" Type="http://schemas.openxmlformats.org/officeDocument/2006/relationships/tags" Target="../tags/tag1458.xml"/><Relationship Id="rId24" Type="http://schemas.openxmlformats.org/officeDocument/2006/relationships/tags" Target="../tags/tag1471.xml"/><Relationship Id="rId32" Type="http://schemas.openxmlformats.org/officeDocument/2006/relationships/tags" Target="../tags/tag1479.xml"/><Relationship Id="rId37" Type="http://schemas.openxmlformats.org/officeDocument/2006/relationships/tags" Target="../tags/tag1484.xml"/><Relationship Id="rId40" Type="http://schemas.openxmlformats.org/officeDocument/2006/relationships/tags" Target="../tags/tag1487.xml"/><Relationship Id="rId45" Type="http://schemas.openxmlformats.org/officeDocument/2006/relationships/image" Target="../media/image69.svg"/><Relationship Id="rId5" Type="http://schemas.openxmlformats.org/officeDocument/2006/relationships/tags" Target="../tags/tag1452.xml"/><Relationship Id="rId15" Type="http://schemas.openxmlformats.org/officeDocument/2006/relationships/tags" Target="../tags/tag1462.xml"/><Relationship Id="rId23" Type="http://schemas.openxmlformats.org/officeDocument/2006/relationships/tags" Target="../tags/tag1470.xml"/><Relationship Id="rId28" Type="http://schemas.openxmlformats.org/officeDocument/2006/relationships/tags" Target="../tags/tag1475.xml"/><Relationship Id="rId36" Type="http://schemas.openxmlformats.org/officeDocument/2006/relationships/tags" Target="../tags/tag1483.xml"/><Relationship Id="rId49" Type="http://schemas.openxmlformats.org/officeDocument/2006/relationships/image" Target="../media/image71.svg"/><Relationship Id="rId10" Type="http://schemas.openxmlformats.org/officeDocument/2006/relationships/tags" Target="../tags/tag1457.xml"/><Relationship Id="rId19" Type="http://schemas.openxmlformats.org/officeDocument/2006/relationships/tags" Target="../tags/tag1466.xml"/><Relationship Id="rId31" Type="http://schemas.openxmlformats.org/officeDocument/2006/relationships/tags" Target="../tags/tag1478.xml"/><Relationship Id="rId44" Type="http://schemas.openxmlformats.org/officeDocument/2006/relationships/image" Target="../media/image68.svg"/><Relationship Id="rId4" Type="http://schemas.openxmlformats.org/officeDocument/2006/relationships/tags" Target="../tags/tag1451.xml"/><Relationship Id="rId9" Type="http://schemas.openxmlformats.org/officeDocument/2006/relationships/tags" Target="../tags/tag1456.xml"/><Relationship Id="rId14" Type="http://schemas.openxmlformats.org/officeDocument/2006/relationships/tags" Target="../tags/tag1461.xml"/><Relationship Id="rId22" Type="http://schemas.openxmlformats.org/officeDocument/2006/relationships/tags" Target="../tags/tag1469.xml"/><Relationship Id="rId27" Type="http://schemas.openxmlformats.org/officeDocument/2006/relationships/tags" Target="../tags/tag1474.xml"/><Relationship Id="rId30" Type="http://schemas.openxmlformats.org/officeDocument/2006/relationships/tags" Target="../tags/tag1477.xml"/><Relationship Id="rId35" Type="http://schemas.openxmlformats.org/officeDocument/2006/relationships/tags" Target="../tags/tag1482.xml"/><Relationship Id="rId43" Type="http://schemas.openxmlformats.org/officeDocument/2006/relationships/notesSlide" Target="../notesSlides/notesSlide101.xml"/><Relationship Id="rId48" Type="http://schemas.openxmlformats.org/officeDocument/2006/relationships/image" Target="../media/image73.svg"/><Relationship Id="rId8" Type="http://schemas.openxmlformats.org/officeDocument/2006/relationships/tags" Target="../tags/tag1455.xml"/><Relationship Id="rId3" Type="http://schemas.openxmlformats.org/officeDocument/2006/relationships/tags" Target="../tags/tag1450.xml"/><Relationship Id="rId12" Type="http://schemas.openxmlformats.org/officeDocument/2006/relationships/tags" Target="../tags/tag1459.xml"/><Relationship Id="rId17" Type="http://schemas.openxmlformats.org/officeDocument/2006/relationships/tags" Target="../tags/tag1464.xml"/><Relationship Id="rId25" Type="http://schemas.openxmlformats.org/officeDocument/2006/relationships/tags" Target="../tags/tag1472.xml"/><Relationship Id="rId33" Type="http://schemas.openxmlformats.org/officeDocument/2006/relationships/tags" Target="../tags/tag1480.xml"/><Relationship Id="rId38" Type="http://schemas.openxmlformats.org/officeDocument/2006/relationships/tags" Target="../tags/tag1485.xml"/><Relationship Id="rId46" Type="http://schemas.openxmlformats.org/officeDocument/2006/relationships/image" Target="../media/image72.svg"/><Relationship Id="rId20" Type="http://schemas.openxmlformats.org/officeDocument/2006/relationships/tags" Target="../tags/tag1467.xml"/><Relationship Id="rId41" Type="http://schemas.openxmlformats.org/officeDocument/2006/relationships/tags" Target="../tags/tag1488.xml"/><Relationship Id="rId1" Type="http://schemas.openxmlformats.org/officeDocument/2006/relationships/tags" Target="../tags/tag1448.xml"/><Relationship Id="rId6" Type="http://schemas.openxmlformats.org/officeDocument/2006/relationships/tags" Target="../tags/tag1453.xml"/></Relationships>
</file>

<file path=ppt/slides/_rels/slide102.xml.rels><?xml version="1.0" encoding="UTF-8" standalone="yes"?>
<Relationships xmlns="http://schemas.openxmlformats.org/package/2006/relationships"><Relationship Id="rId13" Type="http://schemas.openxmlformats.org/officeDocument/2006/relationships/tags" Target="../tags/tag1501.xml"/><Relationship Id="rId18" Type="http://schemas.openxmlformats.org/officeDocument/2006/relationships/tags" Target="../tags/tag1506.xml"/><Relationship Id="rId26" Type="http://schemas.openxmlformats.org/officeDocument/2006/relationships/tags" Target="../tags/tag1514.xml"/><Relationship Id="rId39" Type="http://schemas.openxmlformats.org/officeDocument/2006/relationships/tags" Target="../tags/tag1527.xml"/><Relationship Id="rId21" Type="http://schemas.openxmlformats.org/officeDocument/2006/relationships/tags" Target="../tags/tag1509.xml"/><Relationship Id="rId34" Type="http://schemas.openxmlformats.org/officeDocument/2006/relationships/tags" Target="../tags/tag1522.xml"/><Relationship Id="rId42" Type="http://schemas.openxmlformats.org/officeDocument/2006/relationships/tags" Target="../tags/tag1530.xml"/><Relationship Id="rId47" Type="http://schemas.openxmlformats.org/officeDocument/2006/relationships/slideLayout" Target="../slideLayouts/slideLayout6.xml"/><Relationship Id="rId50" Type="http://schemas.openxmlformats.org/officeDocument/2006/relationships/image" Target="../media/image69.svg"/><Relationship Id="rId7" Type="http://schemas.openxmlformats.org/officeDocument/2006/relationships/tags" Target="../tags/tag1495.xml"/><Relationship Id="rId2" Type="http://schemas.openxmlformats.org/officeDocument/2006/relationships/tags" Target="../tags/tag1490.xml"/><Relationship Id="rId16" Type="http://schemas.openxmlformats.org/officeDocument/2006/relationships/tags" Target="../tags/tag1504.xml"/><Relationship Id="rId29" Type="http://schemas.openxmlformats.org/officeDocument/2006/relationships/tags" Target="../tags/tag1517.xml"/><Relationship Id="rId11" Type="http://schemas.openxmlformats.org/officeDocument/2006/relationships/tags" Target="../tags/tag1499.xml"/><Relationship Id="rId24" Type="http://schemas.openxmlformats.org/officeDocument/2006/relationships/tags" Target="../tags/tag1512.xml"/><Relationship Id="rId32" Type="http://schemas.openxmlformats.org/officeDocument/2006/relationships/tags" Target="../tags/tag1520.xml"/><Relationship Id="rId37" Type="http://schemas.openxmlformats.org/officeDocument/2006/relationships/tags" Target="../tags/tag1525.xml"/><Relationship Id="rId40" Type="http://schemas.openxmlformats.org/officeDocument/2006/relationships/tags" Target="../tags/tag1528.xml"/><Relationship Id="rId45" Type="http://schemas.openxmlformats.org/officeDocument/2006/relationships/tags" Target="../tags/tag1533.xml"/><Relationship Id="rId53" Type="http://schemas.openxmlformats.org/officeDocument/2006/relationships/image" Target="../media/image73.svg"/><Relationship Id="rId5" Type="http://schemas.openxmlformats.org/officeDocument/2006/relationships/tags" Target="../tags/tag1493.xml"/><Relationship Id="rId10" Type="http://schemas.openxmlformats.org/officeDocument/2006/relationships/tags" Target="../tags/tag1498.xml"/><Relationship Id="rId19" Type="http://schemas.openxmlformats.org/officeDocument/2006/relationships/tags" Target="../tags/tag1507.xml"/><Relationship Id="rId31" Type="http://schemas.openxmlformats.org/officeDocument/2006/relationships/tags" Target="../tags/tag1519.xml"/><Relationship Id="rId44" Type="http://schemas.openxmlformats.org/officeDocument/2006/relationships/tags" Target="../tags/tag1532.xml"/><Relationship Id="rId52" Type="http://schemas.openxmlformats.org/officeDocument/2006/relationships/image" Target="../media/image72.svg"/><Relationship Id="rId4" Type="http://schemas.openxmlformats.org/officeDocument/2006/relationships/tags" Target="../tags/tag1492.xml"/><Relationship Id="rId9" Type="http://schemas.openxmlformats.org/officeDocument/2006/relationships/tags" Target="../tags/tag1497.xml"/><Relationship Id="rId14" Type="http://schemas.openxmlformats.org/officeDocument/2006/relationships/tags" Target="../tags/tag1502.xml"/><Relationship Id="rId22" Type="http://schemas.openxmlformats.org/officeDocument/2006/relationships/tags" Target="../tags/tag1510.xml"/><Relationship Id="rId27" Type="http://schemas.openxmlformats.org/officeDocument/2006/relationships/tags" Target="../tags/tag1515.xml"/><Relationship Id="rId30" Type="http://schemas.openxmlformats.org/officeDocument/2006/relationships/tags" Target="../tags/tag1518.xml"/><Relationship Id="rId35" Type="http://schemas.openxmlformats.org/officeDocument/2006/relationships/tags" Target="../tags/tag1523.xml"/><Relationship Id="rId43" Type="http://schemas.openxmlformats.org/officeDocument/2006/relationships/tags" Target="../tags/tag1531.xml"/><Relationship Id="rId48" Type="http://schemas.openxmlformats.org/officeDocument/2006/relationships/notesSlide" Target="../notesSlides/notesSlide102.xml"/><Relationship Id="rId8" Type="http://schemas.openxmlformats.org/officeDocument/2006/relationships/tags" Target="../tags/tag1496.xml"/><Relationship Id="rId51" Type="http://schemas.openxmlformats.org/officeDocument/2006/relationships/image" Target="../media/image70.svg"/><Relationship Id="rId3" Type="http://schemas.openxmlformats.org/officeDocument/2006/relationships/tags" Target="../tags/tag1491.xml"/><Relationship Id="rId12" Type="http://schemas.openxmlformats.org/officeDocument/2006/relationships/tags" Target="../tags/tag1500.xml"/><Relationship Id="rId17" Type="http://schemas.openxmlformats.org/officeDocument/2006/relationships/tags" Target="../tags/tag1505.xml"/><Relationship Id="rId25" Type="http://schemas.openxmlformats.org/officeDocument/2006/relationships/tags" Target="../tags/tag1513.xml"/><Relationship Id="rId33" Type="http://schemas.openxmlformats.org/officeDocument/2006/relationships/tags" Target="../tags/tag1521.xml"/><Relationship Id="rId38" Type="http://schemas.openxmlformats.org/officeDocument/2006/relationships/tags" Target="../tags/tag1526.xml"/><Relationship Id="rId46" Type="http://schemas.openxmlformats.org/officeDocument/2006/relationships/tags" Target="../tags/tag1534.xml"/><Relationship Id="rId20" Type="http://schemas.openxmlformats.org/officeDocument/2006/relationships/tags" Target="../tags/tag1508.xml"/><Relationship Id="rId41" Type="http://schemas.openxmlformats.org/officeDocument/2006/relationships/tags" Target="../tags/tag1529.xml"/><Relationship Id="rId54" Type="http://schemas.openxmlformats.org/officeDocument/2006/relationships/image" Target="../media/image71.svg"/><Relationship Id="rId1" Type="http://schemas.openxmlformats.org/officeDocument/2006/relationships/tags" Target="../tags/tag1489.xml"/><Relationship Id="rId6" Type="http://schemas.openxmlformats.org/officeDocument/2006/relationships/tags" Target="../tags/tag1494.xml"/><Relationship Id="rId15" Type="http://schemas.openxmlformats.org/officeDocument/2006/relationships/tags" Target="../tags/tag1503.xml"/><Relationship Id="rId23" Type="http://schemas.openxmlformats.org/officeDocument/2006/relationships/tags" Target="../tags/tag1511.xml"/><Relationship Id="rId28" Type="http://schemas.openxmlformats.org/officeDocument/2006/relationships/tags" Target="../tags/tag1516.xml"/><Relationship Id="rId36" Type="http://schemas.openxmlformats.org/officeDocument/2006/relationships/tags" Target="../tags/tag1524.xml"/><Relationship Id="rId49" Type="http://schemas.openxmlformats.org/officeDocument/2006/relationships/image" Target="../media/image68.svg"/></Relationships>
</file>

<file path=ppt/slides/_rels/slide103.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slideLayout" Target="../slideLayouts/slideLayout6.xml"/><Relationship Id="rId1" Type="http://schemas.openxmlformats.org/officeDocument/2006/relationships/tags" Target="../tags/tag1535.xml"/></Relationships>
</file>

<file path=ppt/slides/_rels/slide104.xml.rels><?xml version="1.0" encoding="UTF-8" standalone="yes"?>
<Relationships xmlns="http://schemas.openxmlformats.org/package/2006/relationships"><Relationship Id="rId3" Type="http://schemas.openxmlformats.org/officeDocument/2006/relationships/notesSlide" Target="../notesSlides/notesSlide103.xml"/><Relationship Id="rId2" Type="http://schemas.openxmlformats.org/officeDocument/2006/relationships/slideLayout" Target="../slideLayouts/slideLayout3.xml"/><Relationship Id="rId1" Type="http://schemas.openxmlformats.org/officeDocument/2006/relationships/tags" Target="../tags/tag1536.xml"/></Relationships>
</file>

<file path=ppt/slides/_rels/slide10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537.xml"/></Relationships>
</file>

<file path=ppt/slides/_rels/slide10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538.xml"/></Relationships>
</file>

<file path=ppt/slides/_rels/slide107.xml.rels><?xml version="1.0" encoding="UTF-8" standalone="yes"?>
<Relationships xmlns="http://schemas.openxmlformats.org/package/2006/relationships"><Relationship Id="rId3" Type="http://schemas.openxmlformats.org/officeDocument/2006/relationships/notesSlide" Target="../notesSlides/notesSlide104.xml"/><Relationship Id="rId2" Type="http://schemas.openxmlformats.org/officeDocument/2006/relationships/slideLayout" Target="../slideLayouts/slideLayout2.xml"/><Relationship Id="rId1" Type="http://schemas.openxmlformats.org/officeDocument/2006/relationships/tags" Target="../tags/tag1539.xml"/></Relationships>
</file>

<file path=ppt/slides/_rels/slide10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540.xml"/></Relationships>
</file>

<file path=ppt/slides/_rels/slide10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541.xml"/></Relationships>
</file>

<file path=ppt/slides/_rels/slide1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542.xml"/></Relationships>
</file>

<file path=ppt/slides/_rels/slide111.xml.rels><?xml version="1.0" encoding="UTF-8" standalone="yes"?>
<Relationships xmlns="http://schemas.openxmlformats.org/package/2006/relationships"><Relationship Id="rId3" Type="http://schemas.openxmlformats.org/officeDocument/2006/relationships/notesSlide" Target="../notesSlides/notesSlide105.xml"/><Relationship Id="rId2" Type="http://schemas.openxmlformats.org/officeDocument/2006/relationships/slideLayout" Target="../slideLayouts/slideLayout2.xml"/><Relationship Id="rId1" Type="http://schemas.openxmlformats.org/officeDocument/2006/relationships/tags" Target="../tags/tag1543.xml"/></Relationships>
</file>

<file path=ppt/slides/_rels/slide1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544.xml"/></Relationships>
</file>

<file path=ppt/slides/_rels/slide113.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slideLayout" Target="../slideLayouts/slideLayout6.xml"/><Relationship Id="rId1" Type="http://schemas.openxmlformats.org/officeDocument/2006/relationships/tags" Target="../tags/tag1545.xml"/></Relationships>
</file>

<file path=ppt/slides/_rels/slide1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546.xml"/></Relationships>
</file>

<file path=ppt/slides/_rels/slide115.xml.rels><?xml version="1.0" encoding="UTF-8" standalone="yes"?>
<Relationships xmlns="http://schemas.openxmlformats.org/package/2006/relationships"><Relationship Id="rId3" Type="http://schemas.openxmlformats.org/officeDocument/2006/relationships/notesSlide" Target="../notesSlides/notesSlide106.xml"/><Relationship Id="rId2" Type="http://schemas.openxmlformats.org/officeDocument/2006/relationships/slideLayout" Target="../slideLayouts/slideLayout2.xml"/><Relationship Id="rId1" Type="http://schemas.openxmlformats.org/officeDocument/2006/relationships/tags" Target="../tags/tag1547.xml"/></Relationships>
</file>

<file path=ppt/slides/_rels/slide1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548.xml"/></Relationships>
</file>

<file path=ppt/slides/_rels/slide117.xml.rels><?xml version="1.0" encoding="UTF-8" standalone="yes"?>
<Relationships xmlns="http://schemas.openxmlformats.org/package/2006/relationships"><Relationship Id="rId3" Type="http://schemas.openxmlformats.org/officeDocument/2006/relationships/tags" Target="../tags/tag1551.xml"/><Relationship Id="rId7" Type="http://schemas.openxmlformats.org/officeDocument/2006/relationships/notesSlide" Target="../notesSlides/notesSlide107.xml"/><Relationship Id="rId2" Type="http://schemas.openxmlformats.org/officeDocument/2006/relationships/tags" Target="../tags/tag1550.xml"/><Relationship Id="rId1" Type="http://schemas.openxmlformats.org/officeDocument/2006/relationships/tags" Target="../tags/tag1549.xml"/><Relationship Id="rId6" Type="http://schemas.openxmlformats.org/officeDocument/2006/relationships/slideLayout" Target="../slideLayouts/slideLayout2.xml"/><Relationship Id="rId5" Type="http://schemas.openxmlformats.org/officeDocument/2006/relationships/tags" Target="../tags/tag1553.xml"/><Relationship Id="rId4" Type="http://schemas.openxmlformats.org/officeDocument/2006/relationships/tags" Target="../tags/tag1552.xml"/></Relationships>
</file>

<file path=ppt/slides/_rels/slide118.xml.rels><?xml version="1.0" encoding="UTF-8" standalone="yes"?>
<Relationships xmlns="http://schemas.openxmlformats.org/package/2006/relationships"><Relationship Id="rId3" Type="http://schemas.openxmlformats.org/officeDocument/2006/relationships/tags" Target="../tags/tag1556.xml"/><Relationship Id="rId7" Type="http://schemas.openxmlformats.org/officeDocument/2006/relationships/notesSlide" Target="../notesSlides/notesSlide108.xml"/><Relationship Id="rId2" Type="http://schemas.openxmlformats.org/officeDocument/2006/relationships/tags" Target="../tags/tag1555.xml"/><Relationship Id="rId1" Type="http://schemas.openxmlformats.org/officeDocument/2006/relationships/tags" Target="../tags/tag1554.xml"/><Relationship Id="rId6" Type="http://schemas.openxmlformats.org/officeDocument/2006/relationships/slideLayout" Target="../slideLayouts/slideLayout2.xml"/><Relationship Id="rId5" Type="http://schemas.openxmlformats.org/officeDocument/2006/relationships/tags" Target="../tags/tag1558.xml"/><Relationship Id="rId4" Type="http://schemas.openxmlformats.org/officeDocument/2006/relationships/tags" Target="../tags/tag1557.xml"/></Relationships>
</file>

<file path=ppt/slides/_rels/slide119.xml.rels><?xml version="1.0" encoding="UTF-8" standalone="yes"?>
<Relationships xmlns="http://schemas.openxmlformats.org/package/2006/relationships"><Relationship Id="rId3" Type="http://schemas.openxmlformats.org/officeDocument/2006/relationships/tags" Target="../tags/tag1561.xml"/><Relationship Id="rId7" Type="http://schemas.openxmlformats.org/officeDocument/2006/relationships/notesSlide" Target="../notesSlides/notesSlide109.xml"/><Relationship Id="rId2" Type="http://schemas.openxmlformats.org/officeDocument/2006/relationships/tags" Target="../tags/tag1560.xml"/><Relationship Id="rId1" Type="http://schemas.openxmlformats.org/officeDocument/2006/relationships/tags" Target="../tags/tag1559.xml"/><Relationship Id="rId6" Type="http://schemas.openxmlformats.org/officeDocument/2006/relationships/slideLayout" Target="../slideLayouts/slideLayout2.xml"/><Relationship Id="rId5" Type="http://schemas.openxmlformats.org/officeDocument/2006/relationships/tags" Target="../tags/tag1563.xml"/><Relationship Id="rId4" Type="http://schemas.openxmlformats.org/officeDocument/2006/relationships/tags" Target="../tags/tag1562.xml"/></Relationships>
</file>

<file path=ppt/slides/_rels/slide120.xml.rels><?xml version="1.0" encoding="UTF-8" standalone="yes"?>
<Relationships xmlns="http://schemas.openxmlformats.org/package/2006/relationships"><Relationship Id="rId3" Type="http://schemas.openxmlformats.org/officeDocument/2006/relationships/tags" Target="../tags/tag1566.xml"/><Relationship Id="rId7" Type="http://schemas.openxmlformats.org/officeDocument/2006/relationships/notesSlide" Target="../notesSlides/notesSlide110.xml"/><Relationship Id="rId2" Type="http://schemas.openxmlformats.org/officeDocument/2006/relationships/tags" Target="../tags/tag1565.xml"/><Relationship Id="rId1" Type="http://schemas.openxmlformats.org/officeDocument/2006/relationships/tags" Target="../tags/tag1564.xml"/><Relationship Id="rId6" Type="http://schemas.openxmlformats.org/officeDocument/2006/relationships/slideLayout" Target="../slideLayouts/slideLayout2.xml"/><Relationship Id="rId5" Type="http://schemas.openxmlformats.org/officeDocument/2006/relationships/tags" Target="../tags/tag1568.xml"/><Relationship Id="rId4" Type="http://schemas.openxmlformats.org/officeDocument/2006/relationships/tags" Target="../tags/tag1567.xml"/></Relationships>
</file>

<file path=ppt/slides/_rels/slide121.xml.rels><?xml version="1.0" encoding="UTF-8" standalone="yes"?>
<Relationships xmlns="http://schemas.openxmlformats.org/package/2006/relationships"><Relationship Id="rId3" Type="http://schemas.openxmlformats.org/officeDocument/2006/relationships/tags" Target="../tags/tag1571.xml"/><Relationship Id="rId7" Type="http://schemas.openxmlformats.org/officeDocument/2006/relationships/notesSlide" Target="../notesSlides/notesSlide111.xml"/><Relationship Id="rId2" Type="http://schemas.openxmlformats.org/officeDocument/2006/relationships/tags" Target="../tags/tag1570.xml"/><Relationship Id="rId1" Type="http://schemas.openxmlformats.org/officeDocument/2006/relationships/tags" Target="../tags/tag1569.xml"/><Relationship Id="rId6" Type="http://schemas.openxmlformats.org/officeDocument/2006/relationships/slideLayout" Target="../slideLayouts/slideLayout2.xml"/><Relationship Id="rId5" Type="http://schemas.openxmlformats.org/officeDocument/2006/relationships/tags" Target="../tags/tag1573.xml"/><Relationship Id="rId4" Type="http://schemas.openxmlformats.org/officeDocument/2006/relationships/tags" Target="../tags/tag1572.xml"/></Relationships>
</file>

<file path=ppt/slides/_rels/slide122.xml.rels><?xml version="1.0" encoding="UTF-8" standalone="yes"?>
<Relationships xmlns="http://schemas.openxmlformats.org/package/2006/relationships"><Relationship Id="rId3" Type="http://schemas.openxmlformats.org/officeDocument/2006/relationships/tags" Target="../tags/tag1576.xml"/><Relationship Id="rId7" Type="http://schemas.openxmlformats.org/officeDocument/2006/relationships/notesSlide" Target="../notesSlides/notesSlide112.xml"/><Relationship Id="rId2" Type="http://schemas.openxmlformats.org/officeDocument/2006/relationships/tags" Target="../tags/tag1575.xml"/><Relationship Id="rId1" Type="http://schemas.openxmlformats.org/officeDocument/2006/relationships/tags" Target="../tags/tag1574.xml"/><Relationship Id="rId6" Type="http://schemas.openxmlformats.org/officeDocument/2006/relationships/slideLayout" Target="../slideLayouts/slideLayout2.xml"/><Relationship Id="rId5" Type="http://schemas.openxmlformats.org/officeDocument/2006/relationships/tags" Target="../tags/tag1578.xml"/><Relationship Id="rId4" Type="http://schemas.openxmlformats.org/officeDocument/2006/relationships/tags" Target="../tags/tag1577.xml"/></Relationships>
</file>

<file path=ppt/slides/_rels/slide123.xml.rels><?xml version="1.0" encoding="UTF-8" standalone="yes"?>
<Relationships xmlns="http://schemas.openxmlformats.org/package/2006/relationships"><Relationship Id="rId8" Type="http://schemas.openxmlformats.org/officeDocument/2006/relationships/slideLayout" Target="../slideLayouts/slideLayout2.xml"/><Relationship Id="rId3" Type="http://schemas.openxmlformats.org/officeDocument/2006/relationships/tags" Target="../tags/tag1581.xml"/><Relationship Id="rId7" Type="http://schemas.openxmlformats.org/officeDocument/2006/relationships/tags" Target="../tags/tag1585.xml"/><Relationship Id="rId2" Type="http://schemas.openxmlformats.org/officeDocument/2006/relationships/tags" Target="../tags/tag1580.xml"/><Relationship Id="rId1" Type="http://schemas.openxmlformats.org/officeDocument/2006/relationships/tags" Target="../tags/tag1579.xml"/><Relationship Id="rId6" Type="http://schemas.openxmlformats.org/officeDocument/2006/relationships/tags" Target="../tags/tag1584.xml"/><Relationship Id="rId5" Type="http://schemas.openxmlformats.org/officeDocument/2006/relationships/tags" Target="../tags/tag1583.xml"/><Relationship Id="rId4" Type="http://schemas.openxmlformats.org/officeDocument/2006/relationships/tags" Target="../tags/tag1582.xml"/><Relationship Id="rId9" Type="http://schemas.openxmlformats.org/officeDocument/2006/relationships/notesSlide" Target="../notesSlides/notesSlide1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7BE8F1-FAE5-377F-D044-781D68E17053}"/>
              </a:ext>
            </a:extLst>
          </p:cNvPr>
          <p:cNvSpPr>
            <a:spLocks noGrp="1"/>
          </p:cNvSpPr>
          <p:nvPr>
            <p:ph type="ctrTitle"/>
          </p:nvPr>
        </p:nvSpPr>
        <p:spPr/>
        <p:txBody>
          <a:bodyPr>
            <a:normAutofit fontScale="90000"/>
          </a:bodyPr>
          <a:lstStyle/>
          <a:p>
            <a:r>
              <a:rPr lang="en-US" b="1" noProof="0" dirty="0"/>
              <a:t>Optimizing Memory Layouts and Traversal Orders in HPC</a:t>
            </a:r>
            <a:endParaRPr lang="en-US" noProof="0" dirty="0"/>
          </a:p>
        </p:txBody>
      </p:sp>
      <p:sp>
        <p:nvSpPr>
          <p:cNvPr id="3" name="Subtitle 2">
            <a:extLst>
              <a:ext uri="{FF2B5EF4-FFF2-40B4-BE49-F238E27FC236}">
                <a16:creationId xmlns:a16="http://schemas.microsoft.com/office/drawing/2014/main" id="{27F78056-B306-9784-24C5-9BBCFE1E0197}"/>
              </a:ext>
            </a:extLst>
          </p:cNvPr>
          <p:cNvSpPr>
            <a:spLocks noGrp="1"/>
          </p:cNvSpPr>
          <p:nvPr>
            <p:ph type="subTitle" idx="1"/>
          </p:nvPr>
        </p:nvSpPr>
        <p:spPr/>
        <p:txBody>
          <a:bodyPr/>
          <a:lstStyle/>
          <a:p>
            <a:r>
              <a:rPr lang="en-US" b="1" noProof="0" dirty="0"/>
              <a:t>Jiří Klepl</a:t>
            </a:r>
          </a:p>
          <a:p>
            <a:r>
              <a:rPr lang="en-US" noProof="0" dirty="0"/>
              <a:t>Department of Distributed and Dependable Systems</a:t>
            </a:r>
          </a:p>
        </p:txBody>
      </p:sp>
      <p:sp>
        <p:nvSpPr>
          <p:cNvPr id="6" name="Date Placeholder 5">
            <a:extLst>
              <a:ext uri="{FF2B5EF4-FFF2-40B4-BE49-F238E27FC236}">
                <a16:creationId xmlns:a16="http://schemas.microsoft.com/office/drawing/2014/main" id="{A7AB794C-C02E-1A01-6047-C41EAA0E85A7}"/>
              </a:ext>
            </a:extLst>
          </p:cNvPr>
          <p:cNvSpPr>
            <a:spLocks noGrp="1"/>
          </p:cNvSpPr>
          <p:nvPr>
            <p:ph type="dt" sz="half" idx="10"/>
          </p:nvPr>
        </p:nvSpPr>
        <p:spPr/>
        <p:txBody>
          <a:bodyPr/>
          <a:lstStyle/>
          <a:p>
            <a:r>
              <a:rPr lang="en-US" noProof="0"/>
              <a:t>9/5/2026</a:t>
            </a:r>
            <a:endParaRPr lang="en-US" noProof="0" dirty="0"/>
          </a:p>
        </p:txBody>
      </p:sp>
      <p:sp>
        <p:nvSpPr>
          <p:cNvPr id="7" name="Slide Number Placeholder 6">
            <a:extLst>
              <a:ext uri="{FF2B5EF4-FFF2-40B4-BE49-F238E27FC236}">
                <a16:creationId xmlns:a16="http://schemas.microsoft.com/office/drawing/2014/main" id="{071CD298-A702-19E2-4EB3-83A149EA7CEC}"/>
              </a:ext>
            </a:extLst>
          </p:cNvPr>
          <p:cNvSpPr>
            <a:spLocks noGrp="1"/>
          </p:cNvSpPr>
          <p:nvPr>
            <p:ph type="sldNum" sz="quarter" idx="12"/>
          </p:nvPr>
        </p:nvSpPr>
        <p:spPr/>
        <p:txBody>
          <a:bodyPr/>
          <a:lstStyle/>
          <a:p>
            <a:r>
              <a:rPr lang="en-US" noProof="0"/>
              <a:t>1</a:t>
            </a:r>
            <a:endParaRPr lang="en-US" noProof="0" dirty="0"/>
          </a:p>
        </p:txBody>
      </p:sp>
    </p:spTree>
    <p:custDataLst>
      <p:tags r:id="rId1"/>
    </p:custDataLst>
    <p:extLst>
      <p:ext uri="{BB962C8B-B14F-4D97-AF65-F5344CB8AC3E}">
        <p14:creationId xmlns:p14="http://schemas.microsoft.com/office/powerpoint/2010/main" val="4147410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25D00A-C97B-2737-13F2-3DAF74AE21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5D2ED1B-55E3-6487-BD53-B3FDC45B760D}"/>
              </a:ext>
            </a:extLst>
          </p:cNvPr>
          <p:cNvSpPr>
            <a:spLocks noGrp="1"/>
          </p:cNvSpPr>
          <p:nvPr>
            <p:ph type="title"/>
            <p:custDataLst>
              <p:tags r:id="rId2"/>
            </p:custDataLst>
          </p:nvPr>
        </p:nvSpPr>
        <p:spPr/>
        <p:txBody>
          <a:bodyPr/>
          <a:lstStyle/>
          <a:p>
            <a:r>
              <a:rPr lang="en-US" noProof="0" dirty="0"/>
              <a:t>Motivation</a:t>
            </a:r>
          </a:p>
        </p:txBody>
      </p:sp>
      <p:sp>
        <p:nvSpPr>
          <p:cNvPr id="3" name="Content Placeholder 2">
            <a:extLst>
              <a:ext uri="{FF2B5EF4-FFF2-40B4-BE49-F238E27FC236}">
                <a16:creationId xmlns:a16="http://schemas.microsoft.com/office/drawing/2014/main" id="{43B1B8F4-47B3-8AEC-FEE0-BBA2C521EE8C}"/>
              </a:ext>
            </a:extLst>
          </p:cNvPr>
          <p:cNvSpPr>
            <a:spLocks noGrp="1"/>
          </p:cNvSpPr>
          <p:nvPr>
            <p:ph idx="1"/>
            <p:custDataLst>
              <p:tags r:id="rId3"/>
            </p:custDataLst>
          </p:nvPr>
        </p:nvSpPr>
        <p:spPr/>
        <p:txBody>
          <a:bodyPr>
            <a:noAutofit/>
          </a:bodyPr>
          <a:lstStyle/>
          <a:p>
            <a:r>
              <a:rPr lang="en-US" noProof="0" dirty="0"/>
              <a:t>Simplifying and streamlining algorithm design for scientific computing</a:t>
            </a:r>
          </a:p>
          <a:p>
            <a:pPr>
              <a:buSzPts val="100"/>
            </a:pPr>
            <a:r>
              <a:rPr lang="en-US" noProof="0" dirty="0">
                <a:solidFill>
                  <a:schemeClr val="tx1">
                    <a:alpha val="0"/>
                  </a:schemeClr>
                </a:solidFill>
              </a:rPr>
              <a:t>Regular data structures in nested loops</a:t>
            </a:r>
          </a:p>
          <a:p>
            <a:pPr>
              <a:buSzPts val="100"/>
            </a:pPr>
            <a:r>
              <a:rPr lang="en-US" noProof="0" dirty="0">
                <a:solidFill>
                  <a:schemeClr val="tx1">
                    <a:alpha val="0"/>
                  </a:schemeClr>
                </a:solidFill>
              </a:rPr>
              <a:t>Optimizing memory accesses</a:t>
            </a:r>
          </a:p>
          <a:p>
            <a:pPr marL="0" indent="0">
              <a:buNone/>
            </a:pPr>
            <a:endParaRPr lang="en-US" dirty="0"/>
          </a:p>
          <a:p>
            <a:pPr marL="0" indent="0">
              <a:buNone/>
            </a:pPr>
            <a:endParaRPr lang="en-US" dirty="0"/>
          </a:p>
          <a:p>
            <a:pPr marL="0" indent="0">
              <a:buNone/>
            </a:pPr>
            <a:endParaRPr lang="en-US" noProof="0" dirty="0"/>
          </a:p>
          <a:p>
            <a:pPr>
              <a:buSzPts val="100"/>
            </a:pPr>
            <a:r>
              <a:rPr lang="en-US" noProof="0" dirty="0">
                <a:solidFill>
                  <a:schemeClr val="tx1">
                    <a:alpha val="0"/>
                  </a:schemeClr>
                </a:solidFill>
              </a:rPr>
              <a:t>Layout and traversal abstractions</a:t>
            </a:r>
          </a:p>
          <a:p>
            <a:pPr>
              <a:buSzPts val="100"/>
            </a:pPr>
            <a:r>
              <a:rPr lang="en-US" noProof="0" dirty="0">
                <a:solidFill>
                  <a:schemeClr val="tx1">
                    <a:alpha val="0"/>
                  </a:schemeClr>
                </a:solidFill>
              </a:rPr>
              <a:t>Parallelization and distributed computing</a:t>
            </a:r>
          </a:p>
          <a:p>
            <a:pPr>
              <a:buSzPts val="100"/>
            </a:pPr>
            <a:r>
              <a:rPr lang="en-US" noProof="0" dirty="0">
                <a:solidFill>
                  <a:schemeClr val="tx1">
                    <a:alpha val="0"/>
                  </a:schemeClr>
                </a:solidFill>
              </a:rPr>
              <a:t>Even broader optimizations in specific domains</a:t>
            </a:r>
          </a:p>
          <a:p>
            <a:pPr>
              <a:buSzPts val="100"/>
            </a:pPr>
            <a:r>
              <a:rPr lang="en-US" dirty="0">
                <a:solidFill>
                  <a:schemeClr val="tx1">
                    <a:alpha val="0"/>
                  </a:schemeClr>
                </a:solidFill>
              </a:rPr>
              <a:t>Using large language models (LLMs) in algorithm optimizations</a:t>
            </a:r>
            <a:endParaRPr lang="en-US" noProof="0" dirty="0">
              <a:solidFill>
                <a:schemeClr val="tx1">
                  <a:alpha val="0"/>
                </a:schemeClr>
              </a:solidFill>
            </a:endParaRPr>
          </a:p>
        </p:txBody>
      </p:sp>
      <p:sp>
        <p:nvSpPr>
          <p:cNvPr id="4" name="Date Placeholder 3">
            <a:extLst>
              <a:ext uri="{FF2B5EF4-FFF2-40B4-BE49-F238E27FC236}">
                <a16:creationId xmlns:a16="http://schemas.microsoft.com/office/drawing/2014/main" id="{7BE174B8-24C5-EFF8-68D7-B0BAFDA2C8B9}"/>
              </a:ext>
            </a:extLst>
          </p:cNvPr>
          <p:cNvSpPr>
            <a:spLocks noGrp="1"/>
          </p:cNvSpPr>
          <p:nvPr>
            <p:ph type="dt" sz="half" idx="10"/>
            <p:custDataLst>
              <p:tags r:id="rId4"/>
            </p:custDataLst>
          </p:nvPr>
        </p:nvSpPr>
        <p:spPr/>
        <p:txBody>
          <a:bodyPr/>
          <a:lstStyle/>
          <a:p>
            <a:r>
              <a:rPr lang="en-US" noProof="0"/>
              <a:t>9/5/2026</a:t>
            </a:r>
            <a:endParaRPr lang="en-US" noProof="0" dirty="0"/>
          </a:p>
        </p:txBody>
      </p:sp>
      <p:sp>
        <p:nvSpPr>
          <p:cNvPr id="5" name="Slide Number Placeholder 4">
            <a:extLst>
              <a:ext uri="{FF2B5EF4-FFF2-40B4-BE49-F238E27FC236}">
                <a16:creationId xmlns:a16="http://schemas.microsoft.com/office/drawing/2014/main" id="{FBE8A958-9CA9-B376-C939-4B09FEE669DD}"/>
              </a:ext>
            </a:extLst>
          </p:cNvPr>
          <p:cNvSpPr>
            <a:spLocks noGrp="1"/>
          </p:cNvSpPr>
          <p:nvPr>
            <p:ph type="sldNum" sz="quarter" idx="12"/>
            <p:custDataLst>
              <p:tags r:id="rId5"/>
            </p:custDataLst>
          </p:nvPr>
        </p:nvSpPr>
        <p:spPr/>
        <p:txBody>
          <a:bodyPr/>
          <a:lstStyle/>
          <a:p>
            <a:r>
              <a:rPr lang="en-US" noProof="0"/>
              <a:t>2</a:t>
            </a:r>
            <a:endParaRPr lang="en-US" noProof="0" dirty="0"/>
          </a:p>
        </p:txBody>
      </p:sp>
    </p:spTree>
    <p:custDataLst>
      <p:tags r:id="rId1"/>
    </p:custDataLst>
    <p:extLst>
      <p:ext uri="{BB962C8B-B14F-4D97-AF65-F5344CB8AC3E}">
        <p14:creationId xmlns:p14="http://schemas.microsoft.com/office/powerpoint/2010/main" val="26670782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25D00A-C97B-2737-13F2-3DAF74AE21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5D2ED1B-55E3-6487-BD53-B3FDC45B760D}"/>
              </a:ext>
            </a:extLst>
          </p:cNvPr>
          <p:cNvSpPr>
            <a:spLocks noGrp="1"/>
          </p:cNvSpPr>
          <p:nvPr>
            <p:ph type="title"/>
            <p:custDataLst>
              <p:tags r:id="rId2"/>
            </p:custDataLst>
          </p:nvPr>
        </p:nvSpPr>
        <p:spPr/>
        <p:txBody>
          <a:bodyPr/>
          <a:lstStyle/>
          <a:p>
            <a:r>
              <a:rPr lang="en-US" noProof="0" dirty="0"/>
              <a:t>Motivation</a:t>
            </a:r>
          </a:p>
        </p:txBody>
      </p:sp>
      <p:sp>
        <p:nvSpPr>
          <p:cNvPr id="3" name="Content Placeholder 2">
            <a:extLst>
              <a:ext uri="{FF2B5EF4-FFF2-40B4-BE49-F238E27FC236}">
                <a16:creationId xmlns:a16="http://schemas.microsoft.com/office/drawing/2014/main" id="{43B1B8F4-47B3-8AEC-FEE0-BBA2C521EE8C}"/>
              </a:ext>
            </a:extLst>
          </p:cNvPr>
          <p:cNvSpPr>
            <a:spLocks noGrp="1"/>
          </p:cNvSpPr>
          <p:nvPr>
            <p:ph idx="1"/>
            <p:custDataLst>
              <p:tags r:id="rId3"/>
            </p:custDataLst>
          </p:nvPr>
        </p:nvSpPr>
        <p:spPr/>
        <p:txBody>
          <a:bodyPr>
            <a:noAutofit/>
          </a:bodyPr>
          <a:lstStyle/>
          <a:p>
            <a:r>
              <a:rPr lang="en-US" noProof="0" dirty="0"/>
              <a:t>Simplifying and streamlining algorithm design for scientific computing</a:t>
            </a:r>
          </a:p>
          <a:p>
            <a:r>
              <a:rPr lang="en-US" noProof="0" dirty="0"/>
              <a:t>Regular data structures in nested loops</a:t>
            </a:r>
          </a:p>
          <a:p>
            <a:pPr>
              <a:buSzPts val="100"/>
            </a:pPr>
            <a:r>
              <a:rPr lang="en-US" noProof="0" dirty="0">
                <a:solidFill>
                  <a:schemeClr val="tx1">
                    <a:alpha val="0"/>
                  </a:schemeClr>
                </a:solidFill>
              </a:rPr>
              <a:t>Optimizing memory accesses</a:t>
            </a:r>
          </a:p>
          <a:p>
            <a:pPr marL="0" indent="0">
              <a:buNone/>
            </a:pPr>
            <a:endParaRPr lang="en-US" dirty="0"/>
          </a:p>
          <a:p>
            <a:pPr marL="0" indent="0">
              <a:buNone/>
            </a:pPr>
            <a:endParaRPr lang="en-US" dirty="0"/>
          </a:p>
          <a:p>
            <a:pPr marL="0" indent="0">
              <a:buNone/>
            </a:pPr>
            <a:endParaRPr lang="en-US" noProof="0" dirty="0"/>
          </a:p>
          <a:p>
            <a:pPr>
              <a:buSzPts val="100"/>
            </a:pPr>
            <a:r>
              <a:rPr lang="en-US" noProof="0" dirty="0">
                <a:solidFill>
                  <a:schemeClr val="tx1">
                    <a:alpha val="0"/>
                  </a:schemeClr>
                </a:solidFill>
              </a:rPr>
              <a:t>Layout and traversal abstractions</a:t>
            </a:r>
          </a:p>
          <a:p>
            <a:pPr>
              <a:buSzPts val="100"/>
            </a:pPr>
            <a:r>
              <a:rPr lang="en-US" noProof="0" dirty="0">
                <a:solidFill>
                  <a:schemeClr val="tx1">
                    <a:alpha val="0"/>
                  </a:schemeClr>
                </a:solidFill>
              </a:rPr>
              <a:t>Parallelization and distributed computing</a:t>
            </a:r>
          </a:p>
          <a:p>
            <a:pPr>
              <a:buSzPts val="100"/>
            </a:pPr>
            <a:r>
              <a:rPr lang="en-US" noProof="0" dirty="0">
                <a:solidFill>
                  <a:schemeClr val="tx1">
                    <a:alpha val="0"/>
                  </a:schemeClr>
                </a:solidFill>
              </a:rPr>
              <a:t>Even broader optimizations in specific domains</a:t>
            </a:r>
          </a:p>
          <a:p>
            <a:pPr>
              <a:buSzPts val="100"/>
            </a:pPr>
            <a:r>
              <a:rPr lang="en-US" dirty="0">
                <a:solidFill>
                  <a:schemeClr val="tx1">
                    <a:alpha val="0"/>
                  </a:schemeClr>
                </a:solidFill>
              </a:rPr>
              <a:t>Using large language models (LLMs) in algorithm optimizations</a:t>
            </a:r>
            <a:endParaRPr lang="en-US" noProof="0" dirty="0">
              <a:solidFill>
                <a:schemeClr val="tx1">
                  <a:alpha val="0"/>
                </a:schemeClr>
              </a:solidFill>
            </a:endParaRPr>
          </a:p>
        </p:txBody>
      </p:sp>
      <p:sp>
        <p:nvSpPr>
          <p:cNvPr id="4" name="Date Placeholder 3">
            <a:extLst>
              <a:ext uri="{FF2B5EF4-FFF2-40B4-BE49-F238E27FC236}">
                <a16:creationId xmlns:a16="http://schemas.microsoft.com/office/drawing/2014/main" id="{7BE174B8-24C5-EFF8-68D7-B0BAFDA2C8B9}"/>
              </a:ext>
            </a:extLst>
          </p:cNvPr>
          <p:cNvSpPr>
            <a:spLocks noGrp="1"/>
          </p:cNvSpPr>
          <p:nvPr>
            <p:ph type="dt" sz="half" idx="10"/>
            <p:custDataLst>
              <p:tags r:id="rId4"/>
            </p:custDataLst>
          </p:nvPr>
        </p:nvSpPr>
        <p:spPr/>
        <p:txBody>
          <a:bodyPr/>
          <a:lstStyle/>
          <a:p>
            <a:r>
              <a:rPr lang="en-US" noProof="0"/>
              <a:t>9/5/2026</a:t>
            </a:r>
            <a:endParaRPr lang="en-US" noProof="0" dirty="0"/>
          </a:p>
        </p:txBody>
      </p:sp>
      <p:sp>
        <p:nvSpPr>
          <p:cNvPr id="5" name="Slide Number Placeholder 4">
            <a:extLst>
              <a:ext uri="{FF2B5EF4-FFF2-40B4-BE49-F238E27FC236}">
                <a16:creationId xmlns:a16="http://schemas.microsoft.com/office/drawing/2014/main" id="{FBE8A958-9CA9-B376-C939-4B09FEE669DD}"/>
              </a:ext>
            </a:extLst>
          </p:cNvPr>
          <p:cNvSpPr>
            <a:spLocks noGrp="1"/>
          </p:cNvSpPr>
          <p:nvPr>
            <p:ph type="sldNum" sz="quarter" idx="12"/>
            <p:custDataLst>
              <p:tags r:id="rId5"/>
            </p:custDataLst>
          </p:nvPr>
        </p:nvSpPr>
        <p:spPr/>
        <p:txBody>
          <a:bodyPr/>
          <a:lstStyle/>
          <a:p>
            <a:r>
              <a:rPr lang="en-US" noProof="0"/>
              <a:t>2</a:t>
            </a:r>
            <a:endParaRPr lang="en-US" noProof="0" dirty="0"/>
          </a:p>
        </p:txBody>
      </p:sp>
    </p:spTree>
    <p:custDataLst>
      <p:tags r:id="rId1"/>
    </p:custDataLst>
    <p:extLst>
      <p:ext uri="{BB962C8B-B14F-4D97-AF65-F5344CB8AC3E}">
        <p14:creationId xmlns:p14="http://schemas.microsoft.com/office/powerpoint/2010/main" val="7623126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25D00A-C97B-2737-13F2-3DAF74AE21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5D2ED1B-55E3-6487-BD53-B3FDC45B760D}"/>
              </a:ext>
            </a:extLst>
          </p:cNvPr>
          <p:cNvSpPr>
            <a:spLocks noGrp="1"/>
          </p:cNvSpPr>
          <p:nvPr>
            <p:ph type="title"/>
            <p:custDataLst>
              <p:tags r:id="rId2"/>
            </p:custDataLst>
          </p:nvPr>
        </p:nvSpPr>
        <p:spPr/>
        <p:txBody>
          <a:bodyPr/>
          <a:lstStyle/>
          <a:p>
            <a:r>
              <a:rPr lang="en-US" noProof="0" dirty="0"/>
              <a:t>Motivation</a:t>
            </a:r>
          </a:p>
        </p:txBody>
      </p:sp>
      <p:sp>
        <p:nvSpPr>
          <p:cNvPr id="3" name="Content Placeholder 2">
            <a:extLst>
              <a:ext uri="{FF2B5EF4-FFF2-40B4-BE49-F238E27FC236}">
                <a16:creationId xmlns:a16="http://schemas.microsoft.com/office/drawing/2014/main" id="{43B1B8F4-47B3-8AEC-FEE0-BBA2C521EE8C}"/>
              </a:ext>
            </a:extLst>
          </p:cNvPr>
          <p:cNvSpPr>
            <a:spLocks noGrp="1"/>
          </p:cNvSpPr>
          <p:nvPr>
            <p:ph idx="1"/>
            <p:custDataLst>
              <p:tags r:id="rId3"/>
            </p:custDataLst>
          </p:nvPr>
        </p:nvSpPr>
        <p:spPr/>
        <p:txBody>
          <a:bodyPr>
            <a:noAutofit/>
          </a:bodyPr>
          <a:lstStyle/>
          <a:p>
            <a:r>
              <a:rPr lang="en-US" noProof="0" dirty="0"/>
              <a:t>Simplifying and streamlining algorithm design for scientific computing</a:t>
            </a:r>
          </a:p>
          <a:p>
            <a:r>
              <a:rPr lang="en-US" noProof="0" dirty="0"/>
              <a:t>Regular data structures in nested loops</a:t>
            </a:r>
          </a:p>
          <a:p>
            <a:r>
              <a:rPr lang="en-US" noProof="0" dirty="0"/>
              <a:t>Optimizing memory accesses</a:t>
            </a:r>
          </a:p>
          <a:p>
            <a:pPr marL="0" indent="0">
              <a:buNone/>
            </a:pPr>
            <a:endParaRPr lang="en-US" dirty="0"/>
          </a:p>
          <a:p>
            <a:pPr marL="0" indent="0">
              <a:buNone/>
            </a:pPr>
            <a:endParaRPr lang="en-US" dirty="0"/>
          </a:p>
          <a:p>
            <a:pPr marL="0" indent="0">
              <a:buNone/>
            </a:pPr>
            <a:endParaRPr lang="en-US" noProof="0" dirty="0"/>
          </a:p>
          <a:p>
            <a:pPr>
              <a:buSzPts val="100"/>
            </a:pPr>
            <a:r>
              <a:rPr lang="en-US" noProof="0" dirty="0">
                <a:solidFill>
                  <a:schemeClr val="tx1">
                    <a:alpha val="0"/>
                  </a:schemeClr>
                </a:solidFill>
              </a:rPr>
              <a:t>Layout and traversal abstractions</a:t>
            </a:r>
          </a:p>
          <a:p>
            <a:pPr>
              <a:buSzPts val="100"/>
            </a:pPr>
            <a:r>
              <a:rPr lang="en-US" noProof="0" dirty="0">
                <a:solidFill>
                  <a:schemeClr val="tx1">
                    <a:alpha val="0"/>
                  </a:schemeClr>
                </a:solidFill>
              </a:rPr>
              <a:t>Parallelization and distributed computing</a:t>
            </a:r>
          </a:p>
          <a:p>
            <a:pPr>
              <a:buSzPts val="100"/>
            </a:pPr>
            <a:r>
              <a:rPr lang="en-US" noProof="0" dirty="0">
                <a:solidFill>
                  <a:schemeClr val="tx1">
                    <a:alpha val="0"/>
                  </a:schemeClr>
                </a:solidFill>
              </a:rPr>
              <a:t>Even broader optimizations in specific domains</a:t>
            </a:r>
          </a:p>
          <a:p>
            <a:pPr>
              <a:buSzPts val="100"/>
            </a:pPr>
            <a:r>
              <a:rPr lang="en-US" dirty="0">
                <a:solidFill>
                  <a:schemeClr val="tx1">
                    <a:alpha val="0"/>
                  </a:schemeClr>
                </a:solidFill>
              </a:rPr>
              <a:t>Using large language models (LLMs) in algorithm optimizations</a:t>
            </a:r>
            <a:endParaRPr lang="en-US" noProof="0" dirty="0">
              <a:solidFill>
                <a:schemeClr val="tx1">
                  <a:alpha val="0"/>
                </a:schemeClr>
              </a:solidFill>
            </a:endParaRPr>
          </a:p>
        </p:txBody>
      </p:sp>
      <p:sp>
        <p:nvSpPr>
          <p:cNvPr id="4" name="Date Placeholder 3">
            <a:extLst>
              <a:ext uri="{FF2B5EF4-FFF2-40B4-BE49-F238E27FC236}">
                <a16:creationId xmlns:a16="http://schemas.microsoft.com/office/drawing/2014/main" id="{7BE174B8-24C5-EFF8-68D7-B0BAFDA2C8B9}"/>
              </a:ext>
            </a:extLst>
          </p:cNvPr>
          <p:cNvSpPr>
            <a:spLocks noGrp="1"/>
          </p:cNvSpPr>
          <p:nvPr>
            <p:ph type="dt" sz="half" idx="10"/>
            <p:custDataLst>
              <p:tags r:id="rId4"/>
            </p:custDataLst>
          </p:nvPr>
        </p:nvSpPr>
        <p:spPr/>
        <p:txBody>
          <a:bodyPr/>
          <a:lstStyle/>
          <a:p>
            <a:r>
              <a:rPr lang="en-US" noProof="0"/>
              <a:t>9/5/2026</a:t>
            </a:r>
            <a:endParaRPr lang="en-US" noProof="0" dirty="0"/>
          </a:p>
        </p:txBody>
      </p:sp>
      <p:sp>
        <p:nvSpPr>
          <p:cNvPr id="5" name="Slide Number Placeholder 4">
            <a:extLst>
              <a:ext uri="{FF2B5EF4-FFF2-40B4-BE49-F238E27FC236}">
                <a16:creationId xmlns:a16="http://schemas.microsoft.com/office/drawing/2014/main" id="{FBE8A958-9CA9-B376-C939-4B09FEE669DD}"/>
              </a:ext>
            </a:extLst>
          </p:cNvPr>
          <p:cNvSpPr>
            <a:spLocks noGrp="1"/>
          </p:cNvSpPr>
          <p:nvPr>
            <p:ph type="sldNum" sz="quarter" idx="12"/>
            <p:custDataLst>
              <p:tags r:id="rId5"/>
            </p:custDataLst>
          </p:nvPr>
        </p:nvSpPr>
        <p:spPr/>
        <p:txBody>
          <a:bodyPr/>
          <a:lstStyle/>
          <a:p>
            <a:r>
              <a:rPr lang="en-US" noProof="0"/>
              <a:t>2</a:t>
            </a:r>
            <a:endParaRPr lang="en-US" noProof="0" dirty="0"/>
          </a:p>
        </p:txBody>
      </p:sp>
    </p:spTree>
    <p:custDataLst>
      <p:tags r:id="rId1"/>
    </p:custDataLst>
    <p:extLst>
      <p:ext uri="{BB962C8B-B14F-4D97-AF65-F5344CB8AC3E}">
        <p14:creationId xmlns:p14="http://schemas.microsoft.com/office/powerpoint/2010/main" val="15944434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25D00A-C97B-2737-13F2-3DAF74AE21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5D2ED1B-55E3-6487-BD53-B3FDC45B760D}"/>
              </a:ext>
            </a:extLst>
          </p:cNvPr>
          <p:cNvSpPr>
            <a:spLocks noGrp="1"/>
          </p:cNvSpPr>
          <p:nvPr>
            <p:ph type="title"/>
            <p:custDataLst>
              <p:tags r:id="rId2"/>
            </p:custDataLst>
          </p:nvPr>
        </p:nvSpPr>
        <p:spPr/>
        <p:txBody>
          <a:bodyPr/>
          <a:lstStyle/>
          <a:p>
            <a:r>
              <a:rPr lang="en-US" noProof="0" dirty="0"/>
              <a:t>Motivation</a:t>
            </a:r>
          </a:p>
        </p:txBody>
      </p:sp>
      <p:sp>
        <p:nvSpPr>
          <p:cNvPr id="3" name="Content Placeholder 2">
            <a:extLst>
              <a:ext uri="{FF2B5EF4-FFF2-40B4-BE49-F238E27FC236}">
                <a16:creationId xmlns:a16="http://schemas.microsoft.com/office/drawing/2014/main" id="{43B1B8F4-47B3-8AEC-FEE0-BBA2C521EE8C}"/>
              </a:ext>
            </a:extLst>
          </p:cNvPr>
          <p:cNvSpPr>
            <a:spLocks noGrp="1"/>
          </p:cNvSpPr>
          <p:nvPr>
            <p:ph idx="1"/>
            <p:custDataLst>
              <p:tags r:id="rId3"/>
            </p:custDataLst>
          </p:nvPr>
        </p:nvSpPr>
        <p:spPr/>
        <p:txBody>
          <a:bodyPr>
            <a:noAutofit/>
          </a:bodyPr>
          <a:lstStyle/>
          <a:p>
            <a:r>
              <a:rPr lang="en-US" noProof="0" dirty="0"/>
              <a:t>Simplifying and streamlining algorithm design for scientific computing</a:t>
            </a:r>
          </a:p>
          <a:p>
            <a:r>
              <a:rPr lang="en-US" noProof="0" dirty="0"/>
              <a:t>Regular data structures in nested loops</a:t>
            </a:r>
          </a:p>
          <a:p>
            <a:r>
              <a:rPr lang="en-US" noProof="0" dirty="0"/>
              <a:t>Optimizing memory accesses</a:t>
            </a:r>
          </a:p>
          <a:p>
            <a:pPr marL="0" indent="0">
              <a:buNone/>
            </a:pPr>
            <a:endParaRPr lang="en-US" dirty="0"/>
          </a:p>
          <a:p>
            <a:pPr marL="0" indent="0">
              <a:buNone/>
            </a:pPr>
            <a:endParaRPr lang="en-US" dirty="0"/>
          </a:p>
          <a:p>
            <a:pPr marL="0" indent="0">
              <a:buNone/>
            </a:pPr>
            <a:endParaRPr lang="en-US" noProof="0" dirty="0"/>
          </a:p>
          <a:p>
            <a:r>
              <a:rPr lang="en-US" noProof="0" dirty="0"/>
              <a:t>Layout and traversal abstractions</a:t>
            </a:r>
          </a:p>
          <a:p>
            <a:pPr>
              <a:buSzPts val="100"/>
            </a:pPr>
            <a:r>
              <a:rPr lang="en-US" noProof="0" dirty="0">
                <a:solidFill>
                  <a:schemeClr val="tx1">
                    <a:alpha val="0"/>
                  </a:schemeClr>
                </a:solidFill>
              </a:rPr>
              <a:t>Parallelization and distributed computing</a:t>
            </a:r>
          </a:p>
          <a:p>
            <a:pPr>
              <a:buSzPts val="100"/>
            </a:pPr>
            <a:r>
              <a:rPr lang="en-US" noProof="0" dirty="0">
                <a:solidFill>
                  <a:schemeClr val="tx1">
                    <a:alpha val="0"/>
                  </a:schemeClr>
                </a:solidFill>
              </a:rPr>
              <a:t>Even broader optimizations in specific domains</a:t>
            </a:r>
          </a:p>
          <a:p>
            <a:pPr>
              <a:buSzPts val="100"/>
            </a:pPr>
            <a:r>
              <a:rPr lang="en-US" dirty="0">
                <a:solidFill>
                  <a:schemeClr val="tx1">
                    <a:alpha val="0"/>
                  </a:schemeClr>
                </a:solidFill>
              </a:rPr>
              <a:t>Using large language models (LLMs) in algorithm optimizations</a:t>
            </a:r>
            <a:endParaRPr lang="en-US" noProof="0" dirty="0">
              <a:solidFill>
                <a:schemeClr val="tx1">
                  <a:alpha val="0"/>
                </a:schemeClr>
              </a:solidFill>
            </a:endParaRPr>
          </a:p>
        </p:txBody>
      </p:sp>
      <p:sp>
        <p:nvSpPr>
          <p:cNvPr id="4" name="Date Placeholder 3">
            <a:extLst>
              <a:ext uri="{FF2B5EF4-FFF2-40B4-BE49-F238E27FC236}">
                <a16:creationId xmlns:a16="http://schemas.microsoft.com/office/drawing/2014/main" id="{7BE174B8-24C5-EFF8-68D7-B0BAFDA2C8B9}"/>
              </a:ext>
            </a:extLst>
          </p:cNvPr>
          <p:cNvSpPr>
            <a:spLocks noGrp="1"/>
          </p:cNvSpPr>
          <p:nvPr>
            <p:ph type="dt" sz="half" idx="10"/>
            <p:custDataLst>
              <p:tags r:id="rId4"/>
            </p:custDataLst>
          </p:nvPr>
        </p:nvSpPr>
        <p:spPr/>
        <p:txBody>
          <a:bodyPr/>
          <a:lstStyle/>
          <a:p>
            <a:r>
              <a:rPr lang="en-US" noProof="0"/>
              <a:t>9/5/2026</a:t>
            </a:r>
            <a:endParaRPr lang="en-US" noProof="0" dirty="0"/>
          </a:p>
        </p:txBody>
      </p:sp>
      <p:sp>
        <p:nvSpPr>
          <p:cNvPr id="5" name="Slide Number Placeholder 4">
            <a:extLst>
              <a:ext uri="{FF2B5EF4-FFF2-40B4-BE49-F238E27FC236}">
                <a16:creationId xmlns:a16="http://schemas.microsoft.com/office/drawing/2014/main" id="{FBE8A958-9CA9-B376-C939-4B09FEE669DD}"/>
              </a:ext>
            </a:extLst>
          </p:cNvPr>
          <p:cNvSpPr>
            <a:spLocks noGrp="1"/>
          </p:cNvSpPr>
          <p:nvPr>
            <p:ph type="sldNum" sz="quarter" idx="12"/>
            <p:custDataLst>
              <p:tags r:id="rId5"/>
            </p:custDataLst>
          </p:nvPr>
        </p:nvSpPr>
        <p:spPr/>
        <p:txBody>
          <a:bodyPr/>
          <a:lstStyle/>
          <a:p>
            <a:r>
              <a:rPr lang="en-US" noProof="0"/>
              <a:t>2</a:t>
            </a:r>
            <a:endParaRPr lang="en-US" noProof="0" dirty="0"/>
          </a:p>
        </p:txBody>
      </p:sp>
      <p:pic>
        <p:nvPicPr>
          <p:cNvPr id="8" name="Graphic 7">
            <a:extLst>
              <a:ext uri="{FF2B5EF4-FFF2-40B4-BE49-F238E27FC236}">
                <a16:creationId xmlns:a16="http://schemas.microsoft.com/office/drawing/2014/main" id="{277BD5EA-6D3A-F65A-6F3E-A1A5A3279D48}"/>
              </a:ext>
            </a:extLst>
          </p:cNvPr>
          <p:cNvPicPr>
            <a:picLocks noChangeAspect="1"/>
          </p:cNvPicPr>
          <p:nvPr>
            <p:custDataLst>
              <p:tags r:id="rId6"/>
            </p:custDataLst>
          </p:nvPr>
        </p:nvPicPr>
        <p:blipFill>
          <a:blip>
            <a:extLst>
              <a:ext uri="{96DAC541-7B7A-43D3-8B79-37D633B846F1}">
                <asvg:svgBlip xmlns:asvg="http://schemas.microsoft.com/office/drawing/2016/SVG/main" r:embed="rId12"/>
              </a:ext>
            </a:extLst>
          </a:blip>
          <a:stretch>
            <a:fillRect/>
          </a:stretch>
        </p:blipFill>
        <p:spPr>
          <a:xfrm>
            <a:off x="6096000" y="3536963"/>
            <a:ext cx="5419725" cy="928661"/>
          </a:xfrm>
          <a:prstGeom prst="rect">
            <a:avLst/>
          </a:prstGeom>
        </p:spPr>
      </p:pic>
      <p:cxnSp>
        <p:nvCxnSpPr>
          <p:cNvPr id="10" name="Straight Arrow Connector 9">
            <a:extLst>
              <a:ext uri="{FF2B5EF4-FFF2-40B4-BE49-F238E27FC236}">
                <a16:creationId xmlns:a16="http://schemas.microsoft.com/office/drawing/2014/main" id="{0E42E224-0C5A-B0F4-81EF-6673F3EF5499}"/>
              </a:ext>
            </a:extLst>
          </p:cNvPr>
          <p:cNvCxnSpPr/>
          <p:nvPr>
            <p:custDataLst>
              <p:tags r:id="rId7"/>
            </p:custDataLst>
          </p:nvPr>
        </p:nvCxnSpPr>
        <p:spPr>
          <a:xfrm>
            <a:off x="7353300" y="4001293"/>
            <a:ext cx="476250" cy="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mc:Choice xmlns:a14="http://schemas.microsoft.com/office/drawing/2010/main" Requires="a14">
          <p:sp>
            <p:nvSpPr>
              <p:cNvPr id="11" name="TextBox 10">
                <a:extLst>
                  <a:ext uri="{FF2B5EF4-FFF2-40B4-BE49-F238E27FC236}">
                    <a16:creationId xmlns:a16="http://schemas.microsoft.com/office/drawing/2014/main" id="{E68EEE45-000D-514C-C7F4-C04720B9D32D}"/>
                  </a:ext>
                </a:extLst>
              </p:cNvPr>
              <p:cNvSpPr txBox="1"/>
              <p:nvPr>
                <p:custDataLst>
                  <p:tags r:id="rId8"/>
                </p:custDataLst>
              </p:nvPr>
            </p:nvSpPr>
            <p:spPr>
              <a:xfrm>
                <a:off x="5585476" y="3770460"/>
                <a:ext cx="510524" cy="461665"/>
              </a:xfrm>
              <a:prstGeom prst="rect">
                <a:avLst/>
              </a:prstGeom>
              <a:noFill/>
            </p:spPr>
            <p:txBody>
              <a:bodyPr wrap="none" rtlCol="0">
                <a:spAutoFit/>
              </a:bodyPr>
              <a:lstStyle/>
              <a:p>
                <a:pPr/>
                <a14:m>
                  <m:oMathPara xmlns:m="http://schemas.openxmlformats.org/officeDocument/2006/math">
                    <m:oMath>
                      <m:r>
                        <a:rPr lang="en-US" sz="2400" i="1" noProof="0" smtClean="0">
                          <a:latin typeface="Cambria Math" panose="02040503050406030204" pitchFamily="18" charset="0"/>
                        </a:rPr>
                        <m:t>𝑚</m:t>
                      </m:r>
                    </m:oMath>
                  </m:oMathPara>
                </a14:m>
                <a:endParaRPr lang="en-US" sz="2400" noProof="0" dirty="0"/>
              </a:p>
            </p:txBody>
          </p:sp>
        </mc:Choice>
        <mc:Fallback>
          <p:sp>
            <p:nvSpPr>
              <p:cNvPr id="11" name="TextBox 10">
                <a:extLst>
                  <a:ext uri="{FF2B5EF4-FFF2-40B4-BE49-F238E27FC236}">
                    <a16:creationId xmlns:a16="http://schemas.microsoft.com/office/drawing/2014/main" id="{E68EEE45-000D-514C-C7F4-C04720B9D32D}"/>
                  </a:ext>
                </a:extLst>
              </p:cNvPr>
              <p:cNvSpPr txBox="1">
                <a:spLocks noRot="1" noChangeAspect="1" noMove="1" noResize="1" noEditPoints="1" noAdjustHandles="1" noChangeArrowheads="1" noChangeShapeType="1" noTextEdit="1"/>
              </p:cNvSpPr>
              <p:nvPr>
                <p:custDataLst>
                  <p:tags r:id="rId8"/>
                </p:custDataLst>
              </p:nvPr>
            </p:nvSpPr>
            <p:spPr>
              <a:xfrm>
                <a:off x="5585476" y="3770460"/>
                <a:ext cx="510524" cy="461665"/>
              </a:xfrm>
              <a:prstGeom prst="rect">
                <a:avLst/>
              </a:prstGeom>
              <a:blipFill>
                <a:blip r:embed="rId13"/>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2" name="TextBox 11">
                <a:extLst>
                  <a:ext uri="{FF2B5EF4-FFF2-40B4-BE49-F238E27FC236}">
                    <a16:creationId xmlns:a16="http://schemas.microsoft.com/office/drawing/2014/main" id="{9A685246-FE87-656A-5DCF-C1D4453F0DB4}"/>
                  </a:ext>
                </a:extLst>
              </p:cNvPr>
              <p:cNvSpPr txBox="1"/>
              <p:nvPr>
                <p:custDataLst>
                  <p:tags r:id="rId9"/>
                </p:custDataLst>
              </p:nvPr>
            </p:nvSpPr>
            <p:spPr>
              <a:xfrm>
                <a:off x="6467780" y="4384464"/>
                <a:ext cx="428771" cy="461665"/>
              </a:xfrm>
              <a:prstGeom prst="rect">
                <a:avLst/>
              </a:prstGeom>
              <a:noFill/>
            </p:spPr>
            <p:txBody>
              <a:bodyPr wrap="none" rtlCol="0">
                <a:spAutoFit/>
              </a:bodyPr>
              <a:lstStyle/>
              <a:p>
                <a:pPr/>
                <a14:m>
                  <m:oMathPara xmlns:m="http://schemas.openxmlformats.org/officeDocument/2006/math">
                    <m:oMath>
                      <m:r>
                        <a:rPr lang="en-US" sz="2400" b="0" i="1" noProof="0" smtClean="0">
                          <a:latin typeface="Cambria Math" panose="02040503050406030204" pitchFamily="18" charset="0"/>
                        </a:rPr>
                        <m:t>𝑛</m:t>
                      </m:r>
                    </m:oMath>
                  </m:oMathPara>
                </a14:m>
                <a:endParaRPr lang="en-US" sz="2400" noProof="0" dirty="0"/>
              </a:p>
            </p:txBody>
          </p:sp>
        </mc:Choice>
        <mc:Fallback>
          <p:sp>
            <p:nvSpPr>
              <p:cNvPr id="12" name="TextBox 11">
                <a:extLst>
                  <a:ext uri="{FF2B5EF4-FFF2-40B4-BE49-F238E27FC236}">
                    <a16:creationId xmlns:a16="http://schemas.microsoft.com/office/drawing/2014/main" id="{9A685246-FE87-656A-5DCF-C1D4453F0DB4}"/>
                  </a:ext>
                </a:extLst>
              </p:cNvPr>
              <p:cNvSpPr txBox="1">
                <a:spLocks noRot="1" noChangeAspect="1" noMove="1" noResize="1" noEditPoints="1" noAdjustHandles="1" noChangeArrowheads="1" noChangeShapeType="1" noTextEdit="1"/>
              </p:cNvSpPr>
              <p:nvPr>
                <p:custDataLst>
                  <p:tags r:id="rId9"/>
                </p:custDataLst>
              </p:nvPr>
            </p:nvSpPr>
            <p:spPr>
              <a:xfrm>
                <a:off x="6467780" y="4384464"/>
                <a:ext cx="428771" cy="461665"/>
              </a:xfrm>
              <a:prstGeom prst="rect">
                <a:avLst/>
              </a:prstGeom>
              <a:blipFill>
                <a:blip r:embed="rId14"/>
                <a:stretch>
                  <a:fillRect/>
                </a:stretch>
              </a:blipFill>
            </p:spPr>
            <p:txBody>
              <a:bodyPr/>
              <a:lstStyle/>
              <a:p>
                <a:r>
                  <a:rPr lang="en-US">
                    <a:noFill/>
                  </a:rPr>
                  <a:t> </a:t>
                </a:r>
              </a:p>
            </p:txBody>
          </p:sp>
        </mc:Fallback>
      </mc:AlternateContent>
    </p:spTree>
    <p:custDataLst>
      <p:tags r:id="rId1"/>
    </p:custDataLst>
    <p:extLst>
      <p:ext uri="{BB962C8B-B14F-4D97-AF65-F5344CB8AC3E}">
        <p14:creationId xmlns:p14="http://schemas.microsoft.com/office/powerpoint/2010/main" val="2397305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25D00A-C97B-2737-13F2-3DAF74AE21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5D2ED1B-55E3-6487-BD53-B3FDC45B760D}"/>
              </a:ext>
            </a:extLst>
          </p:cNvPr>
          <p:cNvSpPr>
            <a:spLocks noGrp="1"/>
          </p:cNvSpPr>
          <p:nvPr>
            <p:ph type="title"/>
            <p:custDataLst>
              <p:tags r:id="rId2"/>
            </p:custDataLst>
          </p:nvPr>
        </p:nvSpPr>
        <p:spPr/>
        <p:txBody>
          <a:bodyPr/>
          <a:lstStyle/>
          <a:p>
            <a:r>
              <a:rPr lang="en-US" noProof="0" dirty="0"/>
              <a:t>Motivation</a:t>
            </a:r>
          </a:p>
        </p:txBody>
      </p:sp>
      <p:sp>
        <p:nvSpPr>
          <p:cNvPr id="3" name="Content Placeholder 2">
            <a:extLst>
              <a:ext uri="{FF2B5EF4-FFF2-40B4-BE49-F238E27FC236}">
                <a16:creationId xmlns:a16="http://schemas.microsoft.com/office/drawing/2014/main" id="{43B1B8F4-47B3-8AEC-FEE0-BBA2C521EE8C}"/>
              </a:ext>
            </a:extLst>
          </p:cNvPr>
          <p:cNvSpPr>
            <a:spLocks noGrp="1"/>
          </p:cNvSpPr>
          <p:nvPr>
            <p:ph idx="1"/>
            <p:custDataLst>
              <p:tags r:id="rId3"/>
            </p:custDataLst>
          </p:nvPr>
        </p:nvSpPr>
        <p:spPr/>
        <p:txBody>
          <a:bodyPr>
            <a:noAutofit/>
          </a:bodyPr>
          <a:lstStyle/>
          <a:p>
            <a:r>
              <a:rPr lang="en-US" noProof="0" dirty="0"/>
              <a:t>Simplifying and streamlining algorithm design for scientific computing</a:t>
            </a:r>
          </a:p>
          <a:p>
            <a:r>
              <a:rPr lang="en-US" noProof="0" dirty="0"/>
              <a:t>Regular data structures in nested loops</a:t>
            </a:r>
          </a:p>
          <a:p>
            <a:r>
              <a:rPr lang="en-US" noProof="0" dirty="0"/>
              <a:t>Optimizing memory accesses</a:t>
            </a:r>
          </a:p>
          <a:p>
            <a:pPr marL="0" indent="0">
              <a:buNone/>
            </a:pPr>
            <a:endParaRPr lang="en-US" dirty="0"/>
          </a:p>
          <a:p>
            <a:pPr marL="0" indent="0">
              <a:buNone/>
            </a:pPr>
            <a:endParaRPr lang="en-US" dirty="0"/>
          </a:p>
          <a:p>
            <a:pPr marL="0" indent="0">
              <a:buNone/>
            </a:pPr>
            <a:endParaRPr lang="en-US" noProof="0" dirty="0"/>
          </a:p>
          <a:p>
            <a:r>
              <a:rPr lang="en-US" noProof="0" dirty="0"/>
              <a:t>Layout and traversal abstractions</a:t>
            </a:r>
          </a:p>
          <a:p>
            <a:r>
              <a:rPr lang="en-US" noProof="0" dirty="0"/>
              <a:t>Parallelization and distributed computing</a:t>
            </a:r>
          </a:p>
          <a:p>
            <a:pPr>
              <a:buSzPts val="100"/>
            </a:pPr>
            <a:r>
              <a:rPr lang="en-US" noProof="0" dirty="0">
                <a:solidFill>
                  <a:schemeClr val="tx1">
                    <a:alpha val="0"/>
                  </a:schemeClr>
                </a:solidFill>
              </a:rPr>
              <a:t>Even broader optimizations in specific domains</a:t>
            </a:r>
          </a:p>
          <a:p>
            <a:pPr>
              <a:buSzPts val="100"/>
            </a:pPr>
            <a:r>
              <a:rPr lang="en-US" dirty="0">
                <a:solidFill>
                  <a:schemeClr val="tx1">
                    <a:alpha val="0"/>
                  </a:schemeClr>
                </a:solidFill>
              </a:rPr>
              <a:t>Using large language models (LLMs) in algorithm optimizations</a:t>
            </a:r>
            <a:endParaRPr lang="en-US" noProof="0" dirty="0">
              <a:solidFill>
                <a:schemeClr val="tx1">
                  <a:alpha val="0"/>
                </a:schemeClr>
              </a:solidFill>
            </a:endParaRPr>
          </a:p>
        </p:txBody>
      </p:sp>
      <p:sp>
        <p:nvSpPr>
          <p:cNvPr id="4" name="Date Placeholder 3">
            <a:extLst>
              <a:ext uri="{FF2B5EF4-FFF2-40B4-BE49-F238E27FC236}">
                <a16:creationId xmlns:a16="http://schemas.microsoft.com/office/drawing/2014/main" id="{7BE174B8-24C5-EFF8-68D7-B0BAFDA2C8B9}"/>
              </a:ext>
            </a:extLst>
          </p:cNvPr>
          <p:cNvSpPr>
            <a:spLocks noGrp="1"/>
          </p:cNvSpPr>
          <p:nvPr>
            <p:ph type="dt" sz="half" idx="10"/>
            <p:custDataLst>
              <p:tags r:id="rId4"/>
            </p:custDataLst>
          </p:nvPr>
        </p:nvSpPr>
        <p:spPr/>
        <p:txBody>
          <a:bodyPr/>
          <a:lstStyle/>
          <a:p>
            <a:r>
              <a:rPr lang="en-US" noProof="0"/>
              <a:t>9/5/2026</a:t>
            </a:r>
            <a:endParaRPr lang="en-US" noProof="0" dirty="0"/>
          </a:p>
        </p:txBody>
      </p:sp>
      <p:sp>
        <p:nvSpPr>
          <p:cNvPr id="5" name="Slide Number Placeholder 4">
            <a:extLst>
              <a:ext uri="{FF2B5EF4-FFF2-40B4-BE49-F238E27FC236}">
                <a16:creationId xmlns:a16="http://schemas.microsoft.com/office/drawing/2014/main" id="{FBE8A958-9CA9-B376-C939-4B09FEE669DD}"/>
              </a:ext>
            </a:extLst>
          </p:cNvPr>
          <p:cNvSpPr>
            <a:spLocks noGrp="1"/>
          </p:cNvSpPr>
          <p:nvPr>
            <p:ph type="sldNum" sz="quarter" idx="12"/>
            <p:custDataLst>
              <p:tags r:id="rId5"/>
            </p:custDataLst>
          </p:nvPr>
        </p:nvSpPr>
        <p:spPr/>
        <p:txBody>
          <a:bodyPr/>
          <a:lstStyle/>
          <a:p>
            <a:r>
              <a:rPr lang="en-US" noProof="0"/>
              <a:t>2</a:t>
            </a:r>
            <a:endParaRPr lang="en-US" noProof="0" dirty="0"/>
          </a:p>
        </p:txBody>
      </p:sp>
      <p:pic>
        <p:nvPicPr>
          <p:cNvPr id="8" name="Graphic 7">
            <a:extLst>
              <a:ext uri="{FF2B5EF4-FFF2-40B4-BE49-F238E27FC236}">
                <a16:creationId xmlns:a16="http://schemas.microsoft.com/office/drawing/2014/main" id="{277BD5EA-6D3A-F65A-6F3E-A1A5A3279D48}"/>
              </a:ext>
            </a:extLst>
          </p:cNvPr>
          <p:cNvPicPr>
            <a:picLocks noChangeAspect="1"/>
          </p:cNvPicPr>
          <p:nvPr>
            <p:custDataLst>
              <p:tags r:id="rId6"/>
            </p:custDataLst>
          </p:nvPr>
        </p:nvPicPr>
        <p:blipFill>
          <a:blip>
            <a:extLst>
              <a:ext uri="{96DAC541-7B7A-43D3-8B79-37D633B846F1}">
                <asvg:svgBlip xmlns:asvg="http://schemas.microsoft.com/office/drawing/2016/SVG/main" r:embed="rId18"/>
              </a:ext>
            </a:extLst>
          </a:blip>
          <a:stretch>
            <a:fillRect/>
          </a:stretch>
        </p:blipFill>
        <p:spPr>
          <a:xfrm>
            <a:off x="6096000" y="3536963"/>
            <a:ext cx="5419725" cy="928661"/>
          </a:xfrm>
          <a:prstGeom prst="rect">
            <a:avLst/>
          </a:prstGeom>
        </p:spPr>
      </p:pic>
      <p:cxnSp>
        <p:nvCxnSpPr>
          <p:cNvPr id="10" name="Straight Arrow Connector 9">
            <a:extLst>
              <a:ext uri="{FF2B5EF4-FFF2-40B4-BE49-F238E27FC236}">
                <a16:creationId xmlns:a16="http://schemas.microsoft.com/office/drawing/2014/main" id="{0E42E224-0C5A-B0F4-81EF-6673F3EF5499}"/>
              </a:ext>
            </a:extLst>
          </p:cNvPr>
          <p:cNvCxnSpPr/>
          <p:nvPr>
            <p:custDataLst>
              <p:tags r:id="rId7"/>
            </p:custDataLst>
          </p:nvPr>
        </p:nvCxnSpPr>
        <p:spPr>
          <a:xfrm>
            <a:off x="7353300" y="4001293"/>
            <a:ext cx="476250" cy="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mc:Choice xmlns:a14="http://schemas.microsoft.com/office/drawing/2010/main" Requires="a14">
          <p:sp>
            <p:nvSpPr>
              <p:cNvPr id="11" name="TextBox 10">
                <a:extLst>
                  <a:ext uri="{FF2B5EF4-FFF2-40B4-BE49-F238E27FC236}">
                    <a16:creationId xmlns:a16="http://schemas.microsoft.com/office/drawing/2014/main" id="{E68EEE45-000D-514C-C7F4-C04720B9D32D}"/>
                  </a:ext>
                </a:extLst>
              </p:cNvPr>
              <p:cNvSpPr txBox="1"/>
              <p:nvPr>
                <p:custDataLst>
                  <p:tags r:id="rId8"/>
                </p:custDataLst>
              </p:nvPr>
            </p:nvSpPr>
            <p:spPr>
              <a:xfrm>
                <a:off x="5585476" y="3770460"/>
                <a:ext cx="510524" cy="461665"/>
              </a:xfrm>
              <a:prstGeom prst="rect">
                <a:avLst/>
              </a:prstGeom>
              <a:noFill/>
            </p:spPr>
            <p:txBody>
              <a:bodyPr wrap="none" rtlCol="0">
                <a:spAutoFit/>
              </a:bodyPr>
              <a:lstStyle/>
              <a:p>
                <a:pPr/>
                <a14:m>
                  <m:oMathPara xmlns:m="http://schemas.openxmlformats.org/officeDocument/2006/math">
                    <m:oMath>
                      <m:r>
                        <a:rPr lang="en-US" sz="2400" i="1" noProof="0" smtClean="0">
                          <a:latin typeface="Cambria Math" panose="02040503050406030204" pitchFamily="18" charset="0"/>
                        </a:rPr>
                        <m:t>𝑚</m:t>
                      </m:r>
                    </m:oMath>
                  </m:oMathPara>
                </a14:m>
                <a:endParaRPr lang="en-US" sz="2400" noProof="0" dirty="0"/>
              </a:p>
            </p:txBody>
          </p:sp>
        </mc:Choice>
        <mc:Fallback>
          <p:sp>
            <p:nvSpPr>
              <p:cNvPr id="11" name="TextBox 10">
                <a:extLst>
                  <a:ext uri="{FF2B5EF4-FFF2-40B4-BE49-F238E27FC236}">
                    <a16:creationId xmlns:a16="http://schemas.microsoft.com/office/drawing/2014/main" id="{E68EEE45-000D-514C-C7F4-C04720B9D32D}"/>
                  </a:ext>
                </a:extLst>
              </p:cNvPr>
              <p:cNvSpPr txBox="1">
                <a:spLocks noRot="1" noChangeAspect="1" noMove="1" noResize="1" noEditPoints="1" noAdjustHandles="1" noChangeArrowheads="1" noChangeShapeType="1" noTextEdit="1"/>
              </p:cNvSpPr>
              <p:nvPr>
                <p:custDataLst>
                  <p:tags r:id="rId8"/>
                </p:custDataLst>
              </p:nvPr>
            </p:nvSpPr>
            <p:spPr>
              <a:xfrm>
                <a:off x="5585476" y="3770460"/>
                <a:ext cx="510524" cy="461665"/>
              </a:xfrm>
              <a:prstGeom prst="rect">
                <a:avLst/>
              </a:prstGeom>
              <a:blipFill>
                <a:blip r:embed="rId19"/>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2" name="TextBox 11">
                <a:extLst>
                  <a:ext uri="{FF2B5EF4-FFF2-40B4-BE49-F238E27FC236}">
                    <a16:creationId xmlns:a16="http://schemas.microsoft.com/office/drawing/2014/main" id="{9A685246-FE87-656A-5DCF-C1D4453F0DB4}"/>
                  </a:ext>
                </a:extLst>
              </p:cNvPr>
              <p:cNvSpPr txBox="1"/>
              <p:nvPr>
                <p:custDataLst>
                  <p:tags r:id="rId9"/>
                </p:custDataLst>
              </p:nvPr>
            </p:nvSpPr>
            <p:spPr>
              <a:xfrm>
                <a:off x="6467780" y="4384464"/>
                <a:ext cx="428771" cy="461665"/>
              </a:xfrm>
              <a:prstGeom prst="rect">
                <a:avLst/>
              </a:prstGeom>
              <a:noFill/>
            </p:spPr>
            <p:txBody>
              <a:bodyPr wrap="none" rtlCol="0">
                <a:spAutoFit/>
              </a:bodyPr>
              <a:lstStyle/>
              <a:p>
                <a:pPr/>
                <a14:m>
                  <m:oMathPara xmlns:m="http://schemas.openxmlformats.org/officeDocument/2006/math">
                    <m:oMath>
                      <m:r>
                        <a:rPr lang="en-US" sz="2400" b="0" i="1" noProof="0" smtClean="0">
                          <a:latin typeface="Cambria Math" panose="02040503050406030204" pitchFamily="18" charset="0"/>
                        </a:rPr>
                        <m:t>𝑛</m:t>
                      </m:r>
                    </m:oMath>
                  </m:oMathPara>
                </a14:m>
                <a:endParaRPr lang="en-US" sz="2400" noProof="0" dirty="0"/>
              </a:p>
            </p:txBody>
          </p:sp>
        </mc:Choice>
        <mc:Fallback>
          <p:sp>
            <p:nvSpPr>
              <p:cNvPr id="12" name="TextBox 11">
                <a:extLst>
                  <a:ext uri="{FF2B5EF4-FFF2-40B4-BE49-F238E27FC236}">
                    <a16:creationId xmlns:a16="http://schemas.microsoft.com/office/drawing/2014/main" id="{9A685246-FE87-656A-5DCF-C1D4453F0DB4}"/>
                  </a:ext>
                </a:extLst>
              </p:cNvPr>
              <p:cNvSpPr txBox="1">
                <a:spLocks noRot="1" noChangeAspect="1" noMove="1" noResize="1" noEditPoints="1" noAdjustHandles="1" noChangeArrowheads="1" noChangeShapeType="1" noTextEdit="1"/>
              </p:cNvSpPr>
              <p:nvPr>
                <p:custDataLst>
                  <p:tags r:id="rId9"/>
                </p:custDataLst>
              </p:nvPr>
            </p:nvSpPr>
            <p:spPr>
              <a:xfrm>
                <a:off x="6467780" y="4384464"/>
                <a:ext cx="428771" cy="461665"/>
              </a:xfrm>
              <a:prstGeom prst="rect">
                <a:avLst/>
              </a:prstGeom>
              <a:blipFill>
                <a:blip r:embed="rId20"/>
                <a:stretch>
                  <a:fillRect/>
                </a:stretch>
              </a:blipFill>
            </p:spPr>
            <p:txBody>
              <a:bodyPr/>
              <a:lstStyle/>
              <a:p>
                <a:r>
                  <a:rPr lang="en-US">
                    <a:noFill/>
                  </a:rPr>
                  <a:t> </a:t>
                </a:r>
              </a:p>
            </p:txBody>
          </p:sp>
        </mc:Fallback>
      </mc:AlternateContent>
      <p:pic>
        <p:nvPicPr>
          <p:cNvPr id="16" name="Graphic 15" descr="Server with solid fill">
            <a:extLst>
              <a:ext uri="{FF2B5EF4-FFF2-40B4-BE49-F238E27FC236}">
                <a16:creationId xmlns:a16="http://schemas.microsoft.com/office/drawing/2014/main" id="{70A4A7DF-6CEC-EF25-F07E-0D77E10AA146}"/>
              </a:ext>
            </a:extLst>
          </p:cNvPr>
          <p:cNvPicPr>
            <a:picLocks noChangeAspect="1"/>
          </p:cNvPicPr>
          <p:nvPr>
            <p:custDataLst>
              <p:tags r:id="rId10"/>
            </p:custDataLst>
          </p:nvPr>
        </p:nvPicPr>
        <p:blipFill>
          <a:blip>
            <a:extLst>
              <a:ext uri="{96DAC541-7B7A-43D3-8B79-37D633B846F1}">
                <asvg:svgBlip xmlns:asvg="http://schemas.microsoft.com/office/drawing/2016/SVG/main" r:embed="rId21"/>
              </a:ext>
            </a:extLst>
          </a:blip>
          <a:stretch>
            <a:fillRect/>
          </a:stretch>
        </p:blipFill>
        <p:spPr>
          <a:xfrm>
            <a:off x="8105830" y="4515945"/>
            <a:ext cx="709613" cy="709613"/>
          </a:xfrm>
          <a:prstGeom prst="rect">
            <a:avLst/>
          </a:prstGeom>
        </p:spPr>
      </p:pic>
      <p:pic>
        <p:nvPicPr>
          <p:cNvPr id="18" name="Graphic 17" descr="Server with solid fill">
            <a:extLst>
              <a:ext uri="{FF2B5EF4-FFF2-40B4-BE49-F238E27FC236}">
                <a16:creationId xmlns:a16="http://schemas.microsoft.com/office/drawing/2014/main" id="{6BE207B2-3DC6-3ED3-EE64-BBABDFF10900}"/>
              </a:ext>
            </a:extLst>
          </p:cNvPr>
          <p:cNvPicPr>
            <a:picLocks noChangeAspect="1"/>
          </p:cNvPicPr>
          <p:nvPr>
            <p:custDataLst>
              <p:tags r:id="rId11"/>
            </p:custDataLst>
          </p:nvPr>
        </p:nvPicPr>
        <p:blipFill>
          <a:blip>
            <a:extLst>
              <a:ext uri="{96DAC541-7B7A-43D3-8B79-37D633B846F1}">
                <asvg:svgBlip xmlns:asvg="http://schemas.microsoft.com/office/drawing/2016/SVG/main" r:embed="rId22"/>
              </a:ext>
            </a:extLst>
          </a:blip>
          <a:stretch>
            <a:fillRect/>
          </a:stretch>
        </p:blipFill>
        <p:spPr>
          <a:xfrm>
            <a:off x="9322195" y="4515943"/>
            <a:ext cx="709613" cy="709613"/>
          </a:xfrm>
          <a:prstGeom prst="rect">
            <a:avLst/>
          </a:prstGeom>
        </p:spPr>
      </p:pic>
      <p:pic>
        <p:nvPicPr>
          <p:cNvPr id="20" name="Graphic 19" descr="Server with solid fill">
            <a:extLst>
              <a:ext uri="{FF2B5EF4-FFF2-40B4-BE49-F238E27FC236}">
                <a16:creationId xmlns:a16="http://schemas.microsoft.com/office/drawing/2014/main" id="{C933DE63-5EBE-9A62-40BA-EEFF92F0834E}"/>
              </a:ext>
            </a:extLst>
          </p:cNvPr>
          <p:cNvPicPr>
            <a:picLocks noChangeAspect="1"/>
          </p:cNvPicPr>
          <p:nvPr>
            <p:custDataLst>
              <p:tags r:id="rId12"/>
            </p:custDataLst>
          </p:nvPr>
        </p:nvPicPr>
        <p:blipFill>
          <a:blip>
            <a:extLst>
              <a:ext uri="{96DAC541-7B7A-43D3-8B79-37D633B846F1}">
                <asvg:svgBlip xmlns:asvg="http://schemas.microsoft.com/office/drawing/2016/SVG/main" r:embed="rId23"/>
              </a:ext>
            </a:extLst>
          </a:blip>
          <a:stretch>
            <a:fillRect/>
          </a:stretch>
        </p:blipFill>
        <p:spPr>
          <a:xfrm>
            <a:off x="10540945" y="4515943"/>
            <a:ext cx="709613" cy="709613"/>
          </a:xfrm>
          <a:prstGeom prst="rect">
            <a:avLst/>
          </a:prstGeom>
        </p:spPr>
      </p:pic>
      <p:cxnSp>
        <p:nvCxnSpPr>
          <p:cNvPr id="22" name="Straight Connector 21">
            <a:extLst>
              <a:ext uri="{FF2B5EF4-FFF2-40B4-BE49-F238E27FC236}">
                <a16:creationId xmlns:a16="http://schemas.microsoft.com/office/drawing/2014/main" id="{9BE94B6A-4C46-F85A-C164-FC65E560F801}"/>
              </a:ext>
            </a:extLst>
          </p:cNvPr>
          <p:cNvCxnSpPr>
            <a:cxnSpLocks/>
            <a:stCxn id="16" idx="0"/>
          </p:cNvCxnSpPr>
          <p:nvPr>
            <p:custDataLst>
              <p:tags r:id="rId13"/>
            </p:custDataLst>
          </p:nvPr>
        </p:nvCxnSpPr>
        <p:spPr>
          <a:xfrm flipV="1">
            <a:off x="8460637" y="4179094"/>
            <a:ext cx="0" cy="336851"/>
          </a:xfrm>
          <a:prstGeom prst="line">
            <a:avLst/>
          </a:prstGeom>
          <a:ln>
            <a:solidFill>
              <a:schemeClr val="tx1"/>
            </a:solidFill>
            <a:prstDash val="sysDot"/>
          </a:ln>
        </p:spPr>
        <p:style>
          <a:lnRef idx="2">
            <a:schemeClr val="accent1"/>
          </a:lnRef>
          <a:fillRef idx="0">
            <a:schemeClr val="accent1"/>
          </a:fillRef>
          <a:effectRef idx="1">
            <a:schemeClr val="accent1"/>
          </a:effectRef>
          <a:fontRef idx="minor">
            <a:schemeClr val="tx1"/>
          </a:fontRef>
        </p:style>
      </p:cxnSp>
      <p:cxnSp>
        <p:nvCxnSpPr>
          <p:cNvPr id="24" name="Straight Connector 23">
            <a:extLst>
              <a:ext uri="{FF2B5EF4-FFF2-40B4-BE49-F238E27FC236}">
                <a16:creationId xmlns:a16="http://schemas.microsoft.com/office/drawing/2014/main" id="{F0415E36-2B0B-0A93-55E0-FDF778657DB6}"/>
              </a:ext>
            </a:extLst>
          </p:cNvPr>
          <p:cNvCxnSpPr>
            <a:cxnSpLocks/>
            <a:stCxn id="18" idx="0"/>
          </p:cNvCxnSpPr>
          <p:nvPr>
            <p:custDataLst>
              <p:tags r:id="rId14"/>
            </p:custDataLst>
          </p:nvPr>
        </p:nvCxnSpPr>
        <p:spPr>
          <a:xfrm flipH="1" flipV="1">
            <a:off x="9676660" y="4179094"/>
            <a:ext cx="342" cy="336849"/>
          </a:xfrm>
          <a:prstGeom prst="line">
            <a:avLst/>
          </a:prstGeom>
          <a:ln>
            <a:solidFill>
              <a:schemeClr val="tx1"/>
            </a:solidFill>
            <a:prstDash val="sysDot"/>
          </a:ln>
        </p:spPr>
        <p:style>
          <a:lnRef idx="2">
            <a:schemeClr val="accent1"/>
          </a:lnRef>
          <a:fillRef idx="0">
            <a:schemeClr val="accent1"/>
          </a:fillRef>
          <a:effectRef idx="1">
            <a:schemeClr val="accent1"/>
          </a:effectRef>
          <a:fontRef idx="minor">
            <a:schemeClr val="tx1"/>
          </a:fontRef>
        </p:style>
      </p:cxnSp>
      <p:cxnSp>
        <p:nvCxnSpPr>
          <p:cNvPr id="27" name="Straight Connector 26">
            <a:extLst>
              <a:ext uri="{FF2B5EF4-FFF2-40B4-BE49-F238E27FC236}">
                <a16:creationId xmlns:a16="http://schemas.microsoft.com/office/drawing/2014/main" id="{C05A952B-2FD6-5FAD-3C9A-E4467DD22912}"/>
              </a:ext>
            </a:extLst>
          </p:cNvPr>
          <p:cNvCxnSpPr>
            <a:cxnSpLocks/>
            <a:stCxn id="20" idx="0"/>
          </p:cNvCxnSpPr>
          <p:nvPr>
            <p:custDataLst>
              <p:tags r:id="rId15"/>
            </p:custDataLst>
          </p:nvPr>
        </p:nvCxnSpPr>
        <p:spPr>
          <a:xfrm flipV="1">
            <a:off x="10895752" y="4179094"/>
            <a:ext cx="0" cy="336849"/>
          </a:xfrm>
          <a:prstGeom prst="line">
            <a:avLst/>
          </a:prstGeom>
          <a:ln>
            <a:solidFill>
              <a:schemeClr val="tx1"/>
            </a:solidFill>
            <a:prstDash val="sysDot"/>
          </a:ln>
        </p:spPr>
        <p:style>
          <a:lnRef idx="2">
            <a:schemeClr val="accent1"/>
          </a:lnRef>
          <a:fillRef idx="0">
            <a:schemeClr val="accent1"/>
          </a:fillRef>
          <a:effectRef idx="1">
            <a:schemeClr val="accent1"/>
          </a:effectRef>
          <a:fontRef idx="minor">
            <a:schemeClr val="tx1"/>
          </a:fontRef>
        </p:style>
      </p:cxnSp>
    </p:spTree>
    <p:custDataLst>
      <p:tags r:id="rId1"/>
    </p:custDataLst>
    <p:extLst>
      <p:ext uri="{BB962C8B-B14F-4D97-AF65-F5344CB8AC3E}">
        <p14:creationId xmlns:p14="http://schemas.microsoft.com/office/powerpoint/2010/main" val="4275295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25D00A-C97B-2737-13F2-3DAF74AE21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5D2ED1B-55E3-6487-BD53-B3FDC45B760D}"/>
              </a:ext>
            </a:extLst>
          </p:cNvPr>
          <p:cNvSpPr>
            <a:spLocks noGrp="1"/>
          </p:cNvSpPr>
          <p:nvPr>
            <p:ph type="title"/>
            <p:custDataLst>
              <p:tags r:id="rId2"/>
            </p:custDataLst>
          </p:nvPr>
        </p:nvSpPr>
        <p:spPr/>
        <p:txBody>
          <a:bodyPr/>
          <a:lstStyle/>
          <a:p>
            <a:r>
              <a:rPr lang="en-US" noProof="0" dirty="0"/>
              <a:t>Motivation</a:t>
            </a:r>
          </a:p>
        </p:txBody>
      </p:sp>
      <p:sp>
        <p:nvSpPr>
          <p:cNvPr id="3" name="Content Placeholder 2">
            <a:extLst>
              <a:ext uri="{FF2B5EF4-FFF2-40B4-BE49-F238E27FC236}">
                <a16:creationId xmlns:a16="http://schemas.microsoft.com/office/drawing/2014/main" id="{43B1B8F4-47B3-8AEC-FEE0-BBA2C521EE8C}"/>
              </a:ext>
            </a:extLst>
          </p:cNvPr>
          <p:cNvSpPr>
            <a:spLocks noGrp="1"/>
          </p:cNvSpPr>
          <p:nvPr>
            <p:ph idx="1"/>
            <p:custDataLst>
              <p:tags r:id="rId3"/>
            </p:custDataLst>
          </p:nvPr>
        </p:nvSpPr>
        <p:spPr/>
        <p:txBody>
          <a:bodyPr>
            <a:noAutofit/>
          </a:bodyPr>
          <a:lstStyle/>
          <a:p>
            <a:r>
              <a:rPr lang="en-US" noProof="0" dirty="0"/>
              <a:t>Simplifying and streamlining algorithm design for scientific computing</a:t>
            </a:r>
          </a:p>
          <a:p>
            <a:r>
              <a:rPr lang="en-US" noProof="0" dirty="0"/>
              <a:t>Regular data structures in nested loops</a:t>
            </a:r>
          </a:p>
          <a:p>
            <a:r>
              <a:rPr lang="en-US" noProof="0" dirty="0"/>
              <a:t>Optimizing memory accesses</a:t>
            </a:r>
          </a:p>
          <a:p>
            <a:pPr marL="0" indent="0">
              <a:buNone/>
            </a:pPr>
            <a:endParaRPr lang="en-US" dirty="0"/>
          </a:p>
          <a:p>
            <a:pPr marL="0" indent="0">
              <a:buNone/>
            </a:pPr>
            <a:endParaRPr lang="en-US" dirty="0"/>
          </a:p>
          <a:p>
            <a:pPr marL="0" indent="0">
              <a:buNone/>
            </a:pPr>
            <a:endParaRPr lang="en-US" noProof="0" dirty="0"/>
          </a:p>
          <a:p>
            <a:r>
              <a:rPr lang="en-US" noProof="0" dirty="0"/>
              <a:t>Layout and traversal abstractions</a:t>
            </a:r>
          </a:p>
          <a:p>
            <a:r>
              <a:rPr lang="en-US" noProof="0" dirty="0"/>
              <a:t>Parallelization and distributed computing</a:t>
            </a:r>
          </a:p>
          <a:p>
            <a:r>
              <a:rPr lang="en-US" noProof="0" dirty="0"/>
              <a:t>Even broader optimizations in specific domains</a:t>
            </a:r>
          </a:p>
          <a:p>
            <a:pPr>
              <a:buSzPts val="100"/>
            </a:pPr>
            <a:r>
              <a:rPr lang="en-US" dirty="0">
                <a:solidFill>
                  <a:schemeClr val="tx1">
                    <a:alpha val="0"/>
                  </a:schemeClr>
                </a:solidFill>
              </a:rPr>
              <a:t>Using large language models (LLMs) in algorithm optimizations</a:t>
            </a:r>
            <a:endParaRPr lang="en-US" noProof="0" dirty="0">
              <a:solidFill>
                <a:schemeClr val="tx1">
                  <a:alpha val="0"/>
                </a:schemeClr>
              </a:solidFill>
            </a:endParaRPr>
          </a:p>
        </p:txBody>
      </p:sp>
      <p:sp>
        <p:nvSpPr>
          <p:cNvPr id="4" name="Date Placeholder 3">
            <a:extLst>
              <a:ext uri="{FF2B5EF4-FFF2-40B4-BE49-F238E27FC236}">
                <a16:creationId xmlns:a16="http://schemas.microsoft.com/office/drawing/2014/main" id="{7BE174B8-24C5-EFF8-68D7-B0BAFDA2C8B9}"/>
              </a:ext>
            </a:extLst>
          </p:cNvPr>
          <p:cNvSpPr>
            <a:spLocks noGrp="1"/>
          </p:cNvSpPr>
          <p:nvPr>
            <p:ph type="dt" sz="half" idx="10"/>
            <p:custDataLst>
              <p:tags r:id="rId4"/>
            </p:custDataLst>
          </p:nvPr>
        </p:nvSpPr>
        <p:spPr/>
        <p:txBody>
          <a:bodyPr/>
          <a:lstStyle/>
          <a:p>
            <a:r>
              <a:rPr lang="en-US" noProof="0"/>
              <a:t>9/5/2026</a:t>
            </a:r>
            <a:endParaRPr lang="en-US" noProof="0" dirty="0"/>
          </a:p>
        </p:txBody>
      </p:sp>
      <p:sp>
        <p:nvSpPr>
          <p:cNvPr id="5" name="Slide Number Placeholder 4">
            <a:extLst>
              <a:ext uri="{FF2B5EF4-FFF2-40B4-BE49-F238E27FC236}">
                <a16:creationId xmlns:a16="http://schemas.microsoft.com/office/drawing/2014/main" id="{FBE8A958-9CA9-B376-C939-4B09FEE669DD}"/>
              </a:ext>
            </a:extLst>
          </p:cNvPr>
          <p:cNvSpPr>
            <a:spLocks noGrp="1"/>
          </p:cNvSpPr>
          <p:nvPr>
            <p:ph type="sldNum" sz="quarter" idx="12"/>
            <p:custDataLst>
              <p:tags r:id="rId5"/>
            </p:custDataLst>
          </p:nvPr>
        </p:nvSpPr>
        <p:spPr/>
        <p:txBody>
          <a:bodyPr/>
          <a:lstStyle/>
          <a:p>
            <a:r>
              <a:rPr lang="en-US" noProof="0"/>
              <a:t>2</a:t>
            </a:r>
            <a:endParaRPr lang="en-US" noProof="0" dirty="0"/>
          </a:p>
        </p:txBody>
      </p:sp>
      <p:pic>
        <p:nvPicPr>
          <p:cNvPr id="8" name="Graphic 7">
            <a:extLst>
              <a:ext uri="{FF2B5EF4-FFF2-40B4-BE49-F238E27FC236}">
                <a16:creationId xmlns:a16="http://schemas.microsoft.com/office/drawing/2014/main" id="{277BD5EA-6D3A-F65A-6F3E-A1A5A3279D48}"/>
              </a:ext>
            </a:extLst>
          </p:cNvPr>
          <p:cNvPicPr>
            <a:picLocks noChangeAspect="1"/>
          </p:cNvPicPr>
          <p:nvPr>
            <p:custDataLst>
              <p:tags r:id="rId6"/>
            </p:custDataLst>
          </p:nvPr>
        </p:nvPicPr>
        <p:blipFill>
          <a:blip>
            <a:extLst>
              <a:ext uri="{96DAC541-7B7A-43D3-8B79-37D633B846F1}">
                <asvg:svgBlip xmlns:asvg="http://schemas.microsoft.com/office/drawing/2016/SVG/main" r:embed="rId18"/>
              </a:ext>
            </a:extLst>
          </a:blip>
          <a:stretch>
            <a:fillRect/>
          </a:stretch>
        </p:blipFill>
        <p:spPr>
          <a:xfrm>
            <a:off x="6096000" y="3536963"/>
            <a:ext cx="5419725" cy="928661"/>
          </a:xfrm>
          <a:prstGeom prst="rect">
            <a:avLst/>
          </a:prstGeom>
        </p:spPr>
      </p:pic>
      <p:cxnSp>
        <p:nvCxnSpPr>
          <p:cNvPr id="10" name="Straight Arrow Connector 9">
            <a:extLst>
              <a:ext uri="{FF2B5EF4-FFF2-40B4-BE49-F238E27FC236}">
                <a16:creationId xmlns:a16="http://schemas.microsoft.com/office/drawing/2014/main" id="{0E42E224-0C5A-B0F4-81EF-6673F3EF5499}"/>
              </a:ext>
            </a:extLst>
          </p:cNvPr>
          <p:cNvCxnSpPr/>
          <p:nvPr>
            <p:custDataLst>
              <p:tags r:id="rId7"/>
            </p:custDataLst>
          </p:nvPr>
        </p:nvCxnSpPr>
        <p:spPr>
          <a:xfrm>
            <a:off x="7353300" y="4001293"/>
            <a:ext cx="476250" cy="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mc:Choice xmlns:a14="http://schemas.microsoft.com/office/drawing/2010/main" Requires="a14">
          <p:sp>
            <p:nvSpPr>
              <p:cNvPr id="11" name="TextBox 10">
                <a:extLst>
                  <a:ext uri="{FF2B5EF4-FFF2-40B4-BE49-F238E27FC236}">
                    <a16:creationId xmlns:a16="http://schemas.microsoft.com/office/drawing/2014/main" id="{E68EEE45-000D-514C-C7F4-C04720B9D32D}"/>
                  </a:ext>
                </a:extLst>
              </p:cNvPr>
              <p:cNvSpPr txBox="1"/>
              <p:nvPr>
                <p:custDataLst>
                  <p:tags r:id="rId8"/>
                </p:custDataLst>
              </p:nvPr>
            </p:nvSpPr>
            <p:spPr>
              <a:xfrm>
                <a:off x="5585476" y="3770460"/>
                <a:ext cx="510524" cy="461665"/>
              </a:xfrm>
              <a:prstGeom prst="rect">
                <a:avLst/>
              </a:prstGeom>
              <a:noFill/>
            </p:spPr>
            <p:txBody>
              <a:bodyPr wrap="none" rtlCol="0">
                <a:spAutoFit/>
              </a:bodyPr>
              <a:lstStyle/>
              <a:p>
                <a:pPr/>
                <a14:m>
                  <m:oMathPara xmlns:m="http://schemas.openxmlformats.org/officeDocument/2006/math">
                    <m:oMath>
                      <m:r>
                        <a:rPr lang="en-US" sz="2400" i="1" noProof="0" smtClean="0">
                          <a:latin typeface="Cambria Math" panose="02040503050406030204" pitchFamily="18" charset="0"/>
                        </a:rPr>
                        <m:t>𝑚</m:t>
                      </m:r>
                    </m:oMath>
                  </m:oMathPara>
                </a14:m>
                <a:endParaRPr lang="en-US" sz="2400" noProof="0" dirty="0"/>
              </a:p>
            </p:txBody>
          </p:sp>
        </mc:Choice>
        <mc:Fallback>
          <p:sp>
            <p:nvSpPr>
              <p:cNvPr id="11" name="TextBox 10">
                <a:extLst>
                  <a:ext uri="{FF2B5EF4-FFF2-40B4-BE49-F238E27FC236}">
                    <a16:creationId xmlns:a16="http://schemas.microsoft.com/office/drawing/2014/main" id="{E68EEE45-000D-514C-C7F4-C04720B9D32D}"/>
                  </a:ext>
                </a:extLst>
              </p:cNvPr>
              <p:cNvSpPr txBox="1">
                <a:spLocks noRot="1" noChangeAspect="1" noMove="1" noResize="1" noEditPoints="1" noAdjustHandles="1" noChangeArrowheads="1" noChangeShapeType="1" noTextEdit="1"/>
              </p:cNvSpPr>
              <p:nvPr>
                <p:custDataLst>
                  <p:tags r:id="rId8"/>
                </p:custDataLst>
              </p:nvPr>
            </p:nvSpPr>
            <p:spPr>
              <a:xfrm>
                <a:off x="5585476" y="3770460"/>
                <a:ext cx="510524" cy="461665"/>
              </a:xfrm>
              <a:prstGeom prst="rect">
                <a:avLst/>
              </a:prstGeom>
              <a:blipFill>
                <a:blip r:embed="rId19"/>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2" name="TextBox 11">
                <a:extLst>
                  <a:ext uri="{FF2B5EF4-FFF2-40B4-BE49-F238E27FC236}">
                    <a16:creationId xmlns:a16="http://schemas.microsoft.com/office/drawing/2014/main" id="{9A685246-FE87-656A-5DCF-C1D4453F0DB4}"/>
                  </a:ext>
                </a:extLst>
              </p:cNvPr>
              <p:cNvSpPr txBox="1"/>
              <p:nvPr>
                <p:custDataLst>
                  <p:tags r:id="rId9"/>
                </p:custDataLst>
              </p:nvPr>
            </p:nvSpPr>
            <p:spPr>
              <a:xfrm>
                <a:off x="6467780" y="4384464"/>
                <a:ext cx="428771" cy="461665"/>
              </a:xfrm>
              <a:prstGeom prst="rect">
                <a:avLst/>
              </a:prstGeom>
              <a:noFill/>
            </p:spPr>
            <p:txBody>
              <a:bodyPr wrap="none" rtlCol="0">
                <a:spAutoFit/>
              </a:bodyPr>
              <a:lstStyle/>
              <a:p>
                <a:pPr/>
                <a14:m>
                  <m:oMathPara xmlns:m="http://schemas.openxmlformats.org/officeDocument/2006/math">
                    <m:oMath>
                      <m:r>
                        <a:rPr lang="en-US" sz="2400" b="0" i="1" noProof="0" smtClean="0">
                          <a:latin typeface="Cambria Math" panose="02040503050406030204" pitchFamily="18" charset="0"/>
                        </a:rPr>
                        <m:t>𝑛</m:t>
                      </m:r>
                    </m:oMath>
                  </m:oMathPara>
                </a14:m>
                <a:endParaRPr lang="en-US" sz="2400" noProof="0" dirty="0"/>
              </a:p>
            </p:txBody>
          </p:sp>
        </mc:Choice>
        <mc:Fallback>
          <p:sp>
            <p:nvSpPr>
              <p:cNvPr id="12" name="TextBox 11">
                <a:extLst>
                  <a:ext uri="{FF2B5EF4-FFF2-40B4-BE49-F238E27FC236}">
                    <a16:creationId xmlns:a16="http://schemas.microsoft.com/office/drawing/2014/main" id="{9A685246-FE87-656A-5DCF-C1D4453F0DB4}"/>
                  </a:ext>
                </a:extLst>
              </p:cNvPr>
              <p:cNvSpPr txBox="1">
                <a:spLocks noRot="1" noChangeAspect="1" noMove="1" noResize="1" noEditPoints="1" noAdjustHandles="1" noChangeArrowheads="1" noChangeShapeType="1" noTextEdit="1"/>
              </p:cNvSpPr>
              <p:nvPr>
                <p:custDataLst>
                  <p:tags r:id="rId9"/>
                </p:custDataLst>
              </p:nvPr>
            </p:nvSpPr>
            <p:spPr>
              <a:xfrm>
                <a:off x="6467780" y="4384464"/>
                <a:ext cx="428771" cy="461665"/>
              </a:xfrm>
              <a:prstGeom prst="rect">
                <a:avLst/>
              </a:prstGeom>
              <a:blipFill>
                <a:blip r:embed="rId20"/>
                <a:stretch>
                  <a:fillRect/>
                </a:stretch>
              </a:blipFill>
            </p:spPr>
            <p:txBody>
              <a:bodyPr/>
              <a:lstStyle/>
              <a:p>
                <a:r>
                  <a:rPr lang="en-US">
                    <a:noFill/>
                  </a:rPr>
                  <a:t> </a:t>
                </a:r>
              </a:p>
            </p:txBody>
          </p:sp>
        </mc:Fallback>
      </mc:AlternateContent>
      <p:pic>
        <p:nvPicPr>
          <p:cNvPr id="16" name="Graphic 15" descr="Server with solid fill">
            <a:extLst>
              <a:ext uri="{FF2B5EF4-FFF2-40B4-BE49-F238E27FC236}">
                <a16:creationId xmlns:a16="http://schemas.microsoft.com/office/drawing/2014/main" id="{70A4A7DF-6CEC-EF25-F07E-0D77E10AA146}"/>
              </a:ext>
            </a:extLst>
          </p:cNvPr>
          <p:cNvPicPr>
            <a:picLocks noChangeAspect="1"/>
          </p:cNvPicPr>
          <p:nvPr>
            <p:custDataLst>
              <p:tags r:id="rId10"/>
            </p:custDataLst>
          </p:nvPr>
        </p:nvPicPr>
        <p:blipFill>
          <a:blip>
            <a:extLst>
              <a:ext uri="{96DAC541-7B7A-43D3-8B79-37D633B846F1}">
                <asvg:svgBlip xmlns:asvg="http://schemas.microsoft.com/office/drawing/2016/SVG/main" r:embed="rId21"/>
              </a:ext>
            </a:extLst>
          </a:blip>
          <a:stretch>
            <a:fillRect/>
          </a:stretch>
        </p:blipFill>
        <p:spPr>
          <a:xfrm>
            <a:off x="8105830" y="4515945"/>
            <a:ext cx="709613" cy="709613"/>
          </a:xfrm>
          <a:prstGeom prst="rect">
            <a:avLst/>
          </a:prstGeom>
        </p:spPr>
      </p:pic>
      <p:pic>
        <p:nvPicPr>
          <p:cNvPr id="18" name="Graphic 17" descr="Server with solid fill">
            <a:extLst>
              <a:ext uri="{FF2B5EF4-FFF2-40B4-BE49-F238E27FC236}">
                <a16:creationId xmlns:a16="http://schemas.microsoft.com/office/drawing/2014/main" id="{6BE207B2-3DC6-3ED3-EE64-BBABDFF10900}"/>
              </a:ext>
            </a:extLst>
          </p:cNvPr>
          <p:cNvPicPr>
            <a:picLocks noChangeAspect="1"/>
          </p:cNvPicPr>
          <p:nvPr>
            <p:custDataLst>
              <p:tags r:id="rId11"/>
            </p:custDataLst>
          </p:nvPr>
        </p:nvPicPr>
        <p:blipFill>
          <a:blip>
            <a:extLst>
              <a:ext uri="{96DAC541-7B7A-43D3-8B79-37D633B846F1}">
                <asvg:svgBlip xmlns:asvg="http://schemas.microsoft.com/office/drawing/2016/SVG/main" r:embed="rId22"/>
              </a:ext>
            </a:extLst>
          </a:blip>
          <a:stretch>
            <a:fillRect/>
          </a:stretch>
        </p:blipFill>
        <p:spPr>
          <a:xfrm>
            <a:off x="9322195" y="4515943"/>
            <a:ext cx="709613" cy="709613"/>
          </a:xfrm>
          <a:prstGeom prst="rect">
            <a:avLst/>
          </a:prstGeom>
        </p:spPr>
      </p:pic>
      <p:pic>
        <p:nvPicPr>
          <p:cNvPr id="20" name="Graphic 19" descr="Server with solid fill">
            <a:extLst>
              <a:ext uri="{FF2B5EF4-FFF2-40B4-BE49-F238E27FC236}">
                <a16:creationId xmlns:a16="http://schemas.microsoft.com/office/drawing/2014/main" id="{C933DE63-5EBE-9A62-40BA-EEFF92F0834E}"/>
              </a:ext>
            </a:extLst>
          </p:cNvPr>
          <p:cNvPicPr>
            <a:picLocks noChangeAspect="1"/>
          </p:cNvPicPr>
          <p:nvPr>
            <p:custDataLst>
              <p:tags r:id="rId12"/>
            </p:custDataLst>
          </p:nvPr>
        </p:nvPicPr>
        <p:blipFill>
          <a:blip>
            <a:extLst>
              <a:ext uri="{96DAC541-7B7A-43D3-8B79-37D633B846F1}">
                <asvg:svgBlip xmlns:asvg="http://schemas.microsoft.com/office/drawing/2016/SVG/main" r:embed="rId23"/>
              </a:ext>
            </a:extLst>
          </a:blip>
          <a:stretch>
            <a:fillRect/>
          </a:stretch>
        </p:blipFill>
        <p:spPr>
          <a:xfrm>
            <a:off x="10540945" y="4515943"/>
            <a:ext cx="709613" cy="709613"/>
          </a:xfrm>
          <a:prstGeom prst="rect">
            <a:avLst/>
          </a:prstGeom>
        </p:spPr>
      </p:pic>
      <p:cxnSp>
        <p:nvCxnSpPr>
          <p:cNvPr id="22" name="Straight Connector 21">
            <a:extLst>
              <a:ext uri="{FF2B5EF4-FFF2-40B4-BE49-F238E27FC236}">
                <a16:creationId xmlns:a16="http://schemas.microsoft.com/office/drawing/2014/main" id="{9BE94B6A-4C46-F85A-C164-FC65E560F801}"/>
              </a:ext>
            </a:extLst>
          </p:cNvPr>
          <p:cNvCxnSpPr>
            <a:cxnSpLocks/>
            <a:stCxn id="16" idx="0"/>
          </p:cNvCxnSpPr>
          <p:nvPr>
            <p:custDataLst>
              <p:tags r:id="rId13"/>
            </p:custDataLst>
          </p:nvPr>
        </p:nvCxnSpPr>
        <p:spPr>
          <a:xfrm flipV="1">
            <a:off x="8460637" y="4179094"/>
            <a:ext cx="0" cy="336851"/>
          </a:xfrm>
          <a:prstGeom prst="line">
            <a:avLst/>
          </a:prstGeom>
          <a:ln>
            <a:solidFill>
              <a:schemeClr val="tx1"/>
            </a:solidFill>
            <a:prstDash val="sysDot"/>
          </a:ln>
        </p:spPr>
        <p:style>
          <a:lnRef idx="2">
            <a:schemeClr val="accent1"/>
          </a:lnRef>
          <a:fillRef idx="0">
            <a:schemeClr val="accent1"/>
          </a:fillRef>
          <a:effectRef idx="1">
            <a:schemeClr val="accent1"/>
          </a:effectRef>
          <a:fontRef idx="minor">
            <a:schemeClr val="tx1"/>
          </a:fontRef>
        </p:style>
      </p:cxnSp>
      <p:cxnSp>
        <p:nvCxnSpPr>
          <p:cNvPr id="24" name="Straight Connector 23">
            <a:extLst>
              <a:ext uri="{FF2B5EF4-FFF2-40B4-BE49-F238E27FC236}">
                <a16:creationId xmlns:a16="http://schemas.microsoft.com/office/drawing/2014/main" id="{F0415E36-2B0B-0A93-55E0-FDF778657DB6}"/>
              </a:ext>
            </a:extLst>
          </p:cNvPr>
          <p:cNvCxnSpPr>
            <a:cxnSpLocks/>
            <a:stCxn id="18" idx="0"/>
          </p:cNvCxnSpPr>
          <p:nvPr>
            <p:custDataLst>
              <p:tags r:id="rId14"/>
            </p:custDataLst>
          </p:nvPr>
        </p:nvCxnSpPr>
        <p:spPr>
          <a:xfrm flipH="1" flipV="1">
            <a:off x="9676660" y="4179094"/>
            <a:ext cx="342" cy="336849"/>
          </a:xfrm>
          <a:prstGeom prst="line">
            <a:avLst/>
          </a:prstGeom>
          <a:ln>
            <a:solidFill>
              <a:schemeClr val="tx1"/>
            </a:solidFill>
            <a:prstDash val="sysDot"/>
          </a:ln>
        </p:spPr>
        <p:style>
          <a:lnRef idx="2">
            <a:schemeClr val="accent1"/>
          </a:lnRef>
          <a:fillRef idx="0">
            <a:schemeClr val="accent1"/>
          </a:fillRef>
          <a:effectRef idx="1">
            <a:schemeClr val="accent1"/>
          </a:effectRef>
          <a:fontRef idx="minor">
            <a:schemeClr val="tx1"/>
          </a:fontRef>
        </p:style>
      </p:cxnSp>
      <p:cxnSp>
        <p:nvCxnSpPr>
          <p:cNvPr id="27" name="Straight Connector 26">
            <a:extLst>
              <a:ext uri="{FF2B5EF4-FFF2-40B4-BE49-F238E27FC236}">
                <a16:creationId xmlns:a16="http://schemas.microsoft.com/office/drawing/2014/main" id="{C05A952B-2FD6-5FAD-3C9A-E4467DD22912}"/>
              </a:ext>
            </a:extLst>
          </p:cNvPr>
          <p:cNvCxnSpPr>
            <a:cxnSpLocks/>
            <a:stCxn id="20" idx="0"/>
          </p:cNvCxnSpPr>
          <p:nvPr>
            <p:custDataLst>
              <p:tags r:id="rId15"/>
            </p:custDataLst>
          </p:nvPr>
        </p:nvCxnSpPr>
        <p:spPr>
          <a:xfrm flipV="1">
            <a:off x="10895752" y="4179094"/>
            <a:ext cx="0" cy="336849"/>
          </a:xfrm>
          <a:prstGeom prst="line">
            <a:avLst/>
          </a:prstGeom>
          <a:ln>
            <a:solidFill>
              <a:schemeClr val="tx1"/>
            </a:solidFill>
            <a:prstDash val="sysDot"/>
          </a:ln>
        </p:spPr>
        <p:style>
          <a:lnRef idx="2">
            <a:schemeClr val="accent1"/>
          </a:lnRef>
          <a:fillRef idx="0">
            <a:schemeClr val="accent1"/>
          </a:fillRef>
          <a:effectRef idx="1">
            <a:schemeClr val="accent1"/>
          </a:effectRef>
          <a:fontRef idx="minor">
            <a:schemeClr val="tx1"/>
          </a:fontRef>
        </p:style>
      </p:cxnSp>
    </p:spTree>
    <p:custDataLst>
      <p:tags r:id="rId1"/>
    </p:custDataLst>
    <p:extLst>
      <p:ext uri="{BB962C8B-B14F-4D97-AF65-F5344CB8AC3E}">
        <p14:creationId xmlns:p14="http://schemas.microsoft.com/office/powerpoint/2010/main" val="15063487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25D00A-C97B-2737-13F2-3DAF74AE21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5D2ED1B-55E3-6487-BD53-B3FDC45B760D}"/>
              </a:ext>
            </a:extLst>
          </p:cNvPr>
          <p:cNvSpPr>
            <a:spLocks noGrp="1"/>
          </p:cNvSpPr>
          <p:nvPr>
            <p:ph type="title"/>
            <p:custDataLst>
              <p:tags r:id="rId2"/>
            </p:custDataLst>
          </p:nvPr>
        </p:nvSpPr>
        <p:spPr/>
        <p:txBody>
          <a:bodyPr/>
          <a:lstStyle/>
          <a:p>
            <a:r>
              <a:rPr lang="en-US" noProof="0" dirty="0"/>
              <a:t>Motivation</a:t>
            </a:r>
          </a:p>
        </p:txBody>
      </p:sp>
      <p:sp>
        <p:nvSpPr>
          <p:cNvPr id="3" name="Content Placeholder 2">
            <a:extLst>
              <a:ext uri="{FF2B5EF4-FFF2-40B4-BE49-F238E27FC236}">
                <a16:creationId xmlns:a16="http://schemas.microsoft.com/office/drawing/2014/main" id="{43B1B8F4-47B3-8AEC-FEE0-BBA2C521EE8C}"/>
              </a:ext>
            </a:extLst>
          </p:cNvPr>
          <p:cNvSpPr>
            <a:spLocks noGrp="1"/>
          </p:cNvSpPr>
          <p:nvPr>
            <p:ph idx="1"/>
            <p:custDataLst>
              <p:tags r:id="rId3"/>
            </p:custDataLst>
          </p:nvPr>
        </p:nvSpPr>
        <p:spPr/>
        <p:txBody>
          <a:bodyPr>
            <a:noAutofit/>
          </a:bodyPr>
          <a:lstStyle/>
          <a:p>
            <a:r>
              <a:rPr lang="en-US" noProof="0" dirty="0"/>
              <a:t>Simplifying and streamlining algorithm design for scientific computing</a:t>
            </a:r>
          </a:p>
          <a:p>
            <a:r>
              <a:rPr lang="en-US" noProof="0" dirty="0"/>
              <a:t>Regular data structures in nested loops</a:t>
            </a:r>
          </a:p>
          <a:p>
            <a:r>
              <a:rPr lang="en-US" noProof="0" dirty="0"/>
              <a:t>Optimizing memory accesses</a:t>
            </a:r>
          </a:p>
          <a:p>
            <a:pPr marL="0" indent="0">
              <a:buNone/>
            </a:pPr>
            <a:endParaRPr lang="en-US" dirty="0"/>
          </a:p>
          <a:p>
            <a:pPr marL="0" indent="0">
              <a:buNone/>
            </a:pPr>
            <a:endParaRPr lang="en-US" dirty="0"/>
          </a:p>
          <a:p>
            <a:pPr marL="0" indent="0">
              <a:buNone/>
            </a:pPr>
            <a:endParaRPr lang="en-US" noProof="0" dirty="0"/>
          </a:p>
          <a:p>
            <a:r>
              <a:rPr lang="en-US" noProof="0" dirty="0"/>
              <a:t>Layout and traversal abstractions</a:t>
            </a:r>
          </a:p>
          <a:p>
            <a:r>
              <a:rPr lang="en-US" noProof="0" dirty="0"/>
              <a:t>Parallelization and distributed computing</a:t>
            </a:r>
          </a:p>
          <a:p>
            <a:r>
              <a:rPr lang="en-US" noProof="0" dirty="0"/>
              <a:t>Even broader optimizations in specific domains</a:t>
            </a:r>
          </a:p>
          <a:p>
            <a:r>
              <a:rPr lang="en-US" dirty="0"/>
              <a:t>Using large language models (LLMs) in algorithm optimizations</a:t>
            </a:r>
            <a:endParaRPr lang="en-US" noProof="0" dirty="0"/>
          </a:p>
        </p:txBody>
      </p:sp>
      <p:sp>
        <p:nvSpPr>
          <p:cNvPr id="4" name="Date Placeholder 3">
            <a:extLst>
              <a:ext uri="{FF2B5EF4-FFF2-40B4-BE49-F238E27FC236}">
                <a16:creationId xmlns:a16="http://schemas.microsoft.com/office/drawing/2014/main" id="{7BE174B8-24C5-EFF8-68D7-B0BAFDA2C8B9}"/>
              </a:ext>
            </a:extLst>
          </p:cNvPr>
          <p:cNvSpPr>
            <a:spLocks noGrp="1"/>
          </p:cNvSpPr>
          <p:nvPr>
            <p:ph type="dt" sz="half" idx="10"/>
            <p:custDataLst>
              <p:tags r:id="rId4"/>
            </p:custDataLst>
          </p:nvPr>
        </p:nvSpPr>
        <p:spPr/>
        <p:txBody>
          <a:bodyPr/>
          <a:lstStyle/>
          <a:p>
            <a:r>
              <a:rPr lang="en-US" noProof="0"/>
              <a:t>9/5/2026</a:t>
            </a:r>
            <a:endParaRPr lang="en-US" noProof="0" dirty="0"/>
          </a:p>
        </p:txBody>
      </p:sp>
      <p:sp>
        <p:nvSpPr>
          <p:cNvPr id="5" name="Slide Number Placeholder 4">
            <a:extLst>
              <a:ext uri="{FF2B5EF4-FFF2-40B4-BE49-F238E27FC236}">
                <a16:creationId xmlns:a16="http://schemas.microsoft.com/office/drawing/2014/main" id="{FBE8A958-9CA9-B376-C939-4B09FEE669DD}"/>
              </a:ext>
            </a:extLst>
          </p:cNvPr>
          <p:cNvSpPr>
            <a:spLocks noGrp="1"/>
          </p:cNvSpPr>
          <p:nvPr>
            <p:ph type="sldNum" sz="quarter" idx="12"/>
            <p:custDataLst>
              <p:tags r:id="rId5"/>
            </p:custDataLst>
          </p:nvPr>
        </p:nvSpPr>
        <p:spPr/>
        <p:txBody>
          <a:bodyPr/>
          <a:lstStyle/>
          <a:p>
            <a:r>
              <a:rPr lang="en-US" noProof="0"/>
              <a:t>2</a:t>
            </a:r>
            <a:endParaRPr lang="en-US" noProof="0" dirty="0"/>
          </a:p>
        </p:txBody>
      </p:sp>
      <p:pic>
        <p:nvPicPr>
          <p:cNvPr id="6" name="Picture 5">
            <a:extLst>
              <a:ext uri="{FF2B5EF4-FFF2-40B4-BE49-F238E27FC236}">
                <a16:creationId xmlns:a16="http://schemas.microsoft.com/office/drawing/2014/main" id="{AF27B56C-87EE-EA2A-36EA-6FC1F10704CE}"/>
              </a:ext>
            </a:extLst>
          </p:cNvPr>
          <p:cNvPicPr>
            <a:picLocks noChangeAspect="1"/>
          </p:cNvPicPr>
          <p:nvPr>
            <p:custDataLst>
              <p:tags r:id="rId6"/>
            </p:custDataLst>
          </p:nvPr>
        </p:nvPicPr>
        <p:blipFill>
          <a:blip r:embed="rId19"/>
          <a:srcRect l="12577" t="17864" r="12520" b="16352"/>
          <a:stretch>
            <a:fillRect/>
          </a:stretch>
        </p:blipFill>
        <p:spPr>
          <a:xfrm>
            <a:off x="10520082" y="5816113"/>
            <a:ext cx="663457" cy="582673"/>
          </a:xfrm>
          <a:prstGeom prst="rect">
            <a:avLst/>
          </a:prstGeom>
        </p:spPr>
      </p:pic>
      <p:pic>
        <p:nvPicPr>
          <p:cNvPr id="8" name="Graphic 7">
            <a:extLst>
              <a:ext uri="{FF2B5EF4-FFF2-40B4-BE49-F238E27FC236}">
                <a16:creationId xmlns:a16="http://schemas.microsoft.com/office/drawing/2014/main" id="{277BD5EA-6D3A-F65A-6F3E-A1A5A3279D48}"/>
              </a:ext>
            </a:extLst>
          </p:cNvPr>
          <p:cNvPicPr>
            <a:picLocks noChangeAspect="1"/>
          </p:cNvPicPr>
          <p:nvPr>
            <p:custDataLst>
              <p:tags r:id="rId7"/>
            </p:custDataLst>
          </p:nvPr>
        </p:nvPicPr>
        <p:blipFill>
          <a:blip>
            <a:extLst>
              <a:ext uri="{96DAC541-7B7A-43D3-8B79-37D633B846F1}">
                <asvg:svgBlip xmlns:asvg="http://schemas.microsoft.com/office/drawing/2016/SVG/main" r:embed="rId20"/>
              </a:ext>
            </a:extLst>
          </a:blip>
          <a:stretch>
            <a:fillRect/>
          </a:stretch>
        </p:blipFill>
        <p:spPr>
          <a:xfrm>
            <a:off x="6096000" y="3536963"/>
            <a:ext cx="5419725" cy="928661"/>
          </a:xfrm>
          <a:prstGeom prst="rect">
            <a:avLst/>
          </a:prstGeom>
        </p:spPr>
      </p:pic>
      <p:cxnSp>
        <p:nvCxnSpPr>
          <p:cNvPr id="10" name="Straight Arrow Connector 9">
            <a:extLst>
              <a:ext uri="{FF2B5EF4-FFF2-40B4-BE49-F238E27FC236}">
                <a16:creationId xmlns:a16="http://schemas.microsoft.com/office/drawing/2014/main" id="{0E42E224-0C5A-B0F4-81EF-6673F3EF5499}"/>
              </a:ext>
            </a:extLst>
          </p:cNvPr>
          <p:cNvCxnSpPr/>
          <p:nvPr>
            <p:custDataLst>
              <p:tags r:id="rId8"/>
            </p:custDataLst>
          </p:nvPr>
        </p:nvCxnSpPr>
        <p:spPr>
          <a:xfrm>
            <a:off x="7353300" y="4001293"/>
            <a:ext cx="476250" cy="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mc:Choice xmlns:a14="http://schemas.microsoft.com/office/drawing/2010/main" Requires="a14">
          <p:sp>
            <p:nvSpPr>
              <p:cNvPr id="11" name="TextBox 10">
                <a:extLst>
                  <a:ext uri="{FF2B5EF4-FFF2-40B4-BE49-F238E27FC236}">
                    <a16:creationId xmlns:a16="http://schemas.microsoft.com/office/drawing/2014/main" id="{E68EEE45-000D-514C-C7F4-C04720B9D32D}"/>
                  </a:ext>
                </a:extLst>
              </p:cNvPr>
              <p:cNvSpPr txBox="1"/>
              <p:nvPr>
                <p:custDataLst>
                  <p:tags r:id="rId9"/>
                </p:custDataLst>
              </p:nvPr>
            </p:nvSpPr>
            <p:spPr>
              <a:xfrm>
                <a:off x="5585476" y="3770460"/>
                <a:ext cx="510524" cy="461665"/>
              </a:xfrm>
              <a:prstGeom prst="rect">
                <a:avLst/>
              </a:prstGeom>
              <a:noFill/>
            </p:spPr>
            <p:txBody>
              <a:bodyPr wrap="none" rtlCol="0">
                <a:spAutoFit/>
              </a:bodyPr>
              <a:lstStyle/>
              <a:p>
                <a:pPr/>
                <a14:m>
                  <m:oMathPara xmlns:m="http://schemas.openxmlformats.org/officeDocument/2006/math">
                    <m:oMath>
                      <m:r>
                        <a:rPr lang="en-US" sz="2400" i="1" noProof="0" smtClean="0">
                          <a:latin typeface="Cambria Math" panose="02040503050406030204" pitchFamily="18" charset="0"/>
                        </a:rPr>
                        <m:t>𝑚</m:t>
                      </m:r>
                    </m:oMath>
                  </m:oMathPara>
                </a14:m>
                <a:endParaRPr lang="en-US" sz="2400" noProof="0" dirty="0"/>
              </a:p>
            </p:txBody>
          </p:sp>
        </mc:Choice>
        <mc:Fallback>
          <p:sp>
            <p:nvSpPr>
              <p:cNvPr id="11" name="TextBox 10">
                <a:extLst>
                  <a:ext uri="{FF2B5EF4-FFF2-40B4-BE49-F238E27FC236}">
                    <a16:creationId xmlns:a16="http://schemas.microsoft.com/office/drawing/2014/main" id="{E68EEE45-000D-514C-C7F4-C04720B9D32D}"/>
                  </a:ext>
                </a:extLst>
              </p:cNvPr>
              <p:cNvSpPr txBox="1">
                <a:spLocks noRot="1" noChangeAspect="1" noMove="1" noResize="1" noEditPoints="1" noAdjustHandles="1" noChangeArrowheads="1" noChangeShapeType="1" noTextEdit="1"/>
              </p:cNvSpPr>
              <p:nvPr>
                <p:custDataLst>
                  <p:tags r:id="rId9"/>
                </p:custDataLst>
              </p:nvPr>
            </p:nvSpPr>
            <p:spPr>
              <a:xfrm>
                <a:off x="5585476" y="3770460"/>
                <a:ext cx="510524" cy="461665"/>
              </a:xfrm>
              <a:prstGeom prst="rect">
                <a:avLst/>
              </a:prstGeom>
              <a:blipFill>
                <a:blip r:embed="rId21"/>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2" name="TextBox 11">
                <a:extLst>
                  <a:ext uri="{FF2B5EF4-FFF2-40B4-BE49-F238E27FC236}">
                    <a16:creationId xmlns:a16="http://schemas.microsoft.com/office/drawing/2014/main" id="{9A685246-FE87-656A-5DCF-C1D4453F0DB4}"/>
                  </a:ext>
                </a:extLst>
              </p:cNvPr>
              <p:cNvSpPr txBox="1"/>
              <p:nvPr>
                <p:custDataLst>
                  <p:tags r:id="rId10"/>
                </p:custDataLst>
              </p:nvPr>
            </p:nvSpPr>
            <p:spPr>
              <a:xfrm>
                <a:off x="6467780" y="4384464"/>
                <a:ext cx="428771" cy="461665"/>
              </a:xfrm>
              <a:prstGeom prst="rect">
                <a:avLst/>
              </a:prstGeom>
              <a:noFill/>
            </p:spPr>
            <p:txBody>
              <a:bodyPr wrap="none" rtlCol="0">
                <a:spAutoFit/>
              </a:bodyPr>
              <a:lstStyle/>
              <a:p>
                <a:pPr/>
                <a14:m>
                  <m:oMathPara xmlns:m="http://schemas.openxmlformats.org/officeDocument/2006/math">
                    <m:oMath>
                      <m:r>
                        <a:rPr lang="en-US" sz="2400" b="0" i="1" noProof="0" smtClean="0">
                          <a:latin typeface="Cambria Math" panose="02040503050406030204" pitchFamily="18" charset="0"/>
                        </a:rPr>
                        <m:t>𝑛</m:t>
                      </m:r>
                    </m:oMath>
                  </m:oMathPara>
                </a14:m>
                <a:endParaRPr lang="en-US" sz="2400" noProof="0" dirty="0"/>
              </a:p>
            </p:txBody>
          </p:sp>
        </mc:Choice>
        <mc:Fallback>
          <p:sp>
            <p:nvSpPr>
              <p:cNvPr id="12" name="TextBox 11">
                <a:extLst>
                  <a:ext uri="{FF2B5EF4-FFF2-40B4-BE49-F238E27FC236}">
                    <a16:creationId xmlns:a16="http://schemas.microsoft.com/office/drawing/2014/main" id="{9A685246-FE87-656A-5DCF-C1D4453F0DB4}"/>
                  </a:ext>
                </a:extLst>
              </p:cNvPr>
              <p:cNvSpPr txBox="1">
                <a:spLocks noRot="1" noChangeAspect="1" noMove="1" noResize="1" noEditPoints="1" noAdjustHandles="1" noChangeArrowheads="1" noChangeShapeType="1" noTextEdit="1"/>
              </p:cNvSpPr>
              <p:nvPr>
                <p:custDataLst>
                  <p:tags r:id="rId10"/>
                </p:custDataLst>
              </p:nvPr>
            </p:nvSpPr>
            <p:spPr>
              <a:xfrm>
                <a:off x="6467780" y="4384464"/>
                <a:ext cx="428771" cy="461665"/>
              </a:xfrm>
              <a:prstGeom prst="rect">
                <a:avLst/>
              </a:prstGeom>
              <a:blipFill>
                <a:blip r:embed="rId22"/>
                <a:stretch>
                  <a:fillRect/>
                </a:stretch>
              </a:blipFill>
            </p:spPr>
            <p:txBody>
              <a:bodyPr/>
              <a:lstStyle/>
              <a:p>
                <a:r>
                  <a:rPr lang="en-US">
                    <a:noFill/>
                  </a:rPr>
                  <a:t> </a:t>
                </a:r>
              </a:p>
            </p:txBody>
          </p:sp>
        </mc:Fallback>
      </mc:AlternateContent>
      <p:pic>
        <p:nvPicPr>
          <p:cNvPr id="16" name="Graphic 15" descr="Server with solid fill">
            <a:extLst>
              <a:ext uri="{FF2B5EF4-FFF2-40B4-BE49-F238E27FC236}">
                <a16:creationId xmlns:a16="http://schemas.microsoft.com/office/drawing/2014/main" id="{70A4A7DF-6CEC-EF25-F07E-0D77E10AA146}"/>
              </a:ext>
            </a:extLst>
          </p:cNvPr>
          <p:cNvPicPr>
            <a:picLocks noChangeAspect="1"/>
          </p:cNvPicPr>
          <p:nvPr>
            <p:custDataLst>
              <p:tags r:id="rId11"/>
            </p:custDataLst>
          </p:nvPr>
        </p:nvPicPr>
        <p:blipFill>
          <a:blip>
            <a:extLst>
              <a:ext uri="{96DAC541-7B7A-43D3-8B79-37D633B846F1}">
                <asvg:svgBlip xmlns:asvg="http://schemas.microsoft.com/office/drawing/2016/SVG/main" r:embed="rId23"/>
              </a:ext>
            </a:extLst>
          </a:blip>
          <a:stretch>
            <a:fillRect/>
          </a:stretch>
        </p:blipFill>
        <p:spPr>
          <a:xfrm>
            <a:off x="8105830" y="4515945"/>
            <a:ext cx="709613" cy="709613"/>
          </a:xfrm>
          <a:prstGeom prst="rect">
            <a:avLst/>
          </a:prstGeom>
        </p:spPr>
      </p:pic>
      <p:pic>
        <p:nvPicPr>
          <p:cNvPr id="18" name="Graphic 17" descr="Server with solid fill">
            <a:extLst>
              <a:ext uri="{FF2B5EF4-FFF2-40B4-BE49-F238E27FC236}">
                <a16:creationId xmlns:a16="http://schemas.microsoft.com/office/drawing/2014/main" id="{6BE207B2-3DC6-3ED3-EE64-BBABDFF10900}"/>
              </a:ext>
            </a:extLst>
          </p:cNvPr>
          <p:cNvPicPr>
            <a:picLocks noChangeAspect="1"/>
          </p:cNvPicPr>
          <p:nvPr>
            <p:custDataLst>
              <p:tags r:id="rId12"/>
            </p:custDataLst>
          </p:nvPr>
        </p:nvPicPr>
        <p:blipFill>
          <a:blip>
            <a:extLst>
              <a:ext uri="{96DAC541-7B7A-43D3-8B79-37D633B846F1}">
                <asvg:svgBlip xmlns:asvg="http://schemas.microsoft.com/office/drawing/2016/SVG/main" r:embed="rId24"/>
              </a:ext>
            </a:extLst>
          </a:blip>
          <a:stretch>
            <a:fillRect/>
          </a:stretch>
        </p:blipFill>
        <p:spPr>
          <a:xfrm>
            <a:off x="9322195" y="4515943"/>
            <a:ext cx="709613" cy="709613"/>
          </a:xfrm>
          <a:prstGeom prst="rect">
            <a:avLst/>
          </a:prstGeom>
        </p:spPr>
      </p:pic>
      <p:pic>
        <p:nvPicPr>
          <p:cNvPr id="20" name="Graphic 19" descr="Server with solid fill">
            <a:extLst>
              <a:ext uri="{FF2B5EF4-FFF2-40B4-BE49-F238E27FC236}">
                <a16:creationId xmlns:a16="http://schemas.microsoft.com/office/drawing/2014/main" id="{C933DE63-5EBE-9A62-40BA-EEFF92F0834E}"/>
              </a:ext>
            </a:extLst>
          </p:cNvPr>
          <p:cNvPicPr>
            <a:picLocks noChangeAspect="1"/>
          </p:cNvPicPr>
          <p:nvPr>
            <p:custDataLst>
              <p:tags r:id="rId13"/>
            </p:custDataLst>
          </p:nvPr>
        </p:nvPicPr>
        <p:blipFill>
          <a:blip>
            <a:extLst>
              <a:ext uri="{96DAC541-7B7A-43D3-8B79-37D633B846F1}">
                <asvg:svgBlip xmlns:asvg="http://schemas.microsoft.com/office/drawing/2016/SVG/main" r:embed="rId25"/>
              </a:ext>
            </a:extLst>
          </a:blip>
          <a:stretch>
            <a:fillRect/>
          </a:stretch>
        </p:blipFill>
        <p:spPr>
          <a:xfrm>
            <a:off x="10540945" y="4515943"/>
            <a:ext cx="709613" cy="709613"/>
          </a:xfrm>
          <a:prstGeom prst="rect">
            <a:avLst/>
          </a:prstGeom>
        </p:spPr>
      </p:pic>
      <p:cxnSp>
        <p:nvCxnSpPr>
          <p:cNvPr id="22" name="Straight Connector 21">
            <a:extLst>
              <a:ext uri="{FF2B5EF4-FFF2-40B4-BE49-F238E27FC236}">
                <a16:creationId xmlns:a16="http://schemas.microsoft.com/office/drawing/2014/main" id="{9BE94B6A-4C46-F85A-C164-FC65E560F801}"/>
              </a:ext>
            </a:extLst>
          </p:cNvPr>
          <p:cNvCxnSpPr>
            <a:cxnSpLocks/>
            <a:stCxn id="16" idx="0"/>
          </p:cNvCxnSpPr>
          <p:nvPr>
            <p:custDataLst>
              <p:tags r:id="rId14"/>
            </p:custDataLst>
          </p:nvPr>
        </p:nvCxnSpPr>
        <p:spPr>
          <a:xfrm flipV="1">
            <a:off x="8460637" y="4179094"/>
            <a:ext cx="0" cy="336851"/>
          </a:xfrm>
          <a:prstGeom prst="line">
            <a:avLst/>
          </a:prstGeom>
          <a:ln>
            <a:solidFill>
              <a:schemeClr val="tx1"/>
            </a:solidFill>
            <a:prstDash val="sysDot"/>
          </a:ln>
        </p:spPr>
        <p:style>
          <a:lnRef idx="2">
            <a:schemeClr val="accent1"/>
          </a:lnRef>
          <a:fillRef idx="0">
            <a:schemeClr val="accent1"/>
          </a:fillRef>
          <a:effectRef idx="1">
            <a:schemeClr val="accent1"/>
          </a:effectRef>
          <a:fontRef idx="minor">
            <a:schemeClr val="tx1"/>
          </a:fontRef>
        </p:style>
      </p:cxnSp>
      <p:cxnSp>
        <p:nvCxnSpPr>
          <p:cNvPr id="24" name="Straight Connector 23">
            <a:extLst>
              <a:ext uri="{FF2B5EF4-FFF2-40B4-BE49-F238E27FC236}">
                <a16:creationId xmlns:a16="http://schemas.microsoft.com/office/drawing/2014/main" id="{F0415E36-2B0B-0A93-55E0-FDF778657DB6}"/>
              </a:ext>
            </a:extLst>
          </p:cNvPr>
          <p:cNvCxnSpPr>
            <a:cxnSpLocks/>
            <a:stCxn id="18" idx="0"/>
          </p:cNvCxnSpPr>
          <p:nvPr>
            <p:custDataLst>
              <p:tags r:id="rId15"/>
            </p:custDataLst>
          </p:nvPr>
        </p:nvCxnSpPr>
        <p:spPr>
          <a:xfrm flipH="1" flipV="1">
            <a:off x="9676660" y="4179094"/>
            <a:ext cx="342" cy="336849"/>
          </a:xfrm>
          <a:prstGeom prst="line">
            <a:avLst/>
          </a:prstGeom>
          <a:ln>
            <a:solidFill>
              <a:schemeClr val="tx1"/>
            </a:solidFill>
            <a:prstDash val="sysDot"/>
          </a:ln>
        </p:spPr>
        <p:style>
          <a:lnRef idx="2">
            <a:schemeClr val="accent1"/>
          </a:lnRef>
          <a:fillRef idx="0">
            <a:schemeClr val="accent1"/>
          </a:fillRef>
          <a:effectRef idx="1">
            <a:schemeClr val="accent1"/>
          </a:effectRef>
          <a:fontRef idx="minor">
            <a:schemeClr val="tx1"/>
          </a:fontRef>
        </p:style>
      </p:cxnSp>
      <p:cxnSp>
        <p:nvCxnSpPr>
          <p:cNvPr id="27" name="Straight Connector 26">
            <a:extLst>
              <a:ext uri="{FF2B5EF4-FFF2-40B4-BE49-F238E27FC236}">
                <a16:creationId xmlns:a16="http://schemas.microsoft.com/office/drawing/2014/main" id="{C05A952B-2FD6-5FAD-3C9A-E4467DD22912}"/>
              </a:ext>
            </a:extLst>
          </p:cNvPr>
          <p:cNvCxnSpPr>
            <a:cxnSpLocks/>
            <a:stCxn id="20" idx="0"/>
          </p:cNvCxnSpPr>
          <p:nvPr>
            <p:custDataLst>
              <p:tags r:id="rId16"/>
            </p:custDataLst>
          </p:nvPr>
        </p:nvCxnSpPr>
        <p:spPr>
          <a:xfrm flipV="1">
            <a:off x="10895752" y="4179094"/>
            <a:ext cx="0" cy="336849"/>
          </a:xfrm>
          <a:prstGeom prst="line">
            <a:avLst/>
          </a:prstGeom>
          <a:ln>
            <a:solidFill>
              <a:schemeClr val="tx1"/>
            </a:solidFill>
            <a:prstDash val="sysDot"/>
          </a:ln>
        </p:spPr>
        <p:style>
          <a:lnRef idx="2">
            <a:schemeClr val="accent1"/>
          </a:lnRef>
          <a:fillRef idx="0">
            <a:schemeClr val="accent1"/>
          </a:fillRef>
          <a:effectRef idx="1">
            <a:schemeClr val="accent1"/>
          </a:effectRef>
          <a:fontRef idx="minor">
            <a:schemeClr val="tx1"/>
          </a:fontRef>
        </p:style>
      </p:cxnSp>
    </p:spTree>
    <p:custDataLst>
      <p:tags r:id="rId1"/>
    </p:custDataLst>
    <p:extLst>
      <p:ext uri="{BB962C8B-B14F-4D97-AF65-F5344CB8AC3E}">
        <p14:creationId xmlns:p14="http://schemas.microsoft.com/office/powerpoint/2010/main" val="40909452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1F16B1-5468-83FD-64C7-68045C621054}"/>
              </a:ext>
            </a:extLst>
          </p:cNvPr>
          <p:cNvSpPr>
            <a:spLocks noGrp="1"/>
          </p:cNvSpPr>
          <p:nvPr>
            <p:ph type="title"/>
            <p:custDataLst>
              <p:tags r:id="rId2"/>
            </p:custDataLst>
          </p:nvPr>
        </p:nvSpPr>
        <p:spPr/>
        <p:txBody>
          <a:bodyPr/>
          <a:lstStyle/>
          <a:p>
            <a:r>
              <a:rPr lang="en-US" noProof="0" dirty="0"/>
              <a:t>Why layouts matter</a:t>
            </a:r>
          </a:p>
        </p:txBody>
      </p:sp>
      <mc:AlternateContent xmlns:mc="http://schemas.openxmlformats.org/markup-compatibility/2006">
        <mc:Choice xmlns:a14="http://schemas.microsoft.com/office/drawing/2010/main" Requires="a14">
          <p:sp>
            <p:nvSpPr>
              <p:cNvPr id="16" name="TextBox 15">
                <a:extLst>
                  <a:ext uri="{FF2B5EF4-FFF2-40B4-BE49-F238E27FC236}">
                    <a16:creationId xmlns:a16="http://schemas.microsoft.com/office/drawing/2014/main" id="{18584B60-09B2-9CFA-E5B6-2949310DA2AF}"/>
                  </a:ext>
                </a:extLst>
              </p:cNvPr>
              <p:cNvSpPr txBox="1"/>
              <p:nvPr>
                <p:custDataLst>
                  <p:tags r:id="rId3"/>
                </p:custDataLst>
              </p:nvPr>
            </p:nvSpPr>
            <p:spPr>
              <a:xfrm>
                <a:off x="3816318" y="1610496"/>
                <a:ext cx="3557256" cy="461665"/>
              </a:xfrm>
              <a:prstGeom prst="rect">
                <a:avLst/>
              </a:prstGeom>
              <a:noFill/>
            </p:spPr>
            <p:txBody>
              <a:bodyPr wrap="none" rtlCol="0" anchor="b">
                <a:spAutoFit/>
              </a:bodyPr>
              <a:lstStyle/>
              <a:p>
                <a:pPr algn="ctr"/>
                <a14:m>
                  <m:oMath xmlns:m="http://schemas.openxmlformats.org/officeDocument/2006/math">
                    <m:r>
                      <a:rPr lang="en-US" sz="2400" b="0" i="1" noProof="0" smtClean="0">
                        <a:latin typeface="Cambria Math" panose="02040503050406030204" pitchFamily="18" charset="0"/>
                      </a:rPr>
                      <m:t>𝑚</m:t>
                    </m:r>
                    <m:r>
                      <a:rPr lang="en-US" sz="2400" b="0" i="1" noProof="0" smtClean="0">
                        <a:latin typeface="Cambria Math" panose="02040503050406030204" pitchFamily="18" charset="0"/>
                      </a:rPr>
                      <m:t>×</m:t>
                    </m:r>
                    <m:r>
                      <a:rPr lang="en-US" sz="2400" b="0" i="1" noProof="0" smtClean="0">
                        <a:latin typeface="Cambria Math" panose="02040503050406030204" pitchFamily="18" charset="0"/>
                      </a:rPr>
                      <m:t>𝑛</m:t>
                    </m:r>
                  </m:oMath>
                </a14:m>
                <a:r>
                  <a:rPr lang="en-US" sz="2400" noProof="0" dirty="0"/>
                  <a:t> matrix initialization</a:t>
                </a:r>
                <a:endParaRPr lang="en-US" sz="2400" i="1" noProof="0" dirty="0"/>
              </a:p>
            </p:txBody>
          </p:sp>
        </mc:Choice>
        <mc:Fallback>
          <p:sp>
            <p:nvSpPr>
              <p:cNvPr id="16" name="TextBox 15">
                <a:extLst>
                  <a:ext uri="{FF2B5EF4-FFF2-40B4-BE49-F238E27FC236}">
                    <a16:creationId xmlns:a16="http://schemas.microsoft.com/office/drawing/2014/main" id="{18584B60-09B2-9CFA-E5B6-2949310DA2AF}"/>
                  </a:ext>
                </a:extLst>
              </p:cNvPr>
              <p:cNvSpPr txBox="1">
                <a:spLocks noRot="1" noChangeAspect="1" noMove="1" noResize="1" noEditPoints="1" noAdjustHandles="1" noChangeArrowheads="1" noChangeShapeType="1" noTextEdit="1"/>
              </p:cNvSpPr>
              <p:nvPr>
                <p:custDataLst>
                  <p:tags r:id="rId3"/>
                </p:custDataLst>
              </p:nvPr>
            </p:nvSpPr>
            <p:spPr>
              <a:xfrm>
                <a:off x="3816318" y="1610496"/>
                <a:ext cx="3557256" cy="461665"/>
              </a:xfrm>
              <a:prstGeom prst="rect">
                <a:avLst/>
              </a:prstGeom>
              <a:blipFill>
                <a:blip r:embed="rId11"/>
                <a:stretch>
                  <a:fillRect t="-9211" r="-2397" b="-30263"/>
                </a:stretch>
              </a:blipFill>
            </p:spPr>
            <p:txBody>
              <a:bodyPr/>
              <a:lstStyle/>
              <a:p>
                <a:r>
                  <a:rPr lang="en-US">
                    <a:noFill/>
                  </a:rPr>
                  <a:t> </a:t>
                </a:r>
              </a:p>
            </p:txBody>
          </p:sp>
        </mc:Fallback>
      </mc:AlternateContent>
      <p:sp>
        <p:nvSpPr>
          <p:cNvPr id="20" name="TextBox 19">
            <a:extLst>
              <a:ext uri="{FF2B5EF4-FFF2-40B4-BE49-F238E27FC236}">
                <a16:creationId xmlns:a16="http://schemas.microsoft.com/office/drawing/2014/main" id="{2272D78A-9733-44AD-5F40-F615D37E734A}"/>
              </a:ext>
            </a:extLst>
          </p:cNvPr>
          <p:cNvSpPr txBox="1"/>
          <p:nvPr>
            <p:custDataLst>
              <p:tags r:id="rId4"/>
            </p:custDataLst>
          </p:nvPr>
        </p:nvSpPr>
        <p:spPr>
          <a:xfrm>
            <a:off x="2285689" y="2047595"/>
            <a:ext cx="6618514" cy="1330685"/>
          </a:xfrm>
          <a:prstGeom prst="rect">
            <a:avLst/>
          </a:prstGeom>
          <a:noFill/>
          <a:ln>
            <a:solidFill>
              <a:schemeClr val="tx1"/>
            </a:solidFill>
          </a:ln>
        </p:spPr>
        <p:txBody>
          <a:bodyPr wrap="none">
            <a:spAutoFit/>
          </a:bodyPr>
          <a:lstStyle/>
          <a:p>
            <a:pPr>
              <a:lnSpc>
                <a:spcPct val="113095"/>
              </a:lnSpc>
              <a:buNone/>
            </a:pPr>
            <a:r>
              <a:rPr lang="en-US" sz="2400" noProof="0" dirty="0">
                <a:solidFill>
                  <a:srgbClr val="AF00DB"/>
                </a:solidFill>
                <a:latin typeface="Fira Code" panose="020B0809050000020004" pitchFamily="49" charset="0"/>
              </a:rPr>
              <a:t>for</a:t>
            </a:r>
            <a:r>
              <a:rPr lang="en-US" sz="2400" noProof="0" dirty="0">
                <a:solidFill>
                  <a:srgbClr val="000000"/>
                </a:solidFill>
                <a:latin typeface="Fira Code" panose="020B0809050000020004" pitchFamily="49" charset="0"/>
              </a:rPr>
              <a:t> (</a:t>
            </a:r>
            <a:r>
              <a:rPr lang="en-US" sz="2400" noProof="0" dirty="0">
                <a:solidFill>
                  <a:srgbClr val="0000FF"/>
                </a:solidFill>
                <a:latin typeface="Fira Code" panose="020B0809050000020004" pitchFamily="49" charset="0"/>
              </a:rPr>
              <a:t>int</a:t>
            </a:r>
            <a:r>
              <a:rPr lang="en-US" sz="2400" noProof="0" dirty="0">
                <a:solidFill>
                  <a:srgbClr val="000000"/>
                </a:solidFill>
                <a:latin typeface="Fira Code" panose="020B0809050000020004" pitchFamily="49" charset="0"/>
              </a:rPr>
              <a:t> </a:t>
            </a:r>
            <a:r>
              <a:rPr lang="en-US" sz="2400" noProof="0" dirty="0" err="1">
                <a:solidFill>
                  <a:srgbClr val="001080"/>
                </a:solidFill>
                <a:latin typeface="Fira Code" panose="020B0809050000020004" pitchFamily="49" charset="0"/>
              </a:rPr>
              <a:t>i</a:t>
            </a:r>
            <a:r>
              <a:rPr lang="en-US" sz="2400" noProof="0" dirty="0">
                <a:solidFill>
                  <a:srgbClr val="000000"/>
                </a:solidFill>
                <a:latin typeface="Fira Code" panose="020B0809050000020004" pitchFamily="49" charset="0"/>
              </a:rPr>
              <a:t> = </a:t>
            </a:r>
            <a:r>
              <a:rPr lang="en-US" sz="2400" noProof="0" dirty="0">
                <a:solidFill>
                  <a:srgbClr val="098658"/>
                </a:solidFill>
                <a:latin typeface="Fira Code" panose="020B0809050000020004" pitchFamily="49" charset="0"/>
              </a:rPr>
              <a:t>0</a:t>
            </a:r>
            <a:r>
              <a:rPr lang="en-US" sz="2400" noProof="0" dirty="0">
                <a:solidFill>
                  <a:srgbClr val="000000"/>
                </a:solidFill>
                <a:latin typeface="Fira Code" panose="020B0809050000020004" pitchFamily="49" charset="0"/>
              </a:rPr>
              <a:t>; </a:t>
            </a:r>
            <a:r>
              <a:rPr lang="en-US" sz="2400" noProof="0" dirty="0" err="1">
                <a:solidFill>
                  <a:srgbClr val="001080"/>
                </a:solidFill>
                <a:latin typeface="Fira Code" panose="020B0809050000020004" pitchFamily="49" charset="0"/>
              </a:rPr>
              <a:t>i</a:t>
            </a:r>
            <a:r>
              <a:rPr lang="en-US" sz="2400" noProof="0" dirty="0">
                <a:solidFill>
                  <a:srgbClr val="000000"/>
                </a:solidFill>
                <a:latin typeface="Fira Code" panose="020B0809050000020004" pitchFamily="49" charset="0"/>
              </a:rPr>
              <a:t> &lt; </a:t>
            </a:r>
            <a:r>
              <a:rPr lang="en-US" sz="2400" noProof="0" dirty="0">
                <a:solidFill>
                  <a:srgbClr val="0070C1"/>
                </a:solidFill>
                <a:latin typeface="Fira Code" panose="020B0809050000020004" pitchFamily="49" charset="0"/>
              </a:rPr>
              <a:t>M</a:t>
            </a:r>
            <a:r>
              <a:rPr lang="en-US" sz="2400" noProof="0" dirty="0">
                <a:solidFill>
                  <a:srgbClr val="000000"/>
                </a:solidFill>
                <a:latin typeface="Fira Code" panose="020B0809050000020004" pitchFamily="49" charset="0"/>
              </a:rPr>
              <a:t>; </a:t>
            </a:r>
            <a:r>
              <a:rPr lang="en-US" sz="2400" noProof="0" dirty="0" err="1">
                <a:solidFill>
                  <a:srgbClr val="001080"/>
                </a:solidFill>
                <a:latin typeface="Fira Code" panose="020B0809050000020004" pitchFamily="49" charset="0"/>
              </a:rPr>
              <a:t>i</a:t>
            </a:r>
            <a:r>
              <a:rPr lang="en-US" sz="2400" noProof="0" dirty="0">
                <a:solidFill>
                  <a:srgbClr val="000000"/>
                </a:solidFill>
                <a:latin typeface="Fira Code" panose="020B0809050000020004" pitchFamily="49" charset="0"/>
              </a:rPr>
              <a:t>++)</a:t>
            </a:r>
          </a:p>
          <a:p>
            <a:pPr>
              <a:lnSpc>
                <a:spcPct val="113095"/>
              </a:lnSpc>
              <a:buNone/>
            </a:pPr>
            <a:r>
              <a:rPr lang="en-US" sz="2400" noProof="0" dirty="0">
                <a:solidFill>
                  <a:srgbClr val="000000"/>
                </a:solidFill>
                <a:latin typeface="Fira Code" panose="020B0809050000020004" pitchFamily="49" charset="0"/>
              </a:rPr>
              <a:t>    </a:t>
            </a:r>
            <a:r>
              <a:rPr lang="en-US" sz="2400" noProof="0" dirty="0">
                <a:solidFill>
                  <a:srgbClr val="AF00DB"/>
                </a:solidFill>
                <a:latin typeface="Fira Code" panose="020B0809050000020004" pitchFamily="49" charset="0"/>
              </a:rPr>
              <a:t>for</a:t>
            </a:r>
            <a:r>
              <a:rPr lang="en-US" sz="2400" noProof="0" dirty="0">
                <a:solidFill>
                  <a:srgbClr val="000000"/>
                </a:solidFill>
                <a:latin typeface="Fira Code" panose="020B0809050000020004" pitchFamily="49" charset="0"/>
              </a:rPr>
              <a:t> (</a:t>
            </a:r>
            <a:r>
              <a:rPr lang="en-US" sz="2400" noProof="0" dirty="0">
                <a:solidFill>
                  <a:srgbClr val="0000FF"/>
                </a:solidFill>
                <a:latin typeface="Fira Code" panose="020B0809050000020004" pitchFamily="49" charset="0"/>
              </a:rPr>
              <a:t>int</a:t>
            </a:r>
            <a:r>
              <a:rPr lang="en-US" sz="2400" noProof="0" dirty="0">
                <a:solidFill>
                  <a:srgbClr val="000000"/>
                </a:solidFill>
                <a:latin typeface="Fira Code" panose="020B0809050000020004" pitchFamily="49" charset="0"/>
              </a:rPr>
              <a:t> </a:t>
            </a:r>
            <a:r>
              <a:rPr lang="en-US" sz="2400" noProof="0" dirty="0">
                <a:solidFill>
                  <a:srgbClr val="001080"/>
                </a:solidFill>
                <a:latin typeface="Fira Code" panose="020B0809050000020004" pitchFamily="49" charset="0"/>
              </a:rPr>
              <a:t>j</a:t>
            </a:r>
            <a:r>
              <a:rPr lang="en-US" sz="2400" noProof="0" dirty="0">
                <a:solidFill>
                  <a:srgbClr val="000000"/>
                </a:solidFill>
                <a:latin typeface="Fira Code" panose="020B0809050000020004" pitchFamily="49" charset="0"/>
              </a:rPr>
              <a:t> = </a:t>
            </a:r>
            <a:r>
              <a:rPr lang="en-US" sz="2400" noProof="0" dirty="0">
                <a:solidFill>
                  <a:srgbClr val="098658"/>
                </a:solidFill>
                <a:latin typeface="Fira Code" panose="020B0809050000020004" pitchFamily="49" charset="0"/>
              </a:rPr>
              <a:t>0</a:t>
            </a:r>
            <a:r>
              <a:rPr lang="en-US" sz="2400" noProof="0" dirty="0">
                <a:solidFill>
                  <a:srgbClr val="000000"/>
                </a:solidFill>
                <a:latin typeface="Fira Code" panose="020B0809050000020004" pitchFamily="49" charset="0"/>
              </a:rPr>
              <a:t>; </a:t>
            </a:r>
            <a:r>
              <a:rPr lang="en-US" sz="2400" noProof="0" dirty="0">
                <a:solidFill>
                  <a:srgbClr val="001080"/>
                </a:solidFill>
                <a:latin typeface="Fira Code" panose="020B0809050000020004" pitchFamily="49" charset="0"/>
              </a:rPr>
              <a:t>j</a:t>
            </a:r>
            <a:r>
              <a:rPr lang="en-US" sz="2400" noProof="0" dirty="0">
                <a:solidFill>
                  <a:srgbClr val="000000"/>
                </a:solidFill>
                <a:latin typeface="Fira Code" panose="020B0809050000020004" pitchFamily="49" charset="0"/>
              </a:rPr>
              <a:t> &lt; </a:t>
            </a:r>
            <a:r>
              <a:rPr lang="en-US" sz="2400" noProof="0" dirty="0">
                <a:solidFill>
                  <a:srgbClr val="0070C1"/>
                </a:solidFill>
                <a:latin typeface="Fira Code" panose="020B0809050000020004" pitchFamily="49" charset="0"/>
              </a:rPr>
              <a:t>N</a:t>
            </a:r>
            <a:r>
              <a:rPr lang="en-US" sz="2400" noProof="0" dirty="0">
                <a:solidFill>
                  <a:srgbClr val="000000"/>
                </a:solidFill>
                <a:latin typeface="Fira Code" panose="020B0809050000020004" pitchFamily="49" charset="0"/>
              </a:rPr>
              <a:t>; </a:t>
            </a:r>
            <a:r>
              <a:rPr lang="en-US" sz="2400" noProof="0" dirty="0" err="1">
                <a:solidFill>
                  <a:srgbClr val="001080"/>
                </a:solidFill>
                <a:latin typeface="Fira Code" panose="020B0809050000020004" pitchFamily="49" charset="0"/>
              </a:rPr>
              <a:t>j</a:t>
            </a:r>
            <a:r>
              <a:rPr lang="en-US" sz="2400" noProof="0" dirty="0" err="1">
                <a:solidFill>
                  <a:srgbClr val="000000"/>
                </a:solidFill>
                <a:latin typeface="Fira Code" panose="020B0809050000020004" pitchFamily="49" charset="0"/>
              </a:rPr>
              <a:t>++</a:t>
            </a:r>
            <a:r>
              <a:rPr lang="en-US" sz="2400" noProof="0" dirty="0">
                <a:solidFill>
                  <a:srgbClr val="000000"/>
                </a:solidFill>
                <a:latin typeface="Fira Code" panose="020B0809050000020004" pitchFamily="49" charset="0"/>
              </a:rPr>
              <a:t>)</a:t>
            </a:r>
          </a:p>
          <a:p>
            <a:pPr>
              <a:lnSpc>
                <a:spcPct val="113095"/>
              </a:lnSpc>
              <a:buNone/>
            </a:pPr>
            <a:r>
              <a:rPr lang="en-US" sz="2400" noProof="0" dirty="0">
                <a:solidFill>
                  <a:srgbClr val="000000"/>
                </a:solidFill>
                <a:latin typeface="Fira Code" panose="020B0809050000020004" pitchFamily="49" charset="0"/>
              </a:rPr>
              <a:t>        </a:t>
            </a:r>
            <a:r>
              <a:rPr lang="en-US" sz="2400" noProof="0" dirty="0">
                <a:solidFill>
                  <a:srgbClr val="001080"/>
                </a:solidFill>
                <a:latin typeface="Fira Code" panose="020B0809050000020004" pitchFamily="49" charset="0"/>
              </a:rPr>
              <a:t>matrix</a:t>
            </a:r>
            <a:r>
              <a:rPr lang="en-US" sz="2400" noProof="0" dirty="0">
                <a:solidFill>
                  <a:srgbClr val="000000"/>
                </a:solidFill>
                <a:latin typeface="Fira Code" panose="020B0809050000020004" pitchFamily="49" charset="0"/>
              </a:rPr>
              <a:t>[</a:t>
            </a:r>
            <a:r>
              <a:rPr lang="en-US" sz="2400" noProof="0" dirty="0" err="1">
                <a:solidFill>
                  <a:srgbClr val="001080"/>
                </a:solidFill>
                <a:latin typeface="Fira Code" panose="020B0809050000020004" pitchFamily="49" charset="0"/>
              </a:rPr>
              <a:t>i</a:t>
            </a:r>
            <a:r>
              <a:rPr lang="en-US" sz="2400" noProof="0" dirty="0">
                <a:solidFill>
                  <a:srgbClr val="000000"/>
                </a:solidFill>
                <a:latin typeface="Fira Code" panose="020B0809050000020004" pitchFamily="49" charset="0"/>
              </a:rPr>
              <a:t>][</a:t>
            </a:r>
            <a:r>
              <a:rPr lang="en-US" sz="2400" noProof="0" dirty="0">
                <a:solidFill>
                  <a:srgbClr val="001080"/>
                </a:solidFill>
                <a:latin typeface="Fira Code" panose="020B0809050000020004" pitchFamily="49" charset="0"/>
              </a:rPr>
              <a:t>j</a:t>
            </a:r>
            <a:r>
              <a:rPr lang="en-US" sz="2400" noProof="0" dirty="0">
                <a:solidFill>
                  <a:srgbClr val="000000"/>
                </a:solidFill>
                <a:latin typeface="Fira Code" panose="020B0809050000020004" pitchFamily="49" charset="0"/>
              </a:rPr>
              <a:t>] = </a:t>
            </a:r>
            <a:r>
              <a:rPr lang="en-US" sz="2400" noProof="0" dirty="0" err="1">
                <a:solidFill>
                  <a:srgbClr val="795E26"/>
                </a:solidFill>
                <a:latin typeface="Fira Code" panose="020B0809050000020004" pitchFamily="49" charset="0"/>
              </a:rPr>
              <a:t>init</a:t>
            </a:r>
            <a:r>
              <a:rPr lang="en-US" sz="2400" noProof="0" dirty="0">
                <a:solidFill>
                  <a:srgbClr val="000000"/>
                </a:solidFill>
                <a:latin typeface="Fira Code" panose="020B0809050000020004" pitchFamily="49" charset="0"/>
              </a:rPr>
              <a:t>(</a:t>
            </a:r>
            <a:r>
              <a:rPr lang="en-US" sz="2400" noProof="0" dirty="0" err="1">
                <a:solidFill>
                  <a:srgbClr val="001080"/>
                </a:solidFill>
                <a:latin typeface="Fira Code" panose="020B0809050000020004" pitchFamily="49" charset="0"/>
              </a:rPr>
              <a:t>i</a:t>
            </a:r>
            <a:r>
              <a:rPr lang="en-US" sz="2400" noProof="0" dirty="0">
                <a:solidFill>
                  <a:srgbClr val="000000"/>
                </a:solidFill>
                <a:latin typeface="Fira Code" panose="020B0809050000020004" pitchFamily="49" charset="0"/>
              </a:rPr>
              <a:t>, </a:t>
            </a:r>
            <a:r>
              <a:rPr lang="en-US" sz="2400" noProof="0" dirty="0">
                <a:solidFill>
                  <a:srgbClr val="001080"/>
                </a:solidFill>
                <a:latin typeface="Fira Code" panose="020B0809050000020004" pitchFamily="49" charset="0"/>
              </a:rPr>
              <a:t>j</a:t>
            </a:r>
            <a:r>
              <a:rPr lang="en-US" sz="2400" noProof="0" dirty="0">
                <a:solidFill>
                  <a:srgbClr val="000000"/>
                </a:solidFill>
                <a:latin typeface="Fira Code" panose="020B0809050000020004" pitchFamily="49" charset="0"/>
              </a:rPr>
              <a:t>);</a:t>
            </a:r>
          </a:p>
        </p:txBody>
      </p:sp>
      <p:sp>
        <p:nvSpPr>
          <p:cNvPr id="3" name="Date Placeholder 2">
            <a:extLst>
              <a:ext uri="{FF2B5EF4-FFF2-40B4-BE49-F238E27FC236}">
                <a16:creationId xmlns:a16="http://schemas.microsoft.com/office/drawing/2014/main" id="{2F2E9618-3FF8-BCC6-7768-54ABDA9F15B4}"/>
              </a:ext>
            </a:extLst>
          </p:cNvPr>
          <p:cNvSpPr>
            <a:spLocks noGrp="1"/>
          </p:cNvSpPr>
          <p:nvPr>
            <p:ph type="dt" sz="half" idx="10"/>
            <p:custDataLst>
              <p:tags r:id="rId5"/>
            </p:custDataLst>
          </p:nvPr>
        </p:nvSpPr>
        <p:spPr/>
        <p:txBody>
          <a:bodyPr/>
          <a:lstStyle/>
          <a:p>
            <a:r>
              <a:rPr lang="en-US" noProof="0"/>
              <a:t>9/5/2026</a:t>
            </a:r>
            <a:endParaRPr lang="en-US" noProof="0" dirty="0"/>
          </a:p>
        </p:txBody>
      </p:sp>
      <p:sp>
        <p:nvSpPr>
          <p:cNvPr id="8" name="Slide Number Placeholder 7">
            <a:extLst>
              <a:ext uri="{FF2B5EF4-FFF2-40B4-BE49-F238E27FC236}">
                <a16:creationId xmlns:a16="http://schemas.microsoft.com/office/drawing/2014/main" id="{21FD437B-AF40-42FA-9984-B012183807D6}"/>
              </a:ext>
            </a:extLst>
          </p:cNvPr>
          <p:cNvSpPr>
            <a:spLocks noGrp="1"/>
          </p:cNvSpPr>
          <p:nvPr>
            <p:ph type="sldNum" sz="quarter" idx="12"/>
            <p:custDataLst>
              <p:tags r:id="rId6"/>
            </p:custDataLst>
          </p:nvPr>
        </p:nvSpPr>
        <p:spPr/>
        <p:txBody>
          <a:bodyPr/>
          <a:lstStyle/>
          <a:p>
            <a:r>
              <a:rPr lang="en-US" noProof="0"/>
              <a:t>3</a:t>
            </a:r>
            <a:endParaRPr lang="en-US" noProof="0" dirty="0"/>
          </a:p>
        </p:txBody>
      </p:sp>
      <p:sp>
        <p:nvSpPr>
          <p:cNvPr id="14" name="Right Brace 13">
            <a:extLst>
              <a:ext uri="{FF2B5EF4-FFF2-40B4-BE49-F238E27FC236}">
                <a16:creationId xmlns:a16="http://schemas.microsoft.com/office/drawing/2014/main" id="{92F803B9-E42A-FBF5-688A-F8B7645D0956}"/>
              </a:ext>
            </a:extLst>
          </p:cNvPr>
          <p:cNvSpPr/>
          <p:nvPr>
            <p:custDataLst>
              <p:tags r:id="rId7"/>
            </p:custDataLst>
          </p:nvPr>
        </p:nvSpPr>
        <p:spPr>
          <a:xfrm>
            <a:off x="8997669" y="2044259"/>
            <a:ext cx="139683" cy="1334021"/>
          </a:xfrm>
          <a:prstGeom prst="rightBrac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5" name="TextBox 14">
            <a:extLst>
              <a:ext uri="{FF2B5EF4-FFF2-40B4-BE49-F238E27FC236}">
                <a16:creationId xmlns:a16="http://schemas.microsoft.com/office/drawing/2014/main" id="{F7AB1616-978C-81B6-E5CB-C2AC5946404D}"/>
              </a:ext>
            </a:extLst>
          </p:cNvPr>
          <p:cNvSpPr txBox="1"/>
          <p:nvPr>
            <p:custDataLst>
              <p:tags r:id="rId8"/>
            </p:custDataLst>
          </p:nvPr>
        </p:nvSpPr>
        <p:spPr>
          <a:xfrm>
            <a:off x="9105602" y="2480436"/>
            <a:ext cx="2972352" cy="461665"/>
          </a:xfrm>
          <a:prstGeom prst="rect">
            <a:avLst/>
          </a:prstGeom>
          <a:noFill/>
        </p:spPr>
        <p:txBody>
          <a:bodyPr wrap="none" rtlCol="0" anchor="ctr">
            <a:spAutoFit/>
          </a:bodyPr>
          <a:lstStyle/>
          <a:p>
            <a:r>
              <a:rPr lang="en-US" sz="2400" dirty="0"/>
              <a:t>Row-by-row traversal</a:t>
            </a:r>
          </a:p>
        </p:txBody>
      </p:sp>
    </p:spTree>
    <p:custDataLst>
      <p:tags r:id="rId1"/>
    </p:custDataLst>
    <p:extLst>
      <p:ext uri="{BB962C8B-B14F-4D97-AF65-F5344CB8AC3E}">
        <p14:creationId xmlns:p14="http://schemas.microsoft.com/office/powerpoint/2010/main" val="41310547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1F16B1-5468-83FD-64C7-68045C621054}"/>
              </a:ext>
            </a:extLst>
          </p:cNvPr>
          <p:cNvSpPr>
            <a:spLocks noGrp="1"/>
          </p:cNvSpPr>
          <p:nvPr>
            <p:ph type="title"/>
            <p:custDataLst>
              <p:tags r:id="rId2"/>
            </p:custDataLst>
          </p:nvPr>
        </p:nvSpPr>
        <p:spPr/>
        <p:txBody>
          <a:bodyPr/>
          <a:lstStyle/>
          <a:p>
            <a:r>
              <a:rPr lang="en-US" noProof="0" dirty="0"/>
              <a:t>Why layouts matter</a:t>
            </a:r>
          </a:p>
        </p:txBody>
      </p:sp>
      <p:pic>
        <p:nvPicPr>
          <p:cNvPr id="4" name="Picture 3">
            <a:extLst>
              <a:ext uri="{FF2B5EF4-FFF2-40B4-BE49-F238E27FC236}">
                <a16:creationId xmlns:a16="http://schemas.microsoft.com/office/drawing/2014/main" id="{F353F98A-C5CE-9352-8E83-B1375ABB1A90}"/>
              </a:ext>
            </a:extLst>
          </p:cNvPr>
          <p:cNvPicPr>
            <a:picLocks noChangeAspect="1"/>
          </p:cNvPicPr>
          <p:nvPr>
            <p:custDataLst>
              <p:tags r:id="rId3"/>
            </p:custDataLst>
          </p:nvPr>
        </p:nvPicPr>
        <p:blipFill>
          <a:blip r:embed="rId16"/>
          <a:stretch>
            <a:fillRect/>
          </a:stretch>
        </p:blipFill>
        <p:spPr>
          <a:xfrm>
            <a:off x="2914089" y="4145062"/>
            <a:ext cx="1785102" cy="1774049"/>
          </a:xfrm>
          <a:prstGeom prst="rect">
            <a:avLst/>
          </a:prstGeom>
        </p:spPr>
      </p:pic>
      <mc:AlternateContent xmlns:mc="http://schemas.openxmlformats.org/markup-compatibility/2006">
        <mc:Choice xmlns:a14="http://schemas.microsoft.com/office/drawing/2010/main" Requires="a14">
          <p:sp>
            <p:nvSpPr>
              <p:cNvPr id="16" name="TextBox 15">
                <a:extLst>
                  <a:ext uri="{FF2B5EF4-FFF2-40B4-BE49-F238E27FC236}">
                    <a16:creationId xmlns:a16="http://schemas.microsoft.com/office/drawing/2014/main" id="{18584B60-09B2-9CFA-E5B6-2949310DA2AF}"/>
                  </a:ext>
                </a:extLst>
              </p:cNvPr>
              <p:cNvSpPr txBox="1"/>
              <p:nvPr>
                <p:custDataLst>
                  <p:tags r:id="rId4"/>
                </p:custDataLst>
              </p:nvPr>
            </p:nvSpPr>
            <p:spPr>
              <a:xfrm>
                <a:off x="3816318" y="1610496"/>
                <a:ext cx="3557256" cy="461665"/>
              </a:xfrm>
              <a:prstGeom prst="rect">
                <a:avLst/>
              </a:prstGeom>
              <a:noFill/>
            </p:spPr>
            <p:txBody>
              <a:bodyPr wrap="none" rtlCol="0" anchor="b">
                <a:spAutoFit/>
              </a:bodyPr>
              <a:lstStyle/>
              <a:p>
                <a:pPr algn="ctr"/>
                <a14:m>
                  <m:oMath xmlns:m="http://schemas.openxmlformats.org/officeDocument/2006/math">
                    <m:r>
                      <a:rPr lang="en-US" sz="2400" b="0" i="1" noProof="0" smtClean="0">
                        <a:latin typeface="Cambria Math" panose="02040503050406030204" pitchFamily="18" charset="0"/>
                      </a:rPr>
                      <m:t>𝑚</m:t>
                    </m:r>
                    <m:r>
                      <a:rPr lang="en-US" sz="2400" b="0" i="1" noProof="0" smtClean="0">
                        <a:latin typeface="Cambria Math" panose="02040503050406030204" pitchFamily="18" charset="0"/>
                      </a:rPr>
                      <m:t>×</m:t>
                    </m:r>
                    <m:r>
                      <a:rPr lang="en-US" sz="2400" b="0" i="1" noProof="0" smtClean="0">
                        <a:latin typeface="Cambria Math" panose="02040503050406030204" pitchFamily="18" charset="0"/>
                      </a:rPr>
                      <m:t>𝑛</m:t>
                    </m:r>
                  </m:oMath>
                </a14:m>
                <a:r>
                  <a:rPr lang="en-US" sz="2400" noProof="0" dirty="0"/>
                  <a:t> matrix initialization</a:t>
                </a:r>
                <a:endParaRPr lang="en-US" sz="2400" i="1" noProof="0" dirty="0"/>
              </a:p>
            </p:txBody>
          </p:sp>
        </mc:Choice>
        <mc:Fallback>
          <p:sp>
            <p:nvSpPr>
              <p:cNvPr id="16" name="TextBox 15">
                <a:extLst>
                  <a:ext uri="{FF2B5EF4-FFF2-40B4-BE49-F238E27FC236}">
                    <a16:creationId xmlns:a16="http://schemas.microsoft.com/office/drawing/2014/main" id="{18584B60-09B2-9CFA-E5B6-2949310DA2AF}"/>
                  </a:ext>
                </a:extLst>
              </p:cNvPr>
              <p:cNvSpPr txBox="1">
                <a:spLocks noRot="1" noChangeAspect="1" noMove="1" noResize="1" noEditPoints="1" noAdjustHandles="1" noChangeArrowheads="1" noChangeShapeType="1" noTextEdit="1"/>
              </p:cNvSpPr>
              <p:nvPr>
                <p:custDataLst>
                  <p:tags r:id="rId4"/>
                </p:custDataLst>
              </p:nvPr>
            </p:nvSpPr>
            <p:spPr>
              <a:xfrm>
                <a:off x="3816318" y="1610496"/>
                <a:ext cx="3557256" cy="461665"/>
              </a:xfrm>
              <a:prstGeom prst="rect">
                <a:avLst/>
              </a:prstGeom>
              <a:blipFill>
                <a:blip r:embed="rId17"/>
                <a:stretch>
                  <a:fillRect t="-9211" r="-2397" b="-30263"/>
                </a:stretch>
              </a:blipFill>
            </p:spPr>
            <p:txBody>
              <a:bodyPr/>
              <a:lstStyle/>
              <a:p>
                <a:r>
                  <a:rPr lang="en-US">
                    <a:noFill/>
                  </a:rPr>
                  <a:t> </a:t>
                </a:r>
              </a:p>
            </p:txBody>
          </p:sp>
        </mc:Fallback>
      </mc:AlternateContent>
      <p:sp>
        <p:nvSpPr>
          <p:cNvPr id="20" name="TextBox 19">
            <a:extLst>
              <a:ext uri="{FF2B5EF4-FFF2-40B4-BE49-F238E27FC236}">
                <a16:creationId xmlns:a16="http://schemas.microsoft.com/office/drawing/2014/main" id="{2272D78A-9733-44AD-5F40-F615D37E734A}"/>
              </a:ext>
            </a:extLst>
          </p:cNvPr>
          <p:cNvSpPr txBox="1"/>
          <p:nvPr>
            <p:custDataLst>
              <p:tags r:id="rId5"/>
            </p:custDataLst>
          </p:nvPr>
        </p:nvSpPr>
        <p:spPr>
          <a:xfrm>
            <a:off x="2285689" y="2047595"/>
            <a:ext cx="6618514" cy="1330685"/>
          </a:xfrm>
          <a:prstGeom prst="rect">
            <a:avLst/>
          </a:prstGeom>
          <a:noFill/>
          <a:ln>
            <a:solidFill>
              <a:schemeClr val="tx1"/>
            </a:solidFill>
          </a:ln>
        </p:spPr>
        <p:txBody>
          <a:bodyPr wrap="none">
            <a:spAutoFit/>
          </a:bodyPr>
          <a:lstStyle/>
          <a:p>
            <a:pPr>
              <a:lnSpc>
                <a:spcPct val="113095"/>
              </a:lnSpc>
              <a:buNone/>
            </a:pPr>
            <a:r>
              <a:rPr lang="en-US" sz="2400" noProof="0" dirty="0">
                <a:solidFill>
                  <a:srgbClr val="AF00DB"/>
                </a:solidFill>
                <a:latin typeface="Fira Code" panose="020B0809050000020004" pitchFamily="49" charset="0"/>
              </a:rPr>
              <a:t>for</a:t>
            </a:r>
            <a:r>
              <a:rPr lang="en-US" sz="2400" noProof="0" dirty="0">
                <a:solidFill>
                  <a:srgbClr val="000000"/>
                </a:solidFill>
                <a:latin typeface="Fira Code" panose="020B0809050000020004" pitchFamily="49" charset="0"/>
              </a:rPr>
              <a:t> (</a:t>
            </a:r>
            <a:r>
              <a:rPr lang="en-US" sz="2400" noProof="0" dirty="0">
                <a:solidFill>
                  <a:srgbClr val="0000FF"/>
                </a:solidFill>
                <a:latin typeface="Fira Code" panose="020B0809050000020004" pitchFamily="49" charset="0"/>
              </a:rPr>
              <a:t>int</a:t>
            </a:r>
            <a:r>
              <a:rPr lang="en-US" sz="2400" noProof="0" dirty="0">
                <a:solidFill>
                  <a:srgbClr val="000000"/>
                </a:solidFill>
                <a:latin typeface="Fira Code" panose="020B0809050000020004" pitchFamily="49" charset="0"/>
              </a:rPr>
              <a:t> </a:t>
            </a:r>
            <a:r>
              <a:rPr lang="en-US" sz="2400" noProof="0" dirty="0" err="1">
                <a:solidFill>
                  <a:srgbClr val="001080"/>
                </a:solidFill>
                <a:latin typeface="Fira Code" panose="020B0809050000020004" pitchFamily="49" charset="0"/>
              </a:rPr>
              <a:t>i</a:t>
            </a:r>
            <a:r>
              <a:rPr lang="en-US" sz="2400" noProof="0" dirty="0">
                <a:solidFill>
                  <a:srgbClr val="000000"/>
                </a:solidFill>
                <a:latin typeface="Fira Code" panose="020B0809050000020004" pitchFamily="49" charset="0"/>
              </a:rPr>
              <a:t> = </a:t>
            </a:r>
            <a:r>
              <a:rPr lang="en-US" sz="2400" noProof="0" dirty="0">
                <a:solidFill>
                  <a:srgbClr val="098658"/>
                </a:solidFill>
                <a:latin typeface="Fira Code" panose="020B0809050000020004" pitchFamily="49" charset="0"/>
              </a:rPr>
              <a:t>0</a:t>
            </a:r>
            <a:r>
              <a:rPr lang="en-US" sz="2400" noProof="0" dirty="0">
                <a:solidFill>
                  <a:srgbClr val="000000"/>
                </a:solidFill>
                <a:latin typeface="Fira Code" panose="020B0809050000020004" pitchFamily="49" charset="0"/>
              </a:rPr>
              <a:t>; </a:t>
            </a:r>
            <a:r>
              <a:rPr lang="en-US" sz="2400" noProof="0" dirty="0" err="1">
                <a:solidFill>
                  <a:srgbClr val="001080"/>
                </a:solidFill>
                <a:latin typeface="Fira Code" panose="020B0809050000020004" pitchFamily="49" charset="0"/>
              </a:rPr>
              <a:t>i</a:t>
            </a:r>
            <a:r>
              <a:rPr lang="en-US" sz="2400" noProof="0" dirty="0">
                <a:solidFill>
                  <a:srgbClr val="000000"/>
                </a:solidFill>
                <a:latin typeface="Fira Code" panose="020B0809050000020004" pitchFamily="49" charset="0"/>
              </a:rPr>
              <a:t> &lt; </a:t>
            </a:r>
            <a:r>
              <a:rPr lang="en-US" sz="2400" noProof="0" dirty="0">
                <a:solidFill>
                  <a:srgbClr val="0070C1"/>
                </a:solidFill>
                <a:latin typeface="Fira Code" panose="020B0809050000020004" pitchFamily="49" charset="0"/>
              </a:rPr>
              <a:t>M</a:t>
            </a:r>
            <a:r>
              <a:rPr lang="en-US" sz="2400" noProof="0" dirty="0">
                <a:solidFill>
                  <a:srgbClr val="000000"/>
                </a:solidFill>
                <a:latin typeface="Fira Code" panose="020B0809050000020004" pitchFamily="49" charset="0"/>
              </a:rPr>
              <a:t>; </a:t>
            </a:r>
            <a:r>
              <a:rPr lang="en-US" sz="2400" noProof="0" dirty="0" err="1">
                <a:solidFill>
                  <a:srgbClr val="001080"/>
                </a:solidFill>
                <a:latin typeface="Fira Code" panose="020B0809050000020004" pitchFamily="49" charset="0"/>
              </a:rPr>
              <a:t>i</a:t>
            </a:r>
            <a:r>
              <a:rPr lang="en-US" sz="2400" noProof="0" dirty="0">
                <a:solidFill>
                  <a:srgbClr val="000000"/>
                </a:solidFill>
                <a:latin typeface="Fira Code" panose="020B0809050000020004" pitchFamily="49" charset="0"/>
              </a:rPr>
              <a:t>++)</a:t>
            </a:r>
          </a:p>
          <a:p>
            <a:pPr>
              <a:lnSpc>
                <a:spcPct val="113095"/>
              </a:lnSpc>
              <a:buNone/>
            </a:pPr>
            <a:r>
              <a:rPr lang="en-US" sz="2400" noProof="0" dirty="0">
                <a:solidFill>
                  <a:srgbClr val="000000"/>
                </a:solidFill>
                <a:latin typeface="Fira Code" panose="020B0809050000020004" pitchFamily="49" charset="0"/>
              </a:rPr>
              <a:t>    </a:t>
            </a:r>
            <a:r>
              <a:rPr lang="en-US" sz="2400" noProof="0" dirty="0">
                <a:solidFill>
                  <a:srgbClr val="AF00DB"/>
                </a:solidFill>
                <a:latin typeface="Fira Code" panose="020B0809050000020004" pitchFamily="49" charset="0"/>
              </a:rPr>
              <a:t>for</a:t>
            </a:r>
            <a:r>
              <a:rPr lang="en-US" sz="2400" noProof="0" dirty="0">
                <a:solidFill>
                  <a:srgbClr val="000000"/>
                </a:solidFill>
                <a:latin typeface="Fira Code" panose="020B0809050000020004" pitchFamily="49" charset="0"/>
              </a:rPr>
              <a:t> (</a:t>
            </a:r>
            <a:r>
              <a:rPr lang="en-US" sz="2400" noProof="0" dirty="0">
                <a:solidFill>
                  <a:srgbClr val="0000FF"/>
                </a:solidFill>
                <a:latin typeface="Fira Code" panose="020B0809050000020004" pitchFamily="49" charset="0"/>
              </a:rPr>
              <a:t>int</a:t>
            </a:r>
            <a:r>
              <a:rPr lang="en-US" sz="2400" noProof="0" dirty="0">
                <a:solidFill>
                  <a:srgbClr val="000000"/>
                </a:solidFill>
                <a:latin typeface="Fira Code" panose="020B0809050000020004" pitchFamily="49" charset="0"/>
              </a:rPr>
              <a:t> </a:t>
            </a:r>
            <a:r>
              <a:rPr lang="en-US" sz="2400" noProof="0" dirty="0">
                <a:solidFill>
                  <a:srgbClr val="001080"/>
                </a:solidFill>
                <a:latin typeface="Fira Code" panose="020B0809050000020004" pitchFamily="49" charset="0"/>
              </a:rPr>
              <a:t>j</a:t>
            </a:r>
            <a:r>
              <a:rPr lang="en-US" sz="2400" noProof="0" dirty="0">
                <a:solidFill>
                  <a:srgbClr val="000000"/>
                </a:solidFill>
                <a:latin typeface="Fira Code" panose="020B0809050000020004" pitchFamily="49" charset="0"/>
              </a:rPr>
              <a:t> = </a:t>
            </a:r>
            <a:r>
              <a:rPr lang="en-US" sz="2400" noProof="0" dirty="0">
                <a:solidFill>
                  <a:srgbClr val="098658"/>
                </a:solidFill>
                <a:latin typeface="Fira Code" panose="020B0809050000020004" pitchFamily="49" charset="0"/>
              </a:rPr>
              <a:t>0</a:t>
            </a:r>
            <a:r>
              <a:rPr lang="en-US" sz="2400" noProof="0" dirty="0">
                <a:solidFill>
                  <a:srgbClr val="000000"/>
                </a:solidFill>
                <a:latin typeface="Fira Code" panose="020B0809050000020004" pitchFamily="49" charset="0"/>
              </a:rPr>
              <a:t>; </a:t>
            </a:r>
            <a:r>
              <a:rPr lang="en-US" sz="2400" noProof="0" dirty="0">
                <a:solidFill>
                  <a:srgbClr val="001080"/>
                </a:solidFill>
                <a:latin typeface="Fira Code" panose="020B0809050000020004" pitchFamily="49" charset="0"/>
              </a:rPr>
              <a:t>j</a:t>
            </a:r>
            <a:r>
              <a:rPr lang="en-US" sz="2400" noProof="0" dirty="0">
                <a:solidFill>
                  <a:srgbClr val="000000"/>
                </a:solidFill>
                <a:latin typeface="Fira Code" panose="020B0809050000020004" pitchFamily="49" charset="0"/>
              </a:rPr>
              <a:t> &lt; </a:t>
            </a:r>
            <a:r>
              <a:rPr lang="en-US" sz="2400" noProof="0" dirty="0">
                <a:solidFill>
                  <a:srgbClr val="0070C1"/>
                </a:solidFill>
                <a:latin typeface="Fira Code" panose="020B0809050000020004" pitchFamily="49" charset="0"/>
              </a:rPr>
              <a:t>N</a:t>
            </a:r>
            <a:r>
              <a:rPr lang="en-US" sz="2400" noProof="0" dirty="0">
                <a:solidFill>
                  <a:srgbClr val="000000"/>
                </a:solidFill>
                <a:latin typeface="Fira Code" panose="020B0809050000020004" pitchFamily="49" charset="0"/>
              </a:rPr>
              <a:t>; </a:t>
            </a:r>
            <a:r>
              <a:rPr lang="en-US" sz="2400" noProof="0" dirty="0" err="1">
                <a:solidFill>
                  <a:srgbClr val="001080"/>
                </a:solidFill>
                <a:latin typeface="Fira Code" panose="020B0809050000020004" pitchFamily="49" charset="0"/>
              </a:rPr>
              <a:t>j</a:t>
            </a:r>
            <a:r>
              <a:rPr lang="en-US" sz="2400" noProof="0" dirty="0" err="1">
                <a:solidFill>
                  <a:srgbClr val="000000"/>
                </a:solidFill>
                <a:latin typeface="Fira Code" panose="020B0809050000020004" pitchFamily="49" charset="0"/>
              </a:rPr>
              <a:t>++</a:t>
            </a:r>
            <a:r>
              <a:rPr lang="en-US" sz="2400" noProof="0" dirty="0">
                <a:solidFill>
                  <a:srgbClr val="000000"/>
                </a:solidFill>
                <a:latin typeface="Fira Code" panose="020B0809050000020004" pitchFamily="49" charset="0"/>
              </a:rPr>
              <a:t>)</a:t>
            </a:r>
          </a:p>
          <a:p>
            <a:pPr>
              <a:lnSpc>
                <a:spcPct val="113095"/>
              </a:lnSpc>
              <a:buNone/>
            </a:pPr>
            <a:r>
              <a:rPr lang="en-US" sz="2400" noProof="0" dirty="0">
                <a:solidFill>
                  <a:srgbClr val="000000"/>
                </a:solidFill>
                <a:latin typeface="Fira Code" panose="020B0809050000020004" pitchFamily="49" charset="0"/>
              </a:rPr>
              <a:t>        </a:t>
            </a:r>
            <a:r>
              <a:rPr lang="en-US" sz="2400" noProof="0" dirty="0">
                <a:solidFill>
                  <a:srgbClr val="001080"/>
                </a:solidFill>
                <a:latin typeface="Fira Code" panose="020B0809050000020004" pitchFamily="49" charset="0"/>
              </a:rPr>
              <a:t>matrix</a:t>
            </a:r>
            <a:r>
              <a:rPr lang="en-US" sz="2400" noProof="0" dirty="0">
                <a:solidFill>
                  <a:srgbClr val="000000"/>
                </a:solidFill>
                <a:latin typeface="Fira Code" panose="020B0809050000020004" pitchFamily="49" charset="0"/>
              </a:rPr>
              <a:t>[</a:t>
            </a:r>
            <a:r>
              <a:rPr lang="en-US" sz="2400" noProof="0" dirty="0" err="1">
                <a:solidFill>
                  <a:srgbClr val="001080"/>
                </a:solidFill>
                <a:latin typeface="Fira Code" panose="020B0809050000020004" pitchFamily="49" charset="0"/>
              </a:rPr>
              <a:t>i</a:t>
            </a:r>
            <a:r>
              <a:rPr lang="en-US" sz="2400" noProof="0" dirty="0">
                <a:solidFill>
                  <a:srgbClr val="000000"/>
                </a:solidFill>
                <a:latin typeface="Fira Code" panose="020B0809050000020004" pitchFamily="49" charset="0"/>
              </a:rPr>
              <a:t>][</a:t>
            </a:r>
            <a:r>
              <a:rPr lang="en-US" sz="2400" noProof="0" dirty="0">
                <a:solidFill>
                  <a:srgbClr val="001080"/>
                </a:solidFill>
                <a:latin typeface="Fira Code" panose="020B0809050000020004" pitchFamily="49" charset="0"/>
              </a:rPr>
              <a:t>j</a:t>
            </a:r>
            <a:r>
              <a:rPr lang="en-US" sz="2400" noProof="0" dirty="0">
                <a:solidFill>
                  <a:srgbClr val="000000"/>
                </a:solidFill>
                <a:latin typeface="Fira Code" panose="020B0809050000020004" pitchFamily="49" charset="0"/>
              </a:rPr>
              <a:t>] = </a:t>
            </a:r>
            <a:r>
              <a:rPr lang="en-US" sz="2400" noProof="0" dirty="0" err="1">
                <a:solidFill>
                  <a:srgbClr val="795E26"/>
                </a:solidFill>
                <a:latin typeface="Fira Code" panose="020B0809050000020004" pitchFamily="49" charset="0"/>
              </a:rPr>
              <a:t>init</a:t>
            </a:r>
            <a:r>
              <a:rPr lang="en-US" sz="2400" noProof="0" dirty="0">
                <a:solidFill>
                  <a:srgbClr val="000000"/>
                </a:solidFill>
                <a:latin typeface="Fira Code" panose="020B0809050000020004" pitchFamily="49" charset="0"/>
              </a:rPr>
              <a:t>(</a:t>
            </a:r>
            <a:r>
              <a:rPr lang="en-US" sz="2400" noProof="0" dirty="0" err="1">
                <a:solidFill>
                  <a:srgbClr val="001080"/>
                </a:solidFill>
                <a:latin typeface="Fira Code" panose="020B0809050000020004" pitchFamily="49" charset="0"/>
              </a:rPr>
              <a:t>i</a:t>
            </a:r>
            <a:r>
              <a:rPr lang="en-US" sz="2400" noProof="0" dirty="0">
                <a:solidFill>
                  <a:srgbClr val="000000"/>
                </a:solidFill>
                <a:latin typeface="Fira Code" panose="020B0809050000020004" pitchFamily="49" charset="0"/>
              </a:rPr>
              <a:t>, </a:t>
            </a:r>
            <a:r>
              <a:rPr lang="en-US" sz="2400" noProof="0" dirty="0">
                <a:solidFill>
                  <a:srgbClr val="001080"/>
                </a:solidFill>
                <a:latin typeface="Fira Code" panose="020B0809050000020004" pitchFamily="49" charset="0"/>
              </a:rPr>
              <a:t>j</a:t>
            </a:r>
            <a:r>
              <a:rPr lang="en-US" sz="2400" noProof="0" dirty="0">
                <a:solidFill>
                  <a:srgbClr val="000000"/>
                </a:solidFill>
                <a:latin typeface="Fira Code" panose="020B0809050000020004" pitchFamily="49" charset="0"/>
              </a:rPr>
              <a:t>);</a:t>
            </a:r>
          </a:p>
        </p:txBody>
      </p:sp>
      <p:sp>
        <p:nvSpPr>
          <p:cNvPr id="3" name="Date Placeholder 2">
            <a:extLst>
              <a:ext uri="{FF2B5EF4-FFF2-40B4-BE49-F238E27FC236}">
                <a16:creationId xmlns:a16="http://schemas.microsoft.com/office/drawing/2014/main" id="{2F2E9618-3FF8-BCC6-7768-54ABDA9F15B4}"/>
              </a:ext>
            </a:extLst>
          </p:cNvPr>
          <p:cNvSpPr>
            <a:spLocks noGrp="1"/>
          </p:cNvSpPr>
          <p:nvPr>
            <p:ph type="dt" sz="half" idx="10"/>
            <p:custDataLst>
              <p:tags r:id="rId6"/>
            </p:custDataLst>
          </p:nvPr>
        </p:nvSpPr>
        <p:spPr/>
        <p:txBody>
          <a:bodyPr/>
          <a:lstStyle/>
          <a:p>
            <a:r>
              <a:rPr lang="en-US" noProof="0"/>
              <a:t>9/5/2026</a:t>
            </a:r>
            <a:endParaRPr lang="en-US" noProof="0" dirty="0"/>
          </a:p>
        </p:txBody>
      </p:sp>
      <p:sp>
        <p:nvSpPr>
          <p:cNvPr id="8" name="Slide Number Placeholder 7">
            <a:extLst>
              <a:ext uri="{FF2B5EF4-FFF2-40B4-BE49-F238E27FC236}">
                <a16:creationId xmlns:a16="http://schemas.microsoft.com/office/drawing/2014/main" id="{21FD437B-AF40-42FA-9984-B012183807D6}"/>
              </a:ext>
            </a:extLst>
          </p:cNvPr>
          <p:cNvSpPr>
            <a:spLocks noGrp="1"/>
          </p:cNvSpPr>
          <p:nvPr>
            <p:ph type="sldNum" sz="quarter" idx="12"/>
            <p:custDataLst>
              <p:tags r:id="rId7"/>
            </p:custDataLst>
          </p:nvPr>
        </p:nvSpPr>
        <p:spPr/>
        <p:txBody>
          <a:bodyPr/>
          <a:lstStyle/>
          <a:p>
            <a:r>
              <a:rPr lang="en-US" noProof="0"/>
              <a:t>3</a:t>
            </a:r>
            <a:endParaRPr lang="en-US" noProof="0" dirty="0"/>
          </a:p>
        </p:txBody>
      </p:sp>
      <p:sp>
        <p:nvSpPr>
          <p:cNvPr id="12" name="TextBox 11">
            <a:extLst>
              <a:ext uri="{FF2B5EF4-FFF2-40B4-BE49-F238E27FC236}">
                <a16:creationId xmlns:a16="http://schemas.microsoft.com/office/drawing/2014/main" id="{16640CAD-E8F3-0136-EE14-212BDC4874AA}"/>
              </a:ext>
            </a:extLst>
          </p:cNvPr>
          <p:cNvSpPr txBox="1"/>
          <p:nvPr>
            <p:custDataLst>
              <p:tags r:id="rId8"/>
            </p:custDataLst>
          </p:nvPr>
        </p:nvSpPr>
        <p:spPr>
          <a:xfrm>
            <a:off x="2998529" y="5942676"/>
            <a:ext cx="1635577" cy="461665"/>
          </a:xfrm>
          <a:prstGeom prst="rect">
            <a:avLst/>
          </a:prstGeom>
          <a:noFill/>
        </p:spPr>
        <p:txBody>
          <a:bodyPr wrap="none" rtlCol="0">
            <a:spAutoFit/>
          </a:bodyPr>
          <a:lstStyle/>
          <a:p>
            <a:pPr algn="ctr"/>
            <a:r>
              <a:rPr lang="en-US" sz="2400" noProof="0" dirty="0"/>
              <a:t>Row-major</a:t>
            </a:r>
            <a:endParaRPr lang="en-US" noProof="0" dirty="0"/>
          </a:p>
        </p:txBody>
      </p:sp>
      <p:sp>
        <p:nvSpPr>
          <p:cNvPr id="18" name="TextBox 17">
            <a:extLst>
              <a:ext uri="{FF2B5EF4-FFF2-40B4-BE49-F238E27FC236}">
                <a16:creationId xmlns:a16="http://schemas.microsoft.com/office/drawing/2014/main" id="{3D68BC8C-4491-6660-E659-B2498387A799}"/>
              </a:ext>
            </a:extLst>
          </p:cNvPr>
          <p:cNvSpPr txBox="1"/>
          <p:nvPr>
            <p:custDataLst>
              <p:tags r:id="rId9"/>
            </p:custDataLst>
          </p:nvPr>
        </p:nvSpPr>
        <p:spPr>
          <a:xfrm>
            <a:off x="2320137" y="5939902"/>
            <a:ext cx="678392" cy="523220"/>
          </a:xfrm>
          <a:prstGeom prst="rect">
            <a:avLst/>
          </a:prstGeom>
          <a:noFill/>
        </p:spPr>
        <p:txBody>
          <a:bodyPr wrap="none" rtlCol="0">
            <a:spAutoFit/>
          </a:bodyPr>
          <a:lstStyle/>
          <a:p>
            <a:pPr algn="ctr"/>
            <a:r>
              <a:rPr lang="en-US" sz="2800" noProof="0" dirty="0"/>
              <a:t>🚀</a:t>
            </a:r>
          </a:p>
        </p:txBody>
      </p:sp>
      <mc:AlternateContent xmlns:mc="http://schemas.openxmlformats.org/markup-compatibility/2006">
        <mc:Choice xmlns:a14="http://schemas.microsoft.com/office/drawing/2010/main" Requires="a14">
          <p:sp>
            <p:nvSpPr>
              <p:cNvPr id="10" name="TextBox 9">
                <a:extLst>
                  <a:ext uri="{FF2B5EF4-FFF2-40B4-BE49-F238E27FC236}">
                    <a16:creationId xmlns:a16="http://schemas.microsoft.com/office/drawing/2014/main" id="{0D8FA95F-2675-1FD6-BC91-3590519E9D21}"/>
                  </a:ext>
                </a:extLst>
              </p:cNvPr>
              <p:cNvSpPr txBox="1"/>
              <p:nvPr>
                <p:custDataLst>
                  <p:tags r:id="rId10"/>
                </p:custDataLst>
              </p:nvPr>
            </p:nvSpPr>
            <p:spPr>
              <a:xfrm>
                <a:off x="2469117" y="4801253"/>
                <a:ext cx="510524" cy="461665"/>
              </a:xfrm>
              <a:prstGeom prst="rect">
                <a:avLst/>
              </a:prstGeom>
              <a:noFill/>
            </p:spPr>
            <p:txBody>
              <a:bodyPr wrap="none" rtlCol="0">
                <a:spAutoFit/>
              </a:bodyPr>
              <a:lstStyle/>
              <a:p>
                <a:pPr/>
                <a14:m>
                  <m:oMathPara xmlns:m="http://schemas.openxmlformats.org/officeDocument/2006/math">
                    <m:oMath>
                      <m:r>
                        <a:rPr lang="en-US" sz="2400" i="1" noProof="0" smtClean="0">
                          <a:latin typeface="Cambria Math" panose="02040503050406030204" pitchFamily="18" charset="0"/>
                        </a:rPr>
                        <m:t>𝑚</m:t>
                      </m:r>
                    </m:oMath>
                  </m:oMathPara>
                </a14:m>
                <a:endParaRPr lang="en-US" sz="2400" noProof="0" dirty="0"/>
              </a:p>
            </p:txBody>
          </p:sp>
        </mc:Choice>
        <mc:Fallback>
          <p:sp>
            <p:nvSpPr>
              <p:cNvPr id="10" name="TextBox 9">
                <a:extLst>
                  <a:ext uri="{FF2B5EF4-FFF2-40B4-BE49-F238E27FC236}">
                    <a16:creationId xmlns:a16="http://schemas.microsoft.com/office/drawing/2014/main" id="{0D8FA95F-2675-1FD6-BC91-3590519E9D21}"/>
                  </a:ext>
                </a:extLst>
              </p:cNvPr>
              <p:cNvSpPr txBox="1">
                <a:spLocks noRot="1" noChangeAspect="1" noMove="1" noResize="1" noEditPoints="1" noAdjustHandles="1" noChangeArrowheads="1" noChangeShapeType="1" noTextEdit="1"/>
              </p:cNvSpPr>
              <p:nvPr>
                <p:custDataLst>
                  <p:tags r:id="rId10"/>
                </p:custDataLst>
              </p:nvPr>
            </p:nvSpPr>
            <p:spPr>
              <a:xfrm>
                <a:off x="2469117" y="4801253"/>
                <a:ext cx="510524" cy="461665"/>
              </a:xfrm>
              <a:prstGeom prst="rect">
                <a:avLst/>
              </a:prstGeom>
              <a:blipFill>
                <a:blip r:embed="rId18"/>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3" name="TextBox 22">
                <a:extLst>
                  <a:ext uri="{FF2B5EF4-FFF2-40B4-BE49-F238E27FC236}">
                    <a16:creationId xmlns:a16="http://schemas.microsoft.com/office/drawing/2014/main" id="{C385C36A-8F48-E47B-7C6E-E9CE50E27705}"/>
                  </a:ext>
                </a:extLst>
              </p:cNvPr>
              <p:cNvSpPr txBox="1"/>
              <p:nvPr>
                <p:custDataLst>
                  <p:tags r:id="rId11"/>
                </p:custDataLst>
              </p:nvPr>
            </p:nvSpPr>
            <p:spPr>
              <a:xfrm>
                <a:off x="3585324" y="3674263"/>
                <a:ext cx="428771" cy="461665"/>
              </a:xfrm>
              <a:prstGeom prst="rect">
                <a:avLst/>
              </a:prstGeom>
              <a:noFill/>
            </p:spPr>
            <p:txBody>
              <a:bodyPr wrap="none" rtlCol="0">
                <a:spAutoFit/>
              </a:bodyPr>
              <a:lstStyle/>
              <a:p>
                <a:pPr/>
                <a14:m>
                  <m:oMathPara xmlns:m="http://schemas.openxmlformats.org/officeDocument/2006/math">
                    <m:oMath>
                      <m:r>
                        <a:rPr lang="en-US" sz="2400" b="0" i="1" noProof="0" smtClean="0">
                          <a:latin typeface="Cambria Math" panose="02040503050406030204" pitchFamily="18" charset="0"/>
                        </a:rPr>
                        <m:t>𝑛</m:t>
                      </m:r>
                    </m:oMath>
                  </m:oMathPara>
                </a14:m>
                <a:endParaRPr lang="en-US" sz="2400" noProof="0" dirty="0"/>
              </a:p>
            </p:txBody>
          </p:sp>
        </mc:Choice>
        <mc:Fallback>
          <p:sp>
            <p:nvSpPr>
              <p:cNvPr id="23" name="TextBox 22">
                <a:extLst>
                  <a:ext uri="{FF2B5EF4-FFF2-40B4-BE49-F238E27FC236}">
                    <a16:creationId xmlns:a16="http://schemas.microsoft.com/office/drawing/2014/main" id="{C385C36A-8F48-E47B-7C6E-E9CE50E27705}"/>
                  </a:ext>
                </a:extLst>
              </p:cNvPr>
              <p:cNvSpPr txBox="1">
                <a:spLocks noRot="1" noChangeAspect="1" noMove="1" noResize="1" noEditPoints="1" noAdjustHandles="1" noChangeArrowheads="1" noChangeShapeType="1" noTextEdit="1"/>
              </p:cNvSpPr>
              <p:nvPr>
                <p:custDataLst>
                  <p:tags r:id="rId11"/>
                </p:custDataLst>
              </p:nvPr>
            </p:nvSpPr>
            <p:spPr>
              <a:xfrm>
                <a:off x="3585324" y="3674263"/>
                <a:ext cx="428771" cy="461665"/>
              </a:xfrm>
              <a:prstGeom prst="rect">
                <a:avLst/>
              </a:prstGeom>
              <a:blipFill>
                <a:blip r:embed="rId19"/>
                <a:stretch>
                  <a:fillRect/>
                </a:stretch>
              </a:blipFill>
            </p:spPr>
            <p:txBody>
              <a:bodyPr/>
              <a:lstStyle/>
              <a:p>
                <a:r>
                  <a:rPr lang="en-US">
                    <a:noFill/>
                  </a:rPr>
                  <a:t> </a:t>
                </a:r>
              </a:p>
            </p:txBody>
          </p:sp>
        </mc:Fallback>
      </mc:AlternateContent>
      <p:sp>
        <p:nvSpPr>
          <p:cNvPr id="14" name="Right Brace 13">
            <a:extLst>
              <a:ext uri="{FF2B5EF4-FFF2-40B4-BE49-F238E27FC236}">
                <a16:creationId xmlns:a16="http://schemas.microsoft.com/office/drawing/2014/main" id="{92F803B9-E42A-FBF5-688A-F8B7645D0956}"/>
              </a:ext>
            </a:extLst>
          </p:cNvPr>
          <p:cNvSpPr/>
          <p:nvPr>
            <p:custDataLst>
              <p:tags r:id="rId12"/>
            </p:custDataLst>
          </p:nvPr>
        </p:nvSpPr>
        <p:spPr>
          <a:xfrm>
            <a:off x="8997669" y="2044259"/>
            <a:ext cx="139683" cy="1334021"/>
          </a:xfrm>
          <a:prstGeom prst="rightBrac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5" name="TextBox 14">
            <a:extLst>
              <a:ext uri="{FF2B5EF4-FFF2-40B4-BE49-F238E27FC236}">
                <a16:creationId xmlns:a16="http://schemas.microsoft.com/office/drawing/2014/main" id="{F7AB1616-978C-81B6-E5CB-C2AC5946404D}"/>
              </a:ext>
            </a:extLst>
          </p:cNvPr>
          <p:cNvSpPr txBox="1"/>
          <p:nvPr>
            <p:custDataLst>
              <p:tags r:id="rId13"/>
            </p:custDataLst>
          </p:nvPr>
        </p:nvSpPr>
        <p:spPr>
          <a:xfrm>
            <a:off x="9105602" y="2480436"/>
            <a:ext cx="2972352" cy="461665"/>
          </a:xfrm>
          <a:prstGeom prst="rect">
            <a:avLst/>
          </a:prstGeom>
          <a:noFill/>
        </p:spPr>
        <p:txBody>
          <a:bodyPr wrap="none" rtlCol="0" anchor="ctr">
            <a:spAutoFit/>
          </a:bodyPr>
          <a:lstStyle/>
          <a:p>
            <a:r>
              <a:rPr lang="en-US" sz="2400" dirty="0"/>
              <a:t>Row-by-row traversal</a:t>
            </a:r>
          </a:p>
        </p:txBody>
      </p:sp>
    </p:spTree>
    <p:custDataLst>
      <p:tags r:id="rId1"/>
    </p:custDataLst>
    <p:extLst>
      <p:ext uri="{BB962C8B-B14F-4D97-AF65-F5344CB8AC3E}">
        <p14:creationId xmlns:p14="http://schemas.microsoft.com/office/powerpoint/2010/main" val="23595449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1F16B1-5468-83FD-64C7-68045C621054}"/>
              </a:ext>
            </a:extLst>
          </p:cNvPr>
          <p:cNvSpPr>
            <a:spLocks noGrp="1"/>
          </p:cNvSpPr>
          <p:nvPr>
            <p:ph type="title"/>
            <p:custDataLst>
              <p:tags r:id="rId2"/>
            </p:custDataLst>
          </p:nvPr>
        </p:nvSpPr>
        <p:spPr/>
        <p:txBody>
          <a:bodyPr/>
          <a:lstStyle/>
          <a:p>
            <a:r>
              <a:rPr lang="en-US" noProof="0" dirty="0"/>
              <a:t>Why layouts matter</a:t>
            </a:r>
          </a:p>
        </p:txBody>
      </p:sp>
      <p:pic>
        <p:nvPicPr>
          <p:cNvPr id="4" name="Picture 3">
            <a:extLst>
              <a:ext uri="{FF2B5EF4-FFF2-40B4-BE49-F238E27FC236}">
                <a16:creationId xmlns:a16="http://schemas.microsoft.com/office/drawing/2014/main" id="{F353F98A-C5CE-9352-8E83-B1375ABB1A90}"/>
              </a:ext>
            </a:extLst>
          </p:cNvPr>
          <p:cNvPicPr>
            <a:picLocks noChangeAspect="1"/>
          </p:cNvPicPr>
          <p:nvPr>
            <p:custDataLst>
              <p:tags r:id="rId3"/>
            </p:custDataLst>
          </p:nvPr>
        </p:nvPicPr>
        <p:blipFill>
          <a:blip r:embed="rId21"/>
          <a:stretch>
            <a:fillRect/>
          </a:stretch>
        </p:blipFill>
        <p:spPr>
          <a:xfrm>
            <a:off x="2914089" y="4145062"/>
            <a:ext cx="1785102" cy="1774049"/>
          </a:xfrm>
          <a:prstGeom prst="rect">
            <a:avLst/>
          </a:prstGeom>
        </p:spPr>
      </p:pic>
      <p:pic>
        <p:nvPicPr>
          <p:cNvPr id="5" name="Picture 4">
            <a:extLst>
              <a:ext uri="{FF2B5EF4-FFF2-40B4-BE49-F238E27FC236}">
                <a16:creationId xmlns:a16="http://schemas.microsoft.com/office/drawing/2014/main" id="{019A6B8E-0CD6-2553-0520-DF9244FCFB78}"/>
              </a:ext>
            </a:extLst>
          </p:cNvPr>
          <p:cNvPicPr>
            <a:picLocks noChangeAspect="1"/>
          </p:cNvPicPr>
          <p:nvPr>
            <p:custDataLst>
              <p:tags r:id="rId4"/>
            </p:custDataLst>
          </p:nvPr>
        </p:nvPicPr>
        <p:blipFill>
          <a:blip r:embed="rId21"/>
          <a:stretch>
            <a:fillRect/>
          </a:stretch>
        </p:blipFill>
        <p:spPr>
          <a:xfrm rot="16200000" flipH="1">
            <a:off x="7285278" y="4127242"/>
            <a:ext cx="1796224" cy="1785102"/>
          </a:xfrm>
          <a:prstGeom prst="rect">
            <a:avLst/>
          </a:prstGeom>
        </p:spPr>
      </p:pic>
      <mc:AlternateContent xmlns:mc="http://schemas.openxmlformats.org/markup-compatibility/2006">
        <mc:Choice xmlns:a14="http://schemas.microsoft.com/office/drawing/2010/main" Requires="a14">
          <p:sp>
            <p:nvSpPr>
              <p:cNvPr id="16" name="TextBox 15">
                <a:extLst>
                  <a:ext uri="{FF2B5EF4-FFF2-40B4-BE49-F238E27FC236}">
                    <a16:creationId xmlns:a16="http://schemas.microsoft.com/office/drawing/2014/main" id="{18584B60-09B2-9CFA-E5B6-2949310DA2AF}"/>
                  </a:ext>
                </a:extLst>
              </p:cNvPr>
              <p:cNvSpPr txBox="1"/>
              <p:nvPr>
                <p:custDataLst>
                  <p:tags r:id="rId5"/>
                </p:custDataLst>
              </p:nvPr>
            </p:nvSpPr>
            <p:spPr>
              <a:xfrm>
                <a:off x="3816318" y="1610496"/>
                <a:ext cx="3557256" cy="461665"/>
              </a:xfrm>
              <a:prstGeom prst="rect">
                <a:avLst/>
              </a:prstGeom>
              <a:noFill/>
            </p:spPr>
            <p:txBody>
              <a:bodyPr wrap="none" rtlCol="0" anchor="b">
                <a:spAutoFit/>
              </a:bodyPr>
              <a:lstStyle/>
              <a:p>
                <a:pPr algn="ctr"/>
                <a14:m>
                  <m:oMath xmlns:m="http://schemas.openxmlformats.org/officeDocument/2006/math">
                    <m:r>
                      <a:rPr lang="en-US" sz="2400" b="0" i="1" noProof="0" smtClean="0">
                        <a:latin typeface="Cambria Math" panose="02040503050406030204" pitchFamily="18" charset="0"/>
                      </a:rPr>
                      <m:t>𝑚</m:t>
                    </m:r>
                    <m:r>
                      <a:rPr lang="en-US" sz="2400" b="0" i="1" noProof="0" smtClean="0">
                        <a:latin typeface="Cambria Math" panose="02040503050406030204" pitchFamily="18" charset="0"/>
                      </a:rPr>
                      <m:t>×</m:t>
                    </m:r>
                    <m:r>
                      <a:rPr lang="en-US" sz="2400" b="0" i="1" noProof="0" smtClean="0">
                        <a:latin typeface="Cambria Math" panose="02040503050406030204" pitchFamily="18" charset="0"/>
                      </a:rPr>
                      <m:t>𝑛</m:t>
                    </m:r>
                  </m:oMath>
                </a14:m>
                <a:r>
                  <a:rPr lang="en-US" sz="2400" noProof="0" dirty="0"/>
                  <a:t> matrix initialization</a:t>
                </a:r>
                <a:endParaRPr lang="en-US" sz="2400" i="1" noProof="0" dirty="0"/>
              </a:p>
            </p:txBody>
          </p:sp>
        </mc:Choice>
        <mc:Fallback>
          <p:sp>
            <p:nvSpPr>
              <p:cNvPr id="16" name="TextBox 15">
                <a:extLst>
                  <a:ext uri="{FF2B5EF4-FFF2-40B4-BE49-F238E27FC236}">
                    <a16:creationId xmlns:a16="http://schemas.microsoft.com/office/drawing/2014/main" id="{18584B60-09B2-9CFA-E5B6-2949310DA2AF}"/>
                  </a:ext>
                </a:extLst>
              </p:cNvPr>
              <p:cNvSpPr txBox="1">
                <a:spLocks noRot="1" noChangeAspect="1" noMove="1" noResize="1" noEditPoints="1" noAdjustHandles="1" noChangeArrowheads="1" noChangeShapeType="1" noTextEdit="1"/>
              </p:cNvSpPr>
              <p:nvPr>
                <p:custDataLst>
                  <p:tags r:id="rId5"/>
                </p:custDataLst>
              </p:nvPr>
            </p:nvSpPr>
            <p:spPr>
              <a:xfrm>
                <a:off x="3816318" y="1610496"/>
                <a:ext cx="3557256" cy="461665"/>
              </a:xfrm>
              <a:prstGeom prst="rect">
                <a:avLst/>
              </a:prstGeom>
              <a:blipFill>
                <a:blip r:embed="rId22"/>
                <a:stretch>
                  <a:fillRect t="-9211" r="-2397" b="-30263"/>
                </a:stretch>
              </a:blipFill>
            </p:spPr>
            <p:txBody>
              <a:bodyPr/>
              <a:lstStyle/>
              <a:p>
                <a:r>
                  <a:rPr lang="en-US">
                    <a:noFill/>
                  </a:rPr>
                  <a:t> </a:t>
                </a:r>
              </a:p>
            </p:txBody>
          </p:sp>
        </mc:Fallback>
      </mc:AlternateContent>
      <p:sp>
        <p:nvSpPr>
          <p:cNvPr id="20" name="TextBox 19">
            <a:extLst>
              <a:ext uri="{FF2B5EF4-FFF2-40B4-BE49-F238E27FC236}">
                <a16:creationId xmlns:a16="http://schemas.microsoft.com/office/drawing/2014/main" id="{2272D78A-9733-44AD-5F40-F615D37E734A}"/>
              </a:ext>
            </a:extLst>
          </p:cNvPr>
          <p:cNvSpPr txBox="1"/>
          <p:nvPr>
            <p:custDataLst>
              <p:tags r:id="rId6"/>
            </p:custDataLst>
          </p:nvPr>
        </p:nvSpPr>
        <p:spPr>
          <a:xfrm>
            <a:off x="2285689" y="2047595"/>
            <a:ext cx="6618514" cy="1330685"/>
          </a:xfrm>
          <a:prstGeom prst="rect">
            <a:avLst/>
          </a:prstGeom>
          <a:noFill/>
          <a:ln>
            <a:solidFill>
              <a:schemeClr val="tx1"/>
            </a:solidFill>
          </a:ln>
        </p:spPr>
        <p:txBody>
          <a:bodyPr wrap="none">
            <a:spAutoFit/>
          </a:bodyPr>
          <a:lstStyle/>
          <a:p>
            <a:pPr>
              <a:lnSpc>
                <a:spcPct val="113095"/>
              </a:lnSpc>
              <a:buNone/>
            </a:pPr>
            <a:r>
              <a:rPr lang="en-US" sz="2400" noProof="0" dirty="0">
                <a:solidFill>
                  <a:srgbClr val="AF00DB"/>
                </a:solidFill>
                <a:latin typeface="Fira Code" panose="020B0809050000020004" pitchFamily="49" charset="0"/>
              </a:rPr>
              <a:t>for</a:t>
            </a:r>
            <a:r>
              <a:rPr lang="en-US" sz="2400" noProof="0" dirty="0">
                <a:solidFill>
                  <a:srgbClr val="000000"/>
                </a:solidFill>
                <a:latin typeface="Fira Code" panose="020B0809050000020004" pitchFamily="49" charset="0"/>
              </a:rPr>
              <a:t> (</a:t>
            </a:r>
            <a:r>
              <a:rPr lang="en-US" sz="2400" noProof="0" dirty="0">
                <a:solidFill>
                  <a:srgbClr val="0000FF"/>
                </a:solidFill>
                <a:latin typeface="Fira Code" panose="020B0809050000020004" pitchFamily="49" charset="0"/>
              </a:rPr>
              <a:t>int</a:t>
            </a:r>
            <a:r>
              <a:rPr lang="en-US" sz="2400" noProof="0" dirty="0">
                <a:solidFill>
                  <a:srgbClr val="000000"/>
                </a:solidFill>
                <a:latin typeface="Fira Code" panose="020B0809050000020004" pitchFamily="49" charset="0"/>
              </a:rPr>
              <a:t> </a:t>
            </a:r>
            <a:r>
              <a:rPr lang="en-US" sz="2400" noProof="0" dirty="0" err="1">
                <a:solidFill>
                  <a:srgbClr val="001080"/>
                </a:solidFill>
                <a:latin typeface="Fira Code" panose="020B0809050000020004" pitchFamily="49" charset="0"/>
              </a:rPr>
              <a:t>i</a:t>
            </a:r>
            <a:r>
              <a:rPr lang="en-US" sz="2400" noProof="0" dirty="0">
                <a:solidFill>
                  <a:srgbClr val="000000"/>
                </a:solidFill>
                <a:latin typeface="Fira Code" panose="020B0809050000020004" pitchFamily="49" charset="0"/>
              </a:rPr>
              <a:t> = </a:t>
            </a:r>
            <a:r>
              <a:rPr lang="en-US" sz="2400" noProof="0" dirty="0">
                <a:solidFill>
                  <a:srgbClr val="098658"/>
                </a:solidFill>
                <a:latin typeface="Fira Code" panose="020B0809050000020004" pitchFamily="49" charset="0"/>
              </a:rPr>
              <a:t>0</a:t>
            </a:r>
            <a:r>
              <a:rPr lang="en-US" sz="2400" noProof="0" dirty="0">
                <a:solidFill>
                  <a:srgbClr val="000000"/>
                </a:solidFill>
                <a:latin typeface="Fira Code" panose="020B0809050000020004" pitchFamily="49" charset="0"/>
              </a:rPr>
              <a:t>; </a:t>
            </a:r>
            <a:r>
              <a:rPr lang="en-US" sz="2400" noProof="0" dirty="0" err="1">
                <a:solidFill>
                  <a:srgbClr val="001080"/>
                </a:solidFill>
                <a:latin typeface="Fira Code" panose="020B0809050000020004" pitchFamily="49" charset="0"/>
              </a:rPr>
              <a:t>i</a:t>
            </a:r>
            <a:r>
              <a:rPr lang="en-US" sz="2400" noProof="0" dirty="0">
                <a:solidFill>
                  <a:srgbClr val="000000"/>
                </a:solidFill>
                <a:latin typeface="Fira Code" panose="020B0809050000020004" pitchFamily="49" charset="0"/>
              </a:rPr>
              <a:t> &lt; </a:t>
            </a:r>
            <a:r>
              <a:rPr lang="en-US" sz="2400" noProof="0" dirty="0">
                <a:solidFill>
                  <a:srgbClr val="0070C1"/>
                </a:solidFill>
                <a:latin typeface="Fira Code" panose="020B0809050000020004" pitchFamily="49" charset="0"/>
              </a:rPr>
              <a:t>M</a:t>
            </a:r>
            <a:r>
              <a:rPr lang="en-US" sz="2400" noProof="0" dirty="0">
                <a:solidFill>
                  <a:srgbClr val="000000"/>
                </a:solidFill>
                <a:latin typeface="Fira Code" panose="020B0809050000020004" pitchFamily="49" charset="0"/>
              </a:rPr>
              <a:t>; </a:t>
            </a:r>
            <a:r>
              <a:rPr lang="en-US" sz="2400" noProof="0" dirty="0" err="1">
                <a:solidFill>
                  <a:srgbClr val="001080"/>
                </a:solidFill>
                <a:latin typeface="Fira Code" panose="020B0809050000020004" pitchFamily="49" charset="0"/>
              </a:rPr>
              <a:t>i</a:t>
            </a:r>
            <a:r>
              <a:rPr lang="en-US" sz="2400" noProof="0" dirty="0">
                <a:solidFill>
                  <a:srgbClr val="000000"/>
                </a:solidFill>
                <a:latin typeface="Fira Code" panose="020B0809050000020004" pitchFamily="49" charset="0"/>
              </a:rPr>
              <a:t>++)</a:t>
            </a:r>
          </a:p>
          <a:p>
            <a:pPr>
              <a:lnSpc>
                <a:spcPct val="113095"/>
              </a:lnSpc>
              <a:buNone/>
            </a:pPr>
            <a:r>
              <a:rPr lang="en-US" sz="2400" noProof="0" dirty="0">
                <a:solidFill>
                  <a:srgbClr val="000000"/>
                </a:solidFill>
                <a:latin typeface="Fira Code" panose="020B0809050000020004" pitchFamily="49" charset="0"/>
              </a:rPr>
              <a:t>    </a:t>
            </a:r>
            <a:r>
              <a:rPr lang="en-US" sz="2400" noProof="0" dirty="0">
                <a:solidFill>
                  <a:srgbClr val="AF00DB"/>
                </a:solidFill>
                <a:latin typeface="Fira Code" panose="020B0809050000020004" pitchFamily="49" charset="0"/>
              </a:rPr>
              <a:t>for</a:t>
            </a:r>
            <a:r>
              <a:rPr lang="en-US" sz="2400" noProof="0" dirty="0">
                <a:solidFill>
                  <a:srgbClr val="000000"/>
                </a:solidFill>
                <a:latin typeface="Fira Code" panose="020B0809050000020004" pitchFamily="49" charset="0"/>
              </a:rPr>
              <a:t> (</a:t>
            </a:r>
            <a:r>
              <a:rPr lang="en-US" sz="2400" noProof="0" dirty="0">
                <a:solidFill>
                  <a:srgbClr val="0000FF"/>
                </a:solidFill>
                <a:latin typeface="Fira Code" panose="020B0809050000020004" pitchFamily="49" charset="0"/>
              </a:rPr>
              <a:t>int</a:t>
            </a:r>
            <a:r>
              <a:rPr lang="en-US" sz="2400" noProof="0" dirty="0">
                <a:solidFill>
                  <a:srgbClr val="000000"/>
                </a:solidFill>
                <a:latin typeface="Fira Code" panose="020B0809050000020004" pitchFamily="49" charset="0"/>
              </a:rPr>
              <a:t> </a:t>
            </a:r>
            <a:r>
              <a:rPr lang="en-US" sz="2400" noProof="0" dirty="0">
                <a:solidFill>
                  <a:srgbClr val="001080"/>
                </a:solidFill>
                <a:latin typeface="Fira Code" panose="020B0809050000020004" pitchFamily="49" charset="0"/>
              </a:rPr>
              <a:t>j</a:t>
            </a:r>
            <a:r>
              <a:rPr lang="en-US" sz="2400" noProof="0" dirty="0">
                <a:solidFill>
                  <a:srgbClr val="000000"/>
                </a:solidFill>
                <a:latin typeface="Fira Code" panose="020B0809050000020004" pitchFamily="49" charset="0"/>
              </a:rPr>
              <a:t> = </a:t>
            </a:r>
            <a:r>
              <a:rPr lang="en-US" sz="2400" noProof="0" dirty="0">
                <a:solidFill>
                  <a:srgbClr val="098658"/>
                </a:solidFill>
                <a:latin typeface="Fira Code" panose="020B0809050000020004" pitchFamily="49" charset="0"/>
              </a:rPr>
              <a:t>0</a:t>
            </a:r>
            <a:r>
              <a:rPr lang="en-US" sz="2400" noProof="0" dirty="0">
                <a:solidFill>
                  <a:srgbClr val="000000"/>
                </a:solidFill>
                <a:latin typeface="Fira Code" panose="020B0809050000020004" pitchFamily="49" charset="0"/>
              </a:rPr>
              <a:t>; </a:t>
            </a:r>
            <a:r>
              <a:rPr lang="en-US" sz="2400" noProof="0" dirty="0">
                <a:solidFill>
                  <a:srgbClr val="001080"/>
                </a:solidFill>
                <a:latin typeface="Fira Code" panose="020B0809050000020004" pitchFamily="49" charset="0"/>
              </a:rPr>
              <a:t>j</a:t>
            </a:r>
            <a:r>
              <a:rPr lang="en-US" sz="2400" noProof="0" dirty="0">
                <a:solidFill>
                  <a:srgbClr val="000000"/>
                </a:solidFill>
                <a:latin typeface="Fira Code" panose="020B0809050000020004" pitchFamily="49" charset="0"/>
              </a:rPr>
              <a:t> &lt; </a:t>
            </a:r>
            <a:r>
              <a:rPr lang="en-US" sz="2400" noProof="0" dirty="0">
                <a:solidFill>
                  <a:srgbClr val="0070C1"/>
                </a:solidFill>
                <a:latin typeface="Fira Code" panose="020B0809050000020004" pitchFamily="49" charset="0"/>
              </a:rPr>
              <a:t>N</a:t>
            </a:r>
            <a:r>
              <a:rPr lang="en-US" sz="2400" noProof="0" dirty="0">
                <a:solidFill>
                  <a:srgbClr val="000000"/>
                </a:solidFill>
                <a:latin typeface="Fira Code" panose="020B0809050000020004" pitchFamily="49" charset="0"/>
              </a:rPr>
              <a:t>; </a:t>
            </a:r>
            <a:r>
              <a:rPr lang="en-US" sz="2400" noProof="0" dirty="0" err="1">
                <a:solidFill>
                  <a:srgbClr val="001080"/>
                </a:solidFill>
                <a:latin typeface="Fira Code" panose="020B0809050000020004" pitchFamily="49" charset="0"/>
              </a:rPr>
              <a:t>j</a:t>
            </a:r>
            <a:r>
              <a:rPr lang="en-US" sz="2400" noProof="0" dirty="0" err="1">
                <a:solidFill>
                  <a:srgbClr val="000000"/>
                </a:solidFill>
                <a:latin typeface="Fira Code" panose="020B0809050000020004" pitchFamily="49" charset="0"/>
              </a:rPr>
              <a:t>++</a:t>
            </a:r>
            <a:r>
              <a:rPr lang="en-US" sz="2400" noProof="0" dirty="0">
                <a:solidFill>
                  <a:srgbClr val="000000"/>
                </a:solidFill>
                <a:latin typeface="Fira Code" panose="020B0809050000020004" pitchFamily="49" charset="0"/>
              </a:rPr>
              <a:t>)</a:t>
            </a:r>
          </a:p>
          <a:p>
            <a:pPr>
              <a:lnSpc>
                <a:spcPct val="113095"/>
              </a:lnSpc>
              <a:buNone/>
            </a:pPr>
            <a:r>
              <a:rPr lang="en-US" sz="2400" noProof="0" dirty="0">
                <a:solidFill>
                  <a:srgbClr val="000000"/>
                </a:solidFill>
                <a:latin typeface="Fira Code" panose="020B0809050000020004" pitchFamily="49" charset="0"/>
              </a:rPr>
              <a:t>        </a:t>
            </a:r>
            <a:r>
              <a:rPr lang="en-US" sz="2400" noProof="0" dirty="0">
                <a:solidFill>
                  <a:srgbClr val="001080"/>
                </a:solidFill>
                <a:latin typeface="Fira Code" panose="020B0809050000020004" pitchFamily="49" charset="0"/>
              </a:rPr>
              <a:t>matrix</a:t>
            </a:r>
            <a:r>
              <a:rPr lang="en-US" sz="2400" noProof="0" dirty="0">
                <a:solidFill>
                  <a:srgbClr val="000000"/>
                </a:solidFill>
                <a:latin typeface="Fira Code" panose="020B0809050000020004" pitchFamily="49" charset="0"/>
              </a:rPr>
              <a:t>[</a:t>
            </a:r>
            <a:r>
              <a:rPr lang="en-US" sz="2400" noProof="0" dirty="0" err="1">
                <a:solidFill>
                  <a:srgbClr val="001080"/>
                </a:solidFill>
                <a:latin typeface="Fira Code" panose="020B0809050000020004" pitchFamily="49" charset="0"/>
              </a:rPr>
              <a:t>i</a:t>
            </a:r>
            <a:r>
              <a:rPr lang="en-US" sz="2400" noProof="0" dirty="0">
                <a:solidFill>
                  <a:srgbClr val="000000"/>
                </a:solidFill>
                <a:latin typeface="Fira Code" panose="020B0809050000020004" pitchFamily="49" charset="0"/>
              </a:rPr>
              <a:t>][</a:t>
            </a:r>
            <a:r>
              <a:rPr lang="en-US" sz="2400" noProof="0" dirty="0">
                <a:solidFill>
                  <a:srgbClr val="001080"/>
                </a:solidFill>
                <a:latin typeface="Fira Code" panose="020B0809050000020004" pitchFamily="49" charset="0"/>
              </a:rPr>
              <a:t>j</a:t>
            </a:r>
            <a:r>
              <a:rPr lang="en-US" sz="2400" noProof="0" dirty="0">
                <a:solidFill>
                  <a:srgbClr val="000000"/>
                </a:solidFill>
                <a:latin typeface="Fira Code" panose="020B0809050000020004" pitchFamily="49" charset="0"/>
              </a:rPr>
              <a:t>] = </a:t>
            </a:r>
            <a:r>
              <a:rPr lang="en-US" sz="2400" noProof="0" dirty="0" err="1">
                <a:solidFill>
                  <a:srgbClr val="795E26"/>
                </a:solidFill>
                <a:latin typeface="Fira Code" panose="020B0809050000020004" pitchFamily="49" charset="0"/>
              </a:rPr>
              <a:t>init</a:t>
            </a:r>
            <a:r>
              <a:rPr lang="en-US" sz="2400" noProof="0" dirty="0">
                <a:solidFill>
                  <a:srgbClr val="000000"/>
                </a:solidFill>
                <a:latin typeface="Fira Code" panose="020B0809050000020004" pitchFamily="49" charset="0"/>
              </a:rPr>
              <a:t>(</a:t>
            </a:r>
            <a:r>
              <a:rPr lang="en-US" sz="2400" noProof="0" dirty="0" err="1">
                <a:solidFill>
                  <a:srgbClr val="001080"/>
                </a:solidFill>
                <a:latin typeface="Fira Code" panose="020B0809050000020004" pitchFamily="49" charset="0"/>
              </a:rPr>
              <a:t>i</a:t>
            </a:r>
            <a:r>
              <a:rPr lang="en-US" sz="2400" noProof="0" dirty="0">
                <a:solidFill>
                  <a:srgbClr val="000000"/>
                </a:solidFill>
                <a:latin typeface="Fira Code" panose="020B0809050000020004" pitchFamily="49" charset="0"/>
              </a:rPr>
              <a:t>, </a:t>
            </a:r>
            <a:r>
              <a:rPr lang="en-US" sz="2400" noProof="0" dirty="0">
                <a:solidFill>
                  <a:srgbClr val="001080"/>
                </a:solidFill>
                <a:latin typeface="Fira Code" panose="020B0809050000020004" pitchFamily="49" charset="0"/>
              </a:rPr>
              <a:t>j</a:t>
            </a:r>
            <a:r>
              <a:rPr lang="en-US" sz="2400" noProof="0" dirty="0">
                <a:solidFill>
                  <a:srgbClr val="000000"/>
                </a:solidFill>
                <a:latin typeface="Fira Code" panose="020B0809050000020004" pitchFamily="49" charset="0"/>
              </a:rPr>
              <a:t>);</a:t>
            </a:r>
          </a:p>
        </p:txBody>
      </p:sp>
      <p:sp>
        <p:nvSpPr>
          <p:cNvPr id="3" name="Date Placeholder 2">
            <a:extLst>
              <a:ext uri="{FF2B5EF4-FFF2-40B4-BE49-F238E27FC236}">
                <a16:creationId xmlns:a16="http://schemas.microsoft.com/office/drawing/2014/main" id="{2F2E9618-3FF8-BCC6-7768-54ABDA9F15B4}"/>
              </a:ext>
            </a:extLst>
          </p:cNvPr>
          <p:cNvSpPr>
            <a:spLocks noGrp="1"/>
          </p:cNvSpPr>
          <p:nvPr>
            <p:ph type="dt" sz="half" idx="10"/>
            <p:custDataLst>
              <p:tags r:id="rId7"/>
            </p:custDataLst>
          </p:nvPr>
        </p:nvSpPr>
        <p:spPr/>
        <p:txBody>
          <a:bodyPr/>
          <a:lstStyle/>
          <a:p>
            <a:r>
              <a:rPr lang="en-US" noProof="0"/>
              <a:t>9/5/2026</a:t>
            </a:r>
            <a:endParaRPr lang="en-US" noProof="0" dirty="0"/>
          </a:p>
        </p:txBody>
      </p:sp>
      <p:sp>
        <p:nvSpPr>
          <p:cNvPr id="8" name="Slide Number Placeholder 7">
            <a:extLst>
              <a:ext uri="{FF2B5EF4-FFF2-40B4-BE49-F238E27FC236}">
                <a16:creationId xmlns:a16="http://schemas.microsoft.com/office/drawing/2014/main" id="{21FD437B-AF40-42FA-9984-B012183807D6}"/>
              </a:ext>
            </a:extLst>
          </p:cNvPr>
          <p:cNvSpPr>
            <a:spLocks noGrp="1"/>
          </p:cNvSpPr>
          <p:nvPr>
            <p:ph type="sldNum" sz="quarter" idx="12"/>
            <p:custDataLst>
              <p:tags r:id="rId8"/>
            </p:custDataLst>
          </p:nvPr>
        </p:nvSpPr>
        <p:spPr/>
        <p:txBody>
          <a:bodyPr/>
          <a:lstStyle/>
          <a:p>
            <a:r>
              <a:rPr lang="en-US" noProof="0"/>
              <a:t>3</a:t>
            </a:r>
            <a:endParaRPr lang="en-US" noProof="0" dirty="0"/>
          </a:p>
        </p:txBody>
      </p:sp>
      <p:sp>
        <p:nvSpPr>
          <p:cNvPr id="12" name="TextBox 11">
            <a:extLst>
              <a:ext uri="{FF2B5EF4-FFF2-40B4-BE49-F238E27FC236}">
                <a16:creationId xmlns:a16="http://schemas.microsoft.com/office/drawing/2014/main" id="{16640CAD-E8F3-0136-EE14-212BDC4874AA}"/>
              </a:ext>
            </a:extLst>
          </p:cNvPr>
          <p:cNvSpPr txBox="1"/>
          <p:nvPr>
            <p:custDataLst>
              <p:tags r:id="rId9"/>
            </p:custDataLst>
          </p:nvPr>
        </p:nvSpPr>
        <p:spPr>
          <a:xfrm>
            <a:off x="2998529" y="5942676"/>
            <a:ext cx="1635577" cy="461665"/>
          </a:xfrm>
          <a:prstGeom prst="rect">
            <a:avLst/>
          </a:prstGeom>
          <a:noFill/>
        </p:spPr>
        <p:txBody>
          <a:bodyPr wrap="none" rtlCol="0">
            <a:spAutoFit/>
          </a:bodyPr>
          <a:lstStyle/>
          <a:p>
            <a:pPr algn="ctr"/>
            <a:r>
              <a:rPr lang="en-US" sz="2400" noProof="0" dirty="0"/>
              <a:t>Row-major</a:t>
            </a:r>
            <a:endParaRPr lang="en-US" noProof="0" dirty="0"/>
          </a:p>
        </p:txBody>
      </p:sp>
      <p:sp>
        <p:nvSpPr>
          <p:cNvPr id="17" name="TextBox 16">
            <a:extLst>
              <a:ext uri="{FF2B5EF4-FFF2-40B4-BE49-F238E27FC236}">
                <a16:creationId xmlns:a16="http://schemas.microsoft.com/office/drawing/2014/main" id="{8AF8D4C1-EF6C-17E0-8CD6-7A1A3F4F9FD6}"/>
              </a:ext>
            </a:extLst>
          </p:cNvPr>
          <p:cNvSpPr txBox="1"/>
          <p:nvPr>
            <p:custDataLst>
              <p:tags r:id="rId10"/>
            </p:custDataLst>
          </p:nvPr>
        </p:nvSpPr>
        <p:spPr>
          <a:xfrm>
            <a:off x="7019373" y="5951066"/>
            <a:ext cx="2129109" cy="461665"/>
          </a:xfrm>
          <a:prstGeom prst="rect">
            <a:avLst/>
          </a:prstGeom>
          <a:noFill/>
        </p:spPr>
        <p:txBody>
          <a:bodyPr wrap="none" rtlCol="0">
            <a:spAutoFit/>
          </a:bodyPr>
          <a:lstStyle/>
          <a:p>
            <a:pPr algn="ctr"/>
            <a:r>
              <a:rPr lang="en-US" sz="2400" noProof="0" dirty="0"/>
              <a:t>Column-major</a:t>
            </a:r>
            <a:endParaRPr lang="en-US" noProof="0" dirty="0"/>
          </a:p>
        </p:txBody>
      </p:sp>
      <p:sp>
        <p:nvSpPr>
          <p:cNvPr id="18" name="TextBox 17">
            <a:extLst>
              <a:ext uri="{FF2B5EF4-FFF2-40B4-BE49-F238E27FC236}">
                <a16:creationId xmlns:a16="http://schemas.microsoft.com/office/drawing/2014/main" id="{3D68BC8C-4491-6660-E659-B2498387A799}"/>
              </a:ext>
            </a:extLst>
          </p:cNvPr>
          <p:cNvSpPr txBox="1"/>
          <p:nvPr>
            <p:custDataLst>
              <p:tags r:id="rId11"/>
            </p:custDataLst>
          </p:nvPr>
        </p:nvSpPr>
        <p:spPr>
          <a:xfrm>
            <a:off x="2320137" y="5939902"/>
            <a:ext cx="678392" cy="523220"/>
          </a:xfrm>
          <a:prstGeom prst="rect">
            <a:avLst/>
          </a:prstGeom>
          <a:noFill/>
        </p:spPr>
        <p:txBody>
          <a:bodyPr wrap="none" rtlCol="0">
            <a:spAutoFit/>
          </a:bodyPr>
          <a:lstStyle/>
          <a:p>
            <a:pPr algn="ctr"/>
            <a:r>
              <a:rPr lang="en-US" sz="2800" noProof="0" dirty="0"/>
              <a:t>🚀</a:t>
            </a:r>
          </a:p>
        </p:txBody>
      </p:sp>
      <p:sp>
        <p:nvSpPr>
          <p:cNvPr id="22" name="TextBox 21">
            <a:extLst>
              <a:ext uri="{FF2B5EF4-FFF2-40B4-BE49-F238E27FC236}">
                <a16:creationId xmlns:a16="http://schemas.microsoft.com/office/drawing/2014/main" id="{C67B8E21-985F-A8B8-8A89-3F3138337D40}"/>
              </a:ext>
            </a:extLst>
          </p:cNvPr>
          <p:cNvSpPr txBox="1"/>
          <p:nvPr>
            <p:custDataLst>
              <p:tags r:id="rId12"/>
            </p:custDataLst>
          </p:nvPr>
        </p:nvSpPr>
        <p:spPr>
          <a:xfrm>
            <a:off x="9075941" y="5917905"/>
            <a:ext cx="678392" cy="523220"/>
          </a:xfrm>
          <a:prstGeom prst="rect">
            <a:avLst/>
          </a:prstGeom>
          <a:noFill/>
        </p:spPr>
        <p:txBody>
          <a:bodyPr wrap="none" rtlCol="0">
            <a:spAutoFit/>
          </a:bodyPr>
          <a:lstStyle/>
          <a:p>
            <a:pPr algn="ctr"/>
            <a:r>
              <a:rPr lang="en-US" sz="2800" noProof="0" dirty="0"/>
              <a:t>🐌</a:t>
            </a:r>
          </a:p>
        </p:txBody>
      </p:sp>
      <mc:AlternateContent xmlns:mc="http://schemas.openxmlformats.org/markup-compatibility/2006">
        <mc:Choice xmlns:a14="http://schemas.microsoft.com/office/drawing/2010/main" Requires="a14">
          <p:sp>
            <p:nvSpPr>
              <p:cNvPr id="10" name="TextBox 9">
                <a:extLst>
                  <a:ext uri="{FF2B5EF4-FFF2-40B4-BE49-F238E27FC236}">
                    <a16:creationId xmlns:a16="http://schemas.microsoft.com/office/drawing/2014/main" id="{0D8FA95F-2675-1FD6-BC91-3590519E9D21}"/>
                  </a:ext>
                </a:extLst>
              </p:cNvPr>
              <p:cNvSpPr txBox="1"/>
              <p:nvPr>
                <p:custDataLst>
                  <p:tags r:id="rId13"/>
                </p:custDataLst>
              </p:nvPr>
            </p:nvSpPr>
            <p:spPr>
              <a:xfrm>
                <a:off x="2469117" y="4801253"/>
                <a:ext cx="510524" cy="461665"/>
              </a:xfrm>
              <a:prstGeom prst="rect">
                <a:avLst/>
              </a:prstGeom>
              <a:noFill/>
            </p:spPr>
            <p:txBody>
              <a:bodyPr wrap="none" rtlCol="0">
                <a:spAutoFit/>
              </a:bodyPr>
              <a:lstStyle/>
              <a:p>
                <a:pPr/>
                <a14:m>
                  <m:oMathPara xmlns:m="http://schemas.openxmlformats.org/officeDocument/2006/math">
                    <m:oMath>
                      <m:r>
                        <a:rPr lang="en-US" sz="2400" i="1" noProof="0" smtClean="0">
                          <a:latin typeface="Cambria Math" panose="02040503050406030204" pitchFamily="18" charset="0"/>
                        </a:rPr>
                        <m:t>𝑚</m:t>
                      </m:r>
                    </m:oMath>
                  </m:oMathPara>
                </a14:m>
                <a:endParaRPr lang="en-US" sz="2400" noProof="0" dirty="0"/>
              </a:p>
            </p:txBody>
          </p:sp>
        </mc:Choice>
        <mc:Fallback>
          <p:sp>
            <p:nvSpPr>
              <p:cNvPr id="10" name="TextBox 9">
                <a:extLst>
                  <a:ext uri="{FF2B5EF4-FFF2-40B4-BE49-F238E27FC236}">
                    <a16:creationId xmlns:a16="http://schemas.microsoft.com/office/drawing/2014/main" id="{0D8FA95F-2675-1FD6-BC91-3590519E9D21}"/>
                  </a:ext>
                </a:extLst>
              </p:cNvPr>
              <p:cNvSpPr txBox="1">
                <a:spLocks noRot="1" noChangeAspect="1" noMove="1" noResize="1" noEditPoints="1" noAdjustHandles="1" noChangeArrowheads="1" noChangeShapeType="1" noTextEdit="1"/>
              </p:cNvSpPr>
              <p:nvPr>
                <p:custDataLst>
                  <p:tags r:id="rId13"/>
                </p:custDataLst>
              </p:nvPr>
            </p:nvSpPr>
            <p:spPr>
              <a:xfrm>
                <a:off x="2469117" y="4801253"/>
                <a:ext cx="510524" cy="461665"/>
              </a:xfrm>
              <a:prstGeom prst="rect">
                <a:avLst/>
              </a:prstGeom>
              <a:blipFill>
                <a:blip r:embed="rId23"/>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3" name="TextBox 12">
                <a:extLst>
                  <a:ext uri="{FF2B5EF4-FFF2-40B4-BE49-F238E27FC236}">
                    <a16:creationId xmlns:a16="http://schemas.microsoft.com/office/drawing/2014/main" id="{5D99167C-04A4-F722-8AAD-E9C93817DE28}"/>
                  </a:ext>
                </a:extLst>
              </p:cNvPr>
              <p:cNvSpPr txBox="1"/>
              <p:nvPr>
                <p:custDataLst>
                  <p:tags r:id="rId14"/>
                </p:custDataLst>
              </p:nvPr>
            </p:nvSpPr>
            <p:spPr>
              <a:xfrm>
                <a:off x="7947754" y="3627378"/>
                <a:ext cx="428771" cy="461665"/>
              </a:xfrm>
              <a:prstGeom prst="rect">
                <a:avLst/>
              </a:prstGeom>
              <a:noFill/>
            </p:spPr>
            <p:txBody>
              <a:bodyPr wrap="none" rtlCol="0">
                <a:spAutoFit/>
              </a:bodyPr>
              <a:lstStyle/>
              <a:p>
                <a:pPr/>
                <a14:m>
                  <m:oMathPara xmlns:m="http://schemas.openxmlformats.org/officeDocument/2006/math">
                    <m:oMath>
                      <m:r>
                        <a:rPr lang="en-US" sz="2400" b="0" i="1" noProof="0" smtClean="0">
                          <a:latin typeface="Cambria Math" panose="02040503050406030204" pitchFamily="18" charset="0"/>
                        </a:rPr>
                        <m:t>𝑛</m:t>
                      </m:r>
                    </m:oMath>
                  </m:oMathPara>
                </a14:m>
                <a:endParaRPr lang="en-US" sz="2400" noProof="0" dirty="0"/>
              </a:p>
            </p:txBody>
          </p:sp>
        </mc:Choice>
        <mc:Fallback>
          <p:sp>
            <p:nvSpPr>
              <p:cNvPr id="13" name="TextBox 12">
                <a:extLst>
                  <a:ext uri="{FF2B5EF4-FFF2-40B4-BE49-F238E27FC236}">
                    <a16:creationId xmlns:a16="http://schemas.microsoft.com/office/drawing/2014/main" id="{5D99167C-04A4-F722-8AAD-E9C93817DE28}"/>
                  </a:ext>
                </a:extLst>
              </p:cNvPr>
              <p:cNvSpPr txBox="1">
                <a:spLocks noRot="1" noChangeAspect="1" noMove="1" noResize="1" noEditPoints="1" noAdjustHandles="1" noChangeArrowheads="1" noChangeShapeType="1" noTextEdit="1"/>
              </p:cNvSpPr>
              <p:nvPr>
                <p:custDataLst>
                  <p:tags r:id="rId14"/>
                </p:custDataLst>
              </p:nvPr>
            </p:nvSpPr>
            <p:spPr>
              <a:xfrm>
                <a:off x="7947754" y="3627378"/>
                <a:ext cx="428771" cy="461665"/>
              </a:xfrm>
              <a:prstGeom prst="rect">
                <a:avLst/>
              </a:prstGeom>
              <a:blipFill>
                <a:blip r:embed="rId24"/>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9" name="TextBox 18">
                <a:extLst>
                  <a:ext uri="{FF2B5EF4-FFF2-40B4-BE49-F238E27FC236}">
                    <a16:creationId xmlns:a16="http://schemas.microsoft.com/office/drawing/2014/main" id="{078A7279-5F01-C120-7112-C7DEE7206658}"/>
                  </a:ext>
                </a:extLst>
              </p:cNvPr>
              <p:cNvSpPr txBox="1"/>
              <p:nvPr>
                <p:custDataLst>
                  <p:tags r:id="rId15"/>
                </p:custDataLst>
              </p:nvPr>
            </p:nvSpPr>
            <p:spPr>
              <a:xfrm>
                <a:off x="6842324" y="4788960"/>
                <a:ext cx="510524" cy="461665"/>
              </a:xfrm>
              <a:prstGeom prst="rect">
                <a:avLst/>
              </a:prstGeom>
              <a:noFill/>
            </p:spPr>
            <p:txBody>
              <a:bodyPr wrap="none" rtlCol="0">
                <a:spAutoFit/>
              </a:bodyPr>
              <a:lstStyle/>
              <a:p>
                <a:pPr/>
                <a14:m>
                  <m:oMathPara xmlns:m="http://schemas.openxmlformats.org/officeDocument/2006/math">
                    <m:oMath>
                      <m:r>
                        <a:rPr lang="en-US" sz="2400" i="1" noProof="0" smtClean="0">
                          <a:latin typeface="Cambria Math" panose="02040503050406030204" pitchFamily="18" charset="0"/>
                        </a:rPr>
                        <m:t>𝑚</m:t>
                      </m:r>
                    </m:oMath>
                  </m:oMathPara>
                </a14:m>
                <a:endParaRPr lang="en-US" sz="2400" noProof="0" dirty="0"/>
              </a:p>
            </p:txBody>
          </p:sp>
        </mc:Choice>
        <mc:Fallback>
          <p:sp>
            <p:nvSpPr>
              <p:cNvPr id="19" name="TextBox 18">
                <a:extLst>
                  <a:ext uri="{FF2B5EF4-FFF2-40B4-BE49-F238E27FC236}">
                    <a16:creationId xmlns:a16="http://schemas.microsoft.com/office/drawing/2014/main" id="{078A7279-5F01-C120-7112-C7DEE7206658}"/>
                  </a:ext>
                </a:extLst>
              </p:cNvPr>
              <p:cNvSpPr txBox="1">
                <a:spLocks noRot="1" noChangeAspect="1" noMove="1" noResize="1" noEditPoints="1" noAdjustHandles="1" noChangeArrowheads="1" noChangeShapeType="1" noTextEdit="1"/>
              </p:cNvSpPr>
              <p:nvPr>
                <p:custDataLst>
                  <p:tags r:id="rId15"/>
                </p:custDataLst>
              </p:nvPr>
            </p:nvSpPr>
            <p:spPr>
              <a:xfrm>
                <a:off x="6842324" y="4788960"/>
                <a:ext cx="510524" cy="461665"/>
              </a:xfrm>
              <a:prstGeom prst="rect">
                <a:avLst/>
              </a:prstGeom>
              <a:blipFill>
                <a:blip r:embed="rId25"/>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3" name="TextBox 22">
                <a:extLst>
                  <a:ext uri="{FF2B5EF4-FFF2-40B4-BE49-F238E27FC236}">
                    <a16:creationId xmlns:a16="http://schemas.microsoft.com/office/drawing/2014/main" id="{C385C36A-8F48-E47B-7C6E-E9CE50E27705}"/>
                  </a:ext>
                </a:extLst>
              </p:cNvPr>
              <p:cNvSpPr txBox="1"/>
              <p:nvPr>
                <p:custDataLst>
                  <p:tags r:id="rId16"/>
                </p:custDataLst>
              </p:nvPr>
            </p:nvSpPr>
            <p:spPr>
              <a:xfrm>
                <a:off x="3585324" y="3674263"/>
                <a:ext cx="428771" cy="461665"/>
              </a:xfrm>
              <a:prstGeom prst="rect">
                <a:avLst/>
              </a:prstGeom>
              <a:noFill/>
            </p:spPr>
            <p:txBody>
              <a:bodyPr wrap="none" rtlCol="0">
                <a:spAutoFit/>
              </a:bodyPr>
              <a:lstStyle/>
              <a:p>
                <a:pPr/>
                <a14:m>
                  <m:oMathPara xmlns:m="http://schemas.openxmlformats.org/officeDocument/2006/math">
                    <m:oMath>
                      <m:r>
                        <a:rPr lang="en-US" sz="2400" b="0" i="1" noProof="0" smtClean="0">
                          <a:latin typeface="Cambria Math" panose="02040503050406030204" pitchFamily="18" charset="0"/>
                        </a:rPr>
                        <m:t>𝑛</m:t>
                      </m:r>
                    </m:oMath>
                  </m:oMathPara>
                </a14:m>
                <a:endParaRPr lang="en-US" sz="2400" noProof="0" dirty="0"/>
              </a:p>
            </p:txBody>
          </p:sp>
        </mc:Choice>
        <mc:Fallback>
          <p:sp>
            <p:nvSpPr>
              <p:cNvPr id="23" name="TextBox 22">
                <a:extLst>
                  <a:ext uri="{FF2B5EF4-FFF2-40B4-BE49-F238E27FC236}">
                    <a16:creationId xmlns:a16="http://schemas.microsoft.com/office/drawing/2014/main" id="{C385C36A-8F48-E47B-7C6E-E9CE50E27705}"/>
                  </a:ext>
                </a:extLst>
              </p:cNvPr>
              <p:cNvSpPr txBox="1">
                <a:spLocks noRot="1" noChangeAspect="1" noMove="1" noResize="1" noEditPoints="1" noAdjustHandles="1" noChangeArrowheads="1" noChangeShapeType="1" noTextEdit="1"/>
              </p:cNvSpPr>
              <p:nvPr>
                <p:custDataLst>
                  <p:tags r:id="rId16"/>
                </p:custDataLst>
              </p:nvPr>
            </p:nvSpPr>
            <p:spPr>
              <a:xfrm>
                <a:off x="3585324" y="3674263"/>
                <a:ext cx="428771" cy="461665"/>
              </a:xfrm>
              <a:prstGeom prst="rect">
                <a:avLst/>
              </a:prstGeom>
              <a:blipFill>
                <a:blip r:embed="rId26"/>
                <a:stretch>
                  <a:fillRect/>
                </a:stretch>
              </a:blipFill>
            </p:spPr>
            <p:txBody>
              <a:bodyPr/>
              <a:lstStyle/>
              <a:p>
                <a:r>
                  <a:rPr lang="en-US">
                    <a:noFill/>
                  </a:rPr>
                  <a:t> </a:t>
                </a:r>
              </a:p>
            </p:txBody>
          </p:sp>
        </mc:Fallback>
      </mc:AlternateContent>
      <p:sp>
        <p:nvSpPr>
          <p:cNvPr id="14" name="Right Brace 13">
            <a:extLst>
              <a:ext uri="{FF2B5EF4-FFF2-40B4-BE49-F238E27FC236}">
                <a16:creationId xmlns:a16="http://schemas.microsoft.com/office/drawing/2014/main" id="{92F803B9-E42A-FBF5-688A-F8B7645D0956}"/>
              </a:ext>
            </a:extLst>
          </p:cNvPr>
          <p:cNvSpPr/>
          <p:nvPr>
            <p:custDataLst>
              <p:tags r:id="rId17"/>
            </p:custDataLst>
          </p:nvPr>
        </p:nvSpPr>
        <p:spPr>
          <a:xfrm>
            <a:off x="8997669" y="2044259"/>
            <a:ext cx="139683" cy="1334021"/>
          </a:xfrm>
          <a:prstGeom prst="rightBrac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5" name="TextBox 14">
            <a:extLst>
              <a:ext uri="{FF2B5EF4-FFF2-40B4-BE49-F238E27FC236}">
                <a16:creationId xmlns:a16="http://schemas.microsoft.com/office/drawing/2014/main" id="{F7AB1616-978C-81B6-E5CB-C2AC5946404D}"/>
              </a:ext>
            </a:extLst>
          </p:cNvPr>
          <p:cNvSpPr txBox="1"/>
          <p:nvPr>
            <p:custDataLst>
              <p:tags r:id="rId18"/>
            </p:custDataLst>
          </p:nvPr>
        </p:nvSpPr>
        <p:spPr>
          <a:xfrm>
            <a:off x="9105602" y="2480436"/>
            <a:ext cx="2972352" cy="461665"/>
          </a:xfrm>
          <a:prstGeom prst="rect">
            <a:avLst/>
          </a:prstGeom>
          <a:noFill/>
        </p:spPr>
        <p:txBody>
          <a:bodyPr wrap="none" rtlCol="0" anchor="ctr">
            <a:spAutoFit/>
          </a:bodyPr>
          <a:lstStyle/>
          <a:p>
            <a:r>
              <a:rPr lang="en-US" sz="2400" dirty="0"/>
              <a:t>Row-by-row traversal</a:t>
            </a:r>
          </a:p>
        </p:txBody>
      </p:sp>
    </p:spTree>
    <p:custDataLst>
      <p:tags r:id="rId1"/>
    </p:custDataLst>
    <p:extLst>
      <p:ext uri="{BB962C8B-B14F-4D97-AF65-F5344CB8AC3E}">
        <p14:creationId xmlns:p14="http://schemas.microsoft.com/office/powerpoint/2010/main" val="36103537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FC25D7-EA5F-3145-1A91-B45219E7073C}"/>
              </a:ext>
            </a:extLst>
          </p:cNvPr>
          <p:cNvSpPr>
            <a:spLocks noGrp="1"/>
          </p:cNvSpPr>
          <p:nvPr>
            <p:ph type="title"/>
            <p:custDataLst>
              <p:tags r:id="rId2"/>
            </p:custDataLst>
          </p:nvPr>
        </p:nvSpPr>
        <p:spPr/>
        <p:txBody>
          <a:bodyPr/>
          <a:lstStyle/>
          <a:p>
            <a:r>
              <a:rPr lang="en-US" noProof="0" dirty="0"/>
              <a:t>Layout-agnostic design</a:t>
            </a:r>
          </a:p>
        </p:txBody>
      </p:sp>
      <p:sp>
        <p:nvSpPr>
          <p:cNvPr id="15" name="Date Placeholder 14">
            <a:extLst>
              <a:ext uri="{FF2B5EF4-FFF2-40B4-BE49-F238E27FC236}">
                <a16:creationId xmlns:a16="http://schemas.microsoft.com/office/drawing/2014/main" id="{D332B380-5281-EE91-2938-5399CC818032}"/>
              </a:ext>
            </a:extLst>
          </p:cNvPr>
          <p:cNvSpPr>
            <a:spLocks noGrp="1"/>
          </p:cNvSpPr>
          <p:nvPr>
            <p:ph type="dt" sz="half" idx="10"/>
            <p:custDataLst>
              <p:tags r:id="rId3"/>
            </p:custDataLst>
          </p:nvPr>
        </p:nvSpPr>
        <p:spPr/>
        <p:txBody>
          <a:bodyPr/>
          <a:lstStyle/>
          <a:p>
            <a:r>
              <a:rPr lang="en-US" noProof="0"/>
              <a:t>9/5/2026</a:t>
            </a:r>
            <a:endParaRPr lang="en-US" noProof="0" dirty="0"/>
          </a:p>
        </p:txBody>
      </p:sp>
      <p:sp>
        <p:nvSpPr>
          <p:cNvPr id="16" name="Slide Number Placeholder 15">
            <a:extLst>
              <a:ext uri="{FF2B5EF4-FFF2-40B4-BE49-F238E27FC236}">
                <a16:creationId xmlns:a16="http://schemas.microsoft.com/office/drawing/2014/main" id="{DFBB65FD-0342-4A62-39CA-BF84A812ADB1}"/>
              </a:ext>
            </a:extLst>
          </p:cNvPr>
          <p:cNvSpPr>
            <a:spLocks noGrp="1"/>
          </p:cNvSpPr>
          <p:nvPr>
            <p:ph type="sldNum" sz="quarter" idx="12"/>
            <p:custDataLst>
              <p:tags r:id="rId4"/>
            </p:custDataLst>
          </p:nvPr>
        </p:nvSpPr>
        <p:spPr/>
        <p:txBody>
          <a:bodyPr/>
          <a:lstStyle/>
          <a:p>
            <a:r>
              <a:rPr lang="en-US" noProof="0"/>
              <a:t>4</a:t>
            </a:r>
            <a:endParaRPr lang="en-US" noProof="0" dirty="0"/>
          </a:p>
        </p:txBody>
      </p:sp>
      <p:sp>
        <p:nvSpPr>
          <p:cNvPr id="10" name="TextBox 9">
            <a:extLst>
              <a:ext uri="{FF2B5EF4-FFF2-40B4-BE49-F238E27FC236}">
                <a16:creationId xmlns:a16="http://schemas.microsoft.com/office/drawing/2014/main" id="{53EDD665-FE0A-F5BF-5FBA-041F0C097A37}"/>
              </a:ext>
            </a:extLst>
          </p:cNvPr>
          <p:cNvSpPr txBox="1"/>
          <p:nvPr>
            <p:custDataLst>
              <p:tags r:id="rId5"/>
            </p:custDataLst>
          </p:nvPr>
        </p:nvSpPr>
        <p:spPr>
          <a:xfrm>
            <a:off x="2588746" y="1364832"/>
            <a:ext cx="6559615" cy="1330685"/>
          </a:xfrm>
          <a:prstGeom prst="rect">
            <a:avLst/>
          </a:prstGeom>
          <a:solidFill>
            <a:srgbClr val="FFFFFF"/>
          </a:solidFill>
          <a:ln>
            <a:solidFill>
              <a:schemeClr val="tx1"/>
            </a:solidFill>
          </a:ln>
        </p:spPr>
        <p:txBody>
          <a:bodyPr wrap="none">
            <a:spAutoFit/>
          </a:bodyPr>
          <a:lstStyle/>
          <a:p>
            <a:pPr>
              <a:lnSpc>
                <a:spcPct val="113095"/>
              </a:lnSpc>
              <a:buNone/>
            </a:pPr>
            <a:r>
              <a:rPr lang="en-US" sz="2400" noProof="0" dirty="0">
                <a:solidFill>
                  <a:srgbClr val="AF00DB"/>
                </a:solidFill>
                <a:latin typeface="Fira Code" panose="020B0809050000020004" pitchFamily="49" charset="0"/>
              </a:rPr>
              <a:t>for</a:t>
            </a:r>
            <a:r>
              <a:rPr lang="en-US" sz="2400" noProof="0" dirty="0">
                <a:solidFill>
                  <a:srgbClr val="000000"/>
                </a:solidFill>
                <a:latin typeface="Fira Code" panose="020B0809050000020004" pitchFamily="49" charset="0"/>
              </a:rPr>
              <a:t> (</a:t>
            </a:r>
            <a:r>
              <a:rPr lang="en-US" sz="2400" noProof="0" dirty="0">
                <a:solidFill>
                  <a:srgbClr val="0000FF"/>
                </a:solidFill>
                <a:latin typeface="Fira Code" panose="020B0809050000020004" pitchFamily="49" charset="0"/>
              </a:rPr>
              <a:t>int</a:t>
            </a:r>
            <a:r>
              <a:rPr lang="en-US" sz="2400" noProof="0" dirty="0">
                <a:solidFill>
                  <a:srgbClr val="000000"/>
                </a:solidFill>
                <a:latin typeface="Fira Code" panose="020B0809050000020004" pitchFamily="49" charset="0"/>
              </a:rPr>
              <a:t> </a:t>
            </a:r>
            <a:r>
              <a:rPr lang="en-US" sz="2400" noProof="0" dirty="0" err="1">
                <a:solidFill>
                  <a:srgbClr val="001080"/>
                </a:solidFill>
                <a:latin typeface="Fira Code" panose="020B0809050000020004" pitchFamily="49" charset="0"/>
              </a:rPr>
              <a:t>i</a:t>
            </a:r>
            <a:r>
              <a:rPr lang="en-US" sz="2400" noProof="0" dirty="0">
                <a:solidFill>
                  <a:srgbClr val="000000"/>
                </a:solidFill>
                <a:latin typeface="Fira Code" panose="020B0809050000020004" pitchFamily="49" charset="0"/>
              </a:rPr>
              <a:t> = </a:t>
            </a:r>
            <a:r>
              <a:rPr lang="en-US" sz="2400" noProof="0" dirty="0">
                <a:solidFill>
                  <a:srgbClr val="098658"/>
                </a:solidFill>
                <a:latin typeface="Fira Code" panose="020B0809050000020004" pitchFamily="49" charset="0"/>
              </a:rPr>
              <a:t>0</a:t>
            </a:r>
            <a:r>
              <a:rPr lang="en-US" sz="2400" noProof="0" dirty="0">
                <a:solidFill>
                  <a:srgbClr val="000000"/>
                </a:solidFill>
                <a:latin typeface="Fira Code" panose="020B0809050000020004" pitchFamily="49" charset="0"/>
              </a:rPr>
              <a:t>; </a:t>
            </a:r>
            <a:r>
              <a:rPr lang="en-US" sz="2400" noProof="0" dirty="0" err="1">
                <a:solidFill>
                  <a:srgbClr val="001080"/>
                </a:solidFill>
                <a:latin typeface="Fira Code" panose="020B0809050000020004" pitchFamily="49" charset="0"/>
              </a:rPr>
              <a:t>i</a:t>
            </a:r>
            <a:r>
              <a:rPr lang="en-US" sz="2400" noProof="0" dirty="0">
                <a:solidFill>
                  <a:srgbClr val="000000"/>
                </a:solidFill>
                <a:latin typeface="Fira Code" panose="020B0809050000020004" pitchFamily="49" charset="0"/>
              </a:rPr>
              <a:t> &lt; </a:t>
            </a:r>
            <a:r>
              <a:rPr lang="en-US" sz="2400" noProof="0" dirty="0">
                <a:solidFill>
                  <a:srgbClr val="0070C1"/>
                </a:solidFill>
                <a:latin typeface="Fira Code" panose="020B0809050000020004" pitchFamily="49" charset="0"/>
              </a:rPr>
              <a:t>M</a:t>
            </a:r>
            <a:r>
              <a:rPr lang="en-US" sz="2400" noProof="0" dirty="0">
                <a:solidFill>
                  <a:srgbClr val="000000"/>
                </a:solidFill>
                <a:latin typeface="Fira Code" panose="020B0809050000020004" pitchFamily="49" charset="0"/>
              </a:rPr>
              <a:t>; </a:t>
            </a:r>
            <a:r>
              <a:rPr lang="en-US" sz="2400" noProof="0" dirty="0" err="1">
                <a:solidFill>
                  <a:srgbClr val="001080"/>
                </a:solidFill>
                <a:latin typeface="Fira Code" panose="020B0809050000020004" pitchFamily="49" charset="0"/>
              </a:rPr>
              <a:t>i</a:t>
            </a:r>
            <a:r>
              <a:rPr lang="en-US" sz="2400" noProof="0" dirty="0">
                <a:solidFill>
                  <a:srgbClr val="000000"/>
                </a:solidFill>
                <a:latin typeface="Fira Code" panose="020B0809050000020004" pitchFamily="49" charset="0"/>
              </a:rPr>
              <a:t>++)</a:t>
            </a:r>
          </a:p>
          <a:p>
            <a:pPr>
              <a:lnSpc>
                <a:spcPct val="113095"/>
              </a:lnSpc>
              <a:buNone/>
            </a:pPr>
            <a:r>
              <a:rPr lang="en-US" sz="2400" noProof="0" dirty="0">
                <a:solidFill>
                  <a:srgbClr val="000000"/>
                </a:solidFill>
                <a:latin typeface="Fira Code" panose="020B0809050000020004" pitchFamily="49" charset="0"/>
              </a:rPr>
              <a:t>    </a:t>
            </a:r>
            <a:r>
              <a:rPr lang="en-US" sz="2400" noProof="0" dirty="0">
                <a:solidFill>
                  <a:srgbClr val="AF00DB"/>
                </a:solidFill>
                <a:latin typeface="Fira Code" panose="020B0809050000020004" pitchFamily="49" charset="0"/>
              </a:rPr>
              <a:t>for</a:t>
            </a:r>
            <a:r>
              <a:rPr lang="en-US" sz="2400" noProof="0" dirty="0">
                <a:solidFill>
                  <a:srgbClr val="000000"/>
                </a:solidFill>
                <a:latin typeface="Fira Code" panose="020B0809050000020004" pitchFamily="49" charset="0"/>
              </a:rPr>
              <a:t> (</a:t>
            </a:r>
            <a:r>
              <a:rPr lang="en-US" sz="2400" noProof="0" dirty="0">
                <a:solidFill>
                  <a:srgbClr val="0000FF"/>
                </a:solidFill>
                <a:latin typeface="Fira Code" panose="020B0809050000020004" pitchFamily="49" charset="0"/>
              </a:rPr>
              <a:t>int</a:t>
            </a:r>
            <a:r>
              <a:rPr lang="en-US" sz="2400" noProof="0" dirty="0">
                <a:solidFill>
                  <a:srgbClr val="000000"/>
                </a:solidFill>
                <a:latin typeface="Fira Code" panose="020B0809050000020004" pitchFamily="49" charset="0"/>
              </a:rPr>
              <a:t> </a:t>
            </a:r>
            <a:r>
              <a:rPr lang="en-US" sz="2400" noProof="0" dirty="0">
                <a:solidFill>
                  <a:srgbClr val="001080"/>
                </a:solidFill>
                <a:latin typeface="Fira Code" panose="020B0809050000020004" pitchFamily="49" charset="0"/>
              </a:rPr>
              <a:t>j</a:t>
            </a:r>
            <a:r>
              <a:rPr lang="en-US" sz="2400" noProof="0" dirty="0">
                <a:solidFill>
                  <a:srgbClr val="000000"/>
                </a:solidFill>
                <a:latin typeface="Fira Code" panose="020B0809050000020004" pitchFamily="49" charset="0"/>
              </a:rPr>
              <a:t> = </a:t>
            </a:r>
            <a:r>
              <a:rPr lang="en-US" sz="2400" noProof="0" dirty="0">
                <a:solidFill>
                  <a:srgbClr val="098658"/>
                </a:solidFill>
                <a:latin typeface="Fira Code" panose="020B0809050000020004" pitchFamily="49" charset="0"/>
              </a:rPr>
              <a:t>0</a:t>
            </a:r>
            <a:r>
              <a:rPr lang="en-US" sz="2400" noProof="0" dirty="0">
                <a:solidFill>
                  <a:srgbClr val="000000"/>
                </a:solidFill>
                <a:latin typeface="Fira Code" panose="020B0809050000020004" pitchFamily="49" charset="0"/>
              </a:rPr>
              <a:t>; </a:t>
            </a:r>
            <a:r>
              <a:rPr lang="en-US" sz="2400" noProof="0" dirty="0">
                <a:solidFill>
                  <a:srgbClr val="001080"/>
                </a:solidFill>
                <a:latin typeface="Fira Code" panose="020B0809050000020004" pitchFamily="49" charset="0"/>
              </a:rPr>
              <a:t>j</a:t>
            </a:r>
            <a:r>
              <a:rPr lang="en-US" sz="2400" noProof="0" dirty="0">
                <a:solidFill>
                  <a:srgbClr val="000000"/>
                </a:solidFill>
                <a:latin typeface="Fira Code" panose="020B0809050000020004" pitchFamily="49" charset="0"/>
              </a:rPr>
              <a:t> &lt; </a:t>
            </a:r>
            <a:r>
              <a:rPr lang="en-US" sz="2400" noProof="0" dirty="0">
                <a:solidFill>
                  <a:srgbClr val="0070C1"/>
                </a:solidFill>
                <a:latin typeface="Fira Code" panose="020B0809050000020004" pitchFamily="49" charset="0"/>
              </a:rPr>
              <a:t>N</a:t>
            </a:r>
            <a:r>
              <a:rPr lang="en-US" sz="2400" noProof="0" dirty="0">
                <a:solidFill>
                  <a:srgbClr val="000000"/>
                </a:solidFill>
                <a:latin typeface="Fira Code" panose="020B0809050000020004" pitchFamily="49" charset="0"/>
              </a:rPr>
              <a:t>; </a:t>
            </a:r>
            <a:r>
              <a:rPr lang="en-US" sz="2400" noProof="0" dirty="0" err="1">
                <a:solidFill>
                  <a:srgbClr val="001080"/>
                </a:solidFill>
                <a:latin typeface="Fira Code" panose="020B0809050000020004" pitchFamily="49" charset="0"/>
              </a:rPr>
              <a:t>j</a:t>
            </a:r>
            <a:r>
              <a:rPr lang="en-US" sz="2400" noProof="0" dirty="0" err="1">
                <a:solidFill>
                  <a:srgbClr val="000000"/>
                </a:solidFill>
                <a:latin typeface="Fira Code" panose="020B0809050000020004" pitchFamily="49" charset="0"/>
              </a:rPr>
              <a:t>++</a:t>
            </a:r>
            <a:r>
              <a:rPr lang="en-US" sz="2400" noProof="0" dirty="0">
                <a:solidFill>
                  <a:srgbClr val="000000"/>
                </a:solidFill>
                <a:latin typeface="Fira Code" panose="020B0809050000020004" pitchFamily="49" charset="0"/>
              </a:rPr>
              <a:t>)</a:t>
            </a:r>
          </a:p>
          <a:p>
            <a:pPr>
              <a:lnSpc>
                <a:spcPct val="113095"/>
              </a:lnSpc>
              <a:buNone/>
            </a:pPr>
            <a:r>
              <a:rPr lang="en-US" sz="2400" noProof="0" dirty="0">
                <a:solidFill>
                  <a:srgbClr val="000000"/>
                </a:solidFill>
                <a:latin typeface="Fira Code" panose="020B0809050000020004" pitchFamily="49" charset="0"/>
              </a:rPr>
              <a:t>        </a:t>
            </a:r>
            <a:r>
              <a:rPr lang="en-US" sz="2400" noProof="0" dirty="0">
                <a:solidFill>
                  <a:srgbClr val="001080"/>
                </a:solidFill>
                <a:latin typeface="Fira Code" panose="020B0809050000020004" pitchFamily="49" charset="0"/>
              </a:rPr>
              <a:t>matrix</a:t>
            </a:r>
            <a:r>
              <a:rPr lang="en-US" sz="2400" noProof="0" dirty="0">
                <a:solidFill>
                  <a:srgbClr val="000000"/>
                </a:solidFill>
                <a:latin typeface="Fira Code" panose="020B0809050000020004" pitchFamily="49" charset="0"/>
              </a:rPr>
              <a:t>[</a:t>
            </a:r>
            <a:r>
              <a:rPr lang="en-US" sz="2400" noProof="0" dirty="0" err="1">
                <a:solidFill>
                  <a:srgbClr val="001080"/>
                </a:solidFill>
                <a:latin typeface="Fira Code" panose="020B0809050000020004" pitchFamily="49" charset="0"/>
              </a:rPr>
              <a:t>i</a:t>
            </a:r>
            <a:r>
              <a:rPr lang="en-US" sz="2400" noProof="0" dirty="0">
                <a:solidFill>
                  <a:srgbClr val="000000"/>
                </a:solidFill>
                <a:latin typeface="Fira Code" panose="020B0809050000020004" pitchFamily="49" charset="0"/>
              </a:rPr>
              <a:t>][</a:t>
            </a:r>
            <a:r>
              <a:rPr lang="en-US" sz="2400" noProof="0" dirty="0">
                <a:solidFill>
                  <a:srgbClr val="001080"/>
                </a:solidFill>
                <a:latin typeface="Fira Code" panose="020B0809050000020004" pitchFamily="49" charset="0"/>
              </a:rPr>
              <a:t>j</a:t>
            </a:r>
            <a:r>
              <a:rPr lang="en-US" sz="2400" noProof="0" dirty="0">
                <a:solidFill>
                  <a:srgbClr val="000000"/>
                </a:solidFill>
                <a:latin typeface="Fira Code" panose="020B0809050000020004" pitchFamily="49" charset="0"/>
              </a:rPr>
              <a:t>] = </a:t>
            </a:r>
            <a:r>
              <a:rPr lang="en-US" sz="2400" noProof="0" dirty="0" err="1">
                <a:solidFill>
                  <a:srgbClr val="795E26"/>
                </a:solidFill>
                <a:latin typeface="Fira Code" panose="020B0809050000020004" pitchFamily="49" charset="0"/>
              </a:rPr>
              <a:t>init</a:t>
            </a:r>
            <a:r>
              <a:rPr lang="en-US" sz="2400" noProof="0" dirty="0">
                <a:solidFill>
                  <a:srgbClr val="000000"/>
                </a:solidFill>
                <a:latin typeface="Fira Code" panose="020B0809050000020004" pitchFamily="49" charset="0"/>
              </a:rPr>
              <a:t>(</a:t>
            </a:r>
            <a:r>
              <a:rPr lang="en-US" sz="2400" noProof="0" dirty="0" err="1">
                <a:solidFill>
                  <a:srgbClr val="001080"/>
                </a:solidFill>
                <a:latin typeface="Fira Code" panose="020B0809050000020004" pitchFamily="49" charset="0"/>
              </a:rPr>
              <a:t>i</a:t>
            </a:r>
            <a:r>
              <a:rPr lang="en-US" sz="2400" noProof="0" dirty="0">
                <a:solidFill>
                  <a:srgbClr val="000000"/>
                </a:solidFill>
                <a:latin typeface="Fira Code" panose="020B0809050000020004" pitchFamily="49" charset="0"/>
              </a:rPr>
              <a:t>, </a:t>
            </a:r>
            <a:r>
              <a:rPr lang="en-US" sz="2400" noProof="0" dirty="0">
                <a:solidFill>
                  <a:srgbClr val="001080"/>
                </a:solidFill>
                <a:latin typeface="Fira Code" panose="020B0809050000020004" pitchFamily="49" charset="0"/>
              </a:rPr>
              <a:t>j</a:t>
            </a:r>
            <a:r>
              <a:rPr lang="en-US" sz="2400" noProof="0" dirty="0">
                <a:solidFill>
                  <a:srgbClr val="000000"/>
                </a:solidFill>
                <a:latin typeface="Fira Code" panose="020B0809050000020004" pitchFamily="49" charset="0"/>
              </a:rPr>
              <a:t>);</a:t>
            </a:r>
          </a:p>
        </p:txBody>
      </p:sp>
    </p:spTree>
    <p:custDataLst>
      <p:tags r:id="rId1"/>
    </p:custDataLst>
    <p:extLst>
      <p:ext uri="{BB962C8B-B14F-4D97-AF65-F5344CB8AC3E}">
        <p14:creationId xmlns:p14="http://schemas.microsoft.com/office/powerpoint/2010/main" val="147240529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7" name="Straight Arrow Connector 16">
            <a:extLst>
              <a:ext uri="{FF2B5EF4-FFF2-40B4-BE49-F238E27FC236}">
                <a16:creationId xmlns:a16="http://schemas.microsoft.com/office/drawing/2014/main" id="{CF9699A7-6E7F-6A4A-1BE0-B901964BBD4A}"/>
              </a:ext>
            </a:extLst>
          </p:cNvPr>
          <p:cNvCxnSpPr>
            <a:cxnSpLocks/>
            <a:stCxn id="10" idx="2"/>
            <a:endCxn id="6" idx="1"/>
          </p:cNvCxnSpPr>
          <p:nvPr>
            <p:custDataLst>
              <p:tags r:id="rId2"/>
            </p:custDataLst>
          </p:nvPr>
        </p:nvCxnSpPr>
        <p:spPr>
          <a:xfrm flipH="1">
            <a:off x="3101112" y="2695517"/>
            <a:ext cx="2767442" cy="78748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2" name="Title 1">
            <a:extLst>
              <a:ext uri="{FF2B5EF4-FFF2-40B4-BE49-F238E27FC236}">
                <a16:creationId xmlns:a16="http://schemas.microsoft.com/office/drawing/2014/main" id="{BFFC25D7-EA5F-3145-1A91-B45219E7073C}"/>
              </a:ext>
            </a:extLst>
          </p:cNvPr>
          <p:cNvSpPr>
            <a:spLocks noGrp="1"/>
          </p:cNvSpPr>
          <p:nvPr>
            <p:ph type="title"/>
            <p:custDataLst>
              <p:tags r:id="rId3"/>
            </p:custDataLst>
          </p:nvPr>
        </p:nvSpPr>
        <p:spPr/>
        <p:txBody>
          <a:bodyPr/>
          <a:lstStyle/>
          <a:p>
            <a:r>
              <a:rPr lang="en-US" noProof="0" dirty="0"/>
              <a:t>Layout-agnostic design</a:t>
            </a:r>
          </a:p>
        </p:txBody>
      </p:sp>
      <p:sp>
        <p:nvSpPr>
          <p:cNvPr id="6" name="TextBox 5">
            <a:extLst>
              <a:ext uri="{FF2B5EF4-FFF2-40B4-BE49-F238E27FC236}">
                <a16:creationId xmlns:a16="http://schemas.microsoft.com/office/drawing/2014/main" id="{E5F019B9-B109-FECE-DF5D-017B5ED66C4E}"/>
              </a:ext>
            </a:extLst>
          </p:cNvPr>
          <p:cNvSpPr txBox="1"/>
          <p:nvPr>
            <p:custDataLst>
              <p:tags r:id="rId4"/>
            </p:custDataLst>
          </p:nvPr>
        </p:nvSpPr>
        <p:spPr>
          <a:xfrm flipH="1">
            <a:off x="1272092" y="3252164"/>
            <a:ext cx="1829020" cy="461665"/>
          </a:xfrm>
          <a:prstGeom prst="rect">
            <a:avLst/>
          </a:prstGeom>
          <a:noFill/>
        </p:spPr>
        <p:txBody>
          <a:bodyPr wrap="square" rtlCol="0" anchor="b">
            <a:spAutoFit/>
          </a:bodyPr>
          <a:lstStyle/>
          <a:p>
            <a:pPr algn="ctr"/>
            <a:r>
              <a:rPr lang="en-US" sz="2400" noProof="0" dirty="0"/>
              <a:t>Index space</a:t>
            </a:r>
          </a:p>
        </p:txBody>
      </p:sp>
      <p:sp>
        <p:nvSpPr>
          <p:cNvPr id="15" name="Date Placeholder 14">
            <a:extLst>
              <a:ext uri="{FF2B5EF4-FFF2-40B4-BE49-F238E27FC236}">
                <a16:creationId xmlns:a16="http://schemas.microsoft.com/office/drawing/2014/main" id="{D332B380-5281-EE91-2938-5399CC818032}"/>
              </a:ext>
            </a:extLst>
          </p:cNvPr>
          <p:cNvSpPr>
            <a:spLocks noGrp="1"/>
          </p:cNvSpPr>
          <p:nvPr>
            <p:ph type="dt" sz="half" idx="10"/>
            <p:custDataLst>
              <p:tags r:id="rId5"/>
            </p:custDataLst>
          </p:nvPr>
        </p:nvSpPr>
        <p:spPr/>
        <p:txBody>
          <a:bodyPr/>
          <a:lstStyle/>
          <a:p>
            <a:r>
              <a:rPr lang="en-US" noProof="0"/>
              <a:t>9/5/2026</a:t>
            </a:r>
            <a:endParaRPr lang="en-US" noProof="0" dirty="0"/>
          </a:p>
        </p:txBody>
      </p:sp>
      <p:sp>
        <p:nvSpPr>
          <p:cNvPr id="16" name="Slide Number Placeholder 15">
            <a:extLst>
              <a:ext uri="{FF2B5EF4-FFF2-40B4-BE49-F238E27FC236}">
                <a16:creationId xmlns:a16="http://schemas.microsoft.com/office/drawing/2014/main" id="{DFBB65FD-0342-4A62-39CA-BF84A812ADB1}"/>
              </a:ext>
            </a:extLst>
          </p:cNvPr>
          <p:cNvSpPr>
            <a:spLocks noGrp="1"/>
          </p:cNvSpPr>
          <p:nvPr>
            <p:ph type="sldNum" sz="quarter" idx="12"/>
            <p:custDataLst>
              <p:tags r:id="rId6"/>
            </p:custDataLst>
          </p:nvPr>
        </p:nvSpPr>
        <p:spPr/>
        <p:txBody>
          <a:bodyPr/>
          <a:lstStyle/>
          <a:p>
            <a:r>
              <a:rPr lang="en-US" noProof="0"/>
              <a:t>4</a:t>
            </a:r>
            <a:endParaRPr lang="en-US" noProof="0" dirty="0"/>
          </a:p>
        </p:txBody>
      </p:sp>
      <p:sp>
        <p:nvSpPr>
          <p:cNvPr id="10" name="TextBox 9">
            <a:extLst>
              <a:ext uri="{FF2B5EF4-FFF2-40B4-BE49-F238E27FC236}">
                <a16:creationId xmlns:a16="http://schemas.microsoft.com/office/drawing/2014/main" id="{53EDD665-FE0A-F5BF-5FBA-041F0C097A37}"/>
              </a:ext>
            </a:extLst>
          </p:cNvPr>
          <p:cNvSpPr txBox="1"/>
          <p:nvPr>
            <p:custDataLst>
              <p:tags r:id="rId7"/>
            </p:custDataLst>
          </p:nvPr>
        </p:nvSpPr>
        <p:spPr>
          <a:xfrm>
            <a:off x="2588746" y="1364832"/>
            <a:ext cx="6559615" cy="1330685"/>
          </a:xfrm>
          <a:prstGeom prst="rect">
            <a:avLst/>
          </a:prstGeom>
          <a:solidFill>
            <a:srgbClr val="FFFFFF"/>
          </a:solidFill>
          <a:ln>
            <a:solidFill>
              <a:schemeClr val="tx1"/>
            </a:solidFill>
          </a:ln>
        </p:spPr>
        <p:txBody>
          <a:bodyPr wrap="none">
            <a:spAutoFit/>
          </a:bodyPr>
          <a:lstStyle/>
          <a:p>
            <a:pPr>
              <a:lnSpc>
                <a:spcPct val="113095"/>
              </a:lnSpc>
              <a:buNone/>
            </a:pPr>
            <a:r>
              <a:rPr lang="en-US" sz="2400" noProof="0" dirty="0">
                <a:solidFill>
                  <a:srgbClr val="AF00DB"/>
                </a:solidFill>
                <a:latin typeface="Fira Code" panose="020B0809050000020004" pitchFamily="49" charset="0"/>
              </a:rPr>
              <a:t>for</a:t>
            </a:r>
            <a:r>
              <a:rPr lang="en-US" sz="2400" noProof="0" dirty="0">
                <a:solidFill>
                  <a:srgbClr val="000000"/>
                </a:solidFill>
                <a:latin typeface="Fira Code" panose="020B0809050000020004" pitchFamily="49" charset="0"/>
              </a:rPr>
              <a:t> (</a:t>
            </a:r>
            <a:r>
              <a:rPr lang="en-US" sz="2400" noProof="0" dirty="0">
                <a:solidFill>
                  <a:srgbClr val="0000FF"/>
                </a:solidFill>
                <a:latin typeface="Fira Code" panose="020B0809050000020004" pitchFamily="49" charset="0"/>
              </a:rPr>
              <a:t>int</a:t>
            </a:r>
            <a:r>
              <a:rPr lang="en-US" sz="2400" noProof="0" dirty="0">
                <a:solidFill>
                  <a:srgbClr val="000000"/>
                </a:solidFill>
                <a:latin typeface="Fira Code" panose="020B0809050000020004" pitchFamily="49" charset="0"/>
              </a:rPr>
              <a:t> </a:t>
            </a:r>
            <a:r>
              <a:rPr lang="en-US" sz="2400" noProof="0" dirty="0" err="1">
                <a:solidFill>
                  <a:srgbClr val="001080"/>
                </a:solidFill>
                <a:latin typeface="Fira Code" panose="020B0809050000020004" pitchFamily="49" charset="0"/>
              </a:rPr>
              <a:t>i</a:t>
            </a:r>
            <a:r>
              <a:rPr lang="en-US" sz="2400" noProof="0" dirty="0">
                <a:solidFill>
                  <a:srgbClr val="000000"/>
                </a:solidFill>
                <a:latin typeface="Fira Code" panose="020B0809050000020004" pitchFamily="49" charset="0"/>
              </a:rPr>
              <a:t> = </a:t>
            </a:r>
            <a:r>
              <a:rPr lang="en-US" sz="2400" noProof="0" dirty="0">
                <a:solidFill>
                  <a:srgbClr val="098658"/>
                </a:solidFill>
                <a:latin typeface="Fira Code" panose="020B0809050000020004" pitchFamily="49" charset="0"/>
              </a:rPr>
              <a:t>0</a:t>
            </a:r>
            <a:r>
              <a:rPr lang="en-US" sz="2400" noProof="0" dirty="0">
                <a:solidFill>
                  <a:srgbClr val="000000"/>
                </a:solidFill>
                <a:latin typeface="Fira Code" panose="020B0809050000020004" pitchFamily="49" charset="0"/>
              </a:rPr>
              <a:t>; </a:t>
            </a:r>
            <a:r>
              <a:rPr lang="en-US" sz="2400" noProof="0" dirty="0" err="1">
                <a:solidFill>
                  <a:srgbClr val="001080"/>
                </a:solidFill>
                <a:latin typeface="Fira Code" panose="020B0809050000020004" pitchFamily="49" charset="0"/>
              </a:rPr>
              <a:t>i</a:t>
            </a:r>
            <a:r>
              <a:rPr lang="en-US" sz="2400" noProof="0" dirty="0">
                <a:solidFill>
                  <a:srgbClr val="000000"/>
                </a:solidFill>
                <a:latin typeface="Fira Code" panose="020B0809050000020004" pitchFamily="49" charset="0"/>
              </a:rPr>
              <a:t> &lt; </a:t>
            </a:r>
            <a:r>
              <a:rPr lang="en-US" sz="2400" noProof="0" dirty="0">
                <a:solidFill>
                  <a:srgbClr val="0070C1"/>
                </a:solidFill>
                <a:latin typeface="Fira Code" panose="020B0809050000020004" pitchFamily="49" charset="0"/>
              </a:rPr>
              <a:t>M</a:t>
            </a:r>
            <a:r>
              <a:rPr lang="en-US" sz="2400" noProof="0" dirty="0">
                <a:solidFill>
                  <a:srgbClr val="000000"/>
                </a:solidFill>
                <a:latin typeface="Fira Code" panose="020B0809050000020004" pitchFamily="49" charset="0"/>
              </a:rPr>
              <a:t>; </a:t>
            </a:r>
            <a:r>
              <a:rPr lang="en-US" sz="2400" noProof="0" dirty="0" err="1">
                <a:solidFill>
                  <a:srgbClr val="001080"/>
                </a:solidFill>
                <a:latin typeface="Fira Code" panose="020B0809050000020004" pitchFamily="49" charset="0"/>
              </a:rPr>
              <a:t>i</a:t>
            </a:r>
            <a:r>
              <a:rPr lang="en-US" sz="2400" noProof="0" dirty="0">
                <a:solidFill>
                  <a:srgbClr val="000000"/>
                </a:solidFill>
                <a:latin typeface="Fira Code" panose="020B0809050000020004" pitchFamily="49" charset="0"/>
              </a:rPr>
              <a:t>++)</a:t>
            </a:r>
          </a:p>
          <a:p>
            <a:pPr>
              <a:lnSpc>
                <a:spcPct val="113095"/>
              </a:lnSpc>
              <a:buNone/>
            </a:pPr>
            <a:r>
              <a:rPr lang="en-US" sz="2400" noProof="0" dirty="0">
                <a:solidFill>
                  <a:srgbClr val="000000"/>
                </a:solidFill>
                <a:latin typeface="Fira Code" panose="020B0809050000020004" pitchFamily="49" charset="0"/>
              </a:rPr>
              <a:t>    </a:t>
            </a:r>
            <a:r>
              <a:rPr lang="en-US" sz="2400" noProof="0" dirty="0">
                <a:solidFill>
                  <a:srgbClr val="AF00DB"/>
                </a:solidFill>
                <a:latin typeface="Fira Code" panose="020B0809050000020004" pitchFamily="49" charset="0"/>
              </a:rPr>
              <a:t>for</a:t>
            </a:r>
            <a:r>
              <a:rPr lang="en-US" sz="2400" noProof="0" dirty="0">
                <a:solidFill>
                  <a:srgbClr val="000000"/>
                </a:solidFill>
                <a:latin typeface="Fira Code" panose="020B0809050000020004" pitchFamily="49" charset="0"/>
              </a:rPr>
              <a:t> (</a:t>
            </a:r>
            <a:r>
              <a:rPr lang="en-US" sz="2400" noProof="0" dirty="0">
                <a:solidFill>
                  <a:srgbClr val="0000FF"/>
                </a:solidFill>
                <a:latin typeface="Fira Code" panose="020B0809050000020004" pitchFamily="49" charset="0"/>
              </a:rPr>
              <a:t>int</a:t>
            </a:r>
            <a:r>
              <a:rPr lang="en-US" sz="2400" noProof="0" dirty="0">
                <a:solidFill>
                  <a:srgbClr val="000000"/>
                </a:solidFill>
                <a:latin typeface="Fira Code" panose="020B0809050000020004" pitchFamily="49" charset="0"/>
              </a:rPr>
              <a:t> </a:t>
            </a:r>
            <a:r>
              <a:rPr lang="en-US" sz="2400" noProof="0" dirty="0">
                <a:solidFill>
                  <a:srgbClr val="001080"/>
                </a:solidFill>
                <a:latin typeface="Fira Code" panose="020B0809050000020004" pitchFamily="49" charset="0"/>
              </a:rPr>
              <a:t>j</a:t>
            </a:r>
            <a:r>
              <a:rPr lang="en-US" sz="2400" noProof="0" dirty="0">
                <a:solidFill>
                  <a:srgbClr val="000000"/>
                </a:solidFill>
                <a:latin typeface="Fira Code" panose="020B0809050000020004" pitchFamily="49" charset="0"/>
              </a:rPr>
              <a:t> = </a:t>
            </a:r>
            <a:r>
              <a:rPr lang="en-US" sz="2400" noProof="0" dirty="0">
                <a:solidFill>
                  <a:srgbClr val="098658"/>
                </a:solidFill>
                <a:latin typeface="Fira Code" panose="020B0809050000020004" pitchFamily="49" charset="0"/>
              </a:rPr>
              <a:t>0</a:t>
            </a:r>
            <a:r>
              <a:rPr lang="en-US" sz="2400" noProof="0" dirty="0">
                <a:solidFill>
                  <a:srgbClr val="000000"/>
                </a:solidFill>
                <a:latin typeface="Fira Code" panose="020B0809050000020004" pitchFamily="49" charset="0"/>
              </a:rPr>
              <a:t>; </a:t>
            </a:r>
            <a:r>
              <a:rPr lang="en-US" sz="2400" noProof="0" dirty="0">
                <a:solidFill>
                  <a:srgbClr val="001080"/>
                </a:solidFill>
                <a:latin typeface="Fira Code" panose="020B0809050000020004" pitchFamily="49" charset="0"/>
              </a:rPr>
              <a:t>j</a:t>
            </a:r>
            <a:r>
              <a:rPr lang="en-US" sz="2400" noProof="0" dirty="0">
                <a:solidFill>
                  <a:srgbClr val="000000"/>
                </a:solidFill>
                <a:latin typeface="Fira Code" panose="020B0809050000020004" pitchFamily="49" charset="0"/>
              </a:rPr>
              <a:t> &lt; </a:t>
            </a:r>
            <a:r>
              <a:rPr lang="en-US" sz="2400" noProof="0" dirty="0">
                <a:solidFill>
                  <a:srgbClr val="0070C1"/>
                </a:solidFill>
                <a:latin typeface="Fira Code" panose="020B0809050000020004" pitchFamily="49" charset="0"/>
              </a:rPr>
              <a:t>N</a:t>
            </a:r>
            <a:r>
              <a:rPr lang="en-US" sz="2400" noProof="0" dirty="0">
                <a:solidFill>
                  <a:srgbClr val="000000"/>
                </a:solidFill>
                <a:latin typeface="Fira Code" panose="020B0809050000020004" pitchFamily="49" charset="0"/>
              </a:rPr>
              <a:t>; </a:t>
            </a:r>
            <a:r>
              <a:rPr lang="en-US" sz="2400" noProof="0" dirty="0" err="1">
                <a:solidFill>
                  <a:srgbClr val="001080"/>
                </a:solidFill>
                <a:latin typeface="Fira Code" panose="020B0809050000020004" pitchFamily="49" charset="0"/>
              </a:rPr>
              <a:t>j</a:t>
            </a:r>
            <a:r>
              <a:rPr lang="en-US" sz="2400" noProof="0" dirty="0" err="1">
                <a:solidFill>
                  <a:srgbClr val="000000"/>
                </a:solidFill>
                <a:latin typeface="Fira Code" panose="020B0809050000020004" pitchFamily="49" charset="0"/>
              </a:rPr>
              <a:t>++</a:t>
            </a:r>
            <a:r>
              <a:rPr lang="en-US" sz="2400" noProof="0" dirty="0">
                <a:solidFill>
                  <a:srgbClr val="000000"/>
                </a:solidFill>
                <a:latin typeface="Fira Code" panose="020B0809050000020004" pitchFamily="49" charset="0"/>
              </a:rPr>
              <a:t>)</a:t>
            </a:r>
          </a:p>
          <a:p>
            <a:pPr>
              <a:lnSpc>
                <a:spcPct val="113095"/>
              </a:lnSpc>
              <a:buNone/>
            </a:pPr>
            <a:r>
              <a:rPr lang="en-US" sz="2400" noProof="0" dirty="0">
                <a:solidFill>
                  <a:srgbClr val="000000"/>
                </a:solidFill>
                <a:latin typeface="Fira Code" panose="020B0809050000020004" pitchFamily="49" charset="0"/>
              </a:rPr>
              <a:t>        </a:t>
            </a:r>
            <a:r>
              <a:rPr lang="en-US" sz="2400" noProof="0" dirty="0">
                <a:solidFill>
                  <a:srgbClr val="001080"/>
                </a:solidFill>
                <a:latin typeface="Fira Code" panose="020B0809050000020004" pitchFamily="49" charset="0"/>
              </a:rPr>
              <a:t>matrix</a:t>
            </a:r>
            <a:r>
              <a:rPr lang="en-US" sz="2400" noProof="0" dirty="0">
                <a:solidFill>
                  <a:srgbClr val="000000"/>
                </a:solidFill>
                <a:latin typeface="Fira Code" panose="020B0809050000020004" pitchFamily="49" charset="0"/>
              </a:rPr>
              <a:t>[</a:t>
            </a:r>
            <a:r>
              <a:rPr lang="en-US" sz="2400" noProof="0" dirty="0" err="1">
                <a:solidFill>
                  <a:srgbClr val="001080"/>
                </a:solidFill>
                <a:latin typeface="Fira Code" panose="020B0809050000020004" pitchFamily="49" charset="0"/>
              </a:rPr>
              <a:t>i</a:t>
            </a:r>
            <a:r>
              <a:rPr lang="en-US" sz="2400" noProof="0" dirty="0">
                <a:solidFill>
                  <a:srgbClr val="000000"/>
                </a:solidFill>
                <a:latin typeface="Fira Code" panose="020B0809050000020004" pitchFamily="49" charset="0"/>
              </a:rPr>
              <a:t>][</a:t>
            </a:r>
            <a:r>
              <a:rPr lang="en-US" sz="2400" noProof="0" dirty="0">
                <a:solidFill>
                  <a:srgbClr val="001080"/>
                </a:solidFill>
                <a:latin typeface="Fira Code" panose="020B0809050000020004" pitchFamily="49" charset="0"/>
              </a:rPr>
              <a:t>j</a:t>
            </a:r>
            <a:r>
              <a:rPr lang="en-US" sz="2400" noProof="0" dirty="0">
                <a:solidFill>
                  <a:srgbClr val="000000"/>
                </a:solidFill>
                <a:latin typeface="Fira Code" panose="020B0809050000020004" pitchFamily="49" charset="0"/>
              </a:rPr>
              <a:t>] = </a:t>
            </a:r>
            <a:r>
              <a:rPr lang="en-US" sz="2400" noProof="0" dirty="0" err="1">
                <a:solidFill>
                  <a:srgbClr val="795E26"/>
                </a:solidFill>
                <a:latin typeface="Fira Code" panose="020B0809050000020004" pitchFamily="49" charset="0"/>
              </a:rPr>
              <a:t>init</a:t>
            </a:r>
            <a:r>
              <a:rPr lang="en-US" sz="2400" noProof="0" dirty="0">
                <a:solidFill>
                  <a:srgbClr val="000000"/>
                </a:solidFill>
                <a:latin typeface="Fira Code" panose="020B0809050000020004" pitchFamily="49" charset="0"/>
              </a:rPr>
              <a:t>(</a:t>
            </a:r>
            <a:r>
              <a:rPr lang="en-US" sz="2400" noProof="0" dirty="0" err="1">
                <a:solidFill>
                  <a:srgbClr val="001080"/>
                </a:solidFill>
                <a:latin typeface="Fira Code" panose="020B0809050000020004" pitchFamily="49" charset="0"/>
              </a:rPr>
              <a:t>i</a:t>
            </a:r>
            <a:r>
              <a:rPr lang="en-US" sz="2400" noProof="0" dirty="0">
                <a:solidFill>
                  <a:srgbClr val="000000"/>
                </a:solidFill>
                <a:latin typeface="Fira Code" panose="020B0809050000020004" pitchFamily="49" charset="0"/>
              </a:rPr>
              <a:t>, </a:t>
            </a:r>
            <a:r>
              <a:rPr lang="en-US" sz="2400" noProof="0" dirty="0">
                <a:solidFill>
                  <a:srgbClr val="001080"/>
                </a:solidFill>
                <a:latin typeface="Fira Code" panose="020B0809050000020004" pitchFamily="49" charset="0"/>
              </a:rPr>
              <a:t>j</a:t>
            </a:r>
            <a:r>
              <a:rPr lang="en-US" sz="2400" noProof="0" dirty="0">
                <a:solidFill>
                  <a:srgbClr val="000000"/>
                </a:solidFill>
                <a:latin typeface="Fira Code" panose="020B0809050000020004" pitchFamily="49" charset="0"/>
              </a:rPr>
              <a:t>);</a:t>
            </a:r>
          </a:p>
        </p:txBody>
      </p:sp>
      <p:sp>
        <p:nvSpPr>
          <p:cNvPr id="38" name="Rectangle 37">
            <a:extLst>
              <a:ext uri="{FF2B5EF4-FFF2-40B4-BE49-F238E27FC236}">
                <a16:creationId xmlns:a16="http://schemas.microsoft.com/office/drawing/2014/main" id="{60BA42AF-1518-DEC5-1F3C-80A280A7EFA5}"/>
              </a:ext>
            </a:extLst>
          </p:cNvPr>
          <p:cNvSpPr/>
          <p:nvPr>
            <p:custDataLst>
              <p:tags r:id="rId8"/>
            </p:custDataLst>
          </p:nvPr>
        </p:nvSpPr>
        <p:spPr>
          <a:xfrm>
            <a:off x="1805602" y="3716969"/>
            <a:ext cx="381000" cy="380992"/>
          </a:xfrm>
          <a:prstGeom prst="rect">
            <a:avLst/>
          </a:prstGeom>
          <a:solidFill>
            <a:srgbClr val="DAE8FC"/>
          </a:solidFill>
          <a:ln w="9525" cap="flat">
            <a:solidFill>
              <a:schemeClr val="tx1">
                <a:lumMod val="75000"/>
                <a:lumOff val="25000"/>
              </a:schemeClr>
            </a:solidFill>
            <a:prstDash val="solid"/>
            <a:miter/>
          </a:ln>
        </p:spPr>
        <p:txBody>
          <a:bodyPr wrap="none" anchor="ctr"/>
          <a:lstStyle/>
          <a:p>
            <a:pPr algn="ctr"/>
            <a:r>
              <a:rPr lang="en-US" sz="2000" noProof="0" dirty="0"/>
              <a:t>2</a:t>
            </a:r>
          </a:p>
        </p:txBody>
      </p:sp>
      <p:sp>
        <p:nvSpPr>
          <p:cNvPr id="41" name="Rectangle 40">
            <a:extLst>
              <a:ext uri="{FF2B5EF4-FFF2-40B4-BE49-F238E27FC236}">
                <a16:creationId xmlns:a16="http://schemas.microsoft.com/office/drawing/2014/main" id="{8F77A00D-5F0A-C53C-2E84-7E68D37FB0F9}"/>
              </a:ext>
            </a:extLst>
          </p:cNvPr>
          <p:cNvSpPr/>
          <p:nvPr>
            <p:custDataLst>
              <p:tags r:id="rId9"/>
            </p:custDataLst>
          </p:nvPr>
        </p:nvSpPr>
        <p:spPr>
          <a:xfrm>
            <a:off x="1805602" y="4097961"/>
            <a:ext cx="381000" cy="380992"/>
          </a:xfrm>
          <a:prstGeom prst="rect">
            <a:avLst/>
          </a:prstGeom>
          <a:solidFill>
            <a:srgbClr val="94F29B"/>
          </a:solidFill>
          <a:ln w="9525" cap="flat">
            <a:solidFill>
              <a:schemeClr val="tx1">
                <a:lumMod val="75000"/>
                <a:lumOff val="25000"/>
              </a:schemeClr>
            </a:solidFill>
            <a:prstDash val="solid"/>
            <a:miter/>
          </a:ln>
        </p:spPr>
        <p:txBody>
          <a:bodyPr wrap="none" anchor="ctr"/>
          <a:lstStyle/>
          <a:p>
            <a:pPr algn="ctr"/>
            <a:r>
              <a:rPr lang="en-US" sz="2000" noProof="0" dirty="0"/>
              <a:t>6</a:t>
            </a:r>
          </a:p>
        </p:txBody>
      </p:sp>
      <p:sp>
        <p:nvSpPr>
          <p:cNvPr id="44" name="Rectangle 43">
            <a:extLst>
              <a:ext uri="{FF2B5EF4-FFF2-40B4-BE49-F238E27FC236}">
                <a16:creationId xmlns:a16="http://schemas.microsoft.com/office/drawing/2014/main" id="{0D40FD5B-4279-D19A-284C-8DD59BE9A1A2}"/>
              </a:ext>
            </a:extLst>
          </p:cNvPr>
          <p:cNvSpPr/>
          <p:nvPr>
            <p:custDataLst>
              <p:tags r:id="rId10"/>
            </p:custDataLst>
          </p:nvPr>
        </p:nvSpPr>
        <p:spPr>
          <a:xfrm>
            <a:off x="2567602" y="4097961"/>
            <a:ext cx="381000" cy="380992"/>
          </a:xfrm>
          <a:prstGeom prst="rect">
            <a:avLst/>
          </a:prstGeom>
          <a:solidFill>
            <a:srgbClr val="94F29B"/>
          </a:solidFill>
          <a:ln w="9525" cap="flat">
            <a:solidFill>
              <a:schemeClr val="tx1">
                <a:lumMod val="75000"/>
                <a:lumOff val="25000"/>
              </a:schemeClr>
            </a:solidFill>
            <a:prstDash val="solid"/>
            <a:miter/>
          </a:ln>
        </p:spPr>
        <p:txBody>
          <a:bodyPr wrap="none" anchor="ctr"/>
          <a:lstStyle/>
          <a:p>
            <a:pPr algn="ctr"/>
            <a:r>
              <a:rPr lang="en-US" sz="2000" noProof="0" dirty="0"/>
              <a:t>8</a:t>
            </a:r>
          </a:p>
        </p:txBody>
      </p:sp>
      <p:sp>
        <p:nvSpPr>
          <p:cNvPr id="47" name="Rectangle 46">
            <a:extLst>
              <a:ext uri="{FF2B5EF4-FFF2-40B4-BE49-F238E27FC236}">
                <a16:creationId xmlns:a16="http://schemas.microsoft.com/office/drawing/2014/main" id="{1A804295-5464-D6C3-B11B-A116FC622994}"/>
              </a:ext>
            </a:extLst>
          </p:cNvPr>
          <p:cNvSpPr/>
          <p:nvPr>
            <p:custDataLst>
              <p:tags r:id="rId11"/>
            </p:custDataLst>
          </p:nvPr>
        </p:nvSpPr>
        <p:spPr>
          <a:xfrm>
            <a:off x="2186602" y="4097961"/>
            <a:ext cx="381000" cy="380992"/>
          </a:xfrm>
          <a:prstGeom prst="rect">
            <a:avLst/>
          </a:prstGeom>
          <a:solidFill>
            <a:srgbClr val="94F29B"/>
          </a:solidFill>
          <a:ln w="9525" cap="flat">
            <a:solidFill>
              <a:schemeClr val="tx1">
                <a:lumMod val="75000"/>
                <a:lumOff val="25000"/>
              </a:schemeClr>
            </a:solidFill>
            <a:prstDash val="solid"/>
            <a:miter/>
          </a:ln>
        </p:spPr>
        <p:txBody>
          <a:bodyPr wrap="none" anchor="ctr"/>
          <a:lstStyle/>
          <a:p>
            <a:pPr algn="ctr"/>
            <a:r>
              <a:rPr lang="en-US" sz="2000" noProof="0" dirty="0"/>
              <a:t>7</a:t>
            </a:r>
          </a:p>
        </p:txBody>
      </p:sp>
      <p:sp>
        <p:nvSpPr>
          <p:cNvPr id="50" name="Rectangle 49">
            <a:extLst>
              <a:ext uri="{FF2B5EF4-FFF2-40B4-BE49-F238E27FC236}">
                <a16:creationId xmlns:a16="http://schemas.microsoft.com/office/drawing/2014/main" id="{0CCC24C4-4808-4F38-F366-D4DDCA9CABFE}"/>
              </a:ext>
            </a:extLst>
          </p:cNvPr>
          <p:cNvSpPr/>
          <p:nvPr>
            <p:custDataLst>
              <p:tags r:id="rId12"/>
            </p:custDataLst>
          </p:nvPr>
        </p:nvSpPr>
        <p:spPr>
          <a:xfrm>
            <a:off x="1424602" y="4097961"/>
            <a:ext cx="381000" cy="380992"/>
          </a:xfrm>
          <a:prstGeom prst="rect">
            <a:avLst/>
          </a:prstGeom>
          <a:solidFill>
            <a:srgbClr val="94F29B"/>
          </a:solidFill>
          <a:ln w="9525" cap="flat">
            <a:solidFill>
              <a:schemeClr val="tx1">
                <a:lumMod val="75000"/>
                <a:lumOff val="25000"/>
              </a:schemeClr>
            </a:solidFill>
            <a:prstDash val="solid"/>
            <a:miter/>
          </a:ln>
        </p:spPr>
        <p:txBody>
          <a:bodyPr wrap="none" anchor="ctr"/>
          <a:lstStyle/>
          <a:p>
            <a:pPr algn="ctr"/>
            <a:r>
              <a:rPr lang="en-US" sz="2000" noProof="0" dirty="0"/>
              <a:t>5</a:t>
            </a:r>
          </a:p>
        </p:txBody>
      </p:sp>
      <p:sp>
        <p:nvSpPr>
          <p:cNvPr id="53" name="Rectangle 52">
            <a:extLst>
              <a:ext uri="{FF2B5EF4-FFF2-40B4-BE49-F238E27FC236}">
                <a16:creationId xmlns:a16="http://schemas.microsoft.com/office/drawing/2014/main" id="{EF2A6CBC-BCD6-48DC-0CEC-7C2718D2F2D9}"/>
              </a:ext>
            </a:extLst>
          </p:cNvPr>
          <p:cNvSpPr/>
          <p:nvPr>
            <p:custDataLst>
              <p:tags r:id="rId13"/>
            </p:custDataLst>
          </p:nvPr>
        </p:nvSpPr>
        <p:spPr>
          <a:xfrm>
            <a:off x="1424602" y="3716969"/>
            <a:ext cx="381000" cy="380992"/>
          </a:xfrm>
          <a:prstGeom prst="rect">
            <a:avLst/>
          </a:prstGeom>
          <a:solidFill>
            <a:srgbClr val="DAE8FC"/>
          </a:solidFill>
          <a:ln w="9525" cap="flat">
            <a:solidFill>
              <a:schemeClr val="tx1">
                <a:lumMod val="75000"/>
                <a:lumOff val="25000"/>
              </a:schemeClr>
            </a:solidFill>
            <a:prstDash val="solid"/>
            <a:miter/>
          </a:ln>
        </p:spPr>
        <p:txBody>
          <a:bodyPr wrap="none" anchor="ctr"/>
          <a:lstStyle/>
          <a:p>
            <a:pPr algn="ctr"/>
            <a:r>
              <a:rPr lang="en-US" sz="2000" noProof="0" dirty="0"/>
              <a:t>1</a:t>
            </a:r>
          </a:p>
        </p:txBody>
      </p:sp>
      <p:sp>
        <p:nvSpPr>
          <p:cNvPr id="56" name="Rectangle 55">
            <a:extLst>
              <a:ext uri="{FF2B5EF4-FFF2-40B4-BE49-F238E27FC236}">
                <a16:creationId xmlns:a16="http://schemas.microsoft.com/office/drawing/2014/main" id="{3C549CCF-7BF6-8AF8-0F6C-1AD9581A3F23}"/>
              </a:ext>
            </a:extLst>
          </p:cNvPr>
          <p:cNvSpPr/>
          <p:nvPr>
            <p:custDataLst>
              <p:tags r:id="rId14"/>
            </p:custDataLst>
          </p:nvPr>
        </p:nvSpPr>
        <p:spPr>
          <a:xfrm>
            <a:off x="1424602" y="4478954"/>
            <a:ext cx="381000" cy="380992"/>
          </a:xfrm>
          <a:prstGeom prst="rect">
            <a:avLst/>
          </a:prstGeom>
          <a:solidFill>
            <a:srgbClr val="FEC842"/>
          </a:solidFill>
          <a:ln w="9525" cap="flat">
            <a:solidFill>
              <a:schemeClr val="tx1">
                <a:lumMod val="75000"/>
                <a:lumOff val="25000"/>
              </a:schemeClr>
            </a:solidFill>
            <a:prstDash val="solid"/>
            <a:miter/>
          </a:ln>
        </p:spPr>
        <p:txBody>
          <a:bodyPr wrap="none" anchor="ctr"/>
          <a:lstStyle/>
          <a:p>
            <a:pPr algn="ctr"/>
            <a:r>
              <a:rPr lang="en-US" sz="2000" noProof="0" dirty="0"/>
              <a:t>9</a:t>
            </a:r>
          </a:p>
        </p:txBody>
      </p:sp>
      <p:sp>
        <p:nvSpPr>
          <p:cNvPr id="59" name="Rectangle 58">
            <a:extLst>
              <a:ext uri="{FF2B5EF4-FFF2-40B4-BE49-F238E27FC236}">
                <a16:creationId xmlns:a16="http://schemas.microsoft.com/office/drawing/2014/main" id="{393B6F24-028C-DD9D-A7F9-ED63FC6AB9CE}"/>
              </a:ext>
            </a:extLst>
          </p:cNvPr>
          <p:cNvSpPr/>
          <p:nvPr>
            <p:custDataLst>
              <p:tags r:id="rId15"/>
            </p:custDataLst>
          </p:nvPr>
        </p:nvSpPr>
        <p:spPr>
          <a:xfrm>
            <a:off x="2186602" y="3716969"/>
            <a:ext cx="381000" cy="380992"/>
          </a:xfrm>
          <a:prstGeom prst="rect">
            <a:avLst/>
          </a:prstGeom>
          <a:solidFill>
            <a:srgbClr val="DAE8FC"/>
          </a:solidFill>
          <a:ln w="9525" cap="flat">
            <a:solidFill>
              <a:schemeClr val="tx1">
                <a:lumMod val="75000"/>
                <a:lumOff val="25000"/>
              </a:schemeClr>
            </a:solidFill>
            <a:prstDash val="solid"/>
            <a:miter/>
          </a:ln>
        </p:spPr>
        <p:txBody>
          <a:bodyPr wrap="none" anchor="ctr"/>
          <a:lstStyle/>
          <a:p>
            <a:pPr algn="ctr"/>
            <a:r>
              <a:rPr lang="en-US" sz="2000" noProof="0" dirty="0"/>
              <a:t>3</a:t>
            </a:r>
          </a:p>
        </p:txBody>
      </p:sp>
      <p:sp>
        <p:nvSpPr>
          <p:cNvPr id="62" name="Rectangle 61">
            <a:extLst>
              <a:ext uri="{FF2B5EF4-FFF2-40B4-BE49-F238E27FC236}">
                <a16:creationId xmlns:a16="http://schemas.microsoft.com/office/drawing/2014/main" id="{C4F146ED-DC98-EE10-A006-FCCCB5F2689E}"/>
              </a:ext>
            </a:extLst>
          </p:cNvPr>
          <p:cNvSpPr/>
          <p:nvPr>
            <p:custDataLst>
              <p:tags r:id="rId16"/>
            </p:custDataLst>
          </p:nvPr>
        </p:nvSpPr>
        <p:spPr>
          <a:xfrm>
            <a:off x="2567602" y="3716969"/>
            <a:ext cx="381000" cy="380992"/>
          </a:xfrm>
          <a:prstGeom prst="rect">
            <a:avLst/>
          </a:prstGeom>
          <a:solidFill>
            <a:srgbClr val="DAE8FC"/>
          </a:solidFill>
          <a:ln w="9525" cap="flat">
            <a:solidFill>
              <a:schemeClr val="tx1">
                <a:lumMod val="75000"/>
                <a:lumOff val="25000"/>
              </a:schemeClr>
            </a:solidFill>
            <a:prstDash val="solid"/>
            <a:miter/>
          </a:ln>
        </p:spPr>
        <p:txBody>
          <a:bodyPr wrap="none" anchor="ctr"/>
          <a:lstStyle/>
          <a:p>
            <a:pPr algn="ctr"/>
            <a:r>
              <a:rPr lang="en-US" sz="2000" noProof="0" dirty="0"/>
              <a:t>4</a:t>
            </a:r>
          </a:p>
        </p:txBody>
      </p:sp>
      <p:sp>
        <p:nvSpPr>
          <p:cNvPr id="65" name="Rectangle 64">
            <a:extLst>
              <a:ext uri="{FF2B5EF4-FFF2-40B4-BE49-F238E27FC236}">
                <a16:creationId xmlns:a16="http://schemas.microsoft.com/office/drawing/2014/main" id="{453E93D2-8D1A-077C-9A89-E1D36460EC5B}"/>
              </a:ext>
            </a:extLst>
          </p:cNvPr>
          <p:cNvSpPr/>
          <p:nvPr>
            <p:custDataLst>
              <p:tags r:id="rId17"/>
            </p:custDataLst>
          </p:nvPr>
        </p:nvSpPr>
        <p:spPr>
          <a:xfrm>
            <a:off x="2567602" y="4478954"/>
            <a:ext cx="381000" cy="380992"/>
          </a:xfrm>
          <a:prstGeom prst="rect">
            <a:avLst/>
          </a:prstGeom>
          <a:solidFill>
            <a:srgbClr val="FEC842"/>
          </a:solidFill>
          <a:ln w="9525" cap="flat">
            <a:solidFill>
              <a:schemeClr val="tx1">
                <a:lumMod val="75000"/>
                <a:lumOff val="25000"/>
              </a:schemeClr>
            </a:solidFill>
            <a:prstDash val="solid"/>
            <a:miter/>
          </a:ln>
        </p:spPr>
        <p:txBody>
          <a:bodyPr wrap="none" anchor="ctr"/>
          <a:lstStyle/>
          <a:p>
            <a:pPr algn="ctr"/>
            <a:r>
              <a:rPr lang="en-US" sz="2000" noProof="0" dirty="0"/>
              <a:t>12</a:t>
            </a:r>
          </a:p>
        </p:txBody>
      </p:sp>
      <p:sp>
        <p:nvSpPr>
          <p:cNvPr id="68" name="Rectangle 67">
            <a:extLst>
              <a:ext uri="{FF2B5EF4-FFF2-40B4-BE49-F238E27FC236}">
                <a16:creationId xmlns:a16="http://schemas.microsoft.com/office/drawing/2014/main" id="{925BE6C3-506B-9AAB-FBBD-7AB2AC83233B}"/>
              </a:ext>
            </a:extLst>
          </p:cNvPr>
          <p:cNvSpPr/>
          <p:nvPr>
            <p:custDataLst>
              <p:tags r:id="rId18"/>
            </p:custDataLst>
          </p:nvPr>
        </p:nvSpPr>
        <p:spPr>
          <a:xfrm>
            <a:off x="1805602" y="4478954"/>
            <a:ext cx="381000" cy="380992"/>
          </a:xfrm>
          <a:prstGeom prst="rect">
            <a:avLst/>
          </a:prstGeom>
          <a:solidFill>
            <a:srgbClr val="FEC842"/>
          </a:solidFill>
          <a:ln w="9525" cap="flat">
            <a:solidFill>
              <a:schemeClr val="tx1">
                <a:lumMod val="75000"/>
                <a:lumOff val="25000"/>
              </a:schemeClr>
            </a:solidFill>
            <a:prstDash val="solid"/>
            <a:miter/>
          </a:ln>
        </p:spPr>
        <p:txBody>
          <a:bodyPr wrap="none" anchor="ctr"/>
          <a:lstStyle/>
          <a:p>
            <a:pPr algn="ctr"/>
            <a:r>
              <a:rPr lang="en-US" sz="2000" noProof="0" dirty="0"/>
              <a:t>10</a:t>
            </a:r>
          </a:p>
        </p:txBody>
      </p:sp>
      <p:sp>
        <p:nvSpPr>
          <p:cNvPr id="71" name="Rectangle 70">
            <a:extLst>
              <a:ext uri="{FF2B5EF4-FFF2-40B4-BE49-F238E27FC236}">
                <a16:creationId xmlns:a16="http://schemas.microsoft.com/office/drawing/2014/main" id="{BB59E621-860F-75EB-3352-EB2D933B13C0}"/>
              </a:ext>
            </a:extLst>
          </p:cNvPr>
          <p:cNvSpPr/>
          <p:nvPr>
            <p:custDataLst>
              <p:tags r:id="rId19"/>
            </p:custDataLst>
          </p:nvPr>
        </p:nvSpPr>
        <p:spPr>
          <a:xfrm>
            <a:off x="2186602" y="4478954"/>
            <a:ext cx="381000" cy="380992"/>
          </a:xfrm>
          <a:prstGeom prst="rect">
            <a:avLst/>
          </a:prstGeom>
          <a:solidFill>
            <a:srgbClr val="FEC842"/>
          </a:solidFill>
          <a:ln w="9525" cap="flat">
            <a:solidFill>
              <a:schemeClr val="tx1">
                <a:lumMod val="75000"/>
                <a:lumOff val="25000"/>
              </a:schemeClr>
            </a:solidFill>
            <a:prstDash val="solid"/>
            <a:miter/>
          </a:ln>
        </p:spPr>
        <p:txBody>
          <a:bodyPr wrap="none" anchor="ctr"/>
          <a:lstStyle/>
          <a:p>
            <a:pPr algn="ctr"/>
            <a:r>
              <a:rPr lang="en-US" sz="2000" noProof="0" dirty="0"/>
              <a:t>11</a:t>
            </a:r>
          </a:p>
        </p:txBody>
      </p:sp>
      <mc:AlternateContent xmlns:mc="http://schemas.openxmlformats.org/markup-compatibility/2006">
        <mc:Choice xmlns:a14="http://schemas.microsoft.com/office/drawing/2010/main" Requires="a14">
          <p:sp>
            <p:nvSpPr>
              <p:cNvPr id="4" name="TextBox 3">
                <a:extLst>
                  <a:ext uri="{FF2B5EF4-FFF2-40B4-BE49-F238E27FC236}">
                    <a16:creationId xmlns:a16="http://schemas.microsoft.com/office/drawing/2014/main" id="{4A227FF2-E7C3-F0D8-1548-3FDE957F05DA}"/>
                  </a:ext>
                </a:extLst>
              </p:cNvPr>
              <p:cNvSpPr txBox="1"/>
              <p:nvPr>
                <p:custDataLst>
                  <p:tags r:id="rId20"/>
                </p:custDataLst>
              </p:nvPr>
            </p:nvSpPr>
            <p:spPr>
              <a:xfrm>
                <a:off x="965434" y="4009497"/>
                <a:ext cx="510524" cy="461665"/>
              </a:xfrm>
              <a:prstGeom prst="rect">
                <a:avLst/>
              </a:prstGeom>
              <a:noFill/>
            </p:spPr>
            <p:txBody>
              <a:bodyPr wrap="none" rtlCol="0">
                <a:spAutoFit/>
              </a:bodyPr>
              <a:lstStyle/>
              <a:p>
                <a:pPr/>
                <a14:m>
                  <m:oMathPara xmlns:m="http://schemas.openxmlformats.org/officeDocument/2006/math">
                    <m:oMath>
                      <m:r>
                        <a:rPr lang="en-US" sz="2400" i="1" noProof="0" smtClean="0">
                          <a:latin typeface="Cambria Math" panose="02040503050406030204" pitchFamily="18" charset="0"/>
                        </a:rPr>
                        <m:t>𝑚</m:t>
                      </m:r>
                    </m:oMath>
                  </m:oMathPara>
                </a14:m>
                <a:endParaRPr lang="en-US" sz="2400" noProof="0" dirty="0"/>
              </a:p>
            </p:txBody>
          </p:sp>
        </mc:Choice>
        <mc:Fallback>
          <p:sp>
            <p:nvSpPr>
              <p:cNvPr id="4" name="TextBox 3">
                <a:extLst>
                  <a:ext uri="{FF2B5EF4-FFF2-40B4-BE49-F238E27FC236}">
                    <a16:creationId xmlns:a16="http://schemas.microsoft.com/office/drawing/2014/main" id="{4A227FF2-E7C3-F0D8-1548-3FDE957F05DA}"/>
                  </a:ext>
                </a:extLst>
              </p:cNvPr>
              <p:cNvSpPr txBox="1">
                <a:spLocks noRot="1" noChangeAspect="1" noMove="1" noResize="1" noEditPoints="1" noAdjustHandles="1" noChangeArrowheads="1" noChangeShapeType="1" noTextEdit="1"/>
              </p:cNvSpPr>
              <p:nvPr>
                <p:custDataLst>
                  <p:tags r:id="rId20"/>
                </p:custDataLst>
              </p:nvPr>
            </p:nvSpPr>
            <p:spPr>
              <a:xfrm>
                <a:off x="965434" y="4009497"/>
                <a:ext cx="510524" cy="461665"/>
              </a:xfrm>
              <a:prstGeom prst="rect">
                <a:avLst/>
              </a:prstGeom>
              <a:blipFill>
                <a:blip r:embed="rId24"/>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2" name="TextBox 11">
                <a:extLst>
                  <a:ext uri="{FF2B5EF4-FFF2-40B4-BE49-F238E27FC236}">
                    <a16:creationId xmlns:a16="http://schemas.microsoft.com/office/drawing/2014/main" id="{E77E5549-724E-7BCC-503A-172F89C27024}"/>
                  </a:ext>
                </a:extLst>
              </p:cNvPr>
              <p:cNvSpPr txBox="1"/>
              <p:nvPr>
                <p:custDataLst>
                  <p:tags r:id="rId21"/>
                </p:custDataLst>
              </p:nvPr>
            </p:nvSpPr>
            <p:spPr>
              <a:xfrm>
                <a:off x="1991030" y="4782590"/>
                <a:ext cx="428771" cy="461665"/>
              </a:xfrm>
              <a:prstGeom prst="rect">
                <a:avLst/>
              </a:prstGeom>
              <a:noFill/>
            </p:spPr>
            <p:txBody>
              <a:bodyPr wrap="none" rtlCol="0">
                <a:spAutoFit/>
              </a:bodyPr>
              <a:lstStyle/>
              <a:p>
                <a:pPr/>
                <a14:m>
                  <m:oMathPara xmlns:m="http://schemas.openxmlformats.org/officeDocument/2006/math">
                    <m:oMath>
                      <m:r>
                        <a:rPr lang="en-US" sz="2400" b="0" i="1" noProof="0" smtClean="0">
                          <a:latin typeface="Cambria Math" panose="02040503050406030204" pitchFamily="18" charset="0"/>
                        </a:rPr>
                        <m:t>𝑛</m:t>
                      </m:r>
                    </m:oMath>
                  </m:oMathPara>
                </a14:m>
                <a:endParaRPr lang="en-US" sz="2400" noProof="0" dirty="0"/>
              </a:p>
            </p:txBody>
          </p:sp>
        </mc:Choice>
        <mc:Fallback>
          <p:sp>
            <p:nvSpPr>
              <p:cNvPr id="12" name="TextBox 11">
                <a:extLst>
                  <a:ext uri="{FF2B5EF4-FFF2-40B4-BE49-F238E27FC236}">
                    <a16:creationId xmlns:a16="http://schemas.microsoft.com/office/drawing/2014/main" id="{E77E5549-724E-7BCC-503A-172F89C27024}"/>
                  </a:ext>
                </a:extLst>
              </p:cNvPr>
              <p:cNvSpPr txBox="1">
                <a:spLocks noRot="1" noChangeAspect="1" noMove="1" noResize="1" noEditPoints="1" noAdjustHandles="1" noChangeArrowheads="1" noChangeShapeType="1" noTextEdit="1"/>
              </p:cNvSpPr>
              <p:nvPr>
                <p:custDataLst>
                  <p:tags r:id="rId21"/>
                </p:custDataLst>
              </p:nvPr>
            </p:nvSpPr>
            <p:spPr>
              <a:xfrm>
                <a:off x="1991030" y="4782590"/>
                <a:ext cx="428771" cy="461665"/>
              </a:xfrm>
              <a:prstGeom prst="rect">
                <a:avLst/>
              </a:prstGeom>
              <a:blipFill>
                <a:blip r:embed="rId25"/>
                <a:stretch>
                  <a:fillRect/>
                </a:stretch>
              </a:blipFill>
            </p:spPr>
            <p:txBody>
              <a:bodyPr/>
              <a:lstStyle/>
              <a:p>
                <a:r>
                  <a:rPr lang="en-US">
                    <a:noFill/>
                  </a:rPr>
                  <a:t> </a:t>
                </a:r>
              </a:p>
            </p:txBody>
          </p:sp>
        </mc:Fallback>
      </mc:AlternateContent>
    </p:spTree>
    <p:custDataLst>
      <p:tags r:id="rId1"/>
    </p:custDataLst>
    <p:extLst>
      <p:ext uri="{BB962C8B-B14F-4D97-AF65-F5344CB8AC3E}">
        <p14:creationId xmlns:p14="http://schemas.microsoft.com/office/powerpoint/2010/main" val="122492393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7" name="Straight Arrow Connector 16">
            <a:extLst>
              <a:ext uri="{FF2B5EF4-FFF2-40B4-BE49-F238E27FC236}">
                <a16:creationId xmlns:a16="http://schemas.microsoft.com/office/drawing/2014/main" id="{CF9699A7-6E7F-6A4A-1BE0-B901964BBD4A}"/>
              </a:ext>
            </a:extLst>
          </p:cNvPr>
          <p:cNvCxnSpPr>
            <a:cxnSpLocks/>
            <a:stCxn id="10" idx="2"/>
            <a:endCxn id="6" idx="1"/>
          </p:cNvCxnSpPr>
          <p:nvPr>
            <p:custDataLst>
              <p:tags r:id="rId2"/>
            </p:custDataLst>
          </p:nvPr>
        </p:nvCxnSpPr>
        <p:spPr>
          <a:xfrm flipH="1">
            <a:off x="3101112" y="2695517"/>
            <a:ext cx="2767442" cy="78748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2" name="Title 1">
            <a:extLst>
              <a:ext uri="{FF2B5EF4-FFF2-40B4-BE49-F238E27FC236}">
                <a16:creationId xmlns:a16="http://schemas.microsoft.com/office/drawing/2014/main" id="{BFFC25D7-EA5F-3145-1A91-B45219E7073C}"/>
              </a:ext>
            </a:extLst>
          </p:cNvPr>
          <p:cNvSpPr>
            <a:spLocks noGrp="1"/>
          </p:cNvSpPr>
          <p:nvPr>
            <p:ph type="title"/>
            <p:custDataLst>
              <p:tags r:id="rId3"/>
            </p:custDataLst>
          </p:nvPr>
        </p:nvSpPr>
        <p:spPr/>
        <p:txBody>
          <a:bodyPr/>
          <a:lstStyle/>
          <a:p>
            <a:r>
              <a:rPr lang="en-US" noProof="0" dirty="0"/>
              <a:t>Layout-agnostic design</a:t>
            </a:r>
          </a:p>
        </p:txBody>
      </p:sp>
      <p:sp>
        <p:nvSpPr>
          <p:cNvPr id="6" name="TextBox 5">
            <a:extLst>
              <a:ext uri="{FF2B5EF4-FFF2-40B4-BE49-F238E27FC236}">
                <a16:creationId xmlns:a16="http://schemas.microsoft.com/office/drawing/2014/main" id="{E5F019B9-B109-FECE-DF5D-017B5ED66C4E}"/>
              </a:ext>
            </a:extLst>
          </p:cNvPr>
          <p:cNvSpPr txBox="1"/>
          <p:nvPr>
            <p:custDataLst>
              <p:tags r:id="rId4"/>
            </p:custDataLst>
          </p:nvPr>
        </p:nvSpPr>
        <p:spPr>
          <a:xfrm flipH="1">
            <a:off x="1272092" y="3252164"/>
            <a:ext cx="1829020" cy="461665"/>
          </a:xfrm>
          <a:prstGeom prst="rect">
            <a:avLst/>
          </a:prstGeom>
          <a:noFill/>
        </p:spPr>
        <p:txBody>
          <a:bodyPr wrap="square" rtlCol="0" anchor="b">
            <a:spAutoFit/>
          </a:bodyPr>
          <a:lstStyle/>
          <a:p>
            <a:pPr algn="ctr"/>
            <a:r>
              <a:rPr lang="en-US" sz="2400" noProof="0" dirty="0"/>
              <a:t>Index space</a:t>
            </a:r>
          </a:p>
        </p:txBody>
      </p:sp>
      <p:cxnSp>
        <p:nvCxnSpPr>
          <p:cNvPr id="7" name="Straight Arrow Connector 6">
            <a:extLst>
              <a:ext uri="{FF2B5EF4-FFF2-40B4-BE49-F238E27FC236}">
                <a16:creationId xmlns:a16="http://schemas.microsoft.com/office/drawing/2014/main" id="{810D43FC-A3D8-FA7F-57C5-AF9023BC6E13}"/>
              </a:ext>
            </a:extLst>
          </p:cNvPr>
          <p:cNvCxnSpPr>
            <a:cxnSpLocks/>
          </p:cNvCxnSpPr>
          <p:nvPr>
            <p:custDataLst>
              <p:tags r:id="rId5"/>
            </p:custDataLst>
          </p:nvPr>
        </p:nvCxnSpPr>
        <p:spPr>
          <a:xfrm flipV="1">
            <a:off x="2965699" y="3622045"/>
            <a:ext cx="1913618" cy="610133"/>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266F46F6-CF65-0E55-0650-3C9E5AB72670}"/>
              </a:ext>
            </a:extLst>
          </p:cNvPr>
          <p:cNvSpPr txBox="1"/>
          <p:nvPr>
            <p:custDataLst>
              <p:tags r:id="rId6"/>
            </p:custDataLst>
          </p:nvPr>
        </p:nvSpPr>
        <p:spPr>
          <a:xfrm flipH="1">
            <a:off x="5631896" y="3071365"/>
            <a:ext cx="3400422" cy="461665"/>
          </a:xfrm>
          <a:prstGeom prst="rect">
            <a:avLst/>
          </a:prstGeom>
          <a:noFill/>
        </p:spPr>
        <p:txBody>
          <a:bodyPr wrap="square" rtlCol="0" anchor="b">
            <a:spAutoFit/>
          </a:bodyPr>
          <a:lstStyle/>
          <a:p>
            <a:pPr algn="ctr"/>
            <a:r>
              <a:rPr lang="en-US" sz="2400" noProof="0" dirty="0"/>
              <a:t>Physical memory layout</a:t>
            </a:r>
          </a:p>
        </p:txBody>
      </p:sp>
      <p:pic>
        <p:nvPicPr>
          <p:cNvPr id="13" name="Picture 12">
            <a:extLst>
              <a:ext uri="{FF2B5EF4-FFF2-40B4-BE49-F238E27FC236}">
                <a16:creationId xmlns:a16="http://schemas.microsoft.com/office/drawing/2014/main" id="{DD950412-A4E1-17AA-7F65-11BCBF6AEAD6}"/>
              </a:ext>
            </a:extLst>
          </p:cNvPr>
          <p:cNvPicPr>
            <a:picLocks noChangeAspect="1"/>
          </p:cNvPicPr>
          <p:nvPr>
            <p:custDataLst>
              <p:tags r:id="rId7"/>
            </p:custDataLst>
          </p:nvPr>
        </p:nvPicPr>
        <p:blipFill>
          <a:blip r:embed="rId41"/>
          <a:stretch>
            <a:fillRect/>
          </a:stretch>
        </p:blipFill>
        <p:spPr>
          <a:xfrm>
            <a:off x="9729605" y="2671868"/>
            <a:ext cx="1249070" cy="1241336"/>
          </a:xfrm>
          <a:prstGeom prst="rect">
            <a:avLst/>
          </a:prstGeom>
        </p:spPr>
      </p:pic>
      <p:sp>
        <p:nvSpPr>
          <p:cNvPr id="15" name="Date Placeholder 14">
            <a:extLst>
              <a:ext uri="{FF2B5EF4-FFF2-40B4-BE49-F238E27FC236}">
                <a16:creationId xmlns:a16="http://schemas.microsoft.com/office/drawing/2014/main" id="{D332B380-5281-EE91-2938-5399CC818032}"/>
              </a:ext>
            </a:extLst>
          </p:cNvPr>
          <p:cNvSpPr>
            <a:spLocks noGrp="1"/>
          </p:cNvSpPr>
          <p:nvPr>
            <p:ph type="dt" sz="half" idx="10"/>
            <p:custDataLst>
              <p:tags r:id="rId8"/>
            </p:custDataLst>
          </p:nvPr>
        </p:nvSpPr>
        <p:spPr/>
        <p:txBody>
          <a:bodyPr/>
          <a:lstStyle/>
          <a:p>
            <a:r>
              <a:rPr lang="en-US" noProof="0"/>
              <a:t>9/5/2026</a:t>
            </a:r>
            <a:endParaRPr lang="en-US" noProof="0" dirty="0"/>
          </a:p>
        </p:txBody>
      </p:sp>
      <p:sp>
        <p:nvSpPr>
          <p:cNvPr id="16" name="Slide Number Placeholder 15">
            <a:extLst>
              <a:ext uri="{FF2B5EF4-FFF2-40B4-BE49-F238E27FC236}">
                <a16:creationId xmlns:a16="http://schemas.microsoft.com/office/drawing/2014/main" id="{DFBB65FD-0342-4A62-39CA-BF84A812ADB1}"/>
              </a:ext>
            </a:extLst>
          </p:cNvPr>
          <p:cNvSpPr>
            <a:spLocks noGrp="1"/>
          </p:cNvSpPr>
          <p:nvPr>
            <p:ph type="sldNum" sz="quarter" idx="12"/>
            <p:custDataLst>
              <p:tags r:id="rId9"/>
            </p:custDataLst>
          </p:nvPr>
        </p:nvSpPr>
        <p:spPr/>
        <p:txBody>
          <a:bodyPr/>
          <a:lstStyle/>
          <a:p>
            <a:r>
              <a:rPr lang="en-US" noProof="0"/>
              <a:t>4</a:t>
            </a:r>
            <a:endParaRPr lang="en-US" noProof="0" dirty="0"/>
          </a:p>
        </p:txBody>
      </p:sp>
      <p:sp>
        <p:nvSpPr>
          <p:cNvPr id="10" name="TextBox 9">
            <a:extLst>
              <a:ext uri="{FF2B5EF4-FFF2-40B4-BE49-F238E27FC236}">
                <a16:creationId xmlns:a16="http://schemas.microsoft.com/office/drawing/2014/main" id="{53EDD665-FE0A-F5BF-5FBA-041F0C097A37}"/>
              </a:ext>
            </a:extLst>
          </p:cNvPr>
          <p:cNvSpPr txBox="1"/>
          <p:nvPr>
            <p:custDataLst>
              <p:tags r:id="rId10"/>
            </p:custDataLst>
          </p:nvPr>
        </p:nvSpPr>
        <p:spPr>
          <a:xfrm>
            <a:off x="2588746" y="1364832"/>
            <a:ext cx="6559615" cy="1330685"/>
          </a:xfrm>
          <a:prstGeom prst="rect">
            <a:avLst/>
          </a:prstGeom>
          <a:solidFill>
            <a:srgbClr val="FFFFFF"/>
          </a:solidFill>
          <a:ln>
            <a:solidFill>
              <a:schemeClr val="tx1"/>
            </a:solidFill>
          </a:ln>
        </p:spPr>
        <p:txBody>
          <a:bodyPr wrap="none">
            <a:spAutoFit/>
          </a:bodyPr>
          <a:lstStyle/>
          <a:p>
            <a:pPr>
              <a:lnSpc>
                <a:spcPct val="113095"/>
              </a:lnSpc>
              <a:buNone/>
            </a:pPr>
            <a:r>
              <a:rPr lang="en-US" sz="2400" noProof="0" dirty="0">
                <a:solidFill>
                  <a:srgbClr val="AF00DB"/>
                </a:solidFill>
                <a:latin typeface="Fira Code" panose="020B0809050000020004" pitchFamily="49" charset="0"/>
              </a:rPr>
              <a:t>for</a:t>
            </a:r>
            <a:r>
              <a:rPr lang="en-US" sz="2400" noProof="0" dirty="0">
                <a:solidFill>
                  <a:srgbClr val="000000"/>
                </a:solidFill>
                <a:latin typeface="Fira Code" panose="020B0809050000020004" pitchFamily="49" charset="0"/>
              </a:rPr>
              <a:t> (</a:t>
            </a:r>
            <a:r>
              <a:rPr lang="en-US" sz="2400" noProof="0" dirty="0">
                <a:solidFill>
                  <a:srgbClr val="0000FF"/>
                </a:solidFill>
                <a:latin typeface="Fira Code" panose="020B0809050000020004" pitchFamily="49" charset="0"/>
              </a:rPr>
              <a:t>int</a:t>
            </a:r>
            <a:r>
              <a:rPr lang="en-US" sz="2400" noProof="0" dirty="0">
                <a:solidFill>
                  <a:srgbClr val="000000"/>
                </a:solidFill>
                <a:latin typeface="Fira Code" panose="020B0809050000020004" pitchFamily="49" charset="0"/>
              </a:rPr>
              <a:t> </a:t>
            </a:r>
            <a:r>
              <a:rPr lang="en-US" sz="2400" noProof="0" dirty="0" err="1">
                <a:solidFill>
                  <a:srgbClr val="001080"/>
                </a:solidFill>
                <a:latin typeface="Fira Code" panose="020B0809050000020004" pitchFamily="49" charset="0"/>
              </a:rPr>
              <a:t>i</a:t>
            </a:r>
            <a:r>
              <a:rPr lang="en-US" sz="2400" noProof="0" dirty="0">
                <a:solidFill>
                  <a:srgbClr val="000000"/>
                </a:solidFill>
                <a:latin typeface="Fira Code" panose="020B0809050000020004" pitchFamily="49" charset="0"/>
              </a:rPr>
              <a:t> = </a:t>
            </a:r>
            <a:r>
              <a:rPr lang="en-US" sz="2400" noProof="0" dirty="0">
                <a:solidFill>
                  <a:srgbClr val="098658"/>
                </a:solidFill>
                <a:latin typeface="Fira Code" panose="020B0809050000020004" pitchFamily="49" charset="0"/>
              </a:rPr>
              <a:t>0</a:t>
            </a:r>
            <a:r>
              <a:rPr lang="en-US" sz="2400" noProof="0" dirty="0">
                <a:solidFill>
                  <a:srgbClr val="000000"/>
                </a:solidFill>
                <a:latin typeface="Fira Code" panose="020B0809050000020004" pitchFamily="49" charset="0"/>
              </a:rPr>
              <a:t>; </a:t>
            </a:r>
            <a:r>
              <a:rPr lang="en-US" sz="2400" noProof="0" dirty="0" err="1">
                <a:solidFill>
                  <a:srgbClr val="001080"/>
                </a:solidFill>
                <a:latin typeface="Fira Code" panose="020B0809050000020004" pitchFamily="49" charset="0"/>
              </a:rPr>
              <a:t>i</a:t>
            </a:r>
            <a:r>
              <a:rPr lang="en-US" sz="2400" noProof="0" dirty="0">
                <a:solidFill>
                  <a:srgbClr val="000000"/>
                </a:solidFill>
                <a:latin typeface="Fira Code" panose="020B0809050000020004" pitchFamily="49" charset="0"/>
              </a:rPr>
              <a:t> &lt; </a:t>
            </a:r>
            <a:r>
              <a:rPr lang="en-US" sz="2400" noProof="0" dirty="0">
                <a:solidFill>
                  <a:srgbClr val="0070C1"/>
                </a:solidFill>
                <a:latin typeface="Fira Code" panose="020B0809050000020004" pitchFamily="49" charset="0"/>
              </a:rPr>
              <a:t>M</a:t>
            </a:r>
            <a:r>
              <a:rPr lang="en-US" sz="2400" noProof="0" dirty="0">
                <a:solidFill>
                  <a:srgbClr val="000000"/>
                </a:solidFill>
                <a:latin typeface="Fira Code" panose="020B0809050000020004" pitchFamily="49" charset="0"/>
              </a:rPr>
              <a:t>; </a:t>
            </a:r>
            <a:r>
              <a:rPr lang="en-US" sz="2400" noProof="0" dirty="0" err="1">
                <a:solidFill>
                  <a:srgbClr val="001080"/>
                </a:solidFill>
                <a:latin typeface="Fira Code" panose="020B0809050000020004" pitchFamily="49" charset="0"/>
              </a:rPr>
              <a:t>i</a:t>
            </a:r>
            <a:r>
              <a:rPr lang="en-US" sz="2400" noProof="0" dirty="0">
                <a:solidFill>
                  <a:srgbClr val="000000"/>
                </a:solidFill>
                <a:latin typeface="Fira Code" panose="020B0809050000020004" pitchFamily="49" charset="0"/>
              </a:rPr>
              <a:t>++)</a:t>
            </a:r>
          </a:p>
          <a:p>
            <a:pPr>
              <a:lnSpc>
                <a:spcPct val="113095"/>
              </a:lnSpc>
              <a:buNone/>
            </a:pPr>
            <a:r>
              <a:rPr lang="en-US" sz="2400" noProof="0" dirty="0">
                <a:solidFill>
                  <a:srgbClr val="000000"/>
                </a:solidFill>
                <a:latin typeface="Fira Code" panose="020B0809050000020004" pitchFamily="49" charset="0"/>
              </a:rPr>
              <a:t>    </a:t>
            </a:r>
            <a:r>
              <a:rPr lang="en-US" sz="2400" noProof="0" dirty="0">
                <a:solidFill>
                  <a:srgbClr val="AF00DB"/>
                </a:solidFill>
                <a:latin typeface="Fira Code" panose="020B0809050000020004" pitchFamily="49" charset="0"/>
              </a:rPr>
              <a:t>for</a:t>
            </a:r>
            <a:r>
              <a:rPr lang="en-US" sz="2400" noProof="0" dirty="0">
                <a:solidFill>
                  <a:srgbClr val="000000"/>
                </a:solidFill>
                <a:latin typeface="Fira Code" panose="020B0809050000020004" pitchFamily="49" charset="0"/>
              </a:rPr>
              <a:t> (</a:t>
            </a:r>
            <a:r>
              <a:rPr lang="en-US" sz="2400" noProof="0" dirty="0">
                <a:solidFill>
                  <a:srgbClr val="0000FF"/>
                </a:solidFill>
                <a:latin typeface="Fira Code" panose="020B0809050000020004" pitchFamily="49" charset="0"/>
              </a:rPr>
              <a:t>int</a:t>
            </a:r>
            <a:r>
              <a:rPr lang="en-US" sz="2400" noProof="0" dirty="0">
                <a:solidFill>
                  <a:srgbClr val="000000"/>
                </a:solidFill>
                <a:latin typeface="Fira Code" panose="020B0809050000020004" pitchFamily="49" charset="0"/>
              </a:rPr>
              <a:t> </a:t>
            </a:r>
            <a:r>
              <a:rPr lang="en-US" sz="2400" noProof="0" dirty="0">
                <a:solidFill>
                  <a:srgbClr val="001080"/>
                </a:solidFill>
                <a:latin typeface="Fira Code" panose="020B0809050000020004" pitchFamily="49" charset="0"/>
              </a:rPr>
              <a:t>j</a:t>
            </a:r>
            <a:r>
              <a:rPr lang="en-US" sz="2400" noProof="0" dirty="0">
                <a:solidFill>
                  <a:srgbClr val="000000"/>
                </a:solidFill>
                <a:latin typeface="Fira Code" panose="020B0809050000020004" pitchFamily="49" charset="0"/>
              </a:rPr>
              <a:t> = </a:t>
            </a:r>
            <a:r>
              <a:rPr lang="en-US" sz="2400" noProof="0" dirty="0">
                <a:solidFill>
                  <a:srgbClr val="098658"/>
                </a:solidFill>
                <a:latin typeface="Fira Code" panose="020B0809050000020004" pitchFamily="49" charset="0"/>
              </a:rPr>
              <a:t>0</a:t>
            </a:r>
            <a:r>
              <a:rPr lang="en-US" sz="2400" noProof="0" dirty="0">
                <a:solidFill>
                  <a:srgbClr val="000000"/>
                </a:solidFill>
                <a:latin typeface="Fira Code" panose="020B0809050000020004" pitchFamily="49" charset="0"/>
              </a:rPr>
              <a:t>; </a:t>
            </a:r>
            <a:r>
              <a:rPr lang="en-US" sz="2400" noProof="0" dirty="0">
                <a:solidFill>
                  <a:srgbClr val="001080"/>
                </a:solidFill>
                <a:latin typeface="Fira Code" panose="020B0809050000020004" pitchFamily="49" charset="0"/>
              </a:rPr>
              <a:t>j</a:t>
            </a:r>
            <a:r>
              <a:rPr lang="en-US" sz="2400" noProof="0" dirty="0">
                <a:solidFill>
                  <a:srgbClr val="000000"/>
                </a:solidFill>
                <a:latin typeface="Fira Code" panose="020B0809050000020004" pitchFamily="49" charset="0"/>
              </a:rPr>
              <a:t> &lt; </a:t>
            </a:r>
            <a:r>
              <a:rPr lang="en-US" sz="2400" noProof="0" dirty="0">
                <a:solidFill>
                  <a:srgbClr val="0070C1"/>
                </a:solidFill>
                <a:latin typeface="Fira Code" panose="020B0809050000020004" pitchFamily="49" charset="0"/>
              </a:rPr>
              <a:t>N</a:t>
            </a:r>
            <a:r>
              <a:rPr lang="en-US" sz="2400" noProof="0" dirty="0">
                <a:solidFill>
                  <a:srgbClr val="000000"/>
                </a:solidFill>
                <a:latin typeface="Fira Code" panose="020B0809050000020004" pitchFamily="49" charset="0"/>
              </a:rPr>
              <a:t>; </a:t>
            </a:r>
            <a:r>
              <a:rPr lang="en-US" sz="2400" noProof="0" dirty="0" err="1">
                <a:solidFill>
                  <a:srgbClr val="001080"/>
                </a:solidFill>
                <a:latin typeface="Fira Code" panose="020B0809050000020004" pitchFamily="49" charset="0"/>
              </a:rPr>
              <a:t>j</a:t>
            </a:r>
            <a:r>
              <a:rPr lang="en-US" sz="2400" noProof="0" dirty="0" err="1">
                <a:solidFill>
                  <a:srgbClr val="000000"/>
                </a:solidFill>
                <a:latin typeface="Fira Code" panose="020B0809050000020004" pitchFamily="49" charset="0"/>
              </a:rPr>
              <a:t>++</a:t>
            </a:r>
            <a:r>
              <a:rPr lang="en-US" sz="2400" noProof="0" dirty="0">
                <a:solidFill>
                  <a:srgbClr val="000000"/>
                </a:solidFill>
                <a:latin typeface="Fira Code" panose="020B0809050000020004" pitchFamily="49" charset="0"/>
              </a:rPr>
              <a:t>)</a:t>
            </a:r>
          </a:p>
          <a:p>
            <a:pPr>
              <a:lnSpc>
                <a:spcPct val="113095"/>
              </a:lnSpc>
              <a:buNone/>
            </a:pPr>
            <a:r>
              <a:rPr lang="en-US" sz="2400" noProof="0" dirty="0">
                <a:solidFill>
                  <a:srgbClr val="000000"/>
                </a:solidFill>
                <a:latin typeface="Fira Code" panose="020B0809050000020004" pitchFamily="49" charset="0"/>
              </a:rPr>
              <a:t>        </a:t>
            </a:r>
            <a:r>
              <a:rPr lang="en-US" sz="2400" noProof="0" dirty="0">
                <a:solidFill>
                  <a:srgbClr val="001080"/>
                </a:solidFill>
                <a:latin typeface="Fira Code" panose="020B0809050000020004" pitchFamily="49" charset="0"/>
              </a:rPr>
              <a:t>matrix</a:t>
            </a:r>
            <a:r>
              <a:rPr lang="en-US" sz="2400" noProof="0" dirty="0">
                <a:solidFill>
                  <a:srgbClr val="000000"/>
                </a:solidFill>
                <a:latin typeface="Fira Code" panose="020B0809050000020004" pitchFamily="49" charset="0"/>
              </a:rPr>
              <a:t>[</a:t>
            </a:r>
            <a:r>
              <a:rPr lang="en-US" sz="2400" noProof="0" dirty="0" err="1">
                <a:solidFill>
                  <a:srgbClr val="001080"/>
                </a:solidFill>
                <a:latin typeface="Fira Code" panose="020B0809050000020004" pitchFamily="49" charset="0"/>
              </a:rPr>
              <a:t>i</a:t>
            </a:r>
            <a:r>
              <a:rPr lang="en-US" sz="2400" noProof="0" dirty="0">
                <a:solidFill>
                  <a:srgbClr val="000000"/>
                </a:solidFill>
                <a:latin typeface="Fira Code" panose="020B0809050000020004" pitchFamily="49" charset="0"/>
              </a:rPr>
              <a:t>][</a:t>
            </a:r>
            <a:r>
              <a:rPr lang="en-US" sz="2400" noProof="0" dirty="0">
                <a:solidFill>
                  <a:srgbClr val="001080"/>
                </a:solidFill>
                <a:latin typeface="Fira Code" panose="020B0809050000020004" pitchFamily="49" charset="0"/>
              </a:rPr>
              <a:t>j</a:t>
            </a:r>
            <a:r>
              <a:rPr lang="en-US" sz="2400" noProof="0" dirty="0">
                <a:solidFill>
                  <a:srgbClr val="000000"/>
                </a:solidFill>
                <a:latin typeface="Fira Code" panose="020B0809050000020004" pitchFamily="49" charset="0"/>
              </a:rPr>
              <a:t>] = </a:t>
            </a:r>
            <a:r>
              <a:rPr lang="en-US" sz="2400" noProof="0" dirty="0" err="1">
                <a:solidFill>
                  <a:srgbClr val="795E26"/>
                </a:solidFill>
                <a:latin typeface="Fira Code" panose="020B0809050000020004" pitchFamily="49" charset="0"/>
              </a:rPr>
              <a:t>init</a:t>
            </a:r>
            <a:r>
              <a:rPr lang="en-US" sz="2400" noProof="0" dirty="0">
                <a:solidFill>
                  <a:srgbClr val="000000"/>
                </a:solidFill>
                <a:latin typeface="Fira Code" panose="020B0809050000020004" pitchFamily="49" charset="0"/>
              </a:rPr>
              <a:t>(</a:t>
            </a:r>
            <a:r>
              <a:rPr lang="en-US" sz="2400" noProof="0" dirty="0" err="1">
                <a:solidFill>
                  <a:srgbClr val="001080"/>
                </a:solidFill>
                <a:latin typeface="Fira Code" panose="020B0809050000020004" pitchFamily="49" charset="0"/>
              </a:rPr>
              <a:t>i</a:t>
            </a:r>
            <a:r>
              <a:rPr lang="en-US" sz="2400" noProof="0" dirty="0">
                <a:solidFill>
                  <a:srgbClr val="000000"/>
                </a:solidFill>
                <a:latin typeface="Fira Code" panose="020B0809050000020004" pitchFamily="49" charset="0"/>
              </a:rPr>
              <a:t>, </a:t>
            </a:r>
            <a:r>
              <a:rPr lang="en-US" sz="2400" noProof="0" dirty="0">
                <a:solidFill>
                  <a:srgbClr val="001080"/>
                </a:solidFill>
                <a:latin typeface="Fira Code" panose="020B0809050000020004" pitchFamily="49" charset="0"/>
              </a:rPr>
              <a:t>j</a:t>
            </a:r>
            <a:r>
              <a:rPr lang="en-US" sz="2400" noProof="0" dirty="0">
                <a:solidFill>
                  <a:srgbClr val="000000"/>
                </a:solidFill>
                <a:latin typeface="Fira Code" panose="020B0809050000020004" pitchFamily="49" charset="0"/>
              </a:rPr>
              <a:t>);</a:t>
            </a:r>
          </a:p>
        </p:txBody>
      </p:sp>
      <p:sp>
        <p:nvSpPr>
          <p:cNvPr id="38" name="Rectangle 37">
            <a:extLst>
              <a:ext uri="{FF2B5EF4-FFF2-40B4-BE49-F238E27FC236}">
                <a16:creationId xmlns:a16="http://schemas.microsoft.com/office/drawing/2014/main" id="{60BA42AF-1518-DEC5-1F3C-80A280A7EFA5}"/>
              </a:ext>
            </a:extLst>
          </p:cNvPr>
          <p:cNvSpPr/>
          <p:nvPr>
            <p:custDataLst>
              <p:tags r:id="rId11"/>
            </p:custDataLst>
          </p:nvPr>
        </p:nvSpPr>
        <p:spPr>
          <a:xfrm>
            <a:off x="1805602" y="3716969"/>
            <a:ext cx="381000" cy="380992"/>
          </a:xfrm>
          <a:prstGeom prst="rect">
            <a:avLst/>
          </a:prstGeom>
          <a:solidFill>
            <a:srgbClr val="DAE8FC"/>
          </a:solidFill>
          <a:ln w="9525" cap="flat">
            <a:solidFill>
              <a:schemeClr val="tx1">
                <a:lumMod val="75000"/>
                <a:lumOff val="25000"/>
              </a:schemeClr>
            </a:solidFill>
            <a:prstDash val="solid"/>
            <a:miter/>
          </a:ln>
        </p:spPr>
        <p:txBody>
          <a:bodyPr wrap="none" anchor="ctr"/>
          <a:lstStyle/>
          <a:p>
            <a:pPr algn="ctr"/>
            <a:r>
              <a:rPr lang="en-US" sz="2000" noProof="0" dirty="0"/>
              <a:t>2</a:t>
            </a:r>
          </a:p>
        </p:txBody>
      </p:sp>
      <p:sp>
        <p:nvSpPr>
          <p:cNvPr id="41" name="Rectangle 40">
            <a:extLst>
              <a:ext uri="{FF2B5EF4-FFF2-40B4-BE49-F238E27FC236}">
                <a16:creationId xmlns:a16="http://schemas.microsoft.com/office/drawing/2014/main" id="{8F77A00D-5F0A-C53C-2E84-7E68D37FB0F9}"/>
              </a:ext>
            </a:extLst>
          </p:cNvPr>
          <p:cNvSpPr/>
          <p:nvPr>
            <p:custDataLst>
              <p:tags r:id="rId12"/>
            </p:custDataLst>
          </p:nvPr>
        </p:nvSpPr>
        <p:spPr>
          <a:xfrm>
            <a:off x="1805602" y="4097961"/>
            <a:ext cx="381000" cy="380992"/>
          </a:xfrm>
          <a:prstGeom prst="rect">
            <a:avLst/>
          </a:prstGeom>
          <a:solidFill>
            <a:srgbClr val="94F29B"/>
          </a:solidFill>
          <a:ln w="9525" cap="flat">
            <a:solidFill>
              <a:schemeClr val="tx1">
                <a:lumMod val="75000"/>
                <a:lumOff val="25000"/>
              </a:schemeClr>
            </a:solidFill>
            <a:prstDash val="solid"/>
            <a:miter/>
          </a:ln>
        </p:spPr>
        <p:txBody>
          <a:bodyPr wrap="none" anchor="ctr"/>
          <a:lstStyle/>
          <a:p>
            <a:pPr algn="ctr"/>
            <a:r>
              <a:rPr lang="en-US" sz="2000" noProof="0" dirty="0"/>
              <a:t>6</a:t>
            </a:r>
          </a:p>
        </p:txBody>
      </p:sp>
      <p:sp>
        <p:nvSpPr>
          <p:cNvPr id="44" name="Rectangle 43">
            <a:extLst>
              <a:ext uri="{FF2B5EF4-FFF2-40B4-BE49-F238E27FC236}">
                <a16:creationId xmlns:a16="http://schemas.microsoft.com/office/drawing/2014/main" id="{0D40FD5B-4279-D19A-284C-8DD59BE9A1A2}"/>
              </a:ext>
            </a:extLst>
          </p:cNvPr>
          <p:cNvSpPr/>
          <p:nvPr>
            <p:custDataLst>
              <p:tags r:id="rId13"/>
            </p:custDataLst>
          </p:nvPr>
        </p:nvSpPr>
        <p:spPr>
          <a:xfrm>
            <a:off x="2567602" y="4097961"/>
            <a:ext cx="381000" cy="380992"/>
          </a:xfrm>
          <a:prstGeom prst="rect">
            <a:avLst/>
          </a:prstGeom>
          <a:solidFill>
            <a:srgbClr val="94F29B"/>
          </a:solidFill>
          <a:ln w="9525" cap="flat">
            <a:solidFill>
              <a:schemeClr val="tx1">
                <a:lumMod val="75000"/>
                <a:lumOff val="25000"/>
              </a:schemeClr>
            </a:solidFill>
            <a:prstDash val="solid"/>
            <a:miter/>
          </a:ln>
        </p:spPr>
        <p:txBody>
          <a:bodyPr wrap="none" anchor="ctr"/>
          <a:lstStyle/>
          <a:p>
            <a:pPr algn="ctr"/>
            <a:r>
              <a:rPr lang="en-US" sz="2000" noProof="0" dirty="0"/>
              <a:t>8</a:t>
            </a:r>
          </a:p>
        </p:txBody>
      </p:sp>
      <p:sp>
        <p:nvSpPr>
          <p:cNvPr id="47" name="Rectangle 46">
            <a:extLst>
              <a:ext uri="{FF2B5EF4-FFF2-40B4-BE49-F238E27FC236}">
                <a16:creationId xmlns:a16="http://schemas.microsoft.com/office/drawing/2014/main" id="{1A804295-5464-D6C3-B11B-A116FC622994}"/>
              </a:ext>
            </a:extLst>
          </p:cNvPr>
          <p:cNvSpPr/>
          <p:nvPr>
            <p:custDataLst>
              <p:tags r:id="rId14"/>
            </p:custDataLst>
          </p:nvPr>
        </p:nvSpPr>
        <p:spPr>
          <a:xfrm>
            <a:off x="2186602" y="4097961"/>
            <a:ext cx="381000" cy="380992"/>
          </a:xfrm>
          <a:prstGeom prst="rect">
            <a:avLst/>
          </a:prstGeom>
          <a:solidFill>
            <a:srgbClr val="94F29B"/>
          </a:solidFill>
          <a:ln w="9525" cap="flat">
            <a:solidFill>
              <a:schemeClr val="tx1">
                <a:lumMod val="75000"/>
                <a:lumOff val="25000"/>
              </a:schemeClr>
            </a:solidFill>
            <a:prstDash val="solid"/>
            <a:miter/>
          </a:ln>
        </p:spPr>
        <p:txBody>
          <a:bodyPr wrap="none" anchor="ctr"/>
          <a:lstStyle/>
          <a:p>
            <a:pPr algn="ctr"/>
            <a:r>
              <a:rPr lang="en-US" sz="2000" noProof="0" dirty="0"/>
              <a:t>7</a:t>
            </a:r>
          </a:p>
        </p:txBody>
      </p:sp>
      <p:sp>
        <p:nvSpPr>
          <p:cNvPr id="50" name="Rectangle 49">
            <a:extLst>
              <a:ext uri="{FF2B5EF4-FFF2-40B4-BE49-F238E27FC236}">
                <a16:creationId xmlns:a16="http://schemas.microsoft.com/office/drawing/2014/main" id="{0CCC24C4-4808-4F38-F366-D4DDCA9CABFE}"/>
              </a:ext>
            </a:extLst>
          </p:cNvPr>
          <p:cNvSpPr/>
          <p:nvPr>
            <p:custDataLst>
              <p:tags r:id="rId15"/>
            </p:custDataLst>
          </p:nvPr>
        </p:nvSpPr>
        <p:spPr>
          <a:xfrm>
            <a:off x="1424602" y="4097961"/>
            <a:ext cx="381000" cy="380992"/>
          </a:xfrm>
          <a:prstGeom prst="rect">
            <a:avLst/>
          </a:prstGeom>
          <a:solidFill>
            <a:srgbClr val="94F29B"/>
          </a:solidFill>
          <a:ln w="9525" cap="flat">
            <a:solidFill>
              <a:schemeClr val="tx1">
                <a:lumMod val="75000"/>
                <a:lumOff val="25000"/>
              </a:schemeClr>
            </a:solidFill>
            <a:prstDash val="solid"/>
            <a:miter/>
          </a:ln>
        </p:spPr>
        <p:txBody>
          <a:bodyPr wrap="none" anchor="ctr"/>
          <a:lstStyle/>
          <a:p>
            <a:pPr algn="ctr"/>
            <a:r>
              <a:rPr lang="en-US" sz="2000" noProof="0" dirty="0"/>
              <a:t>5</a:t>
            </a:r>
          </a:p>
        </p:txBody>
      </p:sp>
      <p:sp>
        <p:nvSpPr>
          <p:cNvPr id="53" name="Rectangle 52">
            <a:extLst>
              <a:ext uri="{FF2B5EF4-FFF2-40B4-BE49-F238E27FC236}">
                <a16:creationId xmlns:a16="http://schemas.microsoft.com/office/drawing/2014/main" id="{EF2A6CBC-BCD6-48DC-0CEC-7C2718D2F2D9}"/>
              </a:ext>
            </a:extLst>
          </p:cNvPr>
          <p:cNvSpPr/>
          <p:nvPr>
            <p:custDataLst>
              <p:tags r:id="rId16"/>
            </p:custDataLst>
          </p:nvPr>
        </p:nvSpPr>
        <p:spPr>
          <a:xfrm>
            <a:off x="1424602" y="3716969"/>
            <a:ext cx="381000" cy="380992"/>
          </a:xfrm>
          <a:prstGeom prst="rect">
            <a:avLst/>
          </a:prstGeom>
          <a:solidFill>
            <a:srgbClr val="DAE8FC"/>
          </a:solidFill>
          <a:ln w="9525" cap="flat">
            <a:solidFill>
              <a:schemeClr val="tx1">
                <a:lumMod val="75000"/>
                <a:lumOff val="25000"/>
              </a:schemeClr>
            </a:solidFill>
            <a:prstDash val="solid"/>
            <a:miter/>
          </a:ln>
        </p:spPr>
        <p:txBody>
          <a:bodyPr wrap="none" anchor="ctr"/>
          <a:lstStyle/>
          <a:p>
            <a:pPr algn="ctr"/>
            <a:r>
              <a:rPr lang="en-US" sz="2000" noProof="0" dirty="0"/>
              <a:t>1</a:t>
            </a:r>
          </a:p>
        </p:txBody>
      </p:sp>
      <p:sp>
        <p:nvSpPr>
          <p:cNvPr id="56" name="Rectangle 55">
            <a:extLst>
              <a:ext uri="{FF2B5EF4-FFF2-40B4-BE49-F238E27FC236}">
                <a16:creationId xmlns:a16="http://schemas.microsoft.com/office/drawing/2014/main" id="{3C549CCF-7BF6-8AF8-0F6C-1AD9581A3F23}"/>
              </a:ext>
            </a:extLst>
          </p:cNvPr>
          <p:cNvSpPr/>
          <p:nvPr>
            <p:custDataLst>
              <p:tags r:id="rId17"/>
            </p:custDataLst>
          </p:nvPr>
        </p:nvSpPr>
        <p:spPr>
          <a:xfrm>
            <a:off x="1424602" y="4478954"/>
            <a:ext cx="381000" cy="380992"/>
          </a:xfrm>
          <a:prstGeom prst="rect">
            <a:avLst/>
          </a:prstGeom>
          <a:solidFill>
            <a:srgbClr val="FEC842"/>
          </a:solidFill>
          <a:ln w="9525" cap="flat">
            <a:solidFill>
              <a:schemeClr val="tx1">
                <a:lumMod val="75000"/>
                <a:lumOff val="25000"/>
              </a:schemeClr>
            </a:solidFill>
            <a:prstDash val="solid"/>
            <a:miter/>
          </a:ln>
        </p:spPr>
        <p:txBody>
          <a:bodyPr wrap="none" anchor="ctr"/>
          <a:lstStyle/>
          <a:p>
            <a:pPr algn="ctr"/>
            <a:r>
              <a:rPr lang="en-US" sz="2000" noProof="0" dirty="0"/>
              <a:t>9</a:t>
            </a:r>
          </a:p>
        </p:txBody>
      </p:sp>
      <p:sp>
        <p:nvSpPr>
          <p:cNvPr id="59" name="Rectangle 58">
            <a:extLst>
              <a:ext uri="{FF2B5EF4-FFF2-40B4-BE49-F238E27FC236}">
                <a16:creationId xmlns:a16="http://schemas.microsoft.com/office/drawing/2014/main" id="{393B6F24-028C-DD9D-A7F9-ED63FC6AB9CE}"/>
              </a:ext>
            </a:extLst>
          </p:cNvPr>
          <p:cNvSpPr/>
          <p:nvPr>
            <p:custDataLst>
              <p:tags r:id="rId18"/>
            </p:custDataLst>
          </p:nvPr>
        </p:nvSpPr>
        <p:spPr>
          <a:xfrm>
            <a:off x="2186602" y="3716969"/>
            <a:ext cx="381000" cy="380992"/>
          </a:xfrm>
          <a:prstGeom prst="rect">
            <a:avLst/>
          </a:prstGeom>
          <a:solidFill>
            <a:srgbClr val="DAE8FC"/>
          </a:solidFill>
          <a:ln w="9525" cap="flat">
            <a:solidFill>
              <a:schemeClr val="tx1">
                <a:lumMod val="75000"/>
                <a:lumOff val="25000"/>
              </a:schemeClr>
            </a:solidFill>
            <a:prstDash val="solid"/>
            <a:miter/>
          </a:ln>
        </p:spPr>
        <p:txBody>
          <a:bodyPr wrap="none" anchor="ctr"/>
          <a:lstStyle/>
          <a:p>
            <a:pPr algn="ctr"/>
            <a:r>
              <a:rPr lang="en-US" sz="2000" noProof="0" dirty="0"/>
              <a:t>3</a:t>
            </a:r>
          </a:p>
        </p:txBody>
      </p:sp>
      <p:sp>
        <p:nvSpPr>
          <p:cNvPr id="62" name="Rectangle 61">
            <a:extLst>
              <a:ext uri="{FF2B5EF4-FFF2-40B4-BE49-F238E27FC236}">
                <a16:creationId xmlns:a16="http://schemas.microsoft.com/office/drawing/2014/main" id="{C4F146ED-DC98-EE10-A006-FCCCB5F2689E}"/>
              </a:ext>
            </a:extLst>
          </p:cNvPr>
          <p:cNvSpPr/>
          <p:nvPr>
            <p:custDataLst>
              <p:tags r:id="rId19"/>
            </p:custDataLst>
          </p:nvPr>
        </p:nvSpPr>
        <p:spPr>
          <a:xfrm>
            <a:off x="2567602" y="3716969"/>
            <a:ext cx="381000" cy="380992"/>
          </a:xfrm>
          <a:prstGeom prst="rect">
            <a:avLst/>
          </a:prstGeom>
          <a:solidFill>
            <a:srgbClr val="DAE8FC"/>
          </a:solidFill>
          <a:ln w="9525" cap="flat">
            <a:solidFill>
              <a:schemeClr val="tx1">
                <a:lumMod val="75000"/>
                <a:lumOff val="25000"/>
              </a:schemeClr>
            </a:solidFill>
            <a:prstDash val="solid"/>
            <a:miter/>
          </a:ln>
        </p:spPr>
        <p:txBody>
          <a:bodyPr wrap="none" anchor="ctr"/>
          <a:lstStyle/>
          <a:p>
            <a:pPr algn="ctr"/>
            <a:r>
              <a:rPr lang="en-US" sz="2000" noProof="0" dirty="0"/>
              <a:t>4</a:t>
            </a:r>
          </a:p>
        </p:txBody>
      </p:sp>
      <p:sp>
        <p:nvSpPr>
          <p:cNvPr id="65" name="Rectangle 64">
            <a:extLst>
              <a:ext uri="{FF2B5EF4-FFF2-40B4-BE49-F238E27FC236}">
                <a16:creationId xmlns:a16="http://schemas.microsoft.com/office/drawing/2014/main" id="{453E93D2-8D1A-077C-9A89-E1D36460EC5B}"/>
              </a:ext>
            </a:extLst>
          </p:cNvPr>
          <p:cNvSpPr/>
          <p:nvPr>
            <p:custDataLst>
              <p:tags r:id="rId20"/>
            </p:custDataLst>
          </p:nvPr>
        </p:nvSpPr>
        <p:spPr>
          <a:xfrm>
            <a:off x="2567602" y="4478954"/>
            <a:ext cx="381000" cy="380992"/>
          </a:xfrm>
          <a:prstGeom prst="rect">
            <a:avLst/>
          </a:prstGeom>
          <a:solidFill>
            <a:srgbClr val="FEC842"/>
          </a:solidFill>
          <a:ln w="9525" cap="flat">
            <a:solidFill>
              <a:schemeClr val="tx1">
                <a:lumMod val="75000"/>
                <a:lumOff val="25000"/>
              </a:schemeClr>
            </a:solidFill>
            <a:prstDash val="solid"/>
            <a:miter/>
          </a:ln>
        </p:spPr>
        <p:txBody>
          <a:bodyPr wrap="none" anchor="ctr"/>
          <a:lstStyle/>
          <a:p>
            <a:pPr algn="ctr"/>
            <a:r>
              <a:rPr lang="en-US" sz="2000" noProof="0" dirty="0"/>
              <a:t>12</a:t>
            </a:r>
          </a:p>
        </p:txBody>
      </p:sp>
      <p:sp>
        <p:nvSpPr>
          <p:cNvPr id="68" name="Rectangle 67">
            <a:extLst>
              <a:ext uri="{FF2B5EF4-FFF2-40B4-BE49-F238E27FC236}">
                <a16:creationId xmlns:a16="http://schemas.microsoft.com/office/drawing/2014/main" id="{925BE6C3-506B-9AAB-FBBD-7AB2AC83233B}"/>
              </a:ext>
            </a:extLst>
          </p:cNvPr>
          <p:cNvSpPr/>
          <p:nvPr>
            <p:custDataLst>
              <p:tags r:id="rId21"/>
            </p:custDataLst>
          </p:nvPr>
        </p:nvSpPr>
        <p:spPr>
          <a:xfrm>
            <a:off x="1805602" y="4478954"/>
            <a:ext cx="381000" cy="380992"/>
          </a:xfrm>
          <a:prstGeom prst="rect">
            <a:avLst/>
          </a:prstGeom>
          <a:solidFill>
            <a:srgbClr val="FEC842"/>
          </a:solidFill>
          <a:ln w="9525" cap="flat">
            <a:solidFill>
              <a:schemeClr val="tx1">
                <a:lumMod val="75000"/>
                <a:lumOff val="25000"/>
              </a:schemeClr>
            </a:solidFill>
            <a:prstDash val="solid"/>
            <a:miter/>
          </a:ln>
        </p:spPr>
        <p:txBody>
          <a:bodyPr wrap="none" anchor="ctr"/>
          <a:lstStyle/>
          <a:p>
            <a:pPr algn="ctr"/>
            <a:r>
              <a:rPr lang="en-US" sz="2000" noProof="0" dirty="0"/>
              <a:t>10</a:t>
            </a:r>
          </a:p>
        </p:txBody>
      </p:sp>
      <p:sp>
        <p:nvSpPr>
          <p:cNvPr id="71" name="Rectangle 70">
            <a:extLst>
              <a:ext uri="{FF2B5EF4-FFF2-40B4-BE49-F238E27FC236}">
                <a16:creationId xmlns:a16="http://schemas.microsoft.com/office/drawing/2014/main" id="{BB59E621-860F-75EB-3352-EB2D933B13C0}"/>
              </a:ext>
            </a:extLst>
          </p:cNvPr>
          <p:cNvSpPr/>
          <p:nvPr>
            <p:custDataLst>
              <p:tags r:id="rId22"/>
            </p:custDataLst>
          </p:nvPr>
        </p:nvSpPr>
        <p:spPr>
          <a:xfrm>
            <a:off x="2186602" y="4478954"/>
            <a:ext cx="381000" cy="380992"/>
          </a:xfrm>
          <a:prstGeom prst="rect">
            <a:avLst/>
          </a:prstGeom>
          <a:solidFill>
            <a:srgbClr val="FEC842"/>
          </a:solidFill>
          <a:ln w="9525" cap="flat">
            <a:solidFill>
              <a:schemeClr val="tx1">
                <a:lumMod val="75000"/>
                <a:lumOff val="25000"/>
              </a:schemeClr>
            </a:solidFill>
            <a:prstDash val="solid"/>
            <a:miter/>
          </a:ln>
        </p:spPr>
        <p:txBody>
          <a:bodyPr wrap="none" anchor="ctr"/>
          <a:lstStyle/>
          <a:p>
            <a:pPr algn="ctr"/>
            <a:r>
              <a:rPr lang="en-US" sz="2000" noProof="0" dirty="0"/>
              <a:t>11</a:t>
            </a:r>
          </a:p>
        </p:txBody>
      </p:sp>
      <p:sp>
        <p:nvSpPr>
          <p:cNvPr id="74" name="Rectangle 73">
            <a:extLst>
              <a:ext uri="{FF2B5EF4-FFF2-40B4-BE49-F238E27FC236}">
                <a16:creationId xmlns:a16="http://schemas.microsoft.com/office/drawing/2014/main" id="{C017114C-4B9B-189E-5F4D-E3234F5BF9B4}"/>
              </a:ext>
            </a:extLst>
          </p:cNvPr>
          <p:cNvSpPr/>
          <p:nvPr>
            <p:custDataLst>
              <p:tags r:id="rId23"/>
            </p:custDataLst>
          </p:nvPr>
        </p:nvSpPr>
        <p:spPr>
          <a:xfrm>
            <a:off x="5260317" y="3482997"/>
            <a:ext cx="381000" cy="380992"/>
          </a:xfrm>
          <a:prstGeom prst="rect">
            <a:avLst/>
          </a:prstGeom>
          <a:solidFill>
            <a:srgbClr val="DAE8FC"/>
          </a:solidFill>
          <a:ln w="9525" cap="flat">
            <a:solidFill>
              <a:schemeClr val="tx1">
                <a:lumMod val="75000"/>
                <a:lumOff val="25000"/>
              </a:schemeClr>
            </a:solidFill>
            <a:prstDash val="solid"/>
            <a:miter/>
          </a:ln>
        </p:spPr>
        <p:txBody>
          <a:bodyPr wrap="none" anchor="ctr"/>
          <a:lstStyle/>
          <a:p>
            <a:pPr algn="ctr"/>
            <a:r>
              <a:rPr lang="en-US" sz="2000" noProof="0" dirty="0"/>
              <a:t>2</a:t>
            </a:r>
          </a:p>
        </p:txBody>
      </p:sp>
      <p:sp>
        <p:nvSpPr>
          <p:cNvPr id="77" name="Rectangle 76">
            <a:extLst>
              <a:ext uri="{FF2B5EF4-FFF2-40B4-BE49-F238E27FC236}">
                <a16:creationId xmlns:a16="http://schemas.microsoft.com/office/drawing/2014/main" id="{27814029-6F98-4055-439B-51AF0156C7F8}"/>
              </a:ext>
            </a:extLst>
          </p:cNvPr>
          <p:cNvSpPr/>
          <p:nvPr>
            <p:custDataLst>
              <p:tags r:id="rId24"/>
            </p:custDataLst>
          </p:nvPr>
        </p:nvSpPr>
        <p:spPr>
          <a:xfrm>
            <a:off x="6784317" y="3482997"/>
            <a:ext cx="381000" cy="380992"/>
          </a:xfrm>
          <a:prstGeom prst="rect">
            <a:avLst/>
          </a:prstGeom>
          <a:solidFill>
            <a:srgbClr val="94F29B"/>
          </a:solidFill>
          <a:ln w="9525" cap="flat">
            <a:solidFill>
              <a:schemeClr val="tx1">
                <a:lumMod val="75000"/>
                <a:lumOff val="25000"/>
              </a:schemeClr>
            </a:solidFill>
            <a:prstDash val="solid"/>
            <a:miter/>
          </a:ln>
        </p:spPr>
        <p:txBody>
          <a:bodyPr wrap="none" anchor="ctr"/>
          <a:lstStyle/>
          <a:p>
            <a:pPr algn="ctr"/>
            <a:r>
              <a:rPr lang="en-US" sz="2000" noProof="0" dirty="0"/>
              <a:t>6</a:t>
            </a:r>
          </a:p>
        </p:txBody>
      </p:sp>
      <p:sp>
        <p:nvSpPr>
          <p:cNvPr id="80" name="Rectangle 79">
            <a:extLst>
              <a:ext uri="{FF2B5EF4-FFF2-40B4-BE49-F238E27FC236}">
                <a16:creationId xmlns:a16="http://schemas.microsoft.com/office/drawing/2014/main" id="{71500E03-9C84-6DAE-C18B-7C7A249E1704}"/>
              </a:ext>
            </a:extLst>
          </p:cNvPr>
          <p:cNvSpPr/>
          <p:nvPr>
            <p:custDataLst>
              <p:tags r:id="rId25"/>
            </p:custDataLst>
          </p:nvPr>
        </p:nvSpPr>
        <p:spPr>
          <a:xfrm>
            <a:off x="7546317" y="3482997"/>
            <a:ext cx="381000" cy="380992"/>
          </a:xfrm>
          <a:prstGeom prst="rect">
            <a:avLst/>
          </a:prstGeom>
          <a:solidFill>
            <a:srgbClr val="94F29B"/>
          </a:solidFill>
          <a:ln w="9525" cap="flat">
            <a:solidFill>
              <a:schemeClr val="tx1">
                <a:lumMod val="75000"/>
                <a:lumOff val="25000"/>
              </a:schemeClr>
            </a:solidFill>
            <a:prstDash val="solid"/>
            <a:miter/>
          </a:ln>
        </p:spPr>
        <p:txBody>
          <a:bodyPr wrap="none" anchor="ctr"/>
          <a:lstStyle/>
          <a:p>
            <a:pPr algn="ctr"/>
            <a:r>
              <a:rPr lang="en-US" sz="2000" noProof="0" dirty="0"/>
              <a:t>8</a:t>
            </a:r>
          </a:p>
        </p:txBody>
      </p:sp>
      <p:sp>
        <p:nvSpPr>
          <p:cNvPr id="83" name="Rectangle 82">
            <a:extLst>
              <a:ext uri="{FF2B5EF4-FFF2-40B4-BE49-F238E27FC236}">
                <a16:creationId xmlns:a16="http://schemas.microsoft.com/office/drawing/2014/main" id="{AE602D09-5476-2D97-3F39-B3301C510D97}"/>
              </a:ext>
            </a:extLst>
          </p:cNvPr>
          <p:cNvSpPr/>
          <p:nvPr>
            <p:custDataLst>
              <p:tags r:id="rId26"/>
            </p:custDataLst>
          </p:nvPr>
        </p:nvSpPr>
        <p:spPr>
          <a:xfrm>
            <a:off x="7165317" y="3482997"/>
            <a:ext cx="381000" cy="380992"/>
          </a:xfrm>
          <a:prstGeom prst="rect">
            <a:avLst/>
          </a:prstGeom>
          <a:solidFill>
            <a:srgbClr val="94F29B"/>
          </a:solidFill>
          <a:ln w="9525" cap="flat">
            <a:solidFill>
              <a:schemeClr val="tx1">
                <a:lumMod val="75000"/>
                <a:lumOff val="25000"/>
              </a:schemeClr>
            </a:solidFill>
            <a:prstDash val="solid"/>
            <a:miter/>
          </a:ln>
        </p:spPr>
        <p:txBody>
          <a:bodyPr wrap="none" anchor="ctr"/>
          <a:lstStyle/>
          <a:p>
            <a:pPr algn="ctr"/>
            <a:r>
              <a:rPr lang="en-US" sz="2000" noProof="0" dirty="0"/>
              <a:t>7</a:t>
            </a:r>
          </a:p>
        </p:txBody>
      </p:sp>
      <p:sp>
        <p:nvSpPr>
          <p:cNvPr id="86" name="Rectangle 85">
            <a:extLst>
              <a:ext uri="{FF2B5EF4-FFF2-40B4-BE49-F238E27FC236}">
                <a16:creationId xmlns:a16="http://schemas.microsoft.com/office/drawing/2014/main" id="{0B4A79BD-970B-69A5-CA89-23BD9BF1219C}"/>
              </a:ext>
            </a:extLst>
          </p:cNvPr>
          <p:cNvSpPr/>
          <p:nvPr>
            <p:custDataLst>
              <p:tags r:id="rId27"/>
            </p:custDataLst>
          </p:nvPr>
        </p:nvSpPr>
        <p:spPr>
          <a:xfrm>
            <a:off x="6403317" y="3482997"/>
            <a:ext cx="381000" cy="380992"/>
          </a:xfrm>
          <a:prstGeom prst="rect">
            <a:avLst/>
          </a:prstGeom>
          <a:solidFill>
            <a:srgbClr val="94F29B"/>
          </a:solidFill>
          <a:ln w="9525" cap="flat">
            <a:solidFill>
              <a:schemeClr val="tx1">
                <a:lumMod val="75000"/>
                <a:lumOff val="25000"/>
              </a:schemeClr>
            </a:solidFill>
            <a:prstDash val="solid"/>
            <a:miter/>
          </a:ln>
        </p:spPr>
        <p:txBody>
          <a:bodyPr wrap="none" anchor="ctr"/>
          <a:lstStyle/>
          <a:p>
            <a:pPr algn="ctr"/>
            <a:r>
              <a:rPr lang="en-US" sz="2000" noProof="0" dirty="0"/>
              <a:t>5</a:t>
            </a:r>
          </a:p>
        </p:txBody>
      </p:sp>
      <p:sp>
        <p:nvSpPr>
          <p:cNvPr id="89" name="Rectangle 88">
            <a:extLst>
              <a:ext uri="{FF2B5EF4-FFF2-40B4-BE49-F238E27FC236}">
                <a16:creationId xmlns:a16="http://schemas.microsoft.com/office/drawing/2014/main" id="{FB202CA8-F886-1127-F914-31628CFCD14A}"/>
              </a:ext>
            </a:extLst>
          </p:cNvPr>
          <p:cNvSpPr/>
          <p:nvPr>
            <p:custDataLst>
              <p:tags r:id="rId28"/>
            </p:custDataLst>
          </p:nvPr>
        </p:nvSpPr>
        <p:spPr>
          <a:xfrm>
            <a:off x="4879317" y="3482997"/>
            <a:ext cx="381000" cy="380992"/>
          </a:xfrm>
          <a:prstGeom prst="rect">
            <a:avLst/>
          </a:prstGeom>
          <a:solidFill>
            <a:srgbClr val="DAE8FC"/>
          </a:solidFill>
          <a:ln w="9525" cap="flat">
            <a:solidFill>
              <a:schemeClr val="tx1">
                <a:lumMod val="75000"/>
                <a:lumOff val="25000"/>
              </a:schemeClr>
            </a:solidFill>
            <a:prstDash val="solid"/>
            <a:miter/>
          </a:ln>
        </p:spPr>
        <p:txBody>
          <a:bodyPr wrap="none" anchor="ctr"/>
          <a:lstStyle/>
          <a:p>
            <a:pPr algn="ctr"/>
            <a:r>
              <a:rPr lang="en-US" sz="2000" noProof="0" dirty="0"/>
              <a:t>1</a:t>
            </a:r>
          </a:p>
        </p:txBody>
      </p:sp>
      <p:sp>
        <p:nvSpPr>
          <p:cNvPr id="92" name="Rectangle 91">
            <a:extLst>
              <a:ext uri="{FF2B5EF4-FFF2-40B4-BE49-F238E27FC236}">
                <a16:creationId xmlns:a16="http://schemas.microsoft.com/office/drawing/2014/main" id="{B8977E23-4CDB-1264-F4AD-A71A91BF3890}"/>
              </a:ext>
            </a:extLst>
          </p:cNvPr>
          <p:cNvSpPr/>
          <p:nvPr>
            <p:custDataLst>
              <p:tags r:id="rId29"/>
            </p:custDataLst>
          </p:nvPr>
        </p:nvSpPr>
        <p:spPr>
          <a:xfrm>
            <a:off x="7927317" y="3482997"/>
            <a:ext cx="381000" cy="380992"/>
          </a:xfrm>
          <a:prstGeom prst="rect">
            <a:avLst/>
          </a:prstGeom>
          <a:solidFill>
            <a:srgbClr val="FEC842"/>
          </a:solidFill>
          <a:ln w="9525" cap="flat">
            <a:solidFill>
              <a:schemeClr val="tx1">
                <a:lumMod val="75000"/>
                <a:lumOff val="25000"/>
              </a:schemeClr>
            </a:solidFill>
            <a:prstDash val="solid"/>
            <a:miter/>
          </a:ln>
        </p:spPr>
        <p:txBody>
          <a:bodyPr wrap="none" anchor="ctr"/>
          <a:lstStyle/>
          <a:p>
            <a:pPr algn="ctr"/>
            <a:r>
              <a:rPr lang="en-US" sz="2000" noProof="0" dirty="0"/>
              <a:t>9</a:t>
            </a:r>
          </a:p>
        </p:txBody>
      </p:sp>
      <p:sp>
        <p:nvSpPr>
          <p:cNvPr id="95" name="Rectangle 94">
            <a:extLst>
              <a:ext uri="{FF2B5EF4-FFF2-40B4-BE49-F238E27FC236}">
                <a16:creationId xmlns:a16="http://schemas.microsoft.com/office/drawing/2014/main" id="{70C68701-285E-394C-56CB-B2B925283B76}"/>
              </a:ext>
            </a:extLst>
          </p:cNvPr>
          <p:cNvSpPr/>
          <p:nvPr>
            <p:custDataLst>
              <p:tags r:id="rId30"/>
            </p:custDataLst>
          </p:nvPr>
        </p:nvSpPr>
        <p:spPr>
          <a:xfrm>
            <a:off x="5641317" y="3482997"/>
            <a:ext cx="381000" cy="380992"/>
          </a:xfrm>
          <a:prstGeom prst="rect">
            <a:avLst/>
          </a:prstGeom>
          <a:solidFill>
            <a:srgbClr val="DAE8FC"/>
          </a:solidFill>
          <a:ln w="9525" cap="flat">
            <a:solidFill>
              <a:schemeClr val="tx1">
                <a:lumMod val="75000"/>
                <a:lumOff val="25000"/>
              </a:schemeClr>
            </a:solidFill>
            <a:prstDash val="solid"/>
            <a:miter/>
          </a:ln>
        </p:spPr>
        <p:txBody>
          <a:bodyPr wrap="none" anchor="ctr"/>
          <a:lstStyle/>
          <a:p>
            <a:pPr algn="ctr"/>
            <a:r>
              <a:rPr lang="en-US" sz="2000" noProof="0" dirty="0"/>
              <a:t>3</a:t>
            </a:r>
          </a:p>
        </p:txBody>
      </p:sp>
      <p:sp>
        <p:nvSpPr>
          <p:cNvPr id="98" name="Rectangle 97">
            <a:extLst>
              <a:ext uri="{FF2B5EF4-FFF2-40B4-BE49-F238E27FC236}">
                <a16:creationId xmlns:a16="http://schemas.microsoft.com/office/drawing/2014/main" id="{8EA68D86-1A02-EE92-B997-D5D94FEACE08}"/>
              </a:ext>
            </a:extLst>
          </p:cNvPr>
          <p:cNvSpPr/>
          <p:nvPr>
            <p:custDataLst>
              <p:tags r:id="rId31"/>
            </p:custDataLst>
          </p:nvPr>
        </p:nvSpPr>
        <p:spPr>
          <a:xfrm>
            <a:off x="6022317" y="3482997"/>
            <a:ext cx="381000" cy="380992"/>
          </a:xfrm>
          <a:prstGeom prst="rect">
            <a:avLst/>
          </a:prstGeom>
          <a:solidFill>
            <a:srgbClr val="DAE8FC"/>
          </a:solidFill>
          <a:ln w="9525" cap="flat">
            <a:solidFill>
              <a:schemeClr val="tx1">
                <a:lumMod val="75000"/>
                <a:lumOff val="25000"/>
              </a:schemeClr>
            </a:solidFill>
            <a:prstDash val="solid"/>
            <a:miter/>
          </a:ln>
        </p:spPr>
        <p:txBody>
          <a:bodyPr wrap="none" anchor="ctr"/>
          <a:lstStyle/>
          <a:p>
            <a:pPr algn="ctr"/>
            <a:r>
              <a:rPr lang="en-US" sz="2000" noProof="0" dirty="0"/>
              <a:t>4</a:t>
            </a:r>
          </a:p>
        </p:txBody>
      </p:sp>
      <p:sp>
        <p:nvSpPr>
          <p:cNvPr id="101" name="Rectangle 100">
            <a:extLst>
              <a:ext uri="{FF2B5EF4-FFF2-40B4-BE49-F238E27FC236}">
                <a16:creationId xmlns:a16="http://schemas.microsoft.com/office/drawing/2014/main" id="{115C4D2C-EE3D-1F7C-B037-189CE77D91F2}"/>
              </a:ext>
            </a:extLst>
          </p:cNvPr>
          <p:cNvSpPr/>
          <p:nvPr>
            <p:custDataLst>
              <p:tags r:id="rId32"/>
            </p:custDataLst>
          </p:nvPr>
        </p:nvSpPr>
        <p:spPr>
          <a:xfrm>
            <a:off x="9070317" y="3482997"/>
            <a:ext cx="381000" cy="380992"/>
          </a:xfrm>
          <a:prstGeom prst="rect">
            <a:avLst/>
          </a:prstGeom>
          <a:solidFill>
            <a:srgbClr val="FEC842"/>
          </a:solidFill>
          <a:ln w="9525" cap="flat">
            <a:solidFill>
              <a:schemeClr val="tx1">
                <a:lumMod val="75000"/>
                <a:lumOff val="25000"/>
              </a:schemeClr>
            </a:solidFill>
            <a:prstDash val="solid"/>
            <a:miter/>
          </a:ln>
        </p:spPr>
        <p:txBody>
          <a:bodyPr wrap="none" anchor="ctr"/>
          <a:lstStyle/>
          <a:p>
            <a:pPr algn="ctr"/>
            <a:r>
              <a:rPr lang="en-US" sz="2000" noProof="0" dirty="0"/>
              <a:t>12</a:t>
            </a:r>
          </a:p>
        </p:txBody>
      </p:sp>
      <p:sp>
        <p:nvSpPr>
          <p:cNvPr id="104" name="Rectangle 103">
            <a:extLst>
              <a:ext uri="{FF2B5EF4-FFF2-40B4-BE49-F238E27FC236}">
                <a16:creationId xmlns:a16="http://schemas.microsoft.com/office/drawing/2014/main" id="{9210E62F-B36D-7DFB-8DF9-AAFF793EABFA}"/>
              </a:ext>
            </a:extLst>
          </p:cNvPr>
          <p:cNvSpPr/>
          <p:nvPr>
            <p:custDataLst>
              <p:tags r:id="rId33"/>
            </p:custDataLst>
          </p:nvPr>
        </p:nvSpPr>
        <p:spPr>
          <a:xfrm>
            <a:off x="8308317" y="3482997"/>
            <a:ext cx="381000" cy="380992"/>
          </a:xfrm>
          <a:prstGeom prst="rect">
            <a:avLst/>
          </a:prstGeom>
          <a:solidFill>
            <a:srgbClr val="FEC842"/>
          </a:solidFill>
          <a:ln w="9525" cap="flat">
            <a:solidFill>
              <a:schemeClr val="tx1">
                <a:lumMod val="75000"/>
                <a:lumOff val="25000"/>
              </a:schemeClr>
            </a:solidFill>
            <a:prstDash val="solid"/>
            <a:miter/>
          </a:ln>
        </p:spPr>
        <p:txBody>
          <a:bodyPr wrap="none" anchor="ctr"/>
          <a:lstStyle/>
          <a:p>
            <a:pPr algn="ctr"/>
            <a:r>
              <a:rPr lang="en-US" sz="2000" noProof="0" dirty="0"/>
              <a:t>10</a:t>
            </a:r>
          </a:p>
        </p:txBody>
      </p:sp>
      <p:sp>
        <p:nvSpPr>
          <p:cNvPr id="107" name="Rectangle 106">
            <a:extLst>
              <a:ext uri="{FF2B5EF4-FFF2-40B4-BE49-F238E27FC236}">
                <a16:creationId xmlns:a16="http://schemas.microsoft.com/office/drawing/2014/main" id="{303D1F9A-13EE-7BB8-84D7-4B3131D55425}"/>
              </a:ext>
            </a:extLst>
          </p:cNvPr>
          <p:cNvSpPr/>
          <p:nvPr>
            <p:custDataLst>
              <p:tags r:id="rId34"/>
            </p:custDataLst>
          </p:nvPr>
        </p:nvSpPr>
        <p:spPr>
          <a:xfrm>
            <a:off x="8689317" y="3482997"/>
            <a:ext cx="381000" cy="380992"/>
          </a:xfrm>
          <a:prstGeom prst="rect">
            <a:avLst/>
          </a:prstGeom>
          <a:solidFill>
            <a:srgbClr val="FEC842"/>
          </a:solidFill>
          <a:ln w="9525" cap="flat">
            <a:solidFill>
              <a:schemeClr val="tx1">
                <a:lumMod val="75000"/>
                <a:lumOff val="25000"/>
              </a:schemeClr>
            </a:solidFill>
            <a:prstDash val="solid"/>
            <a:miter/>
          </a:ln>
        </p:spPr>
        <p:txBody>
          <a:bodyPr wrap="none" anchor="ctr"/>
          <a:lstStyle/>
          <a:p>
            <a:pPr algn="ctr"/>
            <a:r>
              <a:rPr lang="en-US" sz="2000" noProof="0" dirty="0"/>
              <a:t>11</a:t>
            </a:r>
          </a:p>
        </p:txBody>
      </p:sp>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DACE273B-1B57-639E-B0C9-72426A3D7B4A}"/>
                  </a:ext>
                </a:extLst>
              </p:cNvPr>
              <p:cNvSpPr txBox="1"/>
              <p:nvPr>
                <p:custDataLst>
                  <p:tags r:id="rId35"/>
                </p:custDataLst>
              </p:nvPr>
            </p:nvSpPr>
            <p:spPr>
              <a:xfrm>
                <a:off x="3401890" y="3389098"/>
                <a:ext cx="1111137" cy="400110"/>
              </a:xfrm>
              <a:prstGeom prst="rect">
                <a:avLst/>
              </a:prstGeom>
              <a:noFill/>
            </p:spPr>
            <p:txBody>
              <a:bodyPr wrap="none" rtlCol="0">
                <a:spAutoFit/>
              </a:bodyPr>
              <a:lstStyle/>
              <a:p>
                <a:pPr/>
                <a14:m>
                  <m:oMathPara xmlns:m="http://schemas.openxmlformats.org/officeDocument/2006/math">
                    <m:oMath>
                      <m:r>
                        <a:rPr lang="en-US" sz="2000" b="0" i="1" noProof="0" smtClean="0">
                          <a:latin typeface="Cambria Math" panose="02040503050406030204" pitchFamily="18" charset="0"/>
                        </a:rPr>
                        <m:t>𝑖</m:t>
                      </m:r>
                      <m:r>
                        <a:rPr lang="en-US" sz="2000" b="0" i="1" noProof="0" smtClean="0">
                          <a:latin typeface="Cambria Math" panose="02040503050406030204" pitchFamily="18" charset="0"/>
                        </a:rPr>
                        <m:t>⋅</m:t>
                      </m:r>
                      <m:r>
                        <a:rPr lang="en-US" sz="2000" b="0" i="1" noProof="0" smtClean="0">
                          <a:latin typeface="Cambria Math" panose="02040503050406030204" pitchFamily="18" charset="0"/>
                        </a:rPr>
                        <m:t>𝑁</m:t>
                      </m:r>
                      <m:r>
                        <a:rPr lang="en-US" sz="2000" b="0" i="1" noProof="0" smtClean="0">
                          <a:latin typeface="Cambria Math" panose="02040503050406030204" pitchFamily="18" charset="0"/>
                        </a:rPr>
                        <m:t>+</m:t>
                      </m:r>
                      <m:r>
                        <a:rPr lang="en-US" sz="2000" b="0" i="1" noProof="0" smtClean="0">
                          <a:latin typeface="Cambria Math" panose="02040503050406030204" pitchFamily="18" charset="0"/>
                        </a:rPr>
                        <m:t>𝑗</m:t>
                      </m:r>
                    </m:oMath>
                  </m:oMathPara>
                </a14:m>
                <a:endParaRPr lang="en-US" sz="2000" noProof="0" dirty="0"/>
              </a:p>
            </p:txBody>
          </p:sp>
        </mc:Choice>
        <mc:Fallback>
          <p:sp>
            <p:nvSpPr>
              <p:cNvPr id="3" name="TextBox 2">
                <a:extLst>
                  <a:ext uri="{FF2B5EF4-FFF2-40B4-BE49-F238E27FC236}">
                    <a16:creationId xmlns:a16="http://schemas.microsoft.com/office/drawing/2014/main" id="{DACE273B-1B57-639E-B0C9-72426A3D7B4A}"/>
                  </a:ext>
                </a:extLst>
              </p:cNvPr>
              <p:cNvSpPr txBox="1">
                <a:spLocks noRot="1" noChangeAspect="1" noMove="1" noResize="1" noEditPoints="1" noAdjustHandles="1" noChangeArrowheads="1" noChangeShapeType="1" noTextEdit="1"/>
              </p:cNvSpPr>
              <p:nvPr>
                <p:custDataLst>
                  <p:tags r:id="rId35"/>
                </p:custDataLst>
              </p:nvPr>
            </p:nvSpPr>
            <p:spPr>
              <a:xfrm>
                <a:off x="3401890" y="3389098"/>
                <a:ext cx="1111137" cy="400110"/>
              </a:xfrm>
              <a:prstGeom prst="rect">
                <a:avLst/>
              </a:prstGeom>
              <a:blipFill>
                <a:blip r:embed="rId42"/>
                <a:stretch>
                  <a:fillRect b="-12121"/>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 name="TextBox 3">
                <a:extLst>
                  <a:ext uri="{FF2B5EF4-FFF2-40B4-BE49-F238E27FC236}">
                    <a16:creationId xmlns:a16="http://schemas.microsoft.com/office/drawing/2014/main" id="{4A227FF2-E7C3-F0D8-1548-3FDE957F05DA}"/>
                  </a:ext>
                </a:extLst>
              </p:cNvPr>
              <p:cNvSpPr txBox="1"/>
              <p:nvPr>
                <p:custDataLst>
                  <p:tags r:id="rId36"/>
                </p:custDataLst>
              </p:nvPr>
            </p:nvSpPr>
            <p:spPr>
              <a:xfrm>
                <a:off x="965434" y="4009497"/>
                <a:ext cx="510524" cy="461665"/>
              </a:xfrm>
              <a:prstGeom prst="rect">
                <a:avLst/>
              </a:prstGeom>
              <a:noFill/>
            </p:spPr>
            <p:txBody>
              <a:bodyPr wrap="none" rtlCol="0">
                <a:spAutoFit/>
              </a:bodyPr>
              <a:lstStyle/>
              <a:p>
                <a:pPr/>
                <a14:m>
                  <m:oMathPara xmlns:m="http://schemas.openxmlformats.org/officeDocument/2006/math">
                    <m:oMath>
                      <m:r>
                        <a:rPr lang="en-US" sz="2400" i="1" noProof="0" smtClean="0">
                          <a:latin typeface="Cambria Math" panose="02040503050406030204" pitchFamily="18" charset="0"/>
                        </a:rPr>
                        <m:t>𝑚</m:t>
                      </m:r>
                    </m:oMath>
                  </m:oMathPara>
                </a14:m>
                <a:endParaRPr lang="en-US" sz="2400" noProof="0" dirty="0"/>
              </a:p>
            </p:txBody>
          </p:sp>
        </mc:Choice>
        <mc:Fallback>
          <p:sp>
            <p:nvSpPr>
              <p:cNvPr id="4" name="TextBox 3">
                <a:extLst>
                  <a:ext uri="{FF2B5EF4-FFF2-40B4-BE49-F238E27FC236}">
                    <a16:creationId xmlns:a16="http://schemas.microsoft.com/office/drawing/2014/main" id="{4A227FF2-E7C3-F0D8-1548-3FDE957F05DA}"/>
                  </a:ext>
                </a:extLst>
              </p:cNvPr>
              <p:cNvSpPr txBox="1">
                <a:spLocks noRot="1" noChangeAspect="1" noMove="1" noResize="1" noEditPoints="1" noAdjustHandles="1" noChangeArrowheads="1" noChangeShapeType="1" noTextEdit="1"/>
              </p:cNvSpPr>
              <p:nvPr>
                <p:custDataLst>
                  <p:tags r:id="rId36"/>
                </p:custDataLst>
              </p:nvPr>
            </p:nvSpPr>
            <p:spPr>
              <a:xfrm>
                <a:off x="965434" y="4009497"/>
                <a:ext cx="510524" cy="461665"/>
              </a:xfrm>
              <a:prstGeom prst="rect">
                <a:avLst/>
              </a:prstGeom>
              <a:blipFill>
                <a:blip r:embed="rId43"/>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2" name="TextBox 11">
                <a:extLst>
                  <a:ext uri="{FF2B5EF4-FFF2-40B4-BE49-F238E27FC236}">
                    <a16:creationId xmlns:a16="http://schemas.microsoft.com/office/drawing/2014/main" id="{E77E5549-724E-7BCC-503A-172F89C27024}"/>
                  </a:ext>
                </a:extLst>
              </p:cNvPr>
              <p:cNvSpPr txBox="1"/>
              <p:nvPr>
                <p:custDataLst>
                  <p:tags r:id="rId37"/>
                </p:custDataLst>
              </p:nvPr>
            </p:nvSpPr>
            <p:spPr>
              <a:xfrm>
                <a:off x="1991030" y="4782590"/>
                <a:ext cx="428771" cy="461665"/>
              </a:xfrm>
              <a:prstGeom prst="rect">
                <a:avLst/>
              </a:prstGeom>
              <a:noFill/>
            </p:spPr>
            <p:txBody>
              <a:bodyPr wrap="none" rtlCol="0">
                <a:spAutoFit/>
              </a:bodyPr>
              <a:lstStyle/>
              <a:p>
                <a:pPr/>
                <a14:m>
                  <m:oMathPara xmlns:m="http://schemas.openxmlformats.org/officeDocument/2006/math">
                    <m:oMath>
                      <m:r>
                        <a:rPr lang="en-US" sz="2400" b="0" i="1" noProof="0" smtClean="0">
                          <a:latin typeface="Cambria Math" panose="02040503050406030204" pitchFamily="18" charset="0"/>
                        </a:rPr>
                        <m:t>𝑛</m:t>
                      </m:r>
                    </m:oMath>
                  </m:oMathPara>
                </a14:m>
                <a:endParaRPr lang="en-US" sz="2400" noProof="0" dirty="0"/>
              </a:p>
            </p:txBody>
          </p:sp>
        </mc:Choice>
        <mc:Fallback>
          <p:sp>
            <p:nvSpPr>
              <p:cNvPr id="12" name="TextBox 11">
                <a:extLst>
                  <a:ext uri="{FF2B5EF4-FFF2-40B4-BE49-F238E27FC236}">
                    <a16:creationId xmlns:a16="http://schemas.microsoft.com/office/drawing/2014/main" id="{E77E5549-724E-7BCC-503A-172F89C27024}"/>
                  </a:ext>
                </a:extLst>
              </p:cNvPr>
              <p:cNvSpPr txBox="1">
                <a:spLocks noRot="1" noChangeAspect="1" noMove="1" noResize="1" noEditPoints="1" noAdjustHandles="1" noChangeArrowheads="1" noChangeShapeType="1" noTextEdit="1"/>
              </p:cNvSpPr>
              <p:nvPr>
                <p:custDataLst>
                  <p:tags r:id="rId37"/>
                </p:custDataLst>
              </p:nvPr>
            </p:nvSpPr>
            <p:spPr>
              <a:xfrm>
                <a:off x="1991030" y="4782590"/>
                <a:ext cx="428771" cy="461665"/>
              </a:xfrm>
              <a:prstGeom prst="rect">
                <a:avLst/>
              </a:prstGeom>
              <a:blipFill>
                <a:blip r:embed="rId44"/>
                <a:stretch>
                  <a:fillRect/>
                </a:stretch>
              </a:blipFill>
            </p:spPr>
            <p:txBody>
              <a:bodyPr/>
              <a:lstStyle/>
              <a:p>
                <a:r>
                  <a:rPr lang="en-US">
                    <a:noFill/>
                  </a:rPr>
                  <a:t> </a:t>
                </a:r>
              </a:p>
            </p:txBody>
          </p:sp>
        </mc:Fallback>
      </mc:AlternateContent>
      <p:sp>
        <p:nvSpPr>
          <p:cNvPr id="18" name="TextBox 17">
            <a:extLst>
              <a:ext uri="{FF2B5EF4-FFF2-40B4-BE49-F238E27FC236}">
                <a16:creationId xmlns:a16="http://schemas.microsoft.com/office/drawing/2014/main" id="{FD782BD2-5F92-D408-5463-EA6AA21D657C}"/>
              </a:ext>
            </a:extLst>
          </p:cNvPr>
          <p:cNvSpPr txBox="1"/>
          <p:nvPr>
            <p:custDataLst>
              <p:tags r:id="rId38"/>
            </p:custDataLst>
          </p:nvPr>
        </p:nvSpPr>
        <p:spPr>
          <a:xfrm>
            <a:off x="9653607" y="3913204"/>
            <a:ext cx="1393330" cy="400110"/>
          </a:xfrm>
          <a:prstGeom prst="rect">
            <a:avLst/>
          </a:prstGeom>
          <a:noFill/>
        </p:spPr>
        <p:txBody>
          <a:bodyPr wrap="none" rtlCol="0">
            <a:spAutoFit/>
          </a:bodyPr>
          <a:lstStyle/>
          <a:p>
            <a:pPr algn="ctr"/>
            <a:r>
              <a:rPr lang="en-US" sz="2000" noProof="0" dirty="0"/>
              <a:t>Row-major</a:t>
            </a:r>
          </a:p>
        </p:txBody>
      </p:sp>
    </p:spTree>
    <p:custDataLst>
      <p:tags r:id="rId1"/>
    </p:custDataLst>
    <p:extLst>
      <p:ext uri="{BB962C8B-B14F-4D97-AF65-F5344CB8AC3E}">
        <p14:creationId xmlns:p14="http://schemas.microsoft.com/office/powerpoint/2010/main" val="50137897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7" name="Straight Arrow Connector 16">
            <a:extLst>
              <a:ext uri="{FF2B5EF4-FFF2-40B4-BE49-F238E27FC236}">
                <a16:creationId xmlns:a16="http://schemas.microsoft.com/office/drawing/2014/main" id="{CF9699A7-6E7F-6A4A-1BE0-B901964BBD4A}"/>
              </a:ext>
            </a:extLst>
          </p:cNvPr>
          <p:cNvCxnSpPr>
            <a:cxnSpLocks/>
            <a:stCxn id="10" idx="2"/>
            <a:endCxn id="6" idx="1"/>
          </p:cNvCxnSpPr>
          <p:nvPr>
            <p:custDataLst>
              <p:tags r:id="rId2"/>
            </p:custDataLst>
          </p:nvPr>
        </p:nvCxnSpPr>
        <p:spPr>
          <a:xfrm flipH="1">
            <a:off x="3101112" y="2695517"/>
            <a:ext cx="2767442" cy="78748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2" name="Title 1">
            <a:extLst>
              <a:ext uri="{FF2B5EF4-FFF2-40B4-BE49-F238E27FC236}">
                <a16:creationId xmlns:a16="http://schemas.microsoft.com/office/drawing/2014/main" id="{BFFC25D7-EA5F-3145-1A91-B45219E7073C}"/>
              </a:ext>
            </a:extLst>
          </p:cNvPr>
          <p:cNvSpPr>
            <a:spLocks noGrp="1"/>
          </p:cNvSpPr>
          <p:nvPr>
            <p:ph type="title"/>
            <p:custDataLst>
              <p:tags r:id="rId3"/>
            </p:custDataLst>
          </p:nvPr>
        </p:nvSpPr>
        <p:spPr/>
        <p:txBody>
          <a:bodyPr/>
          <a:lstStyle/>
          <a:p>
            <a:r>
              <a:rPr lang="en-US" noProof="0" dirty="0"/>
              <a:t>Layout-agnostic design</a:t>
            </a:r>
          </a:p>
        </p:txBody>
      </p:sp>
      <p:sp>
        <p:nvSpPr>
          <p:cNvPr id="6" name="TextBox 5">
            <a:extLst>
              <a:ext uri="{FF2B5EF4-FFF2-40B4-BE49-F238E27FC236}">
                <a16:creationId xmlns:a16="http://schemas.microsoft.com/office/drawing/2014/main" id="{E5F019B9-B109-FECE-DF5D-017B5ED66C4E}"/>
              </a:ext>
            </a:extLst>
          </p:cNvPr>
          <p:cNvSpPr txBox="1"/>
          <p:nvPr>
            <p:custDataLst>
              <p:tags r:id="rId4"/>
            </p:custDataLst>
          </p:nvPr>
        </p:nvSpPr>
        <p:spPr>
          <a:xfrm flipH="1">
            <a:off x="1272092" y="3252164"/>
            <a:ext cx="1829020" cy="461665"/>
          </a:xfrm>
          <a:prstGeom prst="rect">
            <a:avLst/>
          </a:prstGeom>
          <a:noFill/>
        </p:spPr>
        <p:txBody>
          <a:bodyPr wrap="square" rtlCol="0" anchor="b">
            <a:spAutoFit/>
          </a:bodyPr>
          <a:lstStyle/>
          <a:p>
            <a:pPr algn="ctr"/>
            <a:r>
              <a:rPr lang="en-US" sz="2400" noProof="0" dirty="0"/>
              <a:t>Index space</a:t>
            </a:r>
          </a:p>
        </p:txBody>
      </p:sp>
      <p:cxnSp>
        <p:nvCxnSpPr>
          <p:cNvPr id="7" name="Straight Arrow Connector 6">
            <a:extLst>
              <a:ext uri="{FF2B5EF4-FFF2-40B4-BE49-F238E27FC236}">
                <a16:creationId xmlns:a16="http://schemas.microsoft.com/office/drawing/2014/main" id="{810D43FC-A3D8-FA7F-57C5-AF9023BC6E13}"/>
              </a:ext>
            </a:extLst>
          </p:cNvPr>
          <p:cNvCxnSpPr>
            <a:cxnSpLocks/>
          </p:cNvCxnSpPr>
          <p:nvPr>
            <p:custDataLst>
              <p:tags r:id="rId5"/>
            </p:custDataLst>
          </p:nvPr>
        </p:nvCxnSpPr>
        <p:spPr>
          <a:xfrm flipV="1">
            <a:off x="2965699" y="3622045"/>
            <a:ext cx="1913618" cy="610133"/>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266F46F6-CF65-0E55-0650-3C9E5AB72670}"/>
              </a:ext>
            </a:extLst>
          </p:cNvPr>
          <p:cNvSpPr txBox="1"/>
          <p:nvPr>
            <p:custDataLst>
              <p:tags r:id="rId6"/>
            </p:custDataLst>
          </p:nvPr>
        </p:nvSpPr>
        <p:spPr>
          <a:xfrm flipH="1">
            <a:off x="5631896" y="3071365"/>
            <a:ext cx="3400422" cy="461665"/>
          </a:xfrm>
          <a:prstGeom prst="rect">
            <a:avLst/>
          </a:prstGeom>
          <a:noFill/>
        </p:spPr>
        <p:txBody>
          <a:bodyPr wrap="square" rtlCol="0" anchor="b">
            <a:spAutoFit/>
          </a:bodyPr>
          <a:lstStyle/>
          <a:p>
            <a:pPr algn="ctr"/>
            <a:r>
              <a:rPr lang="en-US" sz="2400" noProof="0" dirty="0"/>
              <a:t>Physical memory layout</a:t>
            </a:r>
          </a:p>
        </p:txBody>
      </p:sp>
      <p:pic>
        <p:nvPicPr>
          <p:cNvPr id="13" name="Picture 12">
            <a:extLst>
              <a:ext uri="{FF2B5EF4-FFF2-40B4-BE49-F238E27FC236}">
                <a16:creationId xmlns:a16="http://schemas.microsoft.com/office/drawing/2014/main" id="{DD950412-A4E1-17AA-7F65-11BCBF6AEAD6}"/>
              </a:ext>
            </a:extLst>
          </p:cNvPr>
          <p:cNvPicPr>
            <a:picLocks noChangeAspect="1"/>
          </p:cNvPicPr>
          <p:nvPr>
            <p:custDataLst>
              <p:tags r:id="rId7"/>
            </p:custDataLst>
          </p:nvPr>
        </p:nvPicPr>
        <p:blipFill>
          <a:blip r:embed="rId58"/>
          <a:stretch>
            <a:fillRect/>
          </a:stretch>
        </p:blipFill>
        <p:spPr>
          <a:xfrm>
            <a:off x="9729605" y="2671868"/>
            <a:ext cx="1249070" cy="1241336"/>
          </a:xfrm>
          <a:prstGeom prst="rect">
            <a:avLst/>
          </a:prstGeom>
        </p:spPr>
      </p:pic>
      <p:sp>
        <p:nvSpPr>
          <p:cNvPr id="15" name="Date Placeholder 14">
            <a:extLst>
              <a:ext uri="{FF2B5EF4-FFF2-40B4-BE49-F238E27FC236}">
                <a16:creationId xmlns:a16="http://schemas.microsoft.com/office/drawing/2014/main" id="{D332B380-5281-EE91-2938-5399CC818032}"/>
              </a:ext>
            </a:extLst>
          </p:cNvPr>
          <p:cNvSpPr>
            <a:spLocks noGrp="1"/>
          </p:cNvSpPr>
          <p:nvPr>
            <p:ph type="dt" sz="half" idx="10"/>
            <p:custDataLst>
              <p:tags r:id="rId8"/>
            </p:custDataLst>
          </p:nvPr>
        </p:nvSpPr>
        <p:spPr/>
        <p:txBody>
          <a:bodyPr/>
          <a:lstStyle/>
          <a:p>
            <a:r>
              <a:rPr lang="en-US" noProof="0"/>
              <a:t>9/5/2026</a:t>
            </a:r>
            <a:endParaRPr lang="en-US" noProof="0" dirty="0"/>
          </a:p>
        </p:txBody>
      </p:sp>
      <p:sp>
        <p:nvSpPr>
          <p:cNvPr id="16" name="Slide Number Placeholder 15">
            <a:extLst>
              <a:ext uri="{FF2B5EF4-FFF2-40B4-BE49-F238E27FC236}">
                <a16:creationId xmlns:a16="http://schemas.microsoft.com/office/drawing/2014/main" id="{DFBB65FD-0342-4A62-39CA-BF84A812ADB1}"/>
              </a:ext>
            </a:extLst>
          </p:cNvPr>
          <p:cNvSpPr>
            <a:spLocks noGrp="1"/>
          </p:cNvSpPr>
          <p:nvPr>
            <p:ph type="sldNum" sz="quarter" idx="12"/>
            <p:custDataLst>
              <p:tags r:id="rId9"/>
            </p:custDataLst>
          </p:nvPr>
        </p:nvSpPr>
        <p:spPr/>
        <p:txBody>
          <a:bodyPr/>
          <a:lstStyle/>
          <a:p>
            <a:r>
              <a:rPr lang="en-US" noProof="0"/>
              <a:t>4</a:t>
            </a:r>
            <a:endParaRPr lang="en-US" noProof="0" dirty="0"/>
          </a:p>
        </p:txBody>
      </p:sp>
      <p:sp>
        <p:nvSpPr>
          <p:cNvPr id="10" name="TextBox 9">
            <a:extLst>
              <a:ext uri="{FF2B5EF4-FFF2-40B4-BE49-F238E27FC236}">
                <a16:creationId xmlns:a16="http://schemas.microsoft.com/office/drawing/2014/main" id="{53EDD665-FE0A-F5BF-5FBA-041F0C097A37}"/>
              </a:ext>
            </a:extLst>
          </p:cNvPr>
          <p:cNvSpPr txBox="1"/>
          <p:nvPr>
            <p:custDataLst>
              <p:tags r:id="rId10"/>
            </p:custDataLst>
          </p:nvPr>
        </p:nvSpPr>
        <p:spPr>
          <a:xfrm>
            <a:off x="2588746" y="1364832"/>
            <a:ext cx="6559615" cy="1330685"/>
          </a:xfrm>
          <a:prstGeom prst="rect">
            <a:avLst/>
          </a:prstGeom>
          <a:solidFill>
            <a:srgbClr val="FFFFFF"/>
          </a:solidFill>
          <a:ln>
            <a:solidFill>
              <a:schemeClr val="tx1"/>
            </a:solidFill>
          </a:ln>
        </p:spPr>
        <p:txBody>
          <a:bodyPr wrap="none">
            <a:spAutoFit/>
          </a:bodyPr>
          <a:lstStyle/>
          <a:p>
            <a:pPr>
              <a:lnSpc>
                <a:spcPct val="113095"/>
              </a:lnSpc>
              <a:buNone/>
            </a:pPr>
            <a:r>
              <a:rPr lang="en-US" sz="2400" noProof="0" dirty="0">
                <a:solidFill>
                  <a:srgbClr val="AF00DB"/>
                </a:solidFill>
                <a:latin typeface="Fira Code" panose="020B0809050000020004" pitchFamily="49" charset="0"/>
              </a:rPr>
              <a:t>for</a:t>
            </a:r>
            <a:r>
              <a:rPr lang="en-US" sz="2400" noProof="0" dirty="0">
                <a:solidFill>
                  <a:srgbClr val="000000"/>
                </a:solidFill>
                <a:latin typeface="Fira Code" panose="020B0809050000020004" pitchFamily="49" charset="0"/>
              </a:rPr>
              <a:t> (</a:t>
            </a:r>
            <a:r>
              <a:rPr lang="en-US" sz="2400" noProof="0" dirty="0">
                <a:solidFill>
                  <a:srgbClr val="0000FF"/>
                </a:solidFill>
                <a:latin typeface="Fira Code" panose="020B0809050000020004" pitchFamily="49" charset="0"/>
              </a:rPr>
              <a:t>int</a:t>
            </a:r>
            <a:r>
              <a:rPr lang="en-US" sz="2400" noProof="0" dirty="0">
                <a:solidFill>
                  <a:srgbClr val="000000"/>
                </a:solidFill>
                <a:latin typeface="Fira Code" panose="020B0809050000020004" pitchFamily="49" charset="0"/>
              </a:rPr>
              <a:t> </a:t>
            </a:r>
            <a:r>
              <a:rPr lang="en-US" sz="2400" noProof="0" dirty="0" err="1">
                <a:solidFill>
                  <a:srgbClr val="001080"/>
                </a:solidFill>
                <a:latin typeface="Fira Code" panose="020B0809050000020004" pitchFamily="49" charset="0"/>
              </a:rPr>
              <a:t>i</a:t>
            </a:r>
            <a:r>
              <a:rPr lang="en-US" sz="2400" noProof="0" dirty="0">
                <a:solidFill>
                  <a:srgbClr val="000000"/>
                </a:solidFill>
                <a:latin typeface="Fira Code" panose="020B0809050000020004" pitchFamily="49" charset="0"/>
              </a:rPr>
              <a:t> = </a:t>
            </a:r>
            <a:r>
              <a:rPr lang="en-US" sz="2400" noProof="0" dirty="0">
                <a:solidFill>
                  <a:srgbClr val="098658"/>
                </a:solidFill>
                <a:latin typeface="Fira Code" panose="020B0809050000020004" pitchFamily="49" charset="0"/>
              </a:rPr>
              <a:t>0</a:t>
            </a:r>
            <a:r>
              <a:rPr lang="en-US" sz="2400" noProof="0" dirty="0">
                <a:solidFill>
                  <a:srgbClr val="000000"/>
                </a:solidFill>
                <a:latin typeface="Fira Code" panose="020B0809050000020004" pitchFamily="49" charset="0"/>
              </a:rPr>
              <a:t>; </a:t>
            </a:r>
            <a:r>
              <a:rPr lang="en-US" sz="2400" noProof="0" dirty="0" err="1">
                <a:solidFill>
                  <a:srgbClr val="001080"/>
                </a:solidFill>
                <a:latin typeface="Fira Code" panose="020B0809050000020004" pitchFamily="49" charset="0"/>
              </a:rPr>
              <a:t>i</a:t>
            </a:r>
            <a:r>
              <a:rPr lang="en-US" sz="2400" noProof="0" dirty="0">
                <a:solidFill>
                  <a:srgbClr val="000000"/>
                </a:solidFill>
                <a:latin typeface="Fira Code" panose="020B0809050000020004" pitchFamily="49" charset="0"/>
              </a:rPr>
              <a:t> &lt; </a:t>
            </a:r>
            <a:r>
              <a:rPr lang="en-US" sz="2400" noProof="0" dirty="0">
                <a:solidFill>
                  <a:srgbClr val="0070C1"/>
                </a:solidFill>
                <a:latin typeface="Fira Code" panose="020B0809050000020004" pitchFamily="49" charset="0"/>
              </a:rPr>
              <a:t>M</a:t>
            </a:r>
            <a:r>
              <a:rPr lang="en-US" sz="2400" noProof="0" dirty="0">
                <a:solidFill>
                  <a:srgbClr val="000000"/>
                </a:solidFill>
                <a:latin typeface="Fira Code" panose="020B0809050000020004" pitchFamily="49" charset="0"/>
              </a:rPr>
              <a:t>; </a:t>
            </a:r>
            <a:r>
              <a:rPr lang="en-US" sz="2400" noProof="0" dirty="0" err="1">
                <a:solidFill>
                  <a:srgbClr val="001080"/>
                </a:solidFill>
                <a:latin typeface="Fira Code" panose="020B0809050000020004" pitchFamily="49" charset="0"/>
              </a:rPr>
              <a:t>i</a:t>
            </a:r>
            <a:r>
              <a:rPr lang="en-US" sz="2400" noProof="0" dirty="0">
                <a:solidFill>
                  <a:srgbClr val="000000"/>
                </a:solidFill>
                <a:latin typeface="Fira Code" panose="020B0809050000020004" pitchFamily="49" charset="0"/>
              </a:rPr>
              <a:t>++)</a:t>
            </a:r>
          </a:p>
          <a:p>
            <a:pPr>
              <a:lnSpc>
                <a:spcPct val="113095"/>
              </a:lnSpc>
              <a:buNone/>
            </a:pPr>
            <a:r>
              <a:rPr lang="en-US" sz="2400" noProof="0" dirty="0">
                <a:solidFill>
                  <a:srgbClr val="000000"/>
                </a:solidFill>
                <a:latin typeface="Fira Code" panose="020B0809050000020004" pitchFamily="49" charset="0"/>
              </a:rPr>
              <a:t>    </a:t>
            </a:r>
            <a:r>
              <a:rPr lang="en-US" sz="2400" noProof="0" dirty="0">
                <a:solidFill>
                  <a:srgbClr val="AF00DB"/>
                </a:solidFill>
                <a:latin typeface="Fira Code" panose="020B0809050000020004" pitchFamily="49" charset="0"/>
              </a:rPr>
              <a:t>for</a:t>
            </a:r>
            <a:r>
              <a:rPr lang="en-US" sz="2400" noProof="0" dirty="0">
                <a:solidFill>
                  <a:srgbClr val="000000"/>
                </a:solidFill>
                <a:latin typeface="Fira Code" panose="020B0809050000020004" pitchFamily="49" charset="0"/>
              </a:rPr>
              <a:t> (</a:t>
            </a:r>
            <a:r>
              <a:rPr lang="en-US" sz="2400" noProof="0" dirty="0">
                <a:solidFill>
                  <a:srgbClr val="0000FF"/>
                </a:solidFill>
                <a:latin typeface="Fira Code" panose="020B0809050000020004" pitchFamily="49" charset="0"/>
              </a:rPr>
              <a:t>int</a:t>
            </a:r>
            <a:r>
              <a:rPr lang="en-US" sz="2400" noProof="0" dirty="0">
                <a:solidFill>
                  <a:srgbClr val="000000"/>
                </a:solidFill>
                <a:latin typeface="Fira Code" panose="020B0809050000020004" pitchFamily="49" charset="0"/>
              </a:rPr>
              <a:t> </a:t>
            </a:r>
            <a:r>
              <a:rPr lang="en-US" sz="2400" noProof="0" dirty="0">
                <a:solidFill>
                  <a:srgbClr val="001080"/>
                </a:solidFill>
                <a:latin typeface="Fira Code" panose="020B0809050000020004" pitchFamily="49" charset="0"/>
              </a:rPr>
              <a:t>j</a:t>
            </a:r>
            <a:r>
              <a:rPr lang="en-US" sz="2400" noProof="0" dirty="0">
                <a:solidFill>
                  <a:srgbClr val="000000"/>
                </a:solidFill>
                <a:latin typeface="Fira Code" panose="020B0809050000020004" pitchFamily="49" charset="0"/>
              </a:rPr>
              <a:t> = </a:t>
            </a:r>
            <a:r>
              <a:rPr lang="en-US" sz="2400" noProof="0" dirty="0">
                <a:solidFill>
                  <a:srgbClr val="098658"/>
                </a:solidFill>
                <a:latin typeface="Fira Code" panose="020B0809050000020004" pitchFamily="49" charset="0"/>
              </a:rPr>
              <a:t>0</a:t>
            </a:r>
            <a:r>
              <a:rPr lang="en-US" sz="2400" noProof="0" dirty="0">
                <a:solidFill>
                  <a:srgbClr val="000000"/>
                </a:solidFill>
                <a:latin typeface="Fira Code" panose="020B0809050000020004" pitchFamily="49" charset="0"/>
              </a:rPr>
              <a:t>; </a:t>
            </a:r>
            <a:r>
              <a:rPr lang="en-US" sz="2400" noProof="0" dirty="0">
                <a:solidFill>
                  <a:srgbClr val="001080"/>
                </a:solidFill>
                <a:latin typeface="Fira Code" panose="020B0809050000020004" pitchFamily="49" charset="0"/>
              </a:rPr>
              <a:t>j</a:t>
            </a:r>
            <a:r>
              <a:rPr lang="en-US" sz="2400" noProof="0" dirty="0">
                <a:solidFill>
                  <a:srgbClr val="000000"/>
                </a:solidFill>
                <a:latin typeface="Fira Code" panose="020B0809050000020004" pitchFamily="49" charset="0"/>
              </a:rPr>
              <a:t> &lt; </a:t>
            </a:r>
            <a:r>
              <a:rPr lang="en-US" sz="2400" noProof="0" dirty="0">
                <a:solidFill>
                  <a:srgbClr val="0070C1"/>
                </a:solidFill>
                <a:latin typeface="Fira Code" panose="020B0809050000020004" pitchFamily="49" charset="0"/>
              </a:rPr>
              <a:t>N</a:t>
            </a:r>
            <a:r>
              <a:rPr lang="en-US" sz="2400" noProof="0" dirty="0">
                <a:solidFill>
                  <a:srgbClr val="000000"/>
                </a:solidFill>
                <a:latin typeface="Fira Code" panose="020B0809050000020004" pitchFamily="49" charset="0"/>
              </a:rPr>
              <a:t>; </a:t>
            </a:r>
            <a:r>
              <a:rPr lang="en-US" sz="2400" noProof="0" dirty="0" err="1">
                <a:solidFill>
                  <a:srgbClr val="001080"/>
                </a:solidFill>
                <a:latin typeface="Fira Code" panose="020B0809050000020004" pitchFamily="49" charset="0"/>
              </a:rPr>
              <a:t>j</a:t>
            </a:r>
            <a:r>
              <a:rPr lang="en-US" sz="2400" noProof="0" dirty="0" err="1">
                <a:solidFill>
                  <a:srgbClr val="000000"/>
                </a:solidFill>
                <a:latin typeface="Fira Code" panose="020B0809050000020004" pitchFamily="49" charset="0"/>
              </a:rPr>
              <a:t>++</a:t>
            </a:r>
            <a:r>
              <a:rPr lang="en-US" sz="2400" noProof="0" dirty="0">
                <a:solidFill>
                  <a:srgbClr val="000000"/>
                </a:solidFill>
                <a:latin typeface="Fira Code" panose="020B0809050000020004" pitchFamily="49" charset="0"/>
              </a:rPr>
              <a:t>)</a:t>
            </a:r>
          </a:p>
          <a:p>
            <a:pPr>
              <a:lnSpc>
                <a:spcPct val="113095"/>
              </a:lnSpc>
              <a:buNone/>
            </a:pPr>
            <a:r>
              <a:rPr lang="en-US" sz="2400" noProof="0" dirty="0">
                <a:solidFill>
                  <a:srgbClr val="000000"/>
                </a:solidFill>
                <a:latin typeface="Fira Code" panose="020B0809050000020004" pitchFamily="49" charset="0"/>
              </a:rPr>
              <a:t>        </a:t>
            </a:r>
            <a:r>
              <a:rPr lang="en-US" sz="2400" noProof="0" dirty="0">
                <a:solidFill>
                  <a:srgbClr val="001080"/>
                </a:solidFill>
                <a:latin typeface="Fira Code" panose="020B0809050000020004" pitchFamily="49" charset="0"/>
              </a:rPr>
              <a:t>matrix</a:t>
            </a:r>
            <a:r>
              <a:rPr lang="en-US" sz="2400" noProof="0" dirty="0">
                <a:solidFill>
                  <a:srgbClr val="000000"/>
                </a:solidFill>
                <a:latin typeface="Fira Code" panose="020B0809050000020004" pitchFamily="49" charset="0"/>
              </a:rPr>
              <a:t>[</a:t>
            </a:r>
            <a:r>
              <a:rPr lang="en-US" sz="2400" noProof="0" dirty="0" err="1">
                <a:solidFill>
                  <a:srgbClr val="001080"/>
                </a:solidFill>
                <a:latin typeface="Fira Code" panose="020B0809050000020004" pitchFamily="49" charset="0"/>
              </a:rPr>
              <a:t>i</a:t>
            </a:r>
            <a:r>
              <a:rPr lang="en-US" sz="2400" noProof="0" dirty="0">
                <a:solidFill>
                  <a:srgbClr val="000000"/>
                </a:solidFill>
                <a:latin typeface="Fira Code" panose="020B0809050000020004" pitchFamily="49" charset="0"/>
              </a:rPr>
              <a:t>][</a:t>
            </a:r>
            <a:r>
              <a:rPr lang="en-US" sz="2400" noProof="0" dirty="0">
                <a:solidFill>
                  <a:srgbClr val="001080"/>
                </a:solidFill>
                <a:latin typeface="Fira Code" panose="020B0809050000020004" pitchFamily="49" charset="0"/>
              </a:rPr>
              <a:t>j</a:t>
            </a:r>
            <a:r>
              <a:rPr lang="en-US" sz="2400" noProof="0" dirty="0">
                <a:solidFill>
                  <a:srgbClr val="000000"/>
                </a:solidFill>
                <a:latin typeface="Fira Code" panose="020B0809050000020004" pitchFamily="49" charset="0"/>
              </a:rPr>
              <a:t>] = </a:t>
            </a:r>
            <a:r>
              <a:rPr lang="en-US" sz="2400" noProof="0" dirty="0" err="1">
                <a:solidFill>
                  <a:srgbClr val="795E26"/>
                </a:solidFill>
                <a:latin typeface="Fira Code" panose="020B0809050000020004" pitchFamily="49" charset="0"/>
              </a:rPr>
              <a:t>init</a:t>
            </a:r>
            <a:r>
              <a:rPr lang="en-US" sz="2400" noProof="0" dirty="0">
                <a:solidFill>
                  <a:srgbClr val="000000"/>
                </a:solidFill>
                <a:latin typeface="Fira Code" panose="020B0809050000020004" pitchFamily="49" charset="0"/>
              </a:rPr>
              <a:t>(</a:t>
            </a:r>
            <a:r>
              <a:rPr lang="en-US" sz="2400" noProof="0" dirty="0" err="1">
                <a:solidFill>
                  <a:srgbClr val="001080"/>
                </a:solidFill>
                <a:latin typeface="Fira Code" panose="020B0809050000020004" pitchFamily="49" charset="0"/>
              </a:rPr>
              <a:t>i</a:t>
            </a:r>
            <a:r>
              <a:rPr lang="en-US" sz="2400" noProof="0" dirty="0">
                <a:solidFill>
                  <a:srgbClr val="000000"/>
                </a:solidFill>
                <a:latin typeface="Fira Code" panose="020B0809050000020004" pitchFamily="49" charset="0"/>
              </a:rPr>
              <a:t>, </a:t>
            </a:r>
            <a:r>
              <a:rPr lang="en-US" sz="2400" noProof="0" dirty="0">
                <a:solidFill>
                  <a:srgbClr val="001080"/>
                </a:solidFill>
                <a:latin typeface="Fira Code" panose="020B0809050000020004" pitchFamily="49" charset="0"/>
              </a:rPr>
              <a:t>j</a:t>
            </a:r>
            <a:r>
              <a:rPr lang="en-US" sz="2400" noProof="0" dirty="0">
                <a:solidFill>
                  <a:srgbClr val="000000"/>
                </a:solidFill>
                <a:latin typeface="Fira Code" panose="020B0809050000020004" pitchFamily="49" charset="0"/>
              </a:rPr>
              <a:t>);</a:t>
            </a:r>
          </a:p>
        </p:txBody>
      </p:sp>
      <p:sp>
        <p:nvSpPr>
          <p:cNvPr id="38" name="Rectangle 37">
            <a:extLst>
              <a:ext uri="{FF2B5EF4-FFF2-40B4-BE49-F238E27FC236}">
                <a16:creationId xmlns:a16="http://schemas.microsoft.com/office/drawing/2014/main" id="{60BA42AF-1518-DEC5-1F3C-80A280A7EFA5}"/>
              </a:ext>
            </a:extLst>
          </p:cNvPr>
          <p:cNvSpPr/>
          <p:nvPr>
            <p:custDataLst>
              <p:tags r:id="rId11"/>
            </p:custDataLst>
          </p:nvPr>
        </p:nvSpPr>
        <p:spPr>
          <a:xfrm>
            <a:off x="1805602" y="3716969"/>
            <a:ext cx="381000" cy="380992"/>
          </a:xfrm>
          <a:prstGeom prst="rect">
            <a:avLst/>
          </a:prstGeom>
          <a:solidFill>
            <a:srgbClr val="DAE8FC"/>
          </a:solidFill>
          <a:ln w="9525" cap="flat">
            <a:solidFill>
              <a:schemeClr val="tx1">
                <a:lumMod val="75000"/>
                <a:lumOff val="25000"/>
              </a:schemeClr>
            </a:solidFill>
            <a:prstDash val="solid"/>
            <a:miter/>
          </a:ln>
        </p:spPr>
        <p:txBody>
          <a:bodyPr wrap="none" anchor="ctr"/>
          <a:lstStyle/>
          <a:p>
            <a:pPr algn="ctr"/>
            <a:r>
              <a:rPr lang="en-US" sz="2000" noProof="0" dirty="0"/>
              <a:t>2</a:t>
            </a:r>
          </a:p>
        </p:txBody>
      </p:sp>
      <p:sp>
        <p:nvSpPr>
          <p:cNvPr id="41" name="Rectangle 40">
            <a:extLst>
              <a:ext uri="{FF2B5EF4-FFF2-40B4-BE49-F238E27FC236}">
                <a16:creationId xmlns:a16="http://schemas.microsoft.com/office/drawing/2014/main" id="{8F77A00D-5F0A-C53C-2E84-7E68D37FB0F9}"/>
              </a:ext>
            </a:extLst>
          </p:cNvPr>
          <p:cNvSpPr/>
          <p:nvPr>
            <p:custDataLst>
              <p:tags r:id="rId12"/>
            </p:custDataLst>
          </p:nvPr>
        </p:nvSpPr>
        <p:spPr>
          <a:xfrm>
            <a:off x="1805602" y="4097961"/>
            <a:ext cx="381000" cy="380992"/>
          </a:xfrm>
          <a:prstGeom prst="rect">
            <a:avLst/>
          </a:prstGeom>
          <a:solidFill>
            <a:srgbClr val="94F29B"/>
          </a:solidFill>
          <a:ln w="9525" cap="flat">
            <a:solidFill>
              <a:schemeClr val="tx1">
                <a:lumMod val="75000"/>
                <a:lumOff val="25000"/>
              </a:schemeClr>
            </a:solidFill>
            <a:prstDash val="solid"/>
            <a:miter/>
          </a:ln>
        </p:spPr>
        <p:txBody>
          <a:bodyPr wrap="none" anchor="ctr"/>
          <a:lstStyle/>
          <a:p>
            <a:pPr algn="ctr"/>
            <a:r>
              <a:rPr lang="en-US" sz="2000" noProof="0" dirty="0"/>
              <a:t>6</a:t>
            </a:r>
          </a:p>
        </p:txBody>
      </p:sp>
      <p:sp>
        <p:nvSpPr>
          <p:cNvPr id="44" name="Rectangle 43">
            <a:extLst>
              <a:ext uri="{FF2B5EF4-FFF2-40B4-BE49-F238E27FC236}">
                <a16:creationId xmlns:a16="http://schemas.microsoft.com/office/drawing/2014/main" id="{0D40FD5B-4279-D19A-284C-8DD59BE9A1A2}"/>
              </a:ext>
            </a:extLst>
          </p:cNvPr>
          <p:cNvSpPr/>
          <p:nvPr>
            <p:custDataLst>
              <p:tags r:id="rId13"/>
            </p:custDataLst>
          </p:nvPr>
        </p:nvSpPr>
        <p:spPr>
          <a:xfrm>
            <a:off x="2567602" y="4097961"/>
            <a:ext cx="381000" cy="380992"/>
          </a:xfrm>
          <a:prstGeom prst="rect">
            <a:avLst/>
          </a:prstGeom>
          <a:solidFill>
            <a:srgbClr val="94F29B"/>
          </a:solidFill>
          <a:ln w="9525" cap="flat">
            <a:solidFill>
              <a:schemeClr val="tx1">
                <a:lumMod val="75000"/>
                <a:lumOff val="25000"/>
              </a:schemeClr>
            </a:solidFill>
            <a:prstDash val="solid"/>
            <a:miter/>
          </a:ln>
        </p:spPr>
        <p:txBody>
          <a:bodyPr wrap="none" anchor="ctr"/>
          <a:lstStyle/>
          <a:p>
            <a:pPr algn="ctr"/>
            <a:r>
              <a:rPr lang="en-US" sz="2000" noProof="0" dirty="0"/>
              <a:t>8</a:t>
            </a:r>
          </a:p>
        </p:txBody>
      </p:sp>
      <p:sp>
        <p:nvSpPr>
          <p:cNvPr id="47" name="Rectangle 46">
            <a:extLst>
              <a:ext uri="{FF2B5EF4-FFF2-40B4-BE49-F238E27FC236}">
                <a16:creationId xmlns:a16="http://schemas.microsoft.com/office/drawing/2014/main" id="{1A804295-5464-D6C3-B11B-A116FC622994}"/>
              </a:ext>
            </a:extLst>
          </p:cNvPr>
          <p:cNvSpPr/>
          <p:nvPr>
            <p:custDataLst>
              <p:tags r:id="rId14"/>
            </p:custDataLst>
          </p:nvPr>
        </p:nvSpPr>
        <p:spPr>
          <a:xfrm>
            <a:off x="2186602" y="4097961"/>
            <a:ext cx="381000" cy="380992"/>
          </a:xfrm>
          <a:prstGeom prst="rect">
            <a:avLst/>
          </a:prstGeom>
          <a:solidFill>
            <a:srgbClr val="94F29B"/>
          </a:solidFill>
          <a:ln w="9525" cap="flat">
            <a:solidFill>
              <a:schemeClr val="tx1">
                <a:lumMod val="75000"/>
                <a:lumOff val="25000"/>
              </a:schemeClr>
            </a:solidFill>
            <a:prstDash val="solid"/>
            <a:miter/>
          </a:ln>
        </p:spPr>
        <p:txBody>
          <a:bodyPr wrap="none" anchor="ctr"/>
          <a:lstStyle/>
          <a:p>
            <a:pPr algn="ctr"/>
            <a:r>
              <a:rPr lang="en-US" sz="2000" noProof="0" dirty="0"/>
              <a:t>7</a:t>
            </a:r>
          </a:p>
        </p:txBody>
      </p:sp>
      <p:sp>
        <p:nvSpPr>
          <p:cNvPr id="50" name="Rectangle 49">
            <a:extLst>
              <a:ext uri="{FF2B5EF4-FFF2-40B4-BE49-F238E27FC236}">
                <a16:creationId xmlns:a16="http://schemas.microsoft.com/office/drawing/2014/main" id="{0CCC24C4-4808-4F38-F366-D4DDCA9CABFE}"/>
              </a:ext>
            </a:extLst>
          </p:cNvPr>
          <p:cNvSpPr/>
          <p:nvPr>
            <p:custDataLst>
              <p:tags r:id="rId15"/>
            </p:custDataLst>
          </p:nvPr>
        </p:nvSpPr>
        <p:spPr>
          <a:xfrm>
            <a:off x="1424602" y="4097961"/>
            <a:ext cx="381000" cy="380992"/>
          </a:xfrm>
          <a:prstGeom prst="rect">
            <a:avLst/>
          </a:prstGeom>
          <a:solidFill>
            <a:srgbClr val="94F29B"/>
          </a:solidFill>
          <a:ln w="9525" cap="flat">
            <a:solidFill>
              <a:schemeClr val="tx1">
                <a:lumMod val="75000"/>
                <a:lumOff val="25000"/>
              </a:schemeClr>
            </a:solidFill>
            <a:prstDash val="solid"/>
            <a:miter/>
          </a:ln>
        </p:spPr>
        <p:txBody>
          <a:bodyPr wrap="none" anchor="ctr"/>
          <a:lstStyle/>
          <a:p>
            <a:pPr algn="ctr"/>
            <a:r>
              <a:rPr lang="en-US" sz="2000" noProof="0" dirty="0"/>
              <a:t>5</a:t>
            </a:r>
          </a:p>
        </p:txBody>
      </p:sp>
      <p:sp>
        <p:nvSpPr>
          <p:cNvPr id="53" name="Rectangle 52">
            <a:extLst>
              <a:ext uri="{FF2B5EF4-FFF2-40B4-BE49-F238E27FC236}">
                <a16:creationId xmlns:a16="http://schemas.microsoft.com/office/drawing/2014/main" id="{EF2A6CBC-BCD6-48DC-0CEC-7C2718D2F2D9}"/>
              </a:ext>
            </a:extLst>
          </p:cNvPr>
          <p:cNvSpPr/>
          <p:nvPr>
            <p:custDataLst>
              <p:tags r:id="rId16"/>
            </p:custDataLst>
          </p:nvPr>
        </p:nvSpPr>
        <p:spPr>
          <a:xfrm>
            <a:off x="1424602" y="3716969"/>
            <a:ext cx="381000" cy="380992"/>
          </a:xfrm>
          <a:prstGeom prst="rect">
            <a:avLst/>
          </a:prstGeom>
          <a:solidFill>
            <a:srgbClr val="DAE8FC"/>
          </a:solidFill>
          <a:ln w="9525" cap="flat">
            <a:solidFill>
              <a:schemeClr val="tx1">
                <a:lumMod val="75000"/>
                <a:lumOff val="25000"/>
              </a:schemeClr>
            </a:solidFill>
            <a:prstDash val="solid"/>
            <a:miter/>
          </a:ln>
        </p:spPr>
        <p:txBody>
          <a:bodyPr wrap="none" anchor="ctr"/>
          <a:lstStyle/>
          <a:p>
            <a:pPr algn="ctr"/>
            <a:r>
              <a:rPr lang="en-US" sz="2000" noProof="0" dirty="0"/>
              <a:t>1</a:t>
            </a:r>
          </a:p>
        </p:txBody>
      </p:sp>
      <p:sp>
        <p:nvSpPr>
          <p:cNvPr id="56" name="Rectangle 55">
            <a:extLst>
              <a:ext uri="{FF2B5EF4-FFF2-40B4-BE49-F238E27FC236}">
                <a16:creationId xmlns:a16="http://schemas.microsoft.com/office/drawing/2014/main" id="{3C549CCF-7BF6-8AF8-0F6C-1AD9581A3F23}"/>
              </a:ext>
            </a:extLst>
          </p:cNvPr>
          <p:cNvSpPr/>
          <p:nvPr>
            <p:custDataLst>
              <p:tags r:id="rId17"/>
            </p:custDataLst>
          </p:nvPr>
        </p:nvSpPr>
        <p:spPr>
          <a:xfrm>
            <a:off x="1424602" y="4478954"/>
            <a:ext cx="381000" cy="380992"/>
          </a:xfrm>
          <a:prstGeom prst="rect">
            <a:avLst/>
          </a:prstGeom>
          <a:solidFill>
            <a:srgbClr val="FEC842"/>
          </a:solidFill>
          <a:ln w="9525" cap="flat">
            <a:solidFill>
              <a:schemeClr val="tx1">
                <a:lumMod val="75000"/>
                <a:lumOff val="25000"/>
              </a:schemeClr>
            </a:solidFill>
            <a:prstDash val="solid"/>
            <a:miter/>
          </a:ln>
        </p:spPr>
        <p:txBody>
          <a:bodyPr wrap="none" anchor="ctr"/>
          <a:lstStyle/>
          <a:p>
            <a:pPr algn="ctr"/>
            <a:r>
              <a:rPr lang="en-US" sz="2000" noProof="0" dirty="0"/>
              <a:t>9</a:t>
            </a:r>
          </a:p>
        </p:txBody>
      </p:sp>
      <p:sp>
        <p:nvSpPr>
          <p:cNvPr id="59" name="Rectangle 58">
            <a:extLst>
              <a:ext uri="{FF2B5EF4-FFF2-40B4-BE49-F238E27FC236}">
                <a16:creationId xmlns:a16="http://schemas.microsoft.com/office/drawing/2014/main" id="{393B6F24-028C-DD9D-A7F9-ED63FC6AB9CE}"/>
              </a:ext>
            </a:extLst>
          </p:cNvPr>
          <p:cNvSpPr/>
          <p:nvPr>
            <p:custDataLst>
              <p:tags r:id="rId18"/>
            </p:custDataLst>
          </p:nvPr>
        </p:nvSpPr>
        <p:spPr>
          <a:xfrm>
            <a:off x="2186602" y="3716969"/>
            <a:ext cx="381000" cy="380992"/>
          </a:xfrm>
          <a:prstGeom prst="rect">
            <a:avLst/>
          </a:prstGeom>
          <a:solidFill>
            <a:srgbClr val="DAE8FC"/>
          </a:solidFill>
          <a:ln w="9525" cap="flat">
            <a:solidFill>
              <a:schemeClr val="tx1">
                <a:lumMod val="75000"/>
                <a:lumOff val="25000"/>
              </a:schemeClr>
            </a:solidFill>
            <a:prstDash val="solid"/>
            <a:miter/>
          </a:ln>
        </p:spPr>
        <p:txBody>
          <a:bodyPr wrap="none" anchor="ctr"/>
          <a:lstStyle/>
          <a:p>
            <a:pPr algn="ctr"/>
            <a:r>
              <a:rPr lang="en-US" sz="2000" noProof="0" dirty="0"/>
              <a:t>3</a:t>
            </a:r>
          </a:p>
        </p:txBody>
      </p:sp>
      <p:sp>
        <p:nvSpPr>
          <p:cNvPr id="62" name="Rectangle 61">
            <a:extLst>
              <a:ext uri="{FF2B5EF4-FFF2-40B4-BE49-F238E27FC236}">
                <a16:creationId xmlns:a16="http://schemas.microsoft.com/office/drawing/2014/main" id="{C4F146ED-DC98-EE10-A006-FCCCB5F2689E}"/>
              </a:ext>
            </a:extLst>
          </p:cNvPr>
          <p:cNvSpPr/>
          <p:nvPr>
            <p:custDataLst>
              <p:tags r:id="rId19"/>
            </p:custDataLst>
          </p:nvPr>
        </p:nvSpPr>
        <p:spPr>
          <a:xfrm>
            <a:off x="2567602" y="3716969"/>
            <a:ext cx="381000" cy="380992"/>
          </a:xfrm>
          <a:prstGeom prst="rect">
            <a:avLst/>
          </a:prstGeom>
          <a:solidFill>
            <a:srgbClr val="DAE8FC"/>
          </a:solidFill>
          <a:ln w="9525" cap="flat">
            <a:solidFill>
              <a:schemeClr val="tx1">
                <a:lumMod val="75000"/>
                <a:lumOff val="25000"/>
              </a:schemeClr>
            </a:solidFill>
            <a:prstDash val="solid"/>
            <a:miter/>
          </a:ln>
        </p:spPr>
        <p:txBody>
          <a:bodyPr wrap="none" anchor="ctr"/>
          <a:lstStyle/>
          <a:p>
            <a:pPr algn="ctr"/>
            <a:r>
              <a:rPr lang="en-US" sz="2000" noProof="0" dirty="0"/>
              <a:t>4</a:t>
            </a:r>
          </a:p>
        </p:txBody>
      </p:sp>
      <p:sp>
        <p:nvSpPr>
          <p:cNvPr id="65" name="Rectangle 64">
            <a:extLst>
              <a:ext uri="{FF2B5EF4-FFF2-40B4-BE49-F238E27FC236}">
                <a16:creationId xmlns:a16="http://schemas.microsoft.com/office/drawing/2014/main" id="{453E93D2-8D1A-077C-9A89-E1D36460EC5B}"/>
              </a:ext>
            </a:extLst>
          </p:cNvPr>
          <p:cNvSpPr/>
          <p:nvPr>
            <p:custDataLst>
              <p:tags r:id="rId20"/>
            </p:custDataLst>
          </p:nvPr>
        </p:nvSpPr>
        <p:spPr>
          <a:xfrm>
            <a:off x="2567602" y="4478954"/>
            <a:ext cx="381000" cy="380992"/>
          </a:xfrm>
          <a:prstGeom prst="rect">
            <a:avLst/>
          </a:prstGeom>
          <a:solidFill>
            <a:srgbClr val="FEC842"/>
          </a:solidFill>
          <a:ln w="9525" cap="flat">
            <a:solidFill>
              <a:schemeClr val="tx1">
                <a:lumMod val="75000"/>
                <a:lumOff val="25000"/>
              </a:schemeClr>
            </a:solidFill>
            <a:prstDash val="solid"/>
            <a:miter/>
          </a:ln>
        </p:spPr>
        <p:txBody>
          <a:bodyPr wrap="none" anchor="ctr"/>
          <a:lstStyle/>
          <a:p>
            <a:pPr algn="ctr"/>
            <a:r>
              <a:rPr lang="en-US" sz="2000" noProof="0" dirty="0"/>
              <a:t>12</a:t>
            </a:r>
          </a:p>
        </p:txBody>
      </p:sp>
      <p:sp>
        <p:nvSpPr>
          <p:cNvPr id="68" name="Rectangle 67">
            <a:extLst>
              <a:ext uri="{FF2B5EF4-FFF2-40B4-BE49-F238E27FC236}">
                <a16:creationId xmlns:a16="http://schemas.microsoft.com/office/drawing/2014/main" id="{925BE6C3-506B-9AAB-FBBD-7AB2AC83233B}"/>
              </a:ext>
            </a:extLst>
          </p:cNvPr>
          <p:cNvSpPr/>
          <p:nvPr>
            <p:custDataLst>
              <p:tags r:id="rId21"/>
            </p:custDataLst>
          </p:nvPr>
        </p:nvSpPr>
        <p:spPr>
          <a:xfrm>
            <a:off x="1805602" y="4478954"/>
            <a:ext cx="381000" cy="380992"/>
          </a:xfrm>
          <a:prstGeom prst="rect">
            <a:avLst/>
          </a:prstGeom>
          <a:solidFill>
            <a:srgbClr val="FEC842"/>
          </a:solidFill>
          <a:ln w="9525" cap="flat">
            <a:solidFill>
              <a:schemeClr val="tx1">
                <a:lumMod val="75000"/>
                <a:lumOff val="25000"/>
              </a:schemeClr>
            </a:solidFill>
            <a:prstDash val="solid"/>
            <a:miter/>
          </a:ln>
        </p:spPr>
        <p:txBody>
          <a:bodyPr wrap="none" anchor="ctr"/>
          <a:lstStyle/>
          <a:p>
            <a:pPr algn="ctr"/>
            <a:r>
              <a:rPr lang="en-US" sz="2000" noProof="0" dirty="0"/>
              <a:t>10</a:t>
            </a:r>
          </a:p>
        </p:txBody>
      </p:sp>
      <p:sp>
        <p:nvSpPr>
          <p:cNvPr id="71" name="Rectangle 70">
            <a:extLst>
              <a:ext uri="{FF2B5EF4-FFF2-40B4-BE49-F238E27FC236}">
                <a16:creationId xmlns:a16="http://schemas.microsoft.com/office/drawing/2014/main" id="{BB59E621-860F-75EB-3352-EB2D933B13C0}"/>
              </a:ext>
            </a:extLst>
          </p:cNvPr>
          <p:cNvSpPr/>
          <p:nvPr>
            <p:custDataLst>
              <p:tags r:id="rId22"/>
            </p:custDataLst>
          </p:nvPr>
        </p:nvSpPr>
        <p:spPr>
          <a:xfrm>
            <a:off x="2186602" y="4478954"/>
            <a:ext cx="381000" cy="380992"/>
          </a:xfrm>
          <a:prstGeom prst="rect">
            <a:avLst/>
          </a:prstGeom>
          <a:solidFill>
            <a:srgbClr val="FEC842"/>
          </a:solidFill>
          <a:ln w="9525" cap="flat">
            <a:solidFill>
              <a:schemeClr val="tx1">
                <a:lumMod val="75000"/>
                <a:lumOff val="25000"/>
              </a:schemeClr>
            </a:solidFill>
            <a:prstDash val="solid"/>
            <a:miter/>
          </a:ln>
        </p:spPr>
        <p:txBody>
          <a:bodyPr wrap="none" anchor="ctr"/>
          <a:lstStyle/>
          <a:p>
            <a:pPr algn="ctr"/>
            <a:r>
              <a:rPr lang="en-US" sz="2000" noProof="0" dirty="0"/>
              <a:t>11</a:t>
            </a:r>
          </a:p>
        </p:txBody>
      </p:sp>
      <p:sp>
        <p:nvSpPr>
          <p:cNvPr id="74" name="Rectangle 73">
            <a:extLst>
              <a:ext uri="{FF2B5EF4-FFF2-40B4-BE49-F238E27FC236}">
                <a16:creationId xmlns:a16="http://schemas.microsoft.com/office/drawing/2014/main" id="{C017114C-4B9B-189E-5F4D-E3234F5BF9B4}"/>
              </a:ext>
            </a:extLst>
          </p:cNvPr>
          <p:cNvSpPr/>
          <p:nvPr>
            <p:custDataLst>
              <p:tags r:id="rId23"/>
            </p:custDataLst>
          </p:nvPr>
        </p:nvSpPr>
        <p:spPr>
          <a:xfrm>
            <a:off x="5260317" y="3482997"/>
            <a:ext cx="381000" cy="380992"/>
          </a:xfrm>
          <a:prstGeom prst="rect">
            <a:avLst/>
          </a:prstGeom>
          <a:solidFill>
            <a:srgbClr val="DAE8FC"/>
          </a:solidFill>
          <a:ln w="9525" cap="flat">
            <a:solidFill>
              <a:schemeClr val="tx1">
                <a:lumMod val="75000"/>
                <a:lumOff val="25000"/>
              </a:schemeClr>
            </a:solidFill>
            <a:prstDash val="solid"/>
            <a:miter/>
          </a:ln>
        </p:spPr>
        <p:txBody>
          <a:bodyPr wrap="none" anchor="ctr"/>
          <a:lstStyle/>
          <a:p>
            <a:pPr algn="ctr"/>
            <a:r>
              <a:rPr lang="en-US" sz="2000" noProof="0" dirty="0"/>
              <a:t>2</a:t>
            </a:r>
          </a:p>
        </p:txBody>
      </p:sp>
      <p:sp>
        <p:nvSpPr>
          <p:cNvPr id="77" name="Rectangle 76">
            <a:extLst>
              <a:ext uri="{FF2B5EF4-FFF2-40B4-BE49-F238E27FC236}">
                <a16:creationId xmlns:a16="http://schemas.microsoft.com/office/drawing/2014/main" id="{27814029-6F98-4055-439B-51AF0156C7F8}"/>
              </a:ext>
            </a:extLst>
          </p:cNvPr>
          <p:cNvSpPr/>
          <p:nvPr>
            <p:custDataLst>
              <p:tags r:id="rId24"/>
            </p:custDataLst>
          </p:nvPr>
        </p:nvSpPr>
        <p:spPr>
          <a:xfrm>
            <a:off x="6784317" y="3482997"/>
            <a:ext cx="381000" cy="380992"/>
          </a:xfrm>
          <a:prstGeom prst="rect">
            <a:avLst/>
          </a:prstGeom>
          <a:solidFill>
            <a:srgbClr val="94F29B"/>
          </a:solidFill>
          <a:ln w="9525" cap="flat">
            <a:solidFill>
              <a:schemeClr val="tx1">
                <a:lumMod val="75000"/>
                <a:lumOff val="25000"/>
              </a:schemeClr>
            </a:solidFill>
            <a:prstDash val="solid"/>
            <a:miter/>
          </a:ln>
        </p:spPr>
        <p:txBody>
          <a:bodyPr wrap="none" anchor="ctr"/>
          <a:lstStyle/>
          <a:p>
            <a:pPr algn="ctr"/>
            <a:r>
              <a:rPr lang="en-US" sz="2000" noProof="0" dirty="0"/>
              <a:t>6</a:t>
            </a:r>
          </a:p>
        </p:txBody>
      </p:sp>
      <p:sp>
        <p:nvSpPr>
          <p:cNvPr id="80" name="Rectangle 79">
            <a:extLst>
              <a:ext uri="{FF2B5EF4-FFF2-40B4-BE49-F238E27FC236}">
                <a16:creationId xmlns:a16="http://schemas.microsoft.com/office/drawing/2014/main" id="{71500E03-9C84-6DAE-C18B-7C7A249E1704}"/>
              </a:ext>
            </a:extLst>
          </p:cNvPr>
          <p:cNvSpPr/>
          <p:nvPr>
            <p:custDataLst>
              <p:tags r:id="rId25"/>
            </p:custDataLst>
          </p:nvPr>
        </p:nvSpPr>
        <p:spPr>
          <a:xfrm>
            <a:off x="7546317" y="3482997"/>
            <a:ext cx="381000" cy="380992"/>
          </a:xfrm>
          <a:prstGeom prst="rect">
            <a:avLst/>
          </a:prstGeom>
          <a:solidFill>
            <a:srgbClr val="94F29B"/>
          </a:solidFill>
          <a:ln w="9525" cap="flat">
            <a:solidFill>
              <a:schemeClr val="tx1">
                <a:lumMod val="75000"/>
                <a:lumOff val="25000"/>
              </a:schemeClr>
            </a:solidFill>
            <a:prstDash val="solid"/>
            <a:miter/>
          </a:ln>
        </p:spPr>
        <p:txBody>
          <a:bodyPr wrap="none" anchor="ctr"/>
          <a:lstStyle/>
          <a:p>
            <a:pPr algn="ctr"/>
            <a:r>
              <a:rPr lang="en-US" sz="2000" noProof="0" dirty="0"/>
              <a:t>8</a:t>
            </a:r>
          </a:p>
        </p:txBody>
      </p:sp>
      <p:sp>
        <p:nvSpPr>
          <p:cNvPr id="83" name="Rectangle 82">
            <a:extLst>
              <a:ext uri="{FF2B5EF4-FFF2-40B4-BE49-F238E27FC236}">
                <a16:creationId xmlns:a16="http://schemas.microsoft.com/office/drawing/2014/main" id="{AE602D09-5476-2D97-3F39-B3301C510D97}"/>
              </a:ext>
            </a:extLst>
          </p:cNvPr>
          <p:cNvSpPr/>
          <p:nvPr>
            <p:custDataLst>
              <p:tags r:id="rId26"/>
            </p:custDataLst>
          </p:nvPr>
        </p:nvSpPr>
        <p:spPr>
          <a:xfrm>
            <a:off x="7165317" y="3482997"/>
            <a:ext cx="381000" cy="380992"/>
          </a:xfrm>
          <a:prstGeom prst="rect">
            <a:avLst/>
          </a:prstGeom>
          <a:solidFill>
            <a:srgbClr val="94F29B"/>
          </a:solidFill>
          <a:ln w="9525" cap="flat">
            <a:solidFill>
              <a:schemeClr val="tx1">
                <a:lumMod val="75000"/>
                <a:lumOff val="25000"/>
              </a:schemeClr>
            </a:solidFill>
            <a:prstDash val="solid"/>
            <a:miter/>
          </a:ln>
        </p:spPr>
        <p:txBody>
          <a:bodyPr wrap="none" anchor="ctr"/>
          <a:lstStyle/>
          <a:p>
            <a:pPr algn="ctr"/>
            <a:r>
              <a:rPr lang="en-US" sz="2000" noProof="0" dirty="0"/>
              <a:t>7</a:t>
            </a:r>
          </a:p>
        </p:txBody>
      </p:sp>
      <p:sp>
        <p:nvSpPr>
          <p:cNvPr id="86" name="Rectangle 85">
            <a:extLst>
              <a:ext uri="{FF2B5EF4-FFF2-40B4-BE49-F238E27FC236}">
                <a16:creationId xmlns:a16="http://schemas.microsoft.com/office/drawing/2014/main" id="{0B4A79BD-970B-69A5-CA89-23BD9BF1219C}"/>
              </a:ext>
            </a:extLst>
          </p:cNvPr>
          <p:cNvSpPr/>
          <p:nvPr>
            <p:custDataLst>
              <p:tags r:id="rId27"/>
            </p:custDataLst>
          </p:nvPr>
        </p:nvSpPr>
        <p:spPr>
          <a:xfrm>
            <a:off x="6403317" y="3482997"/>
            <a:ext cx="381000" cy="380992"/>
          </a:xfrm>
          <a:prstGeom prst="rect">
            <a:avLst/>
          </a:prstGeom>
          <a:solidFill>
            <a:srgbClr val="94F29B"/>
          </a:solidFill>
          <a:ln w="9525" cap="flat">
            <a:solidFill>
              <a:schemeClr val="tx1">
                <a:lumMod val="75000"/>
                <a:lumOff val="25000"/>
              </a:schemeClr>
            </a:solidFill>
            <a:prstDash val="solid"/>
            <a:miter/>
          </a:ln>
        </p:spPr>
        <p:txBody>
          <a:bodyPr wrap="none" anchor="ctr"/>
          <a:lstStyle/>
          <a:p>
            <a:pPr algn="ctr"/>
            <a:r>
              <a:rPr lang="en-US" sz="2000" noProof="0" dirty="0"/>
              <a:t>5</a:t>
            </a:r>
          </a:p>
        </p:txBody>
      </p:sp>
      <p:sp>
        <p:nvSpPr>
          <p:cNvPr id="89" name="Rectangle 88">
            <a:extLst>
              <a:ext uri="{FF2B5EF4-FFF2-40B4-BE49-F238E27FC236}">
                <a16:creationId xmlns:a16="http://schemas.microsoft.com/office/drawing/2014/main" id="{FB202CA8-F886-1127-F914-31628CFCD14A}"/>
              </a:ext>
            </a:extLst>
          </p:cNvPr>
          <p:cNvSpPr/>
          <p:nvPr>
            <p:custDataLst>
              <p:tags r:id="rId28"/>
            </p:custDataLst>
          </p:nvPr>
        </p:nvSpPr>
        <p:spPr>
          <a:xfrm>
            <a:off x="4879317" y="3482997"/>
            <a:ext cx="381000" cy="380992"/>
          </a:xfrm>
          <a:prstGeom prst="rect">
            <a:avLst/>
          </a:prstGeom>
          <a:solidFill>
            <a:srgbClr val="DAE8FC"/>
          </a:solidFill>
          <a:ln w="9525" cap="flat">
            <a:solidFill>
              <a:schemeClr val="tx1">
                <a:lumMod val="75000"/>
                <a:lumOff val="25000"/>
              </a:schemeClr>
            </a:solidFill>
            <a:prstDash val="solid"/>
            <a:miter/>
          </a:ln>
        </p:spPr>
        <p:txBody>
          <a:bodyPr wrap="none" anchor="ctr"/>
          <a:lstStyle/>
          <a:p>
            <a:pPr algn="ctr"/>
            <a:r>
              <a:rPr lang="en-US" sz="2000" noProof="0" dirty="0"/>
              <a:t>1</a:t>
            </a:r>
          </a:p>
        </p:txBody>
      </p:sp>
      <p:sp>
        <p:nvSpPr>
          <p:cNvPr id="92" name="Rectangle 91">
            <a:extLst>
              <a:ext uri="{FF2B5EF4-FFF2-40B4-BE49-F238E27FC236}">
                <a16:creationId xmlns:a16="http://schemas.microsoft.com/office/drawing/2014/main" id="{B8977E23-4CDB-1264-F4AD-A71A91BF3890}"/>
              </a:ext>
            </a:extLst>
          </p:cNvPr>
          <p:cNvSpPr/>
          <p:nvPr>
            <p:custDataLst>
              <p:tags r:id="rId29"/>
            </p:custDataLst>
          </p:nvPr>
        </p:nvSpPr>
        <p:spPr>
          <a:xfrm>
            <a:off x="7927317" y="3482997"/>
            <a:ext cx="381000" cy="380992"/>
          </a:xfrm>
          <a:prstGeom prst="rect">
            <a:avLst/>
          </a:prstGeom>
          <a:solidFill>
            <a:srgbClr val="FEC842"/>
          </a:solidFill>
          <a:ln w="9525" cap="flat">
            <a:solidFill>
              <a:schemeClr val="tx1">
                <a:lumMod val="75000"/>
                <a:lumOff val="25000"/>
              </a:schemeClr>
            </a:solidFill>
            <a:prstDash val="solid"/>
            <a:miter/>
          </a:ln>
        </p:spPr>
        <p:txBody>
          <a:bodyPr wrap="none" anchor="ctr"/>
          <a:lstStyle/>
          <a:p>
            <a:pPr algn="ctr"/>
            <a:r>
              <a:rPr lang="en-US" sz="2000" noProof="0" dirty="0"/>
              <a:t>9</a:t>
            </a:r>
          </a:p>
        </p:txBody>
      </p:sp>
      <p:sp>
        <p:nvSpPr>
          <p:cNvPr id="95" name="Rectangle 94">
            <a:extLst>
              <a:ext uri="{FF2B5EF4-FFF2-40B4-BE49-F238E27FC236}">
                <a16:creationId xmlns:a16="http://schemas.microsoft.com/office/drawing/2014/main" id="{70C68701-285E-394C-56CB-B2B925283B76}"/>
              </a:ext>
            </a:extLst>
          </p:cNvPr>
          <p:cNvSpPr/>
          <p:nvPr>
            <p:custDataLst>
              <p:tags r:id="rId30"/>
            </p:custDataLst>
          </p:nvPr>
        </p:nvSpPr>
        <p:spPr>
          <a:xfrm>
            <a:off x="5641317" y="3482997"/>
            <a:ext cx="381000" cy="380992"/>
          </a:xfrm>
          <a:prstGeom prst="rect">
            <a:avLst/>
          </a:prstGeom>
          <a:solidFill>
            <a:srgbClr val="DAE8FC"/>
          </a:solidFill>
          <a:ln w="9525" cap="flat">
            <a:solidFill>
              <a:schemeClr val="tx1">
                <a:lumMod val="75000"/>
                <a:lumOff val="25000"/>
              </a:schemeClr>
            </a:solidFill>
            <a:prstDash val="solid"/>
            <a:miter/>
          </a:ln>
        </p:spPr>
        <p:txBody>
          <a:bodyPr wrap="none" anchor="ctr"/>
          <a:lstStyle/>
          <a:p>
            <a:pPr algn="ctr"/>
            <a:r>
              <a:rPr lang="en-US" sz="2000" noProof="0" dirty="0"/>
              <a:t>3</a:t>
            </a:r>
          </a:p>
        </p:txBody>
      </p:sp>
      <p:sp>
        <p:nvSpPr>
          <p:cNvPr id="98" name="Rectangle 97">
            <a:extLst>
              <a:ext uri="{FF2B5EF4-FFF2-40B4-BE49-F238E27FC236}">
                <a16:creationId xmlns:a16="http://schemas.microsoft.com/office/drawing/2014/main" id="{8EA68D86-1A02-EE92-B997-D5D94FEACE08}"/>
              </a:ext>
            </a:extLst>
          </p:cNvPr>
          <p:cNvSpPr/>
          <p:nvPr>
            <p:custDataLst>
              <p:tags r:id="rId31"/>
            </p:custDataLst>
          </p:nvPr>
        </p:nvSpPr>
        <p:spPr>
          <a:xfrm>
            <a:off x="6022317" y="3482997"/>
            <a:ext cx="381000" cy="380992"/>
          </a:xfrm>
          <a:prstGeom prst="rect">
            <a:avLst/>
          </a:prstGeom>
          <a:solidFill>
            <a:srgbClr val="DAE8FC"/>
          </a:solidFill>
          <a:ln w="9525" cap="flat">
            <a:solidFill>
              <a:schemeClr val="tx1">
                <a:lumMod val="75000"/>
                <a:lumOff val="25000"/>
              </a:schemeClr>
            </a:solidFill>
            <a:prstDash val="solid"/>
            <a:miter/>
          </a:ln>
        </p:spPr>
        <p:txBody>
          <a:bodyPr wrap="none" anchor="ctr"/>
          <a:lstStyle/>
          <a:p>
            <a:pPr algn="ctr"/>
            <a:r>
              <a:rPr lang="en-US" sz="2000" noProof="0" dirty="0"/>
              <a:t>4</a:t>
            </a:r>
          </a:p>
        </p:txBody>
      </p:sp>
      <p:sp>
        <p:nvSpPr>
          <p:cNvPr id="101" name="Rectangle 100">
            <a:extLst>
              <a:ext uri="{FF2B5EF4-FFF2-40B4-BE49-F238E27FC236}">
                <a16:creationId xmlns:a16="http://schemas.microsoft.com/office/drawing/2014/main" id="{115C4D2C-EE3D-1F7C-B037-189CE77D91F2}"/>
              </a:ext>
            </a:extLst>
          </p:cNvPr>
          <p:cNvSpPr/>
          <p:nvPr>
            <p:custDataLst>
              <p:tags r:id="rId32"/>
            </p:custDataLst>
          </p:nvPr>
        </p:nvSpPr>
        <p:spPr>
          <a:xfrm>
            <a:off x="9070317" y="3482997"/>
            <a:ext cx="381000" cy="380992"/>
          </a:xfrm>
          <a:prstGeom prst="rect">
            <a:avLst/>
          </a:prstGeom>
          <a:solidFill>
            <a:srgbClr val="FEC842"/>
          </a:solidFill>
          <a:ln w="9525" cap="flat">
            <a:solidFill>
              <a:schemeClr val="tx1">
                <a:lumMod val="75000"/>
                <a:lumOff val="25000"/>
              </a:schemeClr>
            </a:solidFill>
            <a:prstDash val="solid"/>
            <a:miter/>
          </a:ln>
        </p:spPr>
        <p:txBody>
          <a:bodyPr wrap="none" anchor="ctr"/>
          <a:lstStyle/>
          <a:p>
            <a:pPr algn="ctr"/>
            <a:r>
              <a:rPr lang="en-US" sz="2000" noProof="0" dirty="0"/>
              <a:t>12</a:t>
            </a:r>
          </a:p>
        </p:txBody>
      </p:sp>
      <p:sp>
        <p:nvSpPr>
          <p:cNvPr id="104" name="Rectangle 103">
            <a:extLst>
              <a:ext uri="{FF2B5EF4-FFF2-40B4-BE49-F238E27FC236}">
                <a16:creationId xmlns:a16="http://schemas.microsoft.com/office/drawing/2014/main" id="{9210E62F-B36D-7DFB-8DF9-AAFF793EABFA}"/>
              </a:ext>
            </a:extLst>
          </p:cNvPr>
          <p:cNvSpPr/>
          <p:nvPr>
            <p:custDataLst>
              <p:tags r:id="rId33"/>
            </p:custDataLst>
          </p:nvPr>
        </p:nvSpPr>
        <p:spPr>
          <a:xfrm>
            <a:off x="8308317" y="3482997"/>
            <a:ext cx="381000" cy="380992"/>
          </a:xfrm>
          <a:prstGeom prst="rect">
            <a:avLst/>
          </a:prstGeom>
          <a:solidFill>
            <a:srgbClr val="FEC842"/>
          </a:solidFill>
          <a:ln w="9525" cap="flat">
            <a:solidFill>
              <a:schemeClr val="tx1">
                <a:lumMod val="75000"/>
                <a:lumOff val="25000"/>
              </a:schemeClr>
            </a:solidFill>
            <a:prstDash val="solid"/>
            <a:miter/>
          </a:ln>
        </p:spPr>
        <p:txBody>
          <a:bodyPr wrap="none" anchor="ctr"/>
          <a:lstStyle/>
          <a:p>
            <a:pPr algn="ctr"/>
            <a:r>
              <a:rPr lang="en-US" sz="2000" noProof="0" dirty="0"/>
              <a:t>10</a:t>
            </a:r>
          </a:p>
        </p:txBody>
      </p:sp>
      <p:sp>
        <p:nvSpPr>
          <p:cNvPr id="107" name="Rectangle 106">
            <a:extLst>
              <a:ext uri="{FF2B5EF4-FFF2-40B4-BE49-F238E27FC236}">
                <a16:creationId xmlns:a16="http://schemas.microsoft.com/office/drawing/2014/main" id="{303D1F9A-13EE-7BB8-84D7-4B3131D55425}"/>
              </a:ext>
            </a:extLst>
          </p:cNvPr>
          <p:cNvSpPr/>
          <p:nvPr>
            <p:custDataLst>
              <p:tags r:id="rId34"/>
            </p:custDataLst>
          </p:nvPr>
        </p:nvSpPr>
        <p:spPr>
          <a:xfrm>
            <a:off x="8689317" y="3482997"/>
            <a:ext cx="381000" cy="380992"/>
          </a:xfrm>
          <a:prstGeom prst="rect">
            <a:avLst/>
          </a:prstGeom>
          <a:solidFill>
            <a:srgbClr val="FEC842"/>
          </a:solidFill>
          <a:ln w="9525" cap="flat">
            <a:solidFill>
              <a:schemeClr val="tx1">
                <a:lumMod val="75000"/>
                <a:lumOff val="25000"/>
              </a:schemeClr>
            </a:solidFill>
            <a:prstDash val="solid"/>
            <a:miter/>
          </a:ln>
        </p:spPr>
        <p:txBody>
          <a:bodyPr wrap="none" anchor="ctr"/>
          <a:lstStyle/>
          <a:p>
            <a:pPr algn="ctr"/>
            <a:r>
              <a:rPr lang="en-US" sz="2000" noProof="0" dirty="0"/>
              <a:t>11</a:t>
            </a:r>
          </a:p>
        </p:txBody>
      </p:sp>
      <p:sp>
        <p:nvSpPr>
          <p:cNvPr id="110" name="Rectangle 109">
            <a:extLst>
              <a:ext uri="{FF2B5EF4-FFF2-40B4-BE49-F238E27FC236}">
                <a16:creationId xmlns:a16="http://schemas.microsoft.com/office/drawing/2014/main" id="{EFA7F8D3-BAD2-4029-5B48-56B1D9D350CF}"/>
              </a:ext>
            </a:extLst>
          </p:cNvPr>
          <p:cNvSpPr/>
          <p:nvPr>
            <p:custDataLst>
              <p:tags r:id="rId35"/>
            </p:custDataLst>
          </p:nvPr>
        </p:nvSpPr>
        <p:spPr>
          <a:xfrm>
            <a:off x="6022317" y="4794565"/>
            <a:ext cx="381000" cy="380992"/>
          </a:xfrm>
          <a:prstGeom prst="rect">
            <a:avLst/>
          </a:prstGeom>
          <a:solidFill>
            <a:srgbClr val="DAE8FC"/>
          </a:solidFill>
          <a:ln w="9525" cap="flat">
            <a:solidFill>
              <a:schemeClr val="tx1">
                <a:lumMod val="75000"/>
                <a:lumOff val="25000"/>
              </a:schemeClr>
            </a:solidFill>
            <a:prstDash val="solid"/>
            <a:miter/>
          </a:ln>
        </p:spPr>
        <p:txBody>
          <a:bodyPr wrap="none" anchor="ctr"/>
          <a:lstStyle/>
          <a:p>
            <a:pPr algn="ctr"/>
            <a:r>
              <a:rPr lang="en-US" sz="2000" noProof="0" dirty="0"/>
              <a:t>2</a:t>
            </a:r>
          </a:p>
        </p:txBody>
      </p:sp>
      <p:sp>
        <p:nvSpPr>
          <p:cNvPr id="113" name="Rectangle 112">
            <a:extLst>
              <a:ext uri="{FF2B5EF4-FFF2-40B4-BE49-F238E27FC236}">
                <a16:creationId xmlns:a16="http://schemas.microsoft.com/office/drawing/2014/main" id="{4A3B9DBA-D0CF-5DFF-B1F0-AE25E9B2F115}"/>
              </a:ext>
            </a:extLst>
          </p:cNvPr>
          <p:cNvSpPr/>
          <p:nvPr>
            <p:custDataLst>
              <p:tags r:id="rId36"/>
            </p:custDataLst>
          </p:nvPr>
        </p:nvSpPr>
        <p:spPr>
          <a:xfrm>
            <a:off x="6403317" y="4794565"/>
            <a:ext cx="381000" cy="380992"/>
          </a:xfrm>
          <a:prstGeom prst="rect">
            <a:avLst/>
          </a:prstGeom>
          <a:solidFill>
            <a:srgbClr val="94F29B"/>
          </a:solidFill>
          <a:ln w="9525" cap="flat">
            <a:solidFill>
              <a:schemeClr val="tx1">
                <a:lumMod val="75000"/>
                <a:lumOff val="25000"/>
              </a:schemeClr>
            </a:solidFill>
            <a:prstDash val="solid"/>
            <a:miter/>
          </a:ln>
        </p:spPr>
        <p:txBody>
          <a:bodyPr wrap="none" anchor="ctr"/>
          <a:lstStyle/>
          <a:p>
            <a:pPr algn="ctr"/>
            <a:r>
              <a:rPr lang="en-US" sz="2000" noProof="0" dirty="0"/>
              <a:t>6</a:t>
            </a:r>
          </a:p>
        </p:txBody>
      </p:sp>
      <p:sp>
        <p:nvSpPr>
          <p:cNvPr id="116" name="Rectangle 115">
            <a:extLst>
              <a:ext uri="{FF2B5EF4-FFF2-40B4-BE49-F238E27FC236}">
                <a16:creationId xmlns:a16="http://schemas.microsoft.com/office/drawing/2014/main" id="{FEE21F3C-FCC9-9DDC-352B-5B25C9F7C058}"/>
              </a:ext>
            </a:extLst>
          </p:cNvPr>
          <p:cNvSpPr/>
          <p:nvPr>
            <p:custDataLst>
              <p:tags r:id="rId37"/>
            </p:custDataLst>
          </p:nvPr>
        </p:nvSpPr>
        <p:spPr>
          <a:xfrm>
            <a:off x="8689317" y="4794565"/>
            <a:ext cx="381000" cy="380992"/>
          </a:xfrm>
          <a:prstGeom prst="rect">
            <a:avLst/>
          </a:prstGeom>
          <a:solidFill>
            <a:srgbClr val="94F29B"/>
          </a:solidFill>
          <a:ln w="9525" cap="flat">
            <a:solidFill>
              <a:schemeClr val="tx1">
                <a:lumMod val="75000"/>
                <a:lumOff val="25000"/>
              </a:schemeClr>
            </a:solidFill>
            <a:prstDash val="solid"/>
            <a:miter/>
          </a:ln>
        </p:spPr>
        <p:txBody>
          <a:bodyPr wrap="none" anchor="ctr"/>
          <a:lstStyle/>
          <a:p>
            <a:pPr algn="ctr"/>
            <a:r>
              <a:rPr lang="en-US" sz="2000" noProof="0" dirty="0"/>
              <a:t>8</a:t>
            </a:r>
          </a:p>
        </p:txBody>
      </p:sp>
      <p:sp>
        <p:nvSpPr>
          <p:cNvPr id="119" name="Rectangle 118">
            <a:extLst>
              <a:ext uri="{FF2B5EF4-FFF2-40B4-BE49-F238E27FC236}">
                <a16:creationId xmlns:a16="http://schemas.microsoft.com/office/drawing/2014/main" id="{94C85911-3B16-FB07-3A45-313E40E40F7B}"/>
              </a:ext>
            </a:extLst>
          </p:cNvPr>
          <p:cNvSpPr/>
          <p:nvPr>
            <p:custDataLst>
              <p:tags r:id="rId38"/>
            </p:custDataLst>
          </p:nvPr>
        </p:nvSpPr>
        <p:spPr>
          <a:xfrm>
            <a:off x="7546317" y="4794565"/>
            <a:ext cx="381000" cy="380992"/>
          </a:xfrm>
          <a:prstGeom prst="rect">
            <a:avLst/>
          </a:prstGeom>
          <a:solidFill>
            <a:srgbClr val="94F29B"/>
          </a:solidFill>
          <a:ln w="9525" cap="flat">
            <a:solidFill>
              <a:schemeClr val="tx1">
                <a:lumMod val="75000"/>
                <a:lumOff val="25000"/>
              </a:schemeClr>
            </a:solidFill>
            <a:prstDash val="solid"/>
            <a:miter/>
          </a:ln>
        </p:spPr>
        <p:txBody>
          <a:bodyPr wrap="none" anchor="ctr"/>
          <a:lstStyle/>
          <a:p>
            <a:pPr algn="ctr"/>
            <a:r>
              <a:rPr lang="en-US" sz="2000" noProof="0" dirty="0"/>
              <a:t>7</a:t>
            </a:r>
          </a:p>
        </p:txBody>
      </p:sp>
      <p:sp>
        <p:nvSpPr>
          <p:cNvPr id="122" name="Rectangle 121">
            <a:extLst>
              <a:ext uri="{FF2B5EF4-FFF2-40B4-BE49-F238E27FC236}">
                <a16:creationId xmlns:a16="http://schemas.microsoft.com/office/drawing/2014/main" id="{ACDF9B56-E1A5-32D8-0930-92E8E480A0C3}"/>
              </a:ext>
            </a:extLst>
          </p:cNvPr>
          <p:cNvSpPr/>
          <p:nvPr>
            <p:custDataLst>
              <p:tags r:id="rId39"/>
            </p:custDataLst>
          </p:nvPr>
        </p:nvSpPr>
        <p:spPr>
          <a:xfrm>
            <a:off x="5260317" y="4794565"/>
            <a:ext cx="381000" cy="380992"/>
          </a:xfrm>
          <a:prstGeom prst="rect">
            <a:avLst/>
          </a:prstGeom>
          <a:solidFill>
            <a:srgbClr val="94F29B"/>
          </a:solidFill>
          <a:ln w="9525" cap="flat">
            <a:solidFill>
              <a:schemeClr val="tx1">
                <a:lumMod val="75000"/>
                <a:lumOff val="25000"/>
              </a:schemeClr>
            </a:solidFill>
            <a:prstDash val="solid"/>
            <a:miter/>
          </a:ln>
        </p:spPr>
        <p:txBody>
          <a:bodyPr wrap="none" anchor="ctr"/>
          <a:lstStyle/>
          <a:p>
            <a:pPr algn="ctr"/>
            <a:r>
              <a:rPr lang="en-US" sz="2000" noProof="0" dirty="0"/>
              <a:t>5</a:t>
            </a:r>
          </a:p>
        </p:txBody>
      </p:sp>
      <p:sp>
        <p:nvSpPr>
          <p:cNvPr id="125" name="Rectangle 124">
            <a:extLst>
              <a:ext uri="{FF2B5EF4-FFF2-40B4-BE49-F238E27FC236}">
                <a16:creationId xmlns:a16="http://schemas.microsoft.com/office/drawing/2014/main" id="{BAEB7AAE-6098-D3AE-E50C-860A05F2AF1F}"/>
              </a:ext>
            </a:extLst>
          </p:cNvPr>
          <p:cNvSpPr/>
          <p:nvPr>
            <p:custDataLst>
              <p:tags r:id="rId40"/>
            </p:custDataLst>
          </p:nvPr>
        </p:nvSpPr>
        <p:spPr>
          <a:xfrm>
            <a:off x="4879317" y="4794565"/>
            <a:ext cx="381000" cy="380992"/>
          </a:xfrm>
          <a:prstGeom prst="rect">
            <a:avLst/>
          </a:prstGeom>
          <a:solidFill>
            <a:srgbClr val="DAE8FC"/>
          </a:solidFill>
          <a:ln w="9525" cap="flat">
            <a:solidFill>
              <a:schemeClr val="tx1">
                <a:lumMod val="75000"/>
                <a:lumOff val="25000"/>
              </a:schemeClr>
            </a:solidFill>
            <a:prstDash val="solid"/>
            <a:miter/>
          </a:ln>
        </p:spPr>
        <p:txBody>
          <a:bodyPr wrap="none" anchor="ctr"/>
          <a:lstStyle/>
          <a:p>
            <a:pPr algn="ctr"/>
            <a:r>
              <a:rPr lang="en-US" sz="2000" noProof="0" dirty="0"/>
              <a:t>1</a:t>
            </a:r>
          </a:p>
        </p:txBody>
      </p:sp>
      <p:sp>
        <p:nvSpPr>
          <p:cNvPr id="128" name="Rectangle 127">
            <a:extLst>
              <a:ext uri="{FF2B5EF4-FFF2-40B4-BE49-F238E27FC236}">
                <a16:creationId xmlns:a16="http://schemas.microsoft.com/office/drawing/2014/main" id="{87CDE090-1007-F93C-C94B-F65C05AF7955}"/>
              </a:ext>
            </a:extLst>
          </p:cNvPr>
          <p:cNvSpPr/>
          <p:nvPr>
            <p:custDataLst>
              <p:tags r:id="rId41"/>
            </p:custDataLst>
          </p:nvPr>
        </p:nvSpPr>
        <p:spPr>
          <a:xfrm>
            <a:off x="5641317" y="4794565"/>
            <a:ext cx="381000" cy="380992"/>
          </a:xfrm>
          <a:prstGeom prst="rect">
            <a:avLst/>
          </a:prstGeom>
          <a:solidFill>
            <a:srgbClr val="FEC842"/>
          </a:solidFill>
          <a:ln w="9525" cap="flat">
            <a:solidFill>
              <a:schemeClr val="tx1">
                <a:lumMod val="75000"/>
                <a:lumOff val="25000"/>
              </a:schemeClr>
            </a:solidFill>
            <a:prstDash val="solid"/>
            <a:miter/>
          </a:ln>
        </p:spPr>
        <p:txBody>
          <a:bodyPr wrap="none" anchor="ctr"/>
          <a:lstStyle/>
          <a:p>
            <a:pPr algn="ctr"/>
            <a:r>
              <a:rPr lang="en-US" sz="2000" noProof="0" dirty="0"/>
              <a:t>9</a:t>
            </a:r>
          </a:p>
        </p:txBody>
      </p:sp>
      <p:sp>
        <p:nvSpPr>
          <p:cNvPr id="131" name="Rectangle 130">
            <a:extLst>
              <a:ext uri="{FF2B5EF4-FFF2-40B4-BE49-F238E27FC236}">
                <a16:creationId xmlns:a16="http://schemas.microsoft.com/office/drawing/2014/main" id="{B3755AD7-C1D5-2776-A250-35403C2095FC}"/>
              </a:ext>
            </a:extLst>
          </p:cNvPr>
          <p:cNvSpPr/>
          <p:nvPr>
            <p:custDataLst>
              <p:tags r:id="rId42"/>
            </p:custDataLst>
          </p:nvPr>
        </p:nvSpPr>
        <p:spPr>
          <a:xfrm>
            <a:off x="7165317" y="4794565"/>
            <a:ext cx="381000" cy="380992"/>
          </a:xfrm>
          <a:prstGeom prst="rect">
            <a:avLst/>
          </a:prstGeom>
          <a:solidFill>
            <a:srgbClr val="DAE8FC"/>
          </a:solidFill>
          <a:ln w="9525" cap="flat">
            <a:solidFill>
              <a:schemeClr val="tx1">
                <a:lumMod val="75000"/>
                <a:lumOff val="25000"/>
              </a:schemeClr>
            </a:solidFill>
            <a:prstDash val="solid"/>
            <a:miter/>
          </a:ln>
        </p:spPr>
        <p:txBody>
          <a:bodyPr wrap="none" anchor="ctr"/>
          <a:lstStyle/>
          <a:p>
            <a:pPr algn="ctr"/>
            <a:r>
              <a:rPr lang="en-US" sz="2000" noProof="0" dirty="0"/>
              <a:t>3</a:t>
            </a:r>
          </a:p>
        </p:txBody>
      </p:sp>
      <p:sp>
        <p:nvSpPr>
          <p:cNvPr id="134" name="Rectangle 133">
            <a:extLst>
              <a:ext uri="{FF2B5EF4-FFF2-40B4-BE49-F238E27FC236}">
                <a16:creationId xmlns:a16="http://schemas.microsoft.com/office/drawing/2014/main" id="{22DFEFB8-108D-1A71-4F29-AE6F03A556C2}"/>
              </a:ext>
            </a:extLst>
          </p:cNvPr>
          <p:cNvSpPr/>
          <p:nvPr>
            <p:custDataLst>
              <p:tags r:id="rId43"/>
            </p:custDataLst>
          </p:nvPr>
        </p:nvSpPr>
        <p:spPr>
          <a:xfrm>
            <a:off x="8308317" y="4794565"/>
            <a:ext cx="381000" cy="380992"/>
          </a:xfrm>
          <a:prstGeom prst="rect">
            <a:avLst/>
          </a:prstGeom>
          <a:solidFill>
            <a:srgbClr val="DAE8FC"/>
          </a:solidFill>
          <a:ln w="9525" cap="flat">
            <a:solidFill>
              <a:schemeClr val="tx1">
                <a:lumMod val="75000"/>
                <a:lumOff val="25000"/>
              </a:schemeClr>
            </a:solidFill>
            <a:prstDash val="solid"/>
            <a:miter/>
          </a:ln>
        </p:spPr>
        <p:txBody>
          <a:bodyPr wrap="none" anchor="ctr"/>
          <a:lstStyle/>
          <a:p>
            <a:pPr algn="ctr"/>
            <a:r>
              <a:rPr lang="en-US" sz="2000" noProof="0" dirty="0"/>
              <a:t>4</a:t>
            </a:r>
          </a:p>
        </p:txBody>
      </p:sp>
      <p:sp>
        <p:nvSpPr>
          <p:cNvPr id="137" name="Rectangle 136">
            <a:extLst>
              <a:ext uri="{FF2B5EF4-FFF2-40B4-BE49-F238E27FC236}">
                <a16:creationId xmlns:a16="http://schemas.microsoft.com/office/drawing/2014/main" id="{4B06CD16-5CFF-9783-4142-A79F711C0702}"/>
              </a:ext>
            </a:extLst>
          </p:cNvPr>
          <p:cNvSpPr/>
          <p:nvPr>
            <p:custDataLst>
              <p:tags r:id="rId44"/>
            </p:custDataLst>
          </p:nvPr>
        </p:nvSpPr>
        <p:spPr>
          <a:xfrm>
            <a:off x="9070317" y="4794565"/>
            <a:ext cx="381000" cy="380992"/>
          </a:xfrm>
          <a:prstGeom prst="rect">
            <a:avLst/>
          </a:prstGeom>
          <a:solidFill>
            <a:srgbClr val="FEC842"/>
          </a:solidFill>
          <a:ln w="9525" cap="flat">
            <a:solidFill>
              <a:schemeClr val="tx1">
                <a:lumMod val="75000"/>
                <a:lumOff val="25000"/>
              </a:schemeClr>
            </a:solidFill>
            <a:prstDash val="solid"/>
            <a:miter/>
          </a:ln>
        </p:spPr>
        <p:txBody>
          <a:bodyPr wrap="none" anchor="ctr"/>
          <a:lstStyle/>
          <a:p>
            <a:pPr algn="ctr"/>
            <a:r>
              <a:rPr lang="en-US" sz="2000" noProof="0" dirty="0"/>
              <a:t>12</a:t>
            </a:r>
          </a:p>
        </p:txBody>
      </p:sp>
      <p:sp>
        <p:nvSpPr>
          <p:cNvPr id="140" name="Rectangle 139">
            <a:extLst>
              <a:ext uri="{FF2B5EF4-FFF2-40B4-BE49-F238E27FC236}">
                <a16:creationId xmlns:a16="http://schemas.microsoft.com/office/drawing/2014/main" id="{83496A3D-46C3-B602-5DEC-9FF632E19DAA}"/>
              </a:ext>
            </a:extLst>
          </p:cNvPr>
          <p:cNvSpPr/>
          <p:nvPr>
            <p:custDataLst>
              <p:tags r:id="rId45"/>
            </p:custDataLst>
          </p:nvPr>
        </p:nvSpPr>
        <p:spPr>
          <a:xfrm>
            <a:off x="6784317" y="4794565"/>
            <a:ext cx="381000" cy="380992"/>
          </a:xfrm>
          <a:prstGeom prst="rect">
            <a:avLst/>
          </a:prstGeom>
          <a:solidFill>
            <a:srgbClr val="FEC842"/>
          </a:solidFill>
          <a:ln w="9525" cap="flat">
            <a:solidFill>
              <a:schemeClr val="tx1">
                <a:lumMod val="75000"/>
                <a:lumOff val="25000"/>
              </a:schemeClr>
            </a:solidFill>
            <a:prstDash val="solid"/>
            <a:miter/>
          </a:ln>
        </p:spPr>
        <p:txBody>
          <a:bodyPr wrap="none" anchor="ctr"/>
          <a:lstStyle/>
          <a:p>
            <a:pPr algn="ctr"/>
            <a:r>
              <a:rPr lang="en-US" sz="2000" noProof="0" dirty="0"/>
              <a:t>10</a:t>
            </a:r>
          </a:p>
        </p:txBody>
      </p:sp>
      <p:sp>
        <p:nvSpPr>
          <p:cNvPr id="143" name="Rectangle 142">
            <a:extLst>
              <a:ext uri="{FF2B5EF4-FFF2-40B4-BE49-F238E27FC236}">
                <a16:creationId xmlns:a16="http://schemas.microsoft.com/office/drawing/2014/main" id="{58279558-BDB0-F4DD-B769-C72E50415C5F}"/>
              </a:ext>
            </a:extLst>
          </p:cNvPr>
          <p:cNvSpPr/>
          <p:nvPr>
            <p:custDataLst>
              <p:tags r:id="rId46"/>
            </p:custDataLst>
          </p:nvPr>
        </p:nvSpPr>
        <p:spPr>
          <a:xfrm>
            <a:off x="7927317" y="4794565"/>
            <a:ext cx="381000" cy="380992"/>
          </a:xfrm>
          <a:prstGeom prst="rect">
            <a:avLst/>
          </a:prstGeom>
          <a:solidFill>
            <a:srgbClr val="FEC842"/>
          </a:solidFill>
          <a:ln w="9525" cap="flat">
            <a:solidFill>
              <a:schemeClr val="tx1">
                <a:lumMod val="75000"/>
                <a:lumOff val="25000"/>
              </a:schemeClr>
            </a:solidFill>
            <a:prstDash val="solid"/>
            <a:miter/>
          </a:ln>
        </p:spPr>
        <p:txBody>
          <a:bodyPr wrap="none" anchor="ctr"/>
          <a:lstStyle/>
          <a:p>
            <a:pPr algn="ctr"/>
            <a:r>
              <a:rPr lang="en-US" sz="2000" noProof="0" dirty="0"/>
              <a:t>11</a:t>
            </a:r>
          </a:p>
        </p:txBody>
      </p:sp>
      <p:cxnSp>
        <p:nvCxnSpPr>
          <p:cNvPr id="27" name="Straight Arrow Connector 26">
            <a:extLst>
              <a:ext uri="{FF2B5EF4-FFF2-40B4-BE49-F238E27FC236}">
                <a16:creationId xmlns:a16="http://schemas.microsoft.com/office/drawing/2014/main" id="{EDD1A278-7C00-DF7C-219E-946088D75D0E}"/>
              </a:ext>
            </a:extLst>
          </p:cNvPr>
          <p:cNvCxnSpPr>
            <a:cxnSpLocks/>
          </p:cNvCxnSpPr>
          <p:nvPr>
            <p:custDataLst>
              <p:tags r:id="rId47"/>
            </p:custDataLst>
          </p:nvPr>
        </p:nvCxnSpPr>
        <p:spPr>
          <a:xfrm>
            <a:off x="2965699" y="4232178"/>
            <a:ext cx="1913618" cy="726341"/>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pic>
        <p:nvPicPr>
          <p:cNvPr id="32" name="Picture 31">
            <a:extLst>
              <a:ext uri="{FF2B5EF4-FFF2-40B4-BE49-F238E27FC236}">
                <a16:creationId xmlns:a16="http://schemas.microsoft.com/office/drawing/2014/main" id="{EF9E0881-5D12-8A45-8EDA-5E01EA5D0778}"/>
              </a:ext>
            </a:extLst>
          </p:cNvPr>
          <p:cNvPicPr>
            <a:picLocks noChangeAspect="1"/>
          </p:cNvPicPr>
          <p:nvPr>
            <p:custDataLst>
              <p:tags r:id="rId48"/>
            </p:custDataLst>
          </p:nvPr>
        </p:nvPicPr>
        <p:blipFill>
          <a:blip r:embed="rId58"/>
          <a:stretch>
            <a:fillRect/>
          </a:stretch>
        </p:blipFill>
        <p:spPr>
          <a:xfrm rot="16200000" flipH="1">
            <a:off x="9725738" y="4664580"/>
            <a:ext cx="1249070" cy="1241336"/>
          </a:xfrm>
          <a:prstGeom prst="rect">
            <a:avLst/>
          </a:prstGeom>
        </p:spPr>
      </p:pic>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DACE273B-1B57-639E-B0C9-72426A3D7B4A}"/>
                  </a:ext>
                </a:extLst>
              </p:cNvPr>
              <p:cNvSpPr txBox="1"/>
              <p:nvPr>
                <p:custDataLst>
                  <p:tags r:id="rId49"/>
                </p:custDataLst>
              </p:nvPr>
            </p:nvSpPr>
            <p:spPr>
              <a:xfrm>
                <a:off x="3401890" y="3389098"/>
                <a:ext cx="1111137" cy="400110"/>
              </a:xfrm>
              <a:prstGeom prst="rect">
                <a:avLst/>
              </a:prstGeom>
              <a:noFill/>
            </p:spPr>
            <p:txBody>
              <a:bodyPr wrap="none" rtlCol="0">
                <a:spAutoFit/>
              </a:bodyPr>
              <a:lstStyle/>
              <a:p>
                <a:pPr/>
                <a14:m>
                  <m:oMathPara xmlns:m="http://schemas.openxmlformats.org/officeDocument/2006/math">
                    <m:oMath>
                      <m:r>
                        <a:rPr lang="en-US" sz="2000" b="0" i="1" noProof="0" smtClean="0">
                          <a:latin typeface="Cambria Math" panose="02040503050406030204" pitchFamily="18" charset="0"/>
                        </a:rPr>
                        <m:t>𝑖</m:t>
                      </m:r>
                      <m:r>
                        <a:rPr lang="en-US" sz="2000" b="0" i="1" noProof="0" smtClean="0">
                          <a:latin typeface="Cambria Math" panose="02040503050406030204" pitchFamily="18" charset="0"/>
                        </a:rPr>
                        <m:t>⋅</m:t>
                      </m:r>
                      <m:r>
                        <a:rPr lang="en-US" sz="2000" b="0" i="1" noProof="0" smtClean="0">
                          <a:latin typeface="Cambria Math" panose="02040503050406030204" pitchFamily="18" charset="0"/>
                        </a:rPr>
                        <m:t>𝑁</m:t>
                      </m:r>
                      <m:r>
                        <a:rPr lang="en-US" sz="2000" b="0" i="1" noProof="0" smtClean="0">
                          <a:latin typeface="Cambria Math" panose="02040503050406030204" pitchFamily="18" charset="0"/>
                        </a:rPr>
                        <m:t>+</m:t>
                      </m:r>
                      <m:r>
                        <a:rPr lang="en-US" sz="2000" b="0" i="1" noProof="0" smtClean="0">
                          <a:latin typeface="Cambria Math" panose="02040503050406030204" pitchFamily="18" charset="0"/>
                        </a:rPr>
                        <m:t>𝑗</m:t>
                      </m:r>
                    </m:oMath>
                  </m:oMathPara>
                </a14:m>
                <a:endParaRPr lang="en-US" sz="2000" noProof="0" dirty="0"/>
              </a:p>
            </p:txBody>
          </p:sp>
        </mc:Choice>
        <mc:Fallback>
          <p:sp>
            <p:nvSpPr>
              <p:cNvPr id="3" name="TextBox 2">
                <a:extLst>
                  <a:ext uri="{FF2B5EF4-FFF2-40B4-BE49-F238E27FC236}">
                    <a16:creationId xmlns:a16="http://schemas.microsoft.com/office/drawing/2014/main" id="{DACE273B-1B57-639E-B0C9-72426A3D7B4A}"/>
                  </a:ext>
                </a:extLst>
              </p:cNvPr>
              <p:cNvSpPr txBox="1">
                <a:spLocks noRot="1" noChangeAspect="1" noMove="1" noResize="1" noEditPoints="1" noAdjustHandles="1" noChangeArrowheads="1" noChangeShapeType="1" noTextEdit="1"/>
              </p:cNvSpPr>
              <p:nvPr>
                <p:custDataLst>
                  <p:tags r:id="rId49"/>
                </p:custDataLst>
              </p:nvPr>
            </p:nvSpPr>
            <p:spPr>
              <a:xfrm>
                <a:off x="3401890" y="3389098"/>
                <a:ext cx="1111137" cy="400110"/>
              </a:xfrm>
              <a:prstGeom prst="rect">
                <a:avLst/>
              </a:prstGeom>
              <a:blipFill>
                <a:blip r:embed="rId59"/>
                <a:stretch>
                  <a:fillRect b="-12121"/>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26F09D1C-16BB-AE1B-D40F-E19B4A196D17}"/>
                  </a:ext>
                </a:extLst>
              </p:cNvPr>
              <p:cNvSpPr txBox="1"/>
              <p:nvPr>
                <p:custDataLst>
                  <p:tags r:id="rId50"/>
                </p:custDataLst>
              </p:nvPr>
            </p:nvSpPr>
            <p:spPr>
              <a:xfrm>
                <a:off x="3224937" y="4675622"/>
                <a:ext cx="1141595" cy="400110"/>
              </a:xfrm>
              <a:prstGeom prst="rect">
                <a:avLst/>
              </a:prstGeom>
              <a:noFill/>
            </p:spPr>
            <p:txBody>
              <a:bodyPr wrap="none" rtlCol="0">
                <a:spAutoFit/>
              </a:bodyPr>
              <a:lstStyle/>
              <a:p>
                <a:pPr/>
                <a14:m>
                  <m:oMathPara xmlns:m="http://schemas.openxmlformats.org/officeDocument/2006/math">
                    <m:oMath>
                      <m:r>
                        <a:rPr lang="en-US" sz="2000" b="0" i="1" noProof="0" smtClean="0">
                          <a:latin typeface="Cambria Math" panose="02040503050406030204" pitchFamily="18" charset="0"/>
                        </a:rPr>
                        <m:t>𝑗</m:t>
                      </m:r>
                      <m:r>
                        <a:rPr lang="en-US" sz="2000" b="0" i="1" noProof="0" smtClean="0">
                          <a:latin typeface="Cambria Math" panose="02040503050406030204" pitchFamily="18" charset="0"/>
                        </a:rPr>
                        <m:t>⋅</m:t>
                      </m:r>
                      <m:r>
                        <a:rPr lang="en-US" sz="2000" b="0" i="1" noProof="0" smtClean="0">
                          <a:latin typeface="Cambria Math" panose="02040503050406030204" pitchFamily="18" charset="0"/>
                        </a:rPr>
                        <m:t>𝑀</m:t>
                      </m:r>
                      <m:r>
                        <a:rPr lang="en-US" sz="2000" b="0" i="1" noProof="0" smtClean="0">
                          <a:latin typeface="Cambria Math" panose="02040503050406030204" pitchFamily="18" charset="0"/>
                        </a:rPr>
                        <m:t>+</m:t>
                      </m:r>
                      <m:r>
                        <a:rPr lang="en-US" sz="2000" b="0" i="1" noProof="0" smtClean="0">
                          <a:latin typeface="Cambria Math" panose="02040503050406030204" pitchFamily="18" charset="0"/>
                        </a:rPr>
                        <m:t>𝑖</m:t>
                      </m:r>
                    </m:oMath>
                  </m:oMathPara>
                </a14:m>
                <a:endParaRPr lang="en-US" sz="2000" noProof="0" dirty="0"/>
              </a:p>
            </p:txBody>
          </p:sp>
        </mc:Choice>
        <mc:Fallback>
          <p:sp>
            <p:nvSpPr>
              <p:cNvPr id="5" name="TextBox 4">
                <a:extLst>
                  <a:ext uri="{FF2B5EF4-FFF2-40B4-BE49-F238E27FC236}">
                    <a16:creationId xmlns:a16="http://schemas.microsoft.com/office/drawing/2014/main" id="{26F09D1C-16BB-AE1B-D40F-E19B4A196D17}"/>
                  </a:ext>
                </a:extLst>
              </p:cNvPr>
              <p:cNvSpPr txBox="1">
                <a:spLocks noRot="1" noChangeAspect="1" noMove="1" noResize="1" noEditPoints="1" noAdjustHandles="1" noChangeArrowheads="1" noChangeShapeType="1" noTextEdit="1"/>
              </p:cNvSpPr>
              <p:nvPr>
                <p:custDataLst>
                  <p:tags r:id="rId50"/>
                </p:custDataLst>
              </p:nvPr>
            </p:nvSpPr>
            <p:spPr>
              <a:xfrm>
                <a:off x="3224937" y="4675622"/>
                <a:ext cx="1141595" cy="400110"/>
              </a:xfrm>
              <a:prstGeom prst="rect">
                <a:avLst/>
              </a:prstGeom>
              <a:blipFill>
                <a:blip r:embed="rId60"/>
                <a:stretch>
                  <a:fillRect b="-12121"/>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 name="TextBox 3">
                <a:extLst>
                  <a:ext uri="{FF2B5EF4-FFF2-40B4-BE49-F238E27FC236}">
                    <a16:creationId xmlns:a16="http://schemas.microsoft.com/office/drawing/2014/main" id="{4A227FF2-E7C3-F0D8-1548-3FDE957F05DA}"/>
                  </a:ext>
                </a:extLst>
              </p:cNvPr>
              <p:cNvSpPr txBox="1"/>
              <p:nvPr>
                <p:custDataLst>
                  <p:tags r:id="rId51"/>
                </p:custDataLst>
              </p:nvPr>
            </p:nvSpPr>
            <p:spPr>
              <a:xfrm>
                <a:off x="965434" y="4009497"/>
                <a:ext cx="510524" cy="461665"/>
              </a:xfrm>
              <a:prstGeom prst="rect">
                <a:avLst/>
              </a:prstGeom>
              <a:noFill/>
            </p:spPr>
            <p:txBody>
              <a:bodyPr wrap="none" rtlCol="0">
                <a:spAutoFit/>
              </a:bodyPr>
              <a:lstStyle/>
              <a:p>
                <a:pPr/>
                <a14:m>
                  <m:oMathPara xmlns:m="http://schemas.openxmlformats.org/officeDocument/2006/math">
                    <m:oMath>
                      <m:r>
                        <a:rPr lang="en-US" sz="2400" i="1" noProof="0" smtClean="0">
                          <a:latin typeface="Cambria Math" panose="02040503050406030204" pitchFamily="18" charset="0"/>
                        </a:rPr>
                        <m:t>𝑚</m:t>
                      </m:r>
                    </m:oMath>
                  </m:oMathPara>
                </a14:m>
                <a:endParaRPr lang="en-US" sz="2400" noProof="0" dirty="0"/>
              </a:p>
            </p:txBody>
          </p:sp>
        </mc:Choice>
        <mc:Fallback>
          <p:sp>
            <p:nvSpPr>
              <p:cNvPr id="4" name="TextBox 3">
                <a:extLst>
                  <a:ext uri="{FF2B5EF4-FFF2-40B4-BE49-F238E27FC236}">
                    <a16:creationId xmlns:a16="http://schemas.microsoft.com/office/drawing/2014/main" id="{4A227FF2-E7C3-F0D8-1548-3FDE957F05DA}"/>
                  </a:ext>
                </a:extLst>
              </p:cNvPr>
              <p:cNvSpPr txBox="1">
                <a:spLocks noRot="1" noChangeAspect="1" noMove="1" noResize="1" noEditPoints="1" noAdjustHandles="1" noChangeArrowheads="1" noChangeShapeType="1" noTextEdit="1"/>
              </p:cNvSpPr>
              <p:nvPr>
                <p:custDataLst>
                  <p:tags r:id="rId51"/>
                </p:custDataLst>
              </p:nvPr>
            </p:nvSpPr>
            <p:spPr>
              <a:xfrm>
                <a:off x="965434" y="4009497"/>
                <a:ext cx="510524" cy="461665"/>
              </a:xfrm>
              <a:prstGeom prst="rect">
                <a:avLst/>
              </a:prstGeom>
              <a:blipFill>
                <a:blip r:embed="rId61"/>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2" name="TextBox 11">
                <a:extLst>
                  <a:ext uri="{FF2B5EF4-FFF2-40B4-BE49-F238E27FC236}">
                    <a16:creationId xmlns:a16="http://schemas.microsoft.com/office/drawing/2014/main" id="{E77E5549-724E-7BCC-503A-172F89C27024}"/>
                  </a:ext>
                </a:extLst>
              </p:cNvPr>
              <p:cNvSpPr txBox="1"/>
              <p:nvPr>
                <p:custDataLst>
                  <p:tags r:id="rId52"/>
                </p:custDataLst>
              </p:nvPr>
            </p:nvSpPr>
            <p:spPr>
              <a:xfrm>
                <a:off x="1991030" y="4782590"/>
                <a:ext cx="428771" cy="461665"/>
              </a:xfrm>
              <a:prstGeom prst="rect">
                <a:avLst/>
              </a:prstGeom>
              <a:noFill/>
            </p:spPr>
            <p:txBody>
              <a:bodyPr wrap="none" rtlCol="0">
                <a:spAutoFit/>
              </a:bodyPr>
              <a:lstStyle/>
              <a:p>
                <a:pPr/>
                <a14:m>
                  <m:oMathPara xmlns:m="http://schemas.openxmlformats.org/officeDocument/2006/math">
                    <m:oMath>
                      <m:r>
                        <a:rPr lang="en-US" sz="2400" b="0" i="1" noProof="0" smtClean="0">
                          <a:latin typeface="Cambria Math" panose="02040503050406030204" pitchFamily="18" charset="0"/>
                        </a:rPr>
                        <m:t>𝑛</m:t>
                      </m:r>
                    </m:oMath>
                  </m:oMathPara>
                </a14:m>
                <a:endParaRPr lang="en-US" sz="2400" noProof="0" dirty="0"/>
              </a:p>
            </p:txBody>
          </p:sp>
        </mc:Choice>
        <mc:Fallback>
          <p:sp>
            <p:nvSpPr>
              <p:cNvPr id="12" name="TextBox 11">
                <a:extLst>
                  <a:ext uri="{FF2B5EF4-FFF2-40B4-BE49-F238E27FC236}">
                    <a16:creationId xmlns:a16="http://schemas.microsoft.com/office/drawing/2014/main" id="{E77E5549-724E-7BCC-503A-172F89C27024}"/>
                  </a:ext>
                </a:extLst>
              </p:cNvPr>
              <p:cNvSpPr txBox="1">
                <a:spLocks noRot="1" noChangeAspect="1" noMove="1" noResize="1" noEditPoints="1" noAdjustHandles="1" noChangeArrowheads="1" noChangeShapeType="1" noTextEdit="1"/>
              </p:cNvSpPr>
              <p:nvPr>
                <p:custDataLst>
                  <p:tags r:id="rId52"/>
                </p:custDataLst>
              </p:nvPr>
            </p:nvSpPr>
            <p:spPr>
              <a:xfrm>
                <a:off x="1991030" y="4782590"/>
                <a:ext cx="428771" cy="461665"/>
              </a:xfrm>
              <a:prstGeom prst="rect">
                <a:avLst/>
              </a:prstGeom>
              <a:blipFill>
                <a:blip r:embed="rId62"/>
                <a:stretch>
                  <a:fillRect/>
                </a:stretch>
              </a:blipFill>
            </p:spPr>
            <p:txBody>
              <a:bodyPr/>
              <a:lstStyle/>
              <a:p>
                <a:r>
                  <a:rPr lang="en-US">
                    <a:noFill/>
                  </a:rPr>
                  <a:t> </a:t>
                </a:r>
              </a:p>
            </p:txBody>
          </p:sp>
        </mc:Fallback>
      </mc:AlternateContent>
      <p:sp>
        <p:nvSpPr>
          <p:cNvPr id="18" name="TextBox 17">
            <a:extLst>
              <a:ext uri="{FF2B5EF4-FFF2-40B4-BE49-F238E27FC236}">
                <a16:creationId xmlns:a16="http://schemas.microsoft.com/office/drawing/2014/main" id="{FD782BD2-5F92-D408-5463-EA6AA21D657C}"/>
              </a:ext>
            </a:extLst>
          </p:cNvPr>
          <p:cNvSpPr txBox="1"/>
          <p:nvPr>
            <p:custDataLst>
              <p:tags r:id="rId53"/>
            </p:custDataLst>
          </p:nvPr>
        </p:nvSpPr>
        <p:spPr>
          <a:xfrm>
            <a:off x="9653607" y="3913204"/>
            <a:ext cx="1393330" cy="400110"/>
          </a:xfrm>
          <a:prstGeom prst="rect">
            <a:avLst/>
          </a:prstGeom>
          <a:noFill/>
        </p:spPr>
        <p:txBody>
          <a:bodyPr wrap="none" rtlCol="0">
            <a:spAutoFit/>
          </a:bodyPr>
          <a:lstStyle/>
          <a:p>
            <a:pPr algn="ctr"/>
            <a:r>
              <a:rPr lang="en-US" sz="2000" noProof="0" dirty="0"/>
              <a:t>Row-major</a:t>
            </a:r>
          </a:p>
        </p:txBody>
      </p:sp>
      <p:sp>
        <p:nvSpPr>
          <p:cNvPr id="22" name="TextBox 21">
            <a:extLst>
              <a:ext uri="{FF2B5EF4-FFF2-40B4-BE49-F238E27FC236}">
                <a16:creationId xmlns:a16="http://schemas.microsoft.com/office/drawing/2014/main" id="{5855DC84-BBBE-CA4A-FA0A-35A9C0D2B0A7}"/>
              </a:ext>
            </a:extLst>
          </p:cNvPr>
          <p:cNvSpPr txBox="1"/>
          <p:nvPr>
            <p:custDataLst>
              <p:tags r:id="rId54"/>
            </p:custDataLst>
          </p:nvPr>
        </p:nvSpPr>
        <p:spPr>
          <a:xfrm>
            <a:off x="9449224" y="5894684"/>
            <a:ext cx="1802096" cy="400110"/>
          </a:xfrm>
          <a:prstGeom prst="rect">
            <a:avLst/>
          </a:prstGeom>
          <a:noFill/>
        </p:spPr>
        <p:txBody>
          <a:bodyPr wrap="none" rtlCol="0">
            <a:spAutoFit/>
          </a:bodyPr>
          <a:lstStyle/>
          <a:p>
            <a:pPr algn="ctr"/>
            <a:r>
              <a:rPr lang="en-US" sz="2000" noProof="0" dirty="0"/>
              <a:t>Column-major</a:t>
            </a:r>
          </a:p>
        </p:txBody>
      </p:sp>
      <p:sp>
        <p:nvSpPr>
          <p:cNvPr id="149" name="TextBox 148">
            <a:extLst>
              <a:ext uri="{FF2B5EF4-FFF2-40B4-BE49-F238E27FC236}">
                <a16:creationId xmlns:a16="http://schemas.microsoft.com/office/drawing/2014/main" id="{A262744E-E846-9FB3-DA18-535CD46E385E}"/>
              </a:ext>
            </a:extLst>
          </p:cNvPr>
          <p:cNvSpPr txBox="1"/>
          <p:nvPr>
            <p:custDataLst>
              <p:tags r:id="rId55"/>
            </p:custDataLst>
          </p:nvPr>
        </p:nvSpPr>
        <p:spPr>
          <a:xfrm>
            <a:off x="5868553" y="4409098"/>
            <a:ext cx="2794804" cy="400110"/>
          </a:xfrm>
          <a:prstGeom prst="rect">
            <a:avLst/>
          </a:prstGeom>
          <a:noFill/>
        </p:spPr>
        <p:txBody>
          <a:bodyPr wrap="none" rtlCol="0" anchor="b">
            <a:spAutoFit/>
          </a:bodyPr>
          <a:lstStyle/>
          <a:p>
            <a:pPr algn="ctr"/>
            <a:r>
              <a:rPr lang="en-US" sz="2000" i="1" noProof="0" dirty="0"/>
              <a:t>Another possible layout</a:t>
            </a:r>
          </a:p>
        </p:txBody>
      </p:sp>
    </p:spTree>
    <p:custDataLst>
      <p:tags r:id="rId1"/>
    </p:custDataLst>
    <p:extLst>
      <p:ext uri="{BB962C8B-B14F-4D97-AF65-F5344CB8AC3E}">
        <p14:creationId xmlns:p14="http://schemas.microsoft.com/office/powerpoint/2010/main" val="195621601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7" name="Straight Arrow Connector 16">
            <a:extLst>
              <a:ext uri="{FF2B5EF4-FFF2-40B4-BE49-F238E27FC236}">
                <a16:creationId xmlns:a16="http://schemas.microsoft.com/office/drawing/2014/main" id="{CF9699A7-6E7F-6A4A-1BE0-B901964BBD4A}"/>
              </a:ext>
            </a:extLst>
          </p:cNvPr>
          <p:cNvCxnSpPr>
            <a:cxnSpLocks/>
            <a:stCxn id="10" idx="2"/>
            <a:endCxn id="6" idx="1"/>
          </p:cNvCxnSpPr>
          <p:nvPr>
            <p:custDataLst>
              <p:tags r:id="rId2"/>
            </p:custDataLst>
          </p:nvPr>
        </p:nvCxnSpPr>
        <p:spPr>
          <a:xfrm flipH="1">
            <a:off x="3101112" y="2695517"/>
            <a:ext cx="2767442" cy="78748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2" name="Title 1">
            <a:extLst>
              <a:ext uri="{FF2B5EF4-FFF2-40B4-BE49-F238E27FC236}">
                <a16:creationId xmlns:a16="http://schemas.microsoft.com/office/drawing/2014/main" id="{BFFC25D7-EA5F-3145-1A91-B45219E7073C}"/>
              </a:ext>
            </a:extLst>
          </p:cNvPr>
          <p:cNvSpPr>
            <a:spLocks noGrp="1"/>
          </p:cNvSpPr>
          <p:nvPr>
            <p:ph type="title"/>
            <p:custDataLst>
              <p:tags r:id="rId3"/>
            </p:custDataLst>
          </p:nvPr>
        </p:nvSpPr>
        <p:spPr/>
        <p:txBody>
          <a:bodyPr/>
          <a:lstStyle/>
          <a:p>
            <a:r>
              <a:rPr lang="en-US" noProof="0" dirty="0"/>
              <a:t>Layout-agnostic design</a:t>
            </a:r>
          </a:p>
        </p:txBody>
      </p:sp>
      <p:sp>
        <p:nvSpPr>
          <p:cNvPr id="6" name="TextBox 5">
            <a:extLst>
              <a:ext uri="{FF2B5EF4-FFF2-40B4-BE49-F238E27FC236}">
                <a16:creationId xmlns:a16="http://schemas.microsoft.com/office/drawing/2014/main" id="{E5F019B9-B109-FECE-DF5D-017B5ED66C4E}"/>
              </a:ext>
            </a:extLst>
          </p:cNvPr>
          <p:cNvSpPr txBox="1"/>
          <p:nvPr>
            <p:custDataLst>
              <p:tags r:id="rId4"/>
            </p:custDataLst>
          </p:nvPr>
        </p:nvSpPr>
        <p:spPr>
          <a:xfrm flipH="1">
            <a:off x="1272092" y="3252164"/>
            <a:ext cx="1829020" cy="461665"/>
          </a:xfrm>
          <a:prstGeom prst="rect">
            <a:avLst/>
          </a:prstGeom>
          <a:noFill/>
        </p:spPr>
        <p:txBody>
          <a:bodyPr wrap="square" rtlCol="0" anchor="b">
            <a:spAutoFit/>
          </a:bodyPr>
          <a:lstStyle/>
          <a:p>
            <a:pPr algn="ctr"/>
            <a:r>
              <a:rPr lang="en-US" sz="2400" noProof="0" dirty="0"/>
              <a:t>Index space</a:t>
            </a:r>
          </a:p>
        </p:txBody>
      </p:sp>
      <p:cxnSp>
        <p:nvCxnSpPr>
          <p:cNvPr id="7" name="Straight Arrow Connector 6">
            <a:extLst>
              <a:ext uri="{FF2B5EF4-FFF2-40B4-BE49-F238E27FC236}">
                <a16:creationId xmlns:a16="http://schemas.microsoft.com/office/drawing/2014/main" id="{810D43FC-A3D8-FA7F-57C5-AF9023BC6E13}"/>
              </a:ext>
            </a:extLst>
          </p:cNvPr>
          <p:cNvCxnSpPr>
            <a:cxnSpLocks/>
          </p:cNvCxnSpPr>
          <p:nvPr>
            <p:custDataLst>
              <p:tags r:id="rId5"/>
            </p:custDataLst>
          </p:nvPr>
        </p:nvCxnSpPr>
        <p:spPr>
          <a:xfrm flipV="1">
            <a:off x="2965699" y="3622045"/>
            <a:ext cx="1913618" cy="610133"/>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266F46F6-CF65-0E55-0650-3C9E5AB72670}"/>
              </a:ext>
            </a:extLst>
          </p:cNvPr>
          <p:cNvSpPr txBox="1"/>
          <p:nvPr>
            <p:custDataLst>
              <p:tags r:id="rId6"/>
            </p:custDataLst>
          </p:nvPr>
        </p:nvSpPr>
        <p:spPr>
          <a:xfrm flipH="1">
            <a:off x="5631896" y="3071365"/>
            <a:ext cx="3400422" cy="461665"/>
          </a:xfrm>
          <a:prstGeom prst="rect">
            <a:avLst/>
          </a:prstGeom>
          <a:noFill/>
        </p:spPr>
        <p:txBody>
          <a:bodyPr wrap="square" rtlCol="0" anchor="b">
            <a:spAutoFit/>
          </a:bodyPr>
          <a:lstStyle/>
          <a:p>
            <a:pPr algn="ctr"/>
            <a:r>
              <a:rPr lang="en-US" sz="2400" noProof="0" dirty="0"/>
              <a:t>Physical memory layout</a:t>
            </a:r>
          </a:p>
        </p:txBody>
      </p:sp>
      <p:sp>
        <p:nvSpPr>
          <p:cNvPr id="11" name="TextBox 10">
            <a:extLst>
              <a:ext uri="{FF2B5EF4-FFF2-40B4-BE49-F238E27FC236}">
                <a16:creationId xmlns:a16="http://schemas.microsoft.com/office/drawing/2014/main" id="{D636AEBD-D49B-6BE3-BEEA-278110BAE03F}"/>
              </a:ext>
            </a:extLst>
          </p:cNvPr>
          <p:cNvSpPr txBox="1"/>
          <p:nvPr>
            <p:custDataLst>
              <p:tags r:id="rId7"/>
            </p:custDataLst>
          </p:nvPr>
        </p:nvSpPr>
        <p:spPr>
          <a:xfrm flipH="1">
            <a:off x="2672069" y="5490216"/>
            <a:ext cx="5550828" cy="461665"/>
          </a:xfrm>
          <a:prstGeom prst="rect">
            <a:avLst/>
          </a:prstGeom>
          <a:noFill/>
        </p:spPr>
        <p:txBody>
          <a:bodyPr wrap="square" rtlCol="0">
            <a:spAutoFit/>
          </a:bodyPr>
          <a:lstStyle/>
          <a:p>
            <a:pPr algn="ctr"/>
            <a:r>
              <a:rPr lang="en-US" sz="2400" noProof="0" dirty="0"/>
              <a:t>Layout abstraction of a data structure</a:t>
            </a:r>
          </a:p>
        </p:txBody>
      </p:sp>
      <p:pic>
        <p:nvPicPr>
          <p:cNvPr id="13" name="Picture 12">
            <a:extLst>
              <a:ext uri="{FF2B5EF4-FFF2-40B4-BE49-F238E27FC236}">
                <a16:creationId xmlns:a16="http://schemas.microsoft.com/office/drawing/2014/main" id="{DD950412-A4E1-17AA-7F65-11BCBF6AEAD6}"/>
              </a:ext>
            </a:extLst>
          </p:cNvPr>
          <p:cNvPicPr>
            <a:picLocks noChangeAspect="1"/>
          </p:cNvPicPr>
          <p:nvPr>
            <p:custDataLst>
              <p:tags r:id="rId8"/>
            </p:custDataLst>
          </p:nvPr>
        </p:nvPicPr>
        <p:blipFill>
          <a:blip r:embed="rId60"/>
          <a:stretch>
            <a:fillRect/>
          </a:stretch>
        </p:blipFill>
        <p:spPr>
          <a:xfrm>
            <a:off x="9729605" y="2671868"/>
            <a:ext cx="1249070" cy="1241336"/>
          </a:xfrm>
          <a:prstGeom prst="rect">
            <a:avLst/>
          </a:prstGeom>
        </p:spPr>
      </p:pic>
      <p:sp>
        <p:nvSpPr>
          <p:cNvPr id="15" name="Date Placeholder 14">
            <a:extLst>
              <a:ext uri="{FF2B5EF4-FFF2-40B4-BE49-F238E27FC236}">
                <a16:creationId xmlns:a16="http://schemas.microsoft.com/office/drawing/2014/main" id="{D332B380-5281-EE91-2938-5399CC818032}"/>
              </a:ext>
            </a:extLst>
          </p:cNvPr>
          <p:cNvSpPr>
            <a:spLocks noGrp="1"/>
          </p:cNvSpPr>
          <p:nvPr>
            <p:ph type="dt" sz="half" idx="10"/>
            <p:custDataLst>
              <p:tags r:id="rId9"/>
            </p:custDataLst>
          </p:nvPr>
        </p:nvSpPr>
        <p:spPr/>
        <p:txBody>
          <a:bodyPr/>
          <a:lstStyle/>
          <a:p>
            <a:r>
              <a:rPr lang="en-US" noProof="0"/>
              <a:t>9/5/2026</a:t>
            </a:r>
            <a:endParaRPr lang="en-US" noProof="0" dirty="0"/>
          </a:p>
        </p:txBody>
      </p:sp>
      <p:sp>
        <p:nvSpPr>
          <p:cNvPr id="16" name="Slide Number Placeholder 15">
            <a:extLst>
              <a:ext uri="{FF2B5EF4-FFF2-40B4-BE49-F238E27FC236}">
                <a16:creationId xmlns:a16="http://schemas.microsoft.com/office/drawing/2014/main" id="{DFBB65FD-0342-4A62-39CA-BF84A812ADB1}"/>
              </a:ext>
            </a:extLst>
          </p:cNvPr>
          <p:cNvSpPr>
            <a:spLocks noGrp="1"/>
          </p:cNvSpPr>
          <p:nvPr>
            <p:ph type="sldNum" sz="quarter" idx="12"/>
            <p:custDataLst>
              <p:tags r:id="rId10"/>
            </p:custDataLst>
          </p:nvPr>
        </p:nvSpPr>
        <p:spPr/>
        <p:txBody>
          <a:bodyPr/>
          <a:lstStyle/>
          <a:p>
            <a:r>
              <a:rPr lang="en-US" noProof="0"/>
              <a:t>4</a:t>
            </a:r>
            <a:endParaRPr lang="en-US" noProof="0" dirty="0"/>
          </a:p>
        </p:txBody>
      </p:sp>
      <p:sp>
        <p:nvSpPr>
          <p:cNvPr id="10" name="TextBox 9">
            <a:extLst>
              <a:ext uri="{FF2B5EF4-FFF2-40B4-BE49-F238E27FC236}">
                <a16:creationId xmlns:a16="http://schemas.microsoft.com/office/drawing/2014/main" id="{53EDD665-FE0A-F5BF-5FBA-041F0C097A37}"/>
              </a:ext>
            </a:extLst>
          </p:cNvPr>
          <p:cNvSpPr txBox="1"/>
          <p:nvPr>
            <p:custDataLst>
              <p:tags r:id="rId11"/>
            </p:custDataLst>
          </p:nvPr>
        </p:nvSpPr>
        <p:spPr>
          <a:xfrm>
            <a:off x="2588746" y="1364832"/>
            <a:ext cx="6559615" cy="1330685"/>
          </a:xfrm>
          <a:prstGeom prst="rect">
            <a:avLst/>
          </a:prstGeom>
          <a:solidFill>
            <a:srgbClr val="FFFFFF"/>
          </a:solidFill>
          <a:ln>
            <a:solidFill>
              <a:schemeClr val="tx1"/>
            </a:solidFill>
          </a:ln>
        </p:spPr>
        <p:txBody>
          <a:bodyPr wrap="none">
            <a:spAutoFit/>
          </a:bodyPr>
          <a:lstStyle/>
          <a:p>
            <a:pPr>
              <a:lnSpc>
                <a:spcPct val="113095"/>
              </a:lnSpc>
              <a:buNone/>
            </a:pPr>
            <a:r>
              <a:rPr lang="en-US" sz="2400" noProof="0" dirty="0">
                <a:solidFill>
                  <a:srgbClr val="AF00DB"/>
                </a:solidFill>
                <a:latin typeface="Fira Code" panose="020B0809050000020004" pitchFamily="49" charset="0"/>
              </a:rPr>
              <a:t>for</a:t>
            </a:r>
            <a:r>
              <a:rPr lang="en-US" sz="2400" noProof="0" dirty="0">
                <a:solidFill>
                  <a:srgbClr val="000000"/>
                </a:solidFill>
                <a:latin typeface="Fira Code" panose="020B0809050000020004" pitchFamily="49" charset="0"/>
              </a:rPr>
              <a:t> (</a:t>
            </a:r>
            <a:r>
              <a:rPr lang="en-US" sz="2400" noProof="0" dirty="0">
                <a:solidFill>
                  <a:srgbClr val="0000FF"/>
                </a:solidFill>
                <a:latin typeface="Fira Code" panose="020B0809050000020004" pitchFamily="49" charset="0"/>
              </a:rPr>
              <a:t>int</a:t>
            </a:r>
            <a:r>
              <a:rPr lang="en-US" sz="2400" noProof="0" dirty="0">
                <a:solidFill>
                  <a:srgbClr val="000000"/>
                </a:solidFill>
                <a:latin typeface="Fira Code" panose="020B0809050000020004" pitchFamily="49" charset="0"/>
              </a:rPr>
              <a:t> </a:t>
            </a:r>
            <a:r>
              <a:rPr lang="en-US" sz="2400" noProof="0" dirty="0" err="1">
                <a:solidFill>
                  <a:srgbClr val="001080"/>
                </a:solidFill>
                <a:latin typeface="Fira Code" panose="020B0809050000020004" pitchFamily="49" charset="0"/>
              </a:rPr>
              <a:t>i</a:t>
            </a:r>
            <a:r>
              <a:rPr lang="en-US" sz="2400" noProof="0" dirty="0">
                <a:solidFill>
                  <a:srgbClr val="000000"/>
                </a:solidFill>
                <a:latin typeface="Fira Code" panose="020B0809050000020004" pitchFamily="49" charset="0"/>
              </a:rPr>
              <a:t> = </a:t>
            </a:r>
            <a:r>
              <a:rPr lang="en-US" sz="2400" noProof="0" dirty="0">
                <a:solidFill>
                  <a:srgbClr val="098658"/>
                </a:solidFill>
                <a:latin typeface="Fira Code" panose="020B0809050000020004" pitchFamily="49" charset="0"/>
              </a:rPr>
              <a:t>0</a:t>
            </a:r>
            <a:r>
              <a:rPr lang="en-US" sz="2400" noProof="0" dirty="0">
                <a:solidFill>
                  <a:srgbClr val="000000"/>
                </a:solidFill>
                <a:latin typeface="Fira Code" panose="020B0809050000020004" pitchFamily="49" charset="0"/>
              </a:rPr>
              <a:t>; </a:t>
            </a:r>
            <a:r>
              <a:rPr lang="en-US" sz="2400" noProof="0" dirty="0" err="1">
                <a:solidFill>
                  <a:srgbClr val="001080"/>
                </a:solidFill>
                <a:latin typeface="Fira Code" panose="020B0809050000020004" pitchFamily="49" charset="0"/>
              </a:rPr>
              <a:t>i</a:t>
            </a:r>
            <a:r>
              <a:rPr lang="en-US" sz="2400" noProof="0" dirty="0">
                <a:solidFill>
                  <a:srgbClr val="000000"/>
                </a:solidFill>
                <a:latin typeface="Fira Code" panose="020B0809050000020004" pitchFamily="49" charset="0"/>
              </a:rPr>
              <a:t> &lt; </a:t>
            </a:r>
            <a:r>
              <a:rPr lang="en-US" sz="2400" noProof="0" dirty="0">
                <a:solidFill>
                  <a:srgbClr val="0070C1"/>
                </a:solidFill>
                <a:latin typeface="Fira Code" panose="020B0809050000020004" pitchFamily="49" charset="0"/>
              </a:rPr>
              <a:t>M</a:t>
            </a:r>
            <a:r>
              <a:rPr lang="en-US" sz="2400" noProof="0" dirty="0">
                <a:solidFill>
                  <a:srgbClr val="000000"/>
                </a:solidFill>
                <a:latin typeface="Fira Code" panose="020B0809050000020004" pitchFamily="49" charset="0"/>
              </a:rPr>
              <a:t>; </a:t>
            </a:r>
            <a:r>
              <a:rPr lang="en-US" sz="2400" noProof="0" dirty="0" err="1">
                <a:solidFill>
                  <a:srgbClr val="001080"/>
                </a:solidFill>
                <a:latin typeface="Fira Code" panose="020B0809050000020004" pitchFamily="49" charset="0"/>
              </a:rPr>
              <a:t>i</a:t>
            </a:r>
            <a:r>
              <a:rPr lang="en-US" sz="2400" noProof="0" dirty="0">
                <a:solidFill>
                  <a:srgbClr val="000000"/>
                </a:solidFill>
                <a:latin typeface="Fira Code" panose="020B0809050000020004" pitchFamily="49" charset="0"/>
              </a:rPr>
              <a:t>++)</a:t>
            </a:r>
          </a:p>
          <a:p>
            <a:pPr>
              <a:lnSpc>
                <a:spcPct val="113095"/>
              </a:lnSpc>
              <a:buNone/>
            </a:pPr>
            <a:r>
              <a:rPr lang="en-US" sz="2400" noProof="0" dirty="0">
                <a:solidFill>
                  <a:srgbClr val="000000"/>
                </a:solidFill>
                <a:latin typeface="Fira Code" panose="020B0809050000020004" pitchFamily="49" charset="0"/>
              </a:rPr>
              <a:t>    </a:t>
            </a:r>
            <a:r>
              <a:rPr lang="en-US" sz="2400" noProof="0" dirty="0">
                <a:solidFill>
                  <a:srgbClr val="AF00DB"/>
                </a:solidFill>
                <a:latin typeface="Fira Code" panose="020B0809050000020004" pitchFamily="49" charset="0"/>
              </a:rPr>
              <a:t>for</a:t>
            </a:r>
            <a:r>
              <a:rPr lang="en-US" sz="2400" noProof="0" dirty="0">
                <a:solidFill>
                  <a:srgbClr val="000000"/>
                </a:solidFill>
                <a:latin typeface="Fira Code" panose="020B0809050000020004" pitchFamily="49" charset="0"/>
              </a:rPr>
              <a:t> (</a:t>
            </a:r>
            <a:r>
              <a:rPr lang="en-US" sz="2400" noProof="0" dirty="0">
                <a:solidFill>
                  <a:srgbClr val="0000FF"/>
                </a:solidFill>
                <a:latin typeface="Fira Code" panose="020B0809050000020004" pitchFamily="49" charset="0"/>
              </a:rPr>
              <a:t>int</a:t>
            </a:r>
            <a:r>
              <a:rPr lang="en-US" sz="2400" noProof="0" dirty="0">
                <a:solidFill>
                  <a:srgbClr val="000000"/>
                </a:solidFill>
                <a:latin typeface="Fira Code" panose="020B0809050000020004" pitchFamily="49" charset="0"/>
              </a:rPr>
              <a:t> </a:t>
            </a:r>
            <a:r>
              <a:rPr lang="en-US" sz="2400" noProof="0" dirty="0">
                <a:solidFill>
                  <a:srgbClr val="001080"/>
                </a:solidFill>
                <a:latin typeface="Fira Code" panose="020B0809050000020004" pitchFamily="49" charset="0"/>
              </a:rPr>
              <a:t>j</a:t>
            </a:r>
            <a:r>
              <a:rPr lang="en-US" sz="2400" noProof="0" dirty="0">
                <a:solidFill>
                  <a:srgbClr val="000000"/>
                </a:solidFill>
                <a:latin typeface="Fira Code" panose="020B0809050000020004" pitchFamily="49" charset="0"/>
              </a:rPr>
              <a:t> = </a:t>
            </a:r>
            <a:r>
              <a:rPr lang="en-US" sz="2400" noProof="0" dirty="0">
                <a:solidFill>
                  <a:srgbClr val="098658"/>
                </a:solidFill>
                <a:latin typeface="Fira Code" panose="020B0809050000020004" pitchFamily="49" charset="0"/>
              </a:rPr>
              <a:t>0</a:t>
            </a:r>
            <a:r>
              <a:rPr lang="en-US" sz="2400" noProof="0" dirty="0">
                <a:solidFill>
                  <a:srgbClr val="000000"/>
                </a:solidFill>
                <a:latin typeface="Fira Code" panose="020B0809050000020004" pitchFamily="49" charset="0"/>
              </a:rPr>
              <a:t>; </a:t>
            </a:r>
            <a:r>
              <a:rPr lang="en-US" sz="2400" noProof="0" dirty="0">
                <a:solidFill>
                  <a:srgbClr val="001080"/>
                </a:solidFill>
                <a:latin typeface="Fira Code" panose="020B0809050000020004" pitchFamily="49" charset="0"/>
              </a:rPr>
              <a:t>j</a:t>
            </a:r>
            <a:r>
              <a:rPr lang="en-US" sz="2400" noProof="0" dirty="0">
                <a:solidFill>
                  <a:srgbClr val="000000"/>
                </a:solidFill>
                <a:latin typeface="Fira Code" panose="020B0809050000020004" pitchFamily="49" charset="0"/>
              </a:rPr>
              <a:t> &lt; </a:t>
            </a:r>
            <a:r>
              <a:rPr lang="en-US" sz="2400" noProof="0" dirty="0">
                <a:solidFill>
                  <a:srgbClr val="0070C1"/>
                </a:solidFill>
                <a:latin typeface="Fira Code" panose="020B0809050000020004" pitchFamily="49" charset="0"/>
              </a:rPr>
              <a:t>N</a:t>
            </a:r>
            <a:r>
              <a:rPr lang="en-US" sz="2400" noProof="0" dirty="0">
                <a:solidFill>
                  <a:srgbClr val="000000"/>
                </a:solidFill>
                <a:latin typeface="Fira Code" panose="020B0809050000020004" pitchFamily="49" charset="0"/>
              </a:rPr>
              <a:t>; </a:t>
            </a:r>
            <a:r>
              <a:rPr lang="en-US" sz="2400" noProof="0" dirty="0" err="1">
                <a:solidFill>
                  <a:srgbClr val="001080"/>
                </a:solidFill>
                <a:latin typeface="Fira Code" panose="020B0809050000020004" pitchFamily="49" charset="0"/>
              </a:rPr>
              <a:t>j</a:t>
            </a:r>
            <a:r>
              <a:rPr lang="en-US" sz="2400" noProof="0" dirty="0" err="1">
                <a:solidFill>
                  <a:srgbClr val="000000"/>
                </a:solidFill>
                <a:latin typeface="Fira Code" panose="020B0809050000020004" pitchFamily="49" charset="0"/>
              </a:rPr>
              <a:t>++</a:t>
            </a:r>
            <a:r>
              <a:rPr lang="en-US" sz="2400" noProof="0" dirty="0">
                <a:solidFill>
                  <a:srgbClr val="000000"/>
                </a:solidFill>
                <a:latin typeface="Fira Code" panose="020B0809050000020004" pitchFamily="49" charset="0"/>
              </a:rPr>
              <a:t>)</a:t>
            </a:r>
          </a:p>
          <a:p>
            <a:pPr>
              <a:lnSpc>
                <a:spcPct val="113095"/>
              </a:lnSpc>
              <a:buNone/>
            </a:pPr>
            <a:r>
              <a:rPr lang="en-US" sz="2400" noProof="0" dirty="0">
                <a:solidFill>
                  <a:srgbClr val="000000"/>
                </a:solidFill>
                <a:latin typeface="Fira Code" panose="020B0809050000020004" pitchFamily="49" charset="0"/>
              </a:rPr>
              <a:t>        </a:t>
            </a:r>
            <a:r>
              <a:rPr lang="en-US" sz="2400" noProof="0" dirty="0">
                <a:solidFill>
                  <a:srgbClr val="001080"/>
                </a:solidFill>
                <a:latin typeface="Fira Code" panose="020B0809050000020004" pitchFamily="49" charset="0"/>
              </a:rPr>
              <a:t>matrix</a:t>
            </a:r>
            <a:r>
              <a:rPr lang="en-US" sz="2400" noProof="0" dirty="0">
                <a:solidFill>
                  <a:srgbClr val="000000"/>
                </a:solidFill>
                <a:latin typeface="Fira Code" panose="020B0809050000020004" pitchFamily="49" charset="0"/>
              </a:rPr>
              <a:t>[</a:t>
            </a:r>
            <a:r>
              <a:rPr lang="en-US" sz="2400" noProof="0" dirty="0" err="1">
                <a:solidFill>
                  <a:srgbClr val="001080"/>
                </a:solidFill>
                <a:latin typeface="Fira Code" panose="020B0809050000020004" pitchFamily="49" charset="0"/>
              </a:rPr>
              <a:t>i</a:t>
            </a:r>
            <a:r>
              <a:rPr lang="en-US" sz="2400" noProof="0" dirty="0">
                <a:solidFill>
                  <a:srgbClr val="000000"/>
                </a:solidFill>
                <a:latin typeface="Fira Code" panose="020B0809050000020004" pitchFamily="49" charset="0"/>
              </a:rPr>
              <a:t>][</a:t>
            </a:r>
            <a:r>
              <a:rPr lang="en-US" sz="2400" noProof="0" dirty="0">
                <a:solidFill>
                  <a:srgbClr val="001080"/>
                </a:solidFill>
                <a:latin typeface="Fira Code" panose="020B0809050000020004" pitchFamily="49" charset="0"/>
              </a:rPr>
              <a:t>j</a:t>
            </a:r>
            <a:r>
              <a:rPr lang="en-US" sz="2400" noProof="0" dirty="0">
                <a:solidFill>
                  <a:srgbClr val="000000"/>
                </a:solidFill>
                <a:latin typeface="Fira Code" panose="020B0809050000020004" pitchFamily="49" charset="0"/>
              </a:rPr>
              <a:t>] = </a:t>
            </a:r>
            <a:r>
              <a:rPr lang="en-US" sz="2400" noProof="0" dirty="0" err="1">
                <a:solidFill>
                  <a:srgbClr val="795E26"/>
                </a:solidFill>
                <a:latin typeface="Fira Code" panose="020B0809050000020004" pitchFamily="49" charset="0"/>
              </a:rPr>
              <a:t>init</a:t>
            </a:r>
            <a:r>
              <a:rPr lang="en-US" sz="2400" noProof="0" dirty="0">
                <a:solidFill>
                  <a:srgbClr val="000000"/>
                </a:solidFill>
                <a:latin typeface="Fira Code" panose="020B0809050000020004" pitchFamily="49" charset="0"/>
              </a:rPr>
              <a:t>(</a:t>
            </a:r>
            <a:r>
              <a:rPr lang="en-US" sz="2400" noProof="0" dirty="0" err="1">
                <a:solidFill>
                  <a:srgbClr val="001080"/>
                </a:solidFill>
                <a:latin typeface="Fira Code" panose="020B0809050000020004" pitchFamily="49" charset="0"/>
              </a:rPr>
              <a:t>i</a:t>
            </a:r>
            <a:r>
              <a:rPr lang="en-US" sz="2400" noProof="0" dirty="0">
                <a:solidFill>
                  <a:srgbClr val="000000"/>
                </a:solidFill>
                <a:latin typeface="Fira Code" panose="020B0809050000020004" pitchFamily="49" charset="0"/>
              </a:rPr>
              <a:t>, </a:t>
            </a:r>
            <a:r>
              <a:rPr lang="en-US" sz="2400" noProof="0" dirty="0">
                <a:solidFill>
                  <a:srgbClr val="001080"/>
                </a:solidFill>
                <a:latin typeface="Fira Code" panose="020B0809050000020004" pitchFamily="49" charset="0"/>
              </a:rPr>
              <a:t>j</a:t>
            </a:r>
            <a:r>
              <a:rPr lang="en-US" sz="2400" noProof="0" dirty="0">
                <a:solidFill>
                  <a:srgbClr val="000000"/>
                </a:solidFill>
                <a:latin typeface="Fira Code" panose="020B0809050000020004" pitchFamily="49" charset="0"/>
              </a:rPr>
              <a:t>);</a:t>
            </a:r>
          </a:p>
        </p:txBody>
      </p:sp>
      <p:sp>
        <p:nvSpPr>
          <p:cNvPr id="38" name="Rectangle 37">
            <a:extLst>
              <a:ext uri="{FF2B5EF4-FFF2-40B4-BE49-F238E27FC236}">
                <a16:creationId xmlns:a16="http://schemas.microsoft.com/office/drawing/2014/main" id="{60BA42AF-1518-DEC5-1F3C-80A280A7EFA5}"/>
              </a:ext>
            </a:extLst>
          </p:cNvPr>
          <p:cNvSpPr/>
          <p:nvPr>
            <p:custDataLst>
              <p:tags r:id="rId12"/>
            </p:custDataLst>
          </p:nvPr>
        </p:nvSpPr>
        <p:spPr>
          <a:xfrm>
            <a:off x="1805602" y="3716969"/>
            <a:ext cx="381000" cy="380992"/>
          </a:xfrm>
          <a:prstGeom prst="rect">
            <a:avLst/>
          </a:prstGeom>
          <a:solidFill>
            <a:srgbClr val="DAE8FC"/>
          </a:solidFill>
          <a:ln w="9525" cap="flat">
            <a:solidFill>
              <a:schemeClr val="tx1">
                <a:lumMod val="75000"/>
                <a:lumOff val="25000"/>
              </a:schemeClr>
            </a:solidFill>
            <a:prstDash val="solid"/>
            <a:miter/>
          </a:ln>
        </p:spPr>
        <p:txBody>
          <a:bodyPr wrap="none" anchor="ctr"/>
          <a:lstStyle/>
          <a:p>
            <a:pPr algn="ctr"/>
            <a:r>
              <a:rPr lang="en-US" sz="2000" noProof="0" dirty="0"/>
              <a:t>2</a:t>
            </a:r>
          </a:p>
        </p:txBody>
      </p:sp>
      <p:sp>
        <p:nvSpPr>
          <p:cNvPr id="41" name="Rectangle 40">
            <a:extLst>
              <a:ext uri="{FF2B5EF4-FFF2-40B4-BE49-F238E27FC236}">
                <a16:creationId xmlns:a16="http://schemas.microsoft.com/office/drawing/2014/main" id="{8F77A00D-5F0A-C53C-2E84-7E68D37FB0F9}"/>
              </a:ext>
            </a:extLst>
          </p:cNvPr>
          <p:cNvSpPr/>
          <p:nvPr>
            <p:custDataLst>
              <p:tags r:id="rId13"/>
            </p:custDataLst>
          </p:nvPr>
        </p:nvSpPr>
        <p:spPr>
          <a:xfrm>
            <a:off x="1805602" y="4097961"/>
            <a:ext cx="381000" cy="380992"/>
          </a:xfrm>
          <a:prstGeom prst="rect">
            <a:avLst/>
          </a:prstGeom>
          <a:solidFill>
            <a:srgbClr val="94F29B"/>
          </a:solidFill>
          <a:ln w="9525" cap="flat">
            <a:solidFill>
              <a:schemeClr val="tx1">
                <a:lumMod val="75000"/>
                <a:lumOff val="25000"/>
              </a:schemeClr>
            </a:solidFill>
            <a:prstDash val="solid"/>
            <a:miter/>
          </a:ln>
        </p:spPr>
        <p:txBody>
          <a:bodyPr wrap="none" anchor="ctr"/>
          <a:lstStyle/>
          <a:p>
            <a:pPr algn="ctr"/>
            <a:r>
              <a:rPr lang="en-US" sz="2000" noProof="0" dirty="0"/>
              <a:t>6</a:t>
            </a:r>
          </a:p>
        </p:txBody>
      </p:sp>
      <p:sp>
        <p:nvSpPr>
          <p:cNvPr id="44" name="Rectangle 43">
            <a:extLst>
              <a:ext uri="{FF2B5EF4-FFF2-40B4-BE49-F238E27FC236}">
                <a16:creationId xmlns:a16="http://schemas.microsoft.com/office/drawing/2014/main" id="{0D40FD5B-4279-D19A-284C-8DD59BE9A1A2}"/>
              </a:ext>
            </a:extLst>
          </p:cNvPr>
          <p:cNvSpPr/>
          <p:nvPr>
            <p:custDataLst>
              <p:tags r:id="rId14"/>
            </p:custDataLst>
          </p:nvPr>
        </p:nvSpPr>
        <p:spPr>
          <a:xfrm>
            <a:off x="2567602" y="4097961"/>
            <a:ext cx="381000" cy="380992"/>
          </a:xfrm>
          <a:prstGeom prst="rect">
            <a:avLst/>
          </a:prstGeom>
          <a:solidFill>
            <a:srgbClr val="94F29B"/>
          </a:solidFill>
          <a:ln w="9525" cap="flat">
            <a:solidFill>
              <a:schemeClr val="tx1">
                <a:lumMod val="75000"/>
                <a:lumOff val="25000"/>
              </a:schemeClr>
            </a:solidFill>
            <a:prstDash val="solid"/>
            <a:miter/>
          </a:ln>
        </p:spPr>
        <p:txBody>
          <a:bodyPr wrap="none" anchor="ctr"/>
          <a:lstStyle/>
          <a:p>
            <a:pPr algn="ctr"/>
            <a:r>
              <a:rPr lang="en-US" sz="2000" noProof="0" dirty="0"/>
              <a:t>8</a:t>
            </a:r>
          </a:p>
        </p:txBody>
      </p:sp>
      <p:sp>
        <p:nvSpPr>
          <p:cNvPr id="47" name="Rectangle 46">
            <a:extLst>
              <a:ext uri="{FF2B5EF4-FFF2-40B4-BE49-F238E27FC236}">
                <a16:creationId xmlns:a16="http://schemas.microsoft.com/office/drawing/2014/main" id="{1A804295-5464-D6C3-B11B-A116FC622994}"/>
              </a:ext>
            </a:extLst>
          </p:cNvPr>
          <p:cNvSpPr/>
          <p:nvPr>
            <p:custDataLst>
              <p:tags r:id="rId15"/>
            </p:custDataLst>
          </p:nvPr>
        </p:nvSpPr>
        <p:spPr>
          <a:xfrm>
            <a:off x="2186602" y="4097961"/>
            <a:ext cx="381000" cy="380992"/>
          </a:xfrm>
          <a:prstGeom prst="rect">
            <a:avLst/>
          </a:prstGeom>
          <a:solidFill>
            <a:srgbClr val="94F29B"/>
          </a:solidFill>
          <a:ln w="9525" cap="flat">
            <a:solidFill>
              <a:schemeClr val="tx1">
                <a:lumMod val="75000"/>
                <a:lumOff val="25000"/>
              </a:schemeClr>
            </a:solidFill>
            <a:prstDash val="solid"/>
            <a:miter/>
          </a:ln>
        </p:spPr>
        <p:txBody>
          <a:bodyPr wrap="none" anchor="ctr"/>
          <a:lstStyle/>
          <a:p>
            <a:pPr algn="ctr"/>
            <a:r>
              <a:rPr lang="en-US" sz="2000" noProof="0" dirty="0"/>
              <a:t>7</a:t>
            </a:r>
          </a:p>
        </p:txBody>
      </p:sp>
      <p:sp>
        <p:nvSpPr>
          <p:cNvPr id="50" name="Rectangle 49">
            <a:extLst>
              <a:ext uri="{FF2B5EF4-FFF2-40B4-BE49-F238E27FC236}">
                <a16:creationId xmlns:a16="http://schemas.microsoft.com/office/drawing/2014/main" id="{0CCC24C4-4808-4F38-F366-D4DDCA9CABFE}"/>
              </a:ext>
            </a:extLst>
          </p:cNvPr>
          <p:cNvSpPr/>
          <p:nvPr>
            <p:custDataLst>
              <p:tags r:id="rId16"/>
            </p:custDataLst>
          </p:nvPr>
        </p:nvSpPr>
        <p:spPr>
          <a:xfrm>
            <a:off x="1424602" y="4097961"/>
            <a:ext cx="381000" cy="380992"/>
          </a:xfrm>
          <a:prstGeom prst="rect">
            <a:avLst/>
          </a:prstGeom>
          <a:solidFill>
            <a:srgbClr val="94F29B"/>
          </a:solidFill>
          <a:ln w="9525" cap="flat">
            <a:solidFill>
              <a:schemeClr val="tx1">
                <a:lumMod val="75000"/>
                <a:lumOff val="25000"/>
              </a:schemeClr>
            </a:solidFill>
            <a:prstDash val="solid"/>
            <a:miter/>
          </a:ln>
        </p:spPr>
        <p:txBody>
          <a:bodyPr wrap="none" anchor="ctr"/>
          <a:lstStyle/>
          <a:p>
            <a:pPr algn="ctr"/>
            <a:r>
              <a:rPr lang="en-US" sz="2000" noProof="0" dirty="0"/>
              <a:t>5</a:t>
            </a:r>
          </a:p>
        </p:txBody>
      </p:sp>
      <p:sp>
        <p:nvSpPr>
          <p:cNvPr id="53" name="Rectangle 52">
            <a:extLst>
              <a:ext uri="{FF2B5EF4-FFF2-40B4-BE49-F238E27FC236}">
                <a16:creationId xmlns:a16="http://schemas.microsoft.com/office/drawing/2014/main" id="{EF2A6CBC-BCD6-48DC-0CEC-7C2718D2F2D9}"/>
              </a:ext>
            </a:extLst>
          </p:cNvPr>
          <p:cNvSpPr/>
          <p:nvPr>
            <p:custDataLst>
              <p:tags r:id="rId17"/>
            </p:custDataLst>
          </p:nvPr>
        </p:nvSpPr>
        <p:spPr>
          <a:xfrm>
            <a:off x="1424602" y="3716969"/>
            <a:ext cx="381000" cy="380992"/>
          </a:xfrm>
          <a:prstGeom prst="rect">
            <a:avLst/>
          </a:prstGeom>
          <a:solidFill>
            <a:srgbClr val="DAE8FC"/>
          </a:solidFill>
          <a:ln w="9525" cap="flat">
            <a:solidFill>
              <a:schemeClr val="tx1">
                <a:lumMod val="75000"/>
                <a:lumOff val="25000"/>
              </a:schemeClr>
            </a:solidFill>
            <a:prstDash val="solid"/>
            <a:miter/>
          </a:ln>
        </p:spPr>
        <p:txBody>
          <a:bodyPr wrap="none" anchor="ctr"/>
          <a:lstStyle/>
          <a:p>
            <a:pPr algn="ctr"/>
            <a:r>
              <a:rPr lang="en-US" sz="2000" noProof="0" dirty="0"/>
              <a:t>1</a:t>
            </a:r>
          </a:p>
        </p:txBody>
      </p:sp>
      <p:sp>
        <p:nvSpPr>
          <p:cNvPr id="56" name="Rectangle 55">
            <a:extLst>
              <a:ext uri="{FF2B5EF4-FFF2-40B4-BE49-F238E27FC236}">
                <a16:creationId xmlns:a16="http://schemas.microsoft.com/office/drawing/2014/main" id="{3C549CCF-7BF6-8AF8-0F6C-1AD9581A3F23}"/>
              </a:ext>
            </a:extLst>
          </p:cNvPr>
          <p:cNvSpPr/>
          <p:nvPr>
            <p:custDataLst>
              <p:tags r:id="rId18"/>
            </p:custDataLst>
          </p:nvPr>
        </p:nvSpPr>
        <p:spPr>
          <a:xfrm>
            <a:off x="1424602" y="4478954"/>
            <a:ext cx="381000" cy="380992"/>
          </a:xfrm>
          <a:prstGeom prst="rect">
            <a:avLst/>
          </a:prstGeom>
          <a:solidFill>
            <a:srgbClr val="FEC842"/>
          </a:solidFill>
          <a:ln w="9525" cap="flat">
            <a:solidFill>
              <a:schemeClr val="tx1">
                <a:lumMod val="75000"/>
                <a:lumOff val="25000"/>
              </a:schemeClr>
            </a:solidFill>
            <a:prstDash val="solid"/>
            <a:miter/>
          </a:ln>
        </p:spPr>
        <p:txBody>
          <a:bodyPr wrap="none" anchor="ctr"/>
          <a:lstStyle/>
          <a:p>
            <a:pPr algn="ctr"/>
            <a:r>
              <a:rPr lang="en-US" sz="2000" noProof="0" dirty="0"/>
              <a:t>9</a:t>
            </a:r>
          </a:p>
        </p:txBody>
      </p:sp>
      <p:sp>
        <p:nvSpPr>
          <p:cNvPr id="59" name="Rectangle 58">
            <a:extLst>
              <a:ext uri="{FF2B5EF4-FFF2-40B4-BE49-F238E27FC236}">
                <a16:creationId xmlns:a16="http://schemas.microsoft.com/office/drawing/2014/main" id="{393B6F24-028C-DD9D-A7F9-ED63FC6AB9CE}"/>
              </a:ext>
            </a:extLst>
          </p:cNvPr>
          <p:cNvSpPr/>
          <p:nvPr>
            <p:custDataLst>
              <p:tags r:id="rId19"/>
            </p:custDataLst>
          </p:nvPr>
        </p:nvSpPr>
        <p:spPr>
          <a:xfrm>
            <a:off x="2186602" y="3716969"/>
            <a:ext cx="381000" cy="380992"/>
          </a:xfrm>
          <a:prstGeom prst="rect">
            <a:avLst/>
          </a:prstGeom>
          <a:solidFill>
            <a:srgbClr val="DAE8FC"/>
          </a:solidFill>
          <a:ln w="9525" cap="flat">
            <a:solidFill>
              <a:schemeClr val="tx1">
                <a:lumMod val="75000"/>
                <a:lumOff val="25000"/>
              </a:schemeClr>
            </a:solidFill>
            <a:prstDash val="solid"/>
            <a:miter/>
          </a:ln>
        </p:spPr>
        <p:txBody>
          <a:bodyPr wrap="none" anchor="ctr"/>
          <a:lstStyle/>
          <a:p>
            <a:pPr algn="ctr"/>
            <a:r>
              <a:rPr lang="en-US" sz="2000" noProof="0" dirty="0"/>
              <a:t>3</a:t>
            </a:r>
          </a:p>
        </p:txBody>
      </p:sp>
      <p:sp>
        <p:nvSpPr>
          <p:cNvPr id="62" name="Rectangle 61">
            <a:extLst>
              <a:ext uri="{FF2B5EF4-FFF2-40B4-BE49-F238E27FC236}">
                <a16:creationId xmlns:a16="http://schemas.microsoft.com/office/drawing/2014/main" id="{C4F146ED-DC98-EE10-A006-FCCCB5F2689E}"/>
              </a:ext>
            </a:extLst>
          </p:cNvPr>
          <p:cNvSpPr/>
          <p:nvPr>
            <p:custDataLst>
              <p:tags r:id="rId20"/>
            </p:custDataLst>
          </p:nvPr>
        </p:nvSpPr>
        <p:spPr>
          <a:xfrm>
            <a:off x="2567602" y="3716969"/>
            <a:ext cx="381000" cy="380992"/>
          </a:xfrm>
          <a:prstGeom prst="rect">
            <a:avLst/>
          </a:prstGeom>
          <a:solidFill>
            <a:srgbClr val="DAE8FC"/>
          </a:solidFill>
          <a:ln w="9525" cap="flat">
            <a:solidFill>
              <a:schemeClr val="tx1">
                <a:lumMod val="75000"/>
                <a:lumOff val="25000"/>
              </a:schemeClr>
            </a:solidFill>
            <a:prstDash val="solid"/>
            <a:miter/>
          </a:ln>
        </p:spPr>
        <p:txBody>
          <a:bodyPr wrap="none" anchor="ctr"/>
          <a:lstStyle/>
          <a:p>
            <a:pPr algn="ctr"/>
            <a:r>
              <a:rPr lang="en-US" sz="2000" noProof="0" dirty="0"/>
              <a:t>4</a:t>
            </a:r>
          </a:p>
        </p:txBody>
      </p:sp>
      <p:sp>
        <p:nvSpPr>
          <p:cNvPr id="65" name="Rectangle 64">
            <a:extLst>
              <a:ext uri="{FF2B5EF4-FFF2-40B4-BE49-F238E27FC236}">
                <a16:creationId xmlns:a16="http://schemas.microsoft.com/office/drawing/2014/main" id="{453E93D2-8D1A-077C-9A89-E1D36460EC5B}"/>
              </a:ext>
            </a:extLst>
          </p:cNvPr>
          <p:cNvSpPr/>
          <p:nvPr>
            <p:custDataLst>
              <p:tags r:id="rId21"/>
            </p:custDataLst>
          </p:nvPr>
        </p:nvSpPr>
        <p:spPr>
          <a:xfrm>
            <a:off x="2567602" y="4478954"/>
            <a:ext cx="381000" cy="380992"/>
          </a:xfrm>
          <a:prstGeom prst="rect">
            <a:avLst/>
          </a:prstGeom>
          <a:solidFill>
            <a:srgbClr val="FEC842"/>
          </a:solidFill>
          <a:ln w="9525" cap="flat">
            <a:solidFill>
              <a:schemeClr val="tx1">
                <a:lumMod val="75000"/>
                <a:lumOff val="25000"/>
              </a:schemeClr>
            </a:solidFill>
            <a:prstDash val="solid"/>
            <a:miter/>
          </a:ln>
        </p:spPr>
        <p:txBody>
          <a:bodyPr wrap="none" anchor="ctr"/>
          <a:lstStyle/>
          <a:p>
            <a:pPr algn="ctr"/>
            <a:r>
              <a:rPr lang="en-US" sz="2000" noProof="0" dirty="0"/>
              <a:t>12</a:t>
            </a:r>
          </a:p>
        </p:txBody>
      </p:sp>
      <p:sp>
        <p:nvSpPr>
          <p:cNvPr id="68" name="Rectangle 67">
            <a:extLst>
              <a:ext uri="{FF2B5EF4-FFF2-40B4-BE49-F238E27FC236}">
                <a16:creationId xmlns:a16="http://schemas.microsoft.com/office/drawing/2014/main" id="{925BE6C3-506B-9AAB-FBBD-7AB2AC83233B}"/>
              </a:ext>
            </a:extLst>
          </p:cNvPr>
          <p:cNvSpPr/>
          <p:nvPr>
            <p:custDataLst>
              <p:tags r:id="rId22"/>
            </p:custDataLst>
          </p:nvPr>
        </p:nvSpPr>
        <p:spPr>
          <a:xfrm>
            <a:off x="1805602" y="4478954"/>
            <a:ext cx="381000" cy="380992"/>
          </a:xfrm>
          <a:prstGeom prst="rect">
            <a:avLst/>
          </a:prstGeom>
          <a:solidFill>
            <a:srgbClr val="FEC842"/>
          </a:solidFill>
          <a:ln w="9525" cap="flat">
            <a:solidFill>
              <a:schemeClr val="tx1">
                <a:lumMod val="75000"/>
                <a:lumOff val="25000"/>
              </a:schemeClr>
            </a:solidFill>
            <a:prstDash val="solid"/>
            <a:miter/>
          </a:ln>
        </p:spPr>
        <p:txBody>
          <a:bodyPr wrap="none" anchor="ctr"/>
          <a:lstStyle/>
          <a:p>
            <a:pPr algn="ctr"/>
            <a:r>
              <a:rPr lang="en-US" sz="2000" noProof="0" dirty="0"/>
              <a:t>10</a:t>
            </a:r>
          </a:p>
        </p:txBody>
      </p:sp>
      <p:sp>
        <p:nvSpPr>
          <p:cNvPr id="71" name="Rectangle 70">
            <a:extLst>
              <a:ext uri="{FF2B5EF4-FFF2-40B4-BE49-F238E27FC236}">
                <a16:creationId xmlns:a16="http://schemas.microsoft.com/office/drawing/2014/main" id="{BB59E621-860F-75EB-3352-EB2D933B13C0}"/>
              </a:ext>
            </a:extLst>
          </p:cNvPr>
          <p:cNvSpPr/>
          <p:nvPr>
            <p:custDataLst>
              <p:tags r:id="rId23"/>
            </p:custDataLst>
          </p:nvPr>
        </p:nvSpPr>
        <p:spPr>
          <a:xfrm>
            <a:off x="2186602" y="4478954"/>
            <a:ext cx="381000" cy="380992"/>
          </a:xfrm>
          <a:prstGeom prst="rect">
            <a:avLst/>
          </a:prstGeom>
          <a:solidFill>
            <a:srgbClr val="FEC842"/>
          </a:solidFill>
          <a:ln w="9525" cap="flat">
            <a:solidFill>
              <a:schemeClr val="tx1">
                <a:lumMod val="75000"/>
                <a:lumOff val="25000"/>
              </a:schemeClr>
            </a:solidFill>
            <a:prstDash val="solid"/>
            <a:miter/>
          </a:ln>
        </p:spPr>
        <p:txBody>
          <a:bodyPr wrap="none" anchor="ctr"/>
          <a:lstStyle/>
          <a:p>
            <a:pPr algn="ctr"/>
            <a:r>
              <a:rPr lang="en-US" sz="2000" noProof="0" dirty="0"/>
              <a:t>11</a:t>
            </a:r>
          </a:p>
        </p:txBody>
      </p:sp>
      <p:sp>
        <p:nvSpPr>
          <p:cNvPr id="74" name="Rectangle 73">
            <a:extLst>
              <a:ext uri="{FF2B5EF4-FFF2-40B4-BE49-F238E27FC236}">
                <a16:creationId xmlns:a16="http://schemas.microsoft.com/office/drawing/2014/main" id="{C017114C-4B9B-189E-5F4D-E3234F5BF9B4}"/>
              </a:ext>
            </a:extLst>
          </p:cNvPr>
          <p:cNvSpPr/>
          <p:nvPr>
            <p:custDataLst>
              <p:tags r:id="rId24"/>
            </p:custDataLst>
          </p:nvPr>
        </p:nvSpPr>
        <p:spPr>
          <a:xfrm>
            <a:off x="5260317" y="3482997"/>
            <a:ext cx="381000" cy="380992"/>
          </a:xfrm>
          <a:prstGeom prst="rect">
            <a:avLst/>
          </a:prstGeom>
          <a:solidFill>
            <a:srgbClr val="DAE8FC"/>
          </a:solidFill>
          <a:ln w="9525" cap="flat">
            <a:solidFill>
              <a:schemeClr val="tx1">
                <a:lumMod val="75000"/>
                <a:lumOff val="25000"/>
              </a:schemeClr>
            </a:solidFill>
            <a:prstDash val="solid"/>
            <a:miter/>
          </a:ln>
        </p:spPr>
        <p:txBody>
          <a:bodyPr wrap="none" anchor="ctr"/>
          <a:lstStyle/>
          <a:p>
            <a:pPr algn="ctr"/>
            <a:r>
              <a:rPr lang="en-US" sz="2000" noProof="0" dirty="0"/>
              <a:t>2</a:t>
            </a:r>
          </a:p>
        </p:txBody>
      </p:sp>
      <p:sp>
        <p:nvSpPr>
          <p:cNvPr id="77" name="Rectangle 76">
            <a:extLst>
              <a:ext uri="{FF2B5EF4-FFF2-40B4-BE49-F238E27FC236}">
                <a16:creationId xmlns:a16="http://schemas.microsoft.com/office/drawing/2014/main" id="{27814029-6F98-4055-439B-51AF0156C7F8}"/>
              </a:ext>
            </a:extLst>
          </p:cNvPr>
          <p:cNvSpPr/>
          <p:nvPr>
            <p:custDataLst>
              <p:tags r:id="rId25"/>
            </p:custDataLst>
          </p:nvPr>
        </p:nvSpPr>
        <p:spPr>
          <a:xfrm>
            <a:off x="6784317" y="3482997"/>
            <a:ext cx="381000" cy="380992"/>
          </a:xfrm>
          <a:prstGeom prst="rect">
            <a:avLst/>
          </a:prstGeom>
          <a:solidFill>
            <a:srgbClr val="94F29B"/>
          </a:solidFill>
          <a:ln w="9525" cap="flat">
            <a:solidFill>
              <a:schemeClr val="tx1">
                <a:lumMod val="75000"/>
                <a:lumOff val="25000"/>
              </a:schemeClr>
            </a:solidFill>
            <a:prstDash val="solid"/>
            <a:miter/>
          </a:ln>
        </p:spPr>
        <p:txBody>
          <a:bodyPr wrap="none" anchor="ctr"/>
          <a:lstStyle/>
          <a:p>
            <a:pPr algn="ctr"/>
            <a:r>
              <a:rPr lang="en-US" sz="2000" noProof="0" dirty="0"/>
              <a:t>6</a:t>
            </a:r>
          </a:p>
        </p:txBody>
      </p:sp>
      <p:sp>
        <p:nvSpPr>
          <p:cNvPr id="80" name="Rectangle 79">
            <a:extLst>
              <a:ext uri="{FF2B5EF4-FFF2-40B4-BE49-F238E27FC236}">
                <a16:creationId xmlns:a16="http://schemas.microsoft.com/office/drawing/2014/main" id="{71500E03-9C84-6DAE-C18B-7C7A249E1704}"/>
              </a:ext>
            </a:extLst>
          </p:cNvPr>
          <p:cNvSpPr/>
          <p:nvPr>
            <p:custDataLst>
              <p:tags r:id="rId26"/>
            </p:custDataLst>
          </p:nvPr>
        </p:nvSpPr>
        <p:spPr>
          <a:xfrm>
            <a:off x="7546317" y="3482997"/>
            <a:ext cx="381000" cy="380992"/>
          </a:xfrm>
          <a:prstGeom prst="rect">
            <a:avLst/>
          </a:prstGeom>
          <a:solidFill>
            <a:srgbClr val="94F29B"/>
          </a:solidFill>
          <a:ln w="9525" cap="flat">
            <a:solidFill>
              <a:schemeClr val="tx1">
                <a:lumMod val="75000"/>
                <a:lumOff val="25000"/>
              </a:schemeClr>
            </a:solidFill>
            <a:prstDash val="solid"/>
            <a:miter/>
          </a:ln>
        </p:spPr>
        <p:txBody>
          <a:bodyPr wrap="none" anchor="ctr"/>
          <a:lstStyle/>
          <a:p>
            <a:pPr algn="ctr"/>
            <a:r>
              <a:rPr lang="en-US" sz="2000" noProof="0" dirty="0"/>
              <a:t>8</a:t>
            </a:r>
          </a:p>
        </p:txBody>
      </p:sp>
      <p:sp>
        <p:nvSpPr>
          <p:cNvPr id="83" name="Rectangle 82">
            <a:extLst>
              <a:ext uri="{FF2B5EF4-FFF2-40B4-BE49-F238E27FC236}">
                <a16:creationId xmlns:a16="http://schemas.microsoft.com/office/drawing/2014/main" id="{AE602D09-5476-2D97-3F39-B3301C510D97}"/>
              </a:ext>
            </a:extLst>
          </p:cNvPr>
          <p:cNvSpPr/>
          <p:nvPr>
            <p:custDataLst>
              <p:tags r:id="rId27"/>
            </p:custDataLst>
          </p:nvPr>
        </p:nvSpPr>
        <p:spPr>
          <a:xfrm>
            <a:off x="7165317" y="3482997"/>
            <a:ext cx="381000" cy="380992"/>
          </a:xfrm>
          <a:prstGeom prst="rect">
            <a:avLst/>
          </a:prstGeom>
          <a:solidFill>
            <a:srgbClr val="94F29B"/>
          </a:solidFill>
          <a:ln w="9525" cap="flat">
            <a:solidFill>
              <a:schemeClr val="tx1">
                <a:lumMod val="75000"/>
                <a:lumOff val="25000"/>
              </a:schemeClr>
            </a:solidFill>
            <a:prstDash val="solid"/>
            <a:miter/>
          </a:ln>
        </p:spPr>
        <p:txBody>
          <a:bodyPr wrap="none" anchor="ctr"/>
          <a:lstStyle/>
          <a:p>
            <a:pPr algn="ctr"/>
            <a:r>
              <a:rPr lang="en-US" sz="2000" noProof="0" dirty="0"/>
              <a:t>7</a:t>
            </a:r>
          </a:p>
        </p:txBody>
      </p:sp>
      <p:sp>
        <p:nvSpPr>
          <p:cNvPr id="86" name="Rectangle 85">
            <a:extLst>
              <a:ext uri="{FF2B5EF4-FFF2-40B4-BE49-F238E27FC236}">
                <a16:creationId xmlns:a16="http://schemas.microsoft.com/office/drawing/2014/main" id="{0B4A79BD-970B-69A5-CA89-23BD9BF1219C}"/>
              </a:ext>
            </a:extLst>
          </p:cNvPr>
          <p:cNvSpPr/>
          <p:nvPr>
            <p:custDataLst>
              <p:tags r:id="rId28"/>
            </p:custDataLst>
          </p:nvPr>
        </p:nvSpPr>
        <p:spPr>
          <a:xfrm>
            <a:off x="6403317" y="3482997"/>
            <a:ext cx="381000" cy="380992"/>
          </a:xfrm>
          <a:prstGeom prst="rect">
            <a:avLst/>
          </a:prstGeom>
          <a:solidFill>
            <a:srgbClr val="94F29B"/>
          </a:solidFill>
          <a:ln w="9525" cap="flat">
            <a:solidFill>
              <a:schemeClr val="tx1">
                <a:lumMod val="75000"/>
                <a:lumOff val="25000"/>
              </a:schemeClr>
            </a:solidFill>
            <a:prstDash val="solid"/>
            <a:miter/>
          </a:ln>
        </p:spPr>
        <p:txBody>
          <a:bodyPr wrap="none" anchor="ctr"/>
          <a:lstStyle/>
          <a:p>
            <a:pPr algn="ctr"/>
            <a:r>
              <a:rPr lang="en-US" sz="2000" noProof="0" dirty="0"/>
              <a:t>5</a:t>
            </a:r>
          </a:p>
        </p:txBody>
      </p:sp>
      <p:sp>
        <p:nvSpPr>
          <p:cNvPr id="89" name="Rectangle 88">
            <a:extLst>
              <a:ext uri="{FF2B5EF4-FFF2-40B4-BE49-F238E27FC236}">
                <a16:creationId xmlns:a16="http://schemas.microsoft.com/office/drawing/2014/main" id="{FB202CA8-F886-1127-F914-31628CFCD14A}"/>
              </a:ext>
            </a:extLst>
          </p:cNvPr>
          <p:cNvSpPr/>
          <p:nvPr>
            <p:custDataLst>
              <p:tags r:id="rId29"/>
            </p:custDataLst>
          </p:nvPr>
        </p:nvSpPr>
        <p:spPr>
          <a:xfrm>
            <a:off x="4879317" y="3482997"/>
            <a:ext cx="381000" cy="380992"/>
          </a:xfrm>
          <a:prstGeom prst="rect">
            <a:avLst/>
          </a:prstGeom>
          <a:solidFill>
            <a:srgbClr val="DAE8FC"/>
          </a:solidFill>
          <a:ln w="9525" cap="flat">
            <a:solidFill>
              <a:schemeClr val="tx1">
                <a:lumMod val="75000"/>
                <a:lumOff val="25000"/>
              </a:schemeClr>
            </a:solidFill>
            <a:prstDash val="solid"/>
            <a:miter/>
          </a:ln>
        </p:spPr>
        <p:txBody>
          <a:bodyPr wrap="none" anchor="ctr"/>
          <a:lstStyle/>
          <a:p>
            <a:pPr algn="ctr"/>
            <a:r>
              <a:rPr lang="en-US" sz="2000" noProof="0" dirty="0"/>
              <a:t>1</a:t>
            </a:r>
          </a:p>
        </p:txBody>
      </p:sp>
      <p:sp>
        <p:nvSpPr>
          <p:cNvPr id="92" name="Rectangle 91">
            <a:extLst>
              <a:ext uri="{FF2B5EF4-FFF2-40B4-BE49-F238E27FC236}">
                <a16:creationId xmlns:a16="http://schemas.microsoft.com/office/drawing/2014/main" id="{B8977E23-4CDB-1264-F4AD-A71A91BF3890}"/>
              </a:ext>
            </a:extLst>
          </p:cNvPr>
          <p:cNvSpPr/>
          <p:nvPr>
            <p:custDataLst>
              <p:tags r:id="rId30"/>
            </p:custDataLst>
          </p:nvPr>
        </p:nvSpPr>
        <p:spPr>
          <a:xfrm>
            <a:off x="7927317" y="3482997"/>
            <a:ext cx="381000" cy="380992"/>
          </a:xfrm>
          <a:prstGeom prst="rect">
            <a:avLst/>
          </a:prstGeom>
          <a:solidFill>
            <a:srgbClr val="FEC842"/>
          </a:solidFill>
          <a:ln w="9525" cap="flat">
            <a:solidFill>
              <a:schemeClr val="tx1">
                <a:lumMod val="75000"/>
                <a:lumOff val="25000"/>
              </a:schemeClr>
            </a:solidFill>
            <a:prstDash val="solid"/>
            <a:miter/>
          </a:ln>
        </p:spPr>
        <p:txBody>
          <a:bodyPr wrap="none" anchor="ctr"/>
          <a:lstStyle/>
          <a:p>
            <a:pPr algn="ctr"/>
            <a:r>
              <a:rPr lang="en-US" sz="2000" noProof="0" dirty="0"/>
              <a:t>9</a:t>
            </a:r>
          </a:p>
        </p:txBody>
      </p:sp>
      <p:sp>
        <p:nvSpPr>
          <p:cNvPr id="95" name="Rectangle 94">
            <a:extLst>
              <a:ext uri="{FF2B5EF4-FFF2-40B4-BE49-F238E27FC236}">
                <a16:creationId xmlns:a16="http://schemas.microsoft.com/office/drawing/2014/main" id="{70C68701-285E-394C-56CB-B2B925283B76}"/>
              </a:ext>
            </a:extLst>
          </p:cNvPr>
          <p:cNvSpPr/>
          <p:nvPr>
            <p:custDataLst>
              <p:tags r:id="rId31"/>
            </p:custDataLst>
          </p:nvPr>
        </p:nvSpPr>
        <p:spPr>
          <a:xfrm>
            <a:off x="5641317" y="3482997"/>
            <a:ext cx="381000" cy="380992"/>
          </a:xfrm>
          <a:prstGeom prst="rect">
            <a:avLst/>
          </a:prstGeom>
          <a:solidFill>
            <a:srgbClr val="DAE8FC"/>
          </a:solidFill>
          <a:ln w="9525" cap="flat">
            <a:solidFill>
              <a:schemeClr val="tx1">
                <a:lumMod val="75000"/>
                <a:lumOff val="25000"/>
              </a:schemeClr>
            </a:solidFill>
            <a:prstDash val="solid"/>
            <a:miter/>
          </a:ln>
        </p:spPr>
        <p:txBody>
          <a:bodyPr wrap="none" anchor="ctr"/>
          <a:lstStyle/>
          <a:p>
            <a:pPr algn="ctr"/>
            <a:r>
              <a:rPr lang="en-US" sz="2000" noProof="0" dirty="0"/>
              <a:t>3</a:t>
            </a:r>
          </a:p>
        </p:txBody>
      </p:sp>
      <p:sp>
        <p:nvSpPr>
          <p:cNvPr id="98" name="Rectangle 97">
            <a:extLst>
              <a:ext uri="{FF2B5EF4-FFF2-40B4-BE49-F238E27FC236}">
                <a16:creationId xmlns:a16="http://schemas.microsoft.com/office/drawing/2014/main" id="{8EA68D86-1A02-EE92-B997-D5D94FEACE08}"/>
              </a:ext>
            </a:extLst>
          </p:cNvPr>
          <p:cNvSpPr/>
          <p:nvPr>
            <p:custDataLst>
              <p:tags r:id="rId32"/>
            </p:custDataLst>
          </p:nvPr>
        </p:nvSpPr>
        <p:spPr>
          <a:xfrm>
            <a:off x="6022317" y="3482997"/>
            <a:ext cx="381000" cy="380992"/>
          </a:xfrm>
          <a:prstGeom prst="rect">
            <a:avLst/>
          </a:prstGeom>
          <a:solidFill>
            <a:srgbClr val="DAE8FC"/>
          </a:solidFill>
          <a:ln w="9525" cap="flat">
            <a:solidFill>
              <a:schemeClr val="tx1">
                <a:lumMod val="75000"/>
                <a:lumOff val="25000"/>
              </a:schemeClr>
            </a:solidFill>
            <a:prstDash val="solid"/>
            <a:miter/>
          </a:ln>
        </p:spPr>
        <p:txBody>
          <a:bodyPr wrap="none" anchor="ctr"/>
          <a:lstStyle/>
          <a:p>
            <a:pPr algn="ctr"/>
            <a:r>
              <a:rPr lang="en-US" sz="2000" noProof="0" dirty="0"/>
              <a:t>4</a:t>
            </a:r>
          </a:p>
        </p:txBody>
      </p:sp>
      <p:sp>
        <p:nvSpPr>
          <p:cNvPr id="101" name="Rectangle 100">
            <a:extLst>
              <a:ext uri="{FF2B5EF4-FFF2-40B4-BE49-F238E27FC236}">
                <a16:creationId xmlns:a16="http://schemas.microsoft.com/office/drawing/2014/main" id="{115C4D2C-EE3D-1F7C-B037-189CE77D91F2}"/>
              </a:ext>
            </a:extLst>
          </p:cNvPr>
          <p:cNvSpPr/>
          <p:nvPr>
            <p:custDataLst>
              <p:tags r:id="rId33"/>
            </p:custDataLst>
          </p:nvPr>
        </p:nvSpPr>
        <p:spPr>
          <a:xfrm>
            <a:off x="9070317" y="3482997"/>
            <a:ext cx="381000" cy="380992"/>
          </a:xfrm>
          <a:prstGeom prst="rect">
            <a:avLst/>
          </a:prstGeom>
          <a:solidFill>
            <a:srgbClr val="FEC842"/>
          </a:solidFill>
          <a:ln w="9525" cap="flat">
            <a:solidFill>
              <a:schemeClr val="tx1">
                <a:lumMod val="75000"/>
                <a:lumOff val="25000"/>
              </a:schemeClr>
            </a:solidFill>
            <a:prstDash val="solid"/>
            <a:miter/>
          </a:ln>
        </p:spPr>
        <p:txBody>
          <a:bodyPr wrap="none" anchor="ctr"/>
          <a:lstStyle/>
          <a:p>
            <a:pPr algn="ctr"/>
            <a:r>
              <a:rPr lang="en-US" sz="2000" noProof="0" dirty="0"/>
              <a:t>12</a:t>
            </a:r>
          </a:p>
        </p:txBody>
      </p:sp>
      <p:sp>
        <p:nvSpPr>
          <p:cNvPr id="104" name="Rectangle 103">
            <a:extLst>
              <a:ext uri="{FF2B5EF4-FFF2-40B4-BE49-F238E27FC236}">
                <a16:creationId xmlns:a16="http://schemas.microsoft.com/office/drawing/2014/main" id="{9210E62F-B36D-7DFB-8DF9-AAFF793EABFA}"/>
              </a:ext>
            </a:extLst>
          </p:cNvPr>
          <p:cNvSpPr/>
          <p:nvPr>
            <p:custDataLst>
              <p:tags r:id="rId34"/>
            </p:custDataLst>
          </p:nvPr>
        </p:nvSpPr>
        <p:spPr>
          <a:xfrm>
            <a:off x="8308317" y="3482997"/>
            <a:ext cx="381000" cy="380992"/>
          </a:xfrm>
          <a:prstGeom prst="rect">
            <a:avLst/>
          </a:prstGeom>
          <a:solidFill>
            <a:srgbClr val="FEC842"/>
          </a:solidFill>
          <a:ln w="9525" cap="flat">
            <a:solidFill>
              <a:schemeClr val="tx1">
                <a:lumMod val="75000"/>
                <a:lumOff val="25000"/>
              </a:schemeClr>
            </a:solidFill>
            <a:prstDash val="solid"/>
            <a:miter/>
          </a:ln>
        </p:spPr>
        <p:txBody>
          <a:bodyPr wrap="none" anchor="ctr"/>
          <a:lstStyle/>
          <a:p>
            <a:pPr algn="ctr"/>
            <a:r>
              <a:rPr lang="en-US" sz="2000" noProof="0" dirty="0"/>
              <a:t>10</a:t>
            </a:r>
          </a:p>
        </p:txBody>
      </p:sp>
      <p:sp>
        <p:nvSpPr>
          <p:cNvPr id="107" name="Rectangle 106">
            <a:extLst>
              <a:ext uri="{FF2B5EF4-FFF2-40B4-BE49-F238E27FC236}">
                <a16:creationId xmlns:a16="http://schemas.microsoft.com/office/drawing/2014/main" id="{303D1F9A-13EE-7BB8-84D7-4B3131D55425}"/>
              </a:ext>
            </a:extLst>
          </p:cNvPr>
          <p:cNvSpPr/>
          <p:nvPr>
            <p:custDataLst>
              <p:tags r:id="rId35"/>
            </p:custDataLst>
          </p:nvPr>
        </p:nvSpPr>
        <p:spPr>
          <a:xfrm>
            <a:off x="8689317" y="3482997"/>
            <a:ext cx="381000" cy="380992"/>
          </a:xfrm>
          <a:prstGeom prst="rect">
            <a:avLst/>
          </a:prstGeom>
          <a:solidFill>
            <a:srgbClr val="FEC842"/>
          </a:solidFill>
          <a:ln w="9525" cap="flat">
            <a:solidFill>
              <a:schemeClr val="tx1">
                <a:lumMod val="75000"/>
                <a:lumOff val="25000"/>
              </a:schemeClr>
            </a:solidFill>
            <a:prstDash val="solid"/>
            <a:miter/>
          </a:ln>
        </p:spPr>
        <p:txBody>
          <a:bodyPr wrap="none" anchor="ctr"/>
          <a:lstStyle/>
          <a:p>
            <a:pPr algn="ctr"/>
            <a:r>
              <a:rPr lang="en-US" sz="2000" noProof="0" dirty="0"/>
              <a:t>11</a:t>
            </a:r>
          </a:p>
        </p:txBody>
      </p:sp>
      <p:sp>
        <p:nvSpPr>
          <p:cNvPr id="110" name="Rectangle 109">
            <a:extLst>
              <a:ext uri="{FF2B5EF4-FFF2-40B4-BE49-F238E27FC236}">
                <a16:creationId xmlns:a16="http://schemas.microsoft.com/office/drawing/2014/main" id="{EFA7F8D3-BAD2-4029-5B48-56B1D9D350CF}"/>
              </a:ext>
            </a:extLst>
          </p:cNvPr>
          <p:cNvSpPr/>
          <p:nvPr>
            <p:custDataLst>
              <p:tags r:id="rId36"/>
            </p:custDataLst>
          </p:nvPr>
        </p:nvSpPr>
        <p:spPr>
          <a:xfrm>
            <a:off x="6022317" y="4794565"/>
            <a:ext cx="381000" cy="380992"/>
          </a:xfrm>
          <a:prstGeom prst="rect">
            <a:avLst/>
          </a:prstGeom>
          <a:solidFill>
            <a:srgbClr val="DAE8FC"/>
          </a:solidFill>
          <a:ln w="9525" cap="flat">
            <a:solidFill>
              <a:schemeClr val="tx1">
                <a:lumMod val="75000"/>
                <a:lumOff val="25000"/>
              </a:schemeClr>
            </a:solidFill>
            <a:prstDash val="solid"/>
            <a:miter/>
          </a:ln>
        </p:spPr>
        <p:txBody>
          <a:bodyPr wrap="none" anchor="ctr"/>
          <a:lstStyle/>
          <a:p>
            <a:pPr algn="ctr"/>
            <a:r>
              <a:rPr lang="en-US" sz="2000" noProof="0" dirty="0"/>
              <a:t>2</a:t>
            </a:r>
          </a:p>
        </p:txBody>
      </p:sp>
      <p:sp>
        <p:nvSpPr>
          <p:cNvPr id="113" name="Rectangle 112">
            <a:extLst>
              <a:ext uri="{FF2B5EF4-FFF2-40B4-BE49-F238E27FC236}">
                <a16:creationId xmlns:a16="http://schemas.microsoft.com/office/drawing/2014/main" id="{4A3B9DBA-D0CF-5DFF-B1F0-AE25E9B2F115}"/>
              </a:ext>
            </a:extLst>
          </p:cNvPr>
          <p:cNvSpPr/>
          <p:nvPr>
            <p:custDataLst>
              <p:tags r:id="rId37"/>
            </p:custDataLst>
          </p:nvPr>
        </p:nvSpPr>
        <p:spPr>
          <a:xfrm>
            <a:off x="6403317" y="4794565"/>
            <a:ext cx="381000" cy="380992"/>
          </a:xfrm>
          <a:prstGeom prst="rect">
            <a:avLst/>
          </a:prstGeom>
          <a:solidFill>
            <a:srgbClr val="94F29B"/>
          </a:solidFill>
          <a:ln w="9525" cap="flat">
            <a:solidFill>
              <a:schemeClr val="tx1">
                <a:lumMod val="75000"/>
                <a:lumOff val="25000"/>
              </a:schemeClr>
            </a:solidFill>
            <a:prstDash val="solid"/>
            <a:miter/>
          </a:ln>
        </p:spPr>
        <p:txBody>
          <a:bodyPr wrap="none" anchor="ctr"/>
          <a:lstStyle/>
          <a:p>
            <a:pPr algn="ctr"/>
            <a:r>
              <a:rPr lang="en-US" sz="2000" noProof="0" dirty="0"/>
              <a:t>6</a:t>
            </a:r>
          </a:p>
        </p:txBody>
      </p:sp>
      <p:sp>
        <p:nvSpPr>
          <p:cNvPr id="116" name="Rectangle 115">
            <a:extLst>
              <a:ext uri="{FF2B5EF4-FFF2-40B4-BE49-F238E27FC236}">
                <a16:creationId xmlns:a16="http://schemas.microsoft.com/office/drawing/2014/main" id="{FEE21F3C-FCC9-9DDC-352B-5B25C9F7C058}"/>
              </a:ext>
            </a:extLst>
          </p:cNvPr>
          <p:cNvSpPr/>
          <p:nvPr>
            <p:custDataLst>
              <p:tags r:id="rId38"/>
            </p:custDataLst>
          </p:nvPr>
        </p:nvSpPr>
        <p:spPr>
          <a:xfrm>
            <a:off x="8689317" y="4794565"/>
            <a:ext cx="381000" cy="380992"/>
          </a:xfrm>
          <a:prstGeom prst="rect">
            <a:avLst/>
          </a:prstGeom>
          <a:solidFill>
            <a:srgbClr val="94F29B"/>
          </a:solidFill>
          <a:ln w="9525" cap="flat">
            <a:solidFill>
              <a:schemeClr val="tx1">
                <a:lumMod val="75000"/>
                <a:lumOff val="25000"/>
              </a:schemeClr>
            </a:solidFill>
            <a:prstDash val="solid"/>
            <a:miter/>
          </a:ln>
        </p:spPr>
        <p:txBody>
          <a:bodyPr wrap="none" anchor="ctr"/>
          <a:lstStyle/>
          <a:p>
            <a:pPr algn="ctr"/>
            <a:r>
              <a:rPr lang="en-US" sz="2000" noProof="0" dirty="0"/>
              <a:t>8</a:t>
            </a:r>
          </a:p>
        </p:txBody>
      </p:sp>
      <p:sp>
        <p:nvSpPr>
          <p:cNvPr id="119" name="Rectangle 118">
            <a:extLst>
              <a:ext uri="{FF2B5EF4-FFF2-40B4-BE49-F238E27FC236}">
                <a16:creationId xmlns:a16="http://schemas.microsoft.com/office/drawing/2014/main" id="{94C85911-3B16-FB07-3A45-313E40E40F7B}"/>
              </a:ext>
            </a:extLst>
          </p:cNvPr>
          <p:cNvSpPr/>
          <p:nvPr>
            <p:custDataLst>
              <p:tags r:id="rId39"/>
            </p:custDataLst>
          </p:nvPr>
        </p:nvSpPr>
        <p:spPr>
          <a:xfrm>
            <a:off x="7546317" y="4794565"/>
            <a:ext cx="381000" cy="380992"/>
          </a:xfrm>
          <a:prstGeom prst="rect">
            <a:avLst/>
          </a:prstGeom>
          <a:solidFill>
            <a:srgbClr val="94F29B"/>
          </a:solidFill>
          <a:ln w="9525" cap="flat">
            <a:solidFill>
              <a:schemeClr val="tx1">
                <a:lumMod val="75000"/>
                <a:lumOff val="25000"/>
              </a:schemeClr>
            </a:solidFill>
            <a:prstDash val="solid"/>
            <a:miter/>
          </a:ln>
        </p:spPr>
        <p:txBody>
          <a:bodyPr wrap="none" anchor="ctr"/>
          <a:lstStyle/>
          <a:p>
            <a:pPr algn="ctr"/>
            <a:r>
              <a:rPr lang="en-US" sz="2000" noProof="0" dirty="0"/>
              <a:t>7</a:t>
            </a:r>
          </a:p>
        </p:txBody>
      </p:sp>
      <p:sp>
        <p:nvSpPr>
          <p:cNvPr id="122" name="Rectangle 121">
            <a:extLst>
              <a:ext uri="{FF2B5EF4-FFF2-40B4-BE49-F238E27FC236}">
                <a16:creationId xmlns:a16="http://schemas.microsoft.com/office/drawing/2014/main" id="{ACDF9B56-E1A5-32D8-0930-92E8E480A0C3}"/>
              </a:ext>
            </a:extLst>
          </p:cNvPr>
          <p:cNvSpPr/>
          <p:nvPr>
            <p:custDataLst>
              <p:tags r:id="rId40"/>
            </p:custDataLst>
          </p:nvPr>
        </p:nvSpPr>
        <p:spPr>
          <a:xfrm>
            <a:off x="5260317" y="4794565"/>
            <a:ext cx="381000" cy="380992"/>
          </a:xfrm>
          <a:prstGeom prst="rect">
            <a:avLst/>
          </a:prstGeom>
          <a:solidFill>
            <a:srgbClr val="94F29B"/>
          </a:solidFill>
          <a:ln w="9525" cap="flat">
            <a:solidFill>
              <a:schemeClr val="tx1">
                <a:lumMod val="75000"/>
                <a:lumOff val="25000"/>
              </a:schemeClr>
            </a:solidFill>
            <a:prstDash val="solid"/>
            <a:miter/>
          </a:ln>
        </p:spPr>
        <p:txBody>
          <a:bodyPr wrap="none" anchor="ctr"/>
          <a:lstStyle/>
          <a:p>
            <a:pPr algn="ctr"/>
            <a:r>
              <a:rPr lang="en-US" sz="2000" noProof="0" dirty="0"/>
              <a:t>5</a:t>
            </a:r>
          </a:p>
        </p:txBody>
      </p:sp>
      <p:sp>
        <p:nvSpPr>
          <p:cNvPr id="125" name="Rectangle 124">
            <a:extLst>
              <a:ext uri="{FF2B5EF4-FFF2-40B4-BE49-F238E27FC236}">
                <a16:creationId xmlns:a16="http://schemas.microsoft.com/office/drawing/2014/main" id="{BAEB7AAE-6098-D3AE-E50C-860A05F2AF1F}"/>
              </a:ext>
            </a:extLst>
          </p:cNvPr>
          <p:cNvSpPr/>
          <p:nvPr>
            <p:custDataLst>
              <p:tags r:id="rId41"/>
            </p:custDataLst>
          </p:nvPr>
        </p:nvSpPr>
        <p:spPr>
          <a:xfrm>
            <a:off x="4879317" y="4794565"/>
            <a:ext cx="381000" cy="380992"/>
          </a:xfrm>
          <a:prstGeom prst="rect">
            <a:avLst/>
          </a:prstGeom>
          <a:solidFill>
            <a:srgbClr val="DAE8FC"/>
          </a:solidFill>
          <a:ln w="9525" cap="flat">
            <a:solidFill>
              <a:schemeClr val="tx1">
                <a:lumMod val="75000"/>
                <a:lumOff val="25000"/>
              </a:schemeClr>
            </a:solidFill>
            <a:prstDash val="solid"/>
            <a:miter/>
          </a:ln>
        </p:spPr>
        <p:txBody>
          <a:bodyPr wrap="none" anchor="ctr"/>
          <a:lstStyle/>
          <a:p>
            <a:pPr algn="ctr"/>
            <a:r>
              <a:rPr lang="en-US" sz="2000" noProof="0" dirty="0"/>
              <a:t>1</a:t>
            </a:r>
          </a:p>
        </p:txBody>
      </p:sp>
      <p:sp>
        <p:nvSpPr>
          <p:cNvPr id="128" name="Rectangle 127">
            <a:extLst>
              <a:ext uri="{FF2B5EF4-FFF2-40B4-BE49-F238E27FC236}">
                <a16:creationId xmlns:a16="http://schemas.microsoft.com/office/drawing/2014/main" id="{87CDE090-1007-F93C-C94B-F65C05AF7955}"/>
              </a:ext>
            </a:extLst>
          </p:cNvPr>
          <p:cNvSpPr/>
          <p:nvPr>
            <p:custDataLst>
              <p:tags r:id="rId42"/>
            </p:custDataLst>
          </p:nvPr>
        </p:nvSpPr>
        <p:spPr>
          <a:xfrm>
            <a:off x="5641317" y="4794565"/>
            <a:ext cx="381000" cy="380992"/>
          </a:xfrm>
          <a:prstGeom prst="rect">
            <a:avLst/>
          </a:prstGeom>
          <a:solidFill>
            <a:srgbClr val="FEC842"/>
          </a:solidFill>
          <a:ln w="9525" cap="flat">
            <a:solidFill>
              <a:schemeClr val="tx1">
                <a:lumMod val="75000"/>
                <a:lumOff val="25000"/>
              </a:schemeClr>
            </a:solidFill>
            <a:prstDash val="solid"/>
            <a:miter/>
          </a:ln>
        </p:spPr>
        <p:txBody>
          <a:bodyPr wrap="none" anchor="ctr"/>
          <a:lstStyle/>
          <a:p>
            <a:pPr algn="ctr"/>
            <a:r>
              <a:rPr lang="en-US" sz="2000" noProof="0" dirty="0"/>
              <a:t>9</a:t>
            </a:r>
          </a:p>
        </p:txBody>
      </p:sp>
      <p:sp>
        <p:nvSpPr>
          <p:cNvPr id="131" name="Rectangle 130">
            <a:extLst>
              <a:ext uri="{FF2B5EF4-FFF2-40B4-BE49-F238E27FC236}">
                <a16:creationId xmlns:a16="http://schemas.microsoft.com/office/drawing/2014/main" id="{B3755AD7-C1D5-2776-A250-35403C2095FC}"/>
              </a:ext>
            </a:extLst>
          </p:cNvPr>
          <p:cNvSpPr/>
          <p:nvPr>
            <p:custDataLst>
              <p:tags r:id="rId43"/>
            </p:custDataLst>
          </p:nvPr>
        </p:nvSpPr>
        <p:spPr>
          <a:xfrm>
            <a:off x="7165317" y="4794565"/>
            <a:ext cx="381000" cy="380992"/>
          </a:xfrm>
          <a:prstGeom prst="rect">
            <a:avLst/>
          </a:prstGeom>
          <a:solidFill>
            <a:srgbClr val="DAE8FC"/>
          </a:solidFill>
          <a:ln w="9525" cap="flat">
            <a:solidFill>
              <a:schemeClr val="tx1">
                <a:lumMod val="75000"/>
                <a:lumOff val="25000"/>
              </a:schemeClr>
            </a:solidFill>
            <a:prstDash val="solid"/>
            <a:miter/>
          </a:ln>
        </p:spPr>
        <p:txBody>
          <a:bodyPr wrap="none" anchor="ctr"/>
          <a:lstStyle/>
          <a:p>
            <a:pPr algn="ctr"/>
            <a:r>
              <a:rPr lang="en-US" sz="2000" noProof="0" dirty="0"/>
              <a:t>3</a:t>
            </a:r>
          </a:p>
        </p:txBody>
      </p:sp>
      <p:sp>
        <p:nvSpPr>
          <p:cNvPr id="134" name="Rectangle 133">
            <a:extLst>
              <a:ext uri="{FF2B5EF4-FFF2-40B4-BE49-F238E27FC236}">
                <a16:creationId xmlns:a16="http://schemas.microsoft.com/office/drawing/2014/main" id="{22DFEFB8-108D-1A71-4F29-AE6F03A556C2}"/>
              </a:ext>
            </a:extLst>
          </p:cNvPr>
          <p:cNvSpPr/>
          <p:nvPr>
            <p:custDataLst>
              <p:tags r:id="rId44"/>
            </p:custDataLst>
          </p:nvPr>
        </p:nvSpPr>
        <p:spPr>
          <a:xfrm>
            <a:off x="8308317" y="4794565"/>
            <a:ext cx="381000" cy="380992"/>
          </a:xfrm>
          <a:prstGeom prst="rect">
            <a:avLst/>
          </a:prstGeom>
          <a:solidFill>
            <a:srgbClr val="DAE8FC"/>
          </a:solidFill>
          <a:ln w="9525" cap="flat">
            <a:solidFill>
              <a:schemeClr val="tx1">
                <a:lumMod val="75000"/>
                <a:lumOff val="25000"/>
              </a:schemeClr>
            </a:solidFill>
            <a:prstDash val="solid"/>
            <a:miter/>
          </a:ln>
        </p:spPr>
        <p:txBody>
          <a:bodyPr wrap="none" anchor="ctr"/>
          <a:lstStyle/>
          <a:p>
            <a:pPr algn="ctr"/>
            <a:r>
              <a:rPr lang="en-US" sz="2000" noProof="0" dirty="0"/>
              <a:t>4</a:t>
            </a:r>
          </a:p>
        </p:txBody>
      </p:sp>
      <p:sp>
        <p:nvSpPr>
          <p:cNvPr id="137" name="Rectangle 136">
            <a:extLst>
              <a:ext uri="{FF2B5EF4-FFF2-40B4-BE49-F238E27FC236}">
                <a16:creationId xmlns:a16="http://schemas.microsoft.com/office/drawing/2014/main" id="{4B06CD16-5CFF-9783-4142-A79F711C0702}"/>
              </a:ext>
            </a:extLst>
          </p:cNvPr>
          <p:cNvSpPr/>
          <p:nvPr>
            <p:custDataLst>
              <p:tags r:id="rId45"/>
            </p:custDataLst>
          </p:nvPr>
        </p:nvSpPr>
        <p:spPr>
          <a:xfrm>
            <a:off x="9070317" y="4794565"/>
            <a:ext cx="381000" cy="380992"/>
          </a:xfrm>
          <a:prstGeom prst="rect">
            <a:avLst/>
          </a:prstGeom>
          <a:solidFill>
            <a:srgbClr val="FEC842"/>
          </a:solidFill>
          <a:ln w="9525" cap="flat">
            <a:solidFill>
              <a:schemeClr val="tx1">
                <a:lumMod val="75000"/>
                <a:lumOff val="25000"/>
              </a:schemeClr>
            </a:solidFill>
            <a:prstDash val="solid"/>
            <a:miter/>
          </a:ln>
        </p:spPr>
        <p:txBody>
          <a:bodyPr wrap="none" anchor="ctr"/>
          <a:lstStyle/>
          <a:p>
            <a:pPr algn="ctr"/>
            <a:r>
              <a:rPr lang="en-US" sz="2000" noProof="0" dirty="0"/>
              <a:t>12</a:t>
            </a:r>
          </a:p>
        </p:txBody>
      </p:sp>
      <p:sp>
        <p:nvSpPr>
          <p:cNvPr id="140" name="Rectangle 139">
            <a:extLst>
              <a:ext uri="{FF2B5EF4-FFF2-40B4-BE49-F238E27FC236}">
                <a16:creationId xmlns:a16="http://schemas.microsoft.com/office/drawing/2014/main" id="{83496A3D-46C3-B602-5DEC-9FF632E19DAA}"/>
              </a:ext>
            </a:extLst>
          </p:cNvPr>
          <p:cNvSpPr/>
          <p:nvPr>
            <p:custDataLst>
              <p:tags r:id="rId46"/>
            </p:custDataLst>
          </p:nvPr>
        </p:nvSpPr>
        <p:spPr>
          <a:xfrm>
            <a:off x="6784317" y="4794565"/>
            <a:ext cx="381000" cy="380992"/>
          </a:xfrm>
          <a:prstGeom prst="rect">
            <a:avLst/>
          </a:prstGeom>
          <a:solidFill>
            <a:srgbClr val="FEC842"/>
          </a:solidFill>
          <a:ln w="9525" cap="flat">
            <a:solidFill>
              <a:schemeClr val="tx1">
                <a:lumMod val="75000"/>
                <a:lumOff val="25000"/>
              </a:schemeClr>
            </a:solidFill>
            <a:prstDash val="solid"/>
            <a:miter/>
          </a:ln>
        </p:spPr>
        <p:txBody>
          <a:bodyPr wrap="none" anchor="ctr"/>
          <a:lstStyle/>
          <a:p>
            <a:pPr algn="ctr"/>
            <a:r>
              <a:rPr lang="en-US" sz="2000" noProof="0" dirty="0"/>
              <a:t>10</a:t>
            </a:r>
          </a:p>
        </p:txBody>
      </p:sp>
      <p:sp>
        <p:nvSpPr>
          <p:cNvPr id="143" name="Rectangle 142">
            <a:extLst>
              <a:ext uri="{FF2B5EF4-FFF2-40B4-BE49-F238E27FC236}">
                <a16:creationId xmlns:a16="http://schemas.microsoft.com/office/drawing/2014/main" id="{58279558-BDB0-F4DD-B769-C72E50415C5F}"/>
              </a:ext>
            </a:extLst>
          </p:cNvPr>
          <p:cNvSpPr/>
          <p:nvPr>
            <p:custDataLst>
              <p:tags r:id="rId47"/>
            </p:custDataLst>
          </p:nvPr>
        </p:nvSpPr>
        <p:spPr>
          <a:xfrm>
            <a:off x="7927317" y="4794565"/>
            <a:ext cx="381000" cy="380992"/>
          </a:xfrm>
          <a:prstGeom prst="rect">
            <a:avLst/>
          </a:prstGeom>
          <a:solidFill>
            <a:srgbClr val="FEC842"/>
          </a:solidFill>
          <a:ln w="9525" cap="flat">
            <a:solidFill>
              <a:schemeClr val="tx1">
                <a:lumMod val="75000"/>
                <a:lumOff val="25000"/>
              </a:schemeClr>
            </a:solidFill>
            <a:prstDash val="solid"/>
            <a:miter/>
          </a:ln>
        </p:spPr>
        <p:txBody>
          <a:bodyPr wrap="none" anchor="ctr"/>
          <a:lstStyle/>
          <a:p>
            <a:pPr algn="ctr"/>
            <a:r>
              <a:rPr lang="en-US" sz="2000" noProof="0" dirty="0"/>
              <a:t>11</a:t>
            </a:r>
          </a:p>
        </p:txBody>
      </p:sp>
      <p:cxnSp>
        <p:nvCxnSpPr>
          <p:cNvPr id="27" name="Straight Arrow Connector 26">
            <a:extLst>
              <a:ext uri="{FF2B5EF4-FFF2-40B4-BE49-F238E27FC236}">
                <a16:creationId xmlns:a16="http://schemas.microsoft.com/office/drawing/2014/main" id="{EDD1A278-7C00-DF7C-219E-946088D75D0E}"/>
              </a:ext>
            </a:extLst>
          </p:cNvPr>
          <p:cNvCxnSpPr>
            <a:cxnSpLocks/>
          </p:cNvCxnSpPr>
          <p:nvPr>
            <p:custDataLst>
              <p:tags r:id="rId48"/>
            </p:custDataLst>
          </p:nvPr>
        </p:nvCxnSpPr>
        <p:spPr>
          <a:xfrm>
            <a:off x="2965699" y="4232178"/>
            <a:ext cx="1913618" cy="726341"/>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pic>
        <p:nvPicPr>
          <p:cNvPr id="32" name="Picture 31">
            <a:extLst>
              <a:ext uri="{FF2B5EF4-FFF2-40B4-BE49-F238E27FC236}">
                <a16:creationId xmlns:a16="http://schemas.microsoft.com/office/drawing/2014/main" id="{EF9E0881-5D12-8A45-8EDA-5E01EA5D0778}"/>
              </a:ext>
            </a:extLst>
          </p:cNvPr>
          <p:cNvPicPr>
            <a:picLocks noChangeAspect="1"/>
          </p:cNvPicPr>
          <p:nvPr>
            <p:custDataLst>
              <p:tags r:id="rId49"/>
            </p:custDataLst>
          </p:nvPr>
        </p:nvPicPr>
        <p:blipFill>
          <a:blip r:embed="rId60"/>
          <a:stretch>
            <a:fillRect/>
          </a:stretch>
        </p:blipFill>
        <p:spPr>
          <a:xfrm rot="16200000" flipH="1">
            <a:off x="9725738" y="4664580"/>
            <a:ext cx="1249070" cy="1241336"/>
          </a:xfrm>
          <a:prstGeom prst="rect">
            <a:avLst/>
          </a:prstGeom>
        </p:spPr>
      </p:pic>
      <p:sp>
        <p:nvSpPr>
          <p:cNvPr id="33" name="Right Brace 32">
            <a:extLst>
              <a:ext uri="{FF2B5EF4-FFF2-40B4-BE49-F238E27FC236}">
                <a16:creationId xmlns:a16="http://schemas.microsoft.com/office/drawing/2014/main" id="{54CB22A7-6DC6-B51D-4313-0DD19D0F2AFC}"/>
              </a:ext>
            </a:extLst>
          </p:cNvPr>
          <p:cNvSpPr/>
          <p:nvPr>
            <p:custDataLst>
              <p:tags r:id="rId50"/>
            </p:custDataLst>
          </p:nvPr>
        </p:nvSpPr>
        <p:spPr>
          <a:xfrm rot="5400000">
            <a:off x="5350008" y="1359843"/>
            <a:ext cx="194951" cy="8045764"/>
          </a:xfrm>
          <a:prstGeom prst="rightBrace">
            <a:avLst/>
          </a:prstGeom>
          <a:ln>
            <a:solidFill>
              <a:schemeClr val="tx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noProof="0" dirty="0"/>
          </a:p>
        </p:txBody>
      </p:sp>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DACE273B-1B57-639E-B0C9-72426A3D7B4A}"/>
                  </a:ext>
                </a:extLst>
              </p:cNvPr>
              <p:cNvSpPr txBox="1"/>
              <p:nvPr>
                <p:custDataLst>
                  <p:tags r:id="rId51"/>
                </p:custDataLst>
              </p:nvPr>
            </p:nvSpPr>
            <p:spPr>
              <a:xfrm>
                <a:off x="3401890" y="3389098"/>
                <a:ext cx="1111137" cy="400110"/>
              </a:xfrm>
              <a:prstGeom prst="rect">
                <a:avLst/>
              </a:prstGeom>
              <a:noFill/>
            </p:spPr>
            <p:txBody>
              <a:bodyPr wrap="none" rtlCol="0">
                <a:spAutoFit/>
              </a:bodyPr>
              <a:lstStyle/>
              <a:p>
                <a:pPr/>
                <a14:m>
                  <m:oMathPara xmlns:m="http://schemas.openxmlformats.org/officeDocument/2006/math">
                    <m:oMath>
                      <m:r>
                        <a:rPr lang="en-US" sz="2000" b="0" i="1" noProof="0" smtClean="0">
                          <a:latin typeface="Cambria Math" panose="02040503050406030204" pitchFamily="18" charset="0"/>
                        </a:rPr>
                        <m:t>𝑖</m:t>
                      </m:r>
                      <m:r>
                        <a:rPr lang="en-US" sz="2000" b="0" i="1" noProof="0" smtClean="0">
                          <a:latin typeface="Cambria Math" panose="02040503050406030204" pitchFamily="18" charset="0"/>
                        </a:rPr>
                        <m:t>⋅</m:t>
                      </m:r>
                      <m:r>
                        <a:rPr lang="en-US" sz="2000" b="0" i="1" noProof="0" smtClean="0">
                          <a:latin typeface="Cambria Math" panose="02040503050406030204" pitchFamily="18" charset="0"/>
                        </a:rPr>
                        <m:t>𝑁</m:t>
                      </m:r>
                      <m:r>
                        <a:rPr lang="en-US" sz="2000" b="0" i="1" noProof="0" smtClean="0">
                          <a:latin typeface="Cambria Math" panose="02040503050406030204" pitchFamily="18" charset="0"/>
                        </a:rPr>
                        <m:t>+</m:t>
                      </m:r>
                      <m:r>
                        <a:rPr lang="en-US" sz="2000" b="0" i="1" noProof="0" smtClean="0">
                          <a:latin typeface="Cambria Math" panose="02040503050406030204" pitchFamily="18" charset="0"/>
                        </a:rPr>
                        <m:t>𝑗</m:t>
                      </m:r>
                    </m:oMath>
                  </m:oMathPara>
                </a14:m>
                <a:endParaRPr lang="en-US" sz="2000" noProof="0" dirty="0"/>
              </a:p>
            </p:txBody>
          </p:sp>
        </mc:Choice>
        <mc:Fallback>
          <p:sp>
            <p:nvSpPr>
              <p:cNvPr id="3" name="TextBox 2">
                <a:extLst>
                  <a:ext uri="{FF2B5EF4-FFF2-40B4-BE49-F238E27FC236}">
                    <a16:creationId xmlns:a16="http://schemas.microsoft.com/office/drawing/2014/main" id="{DACE273B-1B57-639E-B0C9-72426A3D7B4A}"/>
                  </a:ext>
                </a:extLst>
              </p:cNvPr>
              <p:cNvSpPr txBox="1">
                <a:spLocks noRot="1" noChangeAspect="1" noMove="1" noResize="1" noEditPoints="1" noAdjustHandles="1" noChangeArrowheads="1" noChangeShapeType="1" noTextEdit="1"/>
              </p:cNvSpPr>
              <p:nvPr>
                <p:custDataLst>
                  <p:tags r:id="rId51"/>
                </p:custDataLst>
              </p:nvPr>
            </p:nvSpPr>
            <p:spPr>
              <a:xfrm>
                <a:off x="3401890" y="3389098"/>
                <a:ext cx="1111137" cy="400110"/>
              </a:xfrm>
              <a:prstGeom prst="rect">
                <a:avLst/>
              </a:prstGeom>
              <a:blipFill>
                <a:blip r:embed="rId61"/>
                <a:stretch>
                  <a:fillRect b="-12121"/>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26F09D1C-16BB-AE1B-D40F-E19B4A196D17}"/>
                  </a:ext>
                </a:extLst>
              </p:cNvPr>
              <p:cNvSpPr txBox="1"/>
              <p:nvPr>
                <p:custDataLst>
                  <p:tags r:id="rId52"/>
                </p:custDataLst>
              </p:nvPr>
            </p:nvSpPr>
            <p:spPr>
              <a:xfrm>
                <a:off x="3224937" y="4675622"/>
                <a:ext cx="1141595" cy="400110"/>
              </a:xfrm>
              <a:prstGeom prst="rect">
                <a:avLst/>
              </a:prstGeom>
              <a:noFill/>
            </p:spPr>
            <p:txBody>
              <a:bodyPr wrap="none" rtlCol="0">
                <a:spAutoFit/>
              </a:bodyPr>
              <a:lstStyle/>
              <a:p>
                <a:pPr/>
                <a14:m>
                  <m:oMathPara xmlns:m="http://schemas.openxmlformats.org/officeDocument/2006/math">
                    <m:oMath>
                      <m:r>
                        <a:rPr lang="en-US" sz="2000" b="0" i="1" noProof="0" smtClean="0">
                          <a:latin typeface="Cambria Math" panose="02040503050406030204" pitchFamily="18" charset="0"/>
                        </a:rPr>
                        <m:t>𝑗</m:t>
                      </m:r>
                      <m:r>
                        <a:rPr lang="en-US" sz="2000" b="0" i="1" noProof="0" smtClean="0">
                          <a:latin typeface="Cambria Math" panose="02040503050406030204" pitchFamily="18" charset="0"/>
                        </a:rPr>
                        <m:t>⋅</m:t>
                      </m:r>
                      <m:r>
                        <a:rPr lang="en-US" sz="2000" b="0" i="1" noProof="0" smtClean="0">
                          <a:latin typeface="Cambria Math" panose="02040503050406030204" pitchFamily="18" charset="0"/>
                        </a:rPr>
                        <m:t>𝑀</m:t>
                      </m:r>
                      <m:r>
                        <a:rPr lang="en-US" sz="2000" b="0" i="1" noProof="0" smtClean="0">
                          <a:latin typeface="Cambria Math" panose="02040503050406030204" pitchFamily="18" charset="0"/>
                        </a:rPr>
                        <m:t>+</m:t>
                      </m:r>
                      <m:r>
                        <a:rPr lang="en-US" sz="2000" b="0" i="1" noProof="0" smtClean="0">
                          <a:latin typeface="Cambria Math" panose="02040503050406030204" pitchFamily="18" charset="0"/>
                        </a:rPr>
                        <m:t>𝑖</m:t>
                      </m:r>
                    </m:oMath>
                  </m:oMathPara>
                </a14:m>
                <a:endParaRPr lang="en-US" sz="2000" noProof="0" dirty="0"/>
              </a:p>
            </p:txBody>
          </p:sp>
        </mc:Choice>
        <mc:Fallback>
          <p:sp>
            <p:nvSpPr>
              <p:cNvPr id="5" name="TextBox 4">
                <a:extLst>
                  <a:ext uri="{FF2B5EF4-FFF2-40B4-BE49-F238E27FC236}">
                    <a16:creationId xmlns:a16="http://schemas.microsoft.com/office/drawing/2014/main" id="{26F09D1C-16BB-AE1B-D40F-E19B4A196D17}"/>
                  </a:ext>
                </a:extLst>
              </p:cNvPr>
              <p:cNvSpPr txBox="1">
                <a:spLocks noRot="1" noChangeAspect="1" noMove="1" noResize="1" noEditPoints="1" noAdjustHandles="1" noChangeArrowheads="1" noChangeShapeType="1" noTextEdit="1"/>
              </p:cNvSpPr>
              <p:nvPr>
                <p:custDataLst>
                  <p:tags r:id="rId52"/>
                </p:custDataLst>
              </p:nvPr>
            </p:nvSpPr>
            <p:spPr>
              <a:xfrm>
                <a:off x="3224937" y="4675622"/>
                <a:ext cx="1141595" cy="400110"/>
              </a:xfrm>
              <a:prstGeom prst="rect">
                <a:avLst/>
              </a:prstGeom>
              <a:blipFill>
                <a:blip r:embed="rId62"/>
                <a:stretch>
                  <a:fillRect b="-12121"/>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 name="TextBox 3">
                <a:extLst>
                  <a:ext uri="{FF2B5EF4-FFF2-40B4-BE49-F238E27FC236}">
                    <a16:creationId xmlns:a16="http://schemas.microsoft.com/office/drawing/2014/main" id="{4A227FF2-E7C3-F0D8-1548-3FDE957F05DA}"/>
                  </a:ext>
                </a:extLst>
              </p:cNvPr>
              <p:cNvSpPr txBox="1"/>
              <p:nvPr>
                <p:custDataLst>
                  <p:tags r:id="rId53"/>
                </p:custDataLst>
              </p:nvPr>
            </p:nvSpPr>
            <p:spPr>
              <a:xfrm>
                <a:off x="965434" y="4009497"/>
                <a:ext cx="510524" cy="461665"/>
              </a:xfrm>
              <a:prstGeom prst="rect">
                <a:avLst/>
              </a:prstGeom>
              <a:noFill/>
            </p:spPr>
            <p:txBody>
              <a:bodyPr wrap="none" rtlCol="0">
                <a:spAutoFit/>
              </a:bodyPr>
              <a:lstStyle/>
              <a:p>
                <a:pPr/>
                <a14:m>
                  <m:oMathPara xmlns:m="http://schemas.openxmlformats.org/officeDocument/2006/math">
                    <m:oMath>
                      <m:r>
                        <a:rPr lang="en-US" sz="2400" i="1" noProof="0" smtClean="0">
                          <a:latin typeface="Cambria Math" panose="02040503050406030204" pitchFamily="18" charset="0"/>
                        </a:rPr>
                        <m:t>𝑚</m:t>
                      </m:r>
                    </m:oMath>
                  </m:oMathPara>
                </a14:m>
                <a:endParaRPr lang="en-US" sz="2400" noProof="0" dirty="0"/>
              </a:p>
            </p:txBody>
          </p:sp>
        </mc:Choice>
        <mc:Fallback>
          <p:sp>
            <p:nvSpPr>
              <p:cNvPr id="4" name="TextBox 3">
                <a:extLst>
                  <a:ext uri="{FF2B5EF4-FFF2-40B4-BE49-F238E27FC236}">
                    <a16:creationId xmlns:a16="http://schemas.microsoft.com/office/drawing/2014/main" id="{4A227FF2-E7C3-F0D8-1548-3FDE957F05DA}"/>
                  </a:ext>
                </a:extLst>
              </p:cNvPr>
              <p:cNvSpPr txBox="1">
                <a:spLocks noRot="1" noChangeAspect="1" noMove="1" noResize="1" noEditPoints="1" noAdjustHandles="1" noChangeArrowheads="1" noChangeShapeType="1" noTextEdit="1"/>
              </p:cNvSpPr>
              <p:nvPr>
                <p:custDataLst>
                  <p:tags r:id="rId53"/>
                </p:custDataLst>
              </p:nvPr>
            </p:nvSpPr>
            <p:spPr>
              <a:xfrm>
                <a:off x="965434" y="4009497"/>
                <a:ext cx="510524" cy="461665"/>
              </a:xfrm>
              <a:prstGeom prst="rect">
                <a:avLst/>
              </a:prstGeom>
              <a:blipFill>
                <a:blip r:embed="rId63"/>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2" name="TextBox 11">
                <a:extLst>
                  <a:ext uri="{FF2B5EF4-FFF2-40B4-BE49-F238E27FC236}">
                    <a16:creationId xmlns:a16="http://schemas.microsoft.com/office/drawing/2014/main" id="{E77E5549-724E-7BCC-503A-172F89C27024}"/>
                  </a:ext>
                </a:extLst>
              </p:cNvPr>
              <p:cNvSpPr txBox="1"/>
              <p:nvPr>
                <p:custDataLst>
                  <p:tags r:id="rId54"/>
                </p:custDataLst>
              </p:nvPr>
            </p:nvSpPr>
            <p:spPr>
              <a:xfrm>
                <a:off x="1991030" y="4782590"/>
                <a:ext cx="428771" cy="461665"/>
              </a:xfrm>
              <a:prstGeom prst="rect">
                <a:avLst/>
              </a:prstGeom>
              <a:noFill/>
            </p:spPr>
            <p:txBody>
              <a:bodyPr wrap="none" rtlCol="0">
                <a:spAutoFit/>
              </a:bodyPr>
              <a:lstStyle/>
              <a:p>
                <a:pPr/>
                <a14:m>
                  <m:oMathPara xmlns:m="http://schemas.openxmlformats.org/officeDocument/2006/math">
                    <m:oMath>
                      <m:r>
                        <a:rPr lang="en-US" sz="2400" b="0" i="1" noProof="0" smtClean="0">
                          <a:latin typeface="Cambria Math" panose="02040503050406030204" pitchFamily="18" charset="0"/>
                        </a:rPr>
                        <m:t>𝑛</m:t>
                      </m:r>
                    </m:oMath>
                  </m:oMathPara>
                </a14:m>
                <a:endParaRPr lang="en-US" sz="2400" noProof="0" dirty="0"/>
              </a:p>
            </p:txBody>
          </p:sp>
        </mc:Choice>
        <mc:Fallback>
          <p:sp>
            <p:nvSpPr>
              <p:cNvPr id="12" name="TextBox 11">
                <a:extLst>
                  <a:ext uri="{FF2B5EF4-FFF2-40B4-BE49-F238E27FC236}">
                    <a16:creationId xmlns:a16="http://schemas.microsoft.com/office/drawing/2014/main" id="{E77E5549-724E-7BCC-503A-172F89C27024}"/>
                  </a:ext>
                </a:extLst>
              </p:cNvPr>
              <p:cNvSpPr txBox="1">
                <a:spLocks noRot="1" noChangeAspect="1" noMove="1" noResize="1" noEditPoints="1" noAdjustHandles="1" noChangeArrowheads="1" noChangeShapeType="1" noTextEdit="1"/>
              </p:cNvSpPr>
              <p:nvPr>
                <p:custDataLst>
                  <p:tags r:id="rId54"/>
                </p:custDataLst>
              </p:nvPr>
            </p:nvSpPr>
            <p:spPr>
              <a:xfrm>
                <a:off x="1991030" y="4782590"/>
                <a:ext cx="428771" cy="461665"/>
              </a:xfrm>
              <a:prstGeom prst="rect">
                <a:avLst/>
              </a:prstGeom>
              <a:blipFill>
                <a:blip r:embed="rId64"/>
                <a:stretch>
                  <a:fillRect/>
                </a:stretch>
              </a:blipFill>
            </p:spPr>
            <p:txBody>
              <a:bodyPr/>
              <a:lstStyle/>
              <a:p>
                <a:r>
                  <a:rPr lang="en-US">
                    <a:noFill/>
                  </a:rPr>
                  <a:t> </a:t>
                </a:r>
              </a:p>
            </p:txBody>
          </p:sp>
        </mc:Fallback>
      </mc:AlternateContent>
      <p:sp>
        <p:nvSpPr>
          <p:cNvPr id="18" name="TextBox 17">
            <a:extLst>
              <a:ext uri="{FF2B5EF4-FFF2-40B4-BE49-F238E27FC236}">
                <a16:creationId xmlns:a16="http://schemas.microsoft.com/office/drawing/2014/main" id="{FD782BD2-5F92-D408-5463-EA6AA21D657C}"/>
              </a:ext>
            </a:extLst>
          </p:cNvPr>
          <p:cNvSpPr txBox="1"/>
          <p:nvPr>
            <p:custDataLst>
              <p:tags r:id="rId55"/>
            </p:custDataLst>
          </p:nvPr>
        </p:nvSpPr>
        <p:spPr>
          <a:xfrm>
            <a:off x="9653607" y="3913204"/>
            <a:ext cx="1393330" cy="400110"/>
          </a:xfrm>
          <a:prstGeom prst="rect">
            <a:avLst/>
          </a:prstGeom>
          <a:noFill/>
        </p:spPr>
        <p:txBody>
          <a:bodyPr wrap="none" rtlCol="0">
            <a:spAutoFit/>
          </a:bodyPr>
          <a:lstStyle/>
          <a:p>
            <a:pPr algn="ctr"/>
            <a:r>
              <a:rPr lang="en-US" sz="2000" noProof="0" dirty="0"/>
              <a:t>Row-major</a:t>
            </a:r>
          </a:p>
        </p:txBody>
      </p:sp>
      <p:sp>
        <p:nvSpPr>
          <p:cNvPr id="22" name="TextBox 21">
            <a:extLst>
              <a:ext uri="{FF2B5EF4-FFF2-40B4-BE49-F238E27FC236}">
                <a16:creationId xmlns:a16="http://schemas.microsoft.com/office/drawing/2014/main" id="{5855DC84-BBBE-CA4A-FA0A-35A9C0D2B0A7}"/>
              </a:ext>
            </a:extLst>
          </p:cNvPr>
          <p:cNvSpPr txBox="1"/>
          <p:nvPr>
            <p:custDataLst>
              <p:tags r:id="rId56"/>
            </p:custDataLst>
          </p:nvPr>
        </p:nvSpPr>
        <p:spPr>
          <a:xfrm>
            <a:off x="9449224" y="5894684"/>
            <a:ext cx="1802096" cy="400110"/>
          </a:xfrm>
          <a:prstGeom prst="rect">
            <a:avLst/>
          </a:prstGeom>
          <a:noFill/>
        </p:spPr>
        <p:txBody>
          <a:bodyPr wrap="none" rtlCol="0">
            <a:spAutoFit/>
          </a:bodyPr>
          <a:lstStyle/>
          <a:p>
            <a:pPr algn="ctr"/>
            <a:r>
              <a:rPr lang="en-US" sz="2000" noProof="0" dirty="0"/>
              <a:t>Column-major</a:t>
            </a:r>
          </a:p>
        </p:txBody>
      </p:sp>
      <p:sp>
        <p:nvSpPr>
          <p:cNvPr id="149" name="TextBox 148">
            <a:extLst>
              <a:ext uri="{FF2B5EF4-FFF2-40B4-BE49-F238E27FC236}">
                <a16:creationId xmlns:a16="http://schemas.microsoft.com/office/drawing/2014/main" id="{A262744E-E846-9FB3-DA18-535CD46E385E}"/>
              </a:ext>
            </a:extLst>
          </p:cNvPr>
          <p:cNvSpPr txBox="1"/>
          <p:nvPr>
            <p:custDataLst>
              <p:tags r:id="rId57"/>
            </p:custDataLst>
          </p:nvPr>
        </p:nvSpPr>
        <p:spPr>
          <a:xfrm>
            <a:off x="5868553" y="4409098"/>
            <a:ext cx="2794804" cy="400110"/>
          </a:xfrm>
          <a:prstGeom prst="rect">
            <a:avLst/>
          </a:prstGeom>
          <a:noFill/>
        </p:spPr>
        <p:txBody>
          <a:bodyPr wrap="none" rtlCol="0" anchor="b">
            <a:spAutoFit/>
          </a:bodyPr>
          <a:lstStyle/>
          <a:p>
            <a:pPr algn="ctr"/>
            <a:r>
              <a:rPr lang="en-US" sz="2000" i="1" noProof="0" dirty="0"/>
              <a:t>Another possible layout</a:t>
            </a:r>
          </a:p>
        </p:txBody>
      </p:sp>
    </p:spTree>
    <p:custDataLst>
      <p:tags r:id="rId1"/>
    </p:custDataLst>
    <p:extLst>
      <p:ext uri="{BB962C8B-B14F-4D97-AF65-F5344CB8AC3E}">
        <p14:creationId xmlns:p14="http://schemas.microsoft.com/office/powerpoint/2010/main" val="173487785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A28F9A7A-4E68-17F0-FD80-992DB87E748C}"/>
              </a:ext>
            </a:extLst>
          </p:cNvPr>
          <p:cNvSpPr txBox="1"/>
          <p:nvPr>
            <p:custDataLst>
              <p:tags r:id="rId2"/>
            </p:custDataLst>
          </p:nvPr>
        </p:nvSpPr>
        <p:spPr>
          <a:xfrm>
            <a:off x="1960456" y="2730603"/>
            <a:ext cx="6008376" cy="1706429"/>
          </a:xfrm>
          <a:prstGeom prst="rect">
            <a:avLst/>
          </a:prstGeom>
          <a:noFill/>
        </p:spPr>
        <p:txBody>
          <a:bodyPr wrap="none">
            <a:spAutoFit/>
          </a:bodyPr>
          <a:lstStyle/>
          <a:p>
            <a:pPr>
              <a:lnSpc>
                <a:spcPct val="150000"/>
              </a:lnSpc>
              <a:buSzPts val="100"/>
              <a:buNone/>
            </a:pPr>
            <a:r>
              <a:rPr lang="en-US" sz="2400" b="0" noProof="0" dirty="0">
                <a:solidFill>
                  <a:srgbClr val="267F99">
                    <a:alpha val="0"/>
                  </a:srgbClr>
                </a:solidFill>
                <a:effectLst/>
                <a:latin typeface="Fira Code" panose="020B0809050000020004" pitchFamily="49" charset="0"/>
              </a:rPr>
              <a:t>    </a:t>
            </a:r>
            <a:r>
              <a:rPr lang="en-US" sz="2400" b="0" noProof="0" dirty="0">
                <a:solidFill>
                  <a:srgbClr val="000000">
                    <a:alpha val="0"/>
                  </a:srgbClr>
                </a:solidFill>
                <a:effectLst/>
                <a:latin typeface="Fira Code" panose="020B0809050000020004" pitchFamily="49" charset="0"/>
              </a:rPr>
              <a:t> </a:t>
            </a:r>
            <a:r>
              <a:rPr lang="en-US" sz="2400" b="0" noProof="0" dirty="0">
                <a:solidFill>
                  <a:srgbClr val="001080">
                    <a:alpha val="0"/>
                  </a:srgbClr>
                </a:solidFill>
                <a:effectLst/>
                <a:latin typeface="Fira Code" panose="020B0809050000020004" pitchFamily="49" charset="0"/>
              </a:rPr>
              <a:t>layout</a:t>
            </a:r>
            <a:r>
              <a:rPr lang="en-US" sz="2400" b="0" noProof="0" dirty="0">
                <a:solidFill>
                  <a:srgbClr val="000000">
                    <a:alpha val="0"/>
                  </a:srgbClr>
                </a:solidFill>
                <a:effectLst/>
                <a:latin typeface="Fira Code" panose="020B0809050000020004" pitchFamily="49" charset="0"/>
              </a:rPr>
              <a:t> = </a:t>
            </a:r>
            <a:r>
              <a:rPr lang="en-US" sz="2400" b="0" noProof="0" dirty="0">
                <a:solidFill>
                  <a:srgbClr val="267F99">
                    <a:alpha val="0"/>
                  </a:srgbClr>
                </a:solidFill>
                <a:effectLst/>
                <a:latin typeface="Fira Code" panose="020B0809050000020004" pitchFamily="49" charset="0"/>
              </a:rPr>
              <a:t>scalar</a:t>
            </a:r>
            <a:r>
              <a:rPr lang="en-US" sz="700" b="0" noProof="0" dirty="0">
                <a:solidFill>
                  <a:srgbClr val="267F99">
                    <a:alpha val="0"/>
                  </a:srgbClr>
                </a:solidFill>
                <a:effectLst/>
                <a:latin typeface="Fira Code" panose="020B0809050000020004" pitchFamily="49" charset="0"/>
              </a:rPr>
              <a:t> </a:t>
            </a:r>
            <a:r>
              <a:rPr lang="en-US" sz="2400" b="0" noProof="0" dirty="0">
                <a:solidFill>
                  <a:srgbClr val="000000">
                    <a:alpha val="0"/>
                  </a:srgbClr>
                </a:solidFill>
                <a:effectLst/>
                <a:latin typeface="Fira Code" panose="020B0809050000020004" pitchFamily="49" charset="0"/>
              </a:rPr>
              <a:t>&lt;</a:t>
            </a:r>
            <a:r>
              <a:rPr lang="en-US" sz="2400" b="0" noProof="0" dirty="0">
                <a:solidFill>
                  <a:srgbClr val="0000FF">
                    <a:alpha val="0"/>
                  </a:srgbClr>
                </a:solidFill>
                <a:effectLst/>
                <a:latin typeface="Fira Code" panose="020B0809050000020004" pitchFamily="49" charset="0"/>
              </a:rPr>
              <a:t>float</a:t>
            </a:r>
            <a:r>
              <a:rPr lang="en-US" sz="2400" b="0" noProof="0" dirty="0">
                <a:solidFill>
                  <a:srgbClr val="000000">
                    <a:alpha val="0"/>
                  </a:srgbClr>
                </a:solidFill>
                <a:effectLst/>
                <a:latin typeface="Fira Code" panose="020B0809050000020004" pitchFamily="49" charset="0"/>
              </a:rPr>
              <a:t>&gt;</a:t>
            </a:r>
            <a:r>
              <a:rPr lang="en-US" sz="700" b="0" noProof="0" dirty="0">
                <a:solidFill>
                  <a:srgbClr val="000000">
                    <a:alpha val="0"/>
                  </a:srgbClr>
                </a:solidFill>
                <a:effectLst/>
                <a:latin typeface="Fira Code" panose="020B0809050000020004" pitchFamily="49" charset="0"/>
              </a:rPr>
              <a:t> </a:t>
            </a:r>
            <a:r>
              <a:rPr lang="en-US" sz="2400" b="0" noProof="0" dirty="0">
                <a:solidFill>
                  <a:srgbClr val="000000">
                    <a:alpha val="0"/>
                  </a:srgbClr>
                </a:solidFill>
                <a:effectLst/>
                <a:latin typeface="Fira Code" panose="020B0809050000020004" pitchFamily="49" charset="0"/>
              </a:rPr>
              <a:t>() ^</a:t>
            </a:r>
          </a:p>
          <a:p>
            <a:pPr>
              <a:lnSpc>
                <a:spcPct val="150000"/>
              </a:lnSpc>
              <a:buSzPts val="100"/>
              <a:buNone/>
            </a:pPr>
            <a:r>
              <a:rPr lang="en-US" sz="2400" b="0" noProof="0" dirty="0">
                <a:solidFill>
                  <a:srgbClr val="000000">
                    <a:alpha val="0"/>
                  </a:srgbClr>
                </a:solidFill>
                <a:effectLst/>
                <a:latin typeface="Fira Code" panose="020B0809050000020004" pitchFamily="49" charset="0"/>
              </a:rPr>
              <a:t>              </a:t>
            </a:r>
            <a:r>
              <a:rPr lang="en-US" sz="2400" b="0" noProof="0" dirty="0">
                <a:solidFill>
                  <a:srgbClr val="795E26">
                    <a:alpha val="0"/>
                  </a:srgbClr>
                </a:solidFill>
                <a:effectLst/>
                <a:latin typeface="Fira Code" panose="020B0809050000020004" pitchFamily="49" charset="0"/>
              </a:rPr>
              <a:t>vector</a:t>
            </a:r>
            <a:r>
              <a:rPr lang="en-US" sz="700" b="0" noProof="0" dirty="0">
                <a:solidFill>
                  <a:srgbClr val="795E26">
                    <a:alpha val="0"/>
                  </a:srgbClr>
                </a:solidFill>
                <a:effectLst/>
                <a:latin typeface="Fira Code" panose="020B0809050000020004" pitchFamily="49" charset="0"/>
              </a:rPr>
              <a:t> </a:t>
            </a:r>
            <a:r>
              <a:rPr lang="en-US" sz="2400" b="0" noProof="0" dirty="0">
                <a:solidFill>
                  <a:srgbClr val="000000">
                    <a:alpha val="0"/>
                  </a:srgbClr>
                </a:solidFill>
                <a:effectLst/>
                <a:latin typeface="Fira Code" panose="020B0809050000020004" pitchFamily="49" charset="0"/>
              </a:rPr>
              <a:t>&lt;</a:t>
            </a:r>
            <a:r>
              <a:rPr lang="en-US" sz="2400" b="0" noProof="0" dirty="0">
                <a:solidFill>
                  <a:srgbClr val="A31515">
                    <a:alpha val="0"/>
                  </a:srgbClr>
                </a:solidFill>
                <a:effectLst/>
                <a:latin typeface="Fira Code" panose="020B0809050000020004" pitchFamily="49" charset="0"/>
              </a:rPr>
              <a:t>'n'</a:t>
            </a:r>
            <a:r>
              <a:rPr lang="en-US" sz="2400" b="0" noProof="0" dirty="0">
                <a:solidFill>
                  <a:srgbClr val="000000">
                    <a:alpha val="0"/>
                  </a:srgbClr>
                </a:solidFill>
                <a:effectLst/>
                <a:latin typeface="Fira Code" panose="020B0809050000020004" pitchFamily="49" charset="0"/>
              </a:rPr>
              <a:t>&gt;</a:t>
            </a:r>
            <a:r>
              <a:rPr lang="en-US" sz="700" b="0" noProof="0" dirty="0">
                <a:solidFill>
                  <a:srgbClr val="000000">
                    <a:alpha val="0"/>
                  </a:srgbClr>
                </a:solidFill>
                <a:effectLst/>
                <a:latin typeface="Fira Code" panose="020B0809050000020004" pitchFamily="49" charset="0"/>
              </a:rPr>
              <a:t> </a:t>
            </a:r>
            <a:r>
              <a:rPr lang="en-US" sz="2400" b="0" noProof="0" dirty="0">
                <a:solidFill>
                  <a:srgbClr val="000000">
                    <a:alpha val="0"/>
                  </a:srgbClr>
                </a:solidFill>
                <a:effectLst/>
                <a:latin typeface="Fira Code" panose="020B0809050000020004" pitchFamily="49" charset="0"/>
              </a:rPr>
              <a:t>(</a:t>
            </a:r>
            <a:r>
              <a:rPr lang="en-US" sz="2400" b="0" noProof="0" dirty="0">
                <a:solidFill>
                  <a:srgbClr val="0070C1">
                    <a:alpha val="0"/>
                  </a:srgbClr>
                </a:solidFill>
                <a:effectLst/>
                <a:latin typeface="Fira Code" panose="020B0809050000020004" pitchFamily="49" charset="0"/>
              </a:rPr>
              <a:t>N</a:t>
            </a:r>
            <a:r>
              <a:rPr lang="en-US" sz="2400" b="0" noProof="0" dirty="0">
                <a:solidFill>
                  <a:srgbClr val="000000">
                    <a:alpha val="0"/>
                  </a:srgbClr>
                </a:solidFill>
                <a:effectLst/>
                <a:latin typeface="Fira Code" panose="020B0809050000020004" pitchFamily="49" charset="0"/>
              </a:rPr>
              <a:t>)  ^</a:t>
            </a:r>
          </a:p>
          <a:p>
            <a:pPr>
              <a:lnSpc>
                <a:spcPct val="150000"/>
              </a:lnSpc>
              <a:buSzPts val="100"/>
              <a:buNone/>
            </a:pPr>
            <a:r>
              <a:rPr lang="en-US" sz="2400" b="0" noProof="0" dirty="0">
                <a:solidFill>
                  <a:srgbClr val="000000">
                    <a:alpha val="0"/>
                  </a:srgbClr>
                </a:solidFill>
                <a:effectLst/>
                <a:latin typeface="Fira Code" panose="020B0809050000020004" pitchFamily="49" charset="0"/>
              </a:rPr>
              <a:t>              </a:t>
            </a:r>
            <a:r>
              <a:rPr lang="en-US" sz="2400" b="0" noProof="0" dirty="0">
                <a:solidFill>
                  <a:srgbClr val="795E26">
                    <a:alpha val="0"/>
                  </a:srgbClr>
                </a:solidFill>
                <a:effectLst/>
                <a:latin typeface="Fira Code" panose="020B0809050000020004" pitchFamily="49" charset="0"/>
              </a:rPr>
              <a:t>vector</a:t>
            </a:r>
            <a:r>
              <a:rPr lang="en-US" sz="700" b="0" noProof="0" dirty="0">
                <a:solidFill>
                  <a:srgbClr val="795E26">
                    <a:alpha val="0"/>
                  </a:srgbClr>
                </a:solidFill>
                <a:effectLst/>
                <a:latin typeface="Fira Code" panose="020B0809050000020004" pitchFamily="49" charset="0"/>
              </a:rPr>
              <a:t> </a:t>
            </a:r>
            <a:r>
              <a:rPr lang="en-US" sz="2400" b="0" noProof="0" dirty="0">
                <a:solidFill>
                  <a:srgbClr val="000000">
                    <a:alpha val="0"/>
                  </a:srgbClr>
                </a:solidFill>
                <a:effectLst/>
                <a:latin typeface="Fira Code" panose="020B0809050000020004" pitchFamily="49" charset="0"/>
              </a:rPr>
              <a:t>&lt;</a:t>
            </a:r>
            <a:r>
              <a:rPr lang="en-US" sz="2400" b="0" noProof="0" dirty="0">
                <a:solidFill>
                  <a:srgbClr val="A31515">
                    <a:alpha val="0"/>
                  </a:srgbClr>
                </a:solidFill>
                <a:effectLst/>
                <a:latin typeface="Fira Code" panose="020B0809050000020004" pitchFamily="49" charset="0"/>
              </a:rPr>
              <a:t>'m'</a:t>
            </a:r>
            <a:r>
              <a:rPr lang="en-US" sz="2400" b="0" noProof="0" dirty="0">
                <a:solidFill>
                  <a:srgbClr val="000000">
                    <a:alpha val="0"/>
                  </a:srgbClr>
                </a:solidFill>
                <a:effectLst/>
                <a:latin typeface="Fira Code" panose="020B0809050000020004" pitchFamily="49" charset="0"/>
              </a:rPr>
              <a:t>&gt;</a:t>
            </a:r>
            <a:r>
              <a:rPr lang="en-US" sz="700" b="0" noProof="0" dirty="0">
                <a:solidFill>
                  <a:srgbClr val="000000">
                    <a:alpha val="0"/>
                  </a:srgbClr>
                </a:solidFill>
                <a:effectLst/>
                <a:latin typeface="Fira Code" panose="020B0809050000020004" pitchFamily="49" charset="0"/>
              </a:rPr>
              <a:t> </a:t>
            </a:r>
            <a:r>
              <a:rPr lang="en-US" sz="2400" b="0" noProof="0" dirty="0">
                <a:solidFill>
                  <a:srgbClr val="000000">
                    <a:alpha val="0"/>
                  </a:srgbClr>
                </a:solidFill>
                <a:effectLst/>
                <a:latin typeface="Fira Code" panose="020B0809050000020004" pitchFamily="49" charset="0"/>
              </a:rPr>
              <a:t>(</a:t>
            </a:r>
            <a:r>
              <a:rPr lang="en-US" sz="2400" b="0" noProof="0" dirty="0">
                <a:solidFill>
                  <a:srgbClr val="0070C1">
                    <a:alpha val="0"/>
                  </a:srgbClr>
                </a:solidFill>
                <a:effectLst/>
                <a:latin typeface="Fira Code" panose="020B0809050000020004" pitchFamily="49" charset="0"/>
              </a:rPr>
              <a:t>M</a:t>
            </a:r>
            <a:r>
              <a:rPr lang="en-US" sz="2400" b="0" noProof="0" dirty="0">
                <a:solidFill>
                  <a:srgbClr val="000000">
                    <a:alpha val="0"/>
                  </a:srgbClr>
                </a:solidFill>
                <a:effectLst/>
                <a:latin typeface="Fira Code" panose="020B0809050000020004" pitchFamily="49" charset="0"/>
              </a:rPr>
              <a:t>);</a:t>
            </a:r>
          </a:p>
        </p:txBody>
      </p:sp>
      <p:sp>
        <p:nvSpPr>
          <p:cNvPr id="2" name="Title 1">
            <a:extLst>
              <a:ext uri="{FF2B5EF4-FFF2-40B4-BE49-F238E27FC236}">
                <a16:creationId xmlns:a16="http://schemas.microsoft.com/office/drawing/2014/main" id="{79B72882-F921-954D-3177-58DBD37F0C4A}"/>
              </a:ext>
            </a:extLst>
          </p:cNvPr>
          <p:cNvSpPr>
            <a:spLocks noGrp="1"/>
          </p:cNvSpPr>
          <p:nvPr>
            <p:ph type="title"/>
            <p:custDataLst>
              <p:tags r:id="rId3"/>
            </p:custDataLst>
          </p:nvPr>
        </p:nvSpPr>
        <p:spPr/>
        <p:txBody>
          <a:bodyPr/>
          <a:lstStyle/>
          <a:p>
            <a:r>
              <a:rPr lang="en-US" noProof="0" dirty="0"/>
              <a:t>Layout abstractions (Noarr)</a:t>
            </a:r>
          </a:p>
        </p:txBody>
      </p:sp>
      <p:sp>
        <p:nvSpPr>
          <p:cNvPr id="29" name="Date Placeholder 28">
            <a:extLst>
              <a:ext uri="{FF2B5EF4-FFF2-40B4-BE49-F238E27FC236}">
                <a16:creationId xmlns:a16="http://schemas.microsoft.com/office/drawing/2014/main" id="{692CB833-F3D6-B987-C77E-BF53C659C053}"/>
              </a:ext>
            </a:extLst>
          </p:cNvPr>
          <p:cNvSpPr>
            <a:spLocks noGrp="1"/>
          </p:cNvSpPr>
          <p:nvPr>
            <p:ph type="dt" sz="half" idx="10"/>
            <p:custDataLst>
              <p:tags r:id="rId4"/>
            </p:custDataLst>
          </p:nvPr>
        </p:nvSpPr>
        <p:spPr/>
        <p:txBody>
          <a:bodyPr/>
          <a:lstStyle/>
          <a:p>
            <a:r>
              <a:rPr lang="en-US" noProof="0"/>
              <a:t>9/5/2026</a:t>
            </a:r>
            <a:endParaRPr lang="en-US" noProof="0" dirty="0"/>
          </a:p>
        </p:txBody>
      </p:sp>
      <p:sp>
        <p:nvSpPr>
          <p:cNvPr id="30" name="Slide Number Placeholder 29">
            <a:extLst>
              <a:ext uri="{FF2B5EF4-FFF2-40B4-BE49-F238E27FC236}">
                <a16:creationId xmlns:a16="http://schemas.microsoft.com/office/drawing/2014/main" id="{A6854BFF-C563-E847-C95B-05954D906112}"/>
              </a:ext>
            </a:extLst>
          </p:cNvPr>
          <p:cNvSpPr>
            <a:spLocks noGrp="1"/>
          </p:cNvSpPr>
          <p:nvPr>
            <p:ph type="sldNum" sz="quarter" idx="12"/>
            <p:custDataLst>
              <p:tags r:id="rId5"/>
            </p:custDataLst>
          </p:nvPr>
        </p:nvSpPr>
        <p:spPr/>
        <p:txBody>
          <a:bodyPr/>
          <a:lstStyle/>
          <a:p>
            <a:r>
              <a:rPr lang="en-US" noProof="0"/>
              <a:t>5</a:t>
            </a:r>
            <a:endParaRPr lang="en-US" noProof="0" dirty="0"/>
          </a:p>
        </p:txBody>
      </p:sp>
      <p:sp>
        <p:nvSpPr>
          <p:cNvPr id="27" name="Rectangle 26">
            <a:extLst>
              <a:ext uri="{FF2B5EF4-FFF2-40B4-BE49-F238E27FC236}">
                <a16:creationId xmlns:a16="http://schemas.microsoft.com/office/drawing/2014/main" id="{84FCD751-75D4-06F6-E90B-B10F04037199}"/>
              </a:ext>
            </a:extLst>
          </p:cNvPr>
          <p:cNvSpPr/>
          <p:nvPr>
            <p:custDataLst>
              <p:tags r:id="rId6"/>
            </p:custDataLst>
          </p:nvPr>
        </p:nvSpPr>
        <p:spPr>
          <a:xfrm>
            <a:off x="7640756" y="2851619"/>
            <a:ext cx="254000" cy="27709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1" name="Rectangle 30">
            <a:extLst>
              <a:ext uri="{FF2B5EF4-FFF2-40B4-BE49-F238E27FC236}">
                <a16:creationId xmlns:a16="http://schemas.microsoft.com/office/drawing/2014/main" id="{1F2CCB64-480B-94C0-D265-F80677755FCA}"/>
              </a:ext>
            </a:extLst>
          </p:cNvPr>
          <p:cNvSpPr/>
          <p:nvPr>
            <p:custDataLst>
              <p:tags r:id="rId7"/>
            </p:custDataLst>
          </p:nvPr>
        </p:nvSpPr>
        <p:spPr>
          <a:xfrm>
            <a:off x="7610823" y="3369590"/>
            <a:ext cx="254000" cy="27709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4" name="TextBox 23">
            <a:extLst>
              <a:ext uri="{FF2B5EF4-FFF2-40B4-BE49-F238E27FC236}">
                <a16:creationId xmlns:a16="http://schemas.microsoft.com/office/drawing/2014/main" id="{AEBC8779-F4FF-3DA2-7279-F475B25C2AB4}"/>
              </a:ext>
            </a:extLst>
          </p:cNvPr>
          <p:cNvSpPr txBox="1"/>
          <p:nvPr>
            <p:custDataLst>
              <p:tags r:id="rId8"/>
            </p:custDataLst>
          </p:nvPr>
        </p:nvSpPr>
        <p:spPr>
          <a:xfrm>
            <a:off x="3078241" y="1168157"/>
            <a:ext cx="6293711" cy="461665"/>
          </a:xfrm>
          <a:prstGeom prst="rect">
            <a:avLst/>
          </a:prstGeom>
          <a:noFill/>
        </p:spPr>
        <p:txBody>
          <a:bodyPr wrap="none" rtlCol="0">
            <a:spAutoFit/>
          </a:bodyPr>
          <a:lstStyle/>
          <a:p>
            <a:pPr algn="ctr"/>
            <a:r>
              <a:rPr lang="en-US" sz="2400" noProof="0" dirty="0"/>
              <a:t>Composition of building blocks in native C++</a:t>
            </a:r>
          </a:p>
        </p:txBody>
      </p:sp>
    </p:spTree>
    <p:custDataLst>
      <p:tags r:id="rId1"/>
    </p:custDataLst>
    <p:extLst>
      <p:ext uri="{BB962C8B-B14F-4D97-AF65-F5344CB8AC3E}">
        <p14:creationId xmlns:p14="http://schemas.microsoft.com/office/powerpoint/2010/main" val="359541501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A28F9A7A-4E68-17F0-FD80-992DB87E748C}"/>
              </a:ext>
            </a:extLst>
          </p:cNvPr>
          <p:cNvSpPr txBox="1"/>
          <p:nvPr>
            <p:custDataLst>
              <p:tags r:id="rId2"/>
            </p:custDataLst>
          </p:nvPr>
        </p:nvSpPr>
        <p:spPr>
          <a:xfrm>
            <a:off x="1960456" y="2730603"/>
            <a:ext cx="6008376" cy="1706429"/>
          </a:xfrm>
          <a:prstGeom prst="rect">
            <a:avLst/>
          </a:prstGeom>
          <a:noFill/>
        </p:spPr>
        <p:txBody>
          <a:bodyPr wrap="none">
            <a:spAutoFit/>
          </a:bodyPr>
          <a:lstStyle/>
          <a:p>
            <a:pPr>
              <a:lnSpc>
                <a:spcPct val="150000"/>
              </a:lnSpc>
              <a:buNone/>
            </a:pPr>
            <a:r>
              <a:rPr lang="en-US" sz="2400" b="0" noProof="0" dirty="0">
                <a:solidFill>
                  <a:srgbClr val="267F99"/>
                </a:solidFill>
                <a:effectLst/>
                <a:latin typeface="Fira Code" panose="020B0809050000020004" pitchFamily="49" charset="0"/>
              </a:rPr>
              <a:t>    </a:t>
            </a:r>
            <a:r>
              <a:rPr lang="en-US" sz="2400" b="0" noProof="0" dirty="0">
                <a:solidFill>
                  <a:srgbClr val="000000"/>
                </a:solidFill>
                <a:effectLst/>
                <a:latin typeface="Fira Code" panose="020B0809050000020004" pitchFamily="49" charset="0"/>
              </a:rPr>
              <a:t> </a:t>
            </a:r>
            <a:r>
              <a:rPr lang="en-US" sz="2400" b="0" noProof="0" dirty="0">
                <a:solidFill>
                  <a:srgbClr val="001080"/>
                </a:solidFill>
                <a:effectLst/>
                <a:latin typeface="Fira Code" panose="020B0809050000020004" pitchFamily="49" charset="0"/>
              </a:rPr>
              <a:t>layout</a:t>
            </a:r>
            <a:r>
              <a:rPr lang="en-US" sz="2400" b="0" noProof="0" dirty="0">
                <a:solidFill>
                  <a:srgbClr val="000000"/>
                </a:solidFill>
                <a:effectLst/>
                <a:latin typeface="Fira Code" panose="020B0809050000020004" pitchFamily="49" charset="0"/>
              </a:rPr>
              <a:t> = </a:t>
            </a:r>
            <a:r>
              <a:rPr lang="en-US" sz="2400" b="0" noProof="0" dirty="0">
                <a:solidFill>
                  <a:srgbClr val="267F99"/>
                </a:solidFill>
                <a:effectLst/>
                <a:latin typeface="Fira Code" panose="020B0809050000020004" pitchFamily="49" charset="0"/>
              </a:rPr>
              <a:t>scalar</a:t>
            </a:r>
            <a:r>
              <a:rPr lang="en-US" sz="700" b="0" noProof="0" dirty="0">
                <a:solidFill>
                  <a:srgbClr val="267F99"/>
                </a:solidFill>
                <a:effectLst/>
                <a:latin typeface="Fira Code" panose="020B0809050000020004" pitchFamily="49" charset="0"/>
              </a:rPr>
              <a:t> </a:t>
            </a:r>
            <a:r>
              <a:rPr lang="en-US" sz="2400" b="0" noProof="0" dirty="0">
                <a:solidFill>
                  <a:srgbClr val="000000"/>
                </a:solidFill>
                <a:effectLst/>
                <a:latin typeface="Fira Code" panose="020B0809050000020004" pitchFamily="49" charset="0"/>
              </a:rPr>
              <a:t>&lt;</a:t>
            </a:r>
            <a:r>
              <a:rPr lang="en-US" sz="2400" b="0" noProof="0" dirty="0">
                <a:solidFill>
                  <a:srgbClr val="0000FF"/>
                </a:solidFill>
                <a:effectLst/>
                <a:latin typeface="Fira Code" panose="020B0809050000020004" pitchFamily="49" charset="0"/>
              </a:rPr>
              <a:t>float</a:t>
            </a:r>
            <a:r>
              <a:rPr lang="en-US" sz="2400" b="0" noProof="0" dirty="0">
                <a:solidFill>
                  <a:srgbClr val="000000"/>
                </a:solidFill>
                <a:effectLst/>
                <a:latin typeface="Fira Code" panose="020B0809050000020004" pitchFamily="49" charset="0"/>
              </a:rPr>
              <a:t>&gt;</a:t>
            </a:r>
            <a:r>
              <a:rPr lang="en-US" sz="700" b="0" noProof="0" dirty="0">
                <a:solidFill>
                  <a:srgbClr val="000000"/>
                </a:solidFill>
                <a:effectLst/>
                <a:latin typeface="Fira Code" panose="020B0809050000020004" pitchFamily="49" charset="0"/>
              </a:rPr>
              <a:t> </a:t>
            </a:r>
            <a:r>
              <a:rPr lang="en-US" sz="2400" b="0" noProof="0" dirty="0">
                <a:solidFill>
                  <a:srgbClr val="000000"/>
                </a:solidFill>
                <a:effectLst/>
                <a:latin typeface="Fira Code" panose="020B0809050000020004" pitchFamily="49" charset="0"/>
              </a:rPr>
              <a:t>() ^</a:t>
            </a:r>
          </a:p>
          <a:p>
            <a:pPr>
              <a:lnSpc>
                <a:spcPct val="150000"/>
              </a:lnSpc>
              <a:buSzPts val="100"/>
              <a:buNone/>
            </a:pPr>
            <a:r>
              <a:rPr lang="en-US" sz="2400" b="0" noProof="0" dirty="0">
                <a:solidFill>
                  <a:srgbClr val="000000">
                    <a:alpha val="0"/>
                  </a:srgbClr>
                </a:solidFill>
                <a:effectLst/>
                <a:latin typeface="Fira Code" panose="020B0809050000020004" pitchFamily="49" charset="0"/>
              </a:rPr>
              <a:t>              </a:t>
            </a:r>
            <a:r>
              <a:rPr lang="en-US" sz="2400" b="0" noProof="0" dirty="0">
                <a:solidFill>
                  <a:srgbClr val="795E26">
                    <a:alpha val="0"/>
                  </a:srgbClr>
                </a:solidFill>
                <a:effectLst/>
                <a:latin typeface="Fira Code" panose="020B0809050000020004" pitchFamily="49" charset="0"/>
              </a:rPr>
              <a:t>vector</a:t>
            </a:r>
            <a:r>
              <a:rPr lang="en-US" sz="700" b="0" noProof="0" dirty="0">
                <a:solidFill>
                  <a:srgbClr val="795E26">
                    <a:alpha val="0"/>
                  </a:srgbClr>
                </a:solidFill>
                <a:effectLst/>
                <a:latin typeface="Fira Code" panose="020B0809050000020004" pitchFamily="49" charset="0"/>
              </a:rPr>
              <a:t> </a:t>
            </a:r>
            <a:r>
              <a:rPr lang="en-US" sz="2400" b="0" noProof="0" dirty="0">
                <a:solidFill>
                  <a:srgbClr val="000000">
                    <a:alpha val="0"/>
                  </a:srgbClr>
                </a:solidFill>
                <a:effectLst/>
                <a:latin typeface="Fira Code" panose="020B0809050000020004" pitchFamily="49" charset="0"/>
              </a:rPr>
              <a:t>&lt;</a:t>
            </a:r>
            <a:r>
              <a:rPr lang="en-US" sz="2400" b="0" noProof="0" dirty="0">
                <a:solidFill>
                  <a:srgbClr val="A31515">
                    <a:alpha val="0"/>
                  </a:srgbClr>
                </a:solidFill>
                <a:effectLst/>
                <a:latin typeface="Fira Code" panose="020B0809050000020004" pitchFamily="49" charset="0"/>
              </a:rPr>
              <a:t>'n'</a:t>
            </a:r>
            <a:r>
              <a:rPr lang="en-US" sz="2400" b="0" noProof="0" dirty="0">
                <a:solidFill>
                  <a:srgbClr val="000000">
                    <a:alpha val="0"/>
                  </a:srgbClr>
                </a:solidFill>
                <a:effectLst/>
                <a:latin typeface="Fira Code" panose="020B0809050000020004" pitchFamily="49" charset="0"/>
              </a:rPr>
              <a:t>&gt;</a:t>
            </a:r>
            <a:r>
              <a:rPr lang="en-US" sz="700" b="0" noProof="0" dirty="0">
                <a:solidFill>
                  <a:srgbClr val="000000">
                    <a:alpha val="0"/>
                  </a:srgbClr>
                </a:solidFill>
                <a:effectLst/>
                <a:latin typeface="Fira Code" panose="020B0809050000020004" pitchFamily="49" charset="0"/>
              </a:rPr>
              <a:t> </a:t>
            </a:r>
            <a:r>
              <a:rPr lang="en-US" sz="2400" b="0" noProof="0" dirty="0">
                <a:solidFill>
                  <a:srgbClr val="000000">
                    <a:alpha val="0"/>
                  </a:srgbClr>
                </a:solidFill>
                <a:effectLst/>
                <a:latin typeface="Fira Code" panose="020B0809050000020004" pitchFamily="49" charset="0"/>
              </a:rPr>
              <a:t>(</a:t>
            </a:r>
            <a:r>
              <a:rPr lang="en-US" sz="2400" b="0" noProof="0" dirty="0">
                <a:solidFill>
                  <a:srgbClr val="0070C1">
                    <a:alpha val="0"/>
                  </a:srgbClr>
                </a:solidFill>
                <a:effectLst/>
                <a:latin typeface="Fira Code" panose="020B0809050000020004" pitchFamily="49" charset="0"/>
              </a:rPr>
              <a:t>N</a:t>
            </a:r>
            <a:r>
              <a:rPr lang="en-US" sz="2400" b="0" noProof="0" dirty="0">
                <a:solidFill>
                  <a:srgbClr val="000000">
                    <a:alpha val="0"/>
                  </a:srgbClr>
                </a:solidFill>
                <a:effectLst/>
                <a:latin typeface="Fira Code" panose="020B0809050000020004" pitchFamily="49" charset="0"/>
              </a:rPr>
              <a:t>)  ^</a:t>
            </a:r>
          </a:p>
          <a:p>
            <a:pPr>
              <a:lnSpc>
                <a:spcPct val="150000"/>
              </a:lnSpc>
              <a:buSzPts val="100"/>
              <a:buNone/>
            </a:pPr>
            <a:r>
              <a:rPr lang="en-US" sz="2400" b="0" noProof="0" dirty="0">
                <a:solidFill>
                  <a:srgbClr val="000000">
                    <a:alpha val="0"/>
                  </a:srgbClr>
                </a:solidFill>
                <a:effectLst/>
                <a:latin typeface="Fira Code" panose="020B0809050000020004" pitchFamily="49" charset="0"/>
              </a:rPr>
              <a:t>              </a:t>
            </a:r>
            <a:r>
              <a:rPr lang="en-US" sz="2400" b="0" noProof="0" dirty="0">
                <a:solidFill>
                  <a:srgbClr val="795E26">
                    <a:alpha val="0"/>
                  </a:srgbClr>
                </a:solidFill>
                <a:effectLst/>
                <a:latin typeface="Fira Code" panose="020B0809050000020004" pitchFamily="49" charset="0"/>
              </a:rPr>
              <a:t>vector</a:t>
            </a:r>
            <a:r>
              <a:rPr lang="en-US" sz="700" b="0" noProof="0" dirty="0">
                <a:solidFill>
                  <a:srgbClr val="795E26">
                    <a:alpha val="0"/>
                  </a:srgbClr>
                </a:solidFill>
                <a:effectLst/>
                <a:latin typeface="Fira Code" panose="020B0809050000020004" pitchFamily="49" charset="0"/>
              </a:rPr>
              <a:t> </a:t>
            </a:r>
            <a:r>
              <a:rPr lang="en-US" sz="2400" b="0" noProof="0" dirty="0">
                <a:solidFill>
                  <a:srgbClr val="000000">
                    <a:alpha val="0"/>
                  </a:srgbClr>
                </a:solidFill>
                <a:effectLst/>
                <a:latin typeface="Fira Code" panose="020B0809050000020004" pitchFamily="49" charset="0"/>
              </a:rPr>
              <a:t>&lt;</a:t>
            </a:r>
            <a:r>
              <a:rPr lang="en-US" sz="2400" b="0" noProof="0" dirty="0">
                <a:solidFill>
                  <a:srgbClr val="A31515">
                    <a:alpha val="0"/>
                  </a:srgbClr>
                </a:solidFill>
                <a:effectLst/>
                <a:latin typeface="Fira Code" panose="020B0809050000020004" pitchFamily="49" charset="0"/>
              </a:rPr>
              <a:t>'m'</a:t>
            </a:r>
            <a:r>
              <a:rPr lang="en-US" sz="2400" b="0" noProof="0" dirty="0">
                <a:solidFill>
                  <a:srgbClr val="000000">
                    <a:alpha val="0"/>
                  </a:srgbClr>
                </a:solidFill>
                <a:effectLst/>
                <a:latin typeface="Fira Code" panose="020B0809050000020004" pitchFamily="49" charset="0"/>
              </a:rPr>
              <a:t>&gt;</a:t>
            </a:r>
            <a:r>
              <a:rPr lang="en-US" sz="700" b="0" noProof="0" dirty="0">
                <a:solidFill>
                  <a:srgbClr val="000000">
                    <a:alpha val="0"/>
                  </a:srgbClr>
                </a:solidFill>
                <a:effectLst/>
                <a:latin typeface="Fira Code" panose="020B0809050000020004" pitchFamily="49" charset="0"/>
              </a:rPr>
              <a:t> </a:t>
            </a:r>
            <a:r>
              <a:rPr lang="en-US" sz="2400" b="0" noProof="0" dirty="0">
                <a:solidFill>
                  <a:srgbClr val="000000">
                    <a:alpha val="0"/>
                  </a:srgbClr>
                </a:solidFill>
                <a:effectLst/>
                <a:latin typeface="Fira Code" panose="020B0809050000020004" pitchFamily="49" charset="0"/>
              </a:rPr>
              <a:t>(</a:t>
            </a:r>
            <a:r>
              <a:rPr lang="en-US" sz="2400" b="0" noProof="0" dirty="0">
                <a:solidFill>
                  <a:srgbClr val="0070C1">
                    <a:alpha val="0"/>
                  </a:srgbClr>
                </a:solidFill>
                <a:effectLst/>
                <a:latin typeface="Fira Code" panose="020B0809050000020004" pitchFamily="49" charset="0"/>
              </a:rPr>
              <a:t>M</a:t>
            </a:r>
            <a:r>
              <a:rPr lang="en-US" sz="2400" b="0" noProof="0" dirty="0">
                <a:solidFill>
                  <a:srgbClr val="000000">
                    <a:alpha val="0"/>
                  </a:srgbClr>
                </a:solidFill>
                <a:effectLst/>
                <a:latin typeface="Fira Code" panose="020B0809050000020004" pitchFamily="49" charset="0"/>
              </a:rPr>
              <a:t>);</a:t>
            </a:r>
          </a:p>
        </p:txBody>
      </p:sp>
      <p:sp>
        <p:nvSpPr>
          <p:cNvPr id="37" name="Rectangle 36">
            <a:extLst>
              <a:ext uri="{FF2B5EF4-FFF2-40B4-BE49-F238E27FC236}">
                <a16:creationId xmlns:a16="http://schemas.microsoft.com/office/drawing/2014/main" id="{E810BA74-1063-85B3-2324-103E8E900E55}"/>
              </a:ext>
            </a:extLst>
          </p:cNvPr>
          <p:cNvSpPr/>
          <p:nvPr>
            <p:custDataLst>
              <p:tags r:id="rId3"/>
            </p:custDataLst>
          </p:nvPr>
        </p:nvSpPr>
        <p:spPr>
          <a:xfrm>
            <a:off x="5762591" y="2928684"/>
            <a:ext cx="1261396" cy="302651"/>
          </a:xfrm>
          <a:prstGeom prst="rect">
            <a:avLst/>
          </a:prstGeom>
          <a:solidFill>
            <a:srgbClr val="C0C0C0">
              <a:alpha val="2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79B72882-F921-954D-3177-58DBD37F0C4A}"/>
              </a:ext>
            </a:extLst>
          </p:cNvPr>
          <p:cNvSpPr>
            <a:spLocks noGrp="1"/>
          </p:cNvSpPr>
          <p:nvPr>
            <p:ph type="title"/>
            <p:custDataLst>
              <p:tags r:id="rId4"/>
            </p:custDataLst>
          </p:nvPr>
        </p:nvSpPr>
        <p:spPr/>
        <p:txBody>
          <a:bodyPr/>
          <a:lstStyle/>
          <a:p>
            <a:r>
              <a:rPr lang="en-US" noProof="0" dirty="0"/>
              <a:t>Layout abstractions (Noarr)</a:t>
            </a:r>
          </a:p>
        </p:txBody>
      </p:sp>
      <p:sp>
        <p:nvSpPr>
          <p:cNvPr id="18" name="Right Brace 17">
            <a:extLst>
              <a:ext uri="{FF2B5EF4-FFF2-40B4-BE49-F238E27FC236}">
                <a16:creationId xmlns:a16="http://schemas.microsoft.com/office/drawing/2014/main" id="{D66E5204-4017-2EAF-4A60-5194514D442A}"/>
              </a:ext>
            </a:extLst>
          </p:cNvPr>
          <p:cNvSpPr/>
          <p:nvPr>
            <p:custDataLst>
              <p:tags r:id="rId5"/>
            </p:custDataLst>
          </p:nvPr>
        </p:nvSpPr>
        <p:spPr>
          <a:xfrm rot="16200000">
            <a:off x="6254587" y="2156360"/>
            <a:ext cx="275785" cy="1261394"/>
          </a:xfrm>
          <a:prstGeom prst="rightBrace">
            <a:avLst/>
          </a:prstGeom>
          <a:ln>
            <a:solidFill>
              <a:schemeClr val="tx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noProof="0" dirty="0"/>
          </a:p>
        </p:txBody>
      </p:sp>
      <p:sp>
        <p:nvSpPr>
          <p:cNvPr id="19" name="TextBox 18">
            <a:extLst>
              <a:ext uri="{FF2B5EF4-FFF2-40B4-BE49-F238E27FC236}">
                <a16:creationId xmlns:a16="http://schemas.microsoft.com/office/drawing/2014/main" id="{35ECBBC8-9EAB-F864-C40F-1C0E855672E6}"/>
              </a:ext>
            </a:extLst>
          </p:cNvPr>
          <p:cNvSpPr txBox="1"/>
          <p:nvPr>
            <p:custDataLst>
              <p:tags r:id="rId6"/>
            </p:custDataLst>
          </p:nvPr>
        </p:nvSpPr>
        <p:spPr>
          <a:xfrm>
            <a:off x="2937911" y="2154296"/>
            <a:ext cx="6909135" cy="461665"/>
          </a:xfrm>
          <a:prstGeom prst="rect">
            <a:avLst/>
          </a:prstGeom>
          <a:noFill/>
        </p:spPr>
        <p:txBody>
          <a:bodyPr wrap="none" rtlCol="0" anchor="b">
            <a:spAutoFit/>
          </a:bodyPr>
          <a:lstStyle/>
          <a:p>
            <a:r>
              <a:rPr lang="en-US" sz="2400" i="1" noProof="0" dirty="0"/>
              <a:t>Parameters specifying types and dimension names</a:t>
            </a:r>
          </a:p>
        </p:txBody>
      </p:sp>
      <p:sp>
        <p:nvSpPr>
          <p:cNvPr id="29" name="Date Placeholder 28">
            <a:extLst>
              <a:ext uri="{FF2B5EF4-FFF2-40B4-BE49-F238E27FC236}">
                <a16:creationId xmlns:a16="http://schemas.microsoft.com/office/drawing/2014/main" id="{692CB833-F3D6-B987-C77E-BF53C659C053}"/>
              </a:ext>
            </a:extLst>
          </p:cNvPr>
          <p:cNvSpPr>
            <a:spLocks noGrp="1"/>
          </p:cNvSpPr>
          <p:nvPr>
            <p:ph type="dt" sz="half" idx="10"/>
            <p:custDataLst>
              <p:tags r:id="rId7"/>
            </p:custDataLst>
          </p:nvPr>
        </p:nvSpPr>
        <p:spPr/>
        <p:txBody>
          <a:bodyPr/>
          <a:lstStyle/>
          <a:p>
            <a:r>
              <a:rPr lang="en-US" noProof="0"/>
              <a:t>9/5/2026</a:t>
            </a:r>
            <a:endParaRPr lang="en-US" noProof="0" dirty="0"/>
          </a:p>
        </p:txBody>
      </p:sp>
      <p:sp>
        <p:nvSpPr>
          <p:cNvPr id="30" name="Slide Number Placeholder 29">
            <a:extLst>
              <a:ext uri="{FF2B5EF4-FFF2-40B4-BE49-F238E27FC236}">
                <a16:creationId xmlns:a16="http://schemas.microsoft.com/office/drawing/2014/main" id="{A6854BFF-C563-E847-C95B-05954D906112}"/>
              </a:ext>
            </a:extLst>
          </p:cNvPr>
          <p:cNvSpPr>
            <a:spLocks noGrp="1"/>
          </p:cNvSpPr>
          <p:nvPr>
            <p:ph type="sldNum" sz="quarter" idx="12"/>
            <p:custDataLst>
              <p:tags r:id="rId8"/>
            </p:custDataLst>
          </p:nvPr>
        </p:nvSpPr>
        <p:spPr/>
        <p:txBody>
          <a:bodyPr/>
          <a:lstStyle/>
          <a:p>
            <a:r>
              <a:rPr lang="en-US" noProof="0"/>
              <a:t>5</a:t>
            </a:r>
            <a:endParaRPr lang="en-US" noProof="0" dirty="0"/>
          </a:p>
        </p:txBody>
      </p:sp>
      <p:pic>
        <p:nvPicPr>
          <p:cNvPr id="25" name="Picture 24">
            <a:extLst>
              <a:ext uri="{FF2B5EF4-FFF2-40B4-BE49-F238E27FC236}">
                <a16:creationId xmlns:a16="http://schemas.microsoft.com/office/drawing/2014/main" id="{25B07DD5-49BF-24B4-3308-895CDE035082}"/>
              </a:ext>
            </a:extLst>
          </p:cNvPr>
          <p:cNvPicPr>
            <a:picLocks noChangeAspect="1"/>
          </p:cNvPicPr>
          <p:nvPr>
            <p:custDataLst>
              <p:tags r:id="rId9"/>
            </p:custDataLst>
          </p:nvPr>
        </p:nvPicPr>
        <p:blipFill>
          <a:blip r:embed="rId15"/>
          <a:srcRect r="86029" b="86573"/>
          <a:stretch>
            <a:fillRect/>
          </a:stretch>
        </p:blipFill>
        <p:spPr>
          <a:xfrm>
            <a:off x="1598974" y="2851546"/>
            <a:ext cx="174508" cy="166674"/>
          </a:xfrm>
          <a:prstGeom prst="rect">
            <a:avLst/>
          </a:prstGeom>
        </p:spPr>
      </p:pic>
      <p:sp>
        <p:nvSpPr>
          <p:cNvPr id="27" name="Rectangle 26">
            <a:extLst>
              <a:ext uri="{FF2B5EF4-FFF2-40B4-BE49-F238E27FC236}">
                <a16:creationId xmlns:a16="http://schemas.microsoft.com/office/drawing/2014/main" id="{84FCD751-75D4-06F6-E90B-B10F04037199}"/>
              </a:ext>
            </a:extLst>
          </p:cNvPr>
          <p:cNvSpPr/>
          <p:nvPr>
            <p:custDataLst>
              <p:tags r:id="rId10"/>
            </p:custDataLst>
          </p:nvPr>
        </p:nvSpPr>
        <p:spPr>
          <a:xfrm>
            <a:off x="7640756" y="2851619"/>
            <a:ext cx="254000" cy="27709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1" name="Rectangle 30">
            <a:extLst>
              <a:ext uri="{FF2B5EF4-FFF2-40B4-BE49-F238E27FC236}">
                <a16:creationId xmlns:a16="http://schemas.microsoft.com/office/drawing/2014/main" id="{1F2CCB64-480B-94C0-D265-F80677755FCA}"/>
              </a:ext>
            </a:extLst>
          </p:cNvPr>
          <p:cNvSpPr/>
          <p:nvPr>
            <p:custDataLst>
              <p:tags r:id="rId11"/>
            </p:custDataLst>
          </p:nvPr>
        </p:nvSpPr>
        <p:spPr>
          <a:xfrm>
            <a:off x="7610823" y="3369590"/>
            <a:ext cx="254000" cy="27709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4" name="TextBox 23">
            <a:extLst>
              <a:ext uri="{FF2B5EF4-FFF2-40B4-BE49-F238E27FC236}">
                <a16:creationId xmlns:a16="http://schemas.microsoft.com/office/drawing/2014/main" id="{AEBC8779-F4FF-3DA2-7279-F475B25C2AB4}"/>
              </a:ext>
            </a:extLst>
          </p:cNvPr>
          <p:cNvSpPr txBox="1"/>
          <p:nvPr>
            <p:custDataLst>
              <p:tags r:id="rId12"/>
            </p:custDataLst>
          </p:nvPr>
        </p:nvSpPr>
        <p:spPr>
          <a:xfrm>
            <a:off x="3078241" y="1168157"/>
            <a:ext cx="6293711" cy="461665"/>
          </a:xfrm>
          <a:prstGeom prst="rect">
            <a:avLst/>
          </a:prstGeom>
          <a:noFill/>
        </p:spPr>
        <p:txBody>
          <a:bodyPr wrap="none" rtlCol="0">
            <a:spAutoFit/>
          </a:bodyPr>
          <a:lstStyle/>
          <a:p>
            <a:pPr algn="ctr"/>
            <a:r>
              <a:rPr lang="en-US" sz="2400" noProof="0" dirty="0"/>
              <a:t>Composition of building blocks in native C++</a:t>
            </a:r>
          </a:p>
        </p:txBody>
      </p:sp>
    </p:spTree>
    <p:custDataLst>
      <p:tags r:id="rId1"/>
    </p:custDataLst>
    <p:extLst>
      <p:ext uri="{BB962C8B-B14F-4D97-AF65-F5344CB8AC3E}">
        <p14:creationId xmlns:p14="http://schemas.microsoft.com/office/powerpoint/2010/main" val="139560791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A28F9A7A-4E68-17F0-FD80-992DB87E748C}"/>
              </a:ext>
            </a:extLst>
          </p:cNvPr>
          <p:cNvSpPr txBox="1"/>
          <p:nvPr>
            <p:custDataLst>
              <p:tags r:id="rId2"/>
            </p:custDataLst>
          </p:nvPr>
        </p:nvSpPr>
        <p:spPr>
          <a:xfrm>
            <a:off x="1960456" y="2730603"/>
            <a:ext cx="6008376" cy="1706429"/>
          </a:xfrm>
          <a:prstGeom prst="rect">
            <a:avLst/>
          </a:prstGeom>
          <a:noFill/>
        </p:spPr>
        <p:txBody>
          <a:bodyPr wrap="none">
            <a:spAutoFit/>
          </a:bodyPr>
          <a:lstStyle/>
          <a:p>
            <a:pPr>
              <a:lnSpc>
                <a:spcPct val="150000"/>
              </a:lnSpc>
              <a:buNone/>
            </a:pPr>
            <a:r>
              <a:rPr lang="en-US" sz="2400" b="0" noProof="0" dirty="0">
                <a:solidFill>
                  <a:srgbClr val="267F99"/>
                </a:solidFill>
                <a:effectLst/>
                <a:latin typeface="Fira Code" panose="020B0809050000020004" pitchFamily="49" charset="0"/>
              </a:rPr>
              <a:t>    </a:t>
            </a:r>
            <a:r>
              <a:rPr lang="en-US" sz="2400" b="0" noProof="0" dirty="0">
                <a:solidFill>
                  <a:srgbClr val="000000"/>
                </a:solidFill>
                <a:effectLst/>
                <a:latin typeface="Fira Code" panose="020B0809050000020004" pitchFamily="49" charset="0"/>
              </a:rPr>
              <a:t> </a:t>
            </a:r>
            <a:r>
              <a:rPr lang="en-US" sz="2400" b="0" noProof="0" dirty="0">
                <a:solidFill>
                  <a:srgbClr val="001080"/>
                </a:solidFill>
                <a:effectLst/>
                <a:latin typeface="Fira Code" panose="020B0809050000020004" pitchFamily="49" charset="0"/>
              </a:rPr>
              <a:t>layout</a:t>
            </a:r>
            <a:r>
              <a:rPr lang="en-US" sz="2400" b="0" noProof="0" dirty="0">
                <a:solidFill>
                  <a:srgbClr val="000000"/>
                </a:solidFill>
                <a:effectLst/>
                <a:latin typeface="Fira Code" panose="020B0809050000020004" pitchFamily="49" charset="0"/>
              </a:rPr>
              <a:t> = </a:t>
            </a:r>
            <a:r>
              <a:rPr lang="en-US" sz="2400" b="0" noProof="0" dirty="0">
                <a:solidFill>
                  <a:srgbClr val="267F99"/>
                </a:solidFill>
                <a:effectLst/>
                <a:latin typeface="Fira Code" panose="020B0809050000020004" pitchFamily="49" charset="0"/>
              </a:rPr>
              <a:t>scalar</a:t>
            </a:r>
            <a:r>
              <a:rPr lang="en-US" sz="700" b="0" noProof="0" dirty="0">
                <a:solidFill>
                  <a:srgbClr val="267F99"/>
                </a:solidFill>
                <a:effectLst/>
                <a:latin typeface="Fira Code" panose="020B0809050000020004" pitchFamily="49" charset="0"/>
              </a:rPr>
              <a:t> </a:t>
            </a:r>
            <a:r>
              <a:rPr lang="en-US" sz="2400" b="0" noProof="0" dirty="0">
                <a:solidFill>
                  <a:srgbClr val="000000"/>
                </a:solidFill>
                <a:effectLst/>
                <a:latin typeface="Fira Code" panose="020B0809050000020004" pitchFamily="49" charset="0"/>
              </a:rPr>
              <a:t>&lt;</a:t>
            </a:r>
            <a:r>
              <a:rPr lang="en-US" sz="2400" b="0" noProof="0" dirty="0">
                <a:solidFill>
                  <a:srgbClr val="0000FF"/>
                </a:solidFill>
                <a:effectLst/>
                <a:latin typeface="Fira Code" panose="020B0809050000020004" pitchFamily="49" charset="0"/>
              </a:rPr>
              <a:t>float</a:t>
            </a:r>
            <a:r>
              <a:rPr lang="en-US" sz="2400" b="0" noProof="0" dirty="0">
                <a:solidFill>
                  <a:srgbClr val="000000"/>
                </a:solidFill>
                <a:effectLst/>
                <a:latin typeface="Fira Code" panose="020B0809050000020004" pitchFamily="49" charset="0"/>
              </a:rPr>
              <a:t>&gt;</a:t>
            </a:r>
            <a:r>
              <a:rPr lang="en-US" sz="700" b="0" noProof="0" dirty="0">
                <a:solidFill>
                  <a:srgbClr val="000000"/>
                </a:solidFill>
                <a:effectLst/>
                <a:latin typeface="Fira Code" panose="020B0809050000020004" pitchFamily="49" charset="0"/>
              </a:rPr>
              <a:t> </a:t>
            </a:r>
            <a:r>
              <a:rPr lang="en-US" sz="2400" b="0" noProof="0" dirty="0">
                <a:solidFill>
                  <a:srgbClr val="000000"/>
                </a:solidFill>
                <a:effectLst/>
                <a:latin typeface="Fira Code" panose="020B0809050000020004" pitchFamily="49" charset="0"/>
              </a:rPr>
              <a:t>() ^</a:t>
            </a:r>
          </a:p>
          <a:p>
            <a:pPr>
              <a:lnSpc>
                <a:spcPct val="150000"/>
              </a:lnSpc>
              <a:buNone/>
            </a:pPr>
            <a:r>
              <a:rPr lang="en-US" sz="2400" b="0" noProof="0" dirty="0">
                <a:solidFill>
                  <a:srgbClr val="000000"/>
                </a:solidFill>
                <a:effectLst/>
                <a:latin typeface="Fira Code" panose="020B0809050000020004" pitchFamily="49" charset="0"/>
              </a:rPr>
              <a:t>              </a:t>
            </a:r>
            <a:r>
              <a:rPr lang="en-US" sz="2400" b="0" noProof="0" dirty="0">
                <a:solidFill>
                  <a:srgbClr val="795E26"/>
                </a:solidFill>
                <a:effectLst/>
                <a:latin typeface="Fira Code" panose="020B0809050000020004" pitchFamily="49" charset="0"/>
              </a:rPr>
              <a:t>vector</a:t>
            </a:r>
            <a:r>
              <a:rPr lang="en-US" sz="700" b="0" noProof="0" dirty="0">
                <a:solidFill>
                  <a:srgbClr val="795E26"/>
                </a:solidFill>
                <a:effectLst/>
                <a:latin typeface="Fira Code" panose="020B0809050000020004" pitchFamily="49" charset="0"/>
              </a:rPr>
              <a:t> </a:t>
            </a:r>
            <a:r>
              <a:rPr lang="en-US" sz="2400" b="0" noProof="0" dirty="0">
                <a:solidFill>
                  <a:srgbClr val="000000"/>
                </a:solidFill>
                <a:effectLst/>
                <a:latin typeface="Fira Code" panose="020B0809050000020004" pitchFamily="49" charset="0"/>
              </a:rPr>
              <a:t>&lt;</a:t>
            </a:r>
            <a:r>
              <a:rPr lang="en-US" sz="2400" b="0" noProof="0" dirty="0">
                <a:solidFill>
                  <a:srgbClr val="A31515"/>
                </a:solidFill>
                <a:effectLst/>
                <a:latin typeface="Fira Code" panose="020B0809050000020004" pitchFamily="49" charset="0"/>
              </a:rPr>
              <a:t>'n'</a:t>
            </a:r>
            <a:r>
              <a:rPr lang="en-US" sz="2400" b="0" noProof="0" dirty="0">
                <a:solidFill>
                  <a:srgbClr val="000000"/>
                </a:solidFill>
                <a:effectLst/>
                <a:latin typeface="Fira Code" panose="020B0809050000020004" pitchFamily="49" charset="0"/>
              </a:rPr>
              <a:t>&gt;</a:t>
            </a:r>
            <a:r>
              <a:rPr lang="en-US" sz="700" b="0" noProof="0" dirty="0">
                <a:solidFill>
                  <a:srgbClr val="000000"/>
                </a:solidFill>
                <a:effectLst/>
                <a:latin typeface="Fira Code" panose="020B0809050000020004" pitchFamily="49" charset="0"/>
              </a:rPr>
              <a:t> </a:t>
            </a:r>
            <a:r>
              <a:rPr lang="en-US" sz="2400" b="0" noProof="0" dirty="0">
                <a:solidFill>
                  <a:srgbClr val="000000"/>
                </a:solidFill>
                <a:effectLst/>
                <a:latin typeface="Fira Code" panose="020B0809050000020004" pitchFamily="49" charset="0"/>
              </a:rPr>
              <a:t>(</a:t>
            </a:r>
            <a:r>
              <a:rPr lang="en-US" sz="2400" b="0" noProof="0" dirty="0">
                <a:solidFill>
                  <a:srgbClr val="0070C1"/>
                </a:solidFill>
                <a:effectLst/>
                <a:latin typeface="Fira Code" panose="020B0809050000020004" pitchFamily="49" charset="0"/>
              </a:rPr>
              <a:t>N</a:t>
            </a:r>
            <a:r>
              <a:rPr lang="en-US" sz="2400" b="0" noProof="0" dirty="0">
                <a:solidFill>
                  <a:srgbClr val="000000"/>
                </a:solidFill>
                <a:effectLst/>
                <a:latin typeface="Fira Code" panose="020B0809050000020004" pitchFamily="49" charset="0"/>
              </a:rPr>
              <a:t>)  ^</a:t>
            </a:r>
          </a:p>
          <a:p>
            <a:pPr>
              <a:lnSpc>
                <a:spcPct val="150000"/>
              </a:lnSpc>
              <a:buSzPts val="100"/>
              <a:buNone/>
            </a:pPr>
            <a:r>
              <a:rPr lang="en-US" sz="2400" b="0" noProof="0" dirty="0">
                <a:solidFill>
                  <a:srgbClr val="000000">
                    <a:alpha val="0"/>
                  </a:srgbClr>
                </a:solidFill>
                <a:effectLst/>
                <a:latin typeface="Fira Code" panose="020B0809050000020004" pitchFamily="49" charset="0"/>
              </a:rPr>
              <a:t>              </a:t>
            </a:r>
            <a:r>
              <a:rPr lang="en-US" sz="2400" b="0" noProof="0" dirty="0">
                <a:solidFill>
                  <a:srgbClr val="795E26">
                    <a:alpha val="0"/>
                  </a:srgbClr>
                </a:solidFill>
                <a:effectLst/>
                <a:latin typeface="Fira Code" panose="020B0809050000020004" pitchFamily="49" charset="0"/>
              </a:rPr>
              <a:t>vector</a:t>
            </a:r>
            <a:r>
              <a:rPr lang="en-US" sz="700" b="0" noProof="0" dirty="0">
                <a:solidFill>
                  <a:srgbClr val="795E26">
                    <a:alpha val="0"/>
                  </a:srgbClr>
                </a:solidFill>
                <a:effectLst/>
                <a:latin typeface="Fira Code" panose="020B0809050000020004" pitchFamily="49" charset="0"/>
              </a:rPr>
              <a:t> </a:t>
            </a:r>
            <a:r>
              <a:rPr lang="en-US" sz="2400" b="0" noProof="0" dirty="0">
                <a:solidFill>
                  <a:srgbClr val="000000">
                    <a:alpha val="0"/>
                  </a:srgbClr>
                </a:solidFill>
                <a:effectLst/>
                <a:latin typeface="Fira Code" panose="020B0809050000020004" pitchFamily="49" charset="0"/>
              </a:rPr>
              <a:t>&lt;</a:t>
            </a:r>
            <a:r>
              <a:rPr lang="en-US" sz="2400" b="0" noProof="0" dirty="0">
                <a:solidFill>
                  <a:srgbClr val="A31515">
                    <a:alpha val="0"/>
                  </a:srgbClr>
                </a:solidFill>
                <a:effectLst/>
                <a:latin typeface="Fira Code" panose="020B0809050000020004" pitchFamily="49" charset="0"/>
              </a:rPr>
              <a:t>'m'</a:t>
            </a:r>
            <a:r>
              <a:rPr lang="en-US" sz="2400" b="0" noProof="0" dirty="0">
                <a:solidFill>
                  <a:srgbClr val="000000">
                    <a:alpha val="0"/>
                  </a:srgbClr>
                </a:solidFill>
                <a:effectLst/>
                <a:latin typeface="Fira Code" panose="020B0809050000020004" pitchFamily="49" charset="0"/>
              </a:rPr>
              <a:t>&gt;</a:t>
            </a:r>
            <a:r>
              <a:rPr lang="en-US" sz="700" b="0" noProof="0" dirty="0">
                <a:solidFill>
                  <a:srgbClr val="000000">
                    <a:alpha val="0"/>
                  </a:srgbClr>
                </a:solidFill>
                <a:effectLst/>
                <a:latin typeface="Fira Code" panose="020B0809050000020004" pitchFamily="49" charset="0"/>
              </a:rPr>
              <a:t> </a:t>
            </a:r>
            <a:r>
              <a:rPr lang="en-US" sz="2400" b="0" noProof="0" dirty="0">
                <a:solidFill>
                  <a:srgbClr val="000000">
                    <a:alpha val="0"/>
                  </a:srgbClr>
                </a:solidFill>
                <a:effectLst/>
                <a:latin typeface="Fira Code" panose="020B0809050000020004" pitchFamily="49" charset="0"/>
              </a:rPr>
              <a:t>(</a:t>
            </a:r>
            <a:r>
              <a:rPr lang="en-US" sz="2400" b="0" noProof="0" dirty="0">
                <a:solidFill>
                  <a:srgbClr val="0070C1">
                    <a:alpha val="0"/>
                  </a:srgbClr>
                </a:solidFill>
                <a:effectLst/>
                <a:latin typeface="Fira Code" panose="020B0809050000020004" pitchFamily="49" charset="0"/>
              </a:rPr>
              <a:t>M</a:t>
            </a:r>
            <a:r>
              <a:rPr lang="en-US" sz="2400" b="0" noProof="0" dirty="0">
                <a:solidFill>
                  <a:srgbClr val="000000">
                    <a:alpha val="0"/>
                  </a:srgbClr>
                </a:solidFill>
                <a:effectLst/>
                <a:latin typeface="Fira Code" panose="020B0809050000020004" pitchFamily="49" charset="0"/>
              </a:rPr>
              <a:t>);</a:t>
            </a:r>
          </a:p>
        </p:txBody>
      </p:sp>
      <p:sp>
        <p:nvSpPr>
          <p:cNvPr id="39" name="Rectangle 38">
            <a:extLst>
              <a:ext uri="{FF2B5EF4-FFF2-40B4-BE49-F238E27FC236}">
                <a16:creationId xmlns:a16="http://schemas.microsoft.com/office/drawing/2014/main" id="{5ADDBBC2-AFD6-00E5-EC92-B2FBB581AE19}"/>
              </a:ext>
            </a:extLst>
          </p:cNvPr>
          <p:cNvSpPr/>
          <p:nvPr>
            <p:custDataLst>
              <p:tags r:id="rId3"/>
            </p:custDataLst>
          </p:nvPr>
        </p:nvSpPr>
        <p:spPr>
          <a:xfrm>
            <a:off x="5788049" y="3449989"/>
            <a:ext cx="874096" cy="362907"/>
          </a:xfrm>
          <a:prstGeom prst="rect">
            <a:avLst/>
          </a:prstGeom>
          <a:solidFill>
            <a:srgbClr val="C0C0C0">
              <a:alpha val="2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7" name="Rectangle 36">
            <a:extLst>
              <a:ext uri="{FF2B5EF4-FFF2-40B4-BE49-F238E27FC236}">
                <a16:creationId xmlns:a16="http://schemas.microsoft.com/office/drawing/2014/main" id="{E810BA74-1063-85B3-2324-103E8E900E55}"/>
              </a:ext>
            </a:extLst>
          </p:cNvPr>
          <p:cNvSpPr/>
          <p:nvPr>
            <p:custDataLst>
              <p:tags r:id="rId4"/>
            </p:custDataLst>
          </p:nvPr>
        </p:nvSpPr>
        <p:spPr>
          <a:xfrm>
            <a:off x="5762591" y="2928684"/>
            <a:ext cx="1261396" cy="302651"/>
          </a:xfrm>
          <a:prstGeom prst="rect">
            <a:avLst/>
          </a:prstGeom>
          <a:solidFill>
            <a:srgbClr val="C0C0C0">
              <a:alpha val="2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79B72882-F921-954D-3177-58DBD37F0C4A}"/>
              </a:ext>
            </a:extLst>
          </p:cNvPr>
          <p:cNvSpPr>
            <a:spLocks noGrp="1"/>
          </p:cNvSpPr>
          <p:nvPr>
            <p:ph type="title"/>
            <p:custDataLst>
              <p:tags r:id="rId5"/>
            </p:custDataLst>
          </p:nvPr>
        </p:nvSpPr>
        <p:spPr/>
        <p:txBody>
          <a:bodyPr/>
          <a:lstStyle/>
          <a:p>
            <a:r>
              <a:rPr lang="en-US" noProof="0" dirty="0"/>
              <a:t>Layout abstractions (Noarr)</a:t>
            </a:r>
          </a:p>
        </p:txBody>
      </p:sp>
      <p:sp>
        <p:nvSpPr>
          <p:cNvPr id="18" name="Right Brace 17">
            <a:extLst>
              <a:ext uri="{FF2B5EF4-FFF2-40B4-BE49-F238E27FC236}">
                <a16:creationId xmlns:a16="http://schemas.microsoft.com/office/drawing/2014/main" id="{D66E5204-4017-2EAF-4A60-5194514D442A}"/>
              </a:ext>
            </a:extLst>
          </p:cNvPr>
          <p:cNvSpPr/>
          <p:nvPr>
            <p:custDataLst>
              <p:tags r:id="rId6"/>
            </p:custDataLst>
          </p:nvPr>
        </p:nvSpPr>
        <p:spPr>
          <a:xfrm rot="16200000">
            <a:off x="6254587" y="2156360"/>
            <a:ext cx="275785" cy="1261394"/>
          </a:xfrm>
          <a:prstGeom prst="rightBrace">
            <a:avLst/>
          </a:prstGeom>
          <a:ln>
            <a:solidFill>
              <a:schemeClr val="tx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noProof="0" dirty="0"/>
          </a:p>
        </p:txBody>
      </p:sp>
      <p:sp>
        <p:nvSpPr>
          <p:cNvPr id="19" name="TextBox 18">
            <a:extLst>
              <a:ext uri="{FF2B5EF4-FFF2-40B4-BE49-F238E27FC236}">
                <a16:creationId xmlns:a16="http://schemas.microsoft.com/office/drawing/2014/main" id="{35ECBBC8-9EAB-F864-C40F-1C0E855672E6}"/>
              </a:ext>
            </a:extLst>
          </p:cNvPr>
          <p:cNvSpPr txBox="1"/>
          <p:nvPr>
            <p:custDataLst>
              <p:tags r:id="rId7"/>
            </p:custDataLst>
          </p:nvPr>
        </p:nvSpPr>
        <p:spPr>
          <a:xfrm>
            <a:off x="2937911" y="2154296"/>
            <a:ext cx="6909135" cy="461665"/>
          </a:xfrm>
          <a:prstGeom prst="rect">
            <a:avLst/>
          </a:prstGeom>
          <a:noFill/>
        </p:spPr>
        <p:txBody>
          <a:bodyPr wrap="none" rtlCol="0" anchor="b">
            <a:spAutoFit/>
          </a:bodyPr>
          <a:lstStyle/>
          <a:p>
            <a:r>
              <a:rPr lang="en-US" sz="2400" i="1" noProof="0" dirty="0"/>
              <a:t>Parameters specifying types and dimension names</a:t>
            </a:r>
          </a:p>
        </p:txBody>
      </p:sp>
      <p:sp>
        <p:nvSpPr>
          <p:cNvPr id="29" name="Date Placeholder 28">
            <a:extLst>
              <a:ext uri="{FF2B5EF4-FFF2-40B4-BE49-F238E27FC236}">
                <a16:creationId xmlns:a16="http://schemas.microsoft.com/office/drawing/2014/main" id="{692CB833-F3D6-B987-C77E-BF53C659C053}"/>
              </a:ext>
            </a:extLst>
          </p:cNvPr>
          <p:cNvSpPr>
            <a:spLocks noGrp="1"/>
          </p:cNvSpPr>
          <p:nvPr>
            <p:ph type="dt" sz="half" idx="10"/>
            <p:custDataLst>
              <p:tags r:id="rId8"/>
            </p:custDataLst>
          </p:nvPr>
        </p:nvSpPr>
        <p:spPr/>
        <p:txBody>
          <a:bodyPr/>
          <a:lstStyle/>
          <a:p>
            <a:r>
              <a:rPr lang="en-US" noProof="0"/>
              <a:t>9/5/2026</a:t>
            </a:r>
            <a:endParaRPr lang="en-US" noProof="0" dirty="0"/>
          </a:p>
        </p:txBody>
      </p:sp>
      <p:sp>
        <p:nvSpPr>
          <p:cNvPr id="30" name="Slide Number Placeholder 29">
            <a:extLst>
              <a:ext uri="{FF2B5EF4-FFF2-40B4-BE49-F238E27FC236}">
                <a16:creationId xmlns:a16="http://schemas.microsoft.com/office/drawing/2014/main" id="{A6854BFF-C563-E847-C95B-05954D906112}"/>
              </a:ext>
            </a:extLst>
          </p:cNvPr>
          <p:cNvSpPr>
            <a:spLocks noGrp="1"/>
          </p:cNvSpPr>
          <p:nvPr>
            <p:ph type="sldNum" sz="quarter" idx="12"/>
            <p:custDataLst>
              <p:tags r:id="rId9"/>
            </p:custDataLst>
          </p:nvPr>
        </p:nvSpPr>
        <p:spPr/>
        <p:txBody>
          <a:bodyPr/>
          <a:lstStyle/>
          <a:p>
            <a:r>
              <a:rPr lang="en-US" noProof="0"/>
              <a:t>5</a:t>
            </a:r>
            <a:endParaRPr lang="en-US" noProof="0" dirty="0"/>
          </a:p>
        </p:txBody>
      </p:sp>
      <p:pic>
        <p:nvPicPr>
          <p:cNvPr id="20" name="Picture 19">
            <a:extLst>
              <a:ext uri="{FF2B5EF4-FFF2-40B4-BE49-F238E27FC236}">
                <a16:creationId xmlns:a16="http://schemas.microsoft.com/office/drawing/2014/main" id="{AD983D88-E49A-19A0-1E46-A7291358AB31}"/>
              </a:ext>
            </a:extLst>
          </p:cNvPr>
          <p:cNvPicPr>
            <a:picLocks noChangeAspect="1"/>
          </p:cNvPicPr>
          <p:nvPr>
            <p:custDataLst>
              <p:tags r:id="rId10"/>
            </p:custDataLst>
          </p:nvPr>
        </p:nvPicPr>
        <p:blipFill>
          <a:blip r:embed="rId17"/>
          <a:srcRect b="85346"/>
          <a:stretch>
            <a:fillRect/>
          </a:stretch>
        </p:blipFill>
        <p:spPr>
          <a:xfrm>
            <a:off x="1598974" y="2853365"/>
            <a:ext cx="1249070" cy="181909"/>
          </a:xfrm>
          <a:prstGeom prst="rect">
            <a:avLst/>
          </a:prstGeom>
        </p:spPr>
      </p:pic>
      <p:pic>
        <p:nvPicPr>
          <p:cNvPr id="25" name="Picture 24">
            <a:extLst>
              <a:ext uri="{FF2B5EF4-FFF2-40B4-BE49-F238E27FC236}">
                <a16:creationId xmlns:a16="http://schemas.microsoft.com/office/drawing/2014/main" id="{25B07DD5-49BF-24B4-3308-895CDE035082}"/>
              </a:ext>
            </a:extLst>
          </p:cNvPr>
          <p:cNvPicPr>
            <a:picLocks noChangeAspect="1"/>
          </p:cNvPicPr>
          <p:nvPr>
            <p:custDataLst>
              <p:tags r:id="rId11"/>
            </p:custDataLst>
          </p:nvPr>
        </p:nvPicPr>
        <p:blipFill>
          <a:blip r:embed="rId17"/>
          <a:srcRect r="86029" b="86573"/>
          <a:stretch>
            <a:fillRect/>
          </a:stretch>
        </p:blipFill>
        <p:spPr>
          <a:xfrm>
            <a:off x="1598974" y="2851546"/>
            <a:ext cx="174508" cy="166674"/>
          </a:xfrm>
          <a:prstGeom prst="rect">
            <a:avLst/>
          </a:prstGeom>
        </p:spPr>
      </p:pic>
      <p:sp>
        <p:nvSpPr>
          <p:cNvPr id="31" name="Rectangle 30">
            <a:extLst>
              <a:ext uri="{FF2B5EF4-FFF2-40B4-BE49-F238E27FC236}">
                <a16:creationId xmlns:a16="http://schemas.microsoft.com/office/drawing/2014/main" id="{1F2CCB64-480B-94C0-D265-F80677755FCA}"/>
              </a:ext>
            </a:extLst>
          </p:cNvPr>
          <p:cNvSpPr/>
          <p:nvPr>
            <p:custDataLst>
              <p:tags r:id="rId12"/>
            </p:custDataLst>
          </p:nvPr>
        </p:nvSpPr>
        <p:spPr>
          <a:xfrm>
            <a:off x="7610823" y="3369590"/>
            <a:ext cx="254000" cy="27709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mc:AlternateContent xmlns:mc="http://schemas.openxmlformats.org/markup-compatibility/2006">
        <mc:Choice xmlns:a14="http://schemas.microsoft.com/office/drawing/2010/main" Requires="a14">
          <p:sp>
            <p:nvSpPr>
              <p:cNvPr id="22" name="TextBox 21">
                <a:extLst>
                  <a:ext uri="{FF2B5EF4-FFF2-40B4-BE49-F238E27FC236}">
                    <a16:creationId xmlns:a16="http://schemas.microsoft.com/office/drawing/2014/main" id="{3C284C3B-1E96-7EDB-FF3B-2FFD924CFC76}"/>
                  </a:ext>
                </a:extLst>
              </p:cNvPr>
              <p:cNvSpPr txBox="1"/>
              <p:nvPr>
                <p:custDataLst>
                  <p:tags r:id="rId13"/>
                </p:custDataLst>
              </p:nvPr>
            </p:nvSpPr>
            <p:spPr>
              <a:xfrm>
                <a:off x="2009123" y="2422355"/>
                <a:ext cx="428771" cy="461665"/>
              </a:xfrm>
              <a:prstGeom prst="rect">
                <a:avLst/>
              </a:prstGeom>
              <a:noFill/>
            </p:spPr>
            <p:txBody>
              <a:bodyPr wrap="none" rtlCol="0">
                <a:spAutoFit/>
              </a:bodyPr>
              <a:lstStyle/>
              <a:p>
                <a:pPr/>
                <a14:m>
                  <m:oMathPara xmlns:m="http://schemas.openxmlformats.org/officeDocument/2006/math">
                    <m:oMath>
                      <m:r>
                        <a:rPr lang="en-US" sz="2400" b="0" i="1" noProof="0" smtClean="0">
                          <a:latin typeface="Cambria Math" panose="02040503050406030204" pitchFamily="18" charset="0"/>
                        </a:rPr>
                        <m:t>𝑛</m:t>
                      </m:r>
                    </m:oMath>
                  </m:oMathPara>
                </a14:m>
                <a:endParaRPr lang="en-US" sz="2400" noProof="0" dirty="0"/>
              </a:p>
            </p:txBody>
          </p:sp>
        </mc:Choice>
        <mc:Fallback>
          <p:sp>
            <p:nvSpPr>
              <p:cNvPr id="22" name="TextBox 21">
                <a:extLst>
                  <a:ext uri="{FF2B5EF4-FFF2-40B4-BE49-F238E27FC236}">
                    <a16:creationId xmlns:a16="http://schemas.microsoft.com/office/drawing/2014/main" id="{3C284C3B-1E96-7EDB-FF3B-2FFD924CFC76}"/>
                  </a:ext>
                </a:extLst>
              </p:cNvPr>
              <p:cNvSpPr txBox="1">
                <a:spLocks noRot="1" noChangeAspect="1" noMove="1" noResize="1" noEditPoints="1" noAdjustHandles="1" noChangeArrowheads="1" noChangeShapeType="1" noTextEdit="1"/>
              </p:cNvSpPr>
              <p:nvPr>
                <p:custDataLst>
                  <p:tags r:id="rId13"/>
                </p:custDataLst>
              </p:nvPr>
            </p:nvSpPr>
            <p:spPr>
              <a:xfrm>
                <a:off x="2009123" y="2422355"/>
                <a:ext cx="428771" cy="461665"/>
              </a:xfrm>
              <a:prstGeom prst="rect">
                <a:avLst/>
              </a:prstGeom>
              <a:blipFill>
                <a:blip r:embed="rId18"/>
                <a:stretch>
                  <a:fillRect/>
                </a:stretch>
              </a:blipFill>
            </p:spPr>
            <p:txBody>
              <a:bodyPr/>
              <a:lstStyle/>
              <a:p>
                <a:r>
                  <a:rPr lang="en-US">
                    <a:noFill/>
                  </a:rPr>
                  <a:t> </a:t>
                </a:r>
              </a:p>
            </p:txBody>
          </p:sp>
        </mc:Fallback>
      </mc:AlternateContent>
      <p:sp>
        <p:nvSpPr>
          <p:cNvPr id="24" name="TextBox 23">
            <a:extLst>
              <a:ext uri="{FF2B5EF4-FFF2-40B4-BE49-F238E27FC236}">
                <a16:creationId xmlns:a16="http://schemas.microsoft.com/office/drawing/2014/main" id="{AEBC8779-F4FF-3DA2-7279-F475B25C2AB4}"/>
              </a:ext>
            </a:extLst>
          </p:cNvPr>
          <p:cNvSpPr txBox="1"/>
          <p:nvPr>
            <p:custDataLst>
              <p:tags r:id="rId14"/>
            </p:custDataLst>
          </p:nvPr>
        </p:nvSpPr>
        <p:spPr>
          <a:xfrm>
            <a:off x="3078241" y="1168157"/>
            <a:ext cx="6293711" cy="461665"/>
          </a:xfrm>
          <a:prstGeom prst="rect">
            <a:avLst/>
          </a:prstGeom>
          <a:noFill/>
        </p:spPr>
        <p:txBody>
          <a:bodyPr wrap="none" rtlCol="0">
            <a:spAutoFit/>
          </a:bodyPr>
          <a:lstStyle/>
          <a:p>
            <a:pPr algn="ctr"/>
            <a:r>
              <a:rPr lang="en-US" sz="2400" noProof="0" dirty="0"/>
              <a:t>Composition of building blocks in native C++</a:t>
            </a:r>
          </a:p>
        </p:txBody>
      </p:sp>
    </p:spTree>
    <p:custDataLst>
      <p:tags r:id="rId1"/>
    </p:custDataLst>
    <p:extLst>
      <p:ext uri="{BB962C8B-B14F-4D97-AF65-F5344CB8AC3E}">
        <p14:creationId xmlns:p14="http://schemas.microsoft.com/office/powerpoint/2010/main" val="258725451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A28F9A7A-4E68-17F0-FD80-992DB87E748C}"/>
              </a:ext>
            </a:extLst>
          </p:cNvPr>
          <p:cNvSpPr txBox="1"/>
          <p:nvPr>
            <p:custDataLst>
              <p:tags r:id="rId2"/>
            </p:custDataLst>
          </p:nvPr>
        </p:nvSpPr>
        <p:spPr>
          <a:xfrm>
            <a:off x="1960456" y="2730603"/>
            <a:ext cx="6008376" cy="1706429"/>
          </a:xfrm>
          <a:prstGeom prst="rect">
            <a:avLst/>
          </a:prstGeom>
          <a:noFill/>
        </p:spPr>
        <p:txBody>
          <a:bodyPr wrap="none">
            <a:spAutoFit/>
          </a:bodyPr>
          <a:lstStyle/>
          <a:p>
            <a:pPr>
              <a:lnSpc>
                <a:spcPct val="150000"/>
              </a:lnSpc>
              <a:buNone/>
            </a:pPr>
            <a:r>
              <a:rPr lang="en-US" sz="2400" b="0" noProof="0" dirty="0">
                <a:solidFill>
                  <a:srgbClr val="267F99"/>
                </a:solidFill>
                <a:effectLst/>
                <a:latin typeface="Fira Code" panose="020B0809050000020004" pitchFamily="49" charset="0"/>
              </a:rPr>
              <a:t>    </a:t>
            </a:r>
            <a:r>
              <a:rPr lang="en-US" sz="2400" b="0" noProof="0" dirty="0">
                <a:solidFill>
                  <a:srgbClr val="000000"/>
                </a:solidFill>
                <a:effectLst/>
                <a:latin typeface="Fira Code" panose="020B0809050000020004" pitchFamily="49" charset="0"/>
              </a:rPr>
              <a:t> </a:t>
            </a:r>
            <a:r>
              <a:rPr lang="en-US" sz="2400" b="0" noProof="0" dirty="0">
                <a:solidFill>
                  <a:srgbClr val="001080"/>
                </a:solidFill>
                <a:effectLst/>
                <a:latin typeface="Fira Code" panose="020B0809050000020004" pitchFamily="49" charset="0"/>
              </a:rPr>
              <a:t>layout</a:t>
            </a:r>
            <a:r>
              <a:rPr lang="en-US" sz="2400" b="0" noProof="0" dirty="0">
                <a:solidFill>
                  <a:srgbClr val="000000"/>
                </a:solidFill>
                <a:effectLst/>
                <a:latin typeface="Fira Code" panose="020B0809050000020004" pitchFamily="49" charset="0"/>
              </a:rPr>
              <a:t> = </a:t>
            </a:r>
            <a:r>
              <a:rPr lang="en-US" sz="2400" b="0" noProof="0" dirty="0">
                <a:solidFill>
                  <a:srgbClr val="267F99"/>
                </a:solidFill>
                <a:effectLst/>
                <a:latin typeface="Fira Code" panose="020B0809050000020004" pitchFamily="49" charset="0"/>
              </a:rPr>
              <a:t>scalar</a:t>
            </a:r>
            <a:r>
              <a:rPr lang="en-US" sz="700" b="0" noProof="0" dirty="0">
                <a:solidFill>
                  <a:srgbClr val="267F99"/>
                </a:solidFill>
                <a:effectLst/>
                <a:latin typeface="Fira Code" panose="020B0809050000020004" pitchFamily="49" charset="0"/>
              </a:rPr>
              <a:t> </a:t>
            </a:r>
            <a:r>
              <a:rPr lang="en-US" sz="2400" b="0" noProof="0" dirty="0">
                <a:solidFill>
                  <a:srgbClr val="000000"/>
                </a:solidFill>
                <a:effectLst/>
                <a:latin typeface="Fira Code" panose="020B0809050000020004" pitchFamily="49" charset="0"/>
              </a:rPr>
              <a:t>&lt;</a:t>
            </a:r>
            <a:r>
              <a:rPr lang="en-US" sz="2400" b="0" noProof="0" dirty="0">
                <a:solidFill>
                  <a:srgbClr val="0000FF"/>
                </a:solidFill>
                <a:effectLst/>
                <a:latin typeface="Fira Code" panose="020B0809050000020004" pitchFamily="49" charset="0"/>
              </a:rPr>
              <a:t>float</a:t>
            </a:r>
            <a:r>
              <a:rPr lang="en-US" sz="2400" b="0" noProof="0" dirty="0">
                <a:solidFill>
                  <a:srgbClr val="000000"/>
                </a:solidFill>
                <a:effectLst/>
                <a:latin typeface="Fira Code" panose="020B0809050000020004" pitchFamily="49" charset="0"/>
              </a:rPr>
              <a:t>&gt;</a:t>
            </a:r>
            <a:r>
              <a:rPr lang="en-US" sz="700" b="0" noProof="0" dirty="0">
                <a:solidFill>
                  <a:srgbClr val="000000"/>
                </a:solidFill>
                <a:effectLst/>
                <a:latin typeface="Fira Code" panose="020B0809050000020004" pitchFamily="49" charset="0"/>
              </a:rPr>
              <a:t> </a:t>
            </a:r>
            <a:r>
              <a:rPr lang="en-US" sz="2400" b="0" noProof="0" dirty="0">
                <a:solidFill>
                  <a:srgbClr val="000000"/>
                </a:solidFill>
                <a:effectLst/>
                <a:latin typeface="Fira Code" panose="020B0809050000020004" pitchFamily="49" charset="0"/>
              </a:rPr>
              <a:t>() ^</a:t>
            </a:r>
          </a:p>
          <a:p>
            <a:pPr>
              <a:lnSpc>
                <a:spcPct val="150000"/>
              </a:lnSpc>
              <a:buNone/>
            </a:pPr>
            <a:r>
              <a:rPr lang="en-US" sz="2400" b="0" noProof="0" dirty="0">
                <a:solidFill>
                  <a:srgbClr val="000000"/>
                </a:solidFill>
                <a:effectLst/>
                <a:latin typeface="Fira Code" panose="020B0809050000020004" pitchFamily="49" charset="0"/>
              </a:rPr>
              <a:t>              </a:t>
            </a:r>
            <a:r>
              <a:rPr lang="en-US" sz="2400" b="0" noProof="0" dirty="0">
                <a:solidFill>
                  <a:srgbClr val="795E26"/>
                </a:solidFill>
                <a:effectLst/>
                <a:latin typeface="Fira Code" panose="020B0809050000020004" pitchFamily="49" charset="0"/>
              </a:rPr>
              <a:t>vector</a:t>
            </a:r>
            <a:r>
              <a:rPr lang="en-US" sz="700" b="0" noProof="0" dirty="0">
                <a:solidFill>
                  <a:srgbClr val="795E26"/>
                </a:solidFill>
                <a:effectLst/>
                <a:latin typeface="Fira Code" panose="020B0809050000020004" pitchFamily="49" charset="0"/>
              </a:rPr>
              <a:t> </a:t>
            </a:r>
            <a:r>
              <a:rPr lang="en-US" sz="2400" b="0" noProof="0" dirty="0">
                <a:solidFill>
                  <a:srgbClr val="000000"/>
                </a:solidFill>
                <a:effectLst/>
                <a:latin typeface="Fira Code" panose="020B0809050000020004" pitchFamily="49" charset="0"/>
              </a:rPr>
              <a:t>&lt;</a:t>
            </a:r>
            <a:r>
              <a:rPr lang="en-US" sz="2400" b="0" noProof="0" dirty="0">
                <a:solidFill>
                  <a:srgbClr val="A31515"/>
                </a:solidFill>
                <a:effectLst/>
                <a:latin typeface="Fira Code" panose="020B0809050000020004" pitchFamily="49" charset="0"/>
              </a:rPr>
              <a:t>'n'</a:t>
            </a:r>
            <a:r>
              <a:rPr lang="en-US" sz="2400" b="0" noProof="0" dirty="0">
                <a:solidFill>
                  <a:srgbClr val="000000"/>
                </a:solidFill>
                <a:effectLst/>
                <a:latin typeface="Fira Code" panose="020B0809050000020004" pitchFamily="49" charset="0"/>
              </a:rPr>
              <a:t>&gt;</a:t>
            </a:r>
            <a:r>
              <a:rPr lang="en-US" sz="700" b="0" noProof="0" dirty="0">
                <a:solidFill>
                  <a:srgbClr val="000000"/>
                </a:solidFill>
                <a:effectLst/>
                <a:latin typeface="Fira Code" panose="020B0809050000020004" pitchFamily="49" charset="0"/>
              </a:rPr>
              <a:t> </a:t>
            </a:r>
            <a:r>
              <a:rPr lang="en-US" sz="2400" b="0" noProof="0" dirty="0">
                <a:solidFill>
                  <a:srgbClr val="000000"/>
                </a:solidFill>
                <a:effectLst/>
                <a:latin typeface="Fira Code" panose="020B0809050000020004" pitchFamily="49" charset="0"/>
              </a:rPr>
              <a:t>(</a:t>
            </a:r>
            <a:r>
              <a:rPr lang="en-US" sz="2400" b="0" noProof="0" dirty="0">
                <a:solidFill>
                  <a:srgbClr val="0070C1"/>
                </a:solidFill>
                <a:effectLst/>
                <a:latin typeface="Fira Code" panose="020B0809050000020004" pitchFamily="49" charset="0"/>
              </a:rPr>
              <a:t>N</a:t>
            </a:r>
            <a:r>
              <a:rPr lang="en-US" sz="2400" b="0" noProof="0" dirty="0">
                <a:solidFill>
                  <a:srgbClr val="000000"/>
                </a:solidFill>
                <a:effectLst/>
                <a:latin typeface="Fira Code" panose="020B0809050000020004" pitchFamily="49" charset="0"/>
              </a:rPr>
              <a:t>)  ^</a:t>
            </a:r>
          </a:p>
          <a:p>
            <a:pPr>
              <a:lnSpc>
                <a:spcPct val="150000"/>
              </a:lnSpc>
              <a:buNone/>
            </a:pPr>
            <a:r>
              <a:rPr lang="en-US" sz="2400" b="0" noProof="0" dirty="0">
                <a:solidFill>
                  <a:srgbClr val="000000"/>
                </a:solidFill>
                <a:effectLst/>
                <a:latin typeface="Fira Code" panose="020B0809050000020004" pitchFamily="49" charset="0"/>
              </a:rPr>
              <a:t>              </a:t>
            </a:r>
            <a:r>
              <a:rPr lang="en-US" sz="2400" b="0" noProof="0" dirty="0">
                <a:solidFill>
                  <a:srgbClr val="795E26"/>
                </a:solidFill>
                <a:effectLst/>
                <a:latin typeface="Fira Code" panose="020B0809050000020004" pitchFamily="49" charset="0"/>
              </a:rPr>
              <a:t>vector</a:t>
            </a:r>
            <a:r>
              <a:rPr lang="en-US" sz="700" b="0" noProof="0" dirty="0">
                <a:solidFill>
                  <a:srgbClr val="795E26"/>
                </a:solidFill>
                <a:effectLst/>
                <a:latin typeface="Fira Code" panose="020B0809050000020004" pitchFamily="49" charset="0"/>
              </a:rPr>
              <a:t> </a:t>
            </a:r>
            <a:r>
              <a:rPr lang="en-US" sz="2400" b="0" noProof="0" dirty="0">
                <a:solidFill>
                  <a:srgbClr val="000000"/>
                </a:solidFill>
                <a:effectLst/>
                <a:latin typeface="Fira Code" panose="020B0809050000020004" pitchFamily="49" charset="0"/>
              </a:rPr>
              <a:t>&lt;</a:t>
            </a:r>
            <a:r>
              <a:rPr lang="en-US" sz="2400" b="0" noProof="0" dirty="0">
                <a:solidFill>
                  <a:srgbClr val="A31515"/>
                </a:solidFill>
                <a:effectLst/>
                <a:latin typeface="Fira Code" panose="020B0809050000020004" pitchFamily="49" charset="0"/>
              </a:rPr>
              <a:t>'m'</a:t>
            </a:r>
            <a:r>
              <a:rPr lang="en-US" sz="2400" b="0" noProof="0" dirty="0">
                <a:solidFill>
                  <a:srgbClr val="000000"/>
                </a:solidFill>
                <a:effectLst/>
                <a:latin typeface="Fira Code" panose="020B0809050000020004" pitchFamily="49" charset="0"/>
              </a:rPr>
              <a:t>&gt;</a:t>
            </a:r>
            <a:r>
              <a:rPr lang="en-US" sz="700" b="0" noProof="0" dirty="0">
                <a:solidFill>
                  <a:srgbClr val="000000"/>
                </a:solidFill>
                <a:effectLst/>
                <a:latin typeface="Fira Code" panose="020B0809050000020004" pitchFamily="49" charset="0"/>
              </a:rPr>
              <a:t> </a:t>
            </a:r>
            <a:r>
              <a:rPr lang="en-US" sz="2400" b="0" noProof="0" dirty="0">
                <a:solidFill>
                  <a:srgbClr val="000000"/>
                </a:solidFill>
                <a:effectLst/>
                <a:latin typeface="Fira Code" panose="020B0809050000020004" pitchFamily="49" charset="0"/>
              </a:rPr>
              <a:t>(</a:t>
            </a:r>
            <a:r>
              <a:rPr lang="en-US" sz="2400" b="0" noProof="0" dirty="0">
                <a:solidFill>
                  <a:srgbClr val="0070C1"/>
                </a:solidFill>
                <a:effectLst/>
                <a:latin typeface="Fira Code" panose="020B0809050000020004" pitchFamily="49" charset="0"/>
              </a:rPr>
              <a:t>M</a:t>
            </a:r>
            <a:r>
              <a:rPr lang="en-US" sz="2400" b="0" noProof="0" dirty="0">
                <a:solidFill>
                  <a:srgbClr val="000000"/>
                </a:solidFill>
                <a:effectLst/>
                <a:latin typeface="Fira Code" panose="020B0809050000020004" pitchFamily="49" charset="0"/>
              </a:rPr>
              <a:t>);</a:t>
            </a:r>
          </a:p>
        </p:txBody>
      </p:sp>
      <p:sp>
        <p:nvSpPr>
          <p:cNvPr id="39" name="Rectangle 38">
            <a:extLst>
              <a:ext uri="{FF2B5EF4-FFF2-40B4-BE49-F238E27FC236}">
                <a16:creationId xmlns:a16="http://schemas.microsoft.com/office/drawing/2014/main" id="{5ADDBBC2-AFD6-00E5-EC92-B2FBB581AE19}"/>
              </a:ext>
            </a:extLst>
          </p:cNvPr>
          <p:cNvSpPr/>
          <p:nvPr>
            <p:custDataLst>
              <p:tags r:id="rId3"/>
            </p:custDataLst>
          </p:nvPr>
        </p:nvSpPr>
        <p:spPr>
          <a:xfrm>
            <a:off x="5788049" y="3449989"/>
            <a:ext cx="874096" cy="362907"/>
          </a:xfrm>
          <a:prstGeom prst="rect">
            <a:avLst/>
          </a:prstGeom>
          <a:solidFill>
            <a:srgbClr val="C0C0C0">
              <a:alpha val="2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41" name="Rectangle 40">
            <a:extLst>
              <a:ext uri="{FF2B5EF4-FFF2-40B4-BE49-F238E27FC236}">
                <a16:creationId xmlns:a16="http://schemas.microsoft.com/office/drawing/2014/main" id="{46810C5D-DD0E-9895-8B05-9203DE3C52FC}"/>
              </a:ext>
            </a:extLst>
          </p:cNvPr>
          <p:cNvSpPr/>
          <p:nvPr>
            <p:custDataLst>
              <p:tags r:id="rId4"/>
            </p:custDataLst>
          </p:nvPr>
        </p:nvSpPr>
        <p:spPr>
          <a:xfrm>
            <a:off x="5788049" y="4005531"/>
            <a:ext cx="874096" cy="362907"/>
          </a:xfrm>
          <a:prstGeom prst="rect">
            <a:avLst/>
          </a:prstGeom>
          <a:solidFill>
            <a:srgbClr val="C0C0C0">
              <a:alpha val="2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7" name="Rectangle 36">
            <a:extLst>
              <a:ext uri="{FF2B5EF4-FFF2-40B4-BE49-F238E27FC236}">
                <a16:creationId xmlns:a16="http://schemas.microsoft.com/office/drawing/2014/main" id="{E810BA74-1063-85B3-2324-103E8E900E55}"/>
              </a:ext>
            </a:extLst>
          </p:cNvPr>
          <p:cNvSpPr/>
          <p:nvPr>
            <p:custDataLst>
              <p:tags r:id="rId5"/>
            </p:custDataLst>
          </p:nvPr>
        </p:nvSpPr>
        <p:spPr>
          <a:xfrm>
            <a:off x="5762591" y="2928684"/>
            <a:ext cx="1261396" cy="302651"/>
          </a:xfrm>
          <a:prstGeom prst="rect">
            <a:avLst/>
          </a:prstGeom>
          <a:solidFill>
            <a:srgbClr val="C0C0C0">
              <a:alpha val="2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79B72882-F921-954D-3177-58DBD37F0C4A}"/>
              </a:ext>
            </a:extLst>
          </p:cNvPr>
          <p:cNvSpPr>
            <a:spLocks noGrp="1"/>
          </p:cNvSpPr>
          <p:nvPr>
            <p:ph type="title"/>
            <p:custDataLst>
              <p:tags r:id="rId6"/>
            </p:custDataLst>
          </p:nvPr>
        </p:nvSpPr>
        <p:spPr/>
        <p:txBody>
          <a:bodyPr/>
          <a:lstStyle/>
          <a:p>
            <a:r>
              <a:rPr lang="en-US" noProof="0" dirty="0"/>
              <a:t>Layout abstractions (Noarr)</a:t>
            </a:r>
          </a:p>
        </p:txBody>
      </p:sp>
      <p:sp>
        <p:nvSpPr>
          <p:cNvPr id="18" name="Right Brace 17">
            <a:extLst>
              <a:ext uri="{FF2B5EF4-FFF2-40B4-BE49-F238E27FC236}">
                <a16:creationId xmlns:a16="http://schemas.microsoft.com/office/drawing/2014/main" id="{D66E5204-4017-2EAF-4A60-5194514D442A}"/>
              </a:ext>
            </a:extLst>
          </p:cNvPr>
          <p:cNvSpPr/>
          <p:nvPr>
            <p:custDataLst>
              <p:tags r:id="rId7"/>
            </p:custDataLst>
          </p:nvPr>
        </p:nvSpPr>
        <p:spPr>
          <a:xfrm rot="16200000">
            <a:off x="6254587" y="2156360"/>
            <a:ext cx="275785" cy="1261394"/>
          </a:xfrm>
          <a:prstGeom prst="rightBrace">
            <a:avLst/>
          </a:prstGeom>
          <a:ln>
            <a:solidFill>
              <a:schemeClr val="tx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noProof="0" dirty="0"/>
          </a:p>
        </p:txBody>
      </p:sp>
      <p:sp>
        <p:nvSpPr>
          <p:cNvPr id="19" name="TextBox 18">
            <a:extLst>
              <a:ext uri="{FF2B5EF4-FFF2-40B4-BE49-F238E27FC236}">
                <a16:creationId xmlns:a16="http://schemas.microsoft.com/office/drawing/2014/main" id="{35ECBBC8-9EAB-F864-C40F-1C0E855672E6}"/>
              </a:ext>
            </a:extLst>
          </p:cNvPr>
          <p:cNvSpPr txBox="1"/>
          <p:nvPr>
            <p:custDataLst>
              <p:tags r:id="rId8"/>
            </p:custDataLst>
          </p:nvPr>
        </p:nvSpPr>
        <p:spPr>
          <a:xfrm>
            <a:off x="2937911" y="2154296"/>
            <a:ext cx="6909135" cy="461665"/>
          </a:xfrm>
          <a:prstGeom prst="rect">
            <a:avLst/>
          </a:prstGeom>
          <a:noFill/>
        </p:spPr>
        <p:txBody>
          <a:bodyPr wrap="none" rtlCol="0" anchor="b">
            <a:spAutoFit/>
          </a:bodyPr>
          <a:lstStyle/>
          <a:p>
            <a:r>
              <a:rPr lang="en-US" sz="2400" i="1" noProof="0" dirty="0"/>
              <a:t>Parameters specifying types and dimension names</a:t>
            </a:r>
          </a:p>
        </p:txBody>
      </p:sp>
      <p:sp>
        <p:nvSpPr>
          <p:cNvPr id="29" name="Date Placeholder 28">
            <a:extLst>
              <a:ext uri="{FF2B5EF4-FFF2-40B4-BE49-F238E27FC236}">
                <a16:creationId xmlns:a16="http://schemas.microsoft.com/office/drawing/2014/main" id="{692CB833-F3D6-B987-C77E-BF53C659C053}"/>
              </a:ext>
            </a:extLst>
          </p:cNvPr>
          <p:cNvSpPr>
            <a:spLocks noGrp="1"/>
          </p:cNvSpPr>
          <p:nvPr>
            <p:ph type="dt" sz="half" idx="10"/>
            <p:custDataLst>
              <p:tags r:id="rId9"/>
            </p:custDataLst>
          </p:nvPr>
        </p:nvSpPr>
        <p:spPr/>
        <p:txBody>
          <a:bodyPr/>
          <a:lstStyle/>
          <a:p>
            <a:r>
              <a:rPr lang="en-US" noProof="0"/>
              <a:t>9/5/2026</a:t>
            </a:r>
            <a:endParaRPr lang="en-US" noProof="0" dirty="0"/>
          </a:p>
        </p:txBody>
      </p:sp>
      <p:sp>
        <p:nvSpPr>
          <p:cNvPr id="30" name="Slide Number Placeholder 29">
            <a:extLst>
              <a:ext uri="{FF2B5EF4-FFF2-40B4-BE49-F238E27FC236}">
                <a16:creationId xmlns:a16="http://schemas.microsoft.com/office/drawing/2014/main" id="{A6854BFF-C563-E847-C95B-05954D906112}"/>
              </a:ext>
            </a:extLst>
          </p:cNvPr>
          <p:cNvSpPr>
            <a:spLocks noGrp="1"/>
          </p:cNvSpPr>
          <p:nvPr>
            <p:ph type="sldNum" sz="quarter" idx="12"/>
            <p:custDataLst>
              <p:tags r:id="rId10"/>
            </p:custDataLst>
          </p:nvPr>
        </p:nvSpPr>
        <p:spPr/>
        <p:txBody>
          <a:bodyPr/>
          <a:lstStyle/>
          <a:p>
            <a:r>
              <a:rPr lang="en-US" noProof="0"/>
              <a:t>5</a:t>
            </a:r>
            <a:endParaRPr lang="en-US" noProof="0" dirty="0"/>
          </a:p>
        </p:txBody>
      </p:sp>
      <p:pic>
        <p:nvPicPr>
          <p:cNvPr id="7" name="Picture 6">
            <a:extLst>
              <a:ext uri="{FF2B5EF4-FFF2-40B4-BE49-F238E27FC236}">
                <a16:creationId xmlns:a16="http://schemas.microsoft.com/office/drawing/2014/main" id="{1674DA7D-E1D1-F035-AB66-ABD9BF9D261F}"/>
              </a:ext>
            </a:extLst>
          </p:cNvPr>
          <p:cNvPicPr>
            <a:picLocks noChangeAspect="1"/>
          </p:cNvPicPr>
          <p:nvPr>
            <p:custDataLst>
              <p:tags r:id="rId11"/>
            </p:custDataLst>
          </p:nvPr>
        </p:nvPicPr>
        <p:blipFill>
          <a:blip r:embed="rId19"/>
          <a:stretch>
            <a:fillRect/>
          </a:stretch>
        </p:blipFill>
        <p:spPr>
          <a:xfrm>
            <a:off x="1598974" y="2851618"/>
            <a:ext cx="1249070" cy="1241336"/>
          </a:xfrm>
          <a:prstGeom prst="rect">
            <a:avLst/>
          </a:prstGeom>
        </p:spPr>
      </p:pic>
      <p:pic>
        <p:nvPicPr>
          <p:cNvPr id="20" name="Picture 19">
            <a:extLst>
              <a:ext uri="{FF2B5EF4-FFF2-40B4-BE49-F238E27FC236}">
                <a16:creationId xmlns:a16="http://schemas.microsoft.com/office/drawing/2014/main" id="{AD983D88-E49A-19A0-1E46-A7291358AB31}"/>
              </a:ext>
            </a:extLst>
          </p:cNvPr>
          <p:cNvPicPr>
            <a:picLocks noChangeAspect="1"/>
          </p:cNvPicPr>
          <p:nvPr>
            <p:custDataLst>
              <p:tags r:id="rId12"/>
            </p:custDataLst>
          </p:nvPr>
        </p:nvPicPr>
        <p:blipFill>
          <a:blip r:embed="rId19"/>
          <a:srcRect b="85346"/>
          <a:stretch>
            <a:fillRect/>
          </a:stretch>
        </p:blipFill>
        <p:spPr>
          <a:xfrm>
            <a:off x="1598974" y="2853365"/>
            <a:ext cx="1249070" cy="181909"/>
          </a:xfrm>
          <a:prstGeom prst="rect">
            <a:avLst/>
          </a:prstGeom>
        </p:spPr>
      </p:pic>
      <p:pic>
        <p:nvPicPr>
          <p:cNvPr id="25" name="Picture 24">
            <a:extLst>
              <a:ext uri="{FF2B5EF4-FFF2-40B4-BE49-F238E27FC236}">
                <a16:creationId xmlns:a16="http://schemas.microsoft.com/office/drawing/2014/main" id="{25B07DD5-49BF-24B4-3308-895CDE035082}"/>
              </a:ext>
            </a:extLst>
          </p:cNvPr>
          <p:cNvPicPr>
            <a:picLocks noChangeAspect="1"/>
          </p:cNvPicPr>
          <p:nvPr>
            <p:custDataLst>
              <p:tags r:id="rId13"/>
            </p:custDataLst>
          </p:nvPr>
        </p:nvPicPr>
        <p:blipFill>
          <a:blip r:embed="rId19"/>
          <a:srcRect r="86029" b="86573"/>
          <a:stretch>
            <a:fillRect/>
          </a:stretch>
        </p:blipFill>
        <p:spPr>
          <a:xfrm>
            <a:off x="1598974" y="2851546"/>
            <a:ext cx="174508" cy="166674"/>
          </a:xfrm>
          <a:prstGeom prst="rect">
            <a:avLst/>
          </a:prstGeom>
        </p:spPr>
      </p:pic>
      <mc:AlternateContent xmlns:mc="http://schemas.openxmlformats.org/markup-compatibility/2006">
        <mc:Choice xmlns:a14="http://schemas.microsoft.com/office/drawing/2010/main" Requires="a14">
          <p:sp>
            <p:nvSpPr>
              <p:cNvPr id="15" name="TextBox 14">
                <a:extLst>
                  <a:ext uri="{FF2B5EF4-FFF2-40B4-BE49-F238E27FC236}">
                    <a16:creationId xmlns:a16="http://schemas.microsoft.com/office/drawing/2014/main" id="{0EC39785-C6A5-6402-E99D-0A38D0D1251F}"/>
                  </a:ext>
                </a:extLst>
              </p:cNvPr>
              <p:cNvSpPr txBox="1"/>
              <p:nvPr>
                <p:custDataLst>
                  <p:tags r:id="rId14"/>
                </p:custDataLst>
              </p:nvPr>
            </p:nvSpPr>
            <p:spPr>
              <a:xfrm>
                <a:off x="1101183" y="3193698"/>
                <a:ext cx="510524" cy="461665"/>
              </a:xfrm>
              <a:prstGeom prst="rect">
                <a:avLst/>
              </a:prstGeom>
              <a:noFill/>
            </p:spPr>
            <p:txBody>
              <a:bodyPr wrap="none" rtlCol="0">
                <a:spAutoFit/>
              </a:bodyPr>
              <a:lstStyle/>
              <a:p>
                <a:pPr/>
                <a14:m>
                  <m:oMathPara xmlns:m="http://schemas.openxmlformats.org/officeDocument/2006/math">
                    <m:oMath>
                      <m:r>
                        <a:rPr lang="en-US" sz="2400" i="1" noProof="0" smtClean="0">
                          <a:latin typeface="Cambria Math" panose="02040503050406030204" pitchFamily="18" charset="0"/>
                        </a:rPr>
                        <m:t>𝑚</m:t>
                      </m:r>
                    </m:oMath>
                  </m:oMathPara>
                </a14:m>
                <a:endParaRPr lang="en-US" sz="2400" noProof="0" dirty="0"/>
              </a:p>
            </p:txBody>
          </p:sp>
        </mc:Choice>
        <mc:Fallback>
          <p:sp>
            <p:nvSpPr>
              <p:cNvPr id="15" name="TextBox 14">
                <a:extLst>
                  <a:ext uri="{FF2B5EF4-FFF2-40B4-BE49-F238E27FC236}">
                    <a16:creationId xmlns:a16="http://schemas.microsoft.com/office/drawing/2014/main" id="{0EC39785-C6A5-6402-E99D-0A38D0D1251F}"/>
                  </a:ext>
                </a:extLst>
              </p:cNvPr>
              <p:cNvSpPr txBox="1">
                <a:spLocks noRot="1" noChangeAspect="1" noMove="1" noResize="1" noEditPoints="1" noAdjustHandles="1" noChangeArrowheads="1" noChangeShapeType="1" noTextEdit="1"/>
              </p:cNvSpPr>
              <p:nvPr>
                <p:custDataLst>
                  <p:tags r:id="rId14"/>
                </p:custDataLst>
              </p:nvPr>
            </p:nvSpPr>
            <p:spPr>
              <a:xfrm>
                <a:off x="1101183" y="3193698"/>
                <a:ext cx="510524" cy="461665"/>
              </a:xfrm>
              <a:prstGeom prst="rect">
                <a:avLst/>
              </a:prstGeom>
              <a:blipFill>
                <a:blip r:embed="rId20"/>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2" name="TextBox 21">
                <a:extLst>
                  <a:ext uri="{FF2B5EF4-FFF2-40B4-BE49-F238E27FC236}">
                    <a16:creationId xmlns:a16="http://schemas.microsoft.com/office/drawing/2014/main" id="{3C284C3B-1E96-7EDB-FF3B-2FFD924CFC76}"/>
                  </a:ext>
                </a:extLst>
              </p:cNvPr>
              <p:cNvSpPr txBox="1"/>
              <p:nvPr>
                <p:custDataLst>
                  <p:tags r:id="rId15"/>
                </p:custDataLst>
              </p:nvPr>
            </p:nvSpPr>
            <p:spPr>
              <a:xfrm>
                <a:off x="2009123" y="2422355"/>
                <a:ext cx="428771" cy="461665"/>
              </a:xfrm>
              <a:prstGeom prst="rect">
                <a:avLst/>
              </a:prstGeom>
              <a:noFill/>
            </p:spPr>
            <p:txBody>
              <a:bodyPr wrap="none" rtlCol="0">
                <a:spAutoFit/>
              </a:bodyPr>
              <a:lstStyle/>
              <a:p>
                <a:pPr/>
                <a14:m>
                  <m:oMathPara xmlns:m="http://schemas.openxmlformats.org/officeDocument/2006/math">
                    <m:oMath>
                      <m:r>
                        <a:rPr lang="en-US" sz="2400" b="0" i="1" noProof="0" smtClean="0">
                          <a:latin typeface="Cambria Math" panose="02040503050406030204" pitchFamily="18" charset="0"/>
                        </a:rPr>
                        <m:t>𝑛</m:t>
                      </m:r>
                    </m:oMath>
                  </m:oMathPara>
                </a14:m>
                <a:endParaRPr lang="en-US" sz="2400" noProof="0" dirty="0"/>
              </a:p>
            </p:txBody>
          </p:sp>
        </mc:Choice>
        <mc:Fallback>
          <p:sp>
            <p:nvSpPr>
              <p:cNvPr id="22" name="TextBox 21">
                <a:extLst>
                  <a:ext uri="{FF2B5EF4-FFF2-40B4-BE49-F238E27FC236}">
                    <a16:creationId xmlns:a16="http://schemas.microsoft.com/office/drawing/2014/main" id="{3C284C3B-1E96-7EDB-FF3B-2FFD924CFC76}"/>
                  </a:ext>
                </a:extLst>
              </p:cNvPr>
              <p:cNvSpPr txBox="1">
                <a:spLocks noRot="1" noChangeAspect="1" noMove="1" noResize="1" noEditPoints="1" noAdjustHandles="1" noChangeArrowheads="1" noChangeShapeType="1" noTextEdit="1"/>
              </p:cNvSpPr>
              <p:nvPr>
                <p:custDataLst>
                  <p:tags r:id="rId15"/>
                </p:custDataLst>
              </p:nvPr>
            </p:nvSpPr>
            <p:spPr>
              <a:xfrm>
                <a:off x="2009123" y="2422355"/>
                <a:ext cx="428771" cy="461665"/>
              </a:xfrm>
              <a:prstGeom prst="rect">
                <a:avLst/>
              </a:prstGeom>
              <a:blipFill>
                <a:blip r:embed="rId21"/>
                <a:stretch>
                  <a:fillRect/>
                </a:stretch>
              </a:blipFill>
            </p:spPr>
            <p:txBody>
              <a:bodyPr/>
              <a:lstStyle/>
              <a:p>
                <a:r>
                  <a:rPr lang="en-US">
                    <a:noFill/>
                  </a:rPr>
                  <a:t> </a:t>
                </a:r>
              </a:p>
            </p:txBody>
          </p:sp>
        </mc:Fallback>
      </mc:AlternateContent>
      <p:sp>
        <p:nvSpPr>
          <p:cNvPr id="24" name="TextBox 23">
            <a:extLst>
              <a:ext uri="{FF2B5EF4-FFF2-40B4-BE49-F238E27FC236}">
                <a16:creationId xmlns:a16="http://schemas.microsoft.com/office/drawing/2014/main" id="{AEBC8779-F4FF-3DA2-7279-F475B25C2AB4}"/>
              </a:ext>
            </a:extLst>
          </p:cNvPr>
          <p:cNvSpPr txBox="1"/>
          <p:nvPr>
            <p:custDataLst>
              <p:tags r:id="rId16"/>
            </p:custDataLst>
          </p:nvPr>
        </p:nvSpPr>
        <p:spPr>
          <a:xfrm>
            <a:off x="3078241" y="1168157"/>
            <a:ext cx="6293711" cy="461665"/>
          </a:xfrm>
          <a:prstGeom prst="rect">
            <a:avLst/>
          </a:prstGeom>
          <a:noFill/>
        </p:spPr>
        <p:txBody>
          <a:bodyPr wrap="none" rtlCol="0">
            <a:spAutoFit/>
          </a:bodyPr>
          <a:lstStyle/>
          <a:p>
            <a:pPr algn="ctr"/>
            <a:r>
              <a:rPr lang="en-US" sz="2400" noProof="0" dirty="0"/>
              <a:t>Composition of building blocks in native C++</a:t>
            </a:r>
          </a:p>
        </p:txBody>
      </p:sp>
    </p:spTree>
    <p:custDataLst>
      <p:tags r:id="rId1"/>
    </p:custDataLst>
    <p:extLst>
      <p:ext uri="{BB962C8B-B14F-4D97-AF65-F5344CB8AC3E}">
        <p14:creationId xmlns:p14="http://schemas.microsoft.com/office/powerpoint/2010/main" val="389348594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A28F9A7A-4E68-17F0-FD80-992DB87E748C}"/>
              </a:ext>
            </a:extLst>
          </p:cNvPr>
          <p:cNvSpPr txBox="1"/>
          <p:nvPr>
            <p:custDataLst>
              <p:tags r:id="rId2"/>
            </p:custDataLst>
          </p:nvPr>
        </p:nvSpPr>
        <p:spPr>
          <a:xfrm>
            <a:off x="1960456" y="2730603"/>
            <a:ext cx="6008376" cy="1706429"/>
          </a:xfrm>
          <a:prstGeom prst="rect">
            <a:avLst/>
          </a:prstGeom>
          <a:noFill/>
        </p:spPr>
        <p:txBody>
          <a:bodyPr wrap="none">
            <a:spAutoFit/>
          </a:bodyPr>
          <a:lstStyle/>
          <a:p>
            <a:pPr>
              <a:lnSpc>
                <a:spcPct val="150000"/>
              </a:lnSpc>
              <a:buNone/>
            </a:pPr>
            <a:r>
              <a:rPr lang="en-US" sz="2400" b="0" noProof="0" dirty="0">
                <a:solidFill>
                  <a:srgbClr val="267F99"/>
                </a:solidFill>
                <a:effectLst/>
                <a:latin typeface="Fira Code" panose="020B0809050000020004" pitchFamily="49" charset="0"/>
              </a:rPr>
              <a:t>    </a:t>
            </a:r>
            <a:r>
              <a:rPr lang="en-US" sz="2400" b="0" noProof="0" dirty="0">
                <a:solidFill>
                  <a:srgbClr val="000000"/>
                </a:solidFill>
                <a:effectLst/>
                <a:latin typeface="Fira Code" panose="020B0809050000020004" pitchFamily="49" charset="0"/>
              </a:rPr>
              <a:t> </a:t>
            </a:r>
            <a:r>
              <a:rPr lang="en-US" sz="2400" b="0" noProof="0" dirty="0">
                <a:solidFill>
                  <a:srgbClr val="001080"/>
                </a:solidFill>
                <a:effectLst/>
                <a:latin typeface="Fira Code" panose="020B0809050000020004" pitchFamily="49" charset="0"/>
              </a:rPr>
              <a:t>layout</a:t>
            </a:r>
            <a:r>
              <a:rPr lang="en-US" sz="2400" b="0" noProof="0" dirty="0">
                <a:solidFill>
                  <a:srgbClr val="000000"/>
                </a:solidFill>
                <a:effectLst/>
                <a:latin typeface="Fira Code" panose="020B0809050000020004" pitchFamily="49" charset="0"/>
              </a:rPr>
              <a:t> = </a:t>
            </a:r>
            <a:r>
              <a:rPr lang="en-US" sz="2400" b="0" noProof="0" dirty="0">
                <a:solidFill>
                  <a:srgbClr val="267F99"/>
                </a:solidFill>
                <a:effectLst/>
                <a:latin typeface="Fira Code" panose="020B0809050000020004" pitchFamily="49" charset="0"/>
              </a:rPr>
              <a:t>scalar</a:t>
            </a:r>
            <a:r>
              <a:rPr lang="en-US" sz="700" b="0" noProof="0" dirty="0">
                <a:solidFill>
                  <a:srgbClr val="267F99"/>
                </a:solidFill>
                <a:effectLst/>
                <a:latin typeface="Fira Code" panose="020B0809050000020004" pitchFamily="49" charset="0"/>
              </a:rPr>
              <a:t> </a:t>
            </a:r>
            <a:r>
              <a:rPr lang="en-US" sz="2400" b="0" noProof="0" dirty="0">
                <a:solidFill>
                  <a:srgbClr val="000000"/>
                </a:solidFill>
                <a:effectLst/>
                <a:latin typeface="Fira Code" panose="020B0809050000020004" pitchFamily="49" charset="0"/>
              </a:rPr>
              <a:t>&lt;</a:t>
            </a:r>
            <a:r>
              <a:rPr lang="en-US" sz="2400" b="0" noProof="0" dirty="0">
                <a:solidFill>
                  <a:srgbClr val="0000FF"/>
                </a:solidFill>
                <a:effectLst/>
                <a:latin typeface="Fira Code" panose="020B0809050000020004" pitchFamily="49" charset="0"/>
              </a:rPr>
              <a:t>float</a:t>
            </a:r>
            <a:r>
              <a:rPr lang="en-US" sz="2400" b="0" noProof="0" dirty="0">
                <a:solidFill>
                  <a:srgbClr val="000000"/>
                </a:solidFill>
                <a:effectLst/>
                <a:latin typeface="Fira Code" panose="020B0809050000020004" pitchFamily="49" charset="0"/>
              </a:rPr>
              <a:t>&gt;</a:t>
            </a:r>
            <a:r>
              <a:rPr lang="en-US" sz="700" b="0" noProof="0" dirty="0">
                <a:solidFill>
                  <a:srgbClr val="000000"/>
                </a:solidFill>
                <a:effectLst/>
                <a:latin typeface="Fira Code" panose="020B0809050000020004" pitchFamily="49" charset="0"/>
              </a:rPr>
              <a:t> </a:t>
            </a:r>
            <a:r>
              <a:rPr lang="en-US" sz="2400" b="0" noProof="0" dirty="0">
                <a:solidFill>
                  <a:srgbClr val="000000"/>
                </a:solidFill>
                <a:effectLst/>
                <a:latin typeface="Fira Code" panose="020B0809050000020004" pitchFamily="49" charset="0"/>
              </a:rPr>
              <a:t>() ^</a:t>
            </a:r>
          </a:p>
          <a:p>
            <a:pPr>
              <a:lnSpc>
                <a:spcPct val="150000"/>
              </a:lnSpc>
              <a:buNone/>
            </a:pPr>
            <a:r>
              <a:rPr lang="en-US" sz="2400" b="0" noProof="0" dirty="0">
                <a:solidFill>
                  <a:srgbClr val="000000"/>
                </a:solidFill>
                <a:effectLst/>
                <a:latin typeface="Fira Code" panose="020B0809050000020004" pitchFamily="49" charset="0"/>
              </a:rPr>
              <a:t>              </a:t>
            </a:r>
            <a:r>
              <a:rPr lang="en-US" sz="2400" b="0" noProof="0" dirty="0">
                <a:solidFill>
                  <a:srgbClr val="795E26"/>
                </a:solidFill>
                <a:effectLst/>
                <a:latin typeface="Fira Code" panose="020B0809050000020004" pitchFamily="49" charset="0"/>
              </a:rPr>
              <a:t>vector</a:t>
            </a:r>
            <a:r>
              <a:rPr lang="en-US" sz="700" b="0" noProof="0" dirty="0">
                <a:solidFill>
                  <a:srgbClr val="795E26"/>
                </a:solidFill>
                <a:effectLst/>
                <a:latin typeface="Fira Code" panose="020B0809050000020004" pitchFamily="49" charset="0"/>
              </a:rPr>
              <a:t> </a:t>
            </a:r>
            <a:r>
              <a:rPr lang="en-US" sz="2400" b="0" noProof="0" dirty="0">
                <a:solidFill>
                  <a:srgbClr val="000000"/>
                </a:solidFill>
                <a:effectLst/>
                <a:latin typeface="Fira Code" panose="020B0809050000020004" pitchFamily="49" charset="0"/>
              </a:rPr>
              <a:t>&lt;</a:t>
            </a:r>
            <a:r>
              <a:rPr lang="en-US" sz="2400" b="0" noProof="0" dirty="0">
                <a:solidFill>
                  <a:srgbClr val="A31515"/>
                </a:solidFill>
                <a:effectLst/>
                <a:latin typeface="Fira Code" panose="020B0809050000020004" pitchFamily="49" charset="0"/>
              </a:rPr>
              <a:t>'n'</a:t>
            </a:r>
            <a:r>
              <a:rPr lang="en-US" sz="2400" b="0" noProof="0" dirty="0">
                <a:solidFill>
                  <a:srgbClr val="000000"/>
                </a:solidFill>
                <a:effectLst/>
                <a:latin typeface="Fira Code" panose="020B0809050000020004" pitchFamily="49" charset="0"/>
              </a:rPr>
              <a:t>&gt;</a:t>
            </a:r>
            <a:r>
              <a:rPr lang="en-US" sz="700" b="0" noProof="0" dirty="0">
                <a:solidFill>
                  <a:srgbClr val="000000"/>
                </a:solidFill>
                <a:effectLst/>
                <a:latin typeface="Fira Code" panose="020B0809050000020004" pitchFamily="49" charset="0"/>
              </a:rPr>
              <a:t> </a:t>
            </a:r>
            <a:r>
              <a:rPr lang="en-US" sz="2400" b="0" noProof="0" dirty="0">
                <a:solidFill>
                  <a:srgbClr val="000000"/>
                </a:solidFill>
                <a:effectLst/>
                <a:latin typeface="Fira Code" panose="020B0809050000020004" pitchFamily="49" charset="0"/>
              </a:rPr>
              <a:t>(</a:t>
            </a:r>
            <a:r>
              <a:rPr lang="en-US" sz="2400" b="0" noProof="0" dirty="0">
                <a:solidFill>
                  <a:srgbClr val="0070C1"/>
                </a:solidFill>
                <a:effectLst/>
                <a:latin typeface="Fira Code" panose="020B0809050000020004" pitchFamily="49" charset="0"/>
              </a:rPr>
              <a:t>N</a:t>
            </a:r>
            <a:r>
              <a:rPr lang="en-US" sz="2400" b="0" noProof="0" dirty="0">
                <a:solidFill>
                  <a:srgbClr val="000000"/>
                </a:solidFill>
                <a:effectLst/>
                <a:latin typeface="Fira Code" panose="020B0809050000020004" pitchFamily="49" charset="0"/>
              </a:rPr>
              <a:t>)  ^</a:t>
            </a:r>
          </a:p>
          <a:p>
            <a:pPr>
              <a:lnSpc>
                <a:spcPct val="150000"/>
              </a:lnSpc>
              <a:buNone/>
            </a:pPr>
            <a:r>
              <a:rPr lang="en-US" sz="2400" b="0" noProof="0" dirty="0">
                <a:solidFill>
                  <a:srgbClr val="000000"/>
                </a:solidFill>
                <a:effectLst/>
                <a:latin typeface="Fira Code" panose="020B0809050000020004" pitchFamily="49" charset="0"/>
              </a:rPr>
              <a:t>              </a:t>
            </a:r>
            <a:r>
              <a:rPr lang="en-US" sz="2400" b="0" noProof="0" dirty="0">
                <a:solidFill>
                  <a:srgbClr val="795E26"/>
                </a:solidFill>
                <a:effectLst/>
                <a:latin typeface="Fira Code" panose="020B0809050000020004" pitchFamily="49" charset="0"/>
              </a:rPr>
              <a:t>vector</a:t>
            </a:r>
            <a:r>
              <a:rPr lang="en-US" sz="700" b="0" noProof="0" dirty="0">
                <a:solidFill>
                  <a:srgbClr val="795E26"/>
                </a:solidFill>
                <a:effectLst/>
                <a:latin typeface="Fira Code" panose="020B0809050000020004" pitchFamily="49" charset="0"/>
              </a:rPr>
              <a:t> </a:t>
            </a:r>
            <a:r>
              <a:rPr lang="en-US" sz="2400" b="0" noProof="0" dirty="0">
                <a:solidFill>
                  <a:srgbClr val="000000"/>
                </a:solidFill>
                <a:effectLst/>
                <a:latin typeface="Fira Code" panose="020B0809050000020004" pitchFamily="49" charset="0"/>
              </a:rPr>
              <a:t>&lt;</a:t>
            </a:r>
            <a:r>
              <a:rPr lang="en-US" sz="2400" b="0" noProof="0" dirty="0">
                <a:solidFill>
                  <a:srgbClr val="A31515"/>
                </a:solidFill>
                <a:effectLst/>
                <a:latin typeface="Fira Code" panose="020B0809050000020004" pitchFamily="49" charset="0"/>
              </a:rPr>
              <a:t>'m'</a:t>
            </a:r>
            <a:r>
              <a:rPr lang="en-US" sz="2400" b="0" noProof="0" dirty="0">
                <a:solidFill>
                  <a:srgbClr val="000000"/>
                </a:solidFill>
                <a:effectLst/>
                <a:latin typeface="Fira Code" panose="020B0809050000020004" pitchFamily="49" charset="0"/>
              </a:rPr>
              <a:t>&gt;</a:t>
            </a:r>
            <a:r>
              <a:rPr lang="en-US" sz="700" b="0" noProof="0" dirty="0">
                <a:solidFill>
                  <a:srgbClr val="000000"/>
                </a:solidFill>
                <a:effectLst/>
                <a:latin typeface="Fira Code" panose="020B0809050000020004" pitchFamily="49" charset="0"/>
              </a:rPr>
              <a:t> </a:t>
            </a:r>
            <a:r>
              <a:rPr lang="en-US" sz="2400" b="0" noProof="0" dirty="0">
                <a:solidFill>
                  <a:srgbClr val="000000"/>
                </a:solidFill>
                <a:effectLst/>
                <a:latin typeface="Fira Code" panose="020B0809050000020004" pitchFamily="49" charset="0"/>
              </a:rPr>
              <a:t>(</a:t>
            </a:r>
            <a:r>
              <a:rPr lang="en-US" sz="2400" b="0" noProof="0" dirty="0">
                <a:solidFill>
                  <a:srgbClr val="0070C1"/>
                </a:solidFill>
                <a:effectLst/>
                <a:latin typeface="Fira Code" panose="020B0809050000020004" pitchFamily="49" charset="0"/>
              </a:rPr>
              <a:t>M</a:t>
            </a:r>
            <a:r>
              <a:rPr lang="en-US" sz="2400" b="0" noProof="0" dirty="0">
                <a:solidFill>
                  <a:srgbClr val="000000"/>
                </a:solidFill>
                <a:effectLst/>
                <a:latin typeface="Fira Code" panose="020B0809050000020004" pitchFamily="49" charset="0"/>
              </a:rPr>
              <a:t>);</a:t>
            </a:r>
          </a:p>
        </p:txBody>
      </p:sp>
      <p:sp>
        <p:nvSpPr>
          <p:cNvPr id="39" name="Rectangle 38">
            <a:extLst>
              <a:ext uri="{FF2B5EF4-FFF2-40B4-BE49-F238E27FC236}">
                <a16:creationId xmlns:a16="http://schemas.microsoft.com/office/drawing/2014/main" id="{5ADDBBC2-AFD6-00E5-EC92-B2FBB581AE19}"/>
              </a:ext>
            </a:extLst>
          </p:cNvPr>
          <p:cNvSpPr/>
          <p:nvPr>
            <p:custDataLst>
              <p:tags r:id="rId3"/>
            </p:custDataLst>
          </p:nvPr>
        </p:nvSpPr>
        <p:spPr>
          <a:xfrm>
            <a:off x="5788049" y="3449989"/>
            <a:ext cx="874096" cy="362907"/>
          </a:xfrm>
          <a:prstGeom prst="rect">
            <a:avLst/>
          </a:prstGeom>
          <a:solidFill>
            <a:srgbClr val="C0C0C0">
              <a:alpha val="2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41" name="Rectangle 40">
            <a:extLst>
              <a:ext uri="{FF2B5EF4-FFF2-40B4-BE49-F238E27FC236}">
                <a16:creationId xmlns:a16="http://schemas.microsoft.com/office/drawing/2014/main" id="{46810C5D-DD0E-9895-8B05-9203DE3C52FC}"/>
              </a:ext>
            </a:extLst>
          </p:cNvPr>
          <p:cNvSpPr/>
          <p:nvPr>
            <p:custDataLst>
              <p:tags r:id="rId4"/>
            </p:custDataLst>
          </p:nvPr>
        </p:nvSpPr>
        <p:spPr>
          <a:xfrm>
            <a:off x="5788049" y="4005531"/>
            <a:ext cx="874096" cy="362907"/>
          </a:xfrm>
          <a:prstGeom prst="rect">
            <a:avLst/>
          </a:prstGeom>
          <a:solidFill>
            <a:srgbClr val="C0C0C0">
              <a:alpha val="2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43" name="Rectangle 42">
            <a:extLst>
              <a:ext uri="{FF2B5EF4-FFF2-40B4-BE49-F238E27FC236}">
                <a16:creationId xmlns:a16="http://schemas.microsoft.com/office/drawing/2014/main" id="{6993DAE6-53AF-8D78-063C-7D841E5B5C15}"/>
              </a:ext>
            </a:extLst>
          </p:cNvPr>
          <p:cNvSpPr/>
          <p:nvPr>
            <p:custDataLst>
              <p:tags r:id="rId5"/>
            </p:custDataLst>
          </p:nvPr>
        </p:nvSpPr>
        <p:spPr>
          <a:xfrm>
            <a:off x="9777338" y="4037123"/>
            <a:ext cx="1359068" cy="235089"/>
          </a:xfrm>
          <a:prstGeom prst="rect">
            <a:avLst/>
          </a:prstGeom>
          <a:solidFill>
            <a:srgbClr val="C0C0C0">
              <a:alpha val="2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7" name="Rectangle 36">
            <a:extLst>
              <a:ext uri="{FF2B5EF4-FFF2-40B4-BE49-F238E27FC236}">
                <a16:creationId xmlns:a16="http://schemas.microsoft.com/office/drawing/2014/main" id="{E810BA74-1063-85B3-2324-103E8E900E55}"/>
              </a:ext>
            </a:extLst>
          </p:cNvPr>
          <p:cNvSpPr/>
          <p:nvPr>
            <p:custDataLst>
              <p:tags r:id="rId6"/>
            </p:custDataLst>
          </p:nvPr>
        </p:nvSpPr>
        <p:spPr>
          <a:xfrm>
            <a:off x="5762591" y="2928684"/>
            <a:ext cx="1261396" cy="302651"/>
          </a:xfrm>
          <a:prstGeom prst="rect">
            <a:avLst/>
          </a:prstGeom>
          <a:solidFill>
            <a:srgbClr val="C0C0C0">
              <a:alpha val="2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79B72882-F921-954D-3177-58DBD37F0C4A}"/>
              </a:ext>
            </a:extLst>
          </p:cNvPr>
          <p:cNvSpPr>
            <a:spLocks noGrp="1"/>
          </p:cNvSpPr>
          <p:nvPr>
            <p:ph type="title"/>
            <p:custDataLst>
              <p:tags r:id="rId7"/>
            </p:custDataLst>
          </p:nvPr>
        </p:nvSpPr>
        <p:spPr/>
        <p:txBody>
          <a:bodyPr/>
          <a:lstStyle/>
          <a:p>
            <a:r>
              <a:rPr lang="en-US" noProof="0" dirty="0"/>
              <a:t>Layout abstractions (Noarr)</a:t>
            </a:r>
          </a:p>
        </p:txBody>
      </p:sp>
      <p:sp>
        <p:nvSpPr>
          <p:cNvPr id="14" name="TextBox 13">
            <a:extLst>
              <a:ext uri="{FF2B5EF4-FFF2-40B4-BE49-F238E27FC236}">
                <a16:creationId xmlns:a16="http://schemas.microsoft.com/office/drawing/2014/main" id="{0B525AC7-FE02-6AD7-8040-C0A6A642009E}"/>
              </a:ext>
            </a:extLst>
          </p:cNvPr>
          <p:cNvSpPr txBox="1"/>
          <p:nvPr>
            <p:custDataLst>
              <p:tags r:id="rId8"/>
            </p:custDataLst>
          </p:nvPr>
        </p:nvSpPr>
        <p:spPr>
          <a:xfrm>
            <a:off x="8100544" y="3964137"/>
            <a:ext cx="4241343" cy="400110"/>
          </a:xfrm>
          <a:prstGeom prst="rect">
            <a:avLst/>
          </a:prstGeom>
          <a:noFill/>
        </p:spPr>
        <p:txBody>
          <a:bodyPr wrap="none">
            <a:spAutoFit/>
          </a:bodyPr>
          <a:lstStyle/>
          <a:p>
            <a:r>
              <a:rPr lang="en-US" sz="2000" noProof="0" dirty="0">
                <a:solidFill>
                  <a:srgbClr val="001080"/>
                </a:solidFill>
                <a:latin typeface="Fira Code" panose="020B0809050000020004" pitchFamily="49" charset="0"/>
              </a:rPr>
              <a:t>matrix</a:t>
            </a:r>
            <a:r>
              <a:rPr lang="en-US" sz="2000" noProof="0" dirty="0">
                <a:solidFill>
                  <a:srgbClr val="000000"/>
                </a:solidFill>
                <a:latin typeface="Fira Code" panose="020B0809050000020004" pitchFamily="49" charset="0"/>
              </a:rPr>
              <a:t>[</a:t>
            </a:r>
            <a:r>
              <a:rPr lang="en-US" sz="2000" noProof="0" dirty="0" err="1">
                <a:solidFill>
                  <a:srgbClr val="0070C1"/>
                </a:solidFill>
                <a:latin typeface="Fira Code" panose="020B0809050000020004" pitchFamily="49" charset="0"/>
              </a:rPr>
              <a:t>idx</a:t>
            </a:r>
            <a:r>
              <a:rPr lang="en-US" sz="600" noProof="0" dirty="0">
                <a:solidFill>
                  <a:srgbClr val="0070C1"/>
                </a:solidFill>
                <a:latin typeface="Fira Code" panose="020B0809050000020004" pitchFamily="49" charset="0"/>
              </a:rPr>
              <a:t> </a:t>
            </a:r>
            <a:r>
              <a:rPr lang="en-US" sz="2000" noProof="0" dirty="0">
                <a:solidFill>
                  <a:srgbClr val="000000"/>
                </a:solidFill>
                <a:latin typeface="Fira Code" panose="020B0809050000020004" pitchFamily="49" charset="0"/>
              </a:rPr>
              <a:t>&lt;</a:t>
            </a:r>
            <a:r>
              <a:rPr lang="en-US" sz="2000" noProof="0" dirty="0">
                <a:solidFill>
                  <a:srgbClr val="A31515"/>
                </a:solidFill>
                <a:latin typeface="Fira Code" panose="020B0809050000020004" pitchFamily="49" charset="0"/>
              </a:rPr>
              <a:t>'</a:t>
            </a:r>
            <a:r>
              <a:rPr lang="en-US" sz="2000" noProof="0" dirty="0" err="1">
                <a:solidFill>
                  <a:srgbClr val="A31515"/>
                </a:solidFill>
                <a:latin typeface="Fira Code" panose="020B0809050000020004" pitchFamily="49" charset="0"/>
              </a:rPr>
              <a:t>m'</a:t>
            </a:r>
            <a:r>
              <a:rPr lang="en-US" sz="2000" noProof="0" dirty="0" err="1">
                <a:solidFill>
                  <a:srgbClr val="000000"/>
                </a:solidFill>
                <a:latin typeface="Fira Code" panose="020B0809050000020004" pitchFamily="49" charset="0"/>
              </a:rPr>
              <a:t>,</a:t>
            </a:r>
            <a:r>
              <a:rPr lang="en-US" sz="2000" noProof="0" dirty="0" err="1">
                <a:solidFill>
                  <a:srgbClr val="A31515"/>
                </a:solidFill>
                <a:latin typeface="Fira Code" panose="020B0809050000020004" pitchFamily="49" charset="0"/>
              </a:rPr>
              <a:t>'n</a:t>
            </a:r>
            <a:r>
              <a:rPr lang="en-US" sz="2000" noProof="0" dirty="0">
                <a:solidFill>
                  <a:srgbClr val="A31515"/>
                </a:solidFill>
                <a:latin typeface="Fira Code" panose="020B0809050000020004" pitchFamily="49" charset="0"/>
              </a:rPr>
              <a:t>'</a:t>
            </a:r>
            <a:r>
              <a:rPr lang="en-US" sz="2000" noProof="0" dirty="0">
                <a:solidFill>
                  <a:srgbClr val="000000"/>
                </a:solidFill>
                <a:latin typeface="Fira Code" panose="020B0809050000020004" pitchFamily="49" charset="0"/>
              </a:rPr>
              <a:t>&gt;</a:t>
            </a:r>
            <a:r>
              <a:rPr lang="en-US" sz="600" noProof="0" dirty="0">
                <a:solidFill>
                  <a:srgbClr val="000000"/>
                </a:solidFill>
                <a:latin typeface="Fira Code" panose="020B0809050000020004" pitchFamily="49" charset="0"/>
              </a:rPr>
              <a:t> </a:t>
            </a:r>
            <a:r>
              <a:rPr lang="en-US" sz="2000" noProof="0" dirty="0">
                <a:solidFill>
                  <a:srgbClr val="000000"/>
                </a:solidFill>
                <a:latin typeface="Fira Code" panose="020B0809050000020004" pitchFamily="49" charset="0"/>
              </a:rPr>
              <a:t>(</a:t>
            </a:r>
            <a:r>
              <a:rPr lang="en-US" sz="2000" noProof="0" dirty="0">
                <a:solidFill>
                  <a:srgbClr val="0070C1"/>
                </a:solidFill>
                <a:latin typeface="Fira Code" panose="020B0809050000020004" pitchFamily="49" charset="0"/>
              </a:rPr>
              <a:t>4</a:t>
            </a:r>
            <a:r>
              <a:rPr lang="en-US" sz="2000" noProof="0" dirty="0">
                <a:solidFill>
                  <a:srgbClr val="000000"/>
                </a:solidFill>
                <a:latin typeface="Fira Code" panose="020B0809050000020004" pitchFamily="49" charset="0"/>
              </a:rPr>
              <a:t>,</a:t>
            </a:r>
            <a:r>
              <a:rPr lang="en-US" sz="2000" noProof="0" dirty="0">
                <a:solidFill>
                  <a:srgbClr val="0070C1"/>
                </a:solidFill>
                <a:latin typeface="Fira Code" panose="020B0809050000020004" pitchFamily="49" charset="0"/>
              </a:rPr>
              <a:t>2</a:t>
            </a:r>
            <a:r>
              <a:rPr lang="en-US" sz="2000" noProof="0" dirty="0">
                <a:solidFill>
                  <a:srgbClr val="000000"/>
                </a:solidFill>
                <a:latin typeface="Fira Code" panose="020B0809050000020004" pitchFamily="49" charset="0"/>
              </a:rPr>
              <a:t>)]</a:t>
            </a:r>
            <a:endParaRPr lang="en-US" sz="2800" noProof="0" dirty="0"/>
          </a:p>
        </p:txBody>
      </p:sp>
      <p:cxnSp>
        <p:nvCxnSpPr>
          <p:cNvPr id="16" name="Straight Arrow Connector 15">
            <a:extLst>
              <a:ext uri="{FF2B5EF4-FFF2-40B4-BE49-F238E27FC236}">
                <a16:creationId xmlns:a16="http://schemas.microsoft.com/office/drawing/2014/main" id="{B5102DA4-367F-2E7C-4748-5E5A83284E85}"/>
              </a:ext>
            </a:extLst>
          </p:cNvPr>
          <p:cNvCxnSpPr>
            <a:cxnSpLocks/>
          </p:cNvCxnSpPr>
          <p:nvPr>
            <p:custDataLst>
              <p:tags r:id="rId9"/>
            </p:custDataLst>
          </p:nvPr>
        </p:nvCxnSpPr>
        <p:spPr>
          <a:xfrm>
            <a:off x="7505124" y="3906905"/>
            <a:ext cx="903112" cy="9576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8" name="Right Brace 17">
            <a:extLst>
              <a:ext uri="{FF2B5EF4-FFF2-40B4-BE49-F238E27FC236}">
                <a16:creationId xmlns:a16="http://schemas.microsoft.com/office/drawing/2014/main" id="{D66E5204-4017-2EAF-4A60-5194514D442A}"/>
              </a:ext>
            </a:extLst>
          </p:cNvPr>
          <p:cNvSpPr/>
          <p:nvPr>
            <p:custDataLst>
              <p:tags r:id="rId10"/>
            </p:custDataLst>
          </p:nvPr>
        </p:nvSpPr>
        <p:spPr>
          <a:xfrm rot="16200000">
            <a:off x="6254587" y="2156360"/>
            <a:ext cx="275785" cy="1261394"/>
          </a:xfrm>
          <a:prstGeom prst="rightBrace">
            <a:avLst/>
          </a:prstGeom>
          <a:ln>
            <a:solidFill>
              <a:schemeClr val="tx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noProof="0" dirty="0"/>
          </a:p>
        </p:txBody>
      </p:sp>
      <p:sp>
        <p:nvSpPr>
          <p:cNvPr id="19" name="TextBox 18">
            <a:extLst>
              <a:ext uri="{FF2B5EF4-FFF2-40B4-BE49-F238E27FC236}">
                <a16:creationId xmlns:a16="http://schemas.microsoft.com/office/drawing/2014/main" id="{35ECBBC8-9EAB-F864-C40F-1C0E855672E6}"/>
              </a:ext>
            </a:extLst>
          </p:cNvPr>
          <p:cNvSpPr txBox="1"/>
          <p:nvPr>
            <p:custDataLst>
              <p:tags r:id="rId11"/>
            </p:custDataLst>
          </p:nvPr>
        </p:nvSpPr>
        <p:spPr>
          <a:xfrm>
            <a:off x="2937911" y="2154296"/>
            <a:ext cx="6909135" cy="461665"/>
          </a:xfrm>
          <a:prstGeom prst="rect">
            <a:avLst/>
          </a:prstGeom>
          <a:noFill/>
        </p:spPr>
        <p:txBody>
          <a:bodyPr wrap="none" rtlCol="0" anchor="b">
            <a:spAutoFit/>
          </a:bodyPr>
          <a:lstStyle/>
          <a:p>
            <a:r>
              <a:rPr lang="en-US" sz="2400" i="1" noProof="0" dirty="0"/>
              <a:t>Parameters specifying types and dimension names</a:t>
            </a:r>
          </a:p>
        </p:txBody>
      </p:sp>
      <p:sp>
        <p:nvSpPr>
          <p:cNvPr id="29" name="Date Placeholder 28">
            <a:extLst>
              <a:ext uri="{FF2B5EF4-FFF2-40B4-BE49-F238E27FC236}">
                <a16:creationId xmlns:a16="http://schemas.microsoft.com/office/drawing/2014/main" id="{692CB833-F3D6-B987-C77E-BF53C659C053}"/>
              </a:ext>
            </a:extLst>
          </p:cNvPr>
          <p:cNvSpPr>
            <a:spLocks noGrp="1"/>
          </p:cNvSpPr>
          <p:nvPr>
            <p:ph type="dt" sz="half" idx="10"/>
            <p:custDataLst>
              <p:tags r:id="rId12"/>
            </p:custDataLst>
          </p:nvPr>
        </p:nvSpPr>
        <p:spPr/>
        <p:txBody>
          <a:bodyPr/>
          <a:lstStyle/>
          <a:p>
            <a:r>
              <a:rPr lang="en-US" noProof="0"/>
              <a:t>9/5/2026</a:t>
            </a:r>
            <a:endParaRPr lang="en-US" noProof="0" dirty="0"/>
          </a:p>
        </p:txBody>
      </p:sp>
      <p:sp>
        <p:nvSpPr>
          <p:cNvPr id="30" name="Slide Number Placeholder 29">
            <a:extLst>
              <a:ext uri="{FF2B5EF4-FFF2-40B4-BE49-F238E27FC236}">
                <a16:creationId xmlns:a16="http://schemas.microsoft.com/office/drawing/2014/main" id="{A6854BFF-C563-E847-C95B-05954D906112}"/>
              </a:ext>
            </a:extLst>
          </p:cNvPr>
          <p:cNvSpPr>
            <a:spLocks noGrp="1"/>
          </p:cNvSpPr>
          <p:nvPr>
            <p:ph type="sldNum" sz="quarter" idx="12"/>
            <p:custDataLst>
              <p:tags r:id="rId13"/>
            </p:custDataLst>
          </p:nvPr>
        </p:nvSpPr>
        <p:spPr/>
        <p:txBody>
          <a:bodyPr/>
          <a:lstStyle/>
          <a:p>
            <a:r>
              <a:rPr lang="en-US" noProof="0"/>
              <a:t>5</a:t>
            </a:r>
            <a:endParaRPr lang="en-US" noProof="0" dirty="0"/>
          </a:p>
        </p:txBody>
      </p:sp>
      <p:pic>
        <p:nvPicPr>
          <p:cNvPr id="7" name="Picture 6">
            <a:extLst>
              <a:ext uri="{FF2B5EF4-FFF2-40B4-BE49-F238E27FC236}">
                <a16:creationId xmlns:a16="http://schemas.microsoft.com/office/drawing/2014/main" id="{1674DA7D-E1D1-F035-AB66-ABD9BF9D261F}"/>
              </a:ext>
            </a:extLst>
          </p:cNvPr>
          <p:cNvPicPr>
            <a:picLocks noChangeAspect="1"/>
          </p:cNvPicPr>
          <p:nvPr>
            <p:custDataLst>
              <p:tags r:id="rId14"/>
            </p:custDataLst>
          </p:nvPr>
        </p:nvPicPr>
        <p:blipFill>
          <a:blip r:embed="rId23"/>
          <a:stretch>
            <a:fillRect/>
          </a:stretch>
        </p:blipFill>
        <p:spPr>
          <a:xfrm>
            <a:off x="1598974" y="2851618"/>
            <a:ext cx="1249070" cy="1241336"/>
          </a:xfrm>
          <a:prstGeom prst="rect">
            <a:avLst/>
          </a:prstGeom>
        </p:spPr>
      </p:pic>
      <p:pic>
        <p:nvPicPr>
          <p:cNvPr id="20" name="Picture 19">
            <a:extLst>
              <a:ext uri="{FF2B5EF4-FFF2-40B4-BE49-F238E27FC236}">
                <a16:creationId xmlns:a16="http://schemas.microsoft.com/office/drawing/2014/main" id="{AD983D88-E49A-19A0-1E46-A7291358AB31}"/>
              </a:ext>
            </a:extLst>
          </p:cNvPr>
          <p:cNvPicPr>
            <a:picLocks noChangeAspect="1"/>
          </p:cNvPicPr>
          <p:nvPr>
            <p:custDataLst>
              <p:tags r:id="rId15"/>
            </p:custDataLst>
          </p:nvPr>
        </p:nvPicPr>
        <p:blipFill>
          <a:blip r:embed="rId23"/>
          <a:srcRect b="85346"/>
          <a:stretch>
            <a:fillRect/>
          </a:stretch>
        </p:blipFill>
        <p:spPr>
          <a:xfrm>
            <a:off x="1598974" y="2853365"/>
            <a:ext cx="1249070" cy="181909"/>
          </a:xfrm>
          <a:prstGeom prst="rect">
            <a:avLst/>
          </a:prstGeom>
        </p:spPr>
      </p:pic>
      <p:pic>
        <p:nvPicPr>
          <p:cNvPr id="25" name="Picture 24">
            <a:extLst>
              <a:ext uri="{FF2B5EF4-FFF2-40B4-BE49-F238E27FC236}">
                <a16:creationId xmlns:a16="http://schemas.microsoft.com/office/drawing/2014/main" id="{25B07DD5-49BF-24B4-3308-895CDE035082}"/>
              </a:ext>
            </a:extLst>
          </p:cNvPr>
          <p:cNvPicPr>
            <a:picLocks noChangeAspect="1"/>
          </p:cNvPicPr>
          <p:nvPr>
            <p:custDataLst>
              <p:tags r:id="rId16"/>
            </p:custDataLst>
          </p:nvPr>
        </p:nvPicPr>
        <p:blipFill>
          <a:blip r:embed="rId23"/>
          <a:srcRect r="86029" b="86573"/>
          <a:stretch>
            <a:fillRect/>
          </a:stretch>
        </p:blipFill>
        <p:spPr>
          <a:xfrm>
            <a:off x="1598974" y="2851546"/>
            <a:ext cx="174508" cy="166674"/>
          </a:xfrm>
          <a:prstGeom prst="rect">
            <a:avLst/>
          </a:prstGeom>
        </p:spPr>
      </p:pic>
      <p:sp>
        <p:nvSpPr>
          <p:cNvPr id="17" name="TextBox 16">
            <a:extLst>
              <a:ext uri="{FF2B5EF4-FFF2-40B4-BE49-F238E27FC236}">
                <a16:creationId xmlns:a16="http://schemas.microsoft.com/office/drawing/2014/main" id="{14AB64E0-7A98-B19A-964F-1077043B0728}"/>
              </a:ext>
            </a:extLst>
          </p:cNvPr>
          <p:cNvSpPr txBox="1"/>
          <p:nvPr>
            <p:custDataLst>
              <p:tags r:id="rId17"/>
            </p:custDataLst>
          </p:nvPr>
        </p:nvSpPr>
        <p:spPr>
          <a:xfrm rot="401190">
            <a:off x="7599041" y="3595793"/>
            <a:ext cx="996169" cy="400110"/>
          </a:xfrm>
          <a:prstGeom prst="rect">
            <a:avLst/>
          </a:prstGeom>
          <a:noFill/>
        </p:spPr>
        <p:txBody>
          <a:bodyPr wrap="square" rtlCol="0">
            <a:spAutoFit/>
          </a:bodyPr>
          <a:lstStyle/>
          <a:p>
            <a:r>
              <a:rPr lang="en-US" sz="2000" noProof="0" dirty="0"/>
              <a:t>access</a:t>
            </a:r>
          </a:p>
        </p:txBody>
      </p:sp>
      <mc:AlternateContent xmlns:mc="http://schemas.openxmlformats.org/markup-compatibility/2006">
        <mc:Choice xmlns:a14="http://schemas.microsoft.com/office/drawing/2010/main" Requires="a14">
          <p:sp>
            <p:nvSpPr>
              <p:cNvPr id="15" name="TextBox 14">
                <a:extLst>
                  <a:ext uri="{FF2B5EF4-FFF2-40B4-BE49-F238E27FC236}">
                    <a16:creationId xmlns:a16="http://schemas.microsoft.com/office/drawing/2014/main" id="{0EC39785-C6A5-6402-E99D-0A38D0D1251F}"/>
                  </a:ext>
                </a:extLst>
              </p:cNvPr>
              <p:cNvSpPr txBox="1"/>
              <p:nvPr>
                <p:custDataLst>
                  <p:tags r:id="rId18"/>
                </p:custDataLst>
              </p:nvPr>
            </p:nvSpPr>
            <p:spPr>
              <a:xfrm>
                <a:off x="1101183" y="3193698"/>
                <a:ext cx="510524" cy="461665"/>
              </a:xfrm>
              <a:prstGeom prst="rect">
                <a:avLst/>
              </a:prstGeom>
              <a:noFill/>
            </p:spPr>
            <p:txBody>
              <a:bodyPr wrap="none" rtlCol="0">
                <a:spAutoFit/>
              </a:bodyPr>
              <a:lstStyle/>
              <a:p>
                <a:pPr/>
                <a14:m>
                  <m:oMathPara xmlns:m="http://schemas.openxmlformats.org/officeDocument/2006/math">
                    <m:oMath>
                      <m:r>
                        <a:rPr lang="en-US" sz="2400" i="1" noProof="0" smtClean="0">
                          <a:latin typeface="Cambria Math" panose="02040503050406030204" pitchFamily="18" charset="0"/>
                        </a:rPr>
                        <m:t>𝑚</m:t>
                      </m:r>
                    </m:oMath>
                  </m:oMathPara>
                </a14:m>
                <a:endParaRPr lang="en-US" sz="2400" noProof="0" dirty="0"/>
              </a:p>
            </p:txBody>
          </p:sp>
        </mc:Choice>
        <mc:Fallback>
          <p:sp>
            <p:nvSpPr>
              <p:cNvPr id="15" name="TextBox 14">
                <a:extLst>
                  <a:ext uri="{FF2B5EF4-FFF2-40B4-BE49-F238E27FC236}">
                    <a16:creationId xmlns:a16="http://schemas.microsoft.com/office/drawing/2014/main" id="{0EC39785-C6A5-6402-E99D-0A38D0D1251F}"/>
                  </a:ext>
                </a:extLst>
              </p:cNvPr>
              <p:cNvSpPr txBox="1">
                <a:spLocks noRot="1" noChangeAspect="1" noMove="1" noResize="1" noEditPoints="1" noAdjustHandles="1" noChangeArrowheads="1" noChangeShapeType="1" noTextEdit="1"/>
              </p:cNvSpPr>
              <p:nvPr>
                <p:custDataLst>
                  <p:tags r:id="rId18"/>
                </p:custDataLst>
              </p:nvPr>
            </p:nvSpPr>
            <p:spPr>
              <a:xfrm>
                <a:off x="1101183" y="3193698"/>
                <a:ext cx="510524" cy="461665"/>
              </a:xfrm>
              <a:prstGeom prst="rect">
                <a:avLst/>
              </a:prstGeom>
              <a:blipFill>
                <a:blip r:embed="rId24"/>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2" name="TextBox 21">
                <a:extLst>
                  <a:ext uri="{FF2B5EF4-FFF2-40B4-BE49-F238E27FC236}">
                    <a16:creationId xmlns:a16="http://schemas.microsoft.com/office/drawing/2014/main" id="{3C284C3B-1E96-7EDB-FF3B-2FFD924CFC76}"/>
                  </a:ext>
                </a:extLst>
              </p:cNvPr>
              <p:cNvSpPr txBox="1"/>
              <p:nvPr>
                <p:custDataLst>
                  <p:tags r:id="rId19"/>
                </p:custDataLst>
              </p:nvPr>
            </p:nvSpPr>
            <p:spPr>
              <a:xfrm>
                <a:off x="2009123" y="2422355"/>
                <a:ext cx="428771" cy="461665"/>
              </a:xfrm>
              <a:prstGeom prst="rect">
                <a:avLst/>
              </a:prstGeom>
              <a:noFill/>
            </p:spPr>
            <p:txBody>
              <a:bodyPr wrap="none" rtlCol="0">
                <a:spAutoFit/>
              </a:bodyPr>
              <a:lstStyle/>
              <a:p>
                <a:pPr/>
                <a14:m>
                  <m:oMathPara xmlns:m="http://schemas.openxmlformats.org/officeDocument/2006/math">
                    <m:oMath>
                      <m:r>
                        <a:rPr lang="en-US" sz="2400" b="0" i="1" noProof="0" smtClean="0">
                          <a:latin typeface="Cambria Math" panose="02040503050406030204" pitchFamily="18" charset="0"/>
                        </a:rPr>
                        <m:t>𝑛</m:t>
                      </m:r>
                    </m:oMath>
                  </m:oMathPara>
                </a14:m>
                <a:endParaRPr lang="en-US" sz="2400" noProof="0" dirty="0"/>
              </a:p>
            </p:txBody>
          </p:sp>
        </mc:Choice>
        <mc:Fallback>
          <p:sp>
            <p:nvSpPr>
              <p:cNvPr id="22" name="TextBox 21">
                <a:extLst>
                  <a:ext uri="{FF2B5EF4-FFF2-40B4-BE49-F238E27FC236}">
                    <a16:creationId xmlns:a16="http://schemas.microsoft.com/office/drawing/2014/main" id="{3C284C3B-1E96-7EDB-FF3B-2FFD924CFC76}"/>
                  </a:ext>
                </a:extLst>
              </p:cNvPr>
              <p:cNvSpPr txBox="1">
                <a:spLocks noRot="1" noChangeAspect="1" noMove="1" noResize="1" noEditPoints="1" noAdjustHandles="1" noChangeArrowheads="1" noChangeShapeType="1" noTextEdit="1"/>
              </p:cNvSpPr>
              <p:nvPr>
                <p:custDataLst>
                  <p:tags r:id="rId19"/>
                </p:custDataLst>
              </p:nvPr>
            </p:nvSpPr>
            <p:spPr>
              <a:xfrm>
                <a:off x="2009123" y="2422355"/>
                <a:ext cx="428771" cy="461665"/>
              </a:xfrm>
              <a:prstGeom prst="rect">
                <a:avLst/>
              </a:prstGeom>
              <a:blipFill>
                <a:blip r:embed="rId25"/>
                <a:stretch>
                  <a:fillRect/>
                </a:stretch>
              </a:blipFill>
            </p:spPr>
            <p:txBody>
              <a:bodyPr/>
              <a:lstStyle/>
              <a:p>
                <a:r>
                  <a:rPr lang="en-US">
                    <a:noFill/>
                  </a:rPr>
                  <a:t> </a:t>
                </a:r>
              </a:p>
            </p:txBody>
          </p:sp>
        </mc:Fallback>
      </mc:AlternateContent>
      <p:sp>
        <p:nvSpPr>
          <p:cNvPr id="24" name="TextBox 23">
            <a:extLst>
              <a:ext uri="{FF2B5EF4-FFF2-40B4-BE49-F238E27FC236}">
                <a16:creationId xmlns:a16="http://schemas.microsoft.com/office/drawing/2014/main" id="{AEBC8779-F4FF-3DA2-7279-F475B25C2AB4}"/>
              </a:ext>
            </a:extLst>
          </p:cNvPr>
          <p:cNvSpPr txBox="1"/>
          <p:nvPr>
            <p:custDataLst>
              <p:tags r:id="rId20"/>
            </p:custDataLst>
          </p:nvPr>
        </p:nvSpPr>
        <p:spPr>
          <a:xfrm>
            <a:off x="3078241" y="1168157"/>
            <a:ext cx="6293711" cy="461665"/>
          </a:xfrm>
          <a:prstGeom prst="rect">
            <a:avLst/>
          </a:prstGeom>
          <a:noFill/>
        </p:spPr>
        <p:txBody>
          <a:bodyPr wrap="none" rtlCol="0">
            <a:spAutoFit/>
          </a:bodyPr>
          <a:lstStyle/>
          <a:p>
            <a:pPr algn="ctr"/>
            <a:r>
              <a:rPr lang="en-US" sz="2400" noProof="0" dirty="0"/>
              <a:t>Composition of building blocks in native C++</a:t>
            </a:r>
          </a:p>
        </p:txBody>
      </p:sp>
    </p:spTree>
    <p:custDataLst>
      <p:tags r:id="rId1"/>
    </p:custDataLst>
    <p:extLst>
      <p:ext uri="{BB962C8B-B14F-4D97-AF65-F5344CB8AC3E}">
        <p14:creationId xmlns:p14="http://schemas.microsoft.com/office/powerpoint/2010/main" val="76685732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A28F9A7A-4E68-17F0-FD80-992DB87E748C}"/>
              </a:ext>
            </a:extLst>
          </p:cNvPr>
          <p:cNvSpPr txBox="1"/>
          <p:nvPr>
            <p:custDataLst>
              <p:tags r:id="rId2"/>
            </p:custDataLst>
          </p:nvPr>
        </p:nvSpPr>
        <p:spPr>
          <a:xfrm>
            <a:off x="1960456" y="2730603"/>
            <a:ext cx="6008376" cy="1706429"/>
          </a:xfrm>
          <a:prstGeom prst="rect">
            <a:avLst/>
          </a:prstGeom>
          <a:noFill/>
        </p:spPr>
        <p:txBody>
          <a:bodyPr wrap="none">
            <a:spAutoFit/>
          </a:bodyPr>
          <a:lstStyle/>
          <a:p>
            <a:pPr>
              <a:lnSpc>
                <a:spcPct val="150000"/>
              </a:lnSpc>
              <a:buNone/>
            </a:pPr>
            <a:r>
              <a:rPr lang="en-US" sz="2400" b="0" noProof="0" dirty="0">
                <a:solidFill>
                  <a:srgbClr val="267F99"/>
                </a:solidFill>
                <a:effectLst/>
                <a:latin typeface="Fira Code" panose="020B0809050000020004" pitchFamily="49" charset="0"/>
              </a:rPr>
              <a:t>    </a:t>
            </a:r>
            <a:r>
              <a:rPr lang="en-US" sz="2400" b="0" noProof="0" dirty="0">
                <a:solidFill>
                  <a:srgbClr val="000000"/>
                </a:solidFill>
                <a:effectLst/>
                <a:latin typeface="Fira Code" panose="020B0809050000020004" pitchFamily="49" charset="0"/>
              </a:rPr>
              <a:t> </a:t>
            </a:r>
            <a:r>
              <a:rPr lang="en-US" sz="2400" b="0" noProof="0" dirty="0">
                <a:solidFill>
                  <a:srgbClr val="001080"/>
                </a:solidFill>
                <a:effectLst/>
                <a:latin typeface="Fira Code" panose="020B0809050000020004" pitchFamily="49" charset="0"/>
              </a:rPr>
              <a:t>layout</a:t>
            </a:r>
            <a:r>
              <a:rPr lang="en-US" sz="2400" b="0" noProof="0" dirty="0">
                <a:solidFill>
                  <a:srgbClr val="000000"/>
                </a:solidFill>
                <a:effectLst/>
                <a:latin typeface="Fira Code" panose="020B0809050000020004" pitchFamily="49" charset="0"/>
              </a:rPr>
              <a:t> = </a:t>
            </a:r>
            <a:r>
              <a:rPr lang="en-US" sz="2400" b="0" noProof="0" dirty="0">
                <a:solidFill>
                  <a:srgbClr val="267F99"/>
                </a:solidFill>
                <a:effectLst/>
                <a:latin typeface="Fira Code" panose="020B0809050000020004" pitchFamily="49" charset="0"/>
              </a:rPr>
              <a:t>scalar</a:t>
            </a:r>
            <a:r>
              <a:rPr lang="en-US" sz="700" b="0" noProof="0" dirty="0">
                <a:solidFill>
                  <a:srgbClr val="267F99"/>
                </a:solidFill>
                <a:effectLst/>
                <a:latin typeface="Fira Code" panose="020B0809050000020004" pitchFamily="49" charset="0"/>
              </a:rPr>
              <a:t> </a:t>
            </a:r>
            <a:r>
              <a:rPr lang="en-US" sz="2400" b="0" noProof="0" dirty="0">
                <a:solidFill>
                  <a:srgbClr val="000000"/>
                </a:solidFill>
                <a:effectLst/>
                <a:latin typeface="Fira Code" panose="020B0809050000020004" pitchFamily="49" charset="0"/>
              </a:rPr>
              <a:t>&lt;</a:t>
            </a:r>
            <a:r>
              <a:rPr lang="en-US" sz="2400" b="0" noProof="0" dirty="0">
                <a:solidFill>
                  <a:srgbClr val="0000FF"/>
                </a:solidFill>
                <a:effectLst/>
                <a:latin typeface="Fira Code" panose="020B0809050000020004" pitchFamily="49" charset="0"/>
              </a:rPr>
              <a:t>float</a:t>
            </a:r>
            <a:r>
              <a:rPr lang="en-US" sz="2400" b="0" noProof="0" dirty="0">
                <a:solidFill>
                  <a:srgbClr val="000000"/>
                </a:solidFill>
                <a:effectLst/>
                <a:latin typeface="Fira Code" panose="020B0809050000020004" pitchFamily="49" charset="0"/>
              </a:rPr>
              <a:t>&gt;</a:t>
            </a:r>
            <a:r>
              <a:rPr lang="en-US" sz="700" b="0" noProof="0" dirty="0">
                <a:solidFill>
                  <a:srgbClr val="000000"/>
                </a:solidFill>
                <a:effectLst/>
                <a:latin typeface="Fira Code" panose="020B0809050000020004" pitchFamily="49" charset="0"/>
              </a:rPr>
              <a:t> </a:t>
            </a:r>
            <a:r>
              <a:rPr lang="en-US" sz="2400" b="0" noProof="0" dirty="0">
                <a:solidFill>
                  <a:srgbClr val="000000"/>
                </a:solidFill>
                <a:effectLst/>
                <a:latin typeface="Fira Code" panose="020B0809050000020004" pitchFamily="49" charset="0"/>
              </a:rPr>
              <a:t>() ^</a:t>
            </a:r>
          </a:p>
          <a:p>
            <a:pPr>
              <a:lnSpc>
                <a:spcPct val="150000"/>
              </a:lnSpc>
              <a:buNone/>
            </a:pPr>
            <a:r>
              <a:rPr lang="en-US" sz="2400" b="0" noProof="0" dirty="0">
                <a:solidFill>
                  <a:srgbClr val="000000"/>
                </a:solidFill>
                <a:effectLst/>
                <a:latin typeface="Fira Code" panose="020B0809050000020004" pitchFamily="49" charset="0"/>
              </a:rPr>
              <a:t>              </a:t>
            </a:r>
            <a:r>
              <a:rPr lang="en-US" sz="2400" b="0" noProof="0" dirty="0">
                <a:solidFill>
                  <a:srgbClr val="795E26"/>
                </a:solidFill>
                <a:effectLst/>
                <a:latin typeface="Fira Code" panose="020B0809050000020004" pitchFamily="49" charset="0"/>
              </a:rPr>
              <a:t>vector</a:t>
            </a:r>
            <a:r>
              <a:rPr lang="en-US" sz="700" b="0" noProof="0" dirty="0">
                <a:solidFill>
                  <a:srgbClr val="795E26"/>
                </a:solidFill>
                <a:effectLst/>
                <a:latin typeface="Fira Code" panose="020B0809050000020004" pitchFamily="49" charset="0"/>
              </a:rPr>
              <a:t> </a:t>
            </a:r>
            <a:r>
              <a:rPr lang="en-US" sz="2400" b="0" noProof="0" dirty="0">
                <a:solidFill>
                  <a:srgbClr val="000000"/>
                </a:solidFill>
                <a:effectLst/>
                <a:latin typeface="Fira Code" panose="020B0809050000020004" pitchFamily="49" charset="0"/>
              </a:rPr>
              <a:t>&lt;</a:t>
            </a:r>
            <a:r>
              <a:rPr lang="en-US" sz="2400" b="0" noProof="0" dirty="0">
                <a:solidFill>
                  <a:srgbClr val="A31515"/>
                </a:solidFill>
                <a:effectLst/>
                <a:latin typeface="Fira Code" panose="020B0809050000020004" pitchFamily="49" charset="0"/>
              </a:rPr>
              <a:t>'n'</a:t>
            </a:r>
            <a:r>
              <a:rPr lang="en-US" sz="2400" b="0" noProof="0" dirty="0">
                <a:solidFill>
                  <a:srgbClr val="000000"/>
                </a:solidFill>
                <a:effectLst/>
                <a:latin typeface="Fira Code" panose="020B0809050000020004" pitchFamily="49" charset="0"/>
              </a:rPr>
              <a:t>&gt;</a:t>
            </a:r>
            <a:r>
              <a:rPr lang="en-US" sz="700" b="0" noProof="0" dirty="0">
                <a:solidFill>
                  <a:srgbClr val="000000"/>
                </a:solidFill>
                <a:effectLst/>
                <a:latin typeface="Fira Code" panose="020B0809050000020004" pitchFamily="49" charset="0"/>
              </a:rPr>
              <a:t> </a:t>
            </a:r>
            <a:r>
              <a:rPr lang="en-US" sz="2400" b="0" noProof="0" dirty="0">
                <a:solidFill>
                  <a:srgbClr val="000000"/>
                </a:solidFill>
                <a:effectLst/>
                <a:latin typeface="Fira Code" panose="020B0809050000020004" pitchFamily="49" charset="0"/>
              </a:rPr>
              <a:t>(</a:t>
            </a:r>
            <a:r>
              <a:rPr lang="en-US" sz="2400" b="0" noProof="0" dirty="0">
                <a:solidFill>
                  <a:srgbClr val="0070C1"/>
                </a:solidFill>
                <a:effectLst/>
                <a:latin typeface="Fira Code" panose="020B0809050000020004" pitchFamily="49" charset="0"/>
              </a:rPr>
              <a:t>N</a:t>
            </a:r>
            <a:r>
              <a:rPr lang="en-US" sz="2400" b="0" noProof="0" dirty="0">
                <a:solidFill>
                  <a:srgbClr val="000000"/>
                </a:solidFill>
                <a:effectLst/>
                <a:latin typeface="Fira Code" panose="020B0809050000020004" pitchFamily="49" charset="0"/>
              </a:rPr>
              <a:t>)  ^</a:t>
            </a:r>
          </a:p>
          <a:p>
            <a:pPr>
              <a:lnSpc>
                <a:spcPct val="150000"/>
              </a:lnSpc>
              <a:buNone/>
            </a:pPr>
            <a:r>
              <a:rPr lang="en-US" sz="2400" b="0" noProof="0" dirty="0">
                <a:solidFill>
                  <a:srgbClr val="000000"/>
                </a:solidFill>
                <a:effectLst/>
                <a:latin typeface="Fira Code" panose="020B0809050000020004" pitchFamily="49" charset="0"/>
              </a:rPr>
              <a:t>              </a:t>
            </a:r>
            <a:r>
              <a:rPr lang="en-US" sz="2400" b="0" noProof="0" dirty="0">
                <a:solidFill>
                  <a:srgbClr val="795E26"/>
                </a:solidFill>
                <a:effectLst/>
                <a:latin typeface="Fira Code" panose="020B0809050000020004" pitchFamily="49" charset="0"/>
              </a:rPr>
              <a:t>vector</a:t>
            </a:r>
            <a:r>
              <a:rPr lang="en-US" sz="700" b="0" noProof="0" dirty="0">
                <a:solidFill>
                  <a:srgbClr val="795E26"/>
                </a:solidFill>
                <a:effectLst/>
                <a:latin typeface="Fira Code" panose="020B0809050000020004" pitchFamily="49" charset="0"/>
              </a:rPr>
              <a:t> </a:t>
            </a:r>
            <a:r>
              <a:rPr lang="en-US" sz="2400" b="0" noProof="0" dirty="0">
                <a:solidFill>
                  <a:srgbClr val="000000"/>
                </a:solidFill>
                <a:effectLst/>
                <a:latin typeface="Fira Code" panose="020B0809050000020004" pitchFamily="49" charset="0"/>
              </a:rPr>
              <a:t>&lt;</a:t>
            </a:r>
            <a:r>
              <a:rPr lang="en-US" sz="2400" b="0" noProof="0" dirty="0">
                <a:solidFill>
                  <a:srgbClr val="A31515"/>
                </a:solidFill>
                <a:effectLst/>
                <a:latin typeface="Fira Code" panose="020B0809050000020004" pitchFamily="49" charset="0"/>
              </a:rPr>
              <a:t>'m'</a:t>
            </a:r>
            <a:r>
              <a:rPr lang="en-US" sz="2400" b="0" noProof="0" dirty="0">
                <a:solidFill>
                  <a:srgbClr val="000000"/>
                </a:solidFill>
                <a:effectLst/>
                <a:latin typeface="Fira Code" panose="020B0809050000020004" pitchFamily="49" charset="0"/>
              </a:rPr>
              <a:t>&gt;</a:t>
            </a:r>
            <a:r>
              <a:rPr lang="en-US" sz="700" b="0" noProof="0" dirty="0">
                <a:solidFill>
                  <a:srgbClr val="000000"/>
                </a:solidFill>
                <a:effectLst/>
                <a:latin typeface="Fira Code" panose="020B0809050000020004" pitchFamily="49" charset="0"/>
              </a:rPr>
              <a:t> </a:t>
            </a:r>
            <a:r>
              <a:rPr lang="en-US" sz="2400" b="0" noProof="0" dirty="0">
                <a:solidFill>
                  <a:srgbClr val="000000"/>
                </a:solidFill>
                <a:effectLst/>
                <a:latin typeface="Fira Code" panose="020B0809050000020004" pitchFamily="49" charset="0"/>
              </a:rPr>
              <a:t>(</a:t>
            </a:r>
            <a:r>
              <a:rPr lang="en-US" sz="2400" b="0" noProof="0" dirty="0">
                <a:solidFill>
                  <a:srgbClr val="0070C1"/>
                </a:solidFill>
                <a:effectLst/>
                <a:latin typeface="Fira Code" panose="020B0809050000020004" pitchFamily="49" charset="0"/>
              </a:rPr>
              <a:t>M</a:t>
            </a:r>
            <a:r>
              <a:rPr lang="en-US" sz="2400" b="0" noProof="0" dirty="0">
                <a:solidFill>
                  <a:srgbClr val="000000"/>
                </a:solidFill>
                <a:effectLst/>
                <a:latin typeface="Fira Code" panose="020B0809050000020004" pitchFamily="49" charset="0"/>
              </a:rPr>
              <a:t>);</a:t>
            </a:r>
          </a:p>
        </p:txBody>
      </p:sp>
      <p:sp>
        <p:nvSpPr>
          <p:cNvPr id="39" name="Rectangle 38">
            <a:extLst>
              <a:ext uri="{FF2B5EF4-FFF2-40B4-BE49-F238E27FC236}">
                <a16:creationId xmlns:a16="http://schemas.microsoft.com/office/drawing/2014/main" id="{5ADDBBC2-AFD6-00E5-EC92-B2FBB581AE19}"/>
              </a:ext>
            </a:extLst>
          </p:cNvPr>
          <p:cNvSpPr/>
          <p:nvPr>
            <p:custDataLst>
              <p:tags r:id="rId3"/>
            </p:custDataLst>
          </p:nvPr>
        </p:nvSpPr>
        <p:spPr>
          <a:xfrm>
            <a:off x="5788049" y="3449989"/>
            <a:ext cx="874096" cy="362907"/>
          </a:xfrm>
          <a:prstGeom prst="rect">
            <a:avLst/>
          </a:prstGeom>
          <a:solidFill>
            <a:srgbClr val="C0C0C0">
              <a:alpha val="2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41" name="Rectangle 40">
            <a:extLst>
              <a:ext uri="{FF2B5EF4-FFF2-40B4-BE49-F238E27FC236}">
                <a16:creationId xmlns:a16="http://schemas.microsoft.com/office/drawing/2014/main" id="{46810C5D-DD0E-9895-8B05-9203DE3C52FC}"/>
              </a:ext>
            </a:extLst>
          </p:cNvPr>
          <p:cNvSpPr/>
          <p:nvPr>
            <p:custDataLst>
              <p:tags r:id="rId4"/>
            </p:custDataLst>
          </p:nvPr>
        </p:nvSpPr>
        <p:spPr>
          <a:xfrm>
            <a:off x="5788049" y="4005531"/>
            <a:ext cx="874096" cy="362907"/>
          </a:xfrm>
          <a:prstGeom prst="rect">
            <a:avLst/>
          </a:prstGeom>
          <a:solidFill>
            <a:srgbClr val="C0C0C0">
              <a:alpha val="2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43" name="Rectangle 42">
            <a:extLst>
              <a:ext uri="{FF2B5EF4-FFF2-40B4-BE49-F238E27FC236}">
                <a16:creationId xmlns:a16="http://schemas.microsoft.com/office/drawing/2014/main" id="{6993DAE6-53AF-8D78-063C-7D841E5B5C15}"/>
              </a:ext>
            </a:extLst>
          </p:cNvPr>
          <p:cNvSpPr/>
          <p:nvPr>
            <p:custDataLst>
              <p:tags r:id="rId5"/>
            </p:custDataLst>
          </p:nvPr>
        </p:nvSpPr>
        <p:spPr>
          <a:xfrm>
            <a:off x="9777338" y="4037123"/>
            <a:ext cx="1359068" cy="235089"/>
          </a:xfrm>
          <a:prstGeom prst="rect">
            <a:avLst/>
          </a:prstGeom>
          <a:solidFill>
            <a:srgbClr val="C0C0C0">
              <a:alpha val="2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7" name="Rectangle 36">
            <a:extLst>
              <a:ext uri="{FF2B5EF4-FFF2-40B4-BE49-F238E27FC236}">
                <a16:creationId xmlns:a16="http://schemas.microsoft.com/office/drawing/2014/main" id="{E810BA74-1063-85B3-2324-103E8E900E55}"/>
              </a:ext>
            </a:extLst>
          </p:cNvPr>
          <p:cNvSpPr/>
          <p:nvPr>
            <p:custDataLst>
              <p:tags r:id="rId6"/>
            </p:custDataLst>
          </p:nvPr>
        </p:nvSpPr>
        <p:spPr>
          <a:xfrm>
            <a:off x="5762591" y="2928684"/>
            <a:ext cx="1261396" cy="302651"/>
          </a:xfrm>
          <a:prstGeom prst="rect">
            <a:avLst/>
          </a:prstGeom>
          <a:solidFill>
            <a:srgbClr val="C0C0C0">
              <a:alpha val="2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79B72882-F921-954D-3177-58DBD37F0C4A}"/>
              </a:ext>
            </a:extLst>
          </p:cNvPr>
          <p:cNvSpPr>
            <a:spLocks noGrp="1"/>
          </p:cNvSpPr>
          <p:nvPr>
            <p:ph type="title"/>
            <p:custDataLst>
              <p:tags r:id="rId7"/>
            </p:custDataLst>
          </p:nvPr>
        </p:nvSpPr>
        <p:spPr/>
        <p:txBody>
          <a:bodyPr/>
          <a:lstStyle/>
          <a:p>
            <a:r>
              <a:rPr lang="en-US" noProof="0" dirty="0"/>
              <a:t>Layout abstractions (Noarr)</a:t>
            </a:r>
          </a:p>
        </p:txBody>
      </p:sp>
      <p:sp>
        <p:nvSpPr>
          <p:cNvPr id="14" name="TextBox 13">
            <a:extLst>
              <a:ext uri="{FF2B5EF4-FFF2-40B4-BE49-F238E27FC236}">
                <a16:creationId xmlns:a16="http://schemas.microsoft.com/office/drawing/2014/main" id="{0B525AC7-FE02-6AD7-8040-C0A6A642009E}"/>
              </a:ext>
            </a:extLst>
          </p:cNvPr>
          <p:cNvSpPr txBox="1"/>
          <p:nvPr>
            <p:custDataLst>
              <p:tags r:id="rId8"/>
            </p:custDataLst>
          </p:nvPr>
        </p:nvSpPr>
        <p:spPr>
          <a:xfrm>
            <a:off x="8100544" y="3964137"/>
            <a:ext cx="4241343" cy="400110"/>
          </a:xfrm>
          <a:prstGeom prst="rect">
            <a:avLst/>
          </a:prstGeom>
          <a:noFill/>
        </p:spPr>
        <p:txBody>
          <a:bodyPr wrap="none">
            <a:spAutoFit/>
          </a:bodyPr>
          <a:lstStyle/>
          <a:p>
            <a:r>
              <a:rPr lang="en-US" sz="2000" noProof="0" dirty="0">
                <a:solidFill>
                  <a:srgbClr val="001080"/>
                </a:solidFill>
                <a:latin typeface="Fira Code" panose="020B0809050000020004" pitchFamily="49" charset="0"/>
              </a:rPr>
              <a:t>matrix</a:t>
            </a:r>
            <a:r>
              <a:rPr lang="en-US" sz="2000" noProof="0" dirty="0">
                <a:solidFill>
                  <a:srgbClr val="000000"/>
                </a:solidFill>
                <a:latin typeface="Fira Code" panose="020B0809050000020004" pitchFamily="49" charset="0"/>
              </a:rPr>
              <a:t>[</a:t>
            </a:r>
            <a:r>
              <a:rPr lang="en-US" sz="2000" noProof="0" dirty="0" err="1">
                <a:solidFill>
                  <a:srgbClr val="0070C1"/>
                </a:solidFill>
                <a:latin typeface="Fira Code" panose="020B0809050000020004" pitchFamily="49" charset="0"/>
              </a:rPr>
              <a:t>idx</a:t>
            </a:r>
            <a:r>
              <a:rPr lang="en-US" sz="600" noProof="0" dirty="0">
                <a:solidFill>
                  <a:srgbClr val="0070C1"/>
                </a:solidFill>
                <a:latin typeface="Fira Code" panose="020B0809050000020004" pitchFamily="49" charset="0"/>
              </a:rPr>
              <a:t> </a:t>
            </a:r>
            <a:r>
              <a:rPr lang="en-US" sz="2000" noProof="0" dirty="0">
                <a:solidFill>
                  <a:srgbClr val="000000"/>
                </a:solidFill>
                <a:latin typeface="Fira Code" panose="020B0809050000020004" pitchFamily="49" charset="0"/>
              </a:rPr>
              <a:t>&lt;</a:t>
            </a:r>
            <a:r>
              <a:rPr lang="en-US" sz="2000" noProof="0" dirty="0">
                <a:solidFill>
                  <a:srgbClr val="A31515"/>
                </a:solidFill>
                <a:latin typeface="Fira Code" panose="020B0809050000020004" pitchFamily="49" charset="0"/>
              </a:rPr>
              <a:t>'</a:t>
            </a:r>
            <a:r>
              <a:rPr lang="en-US" sz="2000" noProof="0" dirty="0" err="1">
                <a:solidFill>
                  <a:srgbClr val="A31515"/>
                </a:solidFill>
                <a:latin typeface="Fira Code" panose="020B0809050000020004" pitchFamily="49" charset="0"/>
              </a:rPr>
              <a:t>m'</a:t>
            </a:r>
            <a:r>
              <a:rPr lang="en-US" sz="2000" noProof="0" dirty="0" err="1">
                <a:solidFill>
                  <a:srgbClr val="000000"/>
                </a:solidFill>
                <a:latin typeface="Fira Code" panose="020B0809050000020004" pitchFamily="49" charset="0"/>
              </a:rPr>
              <a:t>,</a:t>
            </a:r>
            <a:r>
              <a:rPr lang="en-US" sz="2000" noProof="0" dirty="0" err="1">
                <a:solidFill>
                  <a:srgbClr val="A31515"/>
                </a:solidFill>
                <a:latin typeface="Fira Code" panose="020B0809050000020004" pitchFamily="49" charset="0"/>
              </a:rPr>
              <a:t>'n</a:t>
            </a:r>
            <a:r>
              <a:rPr lang="en-US" sz="2000" noProof="0" dirty="0">
                <a:solidFill>
                  <a:srgbClr val="A31515"/>
                </a:solidFill>
                <a:latin typeface="Fira Code" panose="020B0809050000020004" pitchFamily="49" charset="0"/>
              </a:rPr>
              <a:t>'</a:t>
            </a:r>
            <a:r>
              <a:rPr lang="en-US" sz="2000" noProof="0" dirty="0">
                <a:solidFill>
                  <a:srgbClr val="000000"/>
                </a:solidFill>
                <a:latin typeface="Fira Code" panose="020B0809050000020004" pitchFamily="49" charset="0"/>
              </a:rPr>
              <a:t>&gt;</a:t>
            </a:r>
            <a:r>
              <a:rPr lang="en-US" sz="600" noProof="0" dirty="0">
                <a:solidFill>
                  <a:srgbClr val="000000"/>
                </a:solidFill>
                <a:latin typeface="Fira Code" panose="020B0809050000020004" pitchFamily="49" charset="0"/>
              </a:rPr>
              <a:t> </a:t>
            </a:r>
            <a:r>
              <a:rPr lang="en-US" sz="2000" noProof="0" dirty="0">
                <a:solidFill>
                  <a:srgbClr val="000000"/>
                </a:solidFill>
                <a:latin typeface="Fira Code" panose="020B0809050000020004" pitchFamily="49" charset="0"/>
              </a:rPr>
              <a:t>(</a:t>
            </a:r>
            <a:r>
              <a:rPr lang="en-US" sz="2000" noProof="0" dirty="0">
                <a:solidFill>
                  <a:srgbClr val="0070C1"/>
                </a:solidFill>
                <a:latin typeface="Fira Code" panose="020B0809050000020004" pitchFamily="49" charset="0"/>
              </a:rPr>
              <a:t>4</a:t>
            </a:r>
            <a:r>
              <a:rPr lang="en-US" sz="2000" noProof="0" dirty="0">
                <a:solidFill>
                  <a:srgbClr val="000000"/>
                </a:solidFill>
                <a:latin typeface="Fira Code" panose="020B0809050000020004" pitchFamily="49" charset="0"/>
              </a:rPr>
              <a:t>,</a:t>
            </a:r>
            <a:r>
              <a:rPr lang="en-US" sz="2000" noProof="0" dirty="0">
                <a:solidFill>
                  <a:srgbClr val="0070C1"/>
                </a:solidFill>
                <a:latin typeface="Fira Code" panose="020B0809050000020004" pitchFamily="49" charset="0"/>
              </a:rPr>
              <a:t>2</a:t>
            </a:r>
            <a:r>
              <a:rPr lang="en-US" sz="2000" noProof="0" dirty="0">
                <a:solidFill>
                  <a:srgbClr val="000000"/>
                </a:solidFill>
                <a:latin typeface="Fira Code" panose="020B0809050000020004" pitchFamily="49" charset="0"/>
              </a:rPr>
              <a:t>)]</a:t>
            </a:r>
            <a:endParaRPr lang="en-US" sz="2800" noProof="0" dirty="0"/>
          </a:p>
        </p:txBody>
      </p:sp>
      <p:cxnSp>
        <p:nvCxnSpPr>
          <p:cNvPr id="16" name="Straight Arrow Connector 15">
            <a:extLst>
              <a:ext uri="{FF2B5EF4-FFF2-40B4-BE49-F238E27FC236}">
                <a16:creationId xmlns:a16="http://schemas.microsoft.com/office/drawing/2014/main" id="{B5102DA4-367F-2E7C-4748-5E5A83284E85}"/>
              </a:ext>
            </a:extLst>
          </p:cNvPr>
          <p:cNvCxnSpPr>
            <a:cxnSpLocks/>
          </p:cNvCxnSpPr>
          <p:nvPr>
            <p:custDataLst>
              <p:tags r:id="rId9"/>
            </p:custDataLst>
          </p:nvPr>
        </p:nvCxnSpPr>
        <p:spPr>
          <a:xfrm>
            <a:off x="7505124" y="3906905"/>
            <a:ext cx="903112" cy="9576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8" name="Right Brace 17">
            <a:extLst>
              <a:ext uri="{FF2B5EF4-FFF2-40B4-BE49-F238E27FC236}">
                <a16:creationId xmlns:a16="http://schemas.microsoft.com/office/drawing/2014/main" id="{D66E5204-4017-2EAF-4A60-5194514D442A}"/>
              </a:ext>
            </a:extLst>
          </p:cNvPr>
          <p:cNvSpPr/>
          <p:nvPr>
            <p:custDataLst>
              <p:tags r:id="rId10"/>
            </p:custDataLst>
          </p:nvPr>
        </p:nvSpPr>
        <p:spPr>
          <a:xfrm rot="16200000">
            <a:off x="6254587" y="2156360"/>
            <a:ext cx="275785" cy="1261394"/>
          </a:xfrm>
          <a:prstGeom prst="rightBrace">
            <a:avLst/>
          </a:prstGeom>
          <a:ln>
            <a:solidFill>
              <a:schemeClr val="tx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noProof="0" dirty="0"/>
          </a:p>
        </p:txBody>
      </p:sp>
      <p:sp>
        <p:nvSpPr>
          <p:cNvPr id="19" name="TextBox 18">
            <a:extLst>
              <a:ext uri="{FF2B5EF4-FFF2-40B4-BE49-F238E27FC236}">
                <a16:creationId xmlns:a16="http://schemas.microsoft.com/office/drawing/2014/main" id="{35ECBBC8-9EAB-F864-C40F-1C0E855672E6}"/>
              </a:ext>
            </a:extLst>
          </p:cNvPr>
          <p:cNvSpPr txBox="1"/>
          <p:nvPr>
            <p:custDataLst>
              <p:tags r:id="rId11"/>
            </p:custDataLst>
          </p:nvPr>
        </p:nvSpPr>
        <p:spPr>
          <a:xfrm>
            <a:off x="2937911" y="2154296"/>
            <a:ext cx="6909135" cy="461665"/>
          </a:xfrm>
          <a:prstGeom prst="rect">
            <a:avLst/>
          </a:prstGeom>
          <a:noFill/>
        </p:spPr>
        <p:txBody>
          <a:bodyPr wrap="none" rtlCol="0" anchor="b">
            <a:spAutoFit/>
          </a:bodyPr>
          <a:lstStyle/>
          <a:p>
            <a:r>
              <a:rPr lang="en-US" sz="2400" i="1" noProof="0" dirty="0"/>
              <a:t>Parameters specifying types and dimension names</a:t>
            </a:r>
          </a:p>
        </p:txBody>
      </p:sp>
      <p:sp>
        <p:nvSpPr>
          <p:cNvPr id="21" name="TextBox 20">
            <a:extLst>
              <a:ext uri="{FF2B5EF4-FFF2-40B4-BE49-F238E27FC236}">
                <a16:creationId xmlns:a16="http://schemas.microsoft.com/office/drawing/2014/main" id="{B9942311-6300-6EC8-B275-0171EF6F9AB9}"/>
              </a:ext>
            </a:extLst>
          </p:cNvPr>
          <p:cNvSpPr txBox="1"/>
          <p:nvPr>
            <p:custDataLst>
              <p:tags r:id="rId12"/>
            </p:custDataLst>
          </p:nvPr>
        </p:nvSpPr>
        <p:spPr>
          <a:xfrm>
            <a:off x="316587" y="5681347"/>
            <a:ext cx="4308138" cy="428707"/>
          </a:xfrm>
          <a:prstGeom prst="rect">
            <a:avLst/>
          </a:prstGeom>
          <a:noFill/>
          <a:ln>
            <a:solidFill>
              <a:schemeClr val="tx1"/>
            </a:solidFill>
          </a:ln>
        </p:spPr>
        <p:txBody>
          <a:bodyPr wrap="none">
            <a:spAutoFit/>
          </a:bodyPr>
          <a:lstStyle/>
          <a:p>
            <a:pPr>
              <a:lnSpc>
                <a:spcPct val="113095"/>
              </a:lnSpc>
              <a:buNone/>
            </a:pPr>
            <a:r>
              <a:rPr lang="en-US" sz="2000" b="0" noProof="0" dirty="0">
                <a:solidFill>
                  <a:srgbClr val="267F99"/>
                </a:solidFill>
                <a:effectLst/>
                <a:latin typeface="Fira Code" panose="020B0809050000020004" pitchFamily="49" charset="0"/>
              </a:rPr>
              <a:t>auto</a:t>
            </a:r>
            <a:r>
              <a:rPr lang="en-US" sz="2000" b="0" noProof="0" dirty="0">
                <a:solidFill>
                  <a:srgbClr val="000000"/>
                </a:solidFill>
                <a:effectLst/>
                <a:latin typeface="Fira Code" panose="020B0809050000020004" pitchFamily="49" charset="0"/>
              </a:rPr>
              <a:t> </a:t>
            </a:r>
            <a:r>
              <a:rPr lang="en-US" sz="2000" b="0" noProof="0" dirty="0">
                <a:solidFill>
                  <a:srgbClr val="001080"/>
                </a:solidFill>
                <a:effectLst/>
                <a:latin typeface="Fira Code" panose="020B0809050000020004" pitchFamily="49" charset="0"/>
              </a:rPr>
              <a:t>matrix</a:t>
            </a:r>
            <a:r>
              <a:rPr lang="en-US" sz="2000" b="0" noProof="0" dirty="0">
                <a:solidFill>
                  <a:srgbClr val="000000"/>
                </a:solidFill>
                <a:effectLst/>
                <a:latin typeface="Fira Code" panose="020B0809050000020004" pitchFamily="49" charset="0"/>
              </a:rPr>
              <a:t> = </a:t>
            </a:r>
            <a:r>
              <a:rPr lang="en-US" sz="2000" b="0" noProof="0" dirty="0">
                <a:solidFill>
                  <a:srgbClr val="795E26"/>
                </a:solidFill>
                <a:effectLst/>
                <a:latin typeface="Fira Code" panose="020B0809050000020004" pitchFamily="49" charset="0"/>
              </a:rPr>
              <a:t>bag</a:t>
            </a:r>
            <a:r>
              <a:rPr lang="en-US" sz="2000" b="0" noProof="0" dirty="0">
                <a:solidFill>
                  <a:srgbClr val="000000"/>
                </a:solidFill>
                <a:effectLst/>
                <a:latin typeface="Fira Code" panose="020B0809050000020004" pitchFamily="49" charset="0"/>
              </a:rPr>
              <a:t>(</a:t>
            </a:r>
            <a:r>
              <a:rPr lang="en-US" sz="2000" b="0" noProof="0" dirty="0">
                <a:solidFill>
                  <a:srgbClr val="001080"/>
                </a:solidFill>
                <a:effectLst/>
                <a:latin typeface="Fira Code" panose="020B0809050000020004" pitchFamily="49" charset="0"/>
              </a:rPr>
              <a:t>layout</a:t>
            </a:r>
            <a:r>
              <a:rPr lang="en-US" sz="2000" b="0" noProof="0" dirty="0">
                <a:solidFill>
                  <a:srgbClr val="000000"/>
                </a:solidFill>
                <a:effectLst/>
                <a:latin typeface="Fira Code" panose="020B0809050000020004" pitchFamily="49" charset="0"/>
              </a:rPr>
              <a:t>);</a:t>
            </a:r>
          </a:p>
        </p:txBody>
      </p:sp>
      <p:sp>
        <p:nvSpPr>
          <p:cNvPr id="29" name="Date Placeholder 28">
            <a:extLst>
              <a:ext uri="{FF2B5EF4-FFF2-40B4-BE49-F238E27FC236}">
                <a16:creationId xmlns:a16="http://schemas.microsoft.com/office/drawing/2014/main" id="{692CB833-F3D6-B987-C77E-BF53C659C053}"/>
              </a:ext>
            </a:extLst>
          </p:cNvPr>
          <p:cNvSpPr>
            <a:spLocks noGrp="1"/>
          </p:cNvSpPr>
          <p:nvPr>
            <p:ph type="dt" sz="half" idx="10"/>
            <p:custDataLst>
              <p:tags r:id="rId13"/>
            </p:custDataLst>
          </p:nvPr>
        </p:nvSpPr>
        <p:spPr/>
        <p:txBody>
          <a:bodyPr/>
          <a:lstStyle/>
          <a:p>
            <a:r>
              <a:rPr lang="en-US" noProof="0"/>
              <a:t>9/5/2026</a:t>
            </a:r>
            <a:endParaRPr lang="en-US" noProof="0" dirty="0"/>
          </a:p>
        </p:txBody>
      </p:sp>
      <p:sp>
        <p:nvSpPr>
          <p:cNvPr id="30" name="Slide Number Placeholder 29">
            <a:extLst>
              <a:ext uri="{FF2B5EF4-FFF2-40B4-BE49-F238E27FC236}">
                <a16:creationId xmlns:a16="http://schemas.microsoft.com/office/drawing/2014/main" id="{A6854BFF-C563-E847-C95B-05954D906112}"/>
              </a:ext>
            </a:extLst>
          </p:cNvPr>
          <p:cNvSpPr>
            <a:spLocks noGrp="1"/>
          </p:cNvSpPr>
          <p:nvPr>
            <p:ph type="sldNum" sz="quarter" idx="12"/>
            <p:custDataLst>
              <p:tags r:id="rId14"/>
            </p:custDataLst>
          </p:nvPr>
        </p:nvSpPr>
        <p:spPr/>
        <p:txBody>
          <a:bodyPr/>
          <a:lstStyle/>
          <a:p>
            <a:r>
              <a:rPr lang="en-US" noProof="0"/>
              <a:t>5</a:t>
            </a:r>
            <a:endParaRPr lang="en-US" noProof="0" dirty="0"/>
          </a:p>
        </p:txBody>
      </p:sp>
      <p:pic>
        <p:nvPicPr>
          <p:cNvPr id="7" name="Picture 6">
            <a:extLst>
              <a:ext uri="{FF2B5EF4-FFF2-40B4-BE49-F238E27FC236}">
                <a16:creationId xmlns:a16="http://schemas.microsoft.com/office/drawing/2014/main" id="{1674DA7D-E1D1-F035-AB66-ABD9BF9D261F}"/>
              </a:ext>
            </a:extLst>
          </p:cNvPr>
          <p:cNvPicPr>
            <a:picLocks noChangeAspect="1"/>
          </p:cNvPicPr>
          <p:nvPr>
            <p:custDataLst>
              <p:tags r:id="rId15"/>
            </p:custDataLst>
          </p:nvPr>
        </p:nvPicPr>
        <p:blipFill>
          <a:blip r:embed="rId24"/>
          <a:stretch>
            <a:fillRect/>
          </a:stretch>
        </p:blipFill>
        <p:spPr>
          <a:xfrm>
            <a:off x="1598974" y="2851618"/>
            <a:ext cx="1249070" cy="1241336"/>
          </a:xfrm>
          <a:prstGeom prst="rect">
            <a:avLst/>
          </a:prstGeom>
        </p:spPr>
      </p:pic>
      <p:pic>
        <p:nvPicPr>
          <p:cNvPr id="20" name="Picture 19">
            <a:extLst>
              <a:ext uri="{FF2B5EF4-FFF2-40B4-BE49-F238E27FC236}">
                <a16:creationId xmlns:a16="http://schemas.microsoft.com/office/drawing/2014/main" id="{AD983D88-E49A-19A0-1E46-A7291358AB31}"/>
              </a:ext>
            </a:extLst>
          </p:cNvPr>
          <p:cNvPicPr>
            <a:picLocks noChangeAspect="1"/>
          </p:cNvPicPr>
          <p:nvPr>
            <p:custDataLst>
              <p:tags r:id="rId16"/>
            </p:custDataLst>
          </p:nvPr>
        </p:nvPicPr>
        <p:blipFill>
          <a:blip r:embed="rId24"/>
          <a:srcRect b="85346"/>
          <a:stretch>
            <a:fillRect/>
          </a:stretch>
        </p:blipFill>
        <p:spPr>
          <a:xfrm>
            <a:off x="1598974" y="2853365"/>
            <a:ext cx="1249070" cy="181909"/>
          </a:xfrm>
          <a:prstGeom prst="rect">
            <a:avLst/>
          </a:prstGeom>
        </p:spPr>
      </p:pic>
      <p:pic>
        <p:nvPicPr>
          <p:cNvPr id="25" name="Picture 24">
            <a:extLst>
              <a:ext uri="{FF2B5EF4-FFF2-40B4-BE49-F238E27FC236}">
                <a16:creationId xmlns:a16="http://schemas.microsoft.com/office/drawing/2014/main" id="{25B07DD5-49BF-24B4-3308-895CDE035082}"/>
              </a:ext>
            </a:extLst>
          </p:cNvPr>
          <p:cNvPicPr>
            <a:picLocks noChangeAspect="1"/>
          </p:cNvPicPr>
          <p:nvPr>
            <p:custDataLst>
              <p:tags r:id="rId17"/>
            </p:custDataLst>
          </p:nvPr>
        </p:nvPicPr>
        <p:blipFill>
          <a:blip r:embed="rId24"/>
          <a:srcRect r="86029" b="86573"/>
          <a:stretch>
            <a:fillRect/>
          </a:stretch>
        </p:blipFill>
        <p:spPr>
          <a:xfrm>
            <a:off x="1598974" y="2851546"/>
            <a:ext cx="174508" cy="166674"/>
          </a:xfrm>
          <a:prstGeom prst="rect">
            <a:avLst/>
          </a:prstGeom>
        </p:spPr>
      </p:pic>
      <p:sp>
        <p:nvSpPr>
          <p:cNvPr id="17" name="TextBox 16">
            <a:extLst>
              <a:ext uri="{FF2B5EF4-FFF2-40B4-BE49-F238E27FC236}">
                <a16:creationId xmlns:a16="http://schemas.microsoft.com/office/drawing/2014/main" id="{14AB64E0-7A98-B19A-964F-1077043B0728}"/>
              </a:ext>
            </a:extLst>
          </p:cNvPr>
          <p:cNvSpPr txBox="1"/>
          <p:nvPr>
            <p:custDataLst>
              <p:tags r:id="rId18"/>
            </p:custDataLst>
          </p:nvPr>
        </p:nvSpPr>
        <p:spPr>
          <a:xfrm rot="401190">
            <a:off x="7599041" y="3595793"/>
            <a:ext cx="996169" cy="400110"/>
          </a:xfrm>
          <a:prstGeom prst="rect">
            <a:avLst/>
          </a:prstGeom>
          <a:noFill/>
        </p:spPr>
        <p:txBody>
          <a:bodyPr wrap="square" rtlCol="0">
            <a:spAutoFit/>
          </a:bodyPr>
          <a:lstStyle/>
          <a:p>
            <a:r>
              <a:rPr lang="en-US" sz="2000" noProof="0" dirty="0"/>
              <a:t>access</a:t>
            </a:r>
          </a:p>
        </p:txBody>
      </p:sp>
      <mc:AlternateContent xmlns:mc="http://schemas.openxmlformats.org/markup-compatibility/2006">
        <mc:Choice xmlns:a14="http://schemas.microsoft.com/office/drawing/2010/main" Requires="a14">
          <p:sp>
            <p:nvSpPr>
              <p:cNvPr id="15" name="TextBox 14">
                <a:extLst>
                  <a:ext uri="{FF2B5EF4-FFF2-40B4-BE49-F238E27FC236}">
                    <a16:creationId xmlns:a16="http://schemas.microsoft.com/office/drawing/2014/main" id="{0EC39785-C6A5-6402-E99D-0A38D0D1251F}"/>
                  </a:ext>
                </a:extLst>
              </p:cNvPr>
              <p:cNvSpPr txBox="1"/>
              <p:nvPr>
                <p:custDataLst>
                  <p:tags r:id="rId19"/>
                </p:custDataLst>
              </p:nvPr>
            </p:nvSpPr>
            <p:spPr>
              <a:xfrm>
                <a:off x="1101183" y="3193698"/>
                <a:ext cx="510524" cy="461665"/>
              </a:xfrm>
              <a:prstGeom prst="rect">
                <a:avLst/>
              </a:prstGeom>
              <a:noFill/>
            </p:spPr>
            <p:txBody>
              <a:bodyPr wrap="none" rtlCol="0">
                <a:spAutoFit/>
              </a:bodyPr>
              <a:lstStyle/>
              <a:p>
                <a:pPr/>
                <a14:m>
                  <m:oMathPara xmlns:m="http://schemas.openxmlformats.org/officeDocument/2006/math">
                    <m:oMath>
                      <m:r>
                        <a:rPr lang="en-US" sz="2400" i="1" noProof="0" smtClean="0">
                          <a:latin typeface="Cambria Math" panose="02040503050406030204" pitchFamily="18" charset="0"/>
                        </a:rPr>
                        <m:t>𝑚</m:t>
                      </m:r>
                    </m:oMath>
                  </m:oMathPara>
                </a14:m>
                <a:endParaRPr lang="en-US" sz="2400" noProof="0" dirty="0"/>
              </a:p>
            </p:txBody>
          </p:sp>
        </mc:Choice>
        <mc:Fallback>
          <p:sp>
            <p:nvSpPr>
              <p:cNvPr id="15" name="TextBox 14">
                <a:extLst>
                  <a:ext uri="{FF2B5EF4-FFF2-40B4-BE49-F238E27FC236}">
                    <a16:creationId xmlns:a16="http://schemas.microsoft.com/office/drawing/2014/main" id="{0EC39785-C6A5-6402-E99D-0A38D0D1251F}"/>
                  </a:ext>
                </a:extLst>
              </p:cNvPr>
              <p:cNvSpPr txBox="1">
                <a:spLocks noRot="1" noChangeAspect="1" noMove="1" noResize="1" noEditPoints="1" noAdjustHandles="1" noChangeArrowheads="1" noChangeShapeType="1" noTextEdit="1"/>
              </p:cNvSpPr>
              <p:nvPr>
                <p:custDataLst>
                  <p:tags r:id="rId19"/>
                </p:custDataLst>
              </p:nvPr>
            </p:nvSpPr>
            <p:spPr>
              <a:xfrm>
                <a:off x="1101183" y="3193698"/>
                <a:ext cx="510524" cy="461665"/>
              </a:xfrm>
              <a:prstGeom prst="rect">
                <a:avLst/>
              </a:prstGeom>
              <a:blipFill>
                <a:blip r:embed="rId25"/>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2" name="TextBox 21">
                <a:extLst>
                  <a:ext uri="{FF2B5EF4-FFF2-40B4-BE49-F238E27FC236}">
                    <a16:creationId xmlns:a16="http://schemas.microsoft.com/office/drawing/2014/main" id="{3C284C3B-1E96-7EDB-FF3B-2FFD924CFC76}"/>
                  </a:ext>
                </a:extLst>
              </p:cNvPr>
              <p:cNvSpPr txBox="1"/>
              <p:nvPr>
                <p:custDataLst>
                  <p:tags r:id="rId20"/>
                </p:custDataLst>
              </p:nvPr>
            </p:nvSpPr>
            <p:spPr>
              <a:xfrm>
                <a:off x="2009123" y="2422355"/>
                <a:ext cx="428771" cy="461665"/>
              </a:xfrm>
              <a:prstGeom prst="rect">
                <a:avLst/>
              </a:prstGeom>
              <a:noFill/>
            </p:spPr>
            <p:txBody>
              <a:bodyPr wrap="none" rtlCol="0">
                <a:spAutoFit/>
              </a:bodyPr>
              <a:lstStyle/>
              <a:p>
                <a:pPr/>
                <a14:m>
                  <m:oMathPara xmlns:m="http://schemas.openxmlformats.org/officeDocument/2006/math">
                    <m:oMath>
                      <m:r>
                        <a:rPr lang="en-US" sz="2400" b="0" i="1" noProof="0" smtClean="0">
                          <a:latin typeface="Cambria Math" panose="02040503050406030204" pitchFamily="18" charset="0"/>
                        </a:rPr>
                        <m:t>𝑛</m:t>
                      </m:r>
                    </m:oMath>
                  </m:oMathPara>
                </a14:m>
                <a:endParaRPr lang="en-US" sz="2400" noProof="0" dirty="0"/>
              </a:p>
            </p:txBody>
          </p:sp>
        </mc:Choice>
        <mc:Fallback>
          <p:sp>
            <p:nvSpPr>
              <p:cNvPr id="22" name="TextBox 21">
                <a:extLst>
                  <a:ext uri="{FF2B5EF4-FFF2-40B4-BE49-F238E27FC236}">
                    <a16:creationId xmlns:a16="http://schemas.microsoft.com/office/drawing/2014/main" id="{3C284C3B-1E96-7EDB-FF3B-2FFD924CFC76}"/>
                  </a:ext>
                </a:extLst>
              </p:cNvPr>
              <p:cNvSpPr txBox="1">
                <a:spLocks noRot="1" noChangeAspect="1" noMove="1" noResize="1" noEditPoints="1" noAdjustHandles="1" noChangeArrowheads="1" noChangeShapeType="1" noTextEdit="1"/>
              </p:cNvSpPr>
              <p:nvPr>
                <p:custDataLst>
                  <p:tags r:id="rId20"/>
                </p:custDataLst>
              </p:nvPr>
            </p:nvSpPr>
            <p:spPr>
              <a:xfrm>
                <a:off x="2009123" y="2422355"/>
                <a:ext cx="428771" cy="461665"/>
              </a:xfrm>
              <a:prstGeom prst="rect">
                <a:avLst/>
              </a:prstGeom>
              <a:blipFill>
                <a:blip r:embed="rId26"/>
                <a:stretch>
                  <a:fillRect/>
                </a:stretch>
              </a:blipFill>
            </p:spPr>
            <p:txBody>
              <a:bodyPr/>
              <a:lstStyle/>
              <a:p>
                <a:r>
                  <a:rPr lang="en-US">
                    <a:noFill/>
                  </a:rPr>
                  <a:t> </a:t>
                </a:r>
              </a:p>
            </p:txBody>
          </p:sp>
        </mc:Fallback>
      </mc:AlternateContent>
      <p:sp>
        <p:nvSpPr>
          <p:cNvPr id="24" name="TextBox 23">
            <a:extLst>
              <a:ext uri="{FF2B5EF4-FFF2-40B4-BE49-F238E27FC236}">
                <a16:creationId xmlns:a16="http://schemas.microsoft.com/office/drawing/2014/main" id="{AEBC8779-F4FF-3DA2-7279-F475B25C2AB4}"/>
              </a:ext>
            </a:extLst>
          </p:cNvPr>
          <p:cNvSpPr txBox="1"/>
          <p:nvPr>
            <p:custDataLst>
              <p:tags r:id="rId21"/>
            </p:custDataLst>
          </p:nvPr>
        </p:nvSpPr>
        <p:spPr>
          <a:xfrm>
            <a:off x="3078241" y="1168157"/>
            <a:ext cx="6293711" cy="461665"/>
          </a:xfrm>
          <a:prstGeom prst="rect">
            <a:avLst/>
          </a:prstGeom>
          <a:noFill/>
        </p:spPr>
        <p:txBody>
          <a:bodyPr wrap="none" rtlCol="0">
            <a:spAutoFit/>
          </a:bodyPr>
          <a:lstStyle/>
          <a:p>
            <a:pPr algn="ctr"/>
            <a:r>
              <a:rPr lang="en-US" sz="2400" noProof="0" dirty="0"/>
              <a:t>Composition of building blocks in native C++</a:t>
            </a:r>
          </a:p>
        </p:txBody>
      </p:sp>
    </p:spTree>
    <p:custDataLst>
      <p:tags r:id="rId1"/>
    </p:custDataLst>
    <p:extLst>
      <p:ext uri="{BB962C8B-B14F-4D97-AF65-F5344CB8AC3E}">
        <p14:creationId xmlns:p14="http://schemas.microsoft.com/office/powerpoint/2010/main" val="88140505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A28F9A7A-4E68-17F0-FD80-992DB87E748C}"/>
              </a:ext>
            </a:extLst>
          </p:cNvPr>
          <p:cNvSpPr txBox="1"/>
          <p:nvPr>
            <p:custDataLst>
              <p:tags r:id="rId2"/>
            </p:custDataLst>
          </p:nvPr>
        </p:nvSpPr>
        <p:spPr>
          <a:xfrm>
            <a:off x="1960456" y="2730603"/>
            <a:ext cx="6008376" cy="1706429"/>
          </a:xfrm>
          <a:prstGeom prst="rect">
            <a:avLst/>
          </a:prstGeom>
          <a:noFill/>
        </p:spPr>
        <p:txBody>
          <a:bodyPr wrap="none">
            <a:spAutoFit/>
          </a:bodyPr>
          <a:lstStyle/>
          <a:p>
            <a:pPr>
              <a:lnSpc>
                <a:spcPct val="150000"/>
              </a:lnSpc>
              <a:buNone/>
            </a:pPr>
            <a:r>
              <a:rPr lang="en-US" sz="2400" b="0" noProof="0" dirty="0">
                <a:solidFill>
                  <a:srgbClr val="267F99"/>
                </a:solidFill>
                <a:effectLst/>
                <a:latin typeface="Fira Code" panose="020B0809050000020004" pitchFamily="49" charset="0"/>
              </a:rPr>
              <a:t>    </a:t>
            </a:r>
            <a:r>
              <a:rPr lang="en-US" sz="2400" b="0" noProof="0" dirty="0">
                <a:solidFill>
                  <a:srgbClr val="000000"/>
                </a:solidFill>
                <a:effectLst/>
                <a:latin typeface="Fira Code" panose="020B0809050000020004" pitchFamily="49" charset="0"/>
              </a:rPr>
              <a:t> </a:t>
            </a:r>
            <a:r>
              <a:rPr lang="en-US" sz="2400" b="0" noProof="0" dirty="0">
                <a:solidFill>
                  <a:srgbClr val="001080"/>
                </a:solidFill>
                <a:effectLst/>
                <a:latin typeface="Fira Code" panose="020B0809050000020004" pitchFamily="49" charset="0"/>
              </a:rPr>
              <a:t>layout</a:t>
            </a:r>
            <a:r>
              <a:rPr lang="en-US" sz="2400" b="0" noProof="0" dirty="0">
                <a:solidFill>
                  <a:srgbClr val="000000"/>
                </a:solidFill>
                <a:effectLst/>
                <a:latin typeface="Fira Code" panose="020B0809050000020004" pitchFamily="49" charset="0"/>
              </a:rPr>
              <a:t> = </a:t>
            </a:r>
            <a:r>
              <a:rPr lang="en-US" sz="2400" b="0" noProof="0" dirty="0">
                <a:solidFill>
                  <a:srgbClr val="267F99"/>
                </a:solidFill>
                <a:effectLst/>
                <a:latin typeface="Fira Code" panose="020B0809050000020004" pitchFamily="49" charset="0"/>
              </a:rPr>
              <a:t>scalar</a:t>
            </a:r>
            <a:r>
              <a:rPr lang="en-US" sz="700" b="0" noProof="0" dirty="0">
                <a:solidFill>
                  <a:srgbClr val="267F99"/>
                </a:solidFill>
                <a:effectLst/>
                <a:latin typeface="Fira Code" panose="020B0809050000020004" pitchFamily="49" charset="0"/>
              </a:rPr>
              <a:t> </a:t>
            </a:r>
            <a:r>
              <a:rPr lang="en-US" sz="2400" b="0" noProof="0" dirty="0">
                <a:solidFill>
                  <a:srgbClr val="000000"/>
                </a:solidFill>
                <a:effectLst/>
                <a:latin typeface="Fira Code" panose="020B0809050000020004" pitchFamily="49" charset="0"/>
              </a:rPr>
              <a:t>&lt;</a:t>
            </a:r>
            <a:r>
              <a:rPr lang="en-US" sz="2400" b="0" noProof="0" dirty="0">
                <a:solidFill>
                  <a:srgbClr val="0000FF"/>
                </a:solidFill>
                <a:effectLst/>
                <a:latin typeface="Fira Code" panose="020B0809050000020004" pitchFamily="49" charset="0"/>
              </a:rPr>
              <a:t>float</a:t>
            </a:r>
            <a:r>
              <a:rPr lang="en-US" sz="2400" b="0" noProof="0" dirty="0">
                <a:solidFill>
                  <a:srgbClr val="000000"/>
                </a:solidFill>
                <a:effectLst/>
                <a:latin typeface="Fira Code" panose="020B0809050000020004" pitchFamily="49" charset="0"/>
              </a:rPr>
              <a:t>&gt;</a:t>
            </a:r>
            <a:r>
              <a:rPr lang="en-US" sz="700" b="0" noProof="0" dirty="0">
                <a:solidFill>
                  <a:srgbClr val="000000"/>
                </a:solidFill>
                <a:effectLst/>
                <a:latin typeface="Fira Code" panose="020B0809050000020004" pitchFamily="49" charset="0"/>
              </a:rPr>
              <a:t> </a:t>
            </a:r>
            <a:r>
              <a:rPr lang="en-US" sz="2400" b="0" noProof="0" dirty="0">
                <a:solidFill>
                  <a:srgbClr val="000000"/>
                </a:solidFill>
                <a:effectLst/>
                <a:latin typeface="Fira Code" panose="020B0809050000020004" pitchFamily="49" charset="0"/>
              </a:rPr>
              <a:t>() ^</a:t>
            </a:r>
          </a:p>
          <a:p>
            <a:pPr>
              <a:lnSpc>
                <a:spcPct val="150000"/>
              </a:lnSpc>
              <a:buNone/>
            </a:pPr>
            <a:r>
              <a:rPr lang="en-US" sz="2400" b="0" noProof="0" dirty="0">
                <a:solidFill>
                  <a:srgbClr val="000000"/>
                </a:solidFill>
                <a:effectLst/>
                <a:latin typeface="Fira Code" panose="020B0809050000020004" pitchFamily="49" charset="0"/>
              </a:rPr>
              <a:t>              </a:t>
            </a:r>
            <a:r>
              <a:rPr lang="en-US" sz="2400" b="0" noProof="0" dirty="0">
                <a:solidFill>
                  <a:srgbClr val="795E26"/>
                </a:solidFill>
                <a:effectLst/>
                <a:latin typeface="Fira Code" panose="020B0809050000020004" pitchFamily="49" charset="0"/>
              </a:rPr>
              <a:t>vector</a:t>
            </a:r>
            <a:r>
              <a:rPr lang="en-US" sz="700" b="0" noProof="0" dirty="0">
                <a:solidFill>
                  <a:srgbClr val="795E26"/>
                </a:solidFill>
                <a:effectLst/>
                <a:latin typeface="Fira Code" panose="020B0809050000020004" pitchFamily="49" charset="0"/>
              </a:rPr>
              <a:t> </a:t>
            </a:r>
            <a:r>
              <a:rPr lang="en-US" sz="2400" b="0" noProof="0" dirty="0">
                <a:solidFill>
                  <a:srgbClr val="000000"/>
                </a:solidFill>
                <a:effectLst/>
                <a:latin typeface="Fira Code" panose="020B0809050000020004" pitchFamily="49" charset="0"/>
              </a:rPr>
              <a:t>&lt;</a:t>
            </a:r>
            <a:r>
              <a:rPr lang="en-US" sz="2400" b="0" noProof="0" dirty="0">
                <a:solidFill>
                  <a:srgbClr val="A31515"/>
                </a:solidFill>
                <a:effectLst/>
                <a:latin typeface="Fira Code" panose="020B0809050000020004" pitchFamily="49" charset="0"/>
              </a:rPr>
              <a:t>'n'</a:t>
            </a:r>
            <a:r>
              <a:rPr lang="en-US" sz="2400" b="0" noProof="0" dirty="0">
                <a:solidFill>
                  <a:srgbClr val="000000"/>
                </a:solidFill>
                <a:effectLst/>
                <a:latin typeface="Fira Code" panose="020B0809050000020004" pitchFamily="49" charset="0"/>
              </a:rPr>
              <a:t>&gt;</a:t>
            </a:r>
            <a:r>
              <a:rPr lang="en-US" sz="700" b="0" noProof="0" dirty="0">
                <a:solidFill>
                  <a:srgbClr val="000000"/>
                </a:solidFill>
                <a:effectLst/>
                <a:latin typeface="Fira Code" panose="020B0809050000020004" pitchFamily="49" charset="0"/>
              </a:rPr>
              <a:t> </a:t>
            </a:r>
            <a:r>
              <a:rPr lang="en-US" sz="2400" b="0" noProof="0" dirty="0">
                <a:solidFill>
                  <a:srgbClr val="000000"/>
                </a:solidFill>
                <a:effectLst/>
                <a:latin typeface="Fira Code" panose="020B0809050000020004" pitchFamily="49" charset="0"/>
              </a:rPr>
              <a:t>(</a:t>
            </a:r>
            <a:r>
              <a:rPr lang="en-US" sz="2400" b="0" noProof="0" dirty="0">
                <a:solidFill>
                  <a:srgbClr val="0070C1"/>
                </a:solidFill>
                <a:effectLst/>
                <a:latin typeface="Fira Code" panose="020B0809050000020004" pitchFamily="49" charset="0"/>
              </a:rPr>
              <a:t>N</a:t>
            </a:r>
            <a:r>
              <a:rPr lang="en-US" sz="2400" b="0" noProof="0" dirty="0">
                <a:solidFill>
                  <a:srgbClr val="000000"/>
                </a:solidFill>
                <a:effectLst/>
                <a:latin typeface="Fira Code" panose="020B0809050000020004" pitchFamily="49" charset="0"/>
              </a:rPr>
              <a:t>)  ^</a:t>
            </a:r>
          </a:p>
          <a:p>
            <a:pPr>
              <a:lnSpc>
                <a:spcPct val="150000"/>
              </a:lnSpc>
              <a:buNone/>
            </a:pPr>
            <a:r>
              <a:rPr lang="en-US" sz="2400" b="0" noProof="0" dirty="0">
                <a:solidFill>
                  <a:srgbClr val="000000"/>
                </a:solidFill>
                <a:effectLst/>
                <a:latin typeface="Fira Code" panose="020B0809050000020004" pitchFamily="49" charset="0"/>
              </a:rPr>
              <a:t>              </a:t>
            </a:r>
            <a:r>
              <a:rPr lang="en-US" sz="2400" b="0" noProof="0" dirty="0">
                <a:solidFill>
                  <a:srgbClr val="795E26"/>
                </a:solidFill>
                <a:effectLst/>
                <a:latin typeface="Fira Code" panose="020B0809050000020004" pitchFamily="49" charset="0"/>
              </a:rPr>
              <a:t>vector</a:t>
            </a:r>
            <a:r>
              <a:rPr lang="en-US" sz="700" b="0" noProof="0" dirty="0">
                <a:solidFill>
                  <a:srgbClr val="795E26"/>
                </a:solidFill>
                <a:effectLst/>
                <a:latin typeface="Fira Code" panose="020B0809050000020004" pitchFamily="49" charset="0"/>
              </a:rPr>
              <a:t> </a:t>
            </a:r>
            <a:r>
              <a:rPr lang="en-US" sz="2400" b="0" noProof="0" dirty="0">
                <a:solidFill>
                  <a:srgbClr val="000000"/>
                </a:solidFill>
                <a:effectLst/>
                <a:latin typeface="Fira Code" panose="020B0809050000020004" pitchFamily="49" charset="0"/>
              </a:rPr>
              <a:t>&lt;</a:t>
            </a:r>
            <a:r>
              <a:rPr lang="en-US" sz="2400" b="0" noProof="0" dirty="0">
                <a:solidFill>
                  <a:srgbClr val="A31515"/>
                </a:solidFill>
                <a:effectLst/>
                <a:latin typeface="Fira Code" panose="020B0809050000020004" pitchFamily="49" charset="0"/>
              </a:rPr>
              <a:t>'m'</a:t>
            </a:r>
            <a:r>
              <a:rPr lang="en-US" sz="2400" b="0" noProof="0" dirty="0">
                <a:solidFill>
                  <a:srgbClr val="000000"/>
                </a:solidFill>
                <a:effectLst/>
                <a:latin typeface="Fira Code" panose="020B0809050000020004" pitchFamily="49" charset="0"/>
              </a:rPr>
              <a:t>&gt;</a:t>
            </a:r>
            <a:r>
              <a:rPr lang="en-US" sz="700" b="0" noProof="0" dirty="0">
                <a:solidFill>
                  <a:srgbClr val="000000"/>
                </a:solidFill>
                <a:effectLst/>
                <a:latin typeface="Fira Code" panose="020B0809050000020004" pitchFamily="49" charset="0"/>
              </a:rPr>
              <a:t> </a:t>
            </a:r>
            <a:r>
              <a:rPr lang="en-US" sz="2400" b="0" noProof="0" dirty="0">
                <a:solidFill>
                  <a:srgbClr val="000000"/>
                </a:solidFill>
                <a:effectLst/>
                <a:latin typeface="Fira Code" panose="020B0809050000020004" pitchFamily="49" charset="0"/>
              </a:rPr>
              <a:t>(</a:t>
            </a:r>
            <a:r>
              <a:rPr lang="en-US" sz="2400" b="0" noProof="0" dirty="0">
                <a:solidFill>
                  <a:srgbClr val="0070C1"/>
                </a:solidFill>
                <a:effectLst/>
                <a:latin typeface="Fira Code" panose="020B0809050000020004" pitchFamily="49" charset="0"/>
              </a:rPr>
              <a:t>M</a:t>
            </a:r>
            <a:r>
              <a:rPr lang="en-US" sz="2400" b="0" noProof="0" dirty="0">
                <a:solidFill>
                  <a:srgbClr val="000000"/>
                </a:solidFill>
                <a:effectLst/>
                <a:latin typeface="Fira Code" panose="020B0809050000020004" pitchFamily="49" charset="0"/>
              </a:rPr>
              <a:t>);</a:t>
            </a:r>
          </a:p>
        </p:txBody>
      </p:sp>
      <p:sp>
        <p:nvSpPr>
          <p:cNvPr id="39" name="Rectangle 38">
            <a:extLst>
              <a:ext uri="{FF2B5EF4-FFF2-40B4-BE49-F238E27FC236}">
                <a16:creationId xmlns:a16="http://schemas.microsoft.com/office/drawing/2014/main" id="{5ADDBBC2-AFD6-00E5-EC92-B2FBB581AE19}"/>
              </a:ext>
            </a:extLst>
          </p:cNvPr>
          <p:cNvSpPr/>
          <p:nvPr>
            <p:custDataLst>
              <p:tags r:id="rId3"/>
            </p:custDataLst>
          </p:nvPr>
        </p:nvSpPr>
        <p:spPr>
          <a:xfrm>
            <a:off x="5788049" y="3449989"/>
            <a:ext cx="874096" cy="362907"/>
          </a:xfrm>
          <a:prstGeom prst="rect">
            <a:avLst/>
          </a:prstGeom>
          <a:solidFill>
            <a:srgbClr val="C0C0C0">
              <a:alpha val="2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41" name="Rectangle 40">
            <a:extLst>
              <a:ext uri="{FF2B5EF4-FFF2-40B4-BE49-F238E27FC236}">
                <a16:creationId xmlns:a16="http://schemas.microsoft.com/office/drawing/2014/main" id="{46810C5D-DD0E-9895-8B05-9203DE3C52FC}"/>
              </a:ext>
            </a:extLst>
          </p:cNvPr>
          <p:cNvSpPr/>
          <p:nvPr>
            <p:custDataLst>
              <p:tags r:id="rId4"/>
            </p:custDataLst>
          </p:nvPr>
        </p:nvSpPr>
        <p:spPr>
          <a:xfrm>
            <a:off x="5788049" y="4005531"/>
            <a:ext cx="874096" cy="362907"/>
          </a:xfrm>
          <a:prstGeom prst="rect">
            <a:avLst/>
          </a:prstGeom>
          <a:solidFill>
            <a:srgbClr val="C0C0C0">
              <a:alpha val="2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43" name="Rectangle 42">
            <a:extLst>
              <a:ext uri="{FF2B5EF4-FFF2-40B4-BE49-F238E27FC236}">
                <a16:creationId xmlns:a16="http://schemas.microsoft.com/office/drawing/2014/main" id="{6993DAE6-53AF-8D78-063C-7D841E5B5C15}"/>
              </a:ext>
            </a:extLst>
          </p:cNvPr>
          <p:cNvSpPr/>
          <p:nvPr>
            <p:custDataLst>
              <p:tags r:id="rId5"/>
            </p:custDataLst>
          </p:nvPr>
        </p:nvSpPr>
        <p:spPr>
          <a:xfrm>
            <a:off x="9777338" y="4037123"/>
            <a:ext cx="1359068" cy="235089"/>
          </a:xfrm>
          <a:prstGeom prst="rect">
            <a:avLst/>
          </a:prstGeom>
          <a:solidFill>
            <a:srgbClr val="C0C0C0">
              <a:alpha val="2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7" name="Rectangle 36">
            <a:extLst>
              <a:ext uri="{FF2B5EF4-FFF2-40B4-BE49-F238E27FC236}">
                <a16:creationId xmlns:a16="http://schemas.microsoft.com/office/drawing/2014/main" id="{E810BA74-1063-85B3-2324-103E8E900E55}"/>
              </a:ext>
            </a:extLst>
          </p:cNvPr>
          <p:cNvSpPr/>
          <p:nvPr>
            <p:custDataLst>
              <p:tags r:id="rId6"/>
            </p:custDataLst>
          </p:nvPr>
        </p:nvSpPr>
        <p:spPr>
          <a:xfrm>
            <a:off x="5762591" y="2928684"/>
            <a:ext cx="1261396" cy="302651"/>
          </a:xfrm>
          <a:prstGeom prst="rect">
            <a:avLst/>
          </a:prstGeom>
          <a:solidFill>
            <a:srgbClr val="C0C0C0">
              <a:alpha val="2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79B72882-F921-954D-3177-58DBD37F0C4A}"/>
              </a:ext>
            </a:extLst>
          </p:cNvPr>
          <p:cNvSpPr>
            <a:spLocks noGrp="1"/>
          </p:cNvSpPr>
          <p:nvPr>
            <p:ph type="title"/>
            <p:custDataLst>
              <p:tags r:id="rId7"/>
            </p:custDataLst>
          </p:nvPr>
        </p:nvSpPr>
        <p:spPr/>
        <p:txBody>
          <a:bodyPr/>
          <a:lstStyle/>
          <a:p>
            <a:r>
              <a:rPr lang="en-US" noProof="0" dirty="0"/>
              <a:t>Layout abstractions (Noarr)</a:t>
            </a:r>
          </a:p>
        </p:txBody>
      </p:sp>
      <p:sp>
        <p:nvSpPr>
          <p:cNvPr id="14" name="TextBox 13">
            <a:extLst>
              <a:ext uri="{FF2B5EF4-FFF2-40B4-BE49-F238E27FC236}">
                <a16:creationId xmlns:a16="http://schemas.microsoft.com/office/drawing/2014/main" id="{0B525AC7-FE02-6AD7-8040-C0A6A642009E}"/>
              </a:ext>
            </a:extLst>
          </p:cNvPr>
          <p:cNvSpPr txBox="1"/>
          <p:nvPr>
            <p:custDataLst>
              <p:tags r:id="rId8"/>
            </p:custDataLst>
          </p:nvPr>
        </p:nvSpPr>
        <p:spPr>
          <a:xfrm>
            <a:off x="8100544" y="3964137"/>
            <a:ext cx="4241343" cy="400110"/>
          </a:xfrm>
          <a:prstGeom prst="rect">
            <a:avLst/>
          </a:prstGeom>
          <a:noFill/>
        </p:spPr>
        <p:txBody>
          <a:bodyPr wrap="none">
            <a:spAutoFit/>
          </a:bodyPr>
          <a:lstStyle/>
          <a:p>
            <a:r>
              <a:rPr lang="en-US" sz="2000" noProof="0" dirty="0">
                <a:solidFill>
                  <a:srgbClr val="001080"/>
                </a:solidFill>
                <a:latin typeface="Fira Code" panose="020B0809050000020004" pitchFamily="49" charset="0"/>
              </a:rPr>
              <a:t>matrix</a:t>
            </a:r>
            <a:r>
              <a:rPr lang="en-US" sz="2000" noProof="0" dirty="0">
                <a:solidFill>
                  <a:srgbClr val="000000"/>
                </a:solidFill>
                <a:latin typeface="Fira Code" panose="020B0809050000020004" pitchFamily="49" charset="0"/>
              </a:rPr>
              <a:t>[</a:t>
            </a:r>
            <a:r>
              <a:rPr lang="en-US" sz="2000" noProof="0" dirty="0" err="1">
                <a:solidFill>
                  <a:srgbClr val="0070C1"/>
                </a:solidFill>
                <a:latin typeface="Fira Code" panose="020B0809050000020004" pitchFamily="49" charset="0"/>
              </a:rPr>
              <a:t>idx</a:t>
            </a:r>
            <a:r>
              <a:rPr lang="en-US" sz="600" noProof="0" dirty="0">
                <a:solidFill>
                  <a:srgbClr val="0070C1"/>
                </a:solidFill>
                <a:latin typeface="Fira Code" panose="020B0809050000020004" pitchFamily="49" charset="0"/>
              </a:rPr>
              <a:t> </a:t>
            </a:r>
            <a:r>
              <a:rPr lang="en-US" sz="2000" noProof="0" dirty="0">
                <a:solidFill>
                  <a:srgbClr val="000000"/>
                </a:solidFill>
                <a:latin typeface="Fira Code" panose="020B0809050000020004" pitchFamily="49" charset="0"/>
              </a:rPr>
              <a:t>&lt;</a:t>
            </a:r>
            <a:r>
              <a:rPr lang="en-US" sz="2000" noProof="0" dirty="0">
                <a:solidFill>
                  <a:srgbClr val="A31515"/>
                </a:solidFill>
                <a:latin typeface="Fira Code" panose="020B0809050000020004" pitchFamily="49" charset="0"/>
              </a:rPr>
              <a:t>'</a:t>
            </a:r>
            <a:r>
              <a:rPr lang="en-US" sz="2000" noProof="0" dirty="0" err="1">
                <a:solidFill>
                  <a:srgbClr val="A31515"/>
                </a:solidFill>
                <a:latin typeface="Fira Code" panose="020B0809050000020004" pitchFamily="49" charset="0"/>
              </a:rPr>
              <a:t>m'</a:t>
            </a:r>
            <a:r>
              <a:rPr lang="en-US" sz="2000" noProof="0" dirty="0" err="1">
                <a:solidFill>
                  <a:srgbClr val="000000"/>
                </a:solidFill>
                <a:latin typeface="Fira Code" panose="020B0809050000020004" pitchFamily="49" charset="0"/>
              </a:rPr>
              <a:t>,</a:t>
            </a:r>
            <a:r>
              <a:rPr lang="en-US" sz="2000" noProof="0" dirty="0" err="1">
                <a:solidFill>
                  <a:srgbClr val="A31515"/>
                </a:solidFill>
                <a:latin typeface="Fira Code" panose="020B0809050000020004" pitchFamily="49" charset="0"/>
              </a:rPr>
              <a:t>'n</a:t>
            </a:r>
            <a:r>
              <a:rPr lang="en-US" sz="2000" noProof="0" dirty="0">
                <a:solidFill>
                  <a:srgbClr val="A31515"/>
                </a:solidFill>
                <a:latin typeface="Fira Code" panose="020B0809050000020004" pitchFamily="49" charset="0"/>
              </a:rPr>
              <a:t>'</a:t>
            </a:r>
            <a:r>
              <a:rPr lang="en-US" sz="2000" noProof="0" dirty="0">
                <a:solidFill>
                  <a:srgbClr val="000000"/>
                </a:solidFill>
                <a:latin typeface="Fira Code" panose="020B0809050000020004" pitchFamily="49" charset="0"/>
              </a:rPr>
              <a:t>&gt;</a:t>
            </a:r>
            <a:r>
              <a:rPr lang="en-US" sz="600" noProof="0" dirty="0">
                <a:solidFill>
                  <a:srgbClr val="000000"/>
                </a:solidFill>
                <a:latin typeface="Fira Code" panose="020B0809050000020004" pitchFamily="49" charset="0"/>
              </a:rPr>
              <a:t> </a:t>
            </a:r>
            <a:r>
              <a:rPr lang="en-US" sz="2000" noProof="0" dirty="0">
                <a:solidFill>
                  <a:srgbClr val="000000"/>
                </a:solidFill>
                <a:latin typeface="Fira Code" panose="020B0809050000020004" pitchFamily="49" charset="0"/>
              </a:rPr>
              <a:t>(</a:t>
            </a:r>
            <a:r>
              <a:rPr lang="en-US" sz="2000" noProof="0" dirty="0">
                <a:solidFill>
                  <a:srgbClr val="0070C1"/>
                </a:solidFill>
                <a:latin typeface="Fira Code" panose="020B0809050000020004" pitchFamily="49" charset="0"/>
              </a:rPr>
              <a:t>4</a:t>
            </a:r>
            <a:r>
              <a:rPr lang="en-US" sz="2000" noProof="0" dirty="0">
                <a:solidFill>
                  <a:srgbClr val="000000"/>
                </a:solidFill>
                <a:latin typeface="Fira Code" panose="020B0809050000020004" pitchFamily="49" charset="0"/>
              </a:rPr>
              <a:t>,</a:t>
            </a:r>
            <a:r>
              <a:rPr lang="en-US" sz="2000" noProof="0" dirty="0">
                <a:solidFill>
                  <a:srgbClr val="0070C1"/>
                </a:solidFill>
                <a:latin typeface="Fira Code" panose="020B0809050000020004" pitchFamily="49" charset="0"/>
              </a:rPr>
              <a:t>2</a:t>
            </a:r>
            <a:r>
              <a:rPr lang="en-US" sz="2000" noProof="0" dirty="0">
                <a:solidFill>
                  <a:srgbClr val="000000"/>
                </a:solidFill>
                <a:latin typeface="Fira Code" panose="020B0809050000020004" pitchFamily="49" charset="0"/>
              </a:rPr>
              <a:t>)]</a:t>
            </a:r>
            <a:endParaRPr lang="en-US" sz="2800" noProof="0" dirty="0"/>
          </a:p>
        </p:txBody>
      </p:sp>
      <p:cxnSp>
        <p:nvCxnSpPr>
          <p:cNvPr id="16" name="Straight Arrow Connector 15">
            <a:extLst>
              <a:ext uri="{FF2B5EF4-FFF2-40B4-BE49-F238E27FC236}">
                <a16:creationId xmlns:a16="http://schemas.microsoft.com/office/drawing/2014/main" id="{B5102DA4-367F-2E7C-4748-5E5A83284E85}"/>
              </a:ext>
            </a:extLst>
          </p:cNvPr>
          <p:cNvCxnSpPr>
            <a:cxnSpLocks/>
          </p:cNvCxnSpPr>
          <p:nvPr>
            <p:custDataLst>
              <p:tags r:id="rId9"/>
            </p:custDataLst>
          </p:nvPr>
        </p:nvCxnSpPr>
        <p:spPr>
          <a:xfrm>
            <a:off x="7505124" y="3906905"/>
            <a:ext cx="903112" cy="9576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8" name="Right Brace 17">
            <a:extLst>
              <a:ext uri="{FF2B5EF4-FFF2-40B4-BE49-F238E27FC236}">
                <a16:creationId xmlns:a16="http://schemas.microsoft.com/office/drawing/2014/main" id="{D66E5204-4017-2EAF-4A60-5194514D442A}"/>
              </a:ext>
            </a:extLst>
          </p:cNvPr>
          <p:cNvSpPr/>
          <p:nvPr>
            <p:custDataLst>
              <p:tags r:id="rId10"/>
            </p:custDataLst>
          </p:nvPr>
        </p:nvSpPr>
        <p:spPr>
          <a:xfrm rot="16200000">
            <a:off x="6254587" y="2156360"/>
            <a:ext cx="275785" cy="1261394"/>
          </a:xfrm>
          <a:prstGeom prst="rightBrace">
            <a:avLst/>
          </a:prstGeom>
          <a:ln>
            <a:solidFill>
              <a:schemeClr val="tx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noProof="0" dirty="0"/>
          </a:p>
        </p:txBody>
      </p:sp>
      <p:sp>
        <p:nvSpPr>
          <p:cNvPr id="19" name="TextBox 18">
            <a:extLst>
              <a:ext uri="{FF2B5EF4-FFF2-40B4-BE49-F238E27FC236}">
                <a16:creationId xmlns:a16="http://schemas.microsoft.com/office/drawing/2014/main" id="{35ECBBC8-9EAB-F864-C40F-1C0E855672E6}"/>
              </a:ext>
            </a:extLst>
          </p:cNvPr>
          <p:cNvSpPr txBox="1"/>
          <p:nvPr>
            <p:custDataLst>
              <p:tags r:id="rId11"/>
            </p:custDataLst>
          </p:nvPr>
        </p:nvSpPr>
        <p:spPr>
          <a:xfrm>
            <a:off x="2937911" y="2154296"/>
            <a:ext cx="6909135" cy="461665"/>
          </a:xfrm>
          <a:prstGeom prst="rect">
            <a:avLst/>
          </a:prstGeom>
          <a:noFill/>
        </p:spPr>
        <p:txBody>
          <a:bodyPr wrap="none" rtlCol="0" anchor="b">
            <a:spAutoFit/>
          </a:bodyPr>
          <a:lstStyle/>
          <a:p>
            <a:r>
              <a:rPr lang="en-US" sz="2400" i="1" noProof="0" dirty="0"/>
              <a:t>Parameters specifying types and dimension names</a:t>
            </a:r>
          </a:p>
        </p:txBody>
      </p:sp>
      <p:sp>
        <p:nvSpPr>
          <p:cNvPr id="21" name="TextBox 20">
            <a:extLst>
              <a:ext uri="{FF2B5EF4-FFF2-40B4-BE49-F238E27FC236}">
                <a16:creationId xmlns:a16="http://schemas.microsoft.com/office/drawing/2014/main" id="{B9942311-6300-6EC8-B275-0171EF6F9AB9}"/>
              </a:ext>
            </a:extLst>
          </p:cNvPr>
          <p:cNvSpPr txBox="1"/>
          <p:nvPr>
            <p:custDataLst>
              <p:tags r:id="rId12"/>
            </p:custDataLst>
          </p:nvPr>
        </p:nvSpPr>
        <p:spPr>
          <a:xfrm>
            <a:off x="316587" y="5681347"/>
            <a:ext cx="4308138" cy="428707"/>
          </a:xfrm>
          <a:prstGeom prst="rect">
            <a:avLst/>
          </a:prstGeom>
          <a:noFill/>
          <a:ln>
            <a:solidFill>
              <a:schemeClr val="tx1"/>
            </a:solidFill>
          </a:ln>
        </p:spPr>
        <p:txBody>
          <a:bodyPr wrap="none">
            <a:spAutoFit/>
          </a:bodyPr>
          <a:lstStyle/>
          <a:p>
            <a:pPr>
              <a:lnSpc>
                <a:spcPct val="113095"/>
              </a:lnSpc>
              <a:buNone/>
            </a:pPr>
            <a:r>
              <a:rPr lang="en-US" sz="2000" b="0" noProof="0" dirty="0">
                <a:solidFill>
                  <a:srgbClr val="267F99"/>
                </a:solidFill>
                <a:effectLst/>
                <a:latin typeface="Fira Code" panose="020B0809050000020004" pitchFamily="49" charset="0"/>
              </a:rPr>
              <a:t>auto</a:t>
            </a:r>
            <a:r>
              <a:rPr lang="en-US" sz="2000" b="0" noProof="0" dirty="0">
                <a:solidFill>
                  <a:srgbClr val="000000"/>
                </a:solidFill>
                <a:effectLst/>
                <a:latin typeface="Fira Code" panose="020B0809050000020004" pitchFamily="49" charset="0"/>
              </a:rPr>
              <a:t> </a:t>
            </a:r>
            <a:r>
              <a:rPr lang="en-US" sz="2000" b="0" noProof="0" dirty="0">
                <a:solidFill>
                  <a:srgbClr val="001080"/>
                </a:solidFill>
                <a:effectLst/>
                <a:latin typeface="Fira Code" panose="020B0809050000020004" pitchFamily="49" charset="0"/>
              </a:rPr>
              <a:t>matrix</a:t>
            </a:r>
            <a:r>
              <a:rPr lang="en-US" sz="2000" b="0" noProof="0" dirty="0">
                <a:solidFill>
                  <a:srgbClr val="000000"/>
                </a:solidFill>
                <a:effectLst/>
                <a:latin typeface="Fira Code" panose="020B0809050000020004" pitchFamily="49" charset="0"/>
              </a:rPr>
              <a:t> = </a:t>
            </a:r>
            <a:r>
              <a:rPr lang="en-US" sz="2000" b="0" noProof="0" dirty="0">
                <a:solidFill>
                  <a:srgbClr val="795E26"/>
                </a:solidFill>
                <a:effectLst/>
                <a:latin typeface="Fira Code" panose="020B0809050000020004" pitchFamily="49" charset="0"/>
              </a:rPr>
              <a:t>bag</a:t>
            </a:r>
            <a:r>
              <a:rPr lang="en-US" sz="2000" b="0" noProof="0" dirty="0">
                <a:solidFill>
                  <a:srgbClr val="000000"/>
                </a:solidFill>
                <a:effectLst/>
                <a:latin typeface="Fira Code" panose="020B0809050000020004" pitchFamily="49" charset="0"/>
              </a:rPr>
              <a:t>(</a:t>
            </a:r>
            <a:r>
              <a:rPr lang="en-US" sz="2000" b="0" noProof="0" dirty="0">
                <a:solidFill>
                  <a:srgbClr val="001080"/>
                </a:solidFill>
                <a:effectLst/>
                <a:latin typeface="Fira Code" panose="020B0809050000020004" pitchFamily="49" charset="0"/>
              </a:rPr>
              <a:t>layout</a:t>
            </a:r>
            <a:r>
              <a:rPr lang="en-US" sz="2000" b="0" noProof="0" dirty="0">
                <a:solidFill>
                  <a:srgbClr val="000000"/>
                </a:solidFill>
                <a:effectLst/>
                <a:latin typeface="Fira Code" panose="020B0809050000020004" pitchFamily="49" charset="0"/>
              </a:rPr>
              <a:t>);</a:t>
            </a:r>
          </a:p>
        </p:txBody>
      </p:sp>
      <p:sp>
        <p:nvSpPr>
          <p:cNvPr id="28" name="TextBox 27">
            <a:extLst>
              <a:ext uri="{FF2B5EF4-FFF2-40B4-BE49-F238E27FC236}">
                <a16:creationId xmlns:a16="http://schemas.microsoft.com/office/drawing/2014/main" id="{15DF814E-5685-475F-2990-B570D542C55C}"/>
              </a:ext>
            </a:extLst>
          </p:cNvPr>
          <p:cNvSpPr txBox="1"/>
          <p:nvPr>
            <p:custDataLst>
              <p:tags r:id="rId13"/>
            </p:custDataLst>
          </p:nvPr>
        </p:nvSpPr>
        <p:spPr>
          <a:xfrm>
            <a:off x="4870763" y="5666800"/>
            <a:ext cx="6459562" cy="428707"/>
          </a:xfrm>
          <a:prstGeom prst="rect">
            <a:avLst/>
          </a:prstGeom>
          <a:noFill/>
          <a:ln>
            <a:solidFill>
              <a:schemeClr val="tx1"/>
            </a:solidFill>
          </a:ln>
        </p:spPr>
        <p:txBody>
          <a:bodyPr wrap="none">
            <a:spAutoFit/>
          </a:bodyPr>
          <a:lstStyle/>
          <a:p>
            <a:pPr>
              <a:lnSpc>
                <a:spcPct val="113095"/>
              </a:lnSpc>
              <a:buNone/>
            </a:pPr>
            <a:r>
              <a:rPr lang="en-US" sz="2000" b="0" noProof="0" dirty="0">
                <a:solidFill>
                  <a:srgbClr val="267F99"/>
                </a:solidFill>
                <a:effectLst/>
                <a:latin typeface="Fira Code" panose="020B0809050000020004" pitchFamily="49" charset="0"/>
              </a:rPr>
              <a:t>auto</a:t>
            </a:r>
            <a:r>
              <a:rPr lang="en-US" sz="2000" b="0" noProof="0" dirty="0">
                <a:solidFill>
                  <a:srgbClr val="000000"/>
                </a:solidFill>
                <a:effectLst/>
                <a:latin typeface="Fira Code" panose="020B0809050000020004" pitchFamily="49" charset="0"/>
              </a:rPr>
              <a:t> </a:t>
            </a:r>
            <a:r>
              <a:rPr lang="en-US" sz="2000" b="0" noProof="0" dirty="0" err="1">
                <a:solidFill>
                  <a:srgbClr val="001080"/>
                </a:solidFill>
                <a:effectLst/>
                <a:latin typeface="Fira Code" panose="020B0809050000020004" pitchFamily="49" charset="0"/>
              </a:rPr>
              <a:t>matrix_view</a:t>
            </a:r>
            <a:r>
              <a:rPr lang="en-US" sz="2000" b="0" noProof="0" dirty="0">
                <a:solidFill>
                  <a:srgbClr val="000000"/>
                </a:solidFill>
                <a:effectLst/>
                <a:latin typeface="Fira Code" panose="020B0809050000020004" pitchFamily="49" charset="0"/>
              </a:rPr>
              <a:t> = </a:t>
            </a:r>
            <a:r>
              <a:rPr lang="en-US" sz="2000" b="0" noProof="0" dirty="0">
                <a:solidFill>
                  <a:srgbClr val="795E26"/>
                </a:solidFill>
                <a:effectLst/>
                <a:latin typeface="Fira Code" panose="020B0809050000020004" pitchFamily="49" charset="0"/>
              </a:rPr>
              <a:t>bag</a:t>
            </a:r>
            <a:r>
              <a:rPr lang="en-US" sz="2000" b="0" noProof="0" dirty="0">
                <a:solidFill>
                  <a:srgbClr val="000000"/>
                </a:solidFill>
                <a:effectLst/>
                <a:latin typeface="Fira Code" panose="020B0809050000020004" pitchFamily="49" charset="0"/>
              </a:rPr>
              <a:t>(</a:t>
            </a:r>
            <a:r>
              <a:rPr lang="en-US" sz="2000" b="0" noProof="0" dirty="0">
                <a:solidFill>
                  <a:srgbClr val="001080"/>
                </a:solidFill>
                <a:effectLst/>
                <a:latin typeface="Fira Code" panose="020B0809050000020004" pitchFamily="49" charset="0"/>
              </a:rPr>
              <a:t>layout</a:t>
            </a:r>
            <a:r>
              <a:rPr lang="en-US" sz="2000" b="0" noProof="0" dirty="0">
                <a:solidFill>
                  <a:srgbClr val="000000"/>
                </a:solidFill>
                <a:effectLst/>
                <a:latin typeface="Fira Code" panose="020B0809050000020004" pitchFamily="49" charset="0"/>
              </a:rPr>
              <a:t>, </a:t>
            </a:r>
            <a:r>
              <a:rPr lang="en-US" sz="2000" b="0" noProof="0" dirty="0" err="1">
                <a:solidFill>
                  <a:srgbClr val="001080"/>
                </a:solidFill>
                <a:effectLst/>
                <a:latin typeface="Fira Code" panose="020B0809050000020004" pitchFamily="49" charset="0"/>
              </a:rPr>
              <a:t>myBuffer</a:t>
            </a:r>
            <a:r>
              <a:rPr lang="en-US" sz="2000" b="0" noProof="0" dirty="0">
                <a:solidFill>
                  <a:srgbClr val="000000"/>
                </a:solidFill>
                <a:effectLst/>
                <a:latin typeface="Fira Code" panose="020B0809050000020004" pitchFamily="49" charset="0"/>
              </a:rPr>
              <a:t>);</a:t>
            </a:r>
          </a:p>
        </p:txBody>
      </p:sp>
      <p:sp>
        <p:nvSpPr>
          <p:cNvPr id="29" name="Date Placeholder 28">
            <a:extLst>
              <a:ext uri="{FF2B5EF4-FFF2-40B4-BE49-F238E27FC236}">
                <a16:creationId xmlns:a16="http://schemas.microsoft.com/office/drawing/2014/main" id="{692CB833-F3D6-B987-C77E-BF53C659C053}"/>
              </a:ext>
            </a:extLst>
          </p:cNvPr>
          <p:cNvSpPr>
            <a:spLocks noGrp="1"/>
          </p:cNvSpPr>
          <p:nvPr>
            <p:ph type="dt" sz="half" idx="10"/>
            <p:custDataLst>
              <p:tags r:id="rId14"/>
            </p:custDataLst>
          </p:nvPr>
        </p:nvSpPr>
        <p:spPr/>
        <p:txBody>
          <a:bodyPr/>
          <a:lstStyle/>
          <a:p>
            <a:r>
              <a:rPr lang="en-US" noProof="0"/>
              <a:t>9/5/2026</a:t>
            </a:r>
            <a:endParaRPr lang="en-US" noProof="0" dirty="0"/>
          </a:p>
        </p:txBody>
      </p:sp>
      <p:sp>
        <p:nvSpPr>
          <p:cNvPr id="30" name="Slide Number Placeholder 29">
            <a:extLst>
              <a:ext uri="{FF2B5EF4-FFF2-40B4-BE49-F238E27FC236}">
                <a16:creationId xmlns:a16="http://schemas.microsoft.com/office/drawing/2014/main" id="{A6854BFF-C563-E847-C95B-05954D906112}"/>
              </a:ext>
            </a:extLst>
          </p:cNvPr>
          <p:cNvSpPr>
            <a:spLocks noGrp="1"/>
          </p:cNvSpPr>
          <p:nvPr>
            <p:ph type="sldNum" sz="quarter" idx="12"/>
            <p:custDataLst>
              <p:tags r:id="rId15"/>
            </p:custDataLst>
          </p:nvPr>
        </p:nvSpPr>
        <p:spPr/>
        <p:txBody>
          <a:bodyPr/>
          <a:lstStyle/>
          <a:p>
            <a:r>
              <a:rPr lang="en-US" noProof="0"/>
              <a:t>5</a:t>
            </a:r>
            <a:endParaRPr lang="en-US" noProof="0" dirty="0"/>
          </a:p>
        </p:txBody>
      </p:sp>
      <p:pic>
        <p:nvPicPr>
          <p:cNvPr id="7" name="Picture 6">
            <a:extLst>
              <a:ext uri="{FF2B5EF4-FFF2-40B4-BE49-F238E27FC236}">
                <a16:creationId xmlns:a16="http://schemas.microsoft.com/office/drawing/2014/main" id="{1674DA7D-E1D1-F035-AB66-ABD9BF9D261F}"/>
              </a:ext>
            </a:extLst>
          </p:cNvPr>
          <p:cNvPicPr>
            <a:picLocks noChangeAspect="1"/>
          </p:cNvPicPr>
          <p:nvPr>
            <p:custDataLst>
              <p:tags r:id="rId16"/>
            </p:custDataLst>
          </p:nvPr>
        </p:nvPicPr>
        <p:blipFill>
          <a:blip r:embed="rId29"/>
          <a:stretch>
            <a:fillRect/>
          </a:stretch>
        </p:blipFill>
        <p:spPr>
          <a:xfrm>
            <a:off x="1598974" y="2851618"/>
            <a:ext cx="1249070" cy="1241336"/>
          </a:xfrm>
          <a:prstGeom prst="rect">
            <a:avLst/>
          </a:prstGeom>
        </p:spPr>
      </p:pic>
      <p:sp>
        <p:nvSpPr>
          <p:cNvPr id="4" name="TextBox 3">
            <a:extLst>
              <a:ext uri="{FF2B5EF4-FFF2-40B4-BE49-F238E27FC236}">
                <a16:creationId xmlns:a16="http://schemas.microsoft.com/office/drawing/2014/main" id="{E49BE013-F209-8403-8D5B-F71D68CF5E02}"/>
              </a:ext>
            </a:extLst>
          </p:cNvPr>
          <p:cNvSpPr txBox="1"/>
          <p:nvPr>
            <p:custDataLst>
              <p:tags r:id="rId17"/>
            </p:custDataLst>
          </p:nvPr>
        </p:nvSpPr>
        <p:spPr>
          <a:xfrm>
            <a:off x="7845692" y="5063908"/>
            <a:ext cx="1425509" cy="442674"/>
          </a:xfrm>
          <a:prstGeom prst="roundRect">
            <a:avLst/>
          </a:prstGeom>
          <a:gradFill>
            <a:gsLst>
              <a:gs pos="0">
                <a:srgbClr val="AFD8F7"/>
              </a:gs>
              <a:gs pos="50000">
                <a:srgbClr val="A2CDEE"/>
              </a:gs>
              <a:gs pos="100000">
                <a:srgbClr val="9ED0F2"/>
              </a:gs>
            </a:gsLst>
          </a:gradFill>
        </p:spPr>
        <p:style>
          <a:lnRef idx="1">
            <a:schemeClr val="accent4"/>
          </a:lnRef>
          <a:fillRef idx="2">
            <a:schemeClr val="accent4"/>
          </a:fillRef>
          <a:effectRef idx="1">
            <a:schemeClr val="accent4"/>
          </a:effectRef>
          <a:fontRef idx="minor">
            <a:schemeClr val="dk1"/>
          </a:fontRef>
        </p:style>
        <p:txBody>
          <a:bodyPr wrap="none" rtlCol="0" anchor="b">
            <a:spAutoFit/>
          </a:bodyPr>
          <a:lstStyle/>
          <a:p>
            <a:pPr algn="ctr"/>
            <a:r>
              <a:rPr lang="en-US" sz="2000" noProof="0" dirty="0"/>
              <a:t>GPU mem.</a:t>
            </a:r>
          </a:p>
        </p:txBody>
      </p:sp>
      <p:sp>
        <p:nvSpPr>
          <p:cNvPr id="13" name="TextBox 12">
            <a:extLst>
              <a:ext uri="{FF2B5EF4-FFF2-40B4-BE49-F238E27FC236}">
                <a16:creationId xmlns:a16="http://schemas.microsoft.com/office/drawing/2014/main" id="{E43C382B-2568-3BB2-FF89-3DD00349CEA9}"/>
              </a:ext>
            </a:extLst>
          </p:cNvPr>
          <p:cNvSpPr txBox="1"/>
          <p:nvPr>
            <p:custDataLst>
              <p:tags r:id="rId18"/>
            </p:custDataLst>
          </p:nvPr>
        </p:nvSpPr>
        <p:spPr>
          <a:xfrm>
            <a:off x="9630151" y="5063908"/>
            <a:ext cx="1511785" cy="442674"/>
          </a:xfrm>
          <a:prstGeom prst="roundRect">
            <a:avLst/>
          </a:prstGeom>
          <a:gradFill>
            <a:gsLst>
              <a:gs pos="0">
                <a:srgbClr val="B5DCAE"/>
              </a:gs>
              <a:gs pos="50000">
                <a:srgbClr val="A8D1A1"/>
              </a:gs>
              <a:gs pos="100000">
                <a:srgbClr val="A3D29A"/>
              </a:gs>
            </a:gsLst>
          </a:gradFill>
        </p:spPr>
        <p:style>
          <a:lnRef idx="1">
            <a:schemeClr val="accent6"/>
          </a:lnRef>
          <a:fillRef idx="2">
            <a:schemeClr val="accent6"/>
          </a:fillRef>
          <a:effectRef idx="1">
            <a:schemeClr val="accent6"/>
          </a:effectRef>
          <a:fontRef idx="minor">
            <a:schemeClr val="dk1"/>
          </a:fontRef>
        </p:style>
        <p:txBody>
          <a:bodyPr wrap="none" rtlCol="0" anchor="b">
            <a:spAutoFit/>
          </a:bodyPr>
          <a:lstStyle/>
          <a:p>
            <a:pPr algn="ctr"/>
            <a:r>
              <a:rPr lang="en-US" sz="2000" noProof="0" dirty="0"/>
              <a:t>Mapped file</a:t>
            </a:r>
          </a:p>
        </p:txBody>
      </p:sp>
      <p:sp>
        <p:nvSpPr>
          <p:cNvPr id="32" name="TextBox 31">
            <a:extLst>
              <a:ext uri="{FF2B5EF4-FFF2-40B4-BE49-F238E27FC236}">
                <a16:creationId xmlns:a16="http://schemas.microsoft.com/office/drawing/2014/main" id="{F423100F-27E7-78C5-29B0-1E9E9CA71CCB}"/>
              </a:ext>
            </a:extLst>
          </p:cNvPr>
          <p:cNvSpPr txBox="1"/>
          <p:nvPr>
            <p:custDataLst>
              <p:tags r:id="rId19"/>
            </p:custDataLst>
          </p:nvPr>
        </p:nvSpPr>
        <p:spPr>
          <a:xfrm>
            <a:off x="11503683" y="5048027"/>
            <a:ext cx="381836" cy="369332"/>
          </a:xfrm>
          <a:prstGeom prst="rect">
            <a:avLst/>
          </a:prstGeom>
          <a:noFill/>
        </p:spPr>
        <p:txBody>
          <a:bodyPr wrap="none" rtlCol="0">
            <a:spAutoFit/>
          </a:bodyPr>
          <a:lstStyle/>
          <a:p>
            <a:r>
              <a:rPr lang="en-US" noProof="0" dirty="0"/>
              <a:t>…</a:t>
            </a:r>
          </a:p>
        </p:txBody>
      </p:sp>
      <p:sp>
        <p:nvSpPr>
          <p:cNvPr id="33" name="Right Brace 32">
            <a:extLst>
              <a:ext uri="{FF2B5EF4-FFF2-40B4-BE49-F238E27FC236}">
                <a16:creationId xmlns:a16="http://schemas.microsoft.com/office/drawing/2014/main" id="{D5BD3CDE-9058-0797-77E8-0CD52F9C3687}"/>
              </a:ext>
            </a:extLst>
          </p:cNvPr>
          <p:cNvSpPr/>
          <p:nvPr>
            <p:custDataLst>
              <p:tags r:id="rId20"/>
            </p:custDataLst>
          </p:nvPr>
        </p:nvSpPr>
        <p:spPr>
          <a:xfrm rot="5400000">
            <a:off x="9777883" y="3338823"/>
            <a:ext cx="159029" cy="4426445"/>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noProof="0" dirty="0"/>
          </a:p>
        </p:txBody>
      </p:sp>
      <p:pic>
        <p:nvPicPr>
          <p:cNvPr id="20" name="Picture 19">
            <a:extLst>
              <a:ext uri="{FF2B5EF4-FFF2-40B4-BE49-F238E27FC236}">
                <a16:creationId xmlns:a16="http://schemas.microsoft.com/office/drawing/2014/main" id="{AD983D88-E49A-19A0-1E46-A7291358AB31}"/>
              </a:ext>
            </a:extLst>
          </p:cNvPr>
          <p:cNvPicPr>
            <a:picLocks noChangeAspect="1"/>
          </p:cNvPicPr>
          <p:nvPr>
            <p:custDataLst>
              <p:tags r:id="rId21"/>
            </p:custDataLst>
          </p:nvPr>
        </p:nvPicPr>
        <p:blipFill>
          <a:blip r:embed="rId29"/>
          <a:srcRect b="85346"/>
          <a:stretch>
            <a:fillRect/>
          </a:stretch>
        </p:blipFill>
        <p:spPr>
          <a:xfrm>
            <a:off x="1598974" y="2853365"/>
            <a:ext cx="1249070" cy="181909"/>
          </a:xfrm>
          <a:prstGeom prst="rect">
            <a:avLst/>
          </a:prstGeom>
        </p:spPr>
      </p:pic>
      <p:pic>
        <p:nvPicPr>
          <p:cNvPr id="25" name="Picture 24">
            <a:extLst>
              <a:ext uri="{FF2B5EF4-FFF2-40B4-BE49-F238E27FC236}">
                <a16:creationId xmlns:a16="http://schemas.microsoft.com/office/drawing/2014/main" id="{25B07DD5-49BF-24B4-3308-895CDE035082}"/>
              </a:ext>
            </a:extLst>
          </p:cNvPr>
          <p:cNvPicPr>
            <a:picLocks noChangeAspect="1"/>
          </p:cNvPicPr>
          <p:nvPr>
            <p:custDataLst>
              <p:tags r:id="rId22"/>
            </p:custDataLst>
          </p:nvPr>
        </p:nvPicPr>
        <p:blipFill>
          <a:blip r:embed="rId29"/>
          <a:srcRect r="86029" b="86573"/>
          <a:stretch>
            <a:fillRect/>
          </a:stretch>
        </p:blipFill>
        <p:spPr>
          <a:xfrm>
            <a:off x="1598974" y="2851546"/>
            <a:ext cx="174508" cy="166674"/>
          </a:xfrm>
          <a:prstGeom prst="rect">
            <a:avLst/>
          </a:prstGeom>
        </p:spPr>
      </p:pic>
      <p:sp>
        <p:nvSpPr>
          <p:cNvPr id="17" name="TextBox 16">
            <a:extLst>
              <a:ext uri="{FF2B5EF4-FFF2-40B4-BE49-F238E27FC236}">
                <a16:creationId xmlns:a16="http://schemas.microsoft.com/office/drawing/2014/main" id="{14AB64E0-7A98-B19A-964F-1077043B0728}"/>
              </a:ext>
            </a:extLst>
          </p:cNvPr>
          <p:cNvSpPr txBox="1"/>
          <p:nvPr>
            <p:custDataLst>
              <p:tags r:id="rId23"/>
            </p:custDataLst>
          </p:nvPr>
        </p:nvSpPr>
        <p:spPr>
          <a:xfrm rot="401190">
            <a:off x="7599041" y="3595793"/>
            <a:ext cx="996169" cy="400110"/>
          </a:xfrm>
          <a:prstGeom prst="rect">
            <a:avLst/>
          </a:prstGeom>
          <a:noFill/>
        </p:spPr>
        <p:txBody>
          <a:bodyPr wrap="square" rtlCol="0">
            <a:spAutoFit/>
          </a:bodyPr>
          <a:lstStyle/>
          <a:p>
            <a:r>
              <a:rPr lang="en-US" sz="2000" noProof="0" dirty="0"/>
              <a:t>access</a:t>
            </a:r>
          </a:p>
        </p:txBody>
      </p:sp>
      <mc:AlternateContent xmlns:mc="http://schemas.openxmlformats.org/markup-compatibility/2006">
        <mc:Choice xmlns:a14="http://schemas.microsoft.com/office/drawing/2010/main" Requires="a14">
          <p:sp>
            <p:nvSpPr>
              <p:cNvPr id="15" name="TextBox 14">
                <a:extLst>
                  <a:ext uri="{FF2B5EF4-FFF2-40B4-BE49-F238E27FC236}">
                    <a16:creationId xmlns:a16="http://schemas.microsoft.com/office/drawing/2014/main" id="{0EC39785-C6A5-6402-E99D-0A38D0D1251F}"/>
                  </a:ext>
                </a:extLst>
              </p:cNvPr>
              <p:cNvSpPr txBox="1"/>
              <p:nvPr>
                <p:custDataLst>
                  <p:tags r:id="rId24"/>
                </p:custDataLst>
              </p:nvPr>
            </p:nvSpPr>
            <p:spPr>
              <a:xfrm>
                <a:off x="1101183" y="3193698"/>
                <a:ext cx="510524" cy="461665"/>
              </a:xfrm>
              <a:prstGeom prst="rect">
                <a:avLst/>
              </a:prstGeom>
              <a:noFill/>
            </p:spPr>
            <p:txBody>
              <a:bodyPr wrap="none" rtlCol="0">
                <a:spAutoFit/>
              </a:bodyPr>
              <a:lstStyle/>
              <a:p>
                <a:pPr/>
                <a14:m>
                  <m:oMathPara xmlns:m="http://schemas.openxmlformats.org/officeDocument/2006/math">
                    <m:oMath>
                      <m:r>
                        <a:rPr lang="en-US" sz="2400" i="1" noProof="0" smtClean="0">
                          <a:latin typeface="Cambria Math" panose="02040503050406030204" pitchFamily="18" charset="0"/>
                        </a:rPr>
                        <m:t>𝑚</m:t>
                      </m:r>
                    </m:oMath>
                  </m:oMathPara>
                </a14:m>
                <a:endParaRPr lang="en-US" sz="2400" noProof="0" dirty="0"/>
              </a:p>
            </p:txBody>
          </p:sp>
        </mc:Choice>
        <mc:Fallback>
          <p:sp>
            <p:nvSpPr>
              <p:cNvPr id="15" name="TextBox 14">
                <a:extLst>
                  <a:ext uri="{FF2B5EF4-FFF2-40B4-BE49-F238E27FC236}">
                    <a16:creationId xmlns:a16="http://schemas.microsoft.com/office/drawing/2014/main" id="{0EC39785-C6A5-6402-E99D-0A38D0D1251F}"/>
                  </a:ext>
                </a:extLst>
              </p:cNvPr>
              <p:cNvSpPr txBox="1">
                <a:spLocks noRot="1" noChangeAspect="1" noMove="1" noResize="1" noEditPoints="1" noAdjustHandles="1" noChangeArrowheads="1" noChangeShapeType="1" noTextEdit="1"/>
              </p:cNvSpPr>
              <p:nvPr>
                <p:custDataLst>
                  <p:tags r:id="rId24"/>
                </p:custDataLst>
              </p:nvPr>
            </p:nvSpPr>
            <p:spPr>
              <a:xfrm>
                <a:off x="1101183" y="3193698"/>
                <a:ext cx="510524" cy="461665"/>
              </a:xfrm>
              <a:prstGeom prst="rect">
                <a:avLst/>
              </a:prstGeom>
              <a:blipFill>
                <a:blip r:embed="rId30"/>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2" name="TextBox 21">
                <a:extLst>
                  <a:ext uri="{FF2B5EF4-FFF2-40B4-BE49-F238E27FC236}">
                    <a16:creationId xmlns:a16="http://schemas.microsoft.com/office/drawing/2014/main" id="{3C284C3B-1E96-7EDB-FF3B-2FFD924CFC76}"/>
                  </a:ext>
                </a:extLst>
              </p:cNvPr>
              <p:cNvSpPr txBox="1"/>
              <p:nvPr>
                <p:custDataLst>
                  <p:tags r:id="rId25"/>
                </p:custDataLst>
              </p:nvPr>
            </p:nvSpPr>
            <p:spPr>
              <a:xfrm>
                <a:off x="2009123" y="2422355"/>
                <a:ext cx="428771" cy="461665"/>
              </a:xfrm>
              <a:prstGeom prst="rect">
                <a:avLst/>
              </a:prstGeom>
              <a:noFill/>
            </p:spPr>
            <p:txBody>
              <a:bodyPr wrap="none" rtlCol="0">
                <a:spAutoFit/>
              </a:bodyPr>
              <a:lstStyle/>
              <a:p>
                <a:pPr/>
                <a14:m>
                  <m:oMathPara xmlns:m="http://schemas.openxmlformats.org/officeDocument/2006/math">
                    <m:oMath>
                      <m:r>
                        <a:rPr lang="en-US" sz="2400" b="0" i="1" noProof="0" smtClean="0">
                          <a:latin typeface="Cambria Math" panose="02040503050406030204" pitchFamily="18" charset="0"/>
                        </a:rPr>
                        <m:t>𝑛</m:t>
                      </m:r>
                    </m:oMath>
                  </m:oMathPara>
                </a14:m>
                <a:endParaRPr lang="en-US" sz="2400" noProof="0" dirty="0"/>
              </a:p>
            </p:txBody>
          </p:sp>
        </mc:Choice>
        <mc:Fallback>
          <p:sp>
            <p:nvSpPr>
              <p:cNvPr id="22" name="TextBox 21">
                <a:extLst>
                  <a:ext uri="{FF2B5EF4-FFF2-40B4-BE49-F238E27FC236}">
                    <a16:creationId xmlns:a16="http://schemas.microsoft.com/office/drawing/2014/main" id="{3C284C3B-1E96-7EDB-FF3B-2FFD924CFC76}"/>
                  </a:ext>
                </a:extLst>
              </p:cNvPr>
              <p:cNvSpPr txBox="1">
                <a:spLocks noRot="1" noChangeAspect="1" noMove="1" noResize="1" noEditPoints="1" noAdjustHandles="1" noChangeArrowheads="1" noChangeShapeType="1" noTextEdit="1"/>
              </p:cNvSpPr>
              <p:nvPr>
                <p:custDataLst>
                  <p:tags r:id="rId25"/>
                </p:custDataLst>
              </p:nvPr>
            </p:nvSpPr>
            <p:spPr>
              <a:xfrm>
                <a:off x="2009123" y="2422355"/>
                <a:ext cx="428771" cy="461665"/>
              </a:xfrm>
              <a:prstGeom prst="rect">
                <a:avLst/>
              </a:prstGeom>
              <a:blipFill>
                <a:blip r:embed="rId31"/>
                <a:stretch>
                  <a:fillRect/>
                </a:stretch>
              </a:blipFill>
            </p:spPr>
            <p:txBody>
              <a:bodyPr/>
              <a:lstStyle/>
              <a:p>
                <a:r>
                  <a:rPr lang="en-US">
                    <a:noFill/>
                  </a:rPr>
                  <a:t> </a:t>
                </a:r>
              </a:p>
            </p:txBody>
          </p:sp>
        </mc:Fallback>
      </mc:AlternateContent>
      <p:sp>
        <p:nvSpPr>
          <p:cNvPr id="24" name="TextBox 23">
            <a:extLst>
              <a:ext uri="{FF2B5EF4-FFF2-40B4-BE49-F238E27FC236}">
                <a16:creationId xmlns:a16="http://schemas.microsoft.com/office/drawing/2014/main" id="{AEBC8779-F4FF-3DA2-7279-F475B25C2AB4}"/>
              </a:ext>
            </a:extLst>
          </p:cNvPr>
          <p:cNvSpPr txBox="1"/>
          <p:nvPr>
            <p:custDataLst>
              <p:tags r:id="rId26"/>
            </p:custDataLst>
          </p:nvPr>
        </p:nvSpPr>
        <p:spPr>
          <a:xfrm>
            <a:off x="3078241" y="1168157"/>
            <a:ext cx="6293711" cy="461665"/>
          </a:xfrm>
          <a:prstGeom prst="rect">
            <a:avLst/>
          </a:prstGeom>
          <a:noFill/>
        </p:spPr>
        <p:txBody>
          <a:bodyPr wrap="none" rtlCol="0">
            <a:spAutoFit/>
          </a:bodyPr>
          <a:lstStyle/>
          <a:p>
            <a:pPr algn="ctr"/>
            <a:r>
              <a:rPr lang="en-US" sz="2400" noProof="0" dirty="0"/>
              <a:t>Composition of building blocks in native C++</a:t>
            </a:r>
          </a:p>
        </p:txBody>
      </p:sp>
    </p:spTree>
    <p:custDataLst>
      <p:tags r:id="rId1"/>
    </p:custDataLst>
    <p:extLst>
      <p:ext uri="{BB962C8B-B14F-4D97-AF65-F5344CB8AC3E}">
        <p14:creationId xmlns:p14="http://schemas.microsoft.com/office/powerpoint/2010/main" val="182263138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8E5D0D6-5263-D58B-44D9-D77100A6718A}"/>
              </a:ext>
            </a:extLst>
          </p:cNvPr>
          <p:cNvSpPr>
            <a:spLocks noGrp="1"/>
          </p:cNvSpPr>
          <p:nvPr>
            <p:ph type="title"/>
            <p:custDataLst>
              <p:tags r:id="rId2"/>
            </p:custDataLst>
          </p:nvPr>
        </p:nvSpPr>
        <p:spPr/>
        <p:txBody>
          <a:bodyPr/>
          <a:lstStyle/>
          <a:p>
            <a:r>
              <a:rPr lang="en-US" noProof="0" dirty="0"/>
              <a:t>Traversal abstractions</a:t>
            </a:r>
          </a:p>
        </p:txBody>
      </p:sp>
      <p:sp>
        <p:nvSpPr>
          <p:cNvPr id="3" name="TextBox 2">
            <a:extLst>
              <a:ext uri="{FF2B5EF4-FFF2-40B4-BE49-F238E27FC236}">
                <a16:creationId xmlns:a16="http://schemas.microsoft.com/office/drawing/2014/main" id="{14E25FAF-908F-ADFC-EA60-8D5079C1FE63}"/>
              </a:ext>
            </a:extLst>
          </p:cNvPr>
          <p:cNvSpPr txBox="1"/>
          <p:nvPr>
            <p:custDataLst>
              <p:tags r:id="rId3"/>
            </p:custDataLst>
          </p:nvPr>
        </p:nvSpPr>
        <p:spPr>
          <a:xfrm>
            <a:off x="959229" y="1742602"/>
            <a:ext cx="5503336" cy="1124282"/>
          </a:xfrm>
          <a:prstGeom prst="rect">
            <a:avLst/>
          </a:prstGeom>
          <a:noFill/>
          <a:ln>
            <a:solidFill>
              <a:schemeClr val="tx1"/>
            </a:solidFill>
          </a:ln>
        </p:spPr>
        <p:txBody>
          <a:bodyPr wrap="none">
            <a:spAutoFit/>
          </a:bodyPr>
          <a:lstStyle/>
          <a:p>
            <a:pPr>
              <a:lnSpc>
                <a:spcPct val="113095"/>
              </a:lnSpc>
              <a:buNone/>
            </a:pPr>
            <a:r>
              <a:rPr lang="en-US" sz="2000" b="0" noProof="0" dirty="0">
                <a:solidFill>
                  <a:srgbClr val="AF00DB"/>
                </a:solidFill>
                <a:effectLst/>
                <a:latin typeface="Fira Code" panose="020B0809050000020004" pitchFamily="49" charset="0"/>
              </a:rPr>
              <a:t>for</a:t>
            </a:r>
            <a:r>
              <a:rPr lang="en-US" sz="2000" b="0" noProof="0" dirty="0">
                <a:solidFill>
                  <a:srgbClr val="000000"/>
                </a:solidFill>
                <a:effectLst/>
                <a:latin typeface="Fira Code" panose="020B0809050000020004" pitchFamily="49" charset="0"/>
              </a:rPr>
              <a:t> (</a:t>
            </a:r>
            <a:r>
              <a:rPr lang="en-US" sz="2000" b="0" noProof="0" dirty="0">
                <a:solidFill>
                  <a:srgbClr val="0000FF"/>
                </a:solidFill>
                <a:effectLst/>
                <a:latin typeface="Fira Code" panose="020B0809050000020004" pitchFamily="49" charset="0"/>
              </a:rPr>
              <a:t>int</a:t>
            </a:r>
            <a:r>
              <a:rPr lang="en-US" sz="2000" b="0" noProof="0" dirty="0">
                <a:solidFill>
                  <a:srgbClr val="000000"/>
                </a:solidFill>
                <a:effectLst/>
                <a:latin typeface="Fira Code" panose="020B0809050000020004" pitchFamily="49" charset="0"/>
              </a:rPr>
              <a:t> </a:t>
            </a:r>
            <a:r>
              <a:rPr lang="en-US" sz="2000" b="0" noProof="0" dirty="0" err="1">
                <a:solidFill>
                  <a:srgbClr val="001080"/>
                </a:solidFill>
                <a:effectLst/>
                <a:latin typeface="Fira Code" panose="020B0809050000020004" pitchFamily="49" charset="0"/>
              </a:rPr>
              <a:t>i</a:t>
            </a:r>
            <a:r>
              <a:rPr lang="en-US" sz="2000" b="0" noProof="0" dirty="0">
                <a:solidFill>
                  <a:srgbClr val="000000"/>
                </a:solidFill>
                <a:effectLst/>
                <a:latin typeface="Fira Code" panose="020B0809050000020004" pitchFamily="49" charset="0"/>
              </a:rPr>
              <a:t> = </a:t>
            </a:r>
            <a:r>
              <a:rPr lang="en-US" sz="2000" b="0" noProof="0" dirty="0">
                <a:solidFill>
                  <a:srgbClr val="098658"/>
                </a:solidFill>
                <a:effectLst/>
                <a:latin typeface="Fira Code" panose="020B0809050000020004" pitchFamily="49" charset="0"/>
              </a:rPr>
              <a:t>0</a:t>
            </a:r>
            <a:r>
              <a:rPr lang="en-US" sz="2000" b="0" noProof="0" dirty="0">
                <a:solidFill>
                  <a:srgbClr val="000000"/>
                </a:solidFill>
                <a:effectLst/>
                <a:latin typeface="Fira Code" panose="020B0809050000020004" pitchFamily="49" charset="0"/>
              </a:rPr>
              <a:t>; </a:t>
            </a:r>
            <a:r>
              <a:rPr lang="en-US" sz="2000" b="0" noProof="0" dirty="0" err="1">
                <a:solidFill>
                  <a:srgbClr val="001080"/>
                </a:solidFill>
                <a:effectLst/>
                <a:latin typeface="Fira Code" panose="020B0809050000020004" pitchFamily="49" charset="0"/>
              </a:rPr>
              <a:t>i</a:t>
            </a:r>
            <a:r>
              <a:rPr lang="en-US" sz="2000" b="0" noProof="0" dirty="0">
                <a:solidFill>
                  <a:srgbClr val="000000"/>
                </a:solidFill>
                <a:effectLst/>
                <a:latin typeface="Fira Code" panose="020B0809050000020004" pitchFamily="49" charset="0"/>
              </a:rPr>
              <a:t> &lt; </a:t>
            </a:r>
            <a:r>
              <a:rPr lang="en-US" sz="2000" b="0" noProof="0" dirty="0">
                <a:solidFill>
                  <a:srgbClr val="0070C1"/>
                </a:solidFill>
                <a:effectLst/>
                <a:latin typeface="Fira Code" panose="020B0809050000020004" pitchFamily="49" charset="0"/>
              </a:rPr>
              <a:t>M</a:t>
            </a:r>
            <a:r>
              <a:rPr lang="en-US" sz="2000" b="0" noProof="0" dirty="0">
                <a:solidFill>
                  <a:srgbClr val="000000"/>
                </a:solidFill>
                <a:effectLst/>
                <a:latin typeface="Fira Code" panose="020B0809050000020004" pitchFamily="49" charset="0"/>
              </a:rPr>
              <a:t>; </a:t>
            </a:r>
            <a:r>
              <a:rPr lang="en-US" sz="2000" b="0" noProof="0" dirty="0" err="1">
                <a:solidFill>
                  <a:srgbClr val="001080"/>
                </a:solidFill>
                <a:effectLst/>
                <a:latin typeface="Fira Code" panose="020B0809050000020004" pitchFamily="49" charset="0"/>
              </a:rPr>
              <a:t>i</a:t>
            </a:r>
            <a:r>
              <a:rPr lang="en-US" sz="2000" b="0" noProof="0" dirty="0">
                <a:solidFill>
                  <a:srgbClr val="000000"/>
                </a:solidFill>
                <a:effectLst/>
                <a:latin typeface="Fira Code" panose="020B0809050000020004" pitchFamily="49" charset="0"/>
              </a:rPr>
              <a:t>++)</a:t>
            </a:r>
          </a:p>
          <a:p>
            <a:pPr>
              <a:lnSpc>
                <a:spcPct val="113095"/>
              </a:lnSpc>
              <a:buNone/>
            </a:pPr>
            <a:r>
              <a:rPr lang="en-US" sz="2000" b="0" noProof="0" dirty="0">
                <a:solidFill>
                  <a:srgbClr val="000000"/>
                </a:solidFill>
                <a:effectLst/>
                <a:latin typeface="Fira Code" panose="020B0809050000020004" pitchFamily="49" charset="0"/>
              </a:rPr>
              <a:t>    </a:t>
            </a:r>
            <a:r>
              <a:rPr lang="en-US" sz="2000" b="0" noProof="0" dirty="0">
                <a:solidFill>
                  <a:srgbClr val="AF00DB"/>
                </a:solidFill>
                <a:effectLst/>
                <a:latin typeface="Fira Code" panose="020B0809050000020004" pitchFamily="49" charset="0"/>
              </a:rPr>
              <a:t>for</a:t>
            </a:r>
            <a:r>
              <a:rPr lang="en-US" sz="2000" b="0" noProof="0" dirty="0">
                <a:solidFill>
                  <a:srgbClr val="000000"/>
                </a:solidFill>
                <a:effectLst/>
                <a:latin typeface="Fira Code" panose="020B0809050000020004" pitchFamily="49" charset="0"/>
              </a:rPr>
              <a:t> (</a:t>
            </a:r>
            <a:r>
              <a:rPr lang="en-US" sz="2000" b="0" noProof="0" dirty="0">
                <a:solidFill>
                  <a:srgbClr val="0000FF"/>
                </a:solidFill>
                <a:effectLst/>
                <a:latin typeface="Fira Code" panose="020B0809050000020004" pitchFamily="49" charset="0"/>
              </a:rPr>
              <a:t>int</a:t>
            </a:r>
            <a:r>
              <a:rPr lang="en-US" sz="2000" b="0" noProof="0" dirty="0">
                <a:solidFill>
                  <a:srgbClr val="000000"/>
                </a:solidFill>
                <a:effectLst/>
                <a:latin typeface="Fira Code" panose="020B0809050000020004" pitchFamily="49" charset="0"/>
              </a:rPr>
              <a:t> </a:t>
            </a:r>
            <a:r>
              <a:rPr lang="en-US" sz="2000" b="0" noProof="0" dirty="0">
                <a:solidFill>
                  <a:srgbClr val="001080"/>
                </a:solidFill>
                <a:effectLst/>
                <a:latin typeface="Fira Code" panose="020B0809050000020004" pitchFamily="49" charset="0"/>
              </a:rPr>
              <a:t>j</a:t>
            </a:r>
            <a:r>
              <a:rPr lang="en-US" sz="2000" b="0" noProof="0" dirty="0">
                <a:solidFill>
                  <a:srgbClr val="000000"/>
                </a:solidFill>
                <a:effectLst/>
                <a:latin typeface="Fira Code" panose="020B0809050000020004" pitchFamily="49" charset="0"/>
              </a:rPr>
              <a:t> = </a:t>
            </a:r>
            <a:r>
              <a:rPr lang="en-US" sz="2000" b="0" noProof="0" dirty="0">
                <a:solidFill>
                  <a:srgbClr val="098658"/>
                </a:solidFill>
                <a:effectLst/>
                <a:latin typeface="Fira Code" panose="020B0809050000020004" pitchFamily="49" charset="0"/>
              </a:rPr>
              <a:t>0</a:t>
            </a:r>
            <a:r>
              <a:rPr lang="en-US" sz="2000" b="0" noProof="0" dirty="0">
                <a:solidFill>
                  <a:srgbClr val="000000"/>
                </a:solidFill>
                <a:effectLst/>
                <a:latin typeface="Fira Code" panose="020B0809050000020004" pitchFamily="49" charset="0"/>
              </a:rPr>
              <a:t>; </a:t>
            </a:r>
            <a:r>
              <a:rPr lang="en-US" sz="2000" b="0" noProof="0" dirty="0">
                <a:solidFill>
                  <a:srgbClr val="001080"/>
                </a:solidFill>
                <a:effectLst/>
                <a:latin typeface="Fira Code" panose="020B0809050000020004" pitchFamily="49" charset="0"/>
              </a:rPr>
              <a:t>j</a:t>
            </a:r>
            <a:r>
              <a:rPr lang="en-US" sz="2000" b="0" noProof="0" dirty="0">
                <a:solidFill>
                  <a:srgbClr val="000000"/>
                </a:solidFill>
                <a:effectLst/>
                <a:latin typeface="Fira Code" panose="020B0809050000020004" pitchFamily="49" charset="0"/>
              </a:rPr>
              <a:t> &lt; </a:t>
            </a:r>
            <a:r>
              <a:rPr lang="en-US" sz="2000" b="0" noProof="0" dirty="0">
                <a:solidFill>
                  <a:srgbClr val="0070C1"/>
                </a:solidFill>
                <a:effectLst/>
                <a:latin typeface="Fira Code" panose="020B0809050000020004" pitchFamily="49" charset="0"/>
              </a:rPr>
              <a:t>N</a:t>
            </a:r>
            <a:r>
              <a:rPr lang="en-US" sz="2000" b="0" noProof="0" dirty="0">
                <a:solidFill>
                  <a:srgbClr val="000000"/>
                </a:solidFill>
                <a:effectLst/>
                <a:latin typeface="Fira Code" panose="020B0809050000020004" pitchFamily="49" charset="0"/>
              </a:rPr>
              <a:t>; </a:t>
            </a:r>
            <a:r>
              <a:rPr lang="en-US" sz="2000" b="0" noProof="0" dirty="0" err="1">
                <a:solidFill>
                  <a:srgbClr val="001080"/>
                </a:solidFill>
                <a:effectLst/>
                <a:latin typeface="Fira Code" panose="020B0809050000020004" pitchFamily="49" charset="0"/>
              </a:rPr>
              <a:t>j</a:t>
            </a:r>
            <a:r>
              <a:rPr lang="en-US" sz="2000" b="0" noProof="0" dirty="0" err="1">
                <a:solidFill>
                  <a:srgbClr val="000000"/>
                </a:solidFill>
                <a:effectLst/>
                <a:latin typeface="Fira Code" panose="020B0809050000020004" pitchFamily="49" charset="0"/>
              </a:rPr>
              <a:t>++</a:t>
            </a:r>
            <a:r>
              <a:rPr lang="en-US" sz="2000" b="0" noProof="0" dirty="0">
                <a:solidFill>
                  <a:srgbClr val="000000"/>
                </a:solidFill>
                <a:effectLst/>
                <a:latin typeface="Fira Code" panose="020B0809050000020004" pitchFamily="49" charset="0"/>
              </a:rPr>
              <a:t>)</a:t>
            </a:r>
          </a:p>
          <a:p>
            <a:pPr>
              <a:lnSpc>
                <a:spcPct val="113095"/>
              </a:lnSpc>
              <a:buNone/>
            </a:pPr>
            <a:r>
              <a:rPr lang="en-US" sz="2000" b="0" noProof="0" dirty="0">
                <a:solidFill>
                  <a:srgbClr val="000000"/>
                </a:solidFill>
                <a:effectLst/>
                <a:latin typeface="Fira Code" panose="020B0809050000020004" pitchFamily="49" charset="0"/>
              </a:rPr>
              <a:t>        </a:t>
            </a:r>
            <a:r>
              <a:rPr lang="en-US" sz="2000" b="0" noProof="0" dirty="0">
                <a:solidFill>
                  <a:srgbClr val="001080"/>
                </a:solidFill>
                <a:effectLst/>
                <a:latin typeface="Fira Code" panose="020B0809050000020004" pitchFamily="49" charset="0"/>
              </a:rPr>
              <a:t>matrix</a:t>
            </a:r>
            <a:r>
              <a:rPr lang="en-US" sz="2000" b="0" noProof="0" dirty="0">
                <a:solidFill>
                  <a:srgbClr val="000000"/>
                </a:solidFill>
                <a:effectLst/>
                <a:latin typeface="Fira Code" panose="020B0809050000020004" pitchFamily="49" charset="0"/>
              </a:rPr>
              <a:t>[</a:t>
            </a:r>
            <a:r>
              <a:rPr lang="en-US" sz="2000" b="0" noProof="0" dirty="0" err="1">
                <a:solidFill>
                  <a:srgbClr val="001080"/>
                </a:solidFill>
                <a:effectLst/>
                <a:latin typeface="Fira Code" panose="020B0809050000020004" pitchFamily="49" charset="0"/>
              </a:rPr>
              <a:t>i</a:t>
            </a:r>
            <a:r>
              <a:rPr lang="en-US" sz="2000" b="0" noProof="0" dirty="0">
                <a:solidFill>
                  <a:srgbClr val="000000"/>
                </a:solidFill>
                <a:effectLst/>
                <a:latin typeface="Fira Code" panose="020B0809050000020004" pitchFamily="49" charset="0"/>
              </a:rPr>
              <a:t>][</a:t>
            </a:r>
            <a:r>
              <a:rPr lang="en-US" sz="2000" b="0" noProof="0" dirty="0">
                <a:solidFill>
                  <a:srgbClr val="001080"/>
                </a:solidFill>
                <a:effectLst/>
                <a:latin typeface="Fira Code" panose="020B0809050000020004" pitchFamily="49" charset="0"/>
              </a:rPr>
              <a:t>j</a:t>
            </a:r>
            <a:r>
              <a:rPr lang="en-US" sz="2000" b="0" noProof="0" dirty="0">
                <a:solidFill>
                  <a:srgbClr val="000000"/>
                </a:solidFill>
                <a:effectLst/>
                <a:latin typeface="Fira Code" panose="020B0809050000020004" pitchFamily="49" charset="0"/>
              </a:rPr>
              <a:t>] = </a:t>
            </a:r>
            <a:r>
              <a:rPr lang="en-US" sz="2000" b="0" noProof="0" dirty="0" err="1">
                <a:solidFill>
                  <a:srgbClr val="795E26"/>
                </a:solidFill>
                <a:effectLst/>
                <a:latin typeface="Fira Code" panose="020B0809050000020004" pitchFamily="49" charset="0"/>
              </a:rPr>
              <a:t>init</a:t>
            </a:r>
            <a:r>
              <a:rPr lang="en-US" sz="2000" b="0" noProof="0" dirty="0">
                <a:solidFill>
                  <a:srgbClr val="000000"/>
                </a:solidFill>
                <a:effectLst/>
                <a:latin typeface="Fira Code" panose="020B0809050000020004" pitchFamily="49" charset="0"/>
              </a:rPr>
              <a:t>(</a:t>
            </a:r>
            <a:r>
              <a:rPr lang="en-US" sz="2000" b="0" noProof="0" dirty="0" err="1">
                <a:solidFill>
                  <a:srgbClr val="001080"/>
                </a:solidFill>
                <a:effectLst/>
                <a:latin typeface="Fira Code" panose="020B0809050000020004" pitchFamily="49" charset="0"/>
              </a:rPr>
              <a:t>i</a:t>
            </a:r>
            <a:r>
              <a:rPr lang="en-US" sz="2000" b="0" noProof="0" dirty="0">
                <a:solidFill>
                  <a:srgbClr val="000000"/>
                </a:solidFill>
                <a:effectLst/>
                <a:latin typeface="Fira Code" panose="020B0809050000020004" pitchFamily="49" charset="0"/>
              </a:rPr>
              <a:t>, </a:t>
            </a:r>
            <a:r>
              <a:rPr lang="en-US" sz="2000" b="0" noProof="0" dirty="0">
                <a:solidFill>
                  <a:srgbClr val="001080"/>
                </a:solidFill>
                <a:effectLst/>
                <a:latin typeface="Fira Code" panose="020B0809050000020004" pitchFamily="49" charset="0"/>
              </a:rPr>
              <a:t>j</a:t>
            </a:r>
            <a:r>
              <a:rPr lang="en-US" sz="2000" b="0" noProof="0" dirty="0">
                <a:solidFill>
                  <a:srgbClr val="000000"/>
                </a:solidFill>
                <a:effectLst/>
                <a:latin typeface="Fira Code" panose="020B0809050000020004" pitchFamily="49" charset="0"/>
              </a:rPr>
              <a:t>);</a:t>
            </a:r>
          </a:p>
        </p:txBody>
      </p:sp>
      <p:sp>
        <p:nvSpPr>
          <p:cNvPr id="9" name="Date Placeholder 8">
            <a:extLst>
              <a:ext uri="{FF2B5EF4-FFF2-40B4-BE49-F238E27FC236}">
                <a16:creationId xmlns:a16="http://schemas.microsoft.com/office/drawing/2014/main" id="{6E8472AC-FEB4-52AC-768E-9B4F4BF60066}"/>
              </a:ext>
            </a:extLst>
          </p:cNvPr>
          <p:cNvSpPr>
            <a:spLocks noGrp="1"/>
          </p:cNvSpPr>
          <p:nvPr>
            <p:ph type="dt" sz="half" idx="10"/>
            <p:custDataLst>
              <p:tags r:id="rId4"/>
            </p:custDataLst>
          </p:nvPr>
        </p:nvSpPr>
        <p:spPr/>
        <p:txBody>
          <a:bodyPr/>
          <a:lstStyle/>
          <a:p>
            <a:r>
              <a:rPr lang="en-US" noProof="0"/>
              <a:t>9/5/2026</a:t>
            </a:r>
            <a:endParaRPr lang="en-US" noProof="0" dirty="0"/>
          </a:p>
        </p:txBody>
      </p:sp>
      <p:sp>
        <p:nvSpPr>
          <p:cNvPr id="10" name="Slide Number Placeholder 9">
            <a:extLst>
              <a:ext uri="{FF2B5EF4-FFF2-40B4-BE49-F238E27FC236}">
                <a16:creationId xmlns:a16="http://schemas.microsoft.com/office/drawing/2014/main" id="{FB3787D6-BBAD-D3FC-81F8-5BEACD008E29}"/>
              </a:ext>
            </a:extLst>
          </p:cNvPr>
          <p:cNvSpPr>
            <a:spLocks noGrp="1"/>
          </p:cNvSpPr>
          <p:nvPr>
            <p:ph type="sldNum" sz="quarter" idx="12"/>
            <p:custDataLst>
              <p:tags r:id="rId5"/>
            </p:custDataLst>
          </p:nvPr>
        </p:nvSpPr>
        <p:spPr/>
        <p:txBody>
          <a:bodyPr/>
          <a:lstStyle/>
          <a:p>
            <a:r>
              <a:rPr lang="en-US" noProof="0"/>
              <a:t>6</a:t>
            </a:r>
            <a:endParaRPr lang="en-US" noProof="0" dirty="0"/>
          </a:p>
        </p:txBody>
      </p:sp>
      <p:sp>
        <p:nvSpPr>
          <p:cNvPr id="13" name="TextBox 12">
            <a:extLst>
              <a:ext uri="{FF2B5EF4-FFF2-40B4-BE49-F238E27FC236}">
                <a16:creationId xmlns:a16="http://schemas.microsoft.com/office/drawing/2014/main" id="{A9A86E85-8E7C-683C-C244-2344EE805A9E}"/>
              </a:ext>
            </a:extLst>
          </p:cNvPr>
          <p:cNvSpPr txBox="1"/>
          <p:nvPr>
            <p:custDataLst>
              <p:tags r:id="rId6"/>
            </p:custDataLst>
          </p:nvPr>
        </p:nvSpPr>
        <p:spPr>
          <a:xfrm>
            <a:off x="637175" y="1343818"/>
            <a:ext cx="6157391" cy="461665"/>
          </a:xfrm>
          <a:prstGeom prst="rect">
            <a:avLst/>
          </a:prstGeom>
          <a:noFill/>
        </p:spPr>
        <p:txBody>
          <a:bodyPr wrap="none" rtlCol="0" anchor="b">
            <a:spAutoFit/>
          </a:bodyPr>
          <a:lstStyle/>
          <a:p>
            <a:pPr algn="ctr"/>
            <a:r>
              <a:rPr lang="en-US" sz="2400" b="1" noProof="0" dirty="0"/>
              <a:t>Matrix initialization (not traversal-agnostic)</a:t>
            </a:r>
          </a:p>
        </p:txBody>
      </p:sp>
    </p:spTree>
    <p:custDataLst>
      <p:tags r:id="rId1"/>
    </p:custDataLst>
    <p:extLst>
      <p:ext uri="{BB962C8B-B14F-4D97-AF65-F5344CB8AC3E}">
        <p14:creationId xmlns:p14="http://schemas.microsoft.com/office/powerpoint/2010/main" val="374187710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5975BD4B-520C-BD68-74FD-B8CF46E48F36}"/>
              </a:ext>
            </a:extLst>
          </p:cNvPr>
          <p:cNvSpPr/>
          <p:nvPr>
            <p:custDataLst>
              <p:tags r:id="rId2"/>
            </p:custDataLst>
          </p:nvPr>
        </p:nvSpPr>
        <p:spPr>
          <a:xfrm>
            <a:off x="9557028" y="2604917"/>
            <a:ext cx="1353345" cy="300575"/>
          </a:xfrm>
          <a:prstGeom prst="rect">
            <a:avLst/>
          </a:prstGeom>
          <a:solidFill>
            <a:srgbClr val="C0C0C0">
              <a:alpha val="2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000" noProof="0" dirty="0"/>
          </a:p>
        </p:txBody>
      </p:sp>
      <p:sp>
        <p:nvSpPr>
          <p:cNvPr id="4" name="Title 3">
            <a:extLst>
              <a:ext uri="{FF2B5EF4-FFF2-40B4-BE49-F238E27FC236}">
                <a16:creationId xmlns:a16="http://schemas.microsoft.com/office/drawing/2014/main" id="{B8E5D0D6-5263-D58B-44D9-D77100A6718A}"/>
              </a:ext>
            </a:extLst>
          </p:cNvPr>
          <p:cNvSpPr>
            <a:spLocks noGrp="1"/>
          </p:cNvSpPr>
          <p:nvPr>
            <p:ph type="title"/>
            <p:custDataLst>
              <p:tags r:id="rId3"/>
            </p:custDataLst>
          </p:nvPr>
        </p:nvSpPr>
        <p:spPr/>
        <p:txBody>
          <a:bodyPr/>
          <a:lstStyle/>
          <a:p>
            <a:r>
              <a:rPr lang="en-US" noProof="0" dirty="0"/>
              <a:t>Traversal abstractions</a:t>
            </a:r>
          </a:p>
        </p:txBody>
      </p:sp>
      <p:sp>
        <p:nvSpPr>
          <p:cNvPr id="12" name="TextBox 11">
            <a:extLst>
              <a:ext uri="{FF2B5EF4-FFF2-40B4-BE49-F238E27FC236}">
                <a16:creationId xmlns:a16="http://schemas.microsoft.com/office/drawing/2014/main" id="{771F4919-C499-3F7D-4116-17B83C53ED34}"/>
              </a:ext>
            </a:extLst>
          </p:cNvPr>
          <p:cNvSpPr txBox="1"/>
          <p:nvPr>
            <p:custDataLst>
              <p:tags r:id="rId4"/>
            </p:custDataLst>
          </p:nvPr>
        </p:nvSpPr>
        <p:spPr>
          <a:xfrm>
            <a:off x="4252965" y="3148043"/>
            <a:ext cx="6954364" cy="1124282"/>
          </a:xfrm>
          <a:prstGeom prst="rect">
            <a:avLst/>
          </a:prstGeom>
          <a:noFill/>
          <a:ln>
            <a:solidFill>
              <a:schemeClr val="tx1"/>
            </a:solidFill>
          </a:ln>
        </p:spPr>
        <p:txBody>
          <a:bodyPr wrap="none">
            <a:spAutoFit/>
          </a:bodyPr>
          <a:lstStyle/>
          <a:p>
            <a:pPr>
              <a:lnSpc>
                <a:spcPct val="113095"/>
              </a:lnSpc>
              <a:buNone/>
            </a:pPr>
            <a:r>
              <a:rPr lang="en-US" sz="2000" b="0" noProof="0" dirty="0">
                <a:solidFill>
                  <a:srgbClr val="795E26"/>
                </a:solidFill>
                <a:effectLst/>
                <a:latin typeface="Fira Code" panose="020B0809050000020004" pitchFamily="49" charset="0"/>
              </a:rPr>
              <a:t>traverser</a:t>
            </a:r>
            <a:r>
              <a:rPr lang="en-US" sz="2000" b="0" noProof="0" dirty="0">
                <a:solidFill>
                  <a:srgbClr val="000000"/>
                </a:solidFill>
                <a:effectLst/>
                <a:latin typeface="Fira Code" panose="020B0809050000020004" pitchFamily="49" charset="0"/>
              </a:rPr>
              <a:t>(</a:t>
            </a:r>
            <a:r>
              <a:rPr lang="en-US" sz="2000" b="0" noProof="0" dirty="0">
                <a:solidFill>
                  <a:srgbClr val="001080"/>
                </a:solidFill>
                <a:effectLst/>
                <a:latin typeface="Fira Code" panose="020B0809050000020004" pitchFamily="49" charset="0"/>
              </a:rPr>
              <a:t>matrix</a:t>
            </a:r>
            <a:r>
              <a:rPr lang="en-US" sz="2000" b="0" noProof="0" dirty="0">
                <a:solidFill>
                  <a:srgbClr val="000000"/>
                </a:solidFill>
                <a:effectLst/>
                <a:latin typeface="Fira Code" panose="020B0809050000020004" pitchFamily="49" charset="0"/>
              </a:rPr>
              <a:t>).</a:t>
            </a:r>
            <a:r>
              <a:rPr lang="en-US" sz="2000" noProof="0" dirty="0">
                <a:solidFill>
                  <a:srgbClr val="795E26"/>
                </a:solidFill>
                <a:latin typeface="Fira Code" panose="020B0809050000020004" pitchFamily="49" charset="0"/>
              </a:rPr>
              <a:t>for_each</a:t>
            </a:r>
            <a:r>
              <a:rPr lang="en-US" sz="2000" b="0" noProof="0" dirty="0">
                <a:solidFill>
                  <a:srgbClr val="000000"/>
                </a:solidFill>
                <a:effectLst/>
                <a:latin typeface="Fira Code" panose="020B0809050000020004" pitchFamily="49" charset="0"/>
              </a:rPr>
              <a:t>([&amp;](</a:t>
            </a:r>
            <a:r>
              <a:rPr lang="en-US" sz="2000" b="0" noProof="0" dirty="0">
                <a:solidFill>
                  <a:srgbClr val="267F99"/>
                </a:solidFill>
                <a:effectLst/>
                <a:latin typeface="Fira Code" panose="020B0809050000020004" pitchFamily="49" charset="0"/>
              </a:rPr>
              <a:t>auto</a:t>
            </a:r>
            <a:r>
              <a:rPr lang="en-US" sz="2000" b="0" noProof="0" dirty="0">
                <a:solidFill>
                  <a:srgbClr val="000000"/>
                </a:solidFill>
                <a:effectLst/>
                <a:latin typeface="Fira Code" panose="020B0809050000020004" pitchFamily="49" charset="0"/>
              </a:rPr>
              <a:t> </a:t>
            </a:r>
            <a:r>
              <a:rPr lang="en-US" sz="2000" b="0" noProof="0" dirty="0">
                <a:solidFill>
                  <a:srgbClr val="001080"/>
                </a:solidFill>
                <a:effectLst/>
                <a:latin typeface="Fira Code" panose="020B0809050000020004" pitchFamily="49" charset="0"/>
              </a:rPr>
              <a:t>index</a:t>
            </a:r>
            <a:r>
              <a:rPr lang="en-US" sz="2000" b="0" noProof="0" dirty="0">
                <a:solidFill>
                  <a:srgbClr val="000000"/>
                </a:solidFill>
                <a:effectLst/>
                <a:latin typeface="Fira Code" panose="020B0809050000020004" pitchFamily="49" charset="0"/>
              </a:rPr>
              <a:t>) {</a:t>
            </a:r>
          </a:p>
          <a:p>
            <a:pPr>
              <a:lnSpc>
                <a:spcPct val="113095"/>
              </a:lnSpc>
              <a:buNone/>
            </a:pPr>
            <a:r>
              <a:rPr lang="en-US" sz="2000" b="0" noProof="0" dirty="0">
                <a:solidFill>
                  <a:srgbClr val="000000"/>
                </a:solidFill>
                <a:effectLst/>
                <a:latin typeface="Fira Code" panose="020B0809050000020004" pitchFamily="49" charset="0"/>
              </a:rPr>
              <a:t>    </a:t>
            </a:r>
            <a:r>
              <a:rPr lang="en-US" sz="2000" b="0" noProof="0" dirty="0">
                <a:solidFill>
                  <a:srgbClr val="001080"/>
                </a:solidFill>
                <a:effectLst/>
                <a:latin typeface="Fira Code" panose="020B0809050000020004" pitchFamily="49" charset="0"/>
              </a:rPr>
              <a:t>matrix</a:t>
            </a:r>
            <a:r>
              <a:rPr lang="en-US" sz="2000" b="0" noProof="0" dirty="0">
                <a:solidFill>
                  <a:srgbClr val="000000"/>
                </a:solidFill>
                <a:effectLst/>
                <a:latin typeface="Fira Code" panose="020B0809050000020004" pitchFamily="49" charset="0"/>
              </a:rPr>
              <a:t>[</a:t>
            </a:r>
            <a:r>
              <a:rPr lang="en-US" sz="2000" b="0" noProof="0" dirty="0">
                <a:solidFill>
                  <a:srgbClr val="001080"/>
                </a:solidFill>
                <a:effectLst/>
                <a:latin typeface="Fira Code" panose="020B0809050000020004" pitchFamily="49" charset="0"/>
              </a:rPr>
              <a:t>index</a:t>
            </a:r>
            <a:r>
              <a:rPr lang="en-US" sz="2000" b="0" noProof="0" dirty="0">
                <a:solidFill>
                  <a:srgbClr val="000000"/>
                </a:solidFill>
                <a:effectLst/>
                <a:latin typeface="Fira Code" panose="020B0809050000020004" pitchFamily="49" charset="0"/>
              </a:rPr>
              <a:t>] = </a:t>
            </a:r>
            <a:r>
              <a:rPr lang="en-US" sz="2000" noProof="0" dirty="0" err="1">
                <a:solidFill>
                  <a:srgbClr val="795E26"/>
                </a:solidFill>
                <a:latin typeface="Fira Code" panose="020B0809050000020004" pitchFamily="49" charset="0"/>
              </a:rPr>
              <a:t>init</a:t>
            </a:r>
            <a:r>
              <a:rPr lang="en-US" sz="2000" noProof="0" dirty="0">
                <a:solidFill>
                  <a:srgbClr val="000000"/>
                </a:solidFill>
                <a:latin typeface="Fira Code" panose="020B0809050000020004" pitchFamily="49" charset="0"/>
              </a:rPr>
              <a:t>(</a:t>
            </a:r>
            <a:r>
              <a:rPr lang="en-US" sz="2000" noProof="0" dirty="0">
                <a:solidFill>
                  <a:srgbClr val="001080"/>
                </a:solidFill>
                <a:latin typeface="Fira Code" panose="020B0809050000020004" pitchFamily="49" charset="0"/>
              </a:rPr>
              <a:t>index</a:t>
            </a:r>
            <a:r>
              <a:rPr lang="en-US" sz="2000" noProof="0" dirty="0">
                <a:solidFill>
                  <a:srgbClr val="000000"/>
                </a:solidFill>
                <a:latin typeface="Fira Code" panose="020B0809050000020004" pitchFamily="49" charset="0"/>
              </a:rPr>
              <a:t>)</a:t>
            </a:r>
            <a:r>
              <a:rPr lang="en-US" sz="2000" b="0" noProof="0" dirty="0">
                <a:solidFill>
                  <a:srgbClr val="000000"/>
                </a:solidFill>
                <a:effectLst/>
                <a:latin typeface="Fira Code" panose="020B0809050000020004" pitchFamily="49" charset="0"/>
              </a:rPr>
              <a:t>;</a:t>
            </a:r>
          </a:p>
          <a:p>
            <a:pPr>
              <a:lnSpc>
                <a:spcPct val="113095"/>
              </a:lnSpc>
              <a:buNone/>
            </a:pPr>
            <a:r>
              <a:rPr lang="en-US" sz="2000" b="0" noProof="0" dirty="0">
                <a:solidFill>
                  <a:srgbClr val="000000"/>
                </a:solidFill>
                <a:effectLst/>
                <a:latin typeface="Fira Code" panose="020B0809050000020004" pitchFamily="49" charset="0"/>
              </a:rPr>
              <a:t>});</a:t>
            </a:r>
          </a:p>
        </p:txBody>
      </p:sp>
      <p:sp>
        <p:nvSpPr>
          <p:cNvPr id="3" name="TextBox 2">
            <a:extLst>
              <a:ext uri="{FF2B5EF4-FFF2-40B4-BE49-F238E27FC236}">
                <a16:creationId xmlns:a16="http://schemas.microsoft.com/office/drawing/2014/main" id="{14E25FAF-908F-ADFC-EA60-8D5079C1FE63}"/>
              </a:ext>
            </a:extLst>
          </p:cNvPr>
          <p:cNvSpPr txBox="1"/>
          <p:nvPr>
            <p:custDataLst>
              <p:tags r:id="rId5"/>
            </p:custDataLst>
          </p:nvPr>
        </p:nvSpPr>
        <p:spPr>
          <a:xfrm>
            <a:off x="959229" y="1742602"/>
            <a:ext cx="5503336" cy="1124282"/>
          </a:xfrm>
          <a:prstGeom prst="rect">
            <a:avLst/>
          </a:prstGeom>
          <a:noFill/>
          <a:ln>
            <a:solidFill>
              <a:schemeClr val="tx1"/>
            </a:solidFill>
          </a:ln>
        </p:spPr>
        <p:txBody>
          <a:bodyPr wrap="none">
            <a:spAutoFit/>
          </a:bodyPr>
          <a:lstStyle/>
          <a:p>
            <a:pPr>
              <a:lnSpc>
                <a:spcPct val="113095"/>
              </a:lnSpc>
              <a:buNone/>
            </a:pPr>
            <a:r>
              <a:rPr lang="en-US" sz="2000" b="0" noProof="0" dirty="0">
                <a:solidFill>
                  <a:srgbClr val="AF00DB"/>
                </a:solidFill>
                <a:effectLst/>
                <a:latin typeface="Fira Code" panose="020B0809050000020004" pitchFamily="49" charset="0"/>
              </a:rPr>
              <a:t>for</a:t>
            </a:r>
            <a:r>
              <a:rPr lang="en-US" sz="2000" b="0" noProof="0" dirty="0">
                <a:solidFill>
                  <a:srgbClr val="000000"/>
                </a:solidFill>
                <a:effectLst/>
                <a:latin typeface="Fira Code" panose="020B0809050000020004" pitchFamily="49" charset="0"/>
              </a:rPr>
              <a:t> (</a:t>
            </a:r>
            <a:r>
              <a:rPr lang="en-US" sz="2000" b="0" noProof="0" dirty="0">
                <a:solidFill>
                  <a:srgbClr val="0000FF"/>
                </a:solidFill>
                <a:effectLst/>
                <a:latin typeface="Fira Code" panose="020B0809050000020004" pitchFamily="49" charset="0"/>
              </a:rPr>
              <a:t>int</a:t>
            </a:r>
            <a:r>
              <a:rPr lang="en-US" sz="2000" b="0" noProof="0" dirty="0">
                <a:solidFill>
                  <a:srgbClr val="000000"/>
                </a:solidFill>
                <a:effectLst/>
                <a:latin typeface="Fira Code" panose="020B0809050000020004" pitchFamily="49" charset="0"/>
              </a:rPr>
              <a:t> </a:t>
            </a:r>
            <a:r>
              <a:rPr lang="en-US" sz="2000" b="0" noProof="0" dirty="0" err="1">
                <a:solidFill>
                  <a:srgbClr val="001080"/>
                </a:solidFill>
                <a:effectLst/>
                <a:latin typeface="Fira Code" panose="020B0809050000020004" pitchFamily="49" charset="0"/>
              </a:rPr>
              <a:t>i</a:t>
            </a:r>
            <a:r>
              <a:rPr lang="en-US" sz="2000" b="0" noProof="0" dirty="0">
                <a:solidFill>
                  <a:srgbClr val="000000"/>
                </a:solidFill>
                <a:effectLst/>
                <a:latin typeface="Fira Code" panose="020B0809050000020004" pitchFamily="49" charset="0"/>
              </a:rPr>
              <a:t> = </a:t>
            </a:r>
            <a:r>
              <a:rPr lang="en-US" sz="2000" b="0" noProof="0" dirty="0">
                <a:solidFill>
                  <a:srgbClr val="098658"/>
                </a:solidFill>
                <a:effectLst/>
                <a:latin typeface="Fira Code" panose="020B0809050000020004" pitchFamily="49" charset="0"/>
              </a:rPr>
              <a:t>0</a:t>
            </a:r>
            <a:r>
              <a:rPr lang="en-US" sz="2000" b="0" noProof="0" dirty="0">
                <a:solidFill>
                  <a:srgbClr val="000000"/>
                </a:solidFill>
                <a:effectLst/>
                <a:latin typeface="Fira Code" panose="020B0809050000020004" pitchFamily="49" charset="0"/>
              </a:rPr>
              <a:t>; </a:t>
            </a:r>
            <a:r>
              <a:rPr lang="en-US" sz="2000" b="0" noProof="0" dirty="0" err="1">
                <a:solidFill>
                  <a:srgbClr val="001080"/>
                </a:solidFill>
                <a:effectLst/>
                <a:latin typeface="Fira Code" panose="020B0809050000020004" pitchFamily="49" charset="0"/>
              </a:rPr>
              <a:t>i</a:t>
            </a:r>
            <a:r>
              <a:rPr lang="en-US" sz="2000" b="0" noProof="0" dirty="0">
                <a:solidFill>
                  <a:srgbClr val="000000"/>
                </a:solidFill>
                <a:effectLst/>
                <a:latin typeface="Fira Code" panose="020B0809050000020004" pitchFamily="49" charset="0"/>
              </a:rPr>
              <a:t> &lt; </a:t>
            </a:r>
            <a:r>
              <a:rPr lang="en-US" sz="2000" b="0" noProof="0" dirty="0">
                <a:solidFill>
                  <a:srgbClr val="0070C1"/>
                </a:solidFill>
                <a:effectLst/>
                <a:latin typeface="Fira Code" panose="020B0809050000020004" pitchFamily="49" charset="0"/>
              </a:rPr>
              <a:t>M</a:t>
            </a:r>
            <a:r>
              <a:rPr lang="en-US" sz="2000" b="0" noProof="0" dirty="0">
                <a:solidFill>
                  <a:srgbClr val="000000"/>
                </a:solidFill>
                <a:effectLst/>
                <a:latin typeface="Fira Code" panose="020B0809050000020004" pitchFamily="49" charset="0"/>
              </a:rPr>
              <a:t>; </a:t>
            </a:r>
            <a:r>
              <a:rPr lang="en-US" sz="2000" b="0" noProof="0" dirty="0" err="1">
                <a:solidFill>
                  <a:srgbClr val="001080"/>
                </a:solidFill>
                <a:effectLst/>
                <a:latin typeface="Fira Code" panose="020B0809050000020004" pitchFamily="49" charset="0"/>
              </a:rPr>
              <a:t>i</a:t>
            </a:r>
            <a:r>
              <a:rPr lang="en-US" sz="2000" b="0" noProof="0" dirty="0">
                <a:solidFill>
                  <a:srgbClr val="000000"/>
                </a:solidFill>
                <a:effectLst/>
                <a:latin typeface="Fira Code" panose="020B0809050000020004" pitchFamily="49" charset="0"/>
              </a:rPr>
              <a:t>++)</a:t>
            </a:r>
          </a:p>
          <a:p>
            <a:pPr>
              <a:lnSpc>
                <a:spcPct val="113095"/>
              </a:lnSpc>
              <a:buNone/>
            </a:pPr>
            <a:r>
              <a:rPr lang="en-US" sz="2000" b="0" noProof="0" dirty="0">
                <a:solidFill>
                  <a:srgbClr val="000000"/>
                </a:solidFill>
                <a:effectLst/>
                <a:latin typeface="Fira Code" panose="020B0809050000020004" pitchFamily="49" charset="0"/>
              </a:rPr>
              <a:t>    </a:t>
            </a:r>
            <a:r>
              <a:rPr lang="en-US" sz="2000" b="0" noProof="0" dirty="0">
                <a:solidFill>
                  <a:srgbClr val="AF00DB"/>
                </a:solidFill>
                <a:effectLst/>
                <a:latin typeface="Fira Code" panose="020B0809050000020004" pitchFamily="49" charset="0"/>
              </a:rPr>
              <a:t>for</a:t>
            </a:r>
            <a:r>
              <a:rPr lang="en-US" sz="2000" b="0" noProof="0" dirty="0">
                <a:solidFill>
                  <a:srgbClr val="000000"/>
                </a:solidFill>
                <a:effectLst/>
                <a:latin typeface="Fira Code" panose="020B0809050000020004" pitchFamily="49" charset="0"/>
              </a:rPr>
              <a:t> (</a:t>
            </a:r>
            <a:r>
              <a:rPr lang="en-US" sz="2000" b="0" noProof="0" dirty="0">
                <a:solidFill>
                  <a:srgbClr val="0000FF"/>
                </a:solidFill>
                <a:effectLst/>
                <a:latin typeface="Fira Code" panose="020B0809050000020004" pitchFamily="49" charset="0"/>
              </a:rPr>
              <a:t>int</a:t>
            </a:r>
            <a:r>
              <a:rPr lang="en-US" sz="2000" b="0" noProof="0" dirty="0">
                <a:solidFill>
                  <a:srgbClr val="000000"/>
                </a:solidFill>
                <a:effectLst/>
                <a:latin typeface="Fira Code" panose="020B0809050000020004" pitchFamily="49" charset="0"/>
              </a:rPr>
              <a:t> </a:t>
            </a:r>
            <a:r>
              <a:rPr lang="en-US" sz="2000" b="0" noProof="0" dirty="0">
                <a:solidFill>
                  <a:srgbClr val="001080"/>
                </a:solidFill>
                <a:effectLst/>
                <a:latin typeface="Fira Code" panose="020B0809050000020004" pitchFamily="49" charset="0"/>
              </a:rPr>
              <a:t>j</a:t>
            </a:r>
            <a:r>
              <a:rPr lang="en-US" sz="2000" b="0" noProof="0" dirty="0">
                <a:solidFill>
                  <a:srgbClr val="000000"/>
                </a:solidFill>
                <a:effectLst/>
                <a:latin typeface="Fira Code" panose="020B0809050000020004" pitchFamily="49" charset="0"/>
              </a:rPr>
              <a:t> = </a:t>
            </a:r>
            <a:r>
              <a:rPr lang="en-US" sz="2000" b="0" noProof="0" dirty="0">
                <a:solidFill>
                  <a:srgbClr val="098658"/>
                </a:solidFill>
                <a:effectLst/>
                <a:latin typeface="Fira Code" panose="020B0809050000020004" pitchFamily="49" charset="0"/>
              </a:rPr>
              <a:t>0</a:t>
            </a:r>
            <a:r>
              <a:rPr lang="en-US" sz="2000" b="0" noProof="0" dirty="0">
                <a:solidFill>
                  <a:srgbClr val="000000"/>
                </a:solidFill>
                <a:effectLst/>
                <a:latin typeface="Fira Code" panose="020B0809050000020004" pitchFamily="49" charset="0"/>
              </a:rPr>
              <a:t>; </a:t>
            </a:r>
            <a:r>
              <a:rPr lang="en-US" sz="2000" b="0" noProof="0" dirty="0">
                <a:solidFill>
                  <a:srgbClr val="001080"/>
                </a:solidFill>
                <a:effectLst/>
                <a:latin typeface="Fira Code" panose="020B0809050000020004" pitchFamily="49" charset="0"/>
              </a:rPr>
              <a:t>j</a:t>
            </a:r>
            <a:r>
              <a:rPr lang="en-US" sz="2000" b="0" noProof="0" dirty="0">
                <a:solidFill>
                  <a:srgbClr val="000000"/>
                </a:solidFill>
                <a:effectLst/>
                <a:latin typeface="Fira Code" panose="020B0809050000020004" pitchFamily="49" charset="0"/>
              </a:rPr>
              <a:t> &lt; </a:t>
            </a:r>
            <a:r>
              <a:rPr lang="en-US" sz="2000" b="0" noProof="0" dirty="0">
                <a:solidFill>
                  <a:srgbClr val="0070C1"/>
                </a:solidFill>
                <a:effectLst/>
                <a:latin typeface="Fira Code" panose="020B0809050000020004" pitchFamily="49" charset="0"/>
              </a:rPr>
              <a:t>N</a:t>
            </a:r>
            <a:r>
              <a:rPr lang="en-US" sz="2000" b="0" noProof="0" dirty="0">
                <a:solidFill>
                  <a:srgbClr val="000000"/>
                </a:solidFill>
                <a:effectLst/>
                <a:latin typeface="Fira Code" panose="020B0809050000020004" pitchFamily="49" charset="0"/>
              </a:rPr>
              <a:t>; </a:t>
            </a:r>
            <a:r>
              <a:rPr lang="en-US" sz="2000" b="0" noProof="0" dirty="0" err="1">
                <a:solidFill>
                  <a:srgbClr val="001080"/>
                </a:solidFill>
                <a:effectLst/>
                <a:latin typeface="Fira Code" panose="020B0809050000020004" pitchFamily="49" charset="0"/>
              </a:rPr>
              <a:t>j</a:t>
            </a:r>
            <a:r>
              <a:rPr lang="en-US" sz="2000" b="0" noProof="0" dirty="0" err="1">
                <a:solidFill>
                  <a:srgbClr val="000000"/>
                </a:solidFill>
                <a:effectLst/>
                <a:latin typeface="Fira Code" panose="020B0809050000020004" pitchFamily="49" charset="0"/>
              </a:rPr>
              <a:t>++</a:t>
            </a:r>
            <a:r>
              <a:rPr lang="en-US" sz="2000" b="0" noProof="0" dirty="0">
                <a:solidFill>
                  <a:srgbClr val="000000"/>
                </a:solidFill>
                <a:effectLst/>
                <a:latin typeface="Fira Code" panose="020B0809050000020004" pitchFamily="49" charset="0"/>
              </a:rPr>
              <a:t>)</a:t>
            </a:r>
          </a:p>
          <a:p>
            <a:pPr>
              <a:lnSpc>
                <a:spcPct val="113095"/>
              </a:lnSpc>
              <a:buNone/>
            </a:pPr>
            <a:r>
              <a:rPr lang="en-US" sz="2000" b="0" noProof="0" dirty="0">
                <a:solidFill>
                  <a:srgbClr val="000000"/>
                </a:solidFill>
                <a:effectLst/>
                <a:latin typeface="Fira Code" panose="020B0809050000020004" pitchFamily="49" charset="0"/>
              </a:rPr>
              <a:t>        </a:t>
            </a:r>
            <a:r>
              <a:rPr lang="en-US" sz="2000" b="0" noProof="0" dirty="0">
                <a:solidFill>
                  <a:srgbClr val="001080"/>
                </a:solidFill>
                <a:effectLst/>
                <a:latin typeface="Fira Code" panose="020B0809050000020004" pitchFamily="49" charset="0"/>
              </a:rPr>
              <a:t>matrix</a:t>
            </a:r>
            <a:r>
              <a:rPr lang="en-US" sz="2000" b="0" noProof="0" dirty="0">
                <a:solidFill>
                  <a:srgbClr val="000000"/>
                </a:solidFill>
                <a:effectLst/>
                <a:latin typeface="Fira Code" panose="020B0809050000020004" pitchFamily="49" charset="0"/>
              </a:rPr>
              <a:t>[</a:t>
            </a:r>
            <a:r>
              <a:rPr lang="en-US" sz="2000" b="0" noProof="0" dirty="0" err="1">
                <a:solidFill>
                  <a:srgbClr val="001080"/>
                </a:solidFill>
                <a:effectLst/>
                <a:latin typeface="Fira Code" panose="020B0809050000020004" pitchFamily="49" charset="0"/>
              </a:rPr>
              <a:t>i</a:t>
            </a:r>
            <a:r>
              <a:rPr lang="en-US" sz="2000" b="0" noProof="0" dirty="0">
                <a:solidFill>
                  <a:srgbClr val="000000"/>
                </a:solidFill>
                <a:effectLst/>
                <a:latin typeface="Fira Code" panose="020B0809050000020004" pitchFamily="49" charset="0"/>
              </a:rPr>
              <a:t>][</a:t>
            </a:r>
            <a:r>
              <a:rPr lang="en-US" sz="2000" b="0" noProof="0" dirty="0">
                <a:solidFill>
                  <a:srgbClr val="001080"/>
                </a:solidFill>
                <a:effectLst/>
                <a:latin typeface="Fira Code" panose="020B0809050000020004" pitchFamily="49" charset="0"/>
              </a:rPr>
              <a:t>j</a:t>
            </a:r>
            <a:r>
              <a:rPr lang="en-US" sz="2000" b="0" noProof="0" dirty="0">
                <a:solidFill>
                  <a:srgbClr val="000000"/>
                </a:solidFill>
                <a:effectLst/>
                <a:latin typeface="Fira Code" panose="020B0809050000020004" pitchFamily="49" charset="0"/>
              </a:rPr>
              <a:t>] = </a:t>
            </a:r>
            <a:r>
              <a:rPr lang="en-US" sz="2000" b="0" noProof="0" dirty="0" err="1">
                <a:solidFill>
                  <a:srgbClr val="795E26"/>
                </a:solidFill>
                <a:effectLst/>
                <a:latin typeface="Fira Code" panose="020B0809050000020004" pitchFamily="49" charset="0"/>
              </a:rPr>
              <a:t>init</a:t>
            </a:r>
            <a:r>
              <a:rPr lang="en-US" sz="2000" b="0" noProof="0" dirty="0">
                <a:solidFill>
                  <a:srgbClr val="000000"/>
                </a:solidFill>
                <a:effectLst/>
                <a:latin typeface="Fira Code" panose="020B0809050000020004" pitchFamily="49" charset="0"/>
              </a:rPr>
              <a:t>(</a:t>
            </a:r>
            <a:r>
              <a:rPr lang="en-US" sz="2000" b="0" noProof="0" dirty="0" err="1">
                <a:solidFill>
                  <a:srgbClr val="001080"/>
                </a:solidFill>
                <a:effectLst/>
                <a:latin typeface="Fira Code" panose="020B0809050000020004" pitchFamily="49" charset="0"/>
              </a:rPr>
              <a:t>i</a:t>
            </a:r>
            <a:r>
              <a:rPr lang="en-US" sz="2000" b="0" noProof="0" dirty="0">
                <a:solidFill>
                  <a:srgbClr val="000000"/>
                </a:solidFill>
                <a:effectLst/>
                <a:latin typeface="Fira Code" panose="020B0809050000020004" pitchFamily="49" charset="0"/>
              </a:rPr>
              <a:t>, </a:t>
            </a:r>
            <a:r>
              <a:rPr lang="en-US" sz="2000" b="0" noProof="0" dirty="0">
                <a:solidFill>
                  <a:srgbClr val="001080"/>
                </a:solidFill>
                <a:effectLst/>
                <a:latin typeface="Fira Code" panose="020B0809050000020004" pitchFamily="49" charset="0"/>
              </a:rPr>
              <a:t>j</a:t>
            </a:r>
            <a:r>
              <a:rPr lang="en-US" sz="2000" b="0" noProof="0" dirty="0">
                <a:solidFill>
                  <a:srgbClr val="000000"/>
                </a:solidFill>
                <a:effectLst/>
                <a:latin typeface="Fira Code" panose="020B0809050000020004" pitchFamily="49" charset="0"/>
              </a:rPr>
              <a:t>);</a:t>
            </a:r>
          </a:p>
        </p:txBody>
      </p:sp>
      <p:cxnSp>
        <p:nvCxnSpPr>
          <p:cNvPr id="6" name="Connector: Curved 5">
            <a:extLst>
              <a:ext uri="{FF2B5EF4-FFF2-40B4-BE49-F238E27FC236}">
                <a16:creationId xmlns:a16="http://schemas.microsoft.com/office/drawing/2014/main" id="{6FA6C2DA-116A-0990-5A9C-C4ED04CDF7EE}"/>
              </a:ext>
            </a:extLst>
          </p:cNvPr>
          <p:cNvCxnSpPr>
            <a:cxnSpLocks/>
            <a:endCxn id="12" idx="0"/>
          </p:cNvCxnSpPr>
          <p:nvPr>
            <p:custDataLst>
              <p:tags r:id="rId6"/>
            </p:custDataLst>
          </p:nvPr>
        </p:nvCxnSpPr>
        <p:spPr>
          <a:xfrm>
            <a:off x="6473723" y="2457214"/>
            <a:ext cx="1256424" cy="690829"/>
          </a:xfrm>
          <a:prstGeom prst="curvedConnector2">
            <a:avLst/>
          </a:prstGeom>
          <a:ln w="1270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9" name="Date Placeholder 8">
            <a:extLst>
              <a:ext uri="{FF2B5EF4-FFF2-40B4-BE49-F238E27FC236}">
                <a16:creationId xmlns:a16="http://schemas.microsoft.com/office/drawing/2014/main" id="{6E8472AC-FEB4-52AC-768E-9B4F4BF60066}"/>
              </a:ext>
            </a:extLst>
          </p:cNvPr>
          <p:cNvSpPr>
            <a:spLocks noGrp="1"/>
          </p:cNvSpPr>
          <p:nvPr>
            <p:ph type="dt" sz="half" idx="10"/>
            <p:custDataLst>
              <p:tags r:id="rId7"/>
            </p:custDataLst>
          </p:nvPr>
        </p:nvSpPr>
        <p:spPr/>
        <p:txBody>
          <a:bodyPr/>
          <a:lstStyle/>
          <a:p>
            <a:r>
              <a:rPr lang="en-US" noProof="0"/>
              <a:t>9/5/2026</a:t>
            </a:r>
            <a:endParaRPr lang="en-US" noProof="0" dirty="0"/>
          </a:p>
        </p:txBody>
      </p:sp>
      <p:sp>
        <p:nvSpPr>
          <p:cNvPr id="10" name="Slide Number Placeholder 9">
            <a:extLst>
              <a:ext uri="{FF2B5EF4-FFF2-40B4-BE49-F238E27FC236}">
                <a16:creationId xmlns:a16="http://schemas.microsoft.com/office/drawing/2014/main" id="{FB3787D6-BBAD-D3FC-81F8-5BEACD008E29}"/>
              </a:ext>
            </a:extLst>
          </p:cNvPr>
          <p:cNvSpPr>
            <a:spLocks noGrp="1"/>
          </p:cNvSpPr>
          <p:nvPr>
            <p:ph type="sldNum" sz="quarter" idx="12"/>
            <p:custDataLst>
              <p:tags r:id="rId8"/>
            </p:custDataLst>
          </p:nvPr>
        </p:nvSpPr>
        <p:spPr/>
        <p:txBody>
          <a:bodyPr/>
          <a:lstStyle/>
          <a:p>
            <a:r>
              <a:rPr lang="en-US" noProof="0"/>
              <a:t>6</a:t>
            </a:r>
            <a:endParaRPr lang="en-US" noProof="0" dirty="0"/>
          </a:p>
        </p:txBody>
      </p:sp>
      <p:sp>
        <p:nvSpPr>
          <p:cNvPr id="13" name="TextBox 12">
            <a:extLst>
              <a:ext uri="{FF2B5EF4-FFF2-40B4-BE49-F238E27FC236}">
                <a16:creationId xmlns:a16="http://schemas.microsoft.com/office/drawing/2014/main" id="{A9A86E85-8E7C-683C-C244-2344EE805A9E}"/>
              </a:ext>
            </a:extLst>
          </p:cNvPr>
          <p:cNvSpPr txBox="1"/>
          <p:nvPr>
            <p:custDataLst>
              <p:tags r:id="rId9"/>
            </p:custDataLst>
          </p:nvPr>
        </p:nvSpPr>
        <p:spPr>
          <a:xfrm>
            <a:off x="637175" y="1343818"/>
            <a:ext cx="6157391" cy="461665"/>
          </a:xfrm>
          <a:prstGeom prst="rect">
            <a:avLst/>
          </a:prstGeom>
          <a:noFill/>
        </p:spPr>
        <p:txBody>
          <a:bodyPr wrap="none" rtlCol="0" anchor="b">
            <a:spAutoFit/>
          </a:bodyPr>
          <a:lstStyle/>
          <a:p>
            <a:pPr algn="ctr"/>
            <a:r>
              <a:rPr lang="en-US" sz="2400" b="1" noProof="0" dirty="0"/>
              <a:t>Matrix initialization (not traversal-agnostic)</a:t>
            </a:r>
          </a:p>
        </p:txBody>
      </p:sp>
      <p:sp>
        <p:nvSpPr>
          <p:cNvPr id="5" name="TextBox 4">
            <a:extLst>
              <a:ext uri="{FF2B5EF4-FFF2-40B4-BE49-F238E27FC236}">
                <a16:creationId xmlns:a16="http://schemas.microsoft.com/office/drawing/2014/main" id="{102F209B-F6E7-05CC-AF4B-64FCAFC0D5D7}"/>
              </a:ext>
            </a:extLst>
          </p:cNvPr>
          <p:cNvSpPr txBox="1"/>
          <p:nvPr>
            <p:custDataLst>
              <p:tags r:id="rId10"/>
            </p:custDataLst>
          </p:nvPr>
        </p:nvSpPr>
        <p:spPr>
          <a:xfrm>
            <a:off x="4987793" y="4232113"/>
            <a:ext cx="5484707" cy="461665"/>
          </a:xfrm>
          <a:prstGeom prst="rect">
            <a:avLst/>
          </a:prstGeom>
          <a:noFill/>
        </p:spPr>
        <p:txBody>
          <a:bodyPr wrap="none" rtlCol="0">
            <a:spAutoFit/>
          </a:bodyPr>
          <a:lstStyle/>
          <a:p>
            <a:pPr algn="ctr"/>
            <a:r>
              <a:rPr lang="en-US" sz="2400" b="1" noProof="0" dirty="0"/>
              <a:t>Traversal-agnostic Matrix initialization</a:t>
            </a:r>
          </a:p>
        </p:txBody>
      </p:sp>
      <p:sp>
        <p:nvSpPr>
          <p:cNvPr id="2" name="Right Brace 1">
            <a:extLst>
              <a:ext uri="{FF2B5EF4-FFF2-40B4-BE49-F238E27FC236}">
                <a16:creationId xmlns:a16="http://schemas.microsoft.com/office/drawing/2014/main" id="{32F8C4E3-09E8-D9E1-0324-12C16DDF086C}"/>
              </a:ext>
            </a:extLst>
          </p:cNvPr>
          <p:cNvSpPr/>
          <p:nvPr>
            <p:custDataLst>
              <p:tags r:id="rId11"/>
            </p:custDataLst>
          </p:nvPr>
        </p:nvSpPr>
        <p:spPr>
          <a:xfrm rot="16200000">
            <a:off x="10145438" y="2666484"/>
            <a:ext cx="182989" cy="763745"/>
          </a:xfrm>
          <a:prstGeom prst="rightBrace">
            <a:avLst/>
          </a:prstGeom>
          <a:ln>
            <a:solidFill>
              <a:schemeClr val="tx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noProof="0" dirty="0"/>
          </a:p>
        </p:txBody>
      </p:sp>
      <p:sp>
        <p:nvSpPr>
          <p:cNvPr id="8" name="TextBox 7">
            <a:extLst>
              <a:ext uri="{FF2B5EF4-FFF2-40B4-BE49-F238E27FC236}">
                <a16:creationId xmlns:a16="http://schemas.microsoft.com/office/drawing/2014/main" id="{CF4B3C17-3722-616D-840D-1F144C8A9277}"/>
              </a:ext>
            </a:extLst>
          </p:cNvPr>
          <p:cNvSpPr txBox="1"/>
          <p:nvPr>
            <p:custDataLst>
              <p:tags r:id="rId12"/>
            </p:custDataLst>
          </p:nvPr>
        </p:nvSpPr>
        <p:spPr>
          <a:xfrm>
            <a:off x="8947541" y="2557312"/>
            <a:ext cx="2578782" cy="400110"/>
          </a:xfrm>
          <a:prstGeom prst="rect">
            <a:avLst/>
          </a:prstGeom>
          <a:noFill/>
        </p:spPr>
        <p:txBody>
          <a:bodyPr wrap="none" anchor="b">
            <a:spAutoFit/>
          </a:bodyPr>
          <a:lstStyle/>
          <a:p>
            <a:pPr algn="ctr"/>
            <a:r>
              <a:rPr lang="en-US" sz="2000" noProof="0" dirty="0" err="1">
                <a:solidFill>
                  <a:srgbClr val="0070C1"/>
                </a:solidFill>
                <a:latin typeface="Fira Code" panose="020B0809050000020004" pitchFamily="49" charset="0"/>
              </a:rPr>
              <a:t>idx</a:t>
            </a:r>
            <a:r>
              <a:rPr lang="en-US" sz="600" noProof="0" dirty="0">
                <a:solidFill>
                  <a:srgbClr val="0070C1"/>
                </a:solidFill>
                <a:latin typeface="Fira Code" panose="020B0809050000020004" pitchFamily="49" charset="0"/>
              </a:rPr>
              <a:t> </a:t>
            </a:r>
            <a:r>
              <a:rPr lang="en-US" sz="2000" noProof="0" dirty="0">
                <a:solidFill>
                  <a:srgbClr val="000000"/>
                </a:solidFill>
                <a:latin typeface="Fira Code" panose="020B0809050000020004" pitchFamily="49" charset="0"/>
              </a:rPr>
              <a:t>&lt;</a:t>
            </a:r>
            <a:r>
              <a:rPr lang="en-US" sz="2000" noProof="0" dirty="0">
                <a:solidFill>
                  <a:srgbClr val="A31515"/>
                </a:solidFill>
                <a:latin typeface="Fira Code" panose="020B0809050000020004" pitchFamily="49" charset="0"/>
              </a:rPr>
              <a:t>'</a:t>
            </a:r>
            <a:r>
              <a:rPr lang="en-US" sz="2000" noProof="0" dirty="0" err="1">
                <a:solidFill>
                  <a:srgbClr val="A31515"/>
                </a:solidFill>
                <a:latin typeface="Fira Code" panose="020B0809050000020004" pitchFamily="49" charset="0"/>
              </a:rPr>
              <a:t>m'</a:t>
            </a:r>
            <a:r>
              <a:rPr lang="en-US" sz="2000" noProof="0" dirty="0" err="1">
                <a:solidFill>
                  <a:srgbClr val="000000"/>
                </a:solidFill>
                <a:latin typeface="Fira Code" panose="020B0809050000020004" pitchFamily="49" charset="0"/>
              </a:rPr>
              <a:t>,</a:t>
            </a:r>
            <a:r>
              <a:rPr lang="en-US" sz="2000" noProof="0" dirty="0" err="1">
                <a:solidFill>
                  <a:srgbClr val="A31515"/>
                </a:solidFill>
                <a:latin typeface="Fira Code" panose="020B0809050000020004" pitchFamily="49" charset="0"/>
              </a:rPr>
              <a:t>'n</a:t>
            </a:r>
            <a:r>
              <a:rPr lang="en-US" sz="2000" noProof="0" dirty="0">
                <a:solidFill>
                  <a:srgbClr val="A31515"/>
                </a:solidFill>
                <a:latin typeface="Fira Code" panose="020B0809050000020004" pitchFamily="49" charset="0"/>
              </a:rPr>
              <a:t>'</a:t>
            </a:r>
            <a:r>
              <a:rPr lang="en-US" sz="2000" noProof="0" dirty="0">
                <a:solidFill>
                  <a:srgbClr val="000000"/>
                </a:solidFill>
                <a:latin typeface="Fira Code" panose="020B0809050000020004" pitchFamily="49" charset="0"/>
              </a:rPr>
              <a:t>&gt;</a:t>
            </a:r>
            <a:r>
              <a:rPr lang="en-US" sz="600" noProof="0" dirty="0">
                <a:solidFill>
                  <a:srgbClr val="000000"/>
                </a:solidFill>
                <a:latin typeface="Fira Code" panose="020B0809050000020004" pitchFamily="49" charset="0"/>
              </a:rPr>
              <a:t> </a:t>
            </a:r>
            <a:r>
              <a:rPr lang="en-US" sz="2000" noProof="0" dirty="0">
                <a:solidFill>
                  <a:srgbClr val="000000"/>
                </a:solidFill>
                <a:latin typeface="Fira Code" panose="020B0809050000020004" pitchFamily="49" charset="0"/>
              </a:rPr>
              <a:t>(</a:t>
            </a:r>
            <a:r>
              <a:rPr lang="en-US" sz="2000" noProof="0" dirty="0">
                <a:solidFill>
                  <a:srgbClr val="0070C1"/>
                </a:solidFill>
                <a:latin typeface="Fira Code" panose="020B0809050000020004" pitchFamily="49" charset="0"/>
              </a:rPr>
              <a:t>…</a:t>
            </a:r>
            <a:r>
              <a:rPr lang="en-US" sz="2000" noProof="0" dirty="0">
                <a:solidFill>
                  <a:srgbClr val="000000"/>
                </a:solidFill>
                <a:latin typeface="Fira Code" panose="020B0809050000020004" pitchFamily="49" charset="0"/>
              </a:rPr>
              <a:t>)</a:t>
            </a:r>
            <a:endParaRPr lang="en-US" sz="2400" noProof="0" dirty="0"/>
          </a:p>
        </p:txBody>
      </p:sp>
    </p:spTree>
    <p:custDataLst>
      <p:tags r:id="rId1"/>
    </p:custDataLst>
    <p:extLst>
      <p:ext uri="{BB962C8B-B14F-4D97-AF65-F5344CB8AC3E}">
        <p14:creationId xmlns:p14="http://schemas.microsoft.com/office/powerpoint/2010/main" val="101629547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5975BD4B-520C-BD68-74FD-B8CF46E48F36}"/>
              </a:ext>
            </a:extLst>
          </p:cNvPr>
          <p:cNvSpPr/>
          <p:nvPr>
            <p:custDataLst>
              <p:tags r:id="rId2"/>
            </p:custDataLst>
          </p:nvPr>
        </p:nvSpPr>
        <p:spPr>
          <a:xfrm>
            <a:off x="9557028" y="2604917"/>
            <a:ext cx="1353345" cy="300575"/>
          </a:xfrm>
          <a:prstGeom prst="rect">
            <a:avLst/>
          </a:prstGeom>
          <a:solidFill>
            <a:srgbClr val="C0C0C0">
              <a:alpha val="2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000" noProof="0" dirty="0"/>
          </a:p>
        </p:txBody>
      </p:sp>
      <p:sp>
        <p:nvSpPr>
          <p:cNvPr id="4" name="Title 3">
            <a:extLst>
              <a:ext uri="{FF2B5EF4-FFF2-40B4-BE49-F238E27FC236}">
                <a16:creationId xmlns:a16="http://schemas.microsoft.com/office/drawing/2014/main" id="{B8E5D0D6-5263-D58B-44D9-D77100A6718A}"/>
              </a:ext>
            </a:extLst>
          </p:cNvPr>
          <p:cNvSpPr>
            <a:spLocks noGrp="1"/>
          </p:cNvSpPr>
          <p:nvPr>
            <p:ph type="title"/>
            <p:custDataLst>
              <p:tags r:id="rId3"/>
            </p:custDataLst>
          </p:nvPr>
        </p:nvSpPr>
        <p:spPr/>
        <p:txBody>
          <a:bodyPr/>
          <a:lstStyle/>
          <a:p>
            <a:r>
              <a:rPr lang="en-US" noProof="0" dirty="0"/>
              <a:t>Traversal abstractions</a:t>
            </a:r>
          </a:p>
        </p:txBody>
      </p:sp>
      <p:sp>
        <p:nvSpPr>
          <p:cNvPr id="12" name="TextBox 11">
            <a:extLst>
              <a:ext uri="{FF2B5EF4-FFF2-40B4-BE49-F238E27FC236}">
                <a16:creationId xmlns:a16="http://schemas.microsoft.com/office/drawing/2014/main" id="{771F4919-C499-3F7D-4116-17B83C53ED34}"/>
              </a:ext>
            </a:extLst>
          </p:cNvPr>
          <p:cNvSpPr txBox="1"/>
          <p:nvPr>
            <p:custDataLst>
              <p:tags r:id="rId4"/>
            </p:custDataLst>
          </p:nvPr>
        </p:nvSpPr>
        <p:spPr>
          <a:xfrm>
            <a:off x="4252965" y="3148043"/>
            <a:ext cx="6954364" cy="1124282"/>
          </a:xfrm>
          <a:prstGeom prst="rect">
            <a:avLst/>
          </a:prstGeom>
          <a:noFill/>
          <a:ln>
            <a:solidFill>
              <a:schemeClr val="tx1"/>
            </a:solidFill>
          </a:ln>
        </p:spPr>
        <p:txBody>
          <a:bodyPr wrap="none">
            <a:spAutoFit/>
          </a:bodyPr>
          <a:lstStyle/>
          <a:p>
            <a:pPr>
              <a:lnSpc>
                <a:spcPct val="113095"/>
              </a:lnSpc>
              <a:buNone/>
            </a:pPr>
            <a:r>
              <a:rPr lang="en-US" sz="2000" b="0" noProof="0" dirty="0">
                <a:solidFill>
                  <a:srgbClr val="795E26"/>
                </a:solidFill>
                <a:effectLst/>
                <a:latin typeface="Fira Code" panose="020B0809050000020004" pitchFamily="49" charset="0"/>
              </a:rPr>
              <a:t>traverser</a:t>
            </a:r>
            <a:r>
              <a:rPr lang="en-US" sz="2000" b="0" noProof="0" dirty="0">
                <a:solidFill>
                  <a:srgbClr val="000000"/>
                </a:solidFill>
                <a:effectLst/>
                <a:latin typeface="Fira Code" panose="020B0809050000020004" pitchFamily="49" charset="0"/>
              </a:rPr>
              <a:t>(</a:t>
            </a:r>
            <a:r>
              <a:rPr lang="en-US" sz="2000" b="0" noProof="0" dirty="0">
                <a:solidFill>
                  <a:srgbClr val="001080"/>
                </a:solidFill>
                <a:effectLst/>
                <a:latin typeface="Fira Code" panose="020B0809050000020004" pitchFamily="49" charset="0"/>
              </a:rPr>
              <a:t>matrix</a:t>
            </a:r>
            <a:r>
              <a:rPr lang="en-US" sz="2000" b="0" noProof="0" dirty="0">
                <a:solidFill>
                  <a:srgbClr val="000000"/>
                </a:solidFill>
                <a:effectLst/>
                <a:latin typeface="Fira Code" panose="020B0809050000020004" pitchFamily="49" charset="0"/>
              </a:rPr>
              <a:t>).</a:t>
            </a:r>
            <a:r>
              <a:rPr lang="en-US" sz="2000" noProof="0" dirty="0">
                <a:solidFill>
                  <a:srgbClr val="795E26"/>
                </a:solidFill>
                <a:latin typeface="Fira Code" panose="020B0809050000020004" pitchFamily="49" charset="0"/>
              </a:rPr>
              <a:t>for_each</a:t>
            </a:r>
            <a:r>
              <a:rPr lang="en-US" sz="2000" b="0" noProof="0" dirty="0">
                <a:solidFill>
                  <a:srgbClr val="000000"/>
                </a:solidFill>
                <a:effectLst/>
                <a:latin typeface="Fira Code" panose="020B0809050000020004" pitchFamily="49" charset="0"/>
              </a:rPr>
              <a:t>([&amp;](</a:t>
            </a:r>
            <a:r>
              <a:rPr lang="en-US" sz="2000" b="0" noProof="0" dirty="0">
                <a:solidFill>
                  <a:srgbClr val="267F99"/>
                </a:solidFill>
                <a:effectLst/>
                <a:latin typeface="Fira Code" panose="020B0809050000020004" pitchFamily="49" charset="0"/>
              </a:rPr>
              <a:t>auto</a:t>
            </a:r>
            <a:r>
              <a:rPr lang="en-US" sz="2000" b="0" noProof="0" dirty="0">
                <a:solidFill>
                  <a:srgbClr val="000000"/>
                </a:solidFill>
                <a:effectLst/>
                <a:latin typeface="Fira Code" panose="020B0809050000020004" pitchFamily="49" charset="0"/>
              </a:rPr>
              <a:t> </a:t>
            </a:r>
            <a:r>
              <a:rPr lang="en-US" sz="2000" b="0" noProof="0" dirty="0">
                <a:solidFill>
                  <a:srgbClr val="001080"/>
                </a:solidFill>
                <a:effectLst/>
                <a:latin typeface="Fira Code" panose="020B0809050000020004" pitchFamily="49" charset="0"/>
              </a:rPr>
              <a:t>index</a:t>
            </a:r>
            <a:r>
              <a:rPr lang="en-US" sz="2000" b="0" noProof="0" dirty="0">
                <a:solidFill>
                  <a:srgbClr val="000000"/>
                </a:solidFill>
                <a:effectLst/>
                <a:latin typeface="Fira Code" panose="020B0809050000020004" pitchFamily="49" charset="0"/>
              </a:rPr>
              <a:t>) {</a:t>
            </a:r>
          </a:p>
          <a:p>
            <a:pPr>
              <a:lnSpc>
                <a:spcPct val="113095"/>
              </a:lnSpc>
              <a:buNone/>
            </a:pPr>
            <a:r>
              <a:rPr lang="en-US" sz="2000" b="0" noProof="0" dirty="0">
                <a:solidFill>
                  <a:srgbClr val="000000"/>
                </a:solidFill>
                <a:effectLst/>
                <a:latin typeface="Fira Code" panose="020B0809050000020004" pitchFamily="49" charset="0"/>
              </a:rPr>
              <a:t>    </a:t>
            </a:r>
            <a:r>
              <a:rPr lang="en-US" sz="2000" b="0" noProof="0" dirty="0">
                <a:solidFill>
                  <a:srgbClr val="001080"/>
                </a:solidFill>
                <a:effectLst/>
                <a:latin typeface="Fira Code" panose="020B0809050000020004" pitchFamily="49" charset="0"/>
              </a:rPr>
              <a:t>matrix</a:t>
            </a:r>
            <a:r>
              <a:rPr lang="en-US" sz="2000" b="0" noProof="0" dirty="0">
                <a:solidFill>
                  <a:srgbClr val="000000"/>
                </a:solidFill>
                <a:effectLst/>
                <a:latin typeface="Fira Code" panose="020B0809050000020004" pitchFamily="49" charset="0"/>
              </a:rPr>
              <a:t>[</a:t>
            </a:r>
            <a:r>
              <a:rPr lang="en-US" sz="2000" b="0" noProof="0" dirty="0">
                <a:solidFill>
                  <a:srgbClr val="001080"/>
                </a:solidFill>
                <a:effectLst/>
                <a:latin typeface="Fira Code" panose="020B0809050000020004" pitchFamily="49" charset="0"/>
              </a:rPr>
              <a:t>index</a:t>
            </a:r>
            <a:r>
              <a:rPr lang="en-US" sz="2000" b="0" noProof="0" dirty="0">
                <a:solidFill>
                  <a:srgbClr val="000000"/>
                </a:solidFill>
                <a:effectLst/>
                <a:latin typeface="Fira Code" panose="020B0809050000020004" pitchFamily="49" charset="0"/>
              </a:rPr>
              <a:t>] = </a:t>
            </a:r>
            <a:r>
              <a:rPr lang="en-US" sz="2000" noProof="0" dirty="0" err="1">
                <a:solidFill>
                  <a:srgbClr val="795E26"/>
                </a:solidFill>
                <a:latin typeface="Fira Code" panose="020B0809050000020004" pitchFamily="49" charset="0"/>
              </a:rPr>
              <a:t>init</a:t>
            </a:r>
            <a:r>
              <a:rPr lang="en-US" sz="2000" noProof="0" dirty="0">
                <a:solidFill>
                  <a:srgbClr val="000000"/>
                </a:solidFill>
                <a:latin typeface="Fira Code" panose="020B0809050000020004" pitchFamily="49" charset="0"/>
              </a:rPr>
              <a:t>(</a:t>
            </a:r>
            <a:r>
              <a:rPr lang="en-US" sz="2000" noProof="0" dirty="0">
                <a:solidFill>
                  <a:srgbClr val="001080"/>
                </a:solidFill>
                <a:latin typeface="Fira Code" panose="020B0809050000020004" pitchFamily="49" charset="0"/>
              </a:rPr>
              <a:t>index</a:t>
            </a:r>
            <a:r>
              <a:rPr lang="en-US" sz="2000" noProof="0" dirty="0">
                <a:solidFill>
                  <a:srgbClr val="000000"/>
                </a:solidFill>
                <a:latin typeface="Fira Code" panose="020B0809050000020004" pitchFamily="49" charset="0"/>
              </a:rPr>
              <a:t>)</a:t>
            </a:r>
            <a:r>
              <a:rPr lang="en-US" sz="2000" b="0" noProof="0" dirty="0">
                <a:solidFill>
                  <a:srgbClr val="000000"/>
                </a:solidFill>
                <a:effectLst/>
                <a:latin typeface="Fira Code" panose="020B0809050000020004" pitchFamily="49" charset="0"/>
              </a:rPr>
              <a:t>;</a:t>
            </a:r>
          </a:p>
          <a:p>
            <a:pPr>
              <a:lnSpc>
                <a:spcPct val="113095"/>
              </a:lnSpc>
              <a:buNone/>
            </a:pPr>
            <a:r>
              <a:rPr lang="en-US" sz="2000" b="0" noProof="0" dirty="0">
                <a:solidFill>
                  <a:srgbClr val="000000"/>
                </a:solidFill>
                <a:effectLst/>
                <a:latin typeface="Fira Code" panose="020B0809050000020004" pitchFamily="49" charset="0"/>
              </a:rPr>
              <a:t>});</a:t>
            </a:r>
          </a:p>
        </p:txBody>
      </p:sp>
      <p:sp>
        <p:nvSpPr>
          <p:cNvPr id="16" name="TextBox 15">
            <a:extLst>
              <a:ext uri="{FF2B5EF4-FFF2-40B4-BE49-F238E27FC236}">
                <a16:creationId xmlns:a16="http://schemas.microsoft.com/office/drawing/2014/main" id="{B9C4F588-E815-2009-D7D4-CEEBC4F6F689}"/>
              </a:ext>
            </a:extLst>
          </p:cNvPr>
          <p:cNvSpPr txBox="1"/>
          <p:nvPr>
            <p:custDataLst>
              <p:tags r:id="rId5"/>
            </p:custDataLst>
          </p:nvPr>
        </p:nvSpPr>
        <p:spPr>
          <a:xfrm>
            <a:off x="1411173" y="5027079"/>
            <a:ext cx="9207632" cy="1124282"/>
          </a:xfrm>
          <a:prstGeom prst="rect">
            <a:avLst/>
          </a:prstGeom>
          <a:noFill/>
          <a:ln>
            <a:solidFill>
              <a:schemeClr val="tx1"/>
            </a:solidFill>
          </a:ln>
        </p:spPr>
        <p:txBody>
          <a:bodyPr wrap="none">
            <a:spAutoFit/>
          </a:bodyPr>
          <a:lstStyle/>
          <a:p>
            <a:pPr>
              <a:lnSpc>
                <a:spcPct val="113095"/>
              </a:lnSpc>
              <a:buNone/>
            </a:pPr>
            <a:r>
              <a:rPr lang="en-US" sz="2000" b="0" noProof="0" dirty="0">
                <a:solidFill>
                  <a:srgbClr val="795E26"/>
                </a:solidFill>
                <a:effectLst/>
                <a:latin typeface="Fira Code" panose="020B0809050000020004" pitchFamily="49" charset="0"/>
              </a:rPr>
              <a:t>traverser</a:t>
            </a:r>
            <a:r>
              <a:rPr lang="en-US" sz="2000" b="0" noProof="0" dirty="0">
                <a:solidFill>
                  <a:srgbClr val="000000"/>
                </a:solidFill>
                <a:effectLst/>
                <a:latin typeface="Fira Code" panose="020B0809050000020004" pitchFamily="49" charset="0"/>
              </a:rPr>
              <a:t>(</a:t>
            </a:r>
            <a:r>
              <a:rPr lang="en-US" sz="2000" b="0" noProof="0" dirty="0">
                <a:solidFill>
                  <a:srgbClr val="001080"/>
                </a:solidFill>
                <a:effectLst/>
                <a:latin typeface="Fira Code" panose="020B0809050000020004" pitchFamily="49" charset="0"/>
              </a:rPr>
              <a:t>matrix</a:t>
            </a:r>
            <a:r>
              <a:rPr lang="en-US" sz="2000" b="0" noProof="0" dirty="0">
                <a:solidFill>
                  <a:srgbClr val="000000"/>
                </a:solidFill>
                <a:effectLst/>
                <a:latin typeface="Fira Code" panose="020B0809050000020004" pitchFamily="49" charset="0"/>
              </a:rPr>
              <a:t>, </a:t>
            </a:r>
            <a:r>
              <a:rPr lang="en-US" sz="2000" b="0" noProof="0" dirty="0" err="1">
                <a:solidFill>
                  <a:srgbClr val="001080"/>
                </a:solidFill>
                <a:effectLst/>
                <a:latin typeface="Fira Code" panose="020B0809050000020004" pitchFamily="49" charset="0"/>
              </a:rPr>
              <a:t>other_matrix</a:t>
            </a:r>
            <a:r>
              <a:rPr lang="en-US" sz="2000" b="0" noProof="0" dirty="0">
                <a:solidFill>
                  <a:srgbClr val="000000"/>
                </a:solidFill>
                <a:effectLst/>
                <a:latin typeface="Fira Code" panose="020B0809050000020004" pitchFamily="49" charset="0"/>
              </a:rPr>
              <a:t>).</a:t>
            </a:r>
            <a:r>
              <a:rPr lang="en-US" sz="2000" noProof="0" dirty="0">
                <a:solidFill>
                  <a:srgbClr val="795E26"/>
                </a:solidFill>
                <a:latin typeface="Fira Code" panose="020B0809050000020004" pitchFamily="49" charset="0"/>
              </a:rPr>
              <a:t>for_each</a:t>
            </a:r>
            <a:r>
              <a:rPr lang="en-US" sz="2000" b="0" noProof="0" dirty="0">
                <a:solidFill>
                  <a:srgbClr val="000000"/>
                </a:solidFill>
                <a:effectLst/>
                <a:latin typeface="Fira Code" panose="020B0809050000020004" pitchFamily="49" charset="0"/>
              </a:rPr>
              <a:t>([&amp;](</a:t>
            </a:r>
            <a:r>
              <a:rPr lang="en-US" sz="2000" b="0" noProof="0" dirty="0">
                <a:solidFill>
                  <a:srgbClr val="267F99"/>
                </a:solidFill>
                <a:effectLst/>
                <a:latin typeface="Fira Code" panose="020B0809050000020004" pitchFamily="49" charset="0"/>
              </a:rPr>
              <a:t>auto</a:t>
            </a:r>
            <a:r>
              <a:rPr lang="en-US" sz="2000" b="0" noProof="0" dirty="0">
                <a:solidFill>
                  <a:srgbClr val="000000"/>
                </a:solidFill>
                <a:effectLst/>
                <a:latin typeface="Fira Code" panose="020B0809050000020004" pitchFamily="49" charset="0"/>
              </a:rPr>
              <a:t> </a:t>
            </a:r>
            <a:r>
              <a:rPr lang="en-US" sz="2000" b="0" noProof="0" dirty="0">
                <a:solidFill>
                  <a:srgbClr val="001080"/>
                </a:solidFill>
                <a:effectLst/>
                <a:latin typeface="Fira Code" panose="020B0809050000020004" pitchFamily="49" charset="0"/>
              </a:rPr>
              <a:t>index</a:t>
            </a:r>
            <a:r>
              <a:rPr lang="en-US" sz="2000" b="0" noProof="0" dirty="0">
                <a:solidFill>
                  <a:srgbClr val="000000"/>
                </a:solidFill>
                <a:effectLst/>
                <a:latin typeface="Fira Code" panose="020B0809050000020004" pitchFamily="49" charset="0"/>
              </a:rPr>
              <a:t>) {</a:t>
            </a:r>
          </a:p>
          <a:p>
            <a:pPr>
              <a:lnSpc>
                <a:spcPct val="113095"/>
              </a:lnSpc>
              <a:buNone/>
            </a:pPr>
            <a:r>
              <a:rPr lang="en-US" sz="2000" b="0" noProof="0" dirty="0">
                <a:solidFill>
                  <a:srgbClr val="000000"/>
                </a:solidFill>
                <a:effectLst/>
                <a:latin typeface="Fira Code" panose="020B0809050000020004" pitchFamily="49" charset="0"/>
              </a:rPr>
              <a:t>    </a:t>
            </a:r>
            <a:r>
              <a:rPr lang="en-US" sz="2000" b="0" noProof="0" dirty="0" err="1">
                <a:solidFill>
                  <a:srgbClr val="001080"/>
                </a:solidFill>
                <a:effectLst/>
                <a:latin typeface="Fira Code" panose="020B0809050000020004" pitchFamily="49" charset="0"/>
              </a:rPr>
              <a:t>other_matrix</a:t>
            </a:r>
            <a:r>
              <a:rPr lang="en-US" sz="2000" b="0" noProof="0" dirty="0">
                <a:solidFill>
                  <a:srgbClr val="000000"/>
                </a:solidFill>
                <a:effectLst/>
                <a:latin typeface="Fira Code" panose="020B0809050000020004" pitchFamily="49" charset="0"/>
              </a:rPr>
              <a:t>[</a:t>
            </a:r>
            <a:r>
              <a:rPr lang="en-US" sz="2000" b="0" noProof="0" dirty="0">
                <a:solidFill>
                  <a:srgbClr val="001080"/>
                </a:solidFill>
                <a:effectLst/>
                <a:latin typeface="Fira Code" panose="020B0809050000020004" pitchFamily="49" charset="0"/>
              </a:rPr>
              <a:t>index</a:t>
            </a:r>
            <a:r>
              <a:rPr lang="en-US" sz="2000" b="0" noProof="0" dirty="0">
                <a:solidFill>
                  <a:srgbClr val="000000"/>
                </a:solidFill>
                <a:effectLst/>
                <a:latin typeface="Fira Code" panose="020B0809050000020004" pitchFamily="49" charset="0"/>
              </a:rPr>
              <a:t>] = </a:t>
            </a:r>
            <a:r>
              <a:rPr lang="en-US" sz="2000" b="0" noProof="0" dirty="0">
                <a:solidFill>
                  <a:srgbClr val="001080"/>
                </a:solidFill>
                <a:effectLst/>
                <a:latin typeface="Fira Code" panose="020B0809050000020004" pitchFamily="49" charset="0"/>
              </a:rPr>
              <a:t>matrix</a:t>
            </a:r>
            <a:r>
              <a:rPr lang="en-US" sz="2000" b="0" noProof="0" dirty="0">
                <a:solidFill>
                  <a:srgbClr val="000000"/>
                </a:solidFill>
                <a:effectLst/>
                <a:latin typeface="Fira Code" panose="020B0809050000020004" pitchFamily="49" charset="0"/>
              </a:rPr>
              <a:t>[</a:t>
            </a:r>
            <a:r>
              <a:rPr lang="en-US" sz="2000" b="0" noProof="0" dirty="0">
                <a:solidFill>
                  <a:srgbClr val="001080"/>
                </a:solidFill>
                <a:effectLst/>
                <a:latin typeface="Fira Code" panose="020B0809050000020004" pitchFamily="49" charset="0"/>
              </a:rPr>
              <a:t>index</a:t>
            </a:r>
            <a:r>
              <a:rPr lang="en-US" sz="2000" b="0" noProof="0" dirty="0">
                <a:solidFill>
                  <a:srgbClr val="000000"/>
                </a:solidFill>
                <a:effectLst/>
                <a:latin typeface="Fira Code" panose="020B0809050000020004" pitchFamily="49" charset="0"/>
              </a:rPr>
              <a:t>];</a:t>
            </a:r>
          </a:p>
          <a:p>
            <a:pPr>
              <a:lnSpc>
                <a:spcPct val="113095"/>
              </a:lnSpc>
              <a:buNone/>
            </a:pPr>
            <a:r>
              <a:rPr lang="en-US" sz="2000" b="0" noProof="0" dirty="0">
                <a:solidFill>
                  <a:srgbClr val="000000"/>
                </a:solidFill>
                <a:effectLst/>
                <a:latin typeface="Fira Code" panose="020B0809050000020004" pitchFamily="49" charset="0"/>
              </a:rPr>
              <a:t>});</a:t>
            </a:r>
          </a:p>
        </p:txBody>
      </p:sp>
      <p:sp>
        <p:nvSpPr>
          <p:cNvPr id="3" name="TextBox 2">
            <a:extLst>
              <a:ext uri="{FF2B5EF4-FFF2-40B4-BE49-F238E27FC236}">
                <a16:creationId xmlns:a16="http://schemas.microsoft.com/office/drawing/2014/main" id="{14E25FAF-908F-ADFC-EA60-8D5079C1FE63}"/>
              </a:ext>
            </a:extLst>
          </p:cNvPr>
          <p:cNvSpPr txBox="1"/>
          <p:nvPr>
            <p:custDataLst>
              <p:tags r:id="rId6"/>
            </p:custDataLst>
          </p:nvPr>
        </p:nvSpPr>
        <p:spPr>
          <a:xfrm>
            <a:off x="959229" y="1742602"/>
            <a:ext cx="5503336" cy="1124282"/>
          </a:xfrm>
          <a:prstGeom prst="rect">
            <a:avLst/>
          </a:prstGeom>
          <a:noFill/>
          <a:ln>
            <a:solidFill>
              <a:schemeClr val="tx1"/>
            </a:solidFill>
          </a:ln>
        </p:spPr>
        <p:txBody>
          <a:bodyPr wrap="none">
            <a:spAutoFit/>
          </a:bodyPr>
          <a:lstStyle/>
          <a:p>
            <a:pPr>
              <a:lnSpc>
                <a:spcPct val="113095"/>
              </a:lnSpc>
              <a:buNone/>
            </a:pPr>
            <a:r>
              <a:rPr lang="en-US" sz="2000" b="0" noProof="0" dirty="0">
                <a:solidFill>
                  <a:srgbClr val="AF00DB"/>
                </a:solidFill>
                <a:effectLst/>
                <a:latin typeface="Fira Code" panose="020B0809050000020004" pitchFamily="49" charset="0"/>
              </a:rPr>
              <a:t>for</a:t>
            </a:r>
            <a:r>
              <a:rPr lang="en-US" sz="2000" b="0" noProof="0" dirty="0">
                <a:solidFill>
                  <a:srgbClr val="000000"/>
                </a:solidFill>
                <a:effectLst/>
                <a:latin typeface="Fira Code" panose="020B0809050000020004" pitchFamily="49" charset="0"/>
              </a:rPr>
              <a:t> (</a:t>
            </a:r>
            <a:r>
              <a:rPr lang="en-US" sz="2000" b="0" noProof="0" dirty="0">
                <a:solidFill>
                  <a:srgbClr val="0000FF"/>
                </a:solidFill>
                <a:effectLst/>
                <a:latin typeface="Fira Code" panose="020B0809050000020004" pitchFamily="49" charset="0"/>
              </a:rPr>
              <a:t>int</a:t>
            </a:r>
            <a:r>
              <a:rPr lang="en-US" sz="2000" b="0" noProof="0" dirty="0">
                <a:solidFill>
                  <a:srgbClr val="000000"/>
                </a:solidFill>
                <a:effectLst/>
                <a:latin typeface="Fira Code" panose="020B0809050000020004" pitchFamily="49" charset="0"/>
              </a:rPr>
              <a:t> </a:t>
            </a:r>
            <a:r>
              <a:rPr lang="en-US" sz="2000" b="0" noProof="0" dirty="0" err="1">
                <a:solidFill>
                  <a:srgbClr val="001080"/>
                </a:solidFill>
                <a:effectLst/>
                <a:latin typeface="Fira Code" panose="020B0809050000020004" pitchFamily="49" charset="0"/>
              </a:rPr>
              <a:t>i</a:t>
            </a:r>
            <a:r>
              <a:rPr lang="en-US" sz="2000" b="0" noProof="0" dirty="0">
                <a:solidFill>
                  <a:srgbClr val="000000"/>
                </a:solidFill>
                <a:effectLst/>
                <a:latin typeface="Fira Code" panose="020B0809050000020004" pitchFamily="49" charset="0"/>
              </a:rPr>
              <a:t> = </a:t>
            </a:r>
            <a:r>
              <a:rPr lang="en-US" sz="2000" b="0" noProof="0" dirty="0">
                <a:solidFill>
                  <a:srgbClr val="098658"/>
                </a:solidFill>
                <a:effectLst/>
                <a:latin typeface="Fira Code" panose="020B0809050000020004" pitchFamily="49" charset="0"/>
              </a:rPr>
              <a:t>0</a:t>
            </a:r>
            <a:r>
              <a:rPr lang="en-US" sz="2000" b="0" noProof="0" dirty="0">
                <a:solidFill>
                  <a:srgbClr val="000000"/>
                </a:solidFill>
                <a:effectLst/>
                <a:latin typeface="Fira Code" panose="020B0809050000020004" pitchFamily="49" charset="0"/>
              </a:rPr>
              <a:t>; </a:t>
            </a:r>
            <a:r>
              <a:rPr lang="en-US" sz="2000" b="0" noProof="0" dirty="0" err="1">
                <a:solidFill>
                  <a:srgbClr val="001080"/>
                </a:solidFill>
                <a:effectLst/>
                <a:latin typeface="Fira Code" panose="020B0809050000020004" pitchFamily="49" charset="0"/>
              </a:rPr>
              <a:t>i</a:t>
            </a:r>
            <a:r>
              <a:rPr lang="en-US" sz="2000" b="0" noProof="0" dirty="0">
                <a:solidFill>
                  <a:srgbClr val="000000"/>
                </a:solidFill>
                <a:effectLst/>
                <a:latin typeface="Fira Code" panose="020B0809050000020004" pitchFamily="49" charset="0"/>
              </a:rPr>
              <a:t> &lt; </a:t>
            </a:r>
            <a:r>
              <a:rPr lang="en-US" sz="2000" b="0" noProof="0" dirty="0">
                <a:solidFill>
                  <a:srgbClr val="0070C1"/>
                </a:solidFill>
                <a:effectLst/>
                <a:latin typeface="Fira Code" panose="020B0809050000020004" pitchFamily="49" charset="0"/>
              </a:rPr>
              <a:t>M</a:t>
            </a:r>
            <a:r>
              <a:rPr lang="en-US" sz="2000" b="0" noProof="0" dirty="0">
                <a:solidFill>
                  <a:srgbClr val="000000"/>
                </a:solidFill>
                <a:effectLst/>
                <a:latin typeface="Fira Code" panose="020B0809050000020004" pitchFamily="49" charset="0"/>
              </a:rPr>
              <a:t>; </a:t>
            </a:r>
            <a:r>
              <a:rPr lang="en-US" sz="2000" b="0" noProof="0" dirty="0" err="1">
                <a:solidFill>
                  <a:srgbClr val="001080"/>
                </a:solidFill>
                <a:effectLst/>
                <a:latin typeface="Fira Code" panose="020B0809050000020004" pitchFamily="49" charset="0"/>
              </a:rPr>
              <a:t>i</a:t>
            </a:r>
            <a:r>
              <a:rPr lang="en-US" sz="2000" b="0" noProof="0" dirty="0">
                <a:solidFill>
                  <a:srgbClr val="000000"/>
                </a:solidFill>
                <a:effectLst/>
                <a:latin typeface="Fira Code" panose="020B0809050000020004" pitchFamily="49" charset="0"/>
              </a:rPr>
              <a:t>++)</a:t>
            </a:r>
          </a:p>
          <a:p>
            <a:pPr>
              <a:lnSpc>
                <a:spcPct val="113095"/>
              </a:lnSpc>
              <a:buNone/>
            </a:pPr>
            <a:r>
              <a:rPr lang="en-US" sz="2000" b="0" noProof="0" dirty="0">
                <a:solidFill>
                  <a:srgbClr val="000000"/>
                </a:solidFill>
                <a:effectLst/>
                <a:latin typeface="Fira Code" panose="020B0809050000020004" pitchFamily="49" charset="0"/>
              </a:rPr>
              <a:t>    </a:t>
            </a:r>
            <a:r>
              <a:rPr lang="en-US" sz="2000" b="0" noProof="0" dirty="0">
                <a:solidFill>
                  <a:srgbClr val="AF00DB"/>
                </a:solidFill>
                <a:effectLst/>
                <a:latin typeface="Fira Code" panose="020B0809050000020004" pitchFamily="49" charset="0"/>
              </a:rPr>
              <a:t>for</a:t>
            </a:r>
            <a:r>
              <a:rPr lang="en-US" sz="2000" b="0" noProof="0" dirty="0">
                <a:solidFill>
                  <a:srgbClr val="000000"/>
                </a:solidFill>
                <a:effectLst/>
                <a:latin typeface="Fira Code" panose="020B0809050000020004" pitchFamily="49" charset="0"/>
              </a:rPr>
              <a:t> (</a:t>
            </a:r>
            <a:r>
              <a:rPr lang="en-US" sz="2000" b="0" noProof="0" dirty="0">
                <a:solidFill>
                  <a:srgbClr val="0000FF"/>
                </a:solidFill>
                <a:effectLst/>
                <a:latin typeface="Fira Code" panose="020B0809050000020004" pitchFamily="49" charset="0"/>
              </a:rPr>
              <a:t>int</a:t>
            </a:r>
            <a:r>
              <a:rPr lang="en-US" sz="2000" b="0" noProof="0" dirty="0">
                <a:solidFill>
                  <a:srgbClr val="000000"/>
                </a:solidFill>
                <a:effectLst/>
                <a:latin typeface="Fira Code" panose="020B0809050000020004" pitchFamily="49" charset="0"/>
              </a:rPr>
              <a:t> </a:t>
            </a:r>
            <a:r>
              <a:rPr lang="en-US" sz="2000" b="0" noProof="0" dirty="0">
                <a:solidFill>
                  <a:srgbClr val="001080"/>
                </a:solidFill>
                <a:effectLst/>
                <a:latin typeface="Fira Code" panose="020B0809050000020004" pitchFamily="49" charset="0"/>
              </a:rPr>
              <a:t>j</a:t>
            </a:r>
            <a:r>
              <a:rPr lang="en-US" sz="2000" b="0" noProof="0" dirty="0">
                <a:solidFill>
                  <a:srgbClr val="000000"/>
                </a:solidFill>
                <a:effectLst/>
                <a:latin typeface="Fira Code" panose="020B0809050000020004" pitchFamily="49" charset="0"/>
              </a:rPr>
              <a:t> = </a:t>
            </a:r>
            <a:r>
              <a:rPr lang="en-US" sz="2000" b="0" noProof="0" dirty="0">
                <a:solidFill>
                  <a:srgbClr val="098658"/>
                </a:solidFill>
                <a:effectLst/>
                <a:latin typeface="Fira Code" panose="020B0809050000020004" pitchFamily="49" charset="0"/>
              </a:rPr>
              <a:t>0</a:t>
            </a:r>
            <a:r>
              <a:rPr lang="en-US" sz="2000" b="0" noProof="0" dirty="0">
                <a:solidFill>
                  <a:srgbClr val="000000"/>
                </a:solidFill>
                <a:effectLst/>
                <a:latin typeface="Fira Code" panose="020B0809050000020004" pitchFamily="49" charset="0"/>
              </a:rPr>
              <a:t>; </a:t>
            </a:r>
            <a:r>
              <a:rPr lang="en-US" sz="2000" b="0" noProof="0" dirty="0">
                <a:solidFill>
                  <a:srgbClr val="001080"/>
                </a:solidFill>
                <a:effectLst/>
                <a:latin typeface="Fira Code" panose="020B0809050000020004" pitchFamily="49" charset="0"/>
              </a:rPr>
              <a:t>j</a:t>
            </a:r>
            <a:r>
              <a:rPr lang="en-US" sz="2000" b="0" noProof="0" dirty="0">
                <a:solidFill>
                  <a:srgbClr val="000000"/>
                </a:solidFill>
                <a:effectLst/>
                <a:latin typeface="Fira Code" panose="020B0809050000020004" pitchFamily="49" charset="0"/>
              </a:rPr>
              <a:t> &lt; </a:t>
            </a:r>
            <a:r>
              <a:rPr lang="en-US" sz="2000" b="0" noProof="0" dirty="0">
                <a:solidFill>
                  <a:srgbClr val="0070C1"/>
                </a:solidFill>
                <a:effectLst/>
                <a:latin typeface="Fira Code" panose="020B0809050000020004" pitchFamily="49" charset="0"/>
              </a:rPr>
              <a:t>N</a:t>
            </a:r>
            <a:r>
              <a:rPr lang="en-US" sz="2000" b="0" noProof="0" dirty="0">
                <a:solidFill>
                  <a:srgbClr val="000000"/>
                </a:solidFill>
                <a:effectLst/>
                <a:latin typeface="Fira Code" panose="020B0809050000020004" pitchFamily="49" charset="0"/>
              </a:rPr>
              <a:t>; </a:t>
            </a:r>
            <a:r>
              <a:rPr lang="en-US" sz="2000" b="0" noProof="0" dirty="0" err="1">
                <a:solidFill>
                  <a:srgbClr val="001080"/>
                </a:solidFill>
                <a:effectLst/>
                <a:latin typeface="Fira Code" panose="020B0809050000020004" pitchFamily="49" charset="0"/>
              </a:rPr>
              <a:t>j</a:t>
            </a:r>
            <a:r>
              <a:rPr lang="en-US" sz="2000" b="0" noProof="0" dirty="0" err="1">
                <a:solidFill>
                  <a:srgbClr val="000000"/>
                </a:solidFill>
                <a:effectLst/>
                <a:latin typeface="Fira Code" panose="020B0809050000020004" pitchFamily="49" charset="0"/>
              </a:rPr>
              <a:t>++</a:t>
            </a:r>
            <a:r>
              <a:rPr lang="en-US" sz="2000" b="0" noProof="0" dirty="0">
                <a:solidFill>
                  <a:srgbClr val="000000"/>
                </a:solidFill>
                <a:effectLst/>
                <a:latin typeface="Fira Code" panose="020B0809050000020004" pitchFamily="49" charset="0"/>
              </a:rPr>
              <a:t>)</a:t>
            </a:r>
          </a:p>
          <a:p>
            <a:pPr>
              <a:lnSpc>
                <a:spcPct val="113095"/>
              </a:lnSpc>
              <a:buNone/>
            </a:pPr>
            <a:r>
              <a:rPr lang="en-US" sz="2000" b="0" noProof="0" dirty="0">
                <a:solidFill>
                  <a:srgbClr val="000000"/>
                </a:solidFill>
                <a:effectLst/>
                <a:latin typeface="Fira Code" panose="020B0809050000020004" pitchFamily="49" charset="0"/>
              </a:rPr>
              <a:t>        </a:t>
            </a:r>
            <a:r>
              <a:rPr lang="en-US" sz="2000" b="0" noProof="0" dirty="0">
                <a:solidFill>
                  <a:srgbClr val="001080"/>
                </a:solidFill>
                <a:effectLst/>
                <a:latin typeface="Fira Code" panose="020B0809050000020004" pitchFamily="49" charset="0"/>
              </a:rPr>
              <a:t>matrix</a:t>
            </a:r>
            <a:r>
              <a:rPr lang="en-US" sz="2000" b="0" noProof="0" dirty="0">
                <a:solidFill>
                  <a:srgbClr val="000000"/>
                </a:solidFill>
                <a:effectLst/>
                <a:latin typeface="Fira Code" panose="020B0809050000020004" pitchFamily="49" charset="0"/>
              </a:rPr>
              <a:t>[</a:t>
            </a:r>
            <a:r>
              <a:rPr lang="en-US" sz="2000" b="0" noProof="0" dirty="0" err="1">
                <a:solidFill>
                  <a:srgbClr val="001080"/>
                </a:solidFill>
                <a:effectLst/>
                <a:latin typeface="Fira Code" panose="020B0809050000020004" pitchFamily="49" charset="0"/>
              </a:rPr>
              <a:t>i</a:t>
            </a:r>
            <a:r>
              <a:rPr lang="en-US" sz="2000" b="0" noProof="0" dirty="0">
                <a:solidFill>
                  <a:srgbClr val="000000"/>
                </a:solidFill>
                <a:effectLst/>
                <a:latin typeface="Fira Code" panose="020B0809050000020004" pitchFamily="49" charset="0"/>
              </a:rPr>
              <a:t>][</a:t>
            </a:r>
            <a:r>
              <a:rPr lang="en-US" sz="2000" b="0" noProof="0" dirty="0">
                <a:solidFill>
                  <a:srgbClr val="001080"/>
                </a:solidFill>
                <a:effectLst/>
                <a:latin typeface="Fira Code" panose="020B0809050000020004" pitchFamily="49" charset="0"/>
              </a:rPr>
              <a:t>j</a:t>
            </a:r>
            <a:r>
              <a:rPr lang="en-US" sz="2000" b="0" noProof="0" dirty="0">
                <a:solidFill>
                  <a:srgbClr val="000000"/>
                </a:solidFill>
                <a:effectLst/>
                <a:latin typeface="Fira Code" panose="020B0809050000020004" pitchFamily="49" charset="0"/>
              </a:rPr>
              <a:t>] = </a:t>
            </a:r>
            <a:r>
              <a:rPr lang="en-US" sz="2000" b="0" noProof="0" dirty="0" err="1">
                <a:solidFill>
                  <a:srgbClr val="795E26"/>
                </a:solidFill>
                <a:effectLst/>
                <a:latin typeface="Fira Code" panose="020B0809050000020004" pitchFamily="49" charset="0"/>
              </a:rPr>
              <a:t>init</a:t>
            </a:r>
            <a:r>
              <a:rPr lang="en-US" sz="2000" b="0" noProof="0" dirty="0">
                <a:solidFill>
                  <a:srgbClr val="000000"/>
                </a:solidFill>
                <a:effectLst/>
                <a:latin typeface="Fira Code" panose="020B0809050000020004" pitchFamily="49" charset="0"/>
              </a:rPr>
              <a:t>(</a:t>
            </a:r>
            <a:r>
              <a:rPr lang="en-US" sz="2000" b="0" noProof="0" dirty="0" err="1">
                <a:solidFill>
                  <a:srgbClr val="001080"/>
                </a:solidFill>
                <a:effectLst/>
                <a:latin typeface="Fira Code" panose="020B0809050000020004" pitchFamily="49" charset="0"/>
              </a:rPr>
              <a:t>i</a:t>
            </a:r>
            <a:r>
              <a:rPr lang="en-US" sz="2000" b="0" noProof="0" dirty="0">
                <a:solidFill>
                  <a:srgbClr val="000000"/>
                </a:solidFill>
                <a:effectLst/>
                <a:latin typeface="Fira Code" panose="020B0809050000020004" pitchFamily="49" charset="0"/>
              </a:rPr>
              <a:t>, </a:t>
            </a:r>
            <a:r>
              <a:rPr lang="en-US" sz="2000" b="0" noProof="0" dirty="0">
                <a:solidFill>
                  <a:srgbClr val="001080"/>
                </a:solidFill>
                <a:effectLst/>
                <a:latin typeface="Fira Code" panose="020B0809050000020004" pitchFamily="49" charset="0"/>
              </a:rPr>
              <a:t>j</a:t>
            </a:r>
            <a:r>
              <a:rPr lang="en-US" sz="2000" b="0" noProof="0" dirty="0">
                <a:solidFill>
                  <a:srgbClr val="000000"/>
                </a:solidFill>
                <a:effectLst/>
                <a:latin typeface="Fira Code" panose="020B0809050000020004" pitchFamily="49" charset="0"/>
              </a:rPr>
              <a:t>);</a:t>
            </a:r>
          </a:p>
        </p:txBody>
      </p:sp>
      <p:cxnSp>
        <p:nvCxnSpPr>
          <p:cNvPr id="6" name="Connector: Curved 5">
            <a:extLst>
              <a:ext uri="{FF2B5EF4-FFF2-40B4-BE49-F238E27FC236}">
                <a16:creationId xmlns:a16="http://schemas.microsoft.com/office/drawing/2014/main" id="{6FA6C2DA-116A-0990-5A9C-C4ED04CDF7EE}"/>
              </a:ext>
            </a:extLst>
          </p:cNvPr>
          <p:cNvCxnSpPr>
            <a:cxnSpLocks/>
            <a:endCxn id="12" idx="0"/>
          </p:cNvCxnSpPr>
          <p:nvPr>
            <p:custDataLst>
              <p:tags r:id="rId7"/>
            </p:custDataLst>
          </p:nvPr>
        </p:nvCxnSpPr>
        <p:spPr>
          <a:xfrm>
            <a:off x="6473723" y="2457214"/>
            <a:ext cx="1256424" cy="690829"/>
          </a:xfrm>
          <a:prstGeom prst="curvedConnector2">
            <a:avLst/>
          </a:prstGeom>
          <a:ln w="1270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9" name="Date Placeholder 8">
            <a:extLst>
              <a:ext uri="{FF2B5EF4-FFF2-40B4-BE49-F238E27FC236}">
                <a16:creationId xmlns:a16="http://schemas.microsoft.com/office/drawing/2014/main" id="{6E8472AC-FEB4-52AC-768E-9B4F4BF60066}"/>
              </a:ext>
            </a:extLst>
          </p:cNvPr>
          <p:cNvSpPr>
            <a:spLocks noGrp="1"/>
          </p:cNvSpPr>
          <p:nvPr>
            <p:ph type="dt" sz="half" idx="10"/>
            <p:custDataLst>
              <p:tags r:id="rId8"/>
            </p:custDataLst>
          </p:nvPr>
        </p:nvSpPr>
        <p:spPr/>
        <p:txBody>
          <a:bodyPr/>
          <a:lstStyle/>
          <a:p>
            <a:r>
              <a:rPr lang="en-US" noProof="0"/>
              <a:t>9/5/2026</a:t>
            </a:r>
            <a:endParaRPr lang="en-US" noProof="0" dirty="0"/>
          </a:p>
        </p:txBody>
      </p:sp>
      <p:sp>
        <p:nvSpPr>
          <p:cNvPr id="10" name="Slide Number Placeholder 9">
            <a:extLst>
              <a:ext uri="{FF2B5EF4-FFF2-40B4-BE49-F238E27FC236}">
                <a16:creationId xmlns:a16="http://schemas.microsoft.com/office/drawing/2014/main" id="{FB3787D6-BBAD-D3FC-81F8-5BEACD008E29}"/>
              </a:ext>
            </a:extLst>
          </p:cNvPr>
          <p:cNvSpPr>
            <a:spLocks noGrp="1"/>
          </p:cNvSpPr>
          <p:nvPr>
            <p:ph type="sldNum" sz="quarter" idx="12"/>
            <p:custDataLst>
              <p:tags r:id="rId9"/>
            </p:custDataLst>
          </p:nvPr>
        </p:nvSpPr>
        <p:spPr/>
        <p:txBody>
          <a:bodyPr/>
          <a:lstStyle/>
          <a:p>
            <a:r>
              <a:rPr lang="en-US" noProof="0"/>
              <a:t>6</a:t>
            </a:r>
            <a:endParaRPr lang="en-US" noProof="0" dirty="0"/>
          </a:p>
        </p:txBody>
      </p:sp>
      <p:sp>
        <p:nvSpPr>
          <p:cNvPr id="13" name="TextBox 12">
            <a:extLst>
              <a:ext uri="{FF2B5EF4-FFF2-40B4-BE49-F238E27FC236}">
                <a16:creationId xmlns:a16="http://schemas.microsoft.com/office/drawing/2014/main" id="{A9A86E85-8E7C-683C-C244-2344EE805A9E}"/>
              </a:ext>
            </a:extLst>
          </p:cNvPr>
          <p:cNvSpPr txBox="1"/>
          <p:nvPr>
            <p:custDataLst>
              <p:tags r:id="rId10"/>
            </p:custDataLst>
          </p:nvPr>
        </p:nvSpPr>
        <p:spPr>
          <a:xfrm>
            <a:off x="637175" y="1343818"/>
            <a:ext cx="6157391" cy="461665"/>
          </a:xfrm>
          <a:prstGeom prst="rect">
            <a:avLst/>
          </a:prstGeom>
          <a:noFill/>
        </p:spPr>
        <p:txBody>
          <a:bodyPr wrap="none" rtlCol="0" anchor="b">
            <a:spAutoFit/>
          </a:bodyPr>
          <a:lstStyle/>
          <a:p>
            <a:pPr algn="ctr"/>
            <a:r>
              <a:rPr lang="en-US" sz="2400" b="1" noProof="0" dirty="0"/>
              <a:t>Matrix initialization (not traversal-agnostic)</a:t>
            </a:r>
          </a:p>
        </p:txBody>
      </p:sp>
      <p:sp>
        <p:nvSpPr>
          <p:cNvPr id="15" name="TextBox 14">
            <a:extLst>
              <a:ext uri="{FF2B5EF4-FFF2-40B4-BE49-F238E27FC236}">
                <a16:creationId xmlns:a16="http://schemas.microsoft.com/office/drawing/2014/main" id="{5AC42510-7505-8080-DACA-010297680AE7}"/>
              </a:ext>
            </a:extLst>
          </p:cNvPr>
          <p:cNvSpPr txBox="1"/>
          <p:nvPr>
            <p:custDataLst>
              <p:tags r:id="rId11"/>
            </p:custDataLst>
          </p:nvPr>
        </p:nvSpPr>
        <p:spPr>
          <a:xfrm>
            <a:off x="2322938" y="6089892"/>
            <a:ext cx="6795450" cy="461665"/>
          </a:xfrm>
          <a:prstGeom prst="rect">
            <a:avLst/>
          </a:prstGeom>
          <a:noFill/>
        </p:spPr>
        <p:txBody>
          <a:bodyPr wrap="none" rtlCol="0">
            <a:spAutoFit/>
          </a:bodyPr>
          <a:lstStyle/>
          <a:p>
            <a:pPr algn="ctr"/>
            <a:r>
              <a:rPr lang="en-US" sz="2400" b="1" noProof="0" dirty="0"/>
              <a:t>Copy</a:t>
            </a:r>
            <a:r>
              <a:rPr lang="en-US" sz="2400" noProof="0" dirty="0"/>
              <a:t> to another matrix with the same index space</a:t>
            </a:r>
          </a:p>
        </p:txBody>
      </p:sp>
      <p:sp>
        <p:nvSpPr>
          <p:cNvPr id="5" name="TextBox 4">
            <a:extLst>
              <a:ext uri="{FF2B5EF4-FFF2-40B4-BE49-F238E27FC236}">
                <a16:creationId xmlns:a16="http://schemas.microsoft.com/office/drawing/2014/main" id="{102F209B-F6E7-05CC-AF4B-64FCAFC0D5D7}"/>
              </a:ext>
            </a:extLst>
          </p:cNvPr>
          <p:cNvSpPr txBox="1"/>
          <p:nvPr>
            <p:custDataLst>
              <p:tags r:id="rId12"/>
            </p:custDataLst>
          </p:nvPr>
        </p:nvSpPr>
        <p:spPr>
          <a:xfrm>
            <a:off x="4987793" y="4232113"/>
            <a:ext cx="5484707" cy="461665"/>
          </a:xfrm>
          <a:prstGeom prst="rect">
            <a:avLst/>
          </a:prstGeom>
          <a:noFill/>
        </p:spPr>
        <p:txBody>
          <a:bodyPr wrap="none" rtlCol="0">
            <a:spAutoFit/>
          </a:bodyPr>
          <a:lstStyle/>
          <a:p>
            <a:pPr algn="ctr"/>
            <a:r>
              <a:rPr lang="en-US" sz="2400" b="1" noProof="0" dirty="0"/>
              <a:t>Traversal-agnostic Matrix initialization</a:t>
            </a:r>
          </a:p>
        </p:txBody>
      </p:sp>
      <p:sp>
        <p:nvSpPr>
          <p:cNvPr id="2" name="Right Brace 1">
            <a:extLst>
              <a:ext uri="{FF2B5EF4-FFF2-40B4-BE49-F238E27FC236}">
                <a16:creationId xmlns:a16="http://schemas.microsoft.com/office/drawing/2014/main" id="{32F8C4E3-09E8-D9E1-0324-12C16DDF086C}"/>
              </a:ext>
            </a:extLst>
          </p:cNvPr>
          <p:cNvSpPr/>
          <p:nvPr>
            <p:custDataLst>
              <p:tags r:id="rId13"/>
            </p:custDataLst>
          </p:nvPr>
        </p:nvSpPr>
        <p:spPr>
          <a:xfrm rot="16200000">
            <a:off x="10145438" y="2666484"/>
            <a:ext cx="182989" cy="763745"/>
          </a:xfrm>
          <a:prstGeom prst="rightBrace">
            <a:avLst/>
          </a:prstGeom>
          <a:ln>
            <a:solidFill>
              <a:schemeClr val="tx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noProof="0" dirty="0"/>
          </a:p>
        </p:txBody>
      </p:sp>
      <p:sp>
        <p:nvSpPr>
          <p:cNvPr id="8" name="TextBox 7">
            <a:extLst>
              <a:ext uri="{FF2B5EF4-FFF2-40B4-BE49-F238E27FC236}">
                <a16:creationId xmlns:a16="http://schemas.microsoft.com/office/drawing/2014/main" id="{CF4B3C17-3722-616D-840D-1F144C8A9277}"/>
              </a:ext>
            </a:extLst>
          </p:cNvPr>
          <p:cNvSpPr txBox="1"/>
          <p:nvPr>
            <p:custDataLst>
              <p:tags r:id="rId14"/>
            </p:custDataLst>
          </p:nvPr>
        </p:nvSpPr>
        <p:spPr>
          <a:xfrm>
            <a:off x="8947541" y="2557312"/>
            <a:ext cx="2578782" cy="400110"/>
          </a:xfrm>
          <a:prstGeom prst="rect">
            <a:avLst/>
          </a:prstGeom>
          <a:noFill/>
        </p:spPr>
        <p:txBody>
          <a:bodyPr wrap="none" anchor="b">
            <a:spAutoFit/>
          </a:bodyPr>
          <a:lstStyle/>
          <a:p>
            <a:pPr algn="ctr"/>
            <a:r>
              <a:rPr lang="en-US" sz="2000" noProof="0" dirty="0" err="1">
                <a:solidFill>
                  <a:srgbClr val="0070C1"/>
                </a:solidFill>
                <a:latin typeface="Fira Code" panose="020B0809050000020004" pitchFamily="49" charset="0"/>
              </a:rPr>
              <a:t>idx</a:t>
            </a:r>
            <a:r>
              <a:rPr lang="en-US" sz="600" noProof="0" dirty="0">
                <a:solidFill>
                  <a:srgbClr val="0070C1"/>
                </a:solidFill>
                <a:latin typeface="Fira Code" panose="020B0809050000020004" pitchFamily="49" charset="0"/>
              </a:rPr>
              <a:t> </a:t>
            </a:r>
            <a:r>
              <a:rPr lang="en-US" sz="2000" noProof="0" dirty="0">
                <a:solidFill>
                  <a:srgbClr val="000000"/>
                </a:solidFill>
                <a:latin typeface="Fira Code" panose="020B0809050000020004" pitchFamily="49" charset="0"/>
              </a:rPr>
              <a:t>&lt;</a:t>
            </a:r>
            <a:r>
              <a:rPr lang="en-US" sz="2000" noProof="0" dirty="0">
                <a:solidFill>
                  <a:srgbClr val="A31515"/>
                </a:solidFill>
                <a:latin typeface="Fira Code" panose="020B0809050000020004" pitchFamily="49" charset="0"/>
              </a:rPr>
              <a:t>'</a:t>
            </a:r>
            <a:r>
              <a:rPr lang="en-US" sz="2000" noProof="0" dirty="0" err="1">
                <a:solidFill>
                  <a:srgbClr val="A31515"/>
                </a:solidFill>
                <a:latin typeface="Fira Code" panose="020B0809050000020004" pitchFamily="49" charset="0"/>
              </a:rPr>
              <a:t>m'</a:t>
            </a:r>
            <a:r>
              <a:rPr lang="en-US" sz="2000" noProof="0" dirty="0" err="1">
                <a:solidFill>
                  <a:srgbClr val="000000"/>
                </a:solidFill>
                <a:latin typeface="Fira Code" panose="020B0809050000020004" pitchFamily="49" charset="0"/>
              </a:rPr>
              <a:t>,</a:t>
            </a:r>
            <a:r>
              <a:rPr lang="en-US" sz="2000" noProof="0" dirty="0" err="1">
                <a:solidFill>
                  <a:srgbClr val="A31515"/>
                </a:solidFill>
                <a:latin typeface="Fira Code" panose="020B0809050000020004" pitchFamily="49" charset="0"/>
              </a:rPr>
              <a:t>'n</a:t>
            </a:r>
            <a:r>
              <a:rPr lang="en-US" sz="2000" noProof="0" dirty="0">
                <a:solidFill>
                  <a:srgbClr val="A31515"/>
                </a:solidFill>
                <a:latin typeface="Fira Code" panose="020B0809050000020004" pitchFamily="49" charset="0"/>
              </a:rPr>
              <a:t>'</a:t>
            </a:r>
            <a:r>
              <a:rPr lang="en-US" sz="2000" noProof="0" dirty="0">
                <a:solidFill>
                  <a:srgbClr val="000000"/>
                </a:solidFill>
                <a:latin typeface="Fira Code" panose="020B0809050000020004" pitchFamily="49" charset="0"/>
              </a:rPr>
              <a:t>&gt;</a:t>
            </a:r>
            <a:r>
              <a:rPr lang="en-US" sz="600" noProof="0" dirty="0">
                <a:solidFill>
                  <a:srgbClr val="000000"/>
                </a:solidFill>
                <a:latin typeface="Fira Code" panose="020B0809050000020004" pitchFamily="49" charset="0"/>
              </a:rPr>
              <a:t> </a:t>
            </a:r>
            <a:r>
              <a:rPr lang="en-US" sz="2000" noProof="0" dirty="0">
                <a:solidFill>
                  <a:srgbClr val="000000"/>
                </a:solidFill>
                <a:latin typeface="Fira Code" panose="020B0809050000020004" pitchFamily="49" charset="0"/>
              </a:rPr>
              <a:t>(</a:t>
            </a:r>
            <a:r>
              <a:rPr lang="en-US" sz="2000" noProof="0" dirty="0">
                <a:solidFill>
                  <a:srgbClr val="0070C1"/>
                </a:solidFill>
                <a:latin typeface="Fira Code" panose="020B0809050000020004" pitchFamily="49" charset="0"/>
              </a:rPr>
              <a:t>…</a:t>
            </a:r>
            <a:r>
              <a:rPr lang="en-US" sz="2000" noProof="0" dirty="0">
                <a:solidFill>
                  <a:srgbClr val="000000"/>
                </a:solidFill>
                <a:latin typeface="Fira Code" panose="020B0809050000020004" pitchFamily="49" charset="0"/>
              </a:rPr>
              <a:t>)</a:t>
            </a:r>
            <a:endParaRPr lang="en-US" sz="2400" noProof="0" dirty="0"/>
          </a:p>
        </p:txBody>
      </p:sp>
    </p:spTree>
    <p:custDataLst>
      <p:tags r:id="rId1"/>
    </p:custDataLst>
    <p:extLst>
      <p:ext uri="{BB962C8B-B14F-4D97-AF65-F5344CB8AC3E}">
        <p14:creationId xmlns:p14="http://schemas.microsoft.com/office/powerpoint/2010/main" val="224598007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E9C270-FFE7-712F-BA5B-C713C51D9A76}"/>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F64F76FB-E9C4-9A8F-8092-29CA73FEACB3}"/>
              </a:ext>
            </a:extLst>
          </p:cNvPr>
          <p:cNvSpPr>
            <a:spLocks noGrp="1"/>
          </p:cNvSpPr>
          <p:nvPr>
            <p:ph type="title"/>
            <p:custDataLst>
              <p:tags r:id="rId2"/>
            </p:custDataLst>
          </p:nvPr>
        </p:nvSpPr>
        <p:spPr/>
        <p:txBody>
          <a:bodyPr/>
          <a:lstStyle/>
          <a:p>
            <a:r>
              <a:rPr lang="en-US" noProof="0" dirty="0"/>
              <a:t>Structures with different index spaces</a:t>
            </a:r>
          </a:p>
        </p:txBody>
      </p:sp>
      <p:sp>
        <p:nvSpPr>
          <p:cNvPr id="9" name="Date Placeholder 8">
            <a:extLst>
              <a:ext uri="{FF2B5EF4-FFF2-40B4-BE49-F238E27FC236}">
                <a16:creationId xmlns:a16="http://schemas.microsoft.com/office/drawing/2014/main" id="{49863BA9-EDD3-9BC6-2F2C-63F2D4A2C95B}"/>
              </a:ext>
            </a:extLst>
          </p:cNvPr>
          <p:cNvSpPr>
            <a:spLocks noGrp="1"/>
          </p:cNvSpPr>
          <p:nvPr>
            <p:ph type="dt" sz="half" idx="10"/>
            <p:custDataLst>
              <p:tags r:id="rId3"/>
            </p:custDataLst>
          </p:nvPr>
        </p:nvSpPr>
        <p:spPr/>
        <p:txBody>
          <a:bodyPr/>
          <a:lstStyle/>
          <a:p>
            <a:r>
              <a:rPr lang="en-US" noProof="0"/>
              <a:t>9/5/2026</a:t>
            </a:r>
            <a:endParaRPr lang="en-US" noProof="0" dirty="0"/>
          </a:p>
        </p:txBody>
      </p:sp>
      <p:sp>
        <p:nvSpPr>
          <p:cNvPr id="10" name="Slide Number Placeholder 9">
            <a:extLst>
              <a:ext uri="{FF2B5EF4-FFF2-40B4-BE49-F238E27FC236}">
                <a16:creationId xmlns:a16="http://schemas.microsoft.com/office/drawing/2014/main" id="{D932224D-9ADE-83F1-8417-D5C309A6BB6A}"/>
              </a:ext>
            </a:extLst>
          </p:cNvPr>
          <p:cNvSpPr>
            <a:spLocks noGrp="1"/>
          </p:cNvSpPr>
          <p:nvPr>
            <p:ph type="sldNum" sz="quarter" idx="12"/>
            <p:custDataLst>
              <p:tags r:id="rId4"/>
            </p:custDataLst>
          </p:nvPr>
        </p:nvSpPr>
        <p:spPr/>
        <p:txBody>
          <a:bodyPr/>
          <a:lstStyle/>
          <a:p>
            <a:r>
              <a:rPr lang="en-US" noProof="0"/>
              <a:t>7</a:t>
            </a:r>
            <a:endParaRPr lang="en-US" noProof="0" dirty="0"/>
          </a:p>
        </p:txBody>
      </p:sp>
      <p:sp>
        <p:nvSpPr>
          <p:cNvPr id="18" name="TextBox 17">
            <a:extLst>
              <a:ext uri="{FF2B5EF4-FFF2-40B4-BE49-F238E27FC236}">
                <a16:creationId xmlns:a16="http://schemas.microsoft.com/office/drawing/2014/main" id="{89EAF68D-4F87-22EE-E382-0F9F7359D649}"/>
              </a:ext>
            </a:extLst>
          </p:cNvPr>
          <p:cNvSpPr txBox="1"/>
          <p:nvPr>
            <p:custDataLst>
              <p:tags r:id="rId5"/>
            </p:custDataLst>
          </p:nvPr>
        </p:nvSpPr>
        <p:spPr>
          <a:xfrm>
            <a:off x="860575" y="1130185"/>
            <a:ext cx="2909772" cy="461665"/>
          </a:xfrm>
          <a:prstGeom prst="rect">
            <a:avLst/>
          </a:prstGeom>
          <a:noFill/>
        </p:spPr>
        <p:txBody>
          <a:bodyPr wrap="none" rtlCol="0">
            <a:spAutoFit/>
          </a:bodyPr>
          <a:lstStyle/>
          <a:p>
            <a:pPr algn="ctr"/>
            <a:r>
              <a:rPr lang="en-US" sz="2400" noProof="0" dirty="0"/>
              <a:t>Matrix multiplication</a:t>
            </a:r>
          </a:p>
        </p:txBody>
      </p:sp>
      <p:sp>
        <p:nvSpPr>
          <p:cNvPr id="24" name="TextBox 23">
            <a:extLst>
              <a:ext uri="{FF2B5EF4-FFF2-40B4-BE49-F238E27FC236}">
                <a16:creationId xmlns:a16="http://schemas.microsoft.com/office/drawing/2014/main" id="{1D0BC665-A3D5-7187-98DA-94BA7091C22C}"/>
              </a:ext>
            </a:extLst>
          </p:cNvPr>
          <p:cNvSpPr txBox="1"/>
          <p:nvPr>
            <p:custDataLst>
              <p:tags r:id="rId6"/>
            </p:custDataLst>
          </p:nvPr>
        </p:nvSpPr>
        <p:spPr>
          <a:xfrm>
            <a:off x="4485795" y="1740032"/>
            <a:ext cx="6494085" cy="1472070"/>
          </a:xfrm>
          <a:prstGeom prst="rect">
            <a:avLst/>
          </a:prstGeom>
          <a:noFill/>
          <a:ln>
            <a:solidFill>
              <a:schemeClr val="tx1"/>
            </a:solidFill>
          </a:ln>
        </p:spPr>
        <p:txBody>
          <a:bodyPr wrap="none">
            <a:spAutoFit/>
          </a:bodyPr>
          <a:lstStyle/>
          <a:p>
            <a:pPr>
              <a:lnSpc>
                <a:spcPct val="113095"/>
              </a:lnSpc>
            </a:pPr>
            <a:r>
              <a:rPr lang="en-US" sz="2000" dirty="0">
                <a:solidFill>
                  <a:srgbClr val="AF00DB"/>
                </a:solidFill>
                <a:latin typeface="Fira Code" panose="020B0809050000020004" pitchFamily="49" charset="0"/>
              </a:rPr>
              <a:t>for</a:t>
            </a:r>
            <a:r>
              <a:rPr lang="en-US" sz="2000" dirty="0">
                <a:solidFill>
                  <a:srgbClr val="000000"/>
                </a:solidFill>
                <a:latin typeface="Fira Code" panose="020B0809050000020004" pitchFamily="49" charset="0"/>
              </a:rPr>
              <a:t> (</a:t>
            </a:r>
            <a:r>
              <a:rPr lang="en-US" sz="2000" dirty="0">
                <a:solidFill>
                  <a:srgbClr val="0000FF"/>
                </a:solidFill>
                <a:latin typeface="Fira Code" panose="020B0809050000020004" pitchFamily="49" charset="0"/>
              </a:rPr>
              <a:t>int</a:t>
            </a:r>
            <a:r>
              <a:rPr lang="en-US" sz="2000" dirty="0">
                <a:solidFill>
                  <a:srgbClr val="000000"/>
                </a:solidFill>
                <a:latin typeface="Fira Code" panose="020B0809050000020004" pitchFamily="49" charset="0"/>
              </a:rPr>
              <a:t> </a:t>
            </a:r>
            <a:r>
              <a:rPr lang="en-US" sz="2000" dirty="0" err="1">
                <a:solidFill>
                  <a:srgbClr val="001080"/>
                </a:solidFill>
                <a:latin typeface="Fira Code" panose="020B0809050000020004" pitchFamily="49" charset="0"/>
              </a:rPr>
              <a:t>i</a:t>
            </a:r>
            <a:r>
              <a:rPr lang="en-US" sz="2000" dirty="0">
                <a:solidFill>
                  <a:srgbClr val="000000"/>
                </a:solidFill>
                <a:latin typeface="Fira Code" panose="020B0809050000020004" pitchFamily="49" charset="0"/>
              </a:rPr>
              <a:t> = </a:t>
            </a:r>
            <a:r>
              <a:rPr lang="en-US" sz="2000" dirty="0">
                <a:solidFill>
                  <a:srgbClr val="098658"/>
                </a:solidFill>
                <a:latin typeface="Fira Code" panose="020B0809050000020004" pitchFamily="49" charset="0"/>
              </a:rPr>
              <a:t>0</a:t>
            </a:r>
            <a:r>
              <a:rPr lang="en-US" sz="2000" dirty="0">
                <a:solidFill>
                  <a:srgbClr val="000000"/>
                </a:solidFill>
                <a:latin typeface="Fira Code" panose="020B0809050000020004" pitchFamily="49" charset="0"/>
              </a:rPr>
              <a:t>; </a:t>
            </a:r>
            <a:r>
              <a:rPr lang="en-US" sz="2000" dirty="0" err="1">
                <a:solidFill>
                  <a:srgbClr val="001080"/>
                </a:solidFill>
                <a:latin typeface="Fira Code" panose="020B0809050000020004" pitchFamily="49" charset="0"/>
              </a:rPr>
              <a:t>i</a:t>
            </a:r>
            <a:r>
              <a:rPr lang="en-US" sz="2000" dirty="0">
                <a:solidFill>
                  <a:srgbClr val="000000"/>
                </a:solidFill>
                <a:latin typeface="Fira Code" panose="020B0809050000020004" pitchFamily="49" charset="0"/>
              </a:rPr>
              <a:t> &lt; </a:t>
            </a:r>
            <a:r>
              <a:rPr lang="en-US" sz="2000" dirty="0">
                <a:solidFill>
                  <a:srgbClr val="0070C1"/>
                </a:solidFill>
                <a:latin typeface="Fira Code" panose="020B0809050000020004" pitchFamily="49" charset="0"/>
              </a:rPr>
              <a:t>M</a:t>
            </a:r>
            <a:r>
              <a:rPr lang="en-US" sz="2000" dirty="0">
                <a:solidFill>
                  <a:srgbClr val="000000"/>
                </a:solidFill>
                <a:latin typeface="Fira Code" panose="020B0809050000020004" pitchFamily="49" charset="0"/>
              </a:rPr>
              <a:t>; </a:t>
            </a:r>
            <a:r>
              <a:rPr lang="en-US" sz="2000" dirty="0" err="1">
                <a:solidFill>
                  <a:srgbClr val="001080"/>
                </a:solidFill>
                <a:latin typeface="Fira Code" panose="020B0809050000020004" pitchFamily="49" charset="0"/>
              </a:rPr>
              <a:t>i</a:t>
            </a:r>
            <a:r>
              <a:rPr lang="en-US" sz="2000" dirty="0">
                <a:solidFill>
                  <a:srgbClr val="000000"/>
                </a:solidFill>
                <a:latin typeface="Fira Code" panose="020B0809050000020004" pitchFamily="49" charset="0"/>
              </a:rPr>
              <a:t>++)</a:t>
            </a:r>
          </a:p>
          <a:p>
            <a:pPr>
              <a:lnSpc>
                <a:spcPct val="113095"/>
              </a:lnSpc>
            </a:pPr>
            <a:r>
              <a:rPr lang="en-US" sz="2000" noProof="0" dirty="0">
                <a:solidFill>
                  <a:srgbClr val="AF00DB"/>
                </a:solidFill>
                <a:latin typeface="Fira Code" panose="020B0809050000020004" pitchFamily="49" charset="0"/>
              </a:rPr>
              <a:t>    for</a:t>
            </a:r>
            <a:r>
              <a:rPr lang="en-US" sz="2000" noProof="0" dirty="0">
                <a:solidFill>
                  <a:srgbClr val="000000"/>
                </a:solidFill>
                <a:latin typeface="Fira Code" panose="020B0809050000020004" pitchFamily="49" charset="0"/>
              </a:rPr>
              <a:t> (</a:t>
            </a:r>
            <a:r>
              <a:rPr lang="en-US" sz="2000" noProof="0" dirty="0">
                <a:solidFill>
                  <a:srgbClr val="0000FF"/>
                </a:solidFill>
                <a:latin typeface="Fira Code" panose="020B0809050000020004" pitchFamily="49" charset="0"/>
              </a:rPr>
              <a:t>int</a:t>
            </a:r>
            <a:r>
              <a:rPr lang="en-US" sz="2000" noProof="0" dirty="0">
                <a:solidFill>
                  <a:srgbClr val="000000"/>
                </a:solidFill>
                <a:latin typeface="Fira Code" panose="020B0809050000020004" pitchFamily="49" charset="0"/>
              </a:rPr>
              <a:t> </a:t>
            </a:r>
            <a:r>
              <a:rPr lang="en-US" sz="2000" noProof="0" dirty="0">
                <a:solidFill>
                  <a:srgbClr val="001080"/>
                </a:solidFill>
                <a:latin typeface="Fira Code" panose="020B0809050000020004" pitchFamily="49" charset="0"/>
              </a:rPr>
              <a:t>j</a:t>
            </a:r>
            <a:r>
              <a:rPr lang="en-US" sz="2000" noProof="0" dirty="0">
                <a:solidFill>
                  <a:srgbClr val="000000"/>
                </a:solidFill>
                <a:latin typeface="Fira Code" panose="020B0809050000020004" pitchFamily="49" charset="0"/>
              </a:rPr>
              <a:t> = </a:t>
            </a:r>
            <a:r>
              <a:rPr lang="en-US" sz="2000" noProof="0" dirty="0">
                <a:solidFill>
                  <a:srgbClr val="098658"/>
                </a:solidFill>
                <a:latin typeface="Fira Code" panose="020B0809050000020004" pitchFamily="49" charset="0"/>
              </a:rPr>
              <a:t>0</a:t>
            </a:r>
            <a:r>
              <a:rPr lang="en-US" sz="2000" noProof="0" dirty="0">
                <a:solidFill>
                  <a:srgbClr val="000000"/>
                </a:solidFill>
                <a:latin typeface="Fira Code" panose="020B0809050000020004" pitchFamily="49" charset="0"/>
              </a:rPr>
              <a:t>; </a:t>
            </a:r>
            <a:r>
              <a:rPr lang="en-US" sz="2000" noProof="0" dirty="0">
                <a:solidFill>
                  <a:srgbClr val="001080"/>
                </a:solidFill>
                <a:latin typeface="Fira Code" panose="020B0809050000020004" pitchFamily="49" charset="0"/>
              </a:rPr>
              <a:t>j</a:t>
            </a:r>
            <a:r>
              <a:rPr lang="en-US" sz="2000" noProof="0" dirty="0">
                <a:solidFill>
                  <a:srgbClr val="000000"/>
                </a:solidFill>
                <a:latin typeface="Fira Code" panose="020B0809050000020004" pitchFamily="49" charset="0"/>
              </a:rPr>
              <a:t> &lt; </a:t>
            </a:r>
            <a:r>
              <a:rPr lang="en-US" sz="2000" noProof="0" dirty="0">
                <a:solidFill>
                  <a:srgbClr val="0070C1"/>
                </a:solidFill>
                <a:latin typeface="Fira Code" panose="020B0809050000020004" pitchFamily="49" charset="0"/>
              </a:rPr>
              <a:t>N</a:t>
            </a:r>
            <a:r>
              <a:rPr lang="en-US" sz="2000" noProof="0" dirty="0">
                <a:solidFill>
                  <a:srgbClr val="000000"/>
                </a:solidFill>
                <a:latin typeface="Fira Code" panose="020B0809050000020004" pitchFamily="49" charset="0"/>
              </a:rPr>
              <a:t>; </a:t>
            </a:r>
            <a:r>
              <a:rPr lang="en-US" sz="2000" noProof="0" dirty="0" err="1">
                <a:solidFill>
                  <a:srgbClr val="001080"/>
                </a:solidFill>
                <a:latin typeface="Fira Code" panose="020B0809050000020004" pitchFamily="49" charset="0"/>
              </a:rPr>
              <a:t>j</a:t>
            </a:r>
            <a:r>
              <a:rPr lang="en-US" sz="2000" noProof="0" dirty="0" err="1">
                <a:solidFill>
                  <a:srgbClr val="000000"/>
                </a:solidFill>
                <a:latin typeface="Fira Code" panose="020B0809050000020004" pitchFamily="49" charset="0"/>
              </a:rPr>
              <a:t>++</a:t>
            </a:r>
            <a:r>
              <a:rPr lang="en-US" sz="2000" noProof="0" dirty="0">
                <a:solidFill>
                  <a:srgbClr val="000000"/>
                </a:solidFill>
                <a:latin typeface="Fira Code" panose="020B0809050000020004" pitchFamily="49" charset="0"/>
              </a:rPr>
              <a:t>)</a:t>
            </a:r>
          </a:p>
          <a:p>
            <a:pPr>
              <a:lnSpc>
                <a:spcPct val="113095"/>
              </a:lnSpc>
              <a:buNone/>
            </a:pPr>
            <a:r>
              <a:rPr lang="en-US" sz="2000" b="0" noProof="0" dirty="0">
                <a:solidFill>
                  <a:srgbClr val="000000"/>
                </a:solidFill>
                <a:effectLst/>
                <a:latin typeface="Fira Code" panose="020B0809050000020004" pitchFamily="49" charset="0"/>
              </a:rPr>
              <a:t>        </a:t>
            </a:r>
            <a:r>
              <a:rPr lang="en-US" sz="2000" b="0" noProof="0" dirty="0">
                <a:solidFill>
                  <a:srgbClr val="AF00DB"/>
                </a:solidFill>
                <a:effectLst/>
                <a:latin typeface="Fira Code" panose="020B0809050000020004" pitchFamily="49" charset="0"/>
              </a:rPr>
              <a:t>for</a:t>
            </a:r>
            <a:r>
              <a:rPr lang="en-US" sz="2000" b="0" noProof="0" dirty="0">
                <a:solidFill>
                  <a:srgbClr val="000000"/>
                </a:solidFill>
                <a:effectLst/>
                <a:latin typeface="Fira Code" panose="020B0809050000020004" pitchFamily="49" charset="0"/>
              </a:rPr>
              <a:t> (</a:t>
            </a:r>
            <a:r>
              <a:rPr lang="en-US" sz="2000" b="0" noProof="0" dirty="0">
                <a:solidFill>
                  <a:srgbClr val="0000FF"/>
                </a:solidFill>
                <a:effectLst/>
                <a:latin typeface="Fira Code" panose="020B0809050000020004" pitchFamily="49" charset="0"/>
              </a:rPr>
              <a:t>int</a:t>
            </a:r>
            <a:r>
              <a:rPr lang="en-US" sz="2000" b="0" noProof="0" dirty="0">
                <a:solidFill>
                  <a:srgbClr val="000000"/>
                </a:solidFill>
                <a:effectLst/>
                <a:latin typeface="Fira Code" panose="020B0809050000020004" pitchFamily="49" charset="0"/>
              </a:rPr>
              <a:t> </a:t>
            </a:r>
            <a:r>
              <a:rPr lang="en-US" sz="2000" b="0" noProof="0" dirty="0">
                <a:solidFill>
                  <a:srgbClr val="001080"/>
                </a:solidFill>
                <a:effectLst/>
                <a:latin typeface="Fira Code" panose="020B0809050000020004" pitchFamily="49" charset="0"/>
              </a:rPr>
              <a:t>k</a:t>
            </a:r>
            <a:r>
              <a:rPr lang="en-US" sz="2000" b="0" noProof="0" dirty="0">
                <a:solidFill>
                  <a:srgbClr val="000000"/>
                </a:solidFill>
                <a:effectLst/>
                <a:latin typeface="Fira Code" panose="020B0809050000020004" pitchFamily="49" charset="0"/>
              </a:rPr>
              <a:t> = </a:t>
            </a:r>
            <a:r>
              <a:rPr lang="en-US" sz="2000" b="0" noProof="0" dirty="0">
                <a:solidFill>
                  <a:srgbClr val="098658"/>
                </a:solidFill>
                <a:effectLst/>
                <a:latin typeface="Fira Code" panose="020B0809050000020004" pitchFamily="49" charset="0"/>
              </a:rPr>
              <a:t>0</a:t>
            </a:r>
            <a:r>
              <a:rPr lang="en-US" sz="2000" b="0" noProof="0" dirty="0">
                <a:solidFill>
                  <a:srgbClr val="000000"/>
                </a:solidFill>
                <a:effectLst/>
                <a:latin typeface="Fira Code" panose="020B0809050000020004" pitchFamily="49" charset="0"/>
              </a:rPr>
              <a:t>; </a:t>
            </a:r>
            <a:r>
              <a:rPr lang="en-US" sz="2000" b="0" noProof="0" dirty="0">
                <a:solidFill>
                  <a:srgbClr val="001080"/>
                </a:solidFill>
                <a:effectLst/>
                <a:latin typeface="Fira Code" panose="020B0809050000020004" pitchFamily="49" charset="0"/>
              </a:rPr>
              <a:t>k</a:t>
            </a:r>
            <a:r>
              <a:rPr lang="en-US" sz="2000" b="0" noProof="0" dirty="0">
                <a:solidFill>
                  <a:srgbClr val="000000"/>
                </a:solidFill>
                <a:effectLst/>
                <a:latin typeface="Fira Code" panose="020B0809050000020004" pitchFamily="49" charset="0"/>
              </a:rPr>
              <a:t> &lt; </a:t>
            </a:r>
            <a:r>
              <a:rPr lang="en-US" sz="2000" b="0" noProof="0" dirty="0">
                <a:solidFill>
                  <a:srgbClr val="0070C1"/>
                </a:solidFill>
                <a:effectLst/>
                <a:latin typeface="Fira Code" panose="020B0809050000020004" pitchFamily="49" charset="0"/>
              </a:rPr>
              <a:t>K</a:t>
            </a:r>
            <a:r>
              <a:rPr lang="en-US" sz="2000" b="0" noProof="0" dirty="0">
                <a:solidFill>
                  <a:srgbClr val="000000"/>
                </a:solidFill>
                <a:effectLst/>
                <a:latin typeface="Fira Code" panose="020B0809050000020004" pitchFamily="49" charset="0"/>
              </a:rPr>
              <a:t>; </a:t>
            </a:r>
            <a:r>
              <a:rPr lang="en-US" sz="2000" b="0" noProof="0" dirty="0">
                <a:solidFill>
                  <a:srgbClr val="001080"/>
                </a:solidFill>
                <a:effectLst/>
                <a:latin typeface="Fira Code" panose="020B0809050000020004" pitchFamily="49" charset="0"/>
              </a:rPr>
              <a:t>k</a:t>
            </a:r>
            <a:r>
              <a:rPr lang="en-US" sz="2000" b="0" noProof="0" dirty="0">
                <a:solidFill>
                  <a:srgbClr val="000000"/>
                </a:solidFill>
                <a:effectLst/>
                <a:latin typeface="Fira Code" panose="020B0809050000020004" pitchFamily="49" charset="0"/>
              </a:rPr>
              <a:t>++)</a:t>
            </a:r>
          </a:p>
          <a:p>
            <a:pPr>
              <a:lnSpc>
                <a:spcPct val="113095"/>
              </a:lnSpc>
              <a:buNone/>
            </a:pPr>
            <a:r>
              <a:rPr lang="en-US" sz="2000" b="0" noProof="0" dirty="0">
                <a:solidFill>
                  <a:srgbClr val="000000"/>
                </a:solidFill>
                <a:effectLst/>
                <a:latin typeface="Fira Code" panose="020B0809050000020004" pitchFamily="49" charset="0"/>
              </a:rPr>
              <a:t>            </a:t>
            </a:r>
            <a:r>
              <a:rPr lang="en-US" sz="2000" b="0" noProof="0" dirty="0">
                <a:solidFill>
                  <a:srgbClr val="001080"/>
                </a:solidFill>
                <a:effectLst/>
                <a:latin typeface="Fira Code" panose="020B0809050000020004" pitchFamily="49" charset="0"/>
              </a:rPr>
              <a:t>C</a:t>
            </a:r>
            <a:r>
              <a:rPr lang="en-US" sz="2000" b="0" noProof="0" dirty="0">
                <a:solidFill>
                  <a:srgbClr val="000000"/>
                </a:solidFill>
                <a:effectLst/>
                <a:latin typeface="Fira Code" panose="020B0809050000020004" pitchFamily="49" charset="0"/>
              </a:rPr>
              <a:t>[</a:t>
            </a:r>
            <a:r>
              <a:rPr lang="en-US" sz="2000" b="0" noProof="0" dirty="0" err="1">
                <a:solidFill>
                  <a:srgbClr val="001080"/>
                </a:solidFill>
                <a:effectLst/>
                <a:latin typeface="Fira Code" panose="020B0809050000020004" pitchFamily="49" charset="0"/>
              </a:rPr>
              <a:t>i</a:t>
            </a:r>
            <a:r>
              <a:rPr lang="en-US" sz="2000" b="0" noProof="0" dirty="0">
                <a:solidFill>
                  <a:srgbClr val="000000"/>
                </a:solidFill>
                <a:effectLst/>
                <a:latin typeface="Fira Code" panose="020B0809050000020004" pitchFamily="49" charset="0"/>
              </a:rPr>
              <a:t>][</a:t>
            </a:r>
            <a:r>
              <a:rPr lang="en-US" sz="2000" b="0" noProof="0" dirty="0">
                <a:solidFill>
                  <a:srgbClr val="001080"/>
                </a:solidFill>
                <a:effectLst/>
                <a:latin typeface="Fira Code" panose="020B0809050000020004" pitchFamily="49" charset="0"/>
              </a:rPr>
              <a:t>j</a:t>
            </a:r>
            <a:r>
              <a:rPr lang="en-US" sz="2000" b="0" noProof="0" dirty="0">
                <a:solidFill>
                  <a:srgbClr val="000000"/>
                </a:solidFill>
                <a:effectLst/>
                <a:latin typeface="Fira Code" panose="020B0809050000020004" pitchFamily="49" charset="0"/>
              </a:rPr>
              <a:t>] += </a:t>
            </a:r>
            <a:r>
              <a:rPr lang="en-US" sz="2000" b="0" noProof="0" dirty="0">
                <a:solidFill>
                  <a:srgbClr val="001080"/>
                </a:solidFill>
                <a:effectLst/>
                <a:latin typeface="Fira Code" panose="020B0809050000020004" pitchFamily="49" charset="0"/>
              </a:rPr>
              <a:t>A</a:t>
            </a:r>
            <a:r>
              <a:rPr lang="en-US" sz="2000" b="0" noProof="0" dirty="0">
                <a:solidFill>
                  <a:srgbClr val="000000"/>
                </a:solidFill>
                <a:effectLst/>
                <a:latin typeface="Fira Code" panose="020B0809050000020004" pitchFamily="49" charset="0"/>
              </a:rPr>
              <a:t>[</a:t>
            </a:r>
            <a:r>
              <a:rPr lang="en-US" sz="2000" b="0" noProof="0" dirty="0" err="1">
                <a:solidFill>
                  <a:srgbClr val="001080"/>
                </a:solidFill>
                <a:effectLst/>
                <a:latin typeface="Fira Code" panose="020B0809050000020004" pitchFamily="49" charset="0"/>
              </a:rPr>
              <a:t>i</a:t>
            </a:r>
            <a:r>
              <a:rPr lang="en-US" sz="2000" b="0" noProof="0" dirty="0">
                <a:solidFill>
                  <a:srgbClr val="000000"/>
                </a:solidFill>
                <a:effectLst/>
                <a:latin typeface="Fira Code" panose="020B0809050000020004" pitchFamily="49" charset="0"/>
              </a:rPr>
              <a:t>][</a:t>
            </a:r>
            <a:r>
              <a:rPr lang="en-US" sz="2000" b="0" noProof="0" dirty="0">
                <a:solidFill>
                  <a:srgbClr val="001080"/>
                </a:solidFill>
                <a:effectLst/>
                <a:latin typeface="Fira Code" panose="020B0809050000020004" pitchFamily="49" charset="0"/>
              </a:rPr>
              <a:t>k</a:t>
            </a:r>
            <a:r>
              <a:rPr lang="en-US" sz="2000" b="0" noProof="0" dirty="0">
                <a:solidFill>
                  <a:srgbClr val="000000"/>
                </a:solidFill>
                <a:effectLst/>
                <a:latin typeface="Fira Code" panose="020B0809050000020004" pitchFamily="49" charset="0"/>
              </a:rPr>
              <a:t>] * </a:t>
            </a:r>
            <a:r>
              <a:rPr lang="en-US" sz="2000" b="0" noProof="0" dirty="0">
                <a:solidFill>
                  <a:srgbClr val="001080"/>
                </a:solidFill>
                <a:effectLst/>
                <a:latin typeface="Fira Code" panose="020B0809050000020004" pitchFamily="49" charset="0"/>
              </a:rPr>
              <a:t>B</a:t>
            </a:r>
            <a:r>
              <a:rPr lang="en-US" sz="2000" b="0" noProof="0" dirty="0">
                <a:solidFill>
                  <a:srgbClr val="000000"/>
                </a:solidFill>
                <a:effectLst/>
                <a:latin typeface="Fira Code" panose="020B0809050000020004" pitchFamily="49" charset="0"/>
              </a:rPr>
              <a:t>[</a:t>
            </a:r>
            <a:r>
              <a:rPr lang="en-US" sz="2000" b="0" noProof="0" dirty="0">
                <a:solidFill>
                  <a:srgbClr val="001080"/>
                </a:solidFill>
                <a:effectLst/>
                <a:latin typeface="Fira Code" panose="020B0809050000020004" pitchFamily="49" charset="0"/>
              </a:rPr>
              <a:t>k</a:t>
            </a:r>
            <a:r>
              <a:rPr lang="en-US" sz="2000" b="0" noProof="0" dirty="0">
                <a:solidFill>
                  <a:srgbClr val="000000"/>
                </a:solidFill>
                <a:effectLst/>
                <a:latin typeface="Fira Code" panose="020B0809050000020004" pitchFamily="49" charset="0"/>
              </a:rPr>
              <a:t>][</a:t>
            </a:r>
            <a:r>
              <a:rPr lang="en-US" sz="2000" b="0" noProof="0" dirty="0">
                <a:solidFill>
                  <a:srgbClr val="001080"/>
                </a:solidFill>
                <a:effectLst/>
                <a:latin typeface="Fira Code" panose="020B0809050000020004" pitchFamily="49" charset="0"/>
              </a:rPr>
              <a:t>j</a:t>
            </a:r>
            <a:r>
              <a:rPr lang="en-US" sz="2000" b="0" noProof="0" dirty="0">
                <a:solidFill>
                  <a:srgbClr val="000000"/>
                </a:solidFill>
                <a:effectLst/>
                <a:latin typeface="Fira Code" panose="020B0809050000020004" pitchFamily="49" charset="0"/>
              </a:rPr>
              <a:t>];</a:t>
            </a:r>
          </a:p>
        </p:txBody>
      </p:sp>
      <p:grpSp>
        <p:nvGrpSpPr>
          <p:cNvPr id="182" name="Group 181">
            <a:extLst>
              <a:ext uri="{FF2B5EF4-FFF2-40B4-BE49-F238E27FC236}">
                <a16:creationId xmlns:a16="http://schemas.microsoft.com/office/drawing/2014/main" id="{55E44A02-900A-CE23-2B9A-A1AC40B14A06}"/>
              </a:ext>
            </a:extLst>
          </p:cNvPr>
          <p:cNvGrpSpPr/>
          <p:nvPr>
            <p:custDataLst>
              <p:tags r:id="rId7"/>
            </p:custDataLst>
          </p:nvPr>
        </p:nvGrpSpPr>
        <p:grpSpPr>
          <a:xfrm>
            <a:off x="328569" y="1596409"/>
            <a:ext cx="4003009" cy="1832591"/>
            <a:chOff x="1106463" y="1862333"/>
            <a:chExt cx="4003009" cy="1832591"/>
          </a:xfrm>
        </p:grpSpPr>
        <p:sp>
          <p:nvSpPr>
            <p:cNvPr id="181" name="Rectangle 180">
              <a:extLst>
                <a:ext uri="{FF2B5EF4-FFF2-40B4-BE49-F238E27FC236}">
                  <a16:creationId xmlns:a16="http://schemas.microsoft.com/office/drawing/2014/main" id="{2162B464-D86A-47B9-02C3-76C1BCAF74E6}"/>
                </a:ext>
              </a:extLst>
            </p:cNvPr>
            <p:cNvSpPr/>
            <p:nvPr/>
          </p:nvSpPr>
          <p:spPr>
            <a:xfrm>
              <a:off x="1174826" y="1909733"/>
              <a:ext cx="3934646" cy="1705003"/>
            </a:xfrm>
            <a:prstGeom prst="rect">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000" noProof="0" dirty="0"/>
            </a:p>
          </p:txBody>
        </p:sp>
        <p:grpSp>
          <p:nvGrpSpPr>
            <p:cNvPr id="180" name="Group 179">
              <a:extLst>
                <a:ext uri="{FF2B5EF4-FFF2-40B4-BE49-F238E27FC236}">
                  <a16:creationId xmlns:a16="http://schemas.microsoft.com/office/drawing/2014/main" id="{6C8158FA-BF04-B836-6345-E003D8A64948}"/>
                </a:ext>
              </a:extLst>
            </p:cNvPr>
            <p:cNvGrpSpPr/>
            <p:nvPr/>
          </p:nvGrpSpPr>
          <p:grpSpPr>
            <a:xfrm>
              <a:off x="1106463" y="1862333"/>
              <a:ext cx="3955707" cy="1832591"/>
              <a:chOff x="37909" y="1664560"/>
              <a:chExt cx="5395542" cy="2499634"/>
            </a:xfrm>
          </p:grpSpPr>
          <p:grpSp>
            <p:nvGrpSpPr>
              <p:cNvPr id="159" name="Group 158">
                <a:extLst>
                  <a:ext uri="{FF2B5EF4-FFF2-40B4-BE49-F238E27FC236}">
                    <a16:creationId xmlns:a16="http://schemas.microsoft.com/office/drawing/2014/main" id="{414EBBB8-234A-574C-E129-278C9228AE06}"/>
                  </a:ext>
                </a:extLst>
              </p:cNvPr>
              <p:cNvGrpSpPr/>
              <p:nvPr/>
            </p:nvGrpSpPr>
            <p:grpSpPr>
              <a:xfrm>
                <a:off x="1986005" y="2286000"/>
                <a:ext cx="1524000" cy="1143000"/>
                <a:chOff x="1485283" y="2286000"/>
                <a:chExt cx="1524000" cy="1143000"/>
              </a:xfrm>
            </p:grpSpPr>
            <p:sp>
              <p:nvSpPr>
                <p:cNvPr id="79" name="Rectangle 78">
                  <a:extLst>
                    <a:ext uri="{FF2B5EF4-FFF2-40B4-BE49-F238E27FC236}">
                      <a16:creationId xmlns:a16="http://schemas.microsoft.com/office/drawing/2014/main" id="{50079027-377A-0D56-8EED-00C46E3359ED}"/>
                    </a:ext>
                  </a:extLst>
                </p:cNvPr>
                <p:cNvSpPr/>
                <p:nvPr/>
              </p:nvSpPr>
              <p:spPr>
                <a:xfrm>
                  <a:off x="1485283" y="2286000"/>
                  <a:ext cx="381000" cy="381000"/>
                </a:xfrm>
                <a:prstGeom prst="rect">
                  <a:avLst/>
                </a:prstGeom>
                <a:solidFill>
                  <a:srgbClr val="F8CECC"/>
                </a:solidFill>
                <a:ln w="9525" cap="flat">
                  <a:solidFill>
                    <a:srgbClr val="B85450"/>
                  </a:solidFill>
                  <a:prstDash val="solid"/>
                  <a:miter/>
                </a:ln>
              </p:spPr>
              <p:txBody>
                <a:bodyPr/>
                <a:lstStyle/>
                <a:p>
                  <a:endParaRPr lang="en-US" sz="2000" noProof="0" dirty="0"/>
                </a:p>
              </p:txBody>
            </p:sp>
            <p:sp>
              <p:nvSpPr>
                <p:cNvPr id="81" name="Rectangle 80">
                  <a:extLst>
                    <a:ext uri="{FF2B5EF4-FFF2-40B4-BE49-F238E27FC236}">
                      <a16:creationId xmlns:a16="http://schemas.microsoft.com/office/drawing/2014/main" id="{C341F50F-8363-1E45-8923-E81E0F5B31C2}"/>
                    </a:ext>
                  </a:extLst>
                </p:cNvPr>
                <p:cNvSpPr/>
                <p:nvPr/>
              </p:nvSpPr>
              <p:spPr>
                <a:xfrm>
                  <a:off x="1866283" y="2286000"/>
                  <a:ext cx="381000" cy="381000"/>
                </a:xfrm>
                <a:prstGeom prst="rect">
                  <a:avLst/>
                </a:prstGeom>
                <a:solidFill>
                  <a:srgbClr val="F8CECC"/>
                </a:solidFill>
                <a:ln w="9525" cap="flat">
                  <a:solidFill>
                    <a:srgbClr val="B85450"/>
                  </a:solidFill>
                  <a:prstDash val="solid"/>
                  <a:miter/>
                </a:ln>
              </p:spPr>
              <p:txBody>
                <a:bodyPr/>
                <a:lstStyle/>
                <a:p>
                  <a:endParaRPr lang="en-US" sz="2000" noProof="0" dirty="0"/>
                </a:p>
              </p:txBody>
            </p:sp>
            <p:sp>
              <p:nvSpPr>
                <p:cNvPr id="83" name="Rectangle 82">
                  <a:extLst>
                    <a:ext uri="{FF2B5EF4-FFF2-40B4-BE49-F238E27FC236}">
                      <a16:creationId xmlns:a16="http://schemas.microsoft.com/office/drawing/2014/main" id="{889C340E-7178-DC8E-7370-24941D202A24}"/>
                    </a:ext>
                  </a:extLst>
                </p:cNvPr>
                <p:cNvSpPr/>
                <p:nvPr/>
              </p:nvSpPr>
              <p:spPr>
                <a:xfrm>
                  <a:off x="2247283" y="2286000"/>
                  <a:ext cx="381000" cy="381000"/>
                </a:xfrm>
                <a:prstGeom prst="rect">
                  <a:avLst/>
                </a:prstGeom>
                <a:solidFill>
                  <a:srgbClr val="F8CECC"/>
                </a:solidFill>
                <a:ln w="9525" cap="flat">
                  <a:solidFill>
                    <a:srgbClr val="B85450"/>
                  </a:solidFill>
                  <a:prstDash val="solid"/>
                  <a:miter/>
                </a:ln>
              </p:spPr>
              <p:txBody>
                <a:bodyPr/>
                <a:lstStyle/>
                <a:p>
                  <a:endParaRPr lang="en-US" sz="2000" noProof="0" dirty="0"/>
                </a:p>
              </p:txBody>
            </p:sp>
            <p:sp>
              <p:nvSpPr>
                <p:cNvPr id="85" name="Rectangle 84">
                  <a:extLst>
                    <a:ext uri="{FF2B5EF4-FFF2-40B4-BE49-F238E27FC236}">
                      <a16:creationId xmlns:a16="http://schemas.microsoft.com/office/drawing/2014/main" id="{A2295BDB-D0D2-2060-2DE1-A027439DF75B}"/>
                    </a:ext>
                  </a:extLst>
                </p:cNvPr>
                <p:cNvSpPr/>
                <p:nvPr/>
              </p:nvSpPr>
              <p:spPr>
                <a:xfrm>
                  <a:off x="2628283" y="2286000"/>
                  <a:ext cx="381000" cy="381000"/>
                </a:xfrm>
                <a:prstGeom prst="rect">
                  <a:avLst/>
                </a:prstGeom>
                <a:solidFill>
                  <a:srgbClr val="F8CECC"/>
                </a:solidFill>
                <a:ln w="9525" cap="flat">
                  <a:solidFill>
                    <a:srgbClr val="B85450"/>
                  </a:solidFill>
                  <a:prstDash val="solid"/>
                  <a:miter/>
                </a:ln>
              </p:spPr>
              <p:txBody>
                <a:bodyPr/>
                <a:lstStyle/>
                <a:p>
                  <a:endParaRPr lang="en-US" sz="2000" noProof="0" dirty="0"/>
                </a:p>
              </p:txBody>
            </p:sp>
            <p:sp>
              <p:nvSpPr>
                <p:cNvPr id="87" name="Rectangle 86">
                  <a:extLst>
                    <a:ext uri="{FF2B5EF4-FFF2-40B4-BE49-F238E27FC236}">
                      <a16:creationId xmlns:a16="http://schemas.microsoft.com/office/drawing/2014/main" id="{684EBD2F-A037-CFF5-7635-EBB7B7DB1CD4}"/>
                    </a:ext>
                  </a:extLst>
                </p:cNvPr>
                <p:cNvSpPr/>
                <p:nvPr/>
              </p:nvSpPr>
              <p:spPr>
                <a:xfrm>
                  <a:off x="1485283" y="2667000"/>
                  <a:ext cx="381000" cy="381000"/>
                </a:xfrm>
                <a:prstGeom prst="rect">
                  <a:avLst/>
                </a:prstGeom>
                <a:solidFill>
                  <a:srgbClr val="F8CECC"/>
                </a:solidFill>
                <a:ln w="9525" cap="flat">
                  <a:solidFill>
                    <a:srgbClr val="B85450"/>
                  </a:solidFill>
                  <a:prstDash val="solid"/>
                  <a:miter/>
                </a:ln>
              </p:spPr>
              <p:txBody>
                <a:bodyPr/>
                <a:lstStyle/>
                <a:p>
                  <a:endParaRPr lang="en-US" sz="2000" noProof="0" dirty="0"/>
                </a:p>
              </p:txBody>
            </p:sp>
            <p:sp>
              <p:nvSpPr>
                <p:cNvPr id="89" name="Rectangle 88">
                  <a:extLst>
                    <a:ext uri="{FF2B5EF4-FFF2-40B4-BE49-F238E27FC236}">
                      <a16:creationId xmlns:a16="http://schemas.microsoft.com/office/drawing/2014/main" id="{F7058789-0C71-4093-964C-065E9DAA1B5F}"/>
                    </a:ext>
                  </a:extLst>
                </p:cNvPr>
                <p:cNvSpPr/>
                <p:nvPr/>
              </p:nvSpPr>
              <p:spPr>
                <a:xfrm>
                  <a:off x="1866283" y="2667000"/>
                  <a:ext cx="381000" cy="381000"/>
                </a:xfrm>
                <a:prstGeom prst="rect">
                  <a:avLst/>
                </a:prstGeom>
                <a:solidFill>
                  <a:srgbClr val="F8CECC"/>
                </a:solidFill>
                <a:ln w="9525" cap="flat">
                  <a:solidFill>
                    <a:srgbClr val="B85450"/>
                  </a:solidFill>
                  <a:prstDash val="solid"/>
                  <a:miter/>
                </a:ln>
              </p:spPr>
              <p:txBody>
                <a:bodyPr/>
                <a:lstStyle/>
                <a:p>
                  <a:endParaRPr lang="en-US" sz="2000" noProof="0" dirty="0"/>
                </a:p>
              </p:txBody>
            </p:sp>
            <p:sp>
              <p:nvSpPr>
                <p:cNvPr id="91" name="Rectangle 90">
                  <a:extLst>
                    <a:ext uri="{FF2B5EF4-FFF2-40B4-BE49-F238E27FC236}">
                      <a16:creationId xmlns:a16="http://schemas.microsoft.com/office/drawing/2014/main" id="{6EA4D36E-18DE-0BCE-A502-A7D295509793}"/>
                    </a:ext>
                  </a:extLst>
                </p:cNvPr>
                <p:cNvSpPr/>
                <p:nvPr/>
              </p:nvSpPr>
              <p:spPr>
                <a:xfrm>
                  <a:off x="2247283" y="2667000"/>
                  <a:ext cx="381000" cy="381000"/>
                </a:xfrm>
                <a:prstGeom prst="rect">
                  <a:avLst/>
                </a:prstGeom>
                <a:solidFill>
                  <a:srgbClr val="F8CECC"/>
                </a:solidFill>
                <a:ln w="9525" cap="flat">
                  <a:solidFill>
                    <a:srgbClr val="B85450"/>
                  </a:solidFill>
                  <a:prstDash val="solid"/>
                  <a:miter/>
                </a:ln>
              </p:spPr>
              <p:txBody>
                <a:bodyPr/>
                <a:lstStyle/>
                <a:p>
                  <a:endParaRPr lang="en-US" sz="2000" noProof="0" dirty="0"/>
                </a:p>
              </p:txBody>
            </p:sp>
            <p:sp>
              <p:nvSpPr>
                <p:cNvPr id="93" name="Rectangle 92">
                  <a:extLst>
                    <a:ext uri="{FF2B5EF4-FFF2-40B4-BE49-F238E27FC236}">
                      <a16:creationId xmlns:a16="http://schemas.microsoft.com/office/drawing/2014/main" id="{DDB0F9C4-12F3-C24D-F5AD-2DA2D3F86912}"/>
                    </a:ext>
                  </a:extLst>
                </p:cNvPr>
                <p:cNvSpPr/>
                <p:nvPr/>
              </p:nvSpPr>
              <p:spPr>
                <a:xfrm>
                  <a:off x="2628283" y="2667000"/>
                  <a:ext cx="381000" cy="381000"/>
                </a:xfrm>
                <a:prstGeom prst="rect">
                  <a:avLst/>
                </a:prstGeom>
                <a:solidFill>
                  <a:srgbClr val="F8CECC"/>
                </a:solidFill>
                <a:ln w="9525" cap="flat">
                  <a:solidFill>
                    <a:srgbClr val="B85450"/>
                  </a:solidFill>
                  <a:prstDash val="solid"/>
                  <a:miter/>
                </a:ln>
              </p:spPr>
              <p:txBody>
                <a:bodyPr/>
                <a:lstStyle/>
                <a:p>
                  <a:endParaRPr lang="en-US" sz="2000" noProof="0" dirty="0"/>
                </a:p>
              </p:txBody>
            </p:sp>
            <p:sp>
              <p:nvSpPr>
                <p:cNvPr id="95" name="Rectangle 94">
                  <a:extLst>
                    <a:ext uri="{FF2B5EF4-FFF2-40B4-BE49-F238E27FC236}">
                      <a16:creationId xmlns:a16="http://schemas.microsoft.com/office/drawing/2014/main" id="{D4DD1CD8-2470-7487-2E6E-F817302558F9}"/>
                    </a:ext>
                  </a:extLst>
                </p:cNvPr>
                <p:cNvSpPr/>
                <p:nvPr/>
              </p:nvSpPr>
              <p:spPr>
                <a:xfrm>
                  <a:off x="1485283" y="3048000"/>
                  <a:ext cx="381000" cy="381000"/>
                </a:xfrm>
                <a:prstGeom prst="rect">
                  <a:avLst/>
                </a:prstGeom>
                <a:solidFill>
                  <a:srgbClr val="F8CECC"/>
                </a:solidFill>
                <a:ln w="9525" cap="flat">
                  <a:solidFill>
                    <a:srgbClr val="B85450"/>
                  </a:solidFill>
                  <a:prstDash val="solid"/>
                  <a:miter/>
                </a:ln>
              </p:spPr>
              <p:txBody>
                <a:bodyPr/>
                <a:lstStyle/>
                <a:p>
                  <a:endParaRPr lang="en-US" sz="2000" noProof="0" dirty="0"/>
                </a:p>
              </p:txBody>
            </p:sp>
            <p:sp>
              <p:nvSpPr>
                <p:cNvPr id="97" name="Rectangle 96">
                  <a:extLst>
                    <a:ext uri="{FF2B5EF4-FFF2-40B4-BE49-F238E27FC236}">
                      <a16:creationId xmlns:a16="http://schemas.microsoft.com/office/drawing/2014/main" id="{36F0AF8A-2C80-C539-F256-FB33FA65DEA6}"/>
                    </a:ext>
                  </a:extLst>
                </p:cNvPr>
                <p:cNvSpPr/>
                <p:nvPr/>
              </p:nvSpPr>
              <p:spPr>
                <a:xfrm>
                  <a:off x="1866283" y="3048000"/>
                  <a:ext cx="381000" cy="381000"/>
                </a:xfrm>
                <a:prstGeom prst="rect">
                  <a:avLst/>
                </a:prstGeom>
                <a:solidFill>
                  <a:srgbClr val="F8CECC"/>
                </a:solidFill>
                <a:ln w="9525" cap="flat">
                  <a:solidFill>
                    <a:srgbClr val="B85450"/>
                  </a:solidFill>
                  <a:prstDash val="solid"/>
                  <a:miter/>
                </a:ln>
              </p:spPr>
              <p:txBody>
                <a:bodyPr/>
                <a:lstStyle/>
                <a:p>
                  <a:endParaRPr lang="en-US" sz="2000" noProof="0" dirty="0"/>
                </a:p>
              </p:txBody>
            </p:sp>
            <p:sp>
              <p:nvSpPr>
                <p:cNvPr id="99" name="Rectangle 98">
                  <a:extLst>
                    <a:ext uri="{FF2B5EF4-FFF2-40B4-BE49-F238E27FC236}">
                      <a16:creationId xmlns:a16="http://schemas.microsoft.com/office/drawing/2014/main" id="{DF403CFD-DEA2-D2C9-0991-1EFCB8947EC3}"/>
                    </a:ext>
                  </a:extLst>
                </p:cNvPr>
                <p:cNvSpPr/>
                <p:nvPr/>
              </p:nvSpPr>
              <p:spPr>
                <a:xfrm>
                  <a:off x="2247283" y="3048000"/>
                  <a:ext cx="381000" cy="381000"/>
                </a:xfrm>
                <a:prstGeom prst="rect">
                  <a:avLst/>
                </a:prstGeom>
                <a:solidFill>
                  <a:srgbClr val="F8CECC"/>
                </a:solidFill>
                <a:ln w="9525" cap="flat">
                  <a:solidFill>
                    <a:srgbClr val="B85450"/>
                  </a:solidFill>
                  <a:prstDash val="solid"/>
                  <a:miter/>
                </a:ln>
              </p:spPr>
              <p:txBody>
                <a:bodyPr/>
                <a:lstStyle/>
                <a:p>
                  <a:endParaRPr lang="en-US" sz="2000" noProof="0" dirty="0"/>
                </a:p>
              </p:txBody>
            </p:sp>
            <p:sp>
              <p:nvSpPr>
                <p:cNvPr id="101" name="Rectangle 100">
                  <a:extLst>
                    <a:ext uri="{FF2B5EF4-FFF2-40B4-BE49-F238E27FC236}">
                      <a16:creationId xmlns:a16="http://schemas.microsoft.com/office/drawing/2014/main" id="{DF46E15B-473F-7866-7C35-B6501FF8CAE6}"/>
                    </a:ext>
                  </a:extLst>
                </p:cNvPr>
                <p:cNvSpPr/>
                <p:nvPr/>
              </p:nvSpPr>
              <p:spPr>
                <a:xfrm>
                  <a:off x="2628283" y="3048000"/>
                  <a:ext cx="381000" cy="381000"/>
                </a:xfrm>
                <a:prstGeom prst="rect">
                  <a:avLst/>
                </a:prstGeom>
                <a:solidFill>
                  <a:srgbClr val="F8CECC"/>
                </a:solidFill>
                <a:ln w="9525" cap="flat">
                  <a:solidFill>
                    <a:srgbClr val="B85450"/>
                  </a:solidFill>
                  <a:prstDash val="solid"/>
                  <a:miter/>
                </a:ln>
              </p:spPr>
              <p:txBody>
                <a:bodyPr/>
                <a:lstStyle/>
                <a:p>
                  <a:endParaRPr lang="en-US" sz="2000" noProof="0" dirty="0"/>
                </a:p>
              </p:txBody>
            </p:sp>
          </p:grpSp>
          <p:grpSp>
            <p:nvGrpSpPr>
              <p:cNvPr id="160" name="Group 159">
                <a:extLst>
                  <a:ext uri="{FF2B5EF4-FFF2-40B4-BE49-F238E27FC236}">
                    <a16:creationId xmlns:a16="http://schemas.microsoft.com/office/drawing/2014/main" id="{985BB3A7-1EBB-ACBF-0F3A-66F8C8BF504B}"/>
                  </a:ext>
                </a:extLst>
              </p:cNvPr>
              <p:cNvGrpSpPr/>
              <p:nvPr/>
            </p:nvGrpSpPr>
            <p:grpSpPr>
              <a:xfrm>
                <a:off x="507500" y="2097603"/>
                <a:ext cx="1143000" cy="1524000"/>
                <a:chOff x="151783" y="2071688"/>
                <a:chExt cx="1143000" cy="1524000"/>
              </a:xfrm>
            </p:grpSpPr>
            <p:sp>
              <p:nvSpPr>
                <p:cNvPr id="103" name="Rectangle 102">
                  <a:extLst>
                    <a:ext uri="{FF2B5EF4-FFF2-40B4-BE49-F238E27FC236}">
                      <a16:creationId xmlns:a16="http://schemas.microsoft.com/office/drawing/2014/main" id="{57D7E4B5-4F4E-61EB-9917-FA056266081A}"/>
                    </a:ext>
                  </a:extLst>
                </p:cNvPr>
                <p:cNvSpPr/>
                <p:nvPr/>
              </p:nvSpPr>
              <p:spPr>
                <a:xfrm>
                  <a:off x="151783" y="2071688"/>
                  <a:ext cx="381000" cy="381000"/>
                </a:xfrm>
                <a:prstGeom prst="rect">
                  <a:avLst/>
                </a:prstGeom>
                <a:solidFill>
                  <a:srgbClr val="D5E8D4"/>
                </a:solidFill>
                <a:ln w="9525" cap="flat">
                  <a:solidFill>
                    <a:srgbClr val="82B366"/>
                  </a:solidFill>
                  <a:prstDash val="solid"/>
                  <a:miter/>
                </a:ln>
              </p:spPr>
              <p:txBody>
                <a:bodyPr/>
                <a:lstStyle/>
                <a:p>
                  <a:endParaRPr lang="en-US" sz="2000" noProof="0" dirty="0"/>
                </a:p>
              </p:txBody>
            </p:sp>
            <p:sp>
              <p:nvSpPr>
                <p:cNvPr id="105" name="Rectangle 104">
                  <a:extLst>
                    <a:ext uri="{FF2B5EF4-FFF2-40B4-BE49-F238E27FC236}">
                      <a16:creationId xmlns:a16="http://schemas.microsoft.com/office/drawing/2014/main" id="{7D00D5EA-0890-B00D-950A-65D287102D6E}"/>
                    </a:ext>
                  </a:extLst>
                </p:cNvPr>
                <p:cNvSpPr/>
                <p:nvPr/>
              </p:nvSpPr>
              <p:spPr>
                <a:xfrm>
                  <a:off x="532783" y="2071688"/>
                  <a:ext cx="381000" cy="381000"/>
                </a:xfrm>
                <a:prstGeom prst="rect">
                  <a:avLst/>
                </a:prstGeom>
                <a:solidFill>
                  <a:srgbClr val="D5E8D4"/>
                </a:solidFill>
                <a:ln w="9525" cap="flat">
                  <a:solidFill>
                    <a:srgbClr val="82B366"/>
                  </a:solidFill>
                  <a:prstDash val="solid"/>
                  <a:miter/>
                </a:ln>
              </p:spPr>
              <p:txBody>
                <a:bodyPr/>
                <a:lstStyle/>
                <a:p>
                  <a:endParaRPr lang="en-US" sz="2000" noProof="0" dirty="0"/>
                </a:p>
              </p:txBody>
            </p:sp>
            <p:sp>
              <p:nvSpPr>
                <p:cNvPr id="107" name="Rectangle 106">
                  <a:extLst>
                    <a:ext uri="{FF2B5EF4-FFF2-40B4-BE49-F238E27FC236}">
                      <a16:creationId xmlns:a16="http://schemas.microsoft.com/office/drawing/2014/main" id="{E0F57E46-66C8-7625-7F07-D56FDB9F482A}"/>
                    </a:ext>
                  </a:extLst>
                </p:cNvPr>
                <p:cNvSpPr/>
                <p:nvPr/>
              </p:nvSpPr>
              <p:spPr>
                <a:xfrm>
                  <a:off x="913783" y="2071688"/>
                  <a:ext cx="381000" cy="381000"/>
                </a:xfrm>
                <a:prstGeom prst="rect">
                  <a:avLst/>
                </a:prstGeom>
                <a:solidFill>
                  <a:srgbClr val="D5E8D4"/>
                </a:solidFill>
                <a:ln w="9525" cap="flat">
                  <a:solidFill>
                    <a:srgbClr val="82B366"/>
                  </a:solidFill>
                  <a:prstDash val="solid"/>
                  <a:miter/>
                </a:ln>
              </p:spPr>
              <p:txBody>
                <a:bodyPr/>
                <a:lstStyle/>
                <a:p>
                  <a:endParaRPr lang="en-US" sz="2000" noProof="0" dirty="0"/>
                </a:p>
              </p:txBody>
            </p:sp>
            <p:sp>
              <p:nvSpPr>
                <p:cNvPr id="109" name="Rectangle 108">
                  <a:extLst>
                    <a:ext uri="{FF2B5EF4-FFF2-40B4-BE49-F238E27FC236}">
                      <a16:creationId xmlns:a16="http://schemas.microsoft.com/office/drawing/2014/main" id="{CB1BEEBA-CE4B-423A-DC35-65C4358F6391}"/>
                    </a:ext>
                  </a:extLst>
                </p:cNvPr>
                <p:cNvSpPr/>
                <p:nvPr/>
              </p:nvSpPr>
              <p:spPr>
                <a:xfrm>
                  <a:off x="151783" y="2452688"/>
                  <a:ext cx="381000" cy="381000"/>
                </a:xfrm>
                <a:prstGeom prst="rect">
                  <a:avLst/>
                </a:prstGeom>
                <a:solidFill>
                  <a:srgbClr val="D5E8D4"/>
                </a:solidFill>
                <a:ln w="9525" cap="flat">
                  <a:solidFill>
                    <a:srgbClr val="82B366"/>
                  </a:solidFill>
                  <a:prstDash val="solid"/>
                  <a:miter/>
                </a:ln>
              </p:spPr>
              <p:txBody>
                <a:bodyPr/>
                <a:lstStyle/>
                <a:p>
                  <a:endParaRPr lang="en-US" sz="2000" noProof="0" dirty="0"/>
                </a:p>
              </p:txBody>
            </p:sp>
            <p:sp>
              <p:nvSpPr>
                <p:cNvPr id="111" name="Rectangle 110">
                  <a:extLst>
                    <a:ext uri="{FF2B5EF4-FFF2-40B4-BE49-F238E27FC236}">
                      <a16:creationId xmlns:a16="http://schemas.microsoft.com/office/drawing/2014/main" id="{FC11DB9F-16D5-1A9C-AEDB-D1E85ED32A85}"/>
                    </a:ext>
                  </a:extLst>
                </p:cNvPr>
                <p:cNvSpPr/>
                <p:nvPr/>
              </p:nvSpPr>
              <p:spPr>
                <a:xfrm>
                  <a:off x="532783" y="2452688"/>
                  <a:ext cx="381000" cy="381000"/>
                </a:xfrm>
                <a:prstGeom prst="rect">
                  <a:avLst/>
                </a:prstGeom>
                <a:solidFill>
                  <a:srgbClr val="D5E8D4"/>
                </a:solidFill>
                <a:ln w="9525" cap="flat">
                  <a:solidFill>
                    <a:srgbClr val="82B366"/>
                  </a:solidFill>
                  <a:prstDash val="solid"/>
                  <a:miter/>
                </a:ln>
              </p:spPr>
              <p:txBody>
                <a:bodyPr/>
                <a:lstStyle/>
                <a:p>
                  <a:endParaRPr lang="en-US" sz="2000" noProof="0" dirty="0"/>
                </a:p>
              </p:txBody>
            </p:sp>
            <p:sp>
              <p:nvSpPr>
                <p:cNvPr id="113" name="Rectangle 112">
                  <a:extLst>
                    <a:ext uri="{FF2B5EF4-FFF2-40B4-BE49-F238E27FC236}">
                      <a16:creationId xmlns:a16="http://schemas.microsoft.com/office/drawing/2014/main" id="{150D4BBF-8286-2145-EB28-1DB5276D1C81}"/>
                    </a:ext>
                  </a:extLst>
                </p:cNvPr>
                <p:cNvSpPr/>
                <p:nvPr/>
              </p:nvSpPr>
              <p:spPr>
                <a:xfrm>
                  <a:off x="913783" y="2452688"/>
                  <a:ext cx="381000" cy="381000"/>
                </a:xfrm>
                <a:prstGeom prst="rect">
                  <a:avLst/>
                </a:prstGeom>
                <a:solidFill>
                  <a:srgbClr val="D5E8D4"/>
                </a:solidFill>
                <a:ln w="9525" cap="flat">
                  <a:solidFill>
                    <a:srgbClr val="82B366"/>
                  </a:solidFill>
                  <a:prstDash val="solid"/>
                  <a:miter/>
                </a:ln>
              </p:spPr>
              <p:txBody>
                <a:bodyPr/>
                <a:lstStyle/>
                <a:p>
                  <a:endParaRPr lang="en-US" sz="2000" noProof="0" dirty="0"/>
                </a:p>
              </p:txBody>
            </p:sp>
            <p:sp>
              <p:nvSpPr>
                <p:cNvPr id="115" name="Rectangle 114">
                  <a:extLst>
                    <a:ext uri="{FF2B5EF4-FFF2-40B4-BE49-F238E27FC236}">
                      <a16:creationId xmlns:a16="http://schemas.microsoft.com/office/drawing/2014/main" id="{CABABF41-024D-E218-43D9-15A612557742}"/>
                    </a:ext>
                  </a:extLst>
                </p:cNvPr>
                <p:cNvSpPr/>
                <p:nvPr/>
              </p:nvSpPr>
              <p:spPr>
                <a:xfrm>
                  <a:off x="151783" y="2833688"/>
                  <a:ext cx="381000" cy="381000"/>
                </a:xfrm>
                <a:prstGeom prst="rect">
                  <a:avLst/>
                </a:prstGeom>
                <a:solidFill>
                  <a:srgbClr val="D5E8D4"/>
                </a:solidFill>
                <a:ln w="9525" cap="flat">
                  <a:solidFill>
                    <a:srgbClr val="82B366"/>
                  </a:solidFill>
                  <a:prstDash val="solid"/>
                  <a:miter/>
                </a:ln>
              </p:spPr>
              <p:txBody>
                <a:bodyPr/>
                <a:lstStyle/>
                <a:p>
                  <a:endParaRPr lang="en-US" sz="2000" noProof="0" dirty="0"/>
                </a:p>
              </p:txBody>
            </p:sp>
            <p:sp>
              <p:nvSpPr>
                <p:cNvPr id="117" name="Rectangle 116">
                  <a:extLst>
                    <a:ext uri="{FF2B5EF4-FFF2-40B4-BE49-F238E27FC236}">
                      <a16:creationId xmlns:a16="http://schemas.microsoft.com/office/drawing/2014/main" id="{4E551831-EF2C-9D97-1E36-5333A86D2994}"/>
                    </a:ext>
                  </a:extLst>
                </p:cNvPr>
                <p:cNvSpPr/>
                <p:nvPr/>
              </p:nvSpPr>
              <p:spPr>
                <a:xfrm>
                  <a:off x="151783" y="3214688"/>
                  <a:ext cx="381000" cy="381000"/>
                </a:xfrm>
                <a:prstGeom prst="rect">
                  <a:avLst/>
                </a:prstGeom>
                <a:solidFill>
                  <a:srgbClr val="D5E8D4"/>
                </a:solidFill>
                <a:ln w="9525" cap="flat">
                  <a:solidFill>
                    <a:srgbClr val="82B366"/>
                  </a:solidFill>
                  <a:prstDash val="solid"/>
                  <a:miter/>
                </a:ln>
              </p:spPr>
              <p:txBody>
                <a:bodyPr/>
                <a:lstStyle/>
                <a:p>
                  <a:endParaRPr lang="en-US" sz="2000" noProof="0" dirty="0"/>
                </a:p>
              </p:txBody>
            </p:sp>
            <p:sp>
              <p:nvSpPr>
                <p:cNvPr id="119" name="Rectangle 118">
                  <a:extLst>
                    <a:ext uri="{FF2B5EF4-FFF2-40B4-BE49-F238E27FC236}">
                      <a16:creationId xmlns:a16="http://schemas.microsoft.com/office/drawing/2014/main" id="{ABD50DB8-D34E-32E9-165E-DB5A4DE1EBBA}"/>
                    </a:ext>
                  </a:extLst>
                </p:cNvPr>
                <p:cNvSpPr/>
                <p:nvPr/>
              </p:nvSpPr>
              <p:spPr>
                <a:xfrm>
                  <a:off x="532783" y="2833688"/>
                  <a:ext cx="381000" cy="381000"/>
                </a:xfrm>
                <a:prstGeom prst="rect">
                  <a:avLst/>
                </a:prstGeom>
                <a:solidFill>
                  <a:srgbClr val="D5E8D4"/>
                </a:solidFill>
                <a:ln w="9525" cap="flat">
                  <a:solidFill>
                    <a:srgbClr val="82B366"/>
                  </a:solidFill>
                  <a:prstDash val="solid"/>
                  <a:miter/>
                </a:ln>
              </p:spPr>
              <p:txBody>
                <a:bodyPr/>
                <a:lstStyle/>
                <a:p>
                  <a:endParaRPr lang="en-US" sz="2000" noProof="0" dirty="0"/>
                </a:p>
              </p:txBody>
            </p:sp>
            <p:sp>
              <p:nvSpPr>
                <p:cNvPr id="121" name="Rectangle 120">
                  <a:extLst>
                    <a:ext uri="{FF2B5EF4-FFF2-40B4-BE49-F238E27FC236}">
                      <a16:creationId xmlns:a16="http://schemas.microsoft.com/office/drawing/2014/main" id="{EB23B9EF-93AB-59F4-6741-F58E04BDF7F4}"/>
                    </a:ext>
                  </a:extLst>
                </p:cNvPr>
                <p:cNvSpPr/>
                <p:nvPr/>
              </p:nvSpPr>
              <p:spPr>
                <a:xfrm>
                  <a:off x="532783" y="3214688"/>
                  <a:ext cx="381000" cy="381000"/>
                </a:xfrm>
                <a:prstGeom prst="rect">
                  <a:avLst/>
                </a:prstGeom>
                <a:solidFill>
                  <a:srgbClr val="D5E8D4"/>
                </a:solidFill>
                <a:ln w="9525" cap="flat">
                  <a:solidFill>
                    <a:srgbClr val="82B366"/>
                  </a:solidFill>
                  <a:prstDash val="solid"/>
                  <a:miter/>
                </a:ln>
              </p:spPr>
              <p:txBody>
                <a:bodyPr/>
                <a:lstStyle/>
                <a:p>
                  <a:endParaRPr lang="en-US" sz="2000" noProof="0" dirty="0"/>
                </a:p>
              </p:txBody>
            </p:sp>
            <p:sp>
              <p:nvSpPr>
                <p:cNvPr id="123" name="Rectangle 122">
                  <a:extLst>
                    <a:ext uri="{FF2B5EF4-FFF2-40B4-BE49-F238E27FC236}">
                      <a16:creationId xmlns:a16="http://schemas.microsoft.com/office/drawing/2014/main" id="{2D4A02CE-3199-AD33-A49A-DD114B9C4BE3}"/>
                    </a:ext>
                  </a:extLst>
                </p:cNvPr>
                <p:cNvSpPr/>
                <p:nvPr/>
              </p:nvSpPr>
              <p:spPr>
                <a:xfrm>
                  <a:off x="913783" y="2833688"/>
                  <a:ext cx="381000" cy="381000"/>
                </a:xfrm>
                <a:prstGeom prst="rect">
                  <a:avLst/>
                </a:prstGeom>
                <a:solidFill>
                  <a:srgbClr val="D5E8D4"/>
                </a:solidFill>
                <a:ln w="9525" cap="flat">
                  <a:solidFill>
                    <a:srgbClr val="82B366"/>
                  </a:solidFill>
                  <a:prstDash val="solid"/>
                  <a:miter/>
                </a:ln>
              </p:spPr>
              <p:txBody>
                <a:bodyPr/>
                <a:lstStyle/>
                <a:p>
                  <a:endParaRPr lang="en-US" sz="2000" noProof="0" dirty="0"/>
                </a:p>
              </p:txBody>
            </p:sp>
            <p:sp>
              <p:nvSpPr>
                <p:cNvPr id="125" name="Rectangle 124">
                  <a:extLst>
                    <a:ext uri="{FF2B5EF4-FFF2-40B4-BE49-F238E27FC236}">
                      <a16:creationId xmlns:a16="http://schemas.microsoft.com/office/drawing/2014/main" id="{3027EB25-5F10-774C-5DA6-3DCFE9CABA29}"/>
                    </a:ext>
                  </a:extLst>
                </p:cNvPr>
                <p:cNvSpPr/>
                <p:nvPr/>
              </p:nvSpPr>
              <p:spPr>
                <a:xfrm>
                  <a:off x="913783" y="3214688"/>
                  <a:ext cx="381000" cy="381000"/>
                </a:xfrm>
                <a:prstGeom prst="rect">
                  <a:avLst/>
                </a:prstGeom>
                <a:solidFill>
                  <a:srgbClr val="D5E8D4"/>
                </a:solidFill>
                <a:ln w="9525" cap="flat">
                  <a:solidFill>
                    <a:srgbClr val="82B366"/>
                  </a:solidFill>
                  <a:prstDash val="solid"/>
                  <a:miter/>
                </a:ln>
              </p:spPr>
              <p:txBody>
                <a:bodyPr/>
                <a:lstStyle/>
                <a:p>
                  <a:endParaRPr lang="en-US" sz="2000" noProof="0" dirty="0"/>
                </a:p>
              </p:txBody>
            </p:sp>
          </p:grpSp>
          <p:grpSp>
            <p:nvGrpSpPr>
              <p:cNvPr id="158" name="Group 157">
                <a:extLst>
                  <a:ext uri="{FF2B5EF4-FFF2-40B4-BE49-F238E27FC236}">
                    <a16:creationId xmlns:a16="http://schemas.microsoft.com/office/drawing/2014/main" id="{DA00805D-D712-2AF1-DE04-6B29E73230A2}"/>
                  </a:ext>
                </a:extLst>
              </p:cNvPr>
              <p:cNvGrpSpPr/>
              <p:nvPr/>
            </p:nvGrpSpPr>
            <p:grpSpPr>
              <a:xfrm>
                <a:off x="3909451" y="2095500"/>
                <a:ext cx="1524000" cy="1524000"/>
                <a:chOff x="3107359" y="2145800"/>
                <a:chExt cx="1524000" cy="1524000"/>
              </a:xfrm>
            </p:grpSpPr>
            <p:sp>
              <p:nvSpPr>
                <p:cNvPr id="127" name="Rectangle 126">
                  <a:extLst>
                    <a:ext uri="{FF2B5EF4-FFF2-40B4-BE49-F238E27FC236}">
                      <a16:creationId xmlns:a16="http://schemas.microsoft.com/office/drawing/2014/main" id="{A42A4767-E46E-410D-7A3A-EDEDAE64E15E}"/>
                    </a:ext>
                  </a:extLst>
                </p:cNvPr>
                <p:cNvSpPr/>
                <p:nvPr/>
              </p:nvSpPr>
              <p:spPr>
                <a:xfrm>
                  <a:off x="3107359" y="2145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129" name="Rectangle 128">
                  <a:extLst>
                    <a:ext uri="{FF2B5EF4-FFF2-40B4-BE49-F238E27FC236}">
                      <a16:creationId xmlns:a16="http://schemas.microsoft.com/office/drawing/2014/main" id="{160F0266-E94D-2642-41A9-CB48AF596432}"/>
                    </a:ext>
                  </a:extLst>
                </p:cNvPr>
                <p:cNvSpPr/>
                <p:nvPr/>
              </p:nvSpPr>
              <p:spPr>
                <a:xfrm>
                  <a:off x="3488359" y="2145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131" name="Rectangle 130">
                  <a:extLst>
                    <a:ext uri="{FF2B5EF4-FFF2-40B4-BE49-F238E27FC236}">
                      <a16:creationId xmlns:a16="http://schemas.microsoft.com/office/drawing/2014/main" id="{58CC5973-248F-307A-6EAB-E779182293B7}"/>
                    </a:ext>
                  </a:extLst>
                </p:cNvPr>
                <p:cNvSpPr/>
                <p:nvPr/>
              </p:nvSpPr>
              <p:spPr>
                <a:xfrm>
                  <a:off x="3869359" y="2145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133" name="Rectangle 132">
                  <a:extLst>
                    <a:ext uri="{FF2B5EF4-FFF2-40B4-BE49-F238E27FC236}">
                      <a16:creationId xmlns:a16="http://schemas.microsoft.com/office/drawing/2014/main" id="{E9DCEC46-4D53-95F6-587B-C239E9203FD2}"/>
                    </a:ext>
                  </a:extLst>
                </p:cNvPr>
                <p:cNvSpPr/>
                <p:nvPr/>
              </p:nvSpPr>
              <p:spPr>
                <a:xfrm>
                  <a:off x="4250359" y="2145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135" name="Rectangle 134">
                  <a:extLst>
                    <a:ext uri="{FF2B5EF4-FFF2-40B4-BE49-F238E27FC236}">
                      <a16:creationId xmlns:a16="http://schemas.microsoft.com/office/drawing/2014/main" id="{8A4F7006-7017-5729-F662-5CEC492194FF}"/>
                    </a:ext>
                  </a:extLst>
                </p:cNvPr>
                <p:cNvSpPr/>
                <p:nvPr/>
              </p:nvSpPr>
              <p:spPr>
                <a:xfrm>
                  <a:off x="3107359" y="2526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137" name="Rectangle 136">
                  <a:extLst>
                    <a:ext uri="{FF2B5EF4-FFF2-40B4-BE49-F238E27FC236}">
                      <a16:creationId xmlns:a16="http://schemas.microsoft.com/office/drawing/2014/main" id="{9F07D89A-107F-794A-53D4-0AF9B343B51B}"/>
                    </a:ext>
                  </a:extLst>
                </p:cNvPr>
                <p:cNvSpPr/>
                <p:nvPr/>
              </p:nvSpPr>
              <p:spPr>
                <a:xfrm>
                  <a:off x="3488359" y="2526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139" name="Rectangle 138">
                  <a:extLst>
                    <a:ext uri="{FF2B5EF4-FFF2-40B4-BE49-F238E27FC236}">
                      <a16:creationId xmlns:a16="http://schemas.microsoft.com/office/drawing/2014/main" id="{C8B2D771-DD1B-2C65-1A70-9DD9A4910371}"/>
                    </a:ext>
                  </a:extLst>
                </p:cNvPr>
                <p:cNvSpPr/>
                <p:nvPr/>
              </p:nvSpPr>
              <p:spPr>
                <a:xfrm>
                  <a:off x="3869359" y="2526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141" name="Rectangle 140">
                  <a:extLst>
                    <a:ext uri="{FF2B5EF4-FFF2-40B4-BE49-F238E27FC236}">
                      <a16:creationId xmlns:a16="http://schemas.microsoft.com/office/drawing/2014/main" id="{A809B9A5-B3C1-3AB0-59A8-4C2DEE1A2E8E}"/>
                    </a:ext>
                  </a:extLst>
                </p:cNvPr>
                <p:cNvSpPr/>
                <p:nvPr/>
              </p:nvSpPr>
              <p:spPr>
                <a:xfrm>
                  <a:off x="4250359" y="2526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143" name="Rectangle 142">
                  <a:extLst>
                    <a:ext uri="{FF2B5EF4-FFF2-40B4-BE49-F238E27FC236}">
                      <a16:creationId xmlns:a16="http://schemas.microsoft.com/office/drawing/2014/main" id="{E24458F8-B4BC-08DA-AAF4-7036DD689792}"/>
                    </a:ext>
                  </a:extLst>
                </p:cNvPr>
                <p:cNvSpPr/>
                <p:nvPr/>
              </p:nvSpPr>
              <p:spPr>
                <a:xfrm>
                  <a:off x="3107359" y="2907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145" name="Rectangle 144">
                  <a:extLst>
                    <a:ext uri="{FF2B5EF4-FFF2-40B4-BE49-F238E27FC236}">
                      <a16:creationId xmlns:a16="http://schemas.microsoft.com/office/drawing/2014/main" id="{914AAE84-5921-F13E-235E-3E38FCA17F1D}"/>
                    </a:ext>
                  </a:extLst>
                </p:cNvPr>
                <p:cNvSpPr/>
                <p:nvPr/>
              </p:nvSpPr>
              <p:spPr>
                <a:xfrm>
                  <a:off x="3488359" y="2907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147" name="Rectangle 146">
                  <a:extLst>
                    <a:ext uri="{FF2B5EF4-FFF2-40B4-BE49-F238E27FC236}">
                      <a16:creationId xmlns:a16="http://schemas.microsoft.com/office/drawing/2014/main" id="{BC14B6F1-9E99-692E-3AF1-DD2DD9A0B224}"/>
                    </a:ext>
                  </a:extLst>
                </p:cNvPr>
                <p:cNvSpPr/>
                <p:nvPr/>
              </p:nvSpPr>
              <p:spPr>
                <a:xfrm>
                  <a:off x="3869359" y="2907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149" name="Rectangle 148">
                  <a:extLst>
                    <a:ext uri="{FF2B5EF4-FFF2-40B4-BE49-F238E27FC236}">
                      <a16:creationId xmlns:a16="http://schemas.microsoft.com/office/drawing/2014/main" id="{B7D242E2-32E6-1029-7CF1-C712590C1678}"/>
                    </a:ext>
                  </a:extLst>
                </p:cNvPr>
                <p:cNvSpPr/>
                <p:nvPr/>
              </p:nvSpPr>
              <p:spPr>
                <a:xfrm>
                  <a:off x="4250359" y="2907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151" name="Rectangle 150">
                  <a:extLst>
                    <a:ext uri="{FF2B5EF4-FFF2-40B4-BE49-F238E27FC236}">
                      <a16:creationId xmlns:a16="http://schemas.microsoft.com/office/drawing/2014/main" id="{5F7D8052-E832-A523-002B-3FE38B26DA11}"/>
                    </a:ext>
                  </a:extLst>
                </p:cNvPr>
                <p:cNvSpPr/>
                <p:nvPr/>
              </p:nvSpPr>
              <p:spPr>
                <a:xfrm>
                  <a:off x="3107359" y="3288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153" name="Rectangle 152">
                  <a:extLst>
                    <a:ext uri="{FF2B5EF4-FFF2-40B4-BE49-F238E27FC236}">
                      <a16:creationId xmlns:a16="http://schemas.microsoft.com/office/drawing/2014/main" id="{83D2B734-91DA-56CE-7E18-6A8B4C95CF4B}"/>
                    </a:ext>
                  </a:extLst>
                </p:cNvPr>
                <p:cNvSpPr/>
                <p:nvPr/>
              </p:nvSpPr>
              <p:spPr>
                <a:xfrm>
                  <a:off x="3488359" y="3288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155" name="Rectangle 154">
                  <a:extLst>
                    <a:ext uri="{FF2B5EF4-FFF2-40B4-BE49-F238E27FC236}">
                      <a16:creationId xmlns:a16="http://schemas.microsoft.com/office/drawing/2014/main" id="{C6F13F13-8DEC-A0D4-025A-3B566306E937}"/>
                    </a:ext>
                  </a:extLst>
                </p:cNvPr>
                <p:cNvSpPr/>
                <p:nvPr/>
              </p:nvSpPr>
              <p:spPr>
                <a:xfrm>
                  <a:off x="3869359" y="3288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157" name="Rectangle 156">
                  <a:extLst>
                    <a:ext uri="{FF2B5EF4-FFF2-40B4-BE49-F238E27FC236}">
                      <a16:creationId xmlns:a16="http://schemas.microsoft.com/office/drawing/2014/main" id="{66C81D2C-3F36-BC05-B0DB-AF29751FDCEE}"/>
                    </a:ext>
                  </a:extLst>
                </p:cNvPr>
                <p:cNvSpPr/>
                <p:nvPr/>
              </p:nvSpPr>
              <p:spPr>
                <a:xfrm>
                  <a:off x="4250359" y="3288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grpSp>
          <mc:AlternateContent xmlns:mc="http://schemas.openxmlformats.org/markup-compatibility/2006">
            <mc:Choice xmlns:a14="http://schemas.microsoft.com/office/drawing/2010/main" Requires="a14">
              <p:sp>
                <p:nvSpPr>
                  <p:cNvPr id="161" name="TextBox 160">
                    <a:extLst>
                      <a:ext uri="{FF2B5EF4-FFF2-40B4-BE49-F238E27FC236}">
                        <a16:creationId xmlns:a16="http://schemas.microsoft.com/office/drawing/2014/main" id="{94B9DE91-798F-3576-FF89-4137D488236A}"/>
                      </a:ext>
                    </a:extLst>
                  </p:cNvPr>
                  <p:cNvSpPr txBox="1"/>
                  <p:nvPr/>
                </p:nvSpPr>
                <p:spPr>
                  <a:xfrm>
                    <a:off x="1612033" y="2646411"/>
                    <a:ext cx="422427" cy="545746"/>
                  </a:xfrm>
                  <a:prstGeom prst="rect">
                    <a:avLst/>
                  </a:prstGeom>
                  <a:noFill/>
                </p:spPr>
                <p:txBody>
                  <a:bodyPr wrap="none" rtlCol="0">
                    <a:spAutoFit/>
                  </a:bodyPr>
                  <a:lstStyle/>
                  <a:p>
                    <a:pPr/>
                    <a14:m>
                      <m:oMathPara xmlns:m="http://schemas.openxmlformats.org/officeDocument/2006/math">
                        <m:oMath>
                          <m:r>
                            <a:rPr lang="en-US" sz="2000" b="0" i="1" noProof="0" smtClean="0">
                              <a:latin typeface="Cambria Math" panose="02040503050406030204" pitchFamily="18" charset="0"/>
                            </a:rPr>
                            <m:t>⋅</m:t>
                          </m:r>
                        </m:oMath>
                      </m:oMathPara>
                    </a14:m>
                    <a:endParaRPr lang="en-US" sz="2000" noProof="0" dirty="0"/>
                  </a:p>
                </p:txBody>
              </p:sp>
            </mc:Choice>
            <mc:Fallback>
              <p:sp>
                <p:nvSpPr>
                  <p:cNvPr id="161" name="TextBox 160">
                    <a:extLst>
                      <a:ext uri="{FF2B5EF4-FFF2-40B4-BE49-F238E27FC236}">
                        <a16:creationId xmlns:a16="http://schemas.microsoft.com/office/drawing/2014/main" id="{94B9DE91-798F-3576-FF89-4137D488236A}"/>
                      </a:ext>
                    </a:extLst>
                  </p:cNvPr>
                  <p:cNvSpPr txBox="1">
                    <a:spLocks noRot="1" noChangeAspect="1" noMove="1" noResize="1" noEditPoints="1" noAdjustHandles="1" noChangeArrowheads="1" noChangeShapeType="1" noTextEdit="1"/>
                  </p:cNvSpPr>
                  <p:nvPr/>
                </p:nvSpPr>
                <p:spPr>
                  <a:xfrm>
                    <a:off x="1612033" y="2646411"/>
                    <a:ext cx="422427" cy="545746"/>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63" name="TextBox 162">
                    <a:extLst>
                      <a:ext uri="{FF2B5EF4-FFF2-40B4-BE49-F238E27FC236}">
                        <a16:creationId xmlns:a16="http://schemas.microsoft.com/office/drawing/2014/main" id="{487A942B-4524-AA56-6066-2AFB97633CDD}"/>
                      </a:ext>
                    </a:extLst>
                  </p:cNvPr>
                  <p:cNvSpPr txBox="1"/>
                  <p:nvPr/>
                </p:nvSpPr>
                <p:spPr>
                  <a:xfrm>
                    <a:off x="3432966" y="2624906"/>
                    <a:ext cx="586414" cy="545746"/>
                  </a:xfrm>
                  <a:prstGeom prst="rect">
                    <a:avLst/>
                  </a:prstGeom>
                  <a:noFill/>
                </p:spPr>
                <p:txBody>
                  <a:bodyPr wrap="none" rtlCol="0">
                    <a:spAutoFit/>
                  </a:bodyPr>
                  <a:lstStyle/>
                  <a:p>
                    <a:pPr/>
                    <a14:m>
                      <m:oMathPara xmlns:m="http://schemas.openxmlformats.org/officeDocument/2006/math">
                        <m:oMath>
                          <m:r>
                            <a:rPr lang="en-US" sz="2000" b="0" i="1" noProof="0" smtClean="0">
                              <a:latin typeface="Cambria Math" panose="02040503050406030204" pitchFamily="18" charset="0"/>
                            </a:rPr>
                            <m:t>=</m:t>
                          </m:r>
                        </m:oMath>
                      </m:oMathPara>
                    </a14:m>
                    <a:endParaRPr lang="en-US" sz="2000" noProof="0" dirty="0"/>
                  </a:p>
                </p:txBody>
              </p:sp>
            </mc:Choice>
            <mc:Fallback>
              <p:sp>
                <p:nvSpPr>
                  <p:cNvPr id="163" name="TextBox 162">
                    <a:extLst>
                      <a:ext uri="{FF2B5EF4-FFF2-40B4-BE49-F238E27FC236}">
                        <a16:creationId xmlns:a16="http://schemas.microsoft.com/office/drawing/2014/main" id="{487A942B-4524-AA56-6066-2AFB97633CDD}"/>
                      </a:ext>
                    </a:extLst>
                  </p:cNvPr>
                  <p:cNvSpPr txBox="1">
                    <a:spLocks noRot="1" noChangeAspect="1" noMove="1" noResize="1" noEditPoints="1" noAdjustHandles="1" noChangeArrowheads="1" noChangeShapeType="1" noTextEdit="1"/>
                  </p:cNvSpPr>
                  <p:nvPr/>
                </p:nvSpPr>
                <p:spPr>
                  <a:xfrm>
                    <a:off x="3432966" y="2624906"/>
                    <a:ext cx="586414" cy="545746"/>
                  </a:xfrm>
                  <a:prstGeom prst="rect">
                    <a:avLst/>
                  </a:prstGeom>
                  <a:blipFill>
                    <a:blip r:embed="rId11"/>
                    <a:stretch>
                      <a:fillRect/>
                    </a:stretch>
                  </a:blipFill>
                </p:spPr>
                <p:txBody>
                  <a:bodyPr/>
                  <a:lstStyle/>
                  <a:p>
                    <a:r>
                      <a:rPr lang="en-US">
                        <a:noFill/>
                      </a:rPr>
                      <a:t> </a:t>
                    </a:r>
                  </a:p>
                </p:txBody>
              </p:sp>
            </mc:Fallback>
          </mc:AlternateContent>
          <p:sp>
            <p:nvSpPr>
              <p:cNvPr id="164" name="TextBox 163">
                <a:extLst>
                  <a:ext uri="{FF2B5EF4-FFF2-40B4-BE49-F238E27FC236}">
                    <a16:creationId xmlns:a16="http://schemas.microsoft.com/office/drawing/2014/main" id="{9E97900C-C153-EE19-DF63-350FE2A97C8A}"/>
                  </a:ext>
                </a:extLst>
              </p:cNvPr>
              <p:cNvSpPr txBox="1"/>
              <p:nvPr/>
            </p:nvSpPr>
            <p:spPr>
              <a:xfrm>
                <a:off x="848109" y="3618449"/>
                <a:ext cx="461784" cy="545745"/>
              </a:xfrm>
              <a:prstGeom prst="rect">
                <a:avLst/>
              </a:prstGeom>
              <a:noFill/>
            </p:spPr>
            <p:txBody>
              <a:bodyPr wrap="none" rtlCol="0">
                <a:spAutoFit/>
              </a:bodyPr>
              <a:lstStyle/>
              <a:p>
                <a:pPr algn="ctr"/>
                <a:r>
                  <a:rPr lang="en-US" sz="2000" noProof="0" dirty="0">
                    <a:solidFill>
                      <a:srgbClr val="001080"/>
                    </a:solidFill>
                    <a:latin typeface="Fira Code" panose="020B0809050000020004" pitchFamily="49" charset="0"/>
                  </a:rPr>
                  <a:t>A</a:t>
                </a:r>
              </a:p>
            </p:txBody>
          </p:sp>
          <p:sp>
            <p:nvSpPr>
              <p:cNvPr id="166" name="TextBox 165">
                <a:extLst>
                  <a:ext uri="{FF2B5EF4-FFF2-40B4-BE49-F238E27FC236}">
                    <a16:creationId xmlns:a16="http://schemas.microsoft.com/office/drawing/2014/main" id="{DC3CACF7-A1B7-29D0-C432-9242ABB7B3C4}"/>
                  </a:ext>
                </a:extLst>
              </p:cNvPr>
              <p:cNvSpPr txBox="1"/>
              <p:nvPr/>
            </p:nvSpPr>
            <p:spPr>
              <a:xfrm>
                <a:off x="2546352" y="3614686"/>
                <a:ext cx="461784" cy="545746"/>
              </a:xfrm>
              <a:prstGeom prst="rect">
                <a:avLst/>
              </a:prstGeom>
              <a:noFill/>
            </p:spPr>
            <p:txBody>
              <a:bodyPr wrap="none" rtlCol="0">
                <a:spAutoFit/>
              </a:bodyPr>
              <a:lstStyle/>
              <a:p>
                <a:pPr algn="ctr"/>
                <a:r>
                  <a:rPr lang="en-US" sz="2000" noProof="0" dirty="0">
                    <a:solidFill>
                      <a:srgbClr val="001080"/>
                    </a:solidFill>
                    <a:latin typeface="Fira Code" panose="020B0809050000020004" pitchFamily="49" charset="0"/>
                  </a:rPr>
                  <a:t>B</a:t>
                </a:r>
              </a:p>
            </p:txBody>
          </p:sp>
          <p:sp>
            <p:nvSpPr>
              <p:cNvPr id="168" name="TextBox 167">
                <a:extLst>
                  <a:ext uri="{FF2B5EF4-FFF2-40B4-BE49-F238E27FC236}">
                    <a16:creationId xmlns:a16="http://schemas.microsoft.com/office/drawing/2014/main" id="{4DF7CA29-29E0-61DA-80AE-062D887E51BC}"/>
                  </a:ext>
                </a:extLst>
              </p:cNvPr>
              <p:cNvSpPr txBox="1"/>
              <p:nvPr/>
            </p:nvSpPr>
            <p:spPr>
              <a:xfrm>
                <a:off x="4452754" y="3614686"/>
                <a:ext cx="461784" cy="545746"/>
              </a:xfrm>
              <a:prstGeom prst="rect">
                <a:avLst/>
              </a:prstGeom>
              <a:noFill/>
            </p:spPr>
            <p:txBody>
              <a:bodyPr wrap="none" rtlCol="0">
                <a:spAutoFit/>
              </a:bodyPr>
              <a:lstStyle/>
              <a:p>
                <a:pPr algn="ctr"/>
                <a:r>
                  <a:rPr lang="en-US" sz="2000" noProof="0" dirty="0">
                    <a:solidFill>
                      <a:srgbClr val="001080"/>
                    </a:solidFill>
                    <a:latin typeface="Fira Code" panose="020B0809050000020004" pitchFamily="49" charset="0"/>
                  </a:rPr>
                  <a:t>C</a:t>
                </a:r>
              </a:p>
            </p:txBody>
          </p:sp>
          <mc:AlternateContent xmlns:mc="http://schemas.openxmlformats.org/markup-compatibility/2006">
            <mc:Choice xmlns:a14="http://schemas.microsoft.com/office/drawing/2010/main" Requires="a14">
              <p:sp>
                <p:nvSpPr>
                  <p:cNvPr id="169" name="TextBox 168">
                    <a:extLst>
                      <a:ext uri="{FF2B5EF4-FFF2-40B4-BE49-F238E27FC236}">
                        <a16:creationId xmlns:a16="http://schemas.microsoft.com/office/drawing/2014/main" id="{AB69531D-B174-6BC8-5616-B3AC24D2B879}"/>
                      </a:ext>
                    </a:extLst>
                  </p:cNvPr>
                  <p:cNvSpPr txBox="1"/>
                  <p:nvPr/>
                </p:nvSpPr>
                <p:spPr>
                  <a:xfrm>
                    <a:off x="37909" y="1964973"/>
                    <a:ext cx="622972" cy="545746"/>
                  </a:xfrm>
                  <a:prstGeom prst="rect">
                    <a:avLst/>
                  </a:prstGeom>
                  <a:noFill/>
                </p:spPr>
                <p:txBody>
                  <a:bodyPr wrap="none" rtlCol="0">
                    <a:spAutoFit/>
                  </a:bodyPr>
                  <a:lstStyle/>
                  <a:p>
                    <a:pPr/>
                    <a14:m>
                      <m:oMathPara xmlns:m="http://schemas.openxmlformats.org/officeDocument/2006/math">
                        <m:oMath>
                          <m:r>
                            <a:rPr lang="en-US" sz="2000" i="1" noProof="0" smtClean="0">
                              <a:latin typeface="Cambria Math" panose="02040503050406030204" pitchFamily="18" charset="0"/>
                            </a:rPr>
                            <m:t>𝑚</m:t>
                          </m:r>
                        </m:oMath>
                      </m:oMathPara>
                    </a14:m>
                    <a:endParaRPr lang="en-US" sz="2000" noProof="0" dirty="0"/>
                  </a:p>
                </p:txBody>
              </p:sp>
            </mc:Choice>
            <mc:Fallback>
              <p:sp>
                <p:nvSpPr>
                  <p:cNvPr id="169" name="TextBox 168">
                    <a:extLst>
                      <a:ext uri="{FF2B5EF4-FFF2-40B4-BE49-F238E27FC236}">
                        <a16:creationId xmlns:a16="http://schemas.microsoft.com/office/drawing/2014/main" id="{AB69531D-B174-6BC8-5616-B3AC24D2B879}"/>
                      </a:ext>
                    </a:extLst>
                  </p:cNvPr>
                  <p:cNvSpPr txBox="1">
                    <a:spLocks noRot="1" noChangeAspect="1" noMove="1" noResize="1" noEditPoints="1" noAdjustHandles="1" noChangeArrowheads="1" noChangeShapeType="1" noTextEdit="1"/>
                  </p:cNvSpPr>
                  <p:nvPr/>
                </p:nvSpPr>
                <p:spPr>
                  <a:xfrm>
                    <a:off x="37909" y="1964973"/>
                    <a:ext cx="622972" cy="545746"/>
                  </a:xfrm>
                  <a:prstGeom prst="rect">
                    <a:avLst/>
                  </a:prstGeom>
                  <a:blipFill>
                    <a:blip r:embed="rId12"/>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71" name="TextBox 170">
                    <a:extLst>
                      <a:ext uri="{FF2B5EF4-FFF2-40B4-BE49-F238E27FC236}">
                        <a16:creationId xmlns:a16="http://schemas.microsoft.com/office/drawing/2014/main" id="{2E9C9242-8475-426D-DFA6-14540A24D3A2}"/>
                      </a:ext>
                    </a:extLst>
                  </p:cNvPr>
                  <p:cNvSpPr txBox="1"/>
                  <p:nvPr/>
                </p:nvSpPr>
                <p:spPr>
                  <a:xfrm>
                    <a:off x="857275" y="1673266"/>
                    <a:ext cx="526679" cy="545746"/>
                  </a:xfrm>
                  <a:prstGeom prst="rect">
                    <a:avLst/>
                  </a:prstGeom>
                  <a:noFill/>
                </p:spPr>
                <p:txBody>
                  <a:bodyPr wrap="none" rtlCol="0">
                    <a:spAutoFit/>
                  </a:bodyPr>
                  <a:lstStyle/>
                  <a:p>
                    <a:pPr/>
                    <a14:m>
                      <m:oMathPara xmlns:m="http://schemas.openxmlformats.org/officeDocument/2006/math">
                        <m:oMath>
                          <m:r>
                            <a:rPr lang="en-US" sz="2000" b="0" i="1" noProof="0" smtClean="0">
                              <a:latin typeface="Cambria Math" panose="02040503050406030204" pitchFamily="18" charset="0"/>
                            </a:rPr>
                            <m:t>𝑘</m:t>
                          </m:r>
                        </m:oMath>
                      </m:oMathPara>
                    </a14:m>
                    <a:endParaRPr lang="en-US" sz="2000" noProof="0" dirty="0"/>
                  </a:p>
                </p:txBody>
              </p:sp>
            </mc:Choice>
            <mc:Fallback>
              <p:sp>
                <p:nvSpPr>
                  <p:cNvPr id="171" name="TextBox 170">
                    <a:extLst>
                      <a:ext uri="{FF2B5EF4-FFF2-40B4-BE49-F238E27FC236}">
                        <a16:creationId xmlns:a16="http://schemas.microsoft.com/office/drawing/2014/main" id="{2E9C9242-8475-426D-DFA6-14540A24D3A2}"/>
                      </a:ext>
                    </a:extLst>
                  </p:cNvPr>
                  <p:cNvSpPr txBox="1">
                    <a:spLocks noRot="1" noChangeAspect="1" noMove="1" noResize="1" noEditPoints="1" noAdjustHandles="1" noChangeArrowheads="1" noChangeShapeType="1" noTextEdit="1"/>
                  </p:cNvSpPr>
                  <p:nvPr/>
                </p:nvSpPr>
                <p:spPr>
                  <a:xfrm>
                    <a:off x="857275" y="1673266"/>
                    <a:ext cx="526679" cy="545746"/>
                  </a:xfrm>
                  <a:prstGeom prst="rect">
                    <a:avLst/>
                  </a:prstGeom>
                  <a:blipFill>
                    <a:blip r:embed="rId13"/>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73" name="TextBox 172">
                    <a:extLst>
                      <a:ext uri="{FF2B5EF4-FFF2-40B4-BE49-F238E27FC236}">
                        <a16:creationId xmlns:a16="http://schemas.microsoft.com/office/drawing/2014/main" id="{729CF20E-3A7A-ADF8-38B3-0A9D4972A8BA}"/>
                      </a:ext>
                    </a:extLst>
                  </p:cNvPr>
                  <p:cNvSpPr txBox="1"/>
                  <p:nvPr/>
                </p:nvSpPr>
                <p:spPr>
                  <a:xfrm>
                    <a:off x="1563378" y="2038382"/>
                    <a:ext cx="526679" cy="545746"/>
                  </a:xfrm>
                  <a:prstGeom prst="rect">
                    <a:avLst/>
                  </a:prstGeom>
                  <a:noFill/>
                </p:spPr>
                <p:txBody>
                  <a:bodyPr wrap="none" rtlCol="0">
                    <a:spAutoFit/>
                  </a:bodyPr>
                  <a:lstStyle/>
                  <a:p>
                    <a:pPr/>
                    <a14:m>
                      <m:oMathPara xmlns:m="http://schemas.openxmlformats.org/officeDocument/2006/math">
                        <m:oMath>
                          <m:r>
                            <a:rPr lang="en-US" sz="2000" b="0" i="1" noProof="0" smtClean="0">
                              <a:latin typeface="Cambria Math" panose="02040503050406030204" pitchFamily="18" charset="0"/>
                            </a:rPr>
                            <m:t>𝑘</m:t>
                          </m:r>
                        </m:oMath>
                      </m:oMathPara>
                    </a14:m>
                    <a:endParaRPr lang="en-US" sz="2000" noProof="0" dirty="0"/>
                  </a:p>
                </p:txBody>
              </p:sp>
            </mc:Choice>
            <mc:Fallback>
              <p:sp>
                <p:nvSpPr>
                  <p:cNvPr id="173" name="TextBox 172">
                    <a:extLst>
                      <a:ext uri="{FF2B5EF4-FFF2-40B4-BE49-F238E27FC236}">
                        <a16:creationId xmlns:a16="http://schemas.microsoft.com/office/drawing/2014/main" id="{729CF20E-3A7A-ADF8-38B3-0A9D4972A8BA}"/>
                      </a:ext>
                    </a:extLst>
                  </p:cNvPr>
                  <p:cNvSpPr txBox="1">
                    <a:spLocks noRot="1" noChangeAspect="1" noMove="1" noResize="1" noEditPoints="1" noAdjustHandles="1" noChangeArrowheads="1" noChangeShapeType="1" noTextEdit="1"/>
                  </p:cNvSpPr>
                  <p:nvPr/>
                </p:nvSpPr>
                <p:spPr>
                  <a:xfrm>
                    <a:off x="1563378" y="2038382"/>
                    <a:ext cx="526679" cy="545746"/>
                  </a:xfrm>
                  <a:prstGeom prst="rect">
                    <a:avLst/>
                  </a:prstGeom>
                  <a:blipFill>
                    <a:blip r:embed="rId14"/>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75" name="TextBox 174">
                    <a:extLst>
                      <a:ext uri="{FF2B5EF4-FFF2-40B4-BE49-F238E27FC236}">
                        <a16:creationId xmlns:a16="http://schemas.microsoft.com/office/drawing/2014/main" id="{C6AFF68F-4275-12A3-1984-F36012F6421E}"/>
                      </a:ext>
                    </a:extLst>
                  </p:cNvPr>
                  <p:cNvSpPr txBox="1"/>
                  <p:nvPr/>
                </p:nvSpPr>
                <p:spPr>
                  <a:xfrm>
                    <a:off x="2490369" y="1858436"/>
                    <a:ext cx="531139" cy="545746"/>
                  </a:xfrm>
                  <a:prstGeom prst="rect">
                    <a:avLst/>
                  </a:prstGeom>
                  <a:noFill/>
                </p:spPr>
                <p:txBody>
                  <a:bodyPr wrap="none" rtlCol="0">
                    <a:spAutoFit/>
                  </a:bodyPr>
                  <a:lstStyle/>
                  <a:p>
                    <a:pPr/>
                    <a14:m>
                      <m:oMathPara xmlns:m="http://schemas.openxmlformats.org/officeDocument/2006/math">
                        <m:oMath>
                          <m:r>
                            <a:rPr lang="en-US" sz="2000" b="0" i="1" noProof="0" smtClean="0">
                              <a:latin typeface="Cambria Math" panose="02040503050406030204" pitchFamily="18" charset="0"/>
                            </a:rPr>
                            <m:t>𝑛</m:t>
                          </m:r>
                        </m:oMath>
                      </m:oMathPara>
                    </a14:m>
                    <a:endParaRPr lang="en-US" sz="2000" noProof="0" dirty="0"/>
                  </a:p>
                </p:txBody>
              </p:sp>
            </mc:Choice>
            <mc:Fallback>
              <p:sp>
                <p:nvSpPr>
                  <p:cNvPr id="175" name="TextBox 174">
                    <a:extLst>
                      <a:ext uri="{FF2B5EF4-FFF2-40B4-BE49-F238E27FC236}">
                        <a16:creationId xmlns:a16="http://schemas.microsoft.com/office/drawing/2014/main" id="{C6AFF68F-4275-12A3-1984-F36012F6421E}"/>
                      </a:ext>
                    </a:extLst>
                  </p:cNvPr>
                  <p:cNvSpPr txBox="1">
                    <a:spLocks noRot="1" noChangeAspect="1" noMove="1" noResize="1" noEditPoints="1" noAdjustHandles="1" noChangeArrowheads="1" noChangeShapeType="1" noTextEdit="1"/>
                  </p:cNvSpPr>
                  <p:nvPr/>
                </p:nvSpPr>
                <p:spPr>
                  <a:xfrm>
                    <a:off x="2490369" y="1858436"/>
                    <a:ext cx="531139" cy="545746"/>
                  </a:xfrm>
                  <a:prstGeom prst="rect">
                    <a:avLst/>
                  </a:prstGeom>
                  <a:blipFill>
                    <a:blip r:embed="rId15"/>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77" name="TextBox 176">
                    <a:extLst>
                      <a:ext uri="{FF2B5EF4-FFF2-40B4-BE49-F238E27FC236}">
                        <a16:creationId xmlns:a16="http://schemas.microsoft.com/office/drawing/2014/main" id="{38B8802A-2C13-DDF8-4086-8C002237A748}"/>
                      </a:ext>
                    </a:extLst>
                  </p:cNvPr>
                  <p:cNvSpPr txBox="1"/>
                  <p:nvPr/>
                </p:nvSpPr>
                <p:spPr>
                  <a:xfrm>
                    <a:off x="3435376" y="1890394"/>
                    <a:ext cx="622972" cy="545746"/>
                  </a:xfrm>
                  <a:prstGeom prst="rect">
                    <a:avLst/>
                  </a:prstGeom>
                  <a:noFill/>
                </p:spPr>
                <p:txBody>
                  <a:bodyPr wrap="none" rtlCol="0">
                    <a:spAutoFit/>
                  </a:bodyPr>
                  <a:lstStyle/>
                  <a:p>
                    <a:pPr/>
                    <a14:m>
                      <m:oMathPara xmlns:m="http://schemas.openxmlformats.org/officeDocument/2006/math">
                        <m:oMath>
                          <m:r>
                            <a:rPr lang="en-US" sz="2000" b="0" i="1" noProof="0" smtClean="0">
                              <a:latin typeface="Cambria Math" panose="02040503050406030204" pitchFamily="18" charset="0"/>
                            </a:rPr>
                            <m:t>𝑚</m:t>
                          </m:r>
                        </m:oMath>
                      </m:oMathPara>
                    </a14:m>
                    <a:endParaRPr lang="en-US" sz="2000" noProof="0" dirty="0"/>
                  </a:p>
                </p:txBody>
              </p:sp>
            </mc:Choice>
            <mc:Fallback>
              <p:sp>
                <p:nvSpPr>
                  <p:cNvPr id="177" name="TextBox 176">
                    <a:extLst>
                      <a:ext uri="{FF2B5EF4-FFF2-40B4-BE49-F238E27FC236}">
                        <a16:creationId xmlns:a16="http://schemas.microsoft.com/office/drawing/2014/main" id="{38B8802A-2C13-DDF8-4086-8C002237A748}"/>
                      </a:ext>
                    </a:extLst>
                  </p:cNvPr>
                  <p:cNvSpPr txBox="1">
                    <a:spLocks noRot="1" noChangeAspect="1" noMove="1" noResize="1" noEditPoints="1" noAdjustHandles="1" noChangeArrowheads="1" noChangeShapeType="1" noTextEdit="1"/>
                  </p:cNvSpPr>
                  <p:nvPr/>
                </p:nvSpPr>
                <p:spPr>
                  <a:xfrm>
                    <a:off x="3435376" y="1890394"/>
                    <a:ext cx="622972" cy="545746"/>
                  </a:xfrm>
                  <a:prstGeom prst="rect">
                    <a:avLst/>
                  </a:prstGeom>
                  <a:blipFill>
                    <a:blip r:embed="rId16"/>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79" name="TextBox 178">
                    <a:extLst>
                      <a:ext uri="{FF2B5EF4-FFF2-40B4-BE49-F238E27FC236}">
                        <a16:creationId xmlns:a16="http://schemas.microsoft.com/office/drawing/2014/main" id="{B96A8EAB-B6F9-B4AA-B5C7-883FC2D2ABB6}"/>
                      </a:ext>
                    </a:extLst>
                  </p:cNvPr>
                  <p:cNvSpPr txBox="1"/>
                  <p:nvPr/>
                </p:nvSpPr>
                <p:spPr>
                  <a:xfrm>
                    <a:off x="4439377" y="1664560"/>
                    <a:ext cx="531139" cy="545746"/>
                  </a:xfrm>
                  <a:prstGeom prst="rect">
                    <a:avLst/>
                  </a:prstGeom>
                  <a:noFill/>
                </p:spPr>
                <p:txBody>
                  <a:bodyPr wrap="none" rtlCol="0">
                    <a:spAutoFit/>
                  </a:bodyPr>
                  <a:lstStyle/>
                  <a:p>
                    <a:pPr/>
                    <a14:m>
                      <m:oMathPara xmlns:m="http://schemas.openxmlformats.org/officeDocument/2006/math">
                        <m:oMath>
                          <m:r>
                            <a:rPr lang="en-US" sz="2000" b="0" i="1" noProof="0" smtClean="0">
                              <a:latin typeface="Cambria Math" panose="02040503050406030204" pitchFamily="18" charset="0"/>
                            </a:rPr>
                            <m:t>𝑛</m:t>
                          </m:r>
                        </m:oMath>
                      </m:oMathPara>
                    </a14:m>
                    <a:endParaRPr lang="en-US" sz="2000" noProof="0" dirty="0"/>
                  </a:p>
                </p:txBody>
              </p:sp>
            </mc:Choice>
            <mc:Fallback>
              <p:sp>
                <p:nvSpPr>
                  <p:cNvPr id="179" name="TextBox 178">
                    <a:extLst>
                      <a:ext uri="{FF2B5EF4-FFF2-40B4-BE49-F238E27FC236}">
                        <a16:creationId xmlns:a16="http://schemas.microsoft.com/office/drawing/2014/main" id="{B96A8EAB-B6F9-B4AA-B5C7-883FC2D2ABB6}"/>
                      </a:ext>
                    </a:extLst>
                  </p:cNvPr>
                  <p:cNvSpPr txBox="1">
                    <a:spLocks noRot="1" noChangeAspect="1" noMove="1" noResize="1" noEditPoints="1" noAdjustHandles="1" noChangeArrowheads="1" noChangeShapeType="1" noTextEdit="1"/>
                  </p:cNvSpPr>
                  <p:nvPr/>
                </p:nvSpPr>
                <p:spPr>
                  <a:xfrm>
                    <a:off x="4439377" y="1664560"/>
                    <a:ext cx="531139" cy="545746"/>
                  </a:xfrm>
                  <a:prstGeom prst="rect">
                    <a:avLst/>
                  </a:prstGeom>
                  <a:blipFill>
                    <a:blip r:embed="rId17"/>
                    <a:stretch>
                      <a:fillRect/>
                    </a:stretch>
                  </a:blipFill>
                </p:spPr>
                <p:txBody>
                  <a:bodyPr/>
                  <a:lstStyle/>
                  <a:p>
                    <a:r>
                      <a:rPr lang="en-US">
                        <a:noFill/>
                      </a:rPr>
                      <a:t> </a:t>
                    </a:r>
                  </a:p>
                </p:txBody>
              </p:sp>
            </mc:Fallback>
          </mc:AlternateContent>
        </p:grpSp>
      </p:grpSp>
    </p:spTree>
    <p:custDataLst>
      <p:tags r:id="rId1"/>
    </p:custDataLst>
    <p:extLst>
      <p:ext uri="{BB962C8B-B14F-4D97-AF65-F5344CB8AC3E}">
        <p14:creationId xmlns:p14="http://schemas.microsoft.com/office/powerpoint/2010/main" val="293392099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E9C270-FFE7-712F-BA5B-C713C51D9A76}"/>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F64F76FB-E9C4-9A8F-8092-29CA73FEACB3}"/>
              </a:ext>
            </a:extLst>
          </p:cNvPr>
          <p:cNvSpPr>
            <a:spLocks noGrp="1"/>
          </p:cNvSpPr>
          <p:nvPr>
            <p:ph type="title"/>
            <p:custDataLst>
              <p:tags r:id="rId2"/>
            </p:custDataLst>
          </p:nvPr>
        </p:nvSpPr>
        <p:spPr/>
        <p:txBody>
          <a:bodyPr/>
          <a:lstStyle/>
          <a:p>
            <a:r>
              <a:rPr lang="en-US" noProof="0" dirty="0"/>
              <a:t>Structures with different index spaces</a:t>
            </a:r>
          </a:p>
        </p:txBody>
      </p:sp>
      <p:sp>
        <p:nvSpPr>
          <p:cNvPr id="9" name="Date Placeholder 8">
            <a:extLst>
              <a:ext uri="{FF2B5EF4-FFF2-40B4-BE49-F238E27FC236}">
                <a16:creationId xmlns:a16="http://schemas.microsoft.com/office/drawing/2014/main" id="{49863BA9-EDD3-9BC6-2F2C-63F2D4A2C95B}"/>
              </a:ext>
            </a:extLst>
          </p:cNvPr>
          <p:cNvSpPr>
            <a:spLocks noGrp="1"/>
          </p:cNvSpPr>
          <p:nvPr>
            <p:ph type="dt" sz="half" idx="10"/>
            <p:custDataLst>
              <p:tags r:id="rId3"/>
            </p:custDataLst>
          </p:nvPr>
        </p:nvSpPr>
        <p:spPr/>
        <p:txBody>
          <a:bodyPr/>
          <a:lstStyle/>
          <a:p>
            <a:r>
              <a:rPr lang="en-US" noProof="0"/>
              <a:t>9/5/2026</a:t>
            </a:r>
            <a:endParaRPr lang="en-US" noProof="0" dirty="0"/>
          </a:p>
        </p:txBody>
      </p:sp>
      <p:sp>
        <p:nvSpPr>
          <p:cNvPr id="10" name="Slide Number Placeholder 9">
            <a:extLst>
              <a:ext uri="{FF2B5EF4-FFF2-40B4-BE49-F238E27FC236}">
                <a16:creationId xmlns:a16="http://schemas.microsoft.com/office/drawing/2014/main" id="{D932224D-9ADE-83F1-8417-D5C309A6BB6A}"/>
              </a:ext>
            </a:extLst>
          </p:cNvPr>
          <p:cNvSpPr>
            <a:spLocks noGrp="1"/>
          </p:cNvSpPr>
          <p:nvPr>
            <p:ph type="sldNum" sz="quarter" idx="12"/>
            <p:custDataLst>
              <p:tags r:id="rId4"/>
            </p:custDataLst>
          </p:nvPr>
        </p:nvSpPr>
        <p:spPr/>
        <p:txBody>
          <a:bodyPr/>
          <a:lstStyle/>
          <a:p>
            <a:r>
              <a:rPr lang="en-US" noProof="0"/>
              <a:t>7</a:t>
            </a:r>
            <a:endParaRPr lang="en-US" noProof="0" dirty="0"/>
          </a:p>
        </p:txBody>
      </p:sp>
      <p:sp>
        <p:nvSpPr>
          <p:cNvPr id="18" name="TextBox 17">
            <a:extLst>
              <a:ext uri="{FF2B5EF4-FFF2-40B4-BE49-F238E27FC236}">
                <a16:creationId xmlns:a16="http://schemas.microsoft.com/office/drawing/2014/main" id="{89EAF68D-4F87-22EE-E382-0F9F7359D649}"/>
              </a:ext>
            </a:extLst>
          </p:cNvPr>
          <p:cNvSpPr txBox="1"/>
          <p:nvPr>
            <p:custDataLst>
              <p:tags r:id="rId5"/>
            </p:custDataLst>
          </p:nvPr>
        </p:nvSpPr>
        <p:spPr>
          <a:xfrm>
            <a:off x="860575" y="1130185"/>
            <a:ext cx="2909772" cy="461665"/>
          </a:xfrm>
          <a:prstGeom prst="rect">
            <a:avLst/>
          </a:prstGeom>
          <a:noFill/>
        </p:spPr>
        <p:txBody>
          <a:bodyPr wrap="none" rtlCol="0">
            <a:spAutoFit/>
          </a:bodyPr>
          <a:lstStyle/>
          <a:p>
            <a:pPr algn="ctr"/>
            <a:r>
              <a:rPr lang="en-US" sz="2400" noProof="0" dirty="0"/>
              <a:t>Matrix multiplication</a:t>
            </a:r>
          </a:p>
        </p:txBody>
      </p:sp>
      <p:sp>
        <p:nvSpPr>
          <p:cNvPr id="24" name="TextBox 23">
            <a:extLst>
              <a:ext uri="{FF2B5EF4-FFF2-40B4-BE49-F238E27FC236}">
                <a16:creationId xmlns:a16="http://schemas.microsoft.com/office/drawing/2014/main" id="{1D0BC665-A3D5-7187-98DA-94BA7091C22C}"/>
              </a:ext>
            </a:extLst>
          </p:cNvPr>
          <p:cNvSpPr txBox="1"/>
          <p:nvPr>
            <p:custDataLst>
              <p:tags r:id="rId6"/>
            </p:custDataLst>
          </p:nvPr>
        </p:nvSpPr>
        <p:spPr>
          <a:xfrm>
            <a:off x="4485795" y="1740032"/>
            <a:ext cx="6494085" cy="1472070"/>
          </a:xfrm>
          <a:prstGeom prst="rect">
            <a:avLst/>
          </a:prstGeom>
          <a:noFill/>
          <a:ln>
            <a:solidFill>
              <a:schemeClr val="tx1"/>
            </a:solidFill>
          </a:ln>
        </p:spPr>
        <p:txBody>
          <a:bodyPr wrap="none">
            <a:spAutoFit/>
          </a:bodyPr>
          <a:lstStyle/>
          <a:p>
            <a:pPr>
              <a:lnSpc>
                <a:spcPct val="113095"/>
              </a:lnSpc>
            </a:pPr>
            <a:r>
              <a:rPr lang="en-US" sz="2000" dirty="0">
                <a:solidFill>
                  <a:srgbClr val="AF00DB"/>
                </a:solidFill>
                <a:latin typeface="Fira Code" panose="020B0809050000020004" pitchFamily="49" charset="0"/>
              </a:rPr>
              <a:t>for</a:t>
            </a:r>
            <a:r>
              <a:rPr lang="en-US" sz="2000" dirty="0">
                <a:solidFill>
                  <a:srgbClr val="000000"/>
                </a:solidFill>
                <a:latin typeface="Fira Code" panose="020B0809050000020004" pitchFamily="49" charset="0"/>
              </a:rPr>
              <a:t> (</a:t>
            </a:r>
            <a:r>
              <a:rPr lang="en-US" sz="2000" dirty="0">
                <a:solidFill>
                  <a:srgbClr val="0000FF"/>
                </a:solidFill>
                <a:latin typeface="Fira Code" panose="020B0809050000020004" pitchFamily="49" charset="0"/>
              </a:rPr>
              <a:t>int</a:t>
            </a:r>
            <a:r>
              <a:rPr lang="en-US" sz="2000" dirty="0">
                <a:solidFill>
                  <a:srgbClr val="000000"/>
                </a:solidFill>
                <a:latin typeface="Fira Code" panose="020B0809050000020004" pitchFamily="49" charset="0"/>
              </a:rPr>
              <a:t> </a:t>
            </a:r>
            <a:r>
              <a:rPr lang="en-US" sz="2000" dirty="0" err="1">
                <a:solidFill>
                  <a:srgbClr val="001080"/>
                </a:solidFill>
                <a:latin typeface="Fira Code" panose="020B0809050000020004" pitchFamily="49" charset="0"/>
              </a:rPr>
              <a:t>i</a:t>
            </a:r>
            <a:r>
              <a:rPr lang="en-US" sz="2000" dirty="0">
                <a:solidFill>
                  <a:srgbClr val="000000"/>
                </a:solidFill>
                <a:latin typeface="Fira Code" panose="020B0809050000020004" pitchFamily="49" charset="0"/>
              </a:rPr>
              <a:t> = </a:t>
            </a:r>
            <a:r>
              <a:rPr lang="en-US" sz="2000" dirty="0">
                <a:solidFill>
                  <a:srgbClr val="098658"/>
                </a:solidFill>
                <a:latin typeface="Fira Code" panose="020B0809050000020004" pitchFamily="49" charset="0"/>
              </a:rPr>
              <a:t>0</a:t>
            </a:r>
            <a:r>
              <a:rPr lang="en-US" sz="2000" dirty="0">
                <a:solidFill>
                  <a:srgbClr val="000000"/>
                </a:solidFill>
                <a:latin typeface="Fira Code" panose="020B0809050000020004" pitchFamily="49" charset="0"/>
              </a:rPr>
              <a:t>; </a:t>
            </a:r>
            <a:r>
              <a:rPr lang="en-US" sz="2000" dirty="0" err="1">
                <a:solidFill>
                  <a:srgbClr val="001080"/>
                </a:solidFill>
                <a:latin typeface="Fira Code" panose="020B0809050000020004" pitchFamily="49" charset="0"/>
              </a:rPr>
              <a:t>i</a:t>
            </a:r>
            <a:r>
              <a:rPr lang="en-US" sz="2000" dirty="0">
                <a:solidFill>
                  <a:srgbClr val="000000"/>
                </a:solidFill>
                <a:latin typeface="Fira Code" panose="020B0809050000020004" pitchFamily="49" charset="0"/>
              </a:rPr>
              <a:t> &lt; </a:t>
            </a:r>
            <a:r>
              <a:rPr lang="en-US" sz="2000" dirty="0">
                <a:solidFill>
                  <a:srgbClr val="0070C1"/>
                </a:solidFill>
                <a:latin typeface="Fira Code" panose="020B0809050000020004" pitchFamily="49" charset="0"/>
              </a:rPr>
              <a:t>M</a:t>
            </a:r>
            <a:r>
              <a:rPr lang="en-US" sz="2000" dirty="0">
                <a:solidFill>
                  <a:srgbClr val="000000"/>
                </a:solidFill>
                <a:latin typeface="Fira Code" panose="020B0809050000020004" pitchFamily="49" charset="0"/>
              </a:rPr>
              <a:t>; </a:t>
            </a:r>
            <a:r>
              <a:rPr lang="en-US" sz="2000" dirty="0" err="1">
                <a:solidFill>
                  <a:srgbClr val="001080"/>
                </a:solidFill>
                <a:latin typeface="Fira Code" panose="020B0809050000020004" pitchFamily="49" charset="0"/>
              </a:rPr>
              <a:t>i</a:t>
            </a:r>
            <a:r>
              <a:rPr lang="en-US" sz="2000" dirty="0">
                <a:solidFill>
                  <a:srgbClr val="000000"/>
                </a:solidFill>
                <a:latin typeface="Fira Code" panose="020B0809050000020004" pitchFamily="49" charset="0"/>
              </a:rPr>
              <a:t>++)</a:t>
            </a:r>
          </a:p>
          <a:p>
            <a:pPr>
              <a:lnSpc>
                <a:spcPct val="113095"/>
              </a:lnSpc>
            </a:pPr>
            <a:r>
              <a:rPr lang="en-US" sz="2000" noProof="0" dirty="0">
                <a:solidFill>
                  <a:srgbClr val="AF00DB"/>
                </a:solidFill>
                <a:latin typeface="Fira Code" panose="020B0809050000020004" pitchFamily="49" charset="0"/>
              </a:rPr>
              <a:t>    for</a:t>
            </a:r>
            <a:r>
              <a:rPr lang="en-US" sz="2000" noProof="0" dirty="0">
                <a:solidFill>
                  <a:srgbClr val="000000"/>
                </a:solidFill>
                <a:latin typeface="Fira Code" panose="020B0809050000020004" pitchFamily="49" charset="0"/>
              </a:rPr>
              <a:t> (</a:t>
            </a:r>
            <a:r>
              <a:rPr lang="en-US" sz="2000" noProof="0" dirty="0">
                <a:solidFill>
                  <a:srgbClr val="0000FF"/>
                </a:solidFill>
                <a:latin typeface="Fira Code" panose="020B0809050000020004" pitchFamily="49" charset="0"/>
              </a:rPr>
              <a:t>int</a:t>
            </a:r>
            <a:r>
              <a:rPr lang="en-US" sz="2000" noProof="0" dirty="0">
                <a:solidFill>
                  <a:srgbClr val="000000"/>
                </a:solidFill>
                <a:latin typeface="Fira Code" panose="020B0809050000020004" pitchFamily="49" charset="0"/>
              </a:rPr>
              <a:t> </a:t>
            </a:r>
            <a:r>
              <a:rPr lang="en-US" sz="2000" noProof="0" dirty="0">
                <a:solidFill>
                  <a:srgbClr val="001080"/>
                </a:solidFill>
                <a:latin typeface="Fira Code" panose="020B0809050000020004" pitchFamily="49" charset="0"/>
              </a:rPr>
              <a:t>j</a:t>
            </a:r>
            <a:r>
              <a:rPr lang="en-US" sz="2000" noProof="0" dirty="0">
                <a:solidFill>
                  <a:srgbClr val="000000"/>
                </a:solidFill>
                <a:latin typeface="Fira Code" panose="020B0809050000020004" pitchFamily="49" charset="0"/>
              </a:rPr>
              <a:t> = </a:t>
            </a:r>
            <a:r>
              <a:rPr lang="en-US" sz="2000" noProof="0" dirty="0">
                <a:solidFill>
                  <a:srgbClr val="098658"/>
                </a:solidFill>
                <a:latin typeface="Fira Code" panose="020B0809050000020004" pitchFamily="49" charset="0"/>
              </a:rPr>
              <a:t>0</a:t>
            </a:r>
            <a:r>
              <a:rPr lang="en-US" sz="2000" noProof="0" dirty="0">
                <a:solidFill>
                  <a:srgbClr val="000000"/>
                </a:solidFill>
                <a:latin typeface="Fira Code" panose="020B0809050000020004" pitchFamily="49" charset="0"/>
              </a:rPr>
              <a:t>; </a:t>
            </a:r>
            <a:r>
              <a:rPr lang="en-US" sz="2000" noProof="0" dirty="0">
                <a:solidFill>
                  <a:srgbClr val="001080"/>
                </a:solidFill>
                <a:latin typeface="Fira Code" panose="020B0809050000020004" pitchFamily="49" charset="0"/>
              </a:rPr>
              <a:t>j</a:t>
            </a:r>
            <a:r>
              <a:rPr lang="en-US" sz="2000" noProof="0" dirty="0">
                <a:solidFill>
                  <a:srgbClr val="000000"/>
                </a:solidFill>
                <a:latin typeface="Fira Code" panose="020B0809050000020004" pitchFamily="49" charset="0"/>
              </a:rPr>
              <a:t> &lt; </a:t>
            </a:r>
            <a:r>
              <a:rPr lang="en-US" sz="2000" noProof="0" dirty="0">
                <a:solidFill>
                  <a:srgbClr val="0070C1"/>
                </a:solidFill>
                <a:latin typeface="Fira Code" panose="020B0809050000020004" pitchFamily="49" charset="0"/>
              </a:rPr>
              <a:t>N</a:t>
            </a:r>
            <a:r>
              <a:rPr lang="en-US" sz="2000" noProof="0" dirty="0">
                <a:solidFill>
                  <a:srgbClr val="000000"/>
                </a:solidFill>
                <a:latin typeface="Fira Code" panose="020B0809050000020004" pitchFamily="49" charset="0"/>
              </a:rPr>
              <a:t>; </a:t>
            </a:r>
            <a:r>
              <a:rPr lang="en-US" sz="2000" noProof="0" dirty="0" err="1">
                <a:solidFill>
                  <a:srgbClr val="001080"/>
                </a:solidFill>
                <a:latin typeface="Fira Code" panose="020B0809050000020004" pitchFamily="49" charset="0"/>
              </a:rPr>
              <a:t>j</a:t>
            </a:r>
            <a:r>
              <a:rPr lang="en-US" sz="2000" noProof="0" dirty="0" err="1">
                <a:solidFill>
                  <a:srgbClr val="000000"/>
                </a:solidFill>
                <a:latin typeface="Fira Code" panose="020B0809050000020004" pitchFamily="49" charset="0"/>
              </a:rPr>
              <a:t>++</a:t>
            </a:r>
            <a:r>
              <a:rPr lang="en-US" sz="2000" noProof="0" dirty="0">
                <a:solidFill>
                  <a:srgbClr val="000000"/>
                </a:solidFill>
                <a:latin typeface="Fira Code" panose="020B0809050000020004" pitchFamily="49" charset="0"/>
              </a:rPr>
              <a:t>)</a:t>
            </a:r>
          </a:p>
          <a:p>
            <a:pPr>
              <a:lnSpc>
                <a:spcPct val="113095"/>
              </a:lnSpc>
              <a:buNone/>
            </a:pPr>
            <a:r>
              <a:rPr lang="en-US" sz="2000" b="0" noProof="0" dirty="0">
                <a:solidFill>
                  <a:srgbClr val="000000"/>
                </a:solidFill>
                <a:effectLst/>
                <a:latin typeface="Fira Code" panose="020B0809050000020004" pitchFamily="49" charset="0"/>
              </a:rPr>
              <a:t>        </a:t>
            </a:r>
            <a:r>
              <a:rPr lang="en-US" sz="2000" b="0" noProof="0" dirty="0">
                <a:solidFill>
                  <a:srgbClr val="AF00DB"/>
                </a:solidFill>
                <a:effectLst/>
                <a:latin typeface="Fira Code" panose="020B0809050000020004" pitchFamily="49" charset="0"/>
              </a:rPr>
              <a:t>for</a:t>
            </a:r>
            <a:r>
              <a:rPr lang="en-US" sz="2000" b="0" noProof="0" dirty="0">
                <a:solidFill>
                  <a:srgbClr val="000000"/>
                </a:solidFill>
                <a:effectLst/>
                <a:latin typeface="Fira Code" panose="020B0809050000020004" pitchFamily="49" charset="0"/>
              </a:rPr>
              <a:t> (</a:t>
            </a:r>
            <a:r>
              <a:rPr lang="en-US" sz="2000" b="0" noProof="0" dirty="0">
                <a:solidFill>
                  <a:srgbClr val="0000FF"/>
                </a:solidFill>
                <a:effectLst/>
                <a:latin typeface="Fira Code" panose="020B0809050000020004" pitchFamily="49" charset="0"/>
              </a:rPr>
              <a:t>int</a:t>
            </a:r>
            <a:r>
              <a:rPr lang="en-US" sz="2000" b="0" noProof="0" dirty="0">
                <a:solidFill>
                  <a:srgbClr val="000000"/>
                </a:solidFill>
                <a:effectLst/>
                <a:latin typeface="Fira Code" panose="020B0809050000020004" pitchFamily="49" charset="0"/>
              </a:rPr>
              <a:t> </a:t>
            </a:r>
            <a:r>
              <a:rPr lang="en-US" sz="2000" b="0" noProof="0" dirty="0">
                <a:solidFill>
                  <a:srgbClr val="001080"/>
                </a:solidFill>
                <a:effectLst/>
                <a:latin typeface="Fira Code" panose="020B0809050000020004" pitchFamily="49" charset="0"/>
              </a:rPr>
              <a:t>k</a:t>
            </a:r>
            <a:r>
              <a:rPr lang="en-US" sz="2000" b="0" noProof="0" dirty="0">
                <a:solidFill>
                  <a:srgbClr val="000000"/>
                </a:solidFill>
                <a:effectLst/>
                <a:latin typeface="Fira Code" panose="020B0809050000020004" pitchFamily="49" charset="0"/>
              </a:rPr>
              <a:t> = </a:t>
            </a:r>
            <a:r>
              <a:rPr lang="en-US" sz="2000" b="0" noProof="0" dirty="0">
                <a:solidFill>
                  <a:srgbClr val="098658"/>
                </a:solidFill>
                <a:effectLst/>
                <a:latin typeface="Fira Code" panose="020B0809050000020004" pitchFamily="49" charset="0"/>
              </a:rPr>
              <a:t>0</a:t>
            </a:r>
            <a:r>
              <a:rPr lang="en-US" sz="2000" b="0" noProof="0" dirty="0">
                <a:solidFill>
                  <a:srgbClr val="000000"/>
                </a:solidFill>
                <a:effectLst/>
                <a:latin typeface="Fira Code" panose="020B0809050000020004" pitchFamily="49" charset="0"/>
              </a:rPr>
              <a:t>; </a:t>
            </a:r>
            <a:r>
              <a:rPr lang="en-US" sz="2000" b="0" noProof="0" dirty="0">
                <a:solidFill>
                  <a:srgbClr val="001080"/>
                </a:solidFill>
                <a:effectLst/>
                <a:latin typeface="Fira Code" panose="020B0809050000020004" pitchFamily="49" charset="0"/>
              </a:rPr>
              <a:t>k</a:t>
            </a:r>
            <a:r>
              <a:rPr lang="en-US" sz="2000" b="0" noProof="0" dirty="0">
                <a:solidFill>
                  <a:srgbClr val="000000"/>
                </a:solidFill>
                <a:effectLst/>
                <a:latin typeface="Fira Code" panose="020B0809050000020004" pitchFamily="49" charset="0"/>
              </a:rPr>
              <a:t> &lt; </a:t>
            </a:r>
            <a:r>
              <a:rPr lang="en-US" sz="2000" b="0" noProof="0" dirty="0">
                <a:solidFill>
                  <a:srgbClr val="0070C1"/>
                </a:solidFill>
                <a:effectLst/>
                <a:latin typeface="Fira Code" panose="020B0809050000020004" pitchFamily="49" charset="0"/>
              </a:rPr>
              <a:t>K</a:t>
            </a:r>
            <a:r>
              <a:rPr lang="en-US" sz="2000" b="0" noProof="0" dirty="0">
                <a:solidFill>
                  <a:srgbClr val="000000"/>
                </a:solidFill>
                <a:effectLst/>
                <a:latin typeface="Fira Code" panose="020B0809050000020004" pitchFamily="49" charset="0"/>
              </a:rPr>
              <a:t>; </a:t>
            </a:r>
            <a:r>
              <a:rPr lang="en-US" sz="2000" b="0" noProof="0" dirty="0">
                <a:solidFill>
                  <a:srgbClr val="001080"/>
                </a:solidFill>
                <a:effectLst/>
                <a:latin typeface="Fira Code" panose="020B0809050000020004" pitchFamily="49" charset="0"/>
              </a:rPr>
              <a:t>k</a:t>
            </a:r>
            <a:r>
              <a:rPr lang="en-US" sz="2000" b="0" noProof="0" dirty="0">
                <a:solidFill>
                  <a:srgbClr val="000000"/>
                </a:solidFill>
                <a:effectLst/>
                <a:latin typeface="Fira Code" panose="020B0809050000020004" pitchFamily="49" charset="0"/>
              </a:rPr>
              <a:t>++)</a:t>
            </a:r>
          </a:p>
          <a:p>
            <a:pPr>
              <a:lnSpc>
                <a:spcPct val="113095"/>
              </a:lnSpc>
              <a:buNone/>
            </a:pPr>
            <a:r>
              <a:rPr lang="en-US" sz="2000" b="0" noProof="0" dirty="0">
                <a:solidFill>
                  <a:srgbClr val="000000"/>
                </a:solidFill>
                <a:effectLst/>
                <a:latin typeface="Fira Code" panose="020B0809050000020004" pitchFamily="49" charset="0"/>
              </a:rPr>
              <a:t>            </a:t>
            </a:r>
            <a:r>
              <a:rPr lang="en-US" sz="2000" b="0" noProof="0" dirty="0">
                <a:solidFill>
                  <a:srgbClr val="001080"/>
                </a:solidFill>
                <a:effectLst/>
                <a:latin typeface="Fira Code" panose="020B0809050000020004" pitchFamily="49" charset="0"/>
              </a:rPr>
              <a:t>C</a:t>
            </a:r>
            <a:r>
              <a:rPr lang="en-US" sz="2000" b="0" noProof="0" dirty="0">
                <a:solidFill>
                  <a:srgbClr val="000000"/>
                </a:solidFill>
                <a:effectLst/>
                <a:latin typeface="Fira Code" panose="020B0809050000020004" pitchFamily="49" charset="0"/>
              </a:rPr>
              <a:t>[</a:t>
            </a:r>
            <a:r>
              <a:rPr lang="en-US" sz="2000" b="0" noProof="0" dirty="0" err="1">
                <a:solidFill>
                  <a:srgbClr val="001080"/>
                </a:solidFill>
                <a:effectLst/>
                <a:latin typeface="Fira Code" panose="020B0809050000020004" pitchFamily="49" charset="0"/>
              </a:rPr>
              <a:t>i</a:t>
            </a:r>
            <a:r>
              <a:rPr lang="en-US" sz="2000" b="0" noProof="0" dirty="0">
                <a:solidFill>
                  <a:srgbClr val="000000"/>
                </a:solidFill>
                <a:effectLst/>
                <a:latin typeface="Fira Code" panose="020B0809050000020004" pitchFamily="49" charset="0"/>
              </a:rPr>
              <a:t>][</a:t>
            </a:r>
            <a:r>
              <a:rPr lang="en-US" sz="2000" b="0" noProof="0" dirty="0">
                <a:solidFill>
                  <a:srgbClr val="001080"/>
                </a:solidFill>
                <a:effectLst/>
                <a:latin typeface="Fira Code" panose="020B0809050000020004" pitchFamily="49" charset="0"/>
              </a:rPr>
              <a:t>j</a:t>
            </a:r>
            <a:r>
              <a:rPr lang="en-US" sz="2000" b="0" noProof="0" dirty="0">
                <a:solidFill>
                  <a:srgbClr val="000000"/>
                </a:solidFill>
                <a:effectLst/>
                <a:latin typeface="Fira Code" panose="020B0809050000020004" pitchFamily="49" charset="0"/>
              </a:rPr>
              <a:t>] += </a:t>
            </a:r>
            <a:r>
              <a:rPr lang="en-US" sz="2000" b="0" noProof="0" dirty="0">
                <a:solidFill>
                  <a:srgbClr val="001080"/>
                </a:solidFill>
                <a:effectLst/>
                <a:latin typeface="Fira Code" panose="020B0809050000020004" pitchFamily="49" charset="0"/>
              </a:rPr>
              <a:t>A</a:t>
            </a:r>
            <a:r>
              <a:rPr lang="en-US" sz="2000" b="0" noProof="0" dirty="0">
                <a:solidFill>
                  <a:srgbClr val="000000"/>
                </a:solidFill>
                <a:effectLst/>
                <a:latin typeface="Fira Code" panose="020B0809050000020004" pitchFamily="49" charset="0"/>
              </a:rPr>
              <a:t>[</a:t>
            </a:r>
            <a:r>
              <a:rPr lang="en-US" sz="2000" b="0" noProof="0" dirty="0" err="1">
                <a:solidFill>
                  <a:srgbClr val="001080"/>
                </a:solidFill>
                <a:effectLst/>
                <a:latin typeface="Fira Code" panose="020B0809050000020004" pitchFamily="49" charset="0"/>
              </a:rPr>
              <a:t>i</a:t>
            </a:r>
            <a:r>
              <a:rPr lang="en-US" sz="2000" b="0" noProof="0" dirty="0">
                <a:solidFill>
                  <a:srgbClr val="000000"/>
                </a:solidFill>
                <a:effectLst/>
                <a:latin typeface="Fira Code" panose="020B0809050000020004" pitchFamily="49" charset="0"/>
              </a:rPr>
              <a:t>][</a:t>
            </a:r>
            <a:r>
              <a:rPr lang="en-US" sz="2000" b="0" noProof="0" dirty="0">
                <a:solidFill>
                  <a:srgbClr val="001080"/>
                </a:solidFill>
                <a:effectLst/>
                <a:latin typeface="Fira Code" panose="020B0809050000020004" pitchFamily="49" charset="0"/>
              </a:rPr>
              <a:t>k</a:t>
            </a:r>
            <a:r>
              <a:rPr lang="en-US" sz="2000" b="0" noProof="0" dirty="0">
                <a:solidFill>
                  <a:srgbClr val="000000"/>
                </a:solidFill>
                <a:effectLst/>
                <a:latin typeface="Fira Code" panose="020B0809050000020004" pitchFamily="49" charset="0"/>
              </a:rPr>
              <a:t>] * </a:t>
            </a:r>
            <a:r>
              <a:rPr lang="en-US" sz="2000" b="0" noProof="0" dirty="0">
                <a:solidFill>
                  <a:srgbClr val="001080"/>
                </a:solidFill>
                <a:effectLst/>
                <a:latin typeface="Fira Code" panose="020B0809050000020004" pitchFamily="49" charset="0"/>
              </a:rPr>
              <a:t>B</a:t>
            </a:r>
            <a:r>
              <a:rPr lang="en-US" sz="2000" b="0" noProof="0" dirty="0">
                <a:solidFill>
                  <a:srgbClr val="000000"/>
                </a:solidFill>
                <a:effectLst/>
                <a:latin typeface="Fira Code" panose="020B0809050000020004" pitchFamily="49" charset="0"/>
              </a:rPr>
              <a:t>[</a:t>
            </a:r>
            <a:r>
              <a:rPr lang="en-US" sz="2000" b="0" noProof="0" dirty="0">
                <a:solidFill>
                  <a:srgbClr val="001080"/>
                </a:solidFill>
                <a:effectLst/>
                <a:latin typeface="Fira Code" panose="020B0809050000020004" pitchFamily="49" charset="0"/>
              </a:rPr>
              <a:t>k</a:t>
            </a:r>
            <a:r>
              <a:rPr lang="en-US" sz="2000" b="0" noProof="0" dirty="0">
                <a:solidFill>
                  <a:srgbClr val="000000"/>
                </a:solidFill>
                <a:effectLst/>
                <a:latin typeface="Fira Code" panose="020B0809050000020004" pitchFamily="49" charset="0"/>
              </a:rPr>
              <a:t>][</a:t>
            </a:r>
            <a:r>
              <a:rPr lang="en-US" sz="2000" b="0" noProof="0" dirty="0">
                <a:solidFill>
                  <a:srgbClr val="001080"/>
                </a:solidFill>
                <a:effectLst/>
                <a:latin typeface="Fira Code" panose="020B0809050000020004" pitchFamily="49" charset="0"/>
              </a:rPr>
              <a:t>j</a:t>
            </a:r>
            <a:r>
              <a:rPr lang="en-US" sz="2000" b="0" noProof="0" dirty="0">
                <a:solidFill>
                  <a:srgbClr val="000000"/>
                </a:solidFill>
                <a:effectLst/>
                <a:latin typeface="Fira Code" panose="020B0809050000020004" pitchFamily="49" charset="0"/>
              </a:rPr>
              <a:t>];</a:t>
            </a:r>
          </a:p>
        </p:txBody>
      </p:sp>
      <p:sp>
        <p:nvSpPr>
          <p:cNvPr id="8" name="TextBox 7">
            <a:extLst>
              <a:ext uri="{FF2B5EF4-FFF2-40B4-BE49-F238E27FC236}">
                <a16:creationId xmlns:a16="http://schemas.microsoft.com/office/drawing/2014/main" id="{9E2F7AA6-5F7F-99DE-465E-A4472E5548CB}"/>
              </a:ext>
            </a:extLst>
          </p:cNvPr>
          <p:cNvSpPr txBox="1"/>
          <p:nvPr>
            <p:custDataLst>
              <p:tags r:id="rId7"/>
            </p:custDataLst>
          </p:nvPr>
        </p:nvSpPr>
        <p:spPr>
          <a:xfrm>
            <a:off x="2565345" y="3678613"/>
            <a:ext cx="7109639" cy="1124282"/>
          </a:xfrm>
          <a:prstGeom prst="rect">
            <a:avLst/>
          </a:prstGeom>
          <a:noFill/>
          <a:ln>
            <a:solidFill>
              <a:schemeClr val="tx1"/>
            </a:solidFill>
          </a:ln>
        </p:spPr>
        <p:txBody>
          <a:bodyPr wrap="none">
            <a:spAutoFit/>
          </a:bodyPr>
          <a:lstStyle/>
          <a:p>
            <a:pPr>
              <a:lnSpc>
                <a:spcPct val="113095"/>
              </a:lnSpc>
              <a:buNone/>
            </a:pPr>
            <a:r>
              <a:rPr lang="en-US" sz="2000" b="0" noProof="0" dirty="0">
                <a:solidFill>
                  <a:srgbClr val="795E26"/>
                </a:solidFill>
                <a:effectLst/>
                <a:latin typeface="Fira Code" panose="020B0809050000020004" pitchFamily="49" charset="0"/>
              </a:rPr>
              <a:t>traverser</a:t>
            </a:r>
            <a:r>
              <a:rPr lang="en-US" sz="2000" b="0" noProof="0" dirty="0">
                <a:solidFill>
                  <a:srgbClr val="000000"/>
                </a:solidFill>
                <a:effectLst/>
                <a:latin typeface="Fira Code" panose="020B0809050000020004" pitchFamily="49" charset="0"/>
              </a:rPr>
              <a:t>(</a:t>
            </a:r>
            <a:r>
              <a:rPr lang="en-US" sz="2000" b="0" noProof="0" dirty="0">
                <a:solidFill>
                  <a:srgbClr val="001080"/>
                </a:solidFill>
                <a:effectLst/>
                <a:latin typeface="Fira Code" panose="020B0809050000020004" pitchFamily="49" charset="0"/>
              </a:rPr>
              <a:t>A</a:t>
            </a:r>
            <a:r>
              <a:rPr lang="en-US" sz="2000" b="0" noProof="0" dirty="0">
                <a:solidFill>
                  <a:srgbClr val="000000"/>
                </a:solidFill>
                <a:effectLst/>
                <a:latin typeface="Fira Code" panose="020B0809050000020004" pitchFamily="49" charset="0"/>
              </a:rPr>
              <a:t>, </a:t>
            </a:r>
            <a:r>
              <a:rPr lang="en-US" sz="2000" b="0" noProof="0" dirty="0">
                <a:solidFill>
                  <a:srgbClr val="001080"/>
                </a:solidFill>
                <a:effectLst/>
                <a:latin typeface="Fira Code" panose="020B0809050000020004" pitchFamily="49" charset="0"/>
              </a:rPr>
              <a:t>B</a:t>
            </a:r>
            <a:r>
              <a:rPr lang="en-US" sz="2000" b="0" noProof="0" dirty="0">
                <a:solidFill>
                  <a:srgbClr val="000000"/>
                </a:solidFill>
                <a:effectLst/>
                <a:latin typeface="Fira Code" panose="020B0809050000020004" pitchFamily="49" charset="0"/>
              </a:rPr>
              <a:t>, </a:t>
            </a:r>
            <a:r>
              <a:rPr lang="en-US" sz="2000" b="0" noProof="0" dirty="0">
                <a:solidFill>
                  <a:srgbClr val="001080"/>
                </a:solidFill>
                <a:effectLst/>
                <a:latin typeface="Fira Code" panose="020B0809050000020004" pitchFamily="49" charset="0"/>
              </a:rPr>
              <a:t>C</a:t>
            </a:r>
            <a:r>
              <a:rPr lang="en-US" sz="2000" b="0" noProof="0" dirty="0">
                <a:solidFill>
                  <a:srgbClr val="000000"/>
                </a:solidFill>
                <a:effectLst/>
                <a:latin typeface="Fira Code" panose="020B0809050000020004" pitchFamily="49" charset="0"/>
              </a:rPr>
              <a:t>).</a:t>
            </a:r>
            <a:r>
              <a:rPr lang="en-US" sz="2000" noProof="0" dirty="0">
                <a:solidFill>
                  <a:srgbClr val="795E26"/>
                </a:solidFill>
                <a:latin typeface="Fira Code" panose="020B0809050000020004" pitchFamily="49" charset="0"/>
              </a:rPr>
              <a:t>for_each</a:t>
            </a:r>
            <a:r>
              <a:rPr lang="en-US" sz="2000" b="0" noProof="0" dirty="0">
                <a:solidFill>
                  <a:srgbClr val="000000"/>
                </a:solidFill>
                <a:effectLst/>
                <a:latin typeface="Fira Code" panose="020B0809050000020004" pitchFamily="49" charset="0"/>
              </a:rPr>
              <a:t>([&amp;](</a:t>
            </a:r>
            <a:r>
              <a:rPr lang="en-US" sz="2000" b="0" noProof="0" dirty="0">
                <a:solidFill>
                  <a:srgbClr val="267F99"/>
                </a:solidFill>
                <a:effectLst/>
                <a:latin typeface="Fira Code" panose="020B0809050000020004" pitchFamily="49" charset="0"/>
              </a:rPr>
              <a:t>auto</a:t>
            </a:r>
            <a:r>
              <a:rPr lang="en-US" sz="2000" b="0" noProof="0" dirty="0">
                <a:solidFill>
                  <a:srgbClr val="000000"/>
                </a:solidFill>
                <a:effectLst/>
                <a:latin typeface="Fira Code" panose="020B0809050000020004" pitchFamily="49" charset="0"/>
              </a:rPr>
              <a:t> </a:t>
            </a:r>
            <a:r>
              <a:rPr lang="en-US" sz="2000" b="0" noProof="0" dirty="0">
                <a:solidFill>
                  <a:srgbClr val="001080"/>
                </a:solidFill>
                <a:effectLst/>
                <a:latin typeface="Fira Code" panose="020B0809050000020004" pitchFamily="49" charset="0"/>
              </a:rPr>
              <a:t>index</a:t>
            </a:r>
            <a:r>
              <a:rPr lang="en-US" sz="2000" b="0" noProof="0" dirty="0">
                <a:solidFill>
                  <a:srgbClr val="000000"/>
                </a:solidFill>
                <a:effectLst/>
                <a:latin typeface="Fira Code" panose="020B0809050000020004" pitchFamily="49" charset="0"/>
              </a:rPr>
              <a:t>) {</a:t>
            </a:r>
          </a:p>
          <a:p>
            <a:pPr>
              <a:lnSpc>
                <a:spcPct val="113095"/>
              </a:lnSpc>
              <a:buNone/>
            </a:pPr>
            <a:r>
              <a:rPr lang="en-US" sz="2000" b="0" noProof="0" dirty="0">
                <a:solidFill>
                  <a:srgbClr val="000000"/>
                </a:solidFill>
                <a:effectLst/>
                <a:latin typeface="Fira Code" panose="020B0809050000020004" pitchFamily="49" charset="0"/>
              </a:rPr>
              <a:t>    </a:t>
            </a:r>
            <a:r>
              <a:rPr lang="en-US" sz="2000" b="0" noProof="0" dirty="0">
                <a:solidFill>
                  <a:srgbClr val="001080"/>
                </a:solidFill>
                <a:effectLst/>
                <a:latin typeface="Fira Code" panose="020B0809050000020004" pitchFamily="49" charset="0"/>
              </a:rPr>
              <a:t>C</a:t>
            </a:r>
            <a:r>
              <a:rPr lang="en-US" sz="2000" b="0" noProof="0" dirty="0">
                <a:solidFill>
                  <a:srgbClr val="000000"/>
                </a:solidFill>
                <a:effectLst/>
                <a:latin typeface="Fira Code" panose="020B0809050000020004" pitchFamily="49" charset="0"/>
              </a:rPr>
              <a:t>[</a:t>
            </a:r>
            <a:r>
              <a:rPr lang="en-US" sz="2000" b="0" noProof="0" dirty="0">
                <a:solidFill>
                  <a:srgbClr val="001080"/>
                </a:solidFill>
                <a:effectLst/>
                <a:latin typeface="Fira Code" panose="020B0809050000020004" pitchFamily="49" charset="0"/>
              </a:rPr>
              <a:t>index</a:t>
            </a:r>
            <a:r>
              <a:rPr lang="en-US" sz="2000" b="0" noProof="0" dirty="0">
                <a:solidFill>
                  <a:srgbClr val="000000"/>
                </a:solidFill>
                <a:effectLst/>
                <a:latin typeface="Fira Code" panose="020B0809050000020004" pitchFamily="49" charset="0"/>
              </a:rPr>
              <a:t>] += </a:t>
            </a:r>
            <a:r>
              <a:rPr lang="en-US" sz="2000" b="0" noProof="0" dirty="0">
                <a:solidFill>
                  <a:srgbClr val="001080"/>
                </a:solidFill>
                <a:effectLst/>
                <a:latin typeface="Fira Code" panose="020B0809050000020004" pitchFamily="49" charset="0"/>
              </a:rPr>
              <a:t>A</a:t>
            </a:r>
            <a:r>
              <a:rPr lang="en-US" sz="2000" b="0" noProof="0" dirty="0">
                <a:solidFill>
                  <a:srgbClr val="000000"/>
                </a:solidFill>
                <a:effectLst/>
                <a:latin typeface="Fira Code" panose="020B0809050000020004" pitchFamily="49" charset="0"/>
              </a:rPr>
              <a:t>[</a:t>
            </a:r>
            <a:r>
              <a:rPr lang="en-US" sz="2000" b="0" noProof="0" dirty="0">
                <a:solidFill>
                  <a:srgbClr val="001080"/>
                </a:solidFill>
                <a:effectLst/>
                <a:latin typeface="Fira Code" panose="020B0809050000020004" pitchFamily="49" charset="0"/>
              </a:rPr>
              <a:t>index</a:t>
            </a:r>
            <a:r>
              <a:rPr lang="en-US" sz="2000" b="0" noProof="0" dirty="0">
                <a:solidFill>
                  <a:srgbClr val="000000"/>
                </a:solidFill>
                <a:effectLst/>
                <a:latin typeface="Fira Code" panose="020B0809050000020004" pitchFamily="49" charset="0"/>
              </a:rPr>
              <a:t>] * </a:t>
            </a:r>
            <a:r>
              <a:rPr lang="en-US" sz="2000" b="0" noProof="0" dirty="0">
                <a:solidFill>
                  <a:srgbClr val="001080"/>
                </a:solidFill>
                <a:effectLst/>
                <a:latin typeface="Fira Code" panose="020B0809050000020004" pitchFamily="49" charset="0"/>
              </a:rPr>
              <a:t>B</a:t>
            </a:r>
            <a:r>
              <a:rPr lang="en-US" sz="2000" b="0" noProof="0" dirty="0">
                <a:solidFill>
                  <a:srgbClr val="000000"/>
                </a:solidFill>
                <a:effectLst/>
                <a:latin typeface="Fira Code" panose="020B0809050000020004" pitchFamily="49" charset="0"/>
              </a:rPr>
              <a:t>[</a:t>
            </a:r>
            <a:r>
              <a:rPr lang="en-US" sz="2000" b="0" noProof="0" dirty="0">
                <a:solidFill>
                  <a:srgbClr val="001080"/>
                </a:solidFill>
                <a:effectLst/>
                <a:latin typeface="Fira Code" panose="020B0809050000020004" pitchFamily="49" charset="0"/>
              </a:rPr>
              <a:t>index</a:t>
            </a:r>
            <a:r>
              <a:rPr lang="en-US" sz="2000" b="0" noProof="0" dirty="0">
                <a:solidFill>
                  <a:srgbClr val="000000"/>
                </a:solidFill>
                <a:effectLst/>
                <a:latin typeface="Fira Code" panose="020B0809050000020004" pitchFamily="49" charset="0"/>
              </a:rPr>
              <a:t>];</a:t>
            </a:r>
          </a:p>
          <a:p>
            <a:pPr>
              <a:lnSpc>
                <a:spcPct val="113095"/>
              </a:lnSpc>
              <a:buNone/>
            </a:pPr>
            <a:r>
              <a:rPr lang="en-US" sz="2000" b="0" noProof="0" dirty="0">
                <a:solidFill>
                  <a:srgbClr val="000000"/>
                </a:solidFill>
                <a:effectLst/>
                <a:latin typeface="Fira Code" panose="020B0809050000020004" pitchFamily="49" charset="0"/>
              </a:rPr>
              <a:t>});</a:t>
            </a:r>
          </a:p>
        </p:txBody>
      </p:sp>
      <p:grpSp>
        <p:nvGrpSpPr>
          <p:cNvPr id="182" name="Group 181">
            <a:extLst>
              <a:ext uri="{FF2B5EF4-FFF2-40B4-BE49-F238E27FC236}">
                <a16:creationId xmlns:a16="http://schemas.microsoft.com/office/drawing/2014/main" id="{55E44A02-900A-CE23-2B9A-A1AC40B14A06}"/>
              </a:ext>
            </a:extLst>
          </p:cNvPr>
          <p:cNvGrpSpPr/>
          <p:nvPr>
            <p:custDataLst>
              <p:tags r:id="rId8"/>
            </p:custDataLst>
          </p:nvPr>
        </p:nvGrpSpPr>
        <p:grpSpPr>
          <a:xfrm>
            <a:off x="328569" y="1596409"/>
            <a:ext cx="4003009" cy="1832591"/>
            <a:chOff x="1106463" y="1862333"/>
            <a:chExt cx="4003009" cy="1832591"/>
          </a:xfrm>
        </p:grpSpPr>
        <p:sp>
          <p:nvSpPr>
            <p:cNvPr id="181" name="Rectangle 180">
              <a:extLst>
                <a:ext uri="{FF2B5EF4-FFF2-40B4-BE49-F238E27FC236}">
                  <a16:creationId xmlns:a16="http://schemas.microsoft.com/office/drawing/2014/main" id="{2162B464-D86A-47B9-02C3-76C1BCAF74E6}"/>
                </a:ext>
              </a:extLst>
            </p:cNvPr>
            <p:cNvSpPr/>
            <p:nvPr/>
          </p:nvSpPr>
          <p:spPr>
            <a:xfrm>
              <a:off x="1174826" y="1909733"/>
              <a:ext cx="3934646" cy="1705003"/>
            </a:xfrm>
            <a:prstGeom prst="rect">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000" noProof="0" dirty="0"/>
            </a:p>
          </p:txBody>
        </p:sp>
        <p:grpSp>
          <p:nvGrpSpPr>
            <p:cNvPr id="180" name="Group 179">
              <a:extLst>
                <a:ext uri="{FF2B5EF4-FFF2-40B4-BE49-F238E27FC236}">
                  <a16:creationId xmlns:a16="http://schemas.microsoft.com/office/drawing/2014/main" id="{6C8158FA-BF04-B836-6345-E003D8A64948}"/>
                </a:ext>
              </a:extLst>
            </p:cNvPr>
            <p:cNvGrpSpPr/>
            <p:nvPr/>
          </p:nvGrpSpPr>
          <p:grpSpPr>
            <a:xfrm>
              <a:off x="1106463" y="1862333"/>
              <a:ext cx="3955707" cy="1832591"/>
              <a:chOff x="37909" y="1664560"/>
              <a:chExt cx="5395542" cy="2499634"/>
            </a:xfrm>
          </p:grpSpPr>
          <p:grpSp>
            <p:nvGrpSpPr>
              <p:cNvPr id="159" name="Group 158">
                <a:extLst>
                  <a:ext uri="{FF2B5EF4-FFF2-40B4-BE49-F238E27FC236}">
                    <a16:creationId xmlns:a16="http://schemas.microsoft.com/office/drawing/2014/main" id="{414EBBB8-234A-574C-E129-278C9228AE06}"/>
                  </a:ext>
                </a:extLst>
              </p:cNvPr>
              <p:cNvGrpSpPr/>
              <p:nvPr/>
            </p:nvGrpSpPr>
            <p:grpSpPr>
              <a:xfrm>
                <a:off x="1986005" y="2286000"/>
                <a:ext cx="1524000" cy="1143000"/>
                <a:chOff x="1485283" y="2286000"/>
                <a:chExt cx="1524000" cy="1143000"/>
              </a:xfrm>
            </p:grpSpPr>
            <p:sp>
              <p:nvSpPr>
                <p:cNvPr id="79" name="Rectangle 78">
                  <a:extLst>
                    <a:ext uri="{FF2B5EF4-FFF2-40B4-BE49-F238E27FC236}">
                      <a16:creationId xmlns:a16="http://schemas.microsoft.com/office/drawing/2014/main" id="{50079027-377A-0D56-8EED-00C46E3359ED}"/>
                    </a:ext>
                  </a:extLst>
                </p:cNvPr>
                <p:cNvSpPr/>
                <p:nvPr/>
              </p:nvSpPr>
              <p:spPr>
                <a:xfrm>
                  <a:off x="1485283" y="2286000"/>
                  <a:ext cx="381000" cy="381000"/>
                </a:xfrm>
                <a:prstGeom prst="rect">
                  <a:avLst/>
                </a:prstGeom>
                <a:solidFill>
                  <a:srgbClr val="F8CECC"/>
                </a:solidFill>
                <a:ln w="9525" cap="flat">
                  <a:solidFill>
                    <a:srgbClr val="B85450"/>
                  </a:solidFill>
                  <a:prstDash val="solid"/>
                  <a:miter/>
                </a:ln>
              </p:spPr>
              <p:txBody>
                <a:bodyPr/>
                <a:lstStyle/>
                <a:p>
                  <a:endParaRPr lang="en-US" sz="2000" noProof="0" dirty="0"/>
                </a:p>
              </p:txBody>
            </p:sp>
            <p:sp>
              <p:nvSpPr>
                <p:cNvPr id="81" name="Rectangle 80">
                  <a:extLst>
                    <a:ext uri="{FF2B5EF4-FFF2-40B4-BE49-F238E27FC236}">
                      <a16:creationId xmlns:a16="http://schemas.microsoft.com/office/drawing/2014/main" id="{C341F50F-8363-1E45-8923-E81E0F5B31C2}"/>
                    </a:ext>
                  </a:extLst>
                </p:cNvPr>
                <p:cNvSpPr/>
                <p:nvPr/>
              </p:nvSpPr>
              <p:spPr>
                <a:xfrm>
                  <a:off x="1866283" y="2286000"/>
                  <a:ext cx="381000" cy="381000"/>
                </a:xfrm>
                <a:prstGeom prst="rect">
                  <a:avLst/>
                </a:prstGeom>
                <a:solidFill>
                  <a:srgbClr val="F8CECC"/>
                </a:solidFill>
                <a:ln w="9525" cap="flat">
                  <a:solidFill>
                    <a:srgbClr val="B85450"/>
                  </a:solidFill>
                  <a:prstDash val="solid"/>
                  <a:miter/>
                </a:ln>
              </p:spPr>
              <p:txBody>
                <a:bodyPr/>
                <a:lstStyle/>
                <a:p>
                  <a:endParaRPr lang="en-US" sz="2000" noProof="0" dirty="0"/>
                </a:p>
              </p:txBody>
            </p:sp>
            <p:sp>
              <p:nvSpPr>
                <p:cNvPr id="83" name="Rectangle 82">
                  <a:extLst>
                    <a:ext uri="{FF2B5EF4-FFF2-40B4-BE49-F238E27FC236}">
                      <a16:creationId xmlns:a16="http://schemas.microsoft.com/office/drawing/2014/main" id="{889C340E-7178-DC8E-7370-24941D202A24}"/>
                    </a:ext>
                  </a:extLst>
                </p:cNvPr>
                <p:cNvSpPr/>
                <p:nvPr/>
              </p:nvSpPr>
              <p:spPr>
                <a:xfrm>
                  <a:off x="2247283" y="2286000"/>
                  <a:ext cx="381000" cy="381000"/>
                </a:xfrm>
                <a:prstGeom prst="rect">
                  <a:avLst/>
                </a:prstGeom>
                <a:solidFill>
                  <a:srgbClr val="F8CECC"/>
                </a:solidFill>
                <a:ln w="9525" cap="flat">
                  <a:solidFill>
                    <a:srgbClr val="B85450"/>
                  </a:solidFill>
                  <a:prstDash val="solid"/>
                  <a:miter/>
                </a:ln>
              </p:spPr>
              <p:txBody>
                <a:bodyPr/>
                <a:lstStyle/>
                <a:p>
                  <a:endParaRPr lang="en-US" sz="2000" noProof="0" dirty="0"/>
                </a:p>
              </p:txBody>
            </p:sp>
            <p:sp>
              <p:nvSpPr>
                <p:cNvPr id="85" name="Rectangle 84">
                  <a:extLst>
                    <a:ext uri="{FF2B5EF4-FFF2-40B4-BE49-F238E27FC236}">
                      <a16:creationId xmlns:a16="http://schemas.microsoft.com/office/drawing/2014/main" id="{A2295BDB-D0D2-2060-2DE1-A027439DF75B}"/>
                    </a:ext>
                  </a:extLst>
                </p:cNvPr>
                <p:cNvSpPr/>
                <p:nvPr/>
              </p:nvSpPr>
              <p:spPr>
                <a:xfrm>
                  <a:off x="2628283" y="2286000"/>
                  <a:ext cx="381000" cy="381000"/>
                </a:xfrm>
                <a:prstGeom prst="rect">
                  <a:avLst/>
                </a:prstGeom>
                <a:solidFill>
                  <a:srgbClr val="F8CECC"/>
                </a:solidFill>
                <a:ln w="9525" cap="flat">
                  <a:solidFill>
                    <a:srgbClr val="B85450"/>
                  </a:solidFill>
                  <a:prstDash val="solid"/>
                  <a:miter/>
                </a:ln>
              </p:spPr>
              <p:txBody>
                <a:bodyPr/>
                <a:lstStyle/>
                <a:p>
                  <a:endParaRPr lang="en-US" sz="2000" noProof="0" dirty="0"/>
                </a:p>
              </p:txBody>
            </p:sp>
            <p:sp>
              <p:nvSpPr>
                <p:cNvPr id="87" name="Rectangle 86">
                  <a:extLst>
                    <a:ext uri="{FF2B5EF4-FFF2-40B4-BE49-F238E27FC236}">
                      <a16:creationId xmlns:a16="http://schemas.microsoft.com/office/drawing/2014/main" id="{684EBD2F-A037-CFF5-7635-EBB7B7DB1CD4}"/>
                    </a:ext>
                  </a:extLst>
                </p:cNvPr>
                <p:cNvSpPr/>
                <p:nvPr/>
              </p:nvSpPr>
              <p:spPr>
                <a:xfrm>
                  <a:off x="1485283" y="2667000"/>
                  <a:ext cx="381000" cy="381000"/>
                </a:xfrm>
                <a:prstGeom prst="rect">
                  <a:avLst/>
                </a:prstGeom>
                <a:solidFill>
                  <a:srgbClr val="F8CECC"/>
                </a:solidFill>
                <a:ln w="9525" cap="flat">
                  <a:solidFill>
                    <a:srgbClr val="B85450"/>
                  </a:solidFill>
                  <a:prstDash val="solid"/>
                  <a:miter/>
                </a:ln>
              </p:spPr>
              <p:txBody>
                <a:bodyPr/>
                <a:lstStyle/>
                <a:p>
                  <a:endParaRPr lang="en-US" sz="2000" noProof="0" dirty="0"/>
                </a:p>
              </p:txBody>
            </p:sp>
            <p:sp>
              <p:nvSpPr>
                <p:cNvPr id="89" name="Rectangle 88">
                  <a:extLst>
                    <a:ext uri="{FF2B5EF4-FFF2-40B4-BE49-F238E27FC236}">
                      <a16:creationId xmlns:a16="http://schemas.microsoft.com/office/drawing/2014/main" id="{F7058789-0C71-4093-964C-065E9DAA1B5F}"/>
                    </a:ext>
                  </a:extLst>
                </p:cNvPr>
                <p:cNvSpPr/>
                <p:nvPr/>
              </p:nvSpPr>
              <p:spPr>
                <a:xfrm>
                  <a:off x="1866283" y="2667000"/>
                  <a:ext cx="381000" cy="381000"/>
                </a:xfrm>
                <a:prstGeom prst="rect">
                  <a:avLst/>
                </a:prstGeom>
                <a:solidFill>
                  <a:srgbClr val="F8CECC"/>
                </a:solidFill>
                <a:ln w="9525" cap="flat">
                  <a:solidFill>
                    <a:srgbClr val="B85450"/>
                  </a:solidFill>
                  <a:prstDash val="solid"/>
                  <a:miter/>
                </a:ln>
              </p:spPr>
              <p:txBody>
                <a:bodyPr/>
                <a:lstStyle/>
                <a:p>
                  <a:endParaRPr lang="en-US" sz="2000" noProof="0" dirty="0"/>
                </a:p>
              </p:txBody>
            </p:sp>
            <p:sp>
              <p:nvSpPr>
                <p:cNvPr id="91" name="Rectangle 90">
                  <a:extLst>
                    <a:ext uri="{FF2B5EF4-FFF2-40B4-BE49-F238E27FC236}">
                      <a16:creationId xmlns:a16="http://schemas.microsoft.com/office/drawing/2014/main" id="{6EA4D36E-18DE-0BCE-A502-A7D295509793}"/>
                    </a:ext>
                  </a:extLst>
                </p:cNvPr>
                <p:cNvSpPr/>
                <p:nvPr/>
              </p:nvSpPr>
              <p:spPr>
                <a:xfrm>
                  <a:off x="2247283" y="2667000"/>
                  <a:ext cx="381000" cy="381000"/>
                </a:xfrm>
                <a:prstGeom prst="rect">
                  <a:avLst/>
                </a:prstGeom>
                <a:solidFill>
                  <a:srgbClr val="F8CECC"/>
                </a:solidFill>
                <a:ln w="9525" cap="flat">
                  <a:solidFill>
                    <a:srgbClr val="B85450"/>
                  </a:solidFill>
                  <a:prstDash val="solid"/>
                  <a:miter/>
                </a:ln>
              </p:spPr>
              <p:txBody>
                <a:bodyPr/>
                <a:lstStyle/>
                <a:p>
                  <a:endParaRPr lang="en-US" sz="2000" noProof="0" dirty="0"/>
                </a:p>
              </p:txBody>
            </p:sp>
            <p:sp>
              <p:nvSpPr>
                <p:cNvPr id="93" name="Rectangle 92">
                  <a:extLst>
                    <a:ext uri="{FF2B5EF4-FFF2-40B4-BE49-F238E27FC236}">
                      <a16:creationId xmlns:a16="http://schemas.microsoft.com/office/drawing/2014/main" id="{DDB0F9C4-12F3-C24D-F5AD-2DA2D3F86912}"/>
                    </a:ext>
                  </a:extLst>
                </p:cNvPr>
                <p:cNvSpPr/>
                <p:nvPr/>
              </p:nvSpPr>
              <p:spPr>
                <a:xfrm>
                  <a:off x="2628283" y="2667000"/>
                  <a:ext cx="381000" cy="381000"/>
                </a:xfrm>
                <a:prstGeom prst="rect">
                  <a:avLst/>
                </a:prstGeom>
                <a:solidFill>
                  <a:srgbClr val="F8CECC"/>
                </a:solidFill>
                <a:ln w="9525" cap="flat">
                  <a:solidFill>
                    <a:srgbClr val="B85450"/>
                  </a:solidFill>
                  <a:prstDash val="solid"/>
                  <a:miter/>
                </a:ln>
              </p:spPr>
              <p:txBody>
                <a:bodyPr/>
                <a:lstStyle/>
                <a:p>
                  <a:endParaRPr lang="en-US" sz="2000" noProof="0" dirty="0"/>
                </a:p>
              </p:txBody>
            </p:sp>
            <p:sp>
              <p:nvSpPr>
                <p:cNvPr id="95" name="Rectangle 94">
                  <a:extLst>
                    <a:ext uri="{FF2B5EF4-FFF2-40B4-BE49-F238E27FC236}">
                      <a16:creationId xmlns:a16="http://schemas.microsoft.com/office/drawing/2014/main" id="{D4DD1CD8-2470-7487-2E6E-F817302558F9}"/>
                    </a:ext>
                  </a:extLst>
                </p:cNvPr>
                <p:cNvSpPr/>
                <p:nvPr/>
              </p:nvSpPr>
              <p:spPr>
                <a:xfrm>
                  <a:off x="1485283" y="3048000"/>
                  <a:ext cx="381000" cy="381000"/>
                </a:xfrm>
                <a:prstGeom prst="rect">
                  <a:avLst/>
                </a:prstGeom>
                <a:solidFill>
                  <a:srgbClr val="F8CECC"/>
                </a:solidFill>
                <a:ln w="9525" cap="flat">
                  <a:solidFill>
                    <a:srgbClr val="B85450"/>
                  </a:solidFill>
                  <a:prstDash val="solid"/>
                  <a:miter/>
                </a:ln>
              </p:spPr>
              <p:txBody>
                <a:bodyPr/>
                <a:lstStyle/>
                <a:p>
                  <a:endParaRPr lang="en-US" sz="2000" noProof="0" dirty="0"/>
                </a:p>
              </p:txBody>
            </p:sp>
            <p:sp>
              <p:nvSpPr>
                <p:cNvPr id="97" name="Rectangle 96">
                  <a:extLst>
                    <a:ext uri="{FF2B5EF4-FFF2-40B4-BE49-F238E27FC236}">
                      <a16:creationId xmlns:a16="http://schemas.microsoft.com/office/drawing/2014/main" id="{36F0AF8A-2C80-C539-F256-FB33FA65DEA6}"/>
                    </a:ext>
                  </a:extLst>
                </p:cNvPr>
                <p:cNvSpPr/>
                <p:nvPr/>
              </p:nvSpPr>
              <p:spPr>
                <a:xfrm>
                  <a:off x="1866283" y="3048000"/>
                  <a:ext cx="381000" cy="381000"/>
                </a:xfrm>
                <a:prstGeom prst="rect">
                  <a:avLst/>
                </a:prstGeom>
                <a:solidFill>
                  <a:srgbClr val="F8CECC"/>
                </a:solidFill>
                <a:ln w="9525" cap="flat">
                  <a:solidFill>
                    <a:srgbClr val="B85450"/>
                  </a:solidFill>
                  <a:prstDash val="solid"/>
                  <a:miter/>
                </a:ln>
              </p:spPr>
              <p:txBody>
                <a:bodyPr/>
                <a:lstStyle/>
                <a:p>
                  <a:endParaRPr lang="en-US" sz="2000" noProof="0" dirty="0"/>
                </a:p>
              </p:txBody>
            </p:sp>
            <p:sp>
              <p:nvSpPr>
                <p:cNvPr id="99" name="Rectangle 98">
                  <a:extLst>
                    <a:ext uri="{FF2B5EF4-FFF2-40B4-BE49-F238E27FC236}">
                      <a16:creationId xmlns:a16="http://schemas.microsoft.com/office/drawing/2014/main" id="{DF403CFD-DEA2-D2C9-0991-1EFCB8947EC3}"/>
                    </a:ext>
                  </a:extLst>
                </p:cNvPr>
                <p:cNvSpPr/>
                <p:nvPr/>
              </p:nvSpPr>
              <p:spPr>
                <a:xfrm>
                  <a:off x="2247283" y="3048000"/>
                  <a:ext cx="381000" cy="381000"/>
                </a:xfrm>
                <a:prstGeom prst="rect">
                  <a:avLst/>
                </a:prstGeom>
                <a:solidFill>
                  <a:srgbClr val="F8CECC"/>
                </a:solidFill>
                <a:ln w="9525" cap="flat">
                  <a:solidFill>
                    <a:srgbClr val="B85450"/>
                  </a:solidFill>
                  <a:prstDash val="solid"/>
                  <a:miter/>
                </a:ln>
              </p:spPr>
              <p:txBody>
                <a:bodyPr/>
                <a:lstStyle/>
                <a:p>
                  <a:endParaRPr lang="en-US" sz="2000" noProof="0" dirty="0"/>
                </a:p>
              </p:txBody>
            </p:sp>
            <p:sp>
              <p:nvSpPr>
                <p:cNvPr id="101" name="Rectangle 100">
                  <a:extLst>
                    <a:ext uri="{FF2B5EF4-FFF2-40B4-BE49-F238E27FC236}">
                      <a16:creationId xmlns:a16="http://schemas.microsoft.com/office/drawing/2014/main" id="{DF46E15B-473F-7866-7C35-B6501FF8CAE6}"/>
                    </a:ext>
                  </a:extLst>
                </p:cNvPr>
                <p:cNvSpPr/>
                <p:nvPr/>
              </p:nvSpPr>
              <p:spPr>
                <a:xfrm>
                  <a:off x="2628283" y="3048000"/>
                  <a:ext cx="381000" cy="381000"/>
                </a:xfrm>
                <a:prstGeom prst="rect">
                  <a:avLst/>
                </a:prstGeom>
                <a:solidFill>
                  <a:srgbClr val="F8CECC"/>
                </a:solidFill>
                <a:ln w="9525" cap="flat">
                  <a:solidFill>
                    <a:srgbClr val="B85450"/>
                  </a:solidFill>
                  <a:prstDash val="solid"/>
                  <a:miter/>
                </a:ln>
              </p:spPr>
              <p:txBody>
                <a:bodyPr/>
                <a:lstStyle/>
                <a:p>
                  <a:endParaRPr lang="en-US" sz="2000" noProof="0" dirty="0"/>
                </a:p>
              </p:txBody>
            </p:sp>
          </p:grpSp>
          <p:grpSp>
            <p:nvGrpSpPr>
              <p:cNvPr id="160" name="Group 159">
                <a:extLst>
                  <a:ext uri="{FF2B5EF4-FFF2-40B4-BE49-F238E27FC236}">
                    <a16:creationId xmlns:a16="http://schemas.microsoft.com/office/drawing/2014/main" id="{985BB3A7-1EBB-ACBF-0F3A-66F8C8BF504B}"/>
                  </a:ext>
                </a:extLst>
              </p:cNvPr>
              <p:cNvGrpSpPr/>
              <p:nvPr/>
            </p:nvGrpSpPr>
            <p:grpSpPr>
              <a:xfrm>
                <a:off x="507500" y="2097603"/>
                <a:ext cx="1143000" cy="1524000"/>
                <a:chOff x="151783" y="2071688"/>
                <a:chExt cx="1143000" cy="1524000"/>
              </a:xfrm>
            </p:grpSpPr>
            <p:sp>
              <p:nvSpPr>
                <p:cNvPr id="103" name="Rectangle 102">
                  <a:extLst>
                    <a:ext uri="{FF2B5EF4-FFF2-40B4-BE49-F238E27FC236}">
                      <a16:creationId xmlns:a16="http://schemas.microsoft.com/office/drawing/2014/main" id="{57D7E4B5-4F4E-61EB-9917-FA056266081A}"/>
                    </a:ext>
                  </a:extLst>
                </p:cNvPr>
                <p:cNvSpPr/>
                <p:nvPr/>
              </p:nvSpPr>
              <p:spPr>
                <a:xfrm>
                  <a:off x="151783" y="2071688"/>
                  <a:ext cx="381000" cy="381000"/>
                </a:xfrm>
                <a:prstGeom prst="rect">
                  <a:avLst/>
                </a:prstGeom>
                <a:solidFill>
                  <a:srgbClr val="D5E8D4"/>
                </a:solidFill>
                <a:ln w="9525" cap="flat">
                  <a:solidFill>
                    <a:srgbClr val="82B366"/>
                  </a:solidFill>
                  <a:prstDash val="solid"/>
                  <a:miter/>
                </a:ln>
              </p:spPr>
              <p:txBody>
                <a:bodyPr/>
                <a:lstStyle/>
                <a:p>
                  <a:endParaRPr lang="en-US" sz="2000" noProof="0" dirty="0"/>
                </a:p>
              </p:txBody>
            </p:sp>
            <p:sp>
              <p:nvSpPr>
                <p:cNvPr id="105" name="Rectangle 104">
                  <a:extLst>
                    <a:ext uri="{FF2B5EF4-FFF2-40B4-BE49-F238E27FC236}">
                      <a16:creationId xmlns:a16="http://schemas.microsoft.com/office/drawing/2014/main" id="{7D00D5EA-0890-B00D-950A-65D287102D6E}"/>
                    </a:ext>
                  </a:extLst>
                </p:cNvPr>
                <p:cNvSpPr/>
                <p:nvPr/>
              </p:nvSpPr>
              <p:spPr>
                <a:xfrm>
                  <a:off x="532783" y="2071688"/>
                  <a:ext cx="381000" cy="381000"/>
                </a:xfrm>
                <a:prstGeom prst="rect">
                  <a:avLst/>
                </a:prstGeom>
                <a:solidFill>
                  <a:srgbClr val="D5E8D4"/>
                </a:solidFill>
                <a:ln w="9525" cap="flat">
                  <a:solidFill>
                    <a:srgbClr val="82B366"/>
                  </a:solidFill>
                  <a:prstDash val="solid"/>
                  <a:miter/>
                </a:ln>
              </p:spPr>
              <p:txBody>
                <a:bodyPr/>
                <a:lstStyle/>
                <a:p>
                  <a:endParaRPr lang="en-US" sz="2000" noProof="0" dirty="0"/>
                </a:p>
              </p:txBody>
            </p:sp>
            <p:sp>
              <p:nvSpPr>
                <p:cNvPr id="107" name="Rectangle 106">
                  <a:extLst>
                    <a:ext uri="{FF2B5EF4-FFF2-40B4-BE49-F238E27FC236}">
                      <a16:creationId xmlns:a16="http://schemas.microsoft.com/office/drawing/2014/main" id="{E0F57E46-66C8-7625-7F07-D56FDB9F482A}"/>
                    </a:ext>
                  </a:extLst>
                </p:cNvPr>
                <p:cNvSpPr/>
                <p:nvPr/>
              </p:nvSpPr>
              <p:spPr>
                <a:xfrm>
                  <a:off x="913783" y="2071688"/>
                  <a:ext cx="381000" cy="381000"/>
                </a:xfrm>
                <a:prstGeom prst="rect">
                  <a:avLst/>
                </a:prstGeom>
                <a:solidFill>
                  <a:srgbClr val="D5E8D4"/>
                </a:solidFill>
                <a:ln w="9525" cap="flat">
                  <a:solidFill>
                    <a:srgbClr val="82B366"/>
                  </a:solidFill>
                  <a:prstDash val="solid"/>
                  <a:miter/>
                </a:ln>
              </p:spPr>
              <p:txBody>
                <a:bodyPr/>
                <a:lstStyle/>
                <a:p>
                  <a:endParaRPr lang="en-US" sz="2000" noProof="0" dirty="0"/>
                </a:p>
              </p:txBody>
            </p:sp>
            <p:sp>
              <p:nvSpPr>
                <p:cNvPr id="109" name="Rectangle 108">
                  <a:extLst>
                    <a:ext uri="{FF2B5EF4-FFF2-40B4-BE49-F238E27FC236}">
                      <a16:creationId xmlns:a16="http://schemas.microsoft.com/office/drawing/2014/main" id="{CB1BEEBA-CE4B-423A-DC35-65C4358F6391}"/>
                    </a:ext>
                  </a:extLst>
                </p:cNvPr>
                <p:cNvSpPr/>
                <p:nvPr/>
              </p:nvSpPr>
              <p:spPr>
                <a:xfrm>
                  <a:off x="151783" y="2452688"/>
                  <a:ext cx="381000" cy="381000"/>
                </a:xfrm>
                <a:prstGeom prst="rect">
                  <a:avLst/>
                </a:prstGeom>
                <a:solidFill>
                  <a:srgbClr val="D5E8D4"/>
                </a:solidFill>
                <a:ln w="9525" cap="flat">
                  <a:solidFill>
                    <a:srgbClr val="82B366"/>
                  </a:solidFill>
                  <a:prstDash val="solid"/>
                  <a:miter/>
                </a:ln>
              </p:spPr>
              <p:txBody>
                <a:bodyPr/>
                <a:lstStyle/>
                <a:p>
                  <a:endParaRPr lang="en-US" sz="2000" noProof="0" dirty="0"/>
                </a:p>
              </p:txBody>
            </p:sp>
            <p:sp>
              <p:nvSpPr>
                <p:cNvPr id="111" name="Rectangle 110">
                  <a:extLst>
                    <a:ext uri="{FF2B5EF4-FFF2-40B4-BE49-F238E27FC236}">
                      <a16:creationId xmlns:a16="http://schemas.microsoft.com/office/drawing/2014/main" id="{FC11DB9F-16D5-1A9C-AEDB-D1E85ED32A85}"/>
                    </a:ext>
                  </a:extLst>
                </p:cNvPr>
                <p:cNvSpPr/>
                <p:nvPr/>
              </p:nvSpPr>
              <p:spPr>
                <a:xfrm>
                  <a:off x="532783" y="2452688"/>
                  <a:ext cx="381000" cy="381000"/>
                </a:xfrm>
                <a:prstGeom prst="rect">
                  <a:avLst/>
                </a:prstGeom>
                <a:solidFill>
                  <a:srgbClr val="D5E8D4"/>
                </a:solidFill>
                <a:ln w="9525" cap="flat">
                  <a:solidFill>
                    <a:srgbClr val="82B366"/>
                  </a:solidFill>
                  <a:prstDash val="solid"/>
                  <a:miter/>
                </a:ln>
              </p:spPr>
              <p:txBody>
                <a:bodyPr/>
                <a:lstStyle/>
                <a:p>
                  <a:endParaRPr lang="en-US" sz="2000" noProof="0" dirty="0"/>
                </a:p>
              </p:txBody>
            </p:sp>
            <p:sp>
              <p:nvSpPr>
                <p:cNvPr id="113" name="Rectangle 112">
                  <a:extLst>
                    <a:ext uri="{FF2B5EF4-FFF2-40B4-BE49-F238E27FC236}">
                      <a16:creationId xmlns:a16="http://schemas.microsoft.com/office/drawing/2014/main" id="{150D4BBF-8286-2145-EB28-1DB5276D1C81}"/>
                    </a:ext>
                  </a:extLst>
                </p:cNvPr>
                <p:cNvSpPr/>
                <p:nvPr/>
              </p:nvSpPr>
              <p:spPr>
                <a:xfrm>
                  <a:off x="913783" y="2452688"/>
                  <a:ext cx="381000" cy="381000"/>
                </a:xfrm>
                <a:prstGeom prst="rect">
                  <a:avLst/>
                </a:prstGeom>
                <a:solidFill>
                  <a:srgbClr val="D5E8D4"/>
                </a:solidFill>
                <a:ln w="9525" cap="flat">
                  <a:solidFill>
                    <a:srgbClr val="82B366"/>
                  </a:solidFill>
                  <a:prstDash val="solid"/>
                  <a:miter/>
                </a:ln>
              </p:spPr>
              <p:txBody>
                <a:bodyPr/>
                <a:lstStyle/>
                <a:p>
                  <a:endParaRPr lang="en-US" sz="2000" noProof="0" dirty="0"/>
                </a:p>
              </p:txBody>
            </p:sp>
            <p:sp>
              <p:nvSpPr>
                <p:cNvPr id="115" name="Rectangle 114">
                  <a:extLst>
                    <a:ext uri="{FF2B5EF4-FFF2-40B4-BE49-F238E27FC236}">
                      <a16:creationId xmlns:a16="http://schemas.microsoft.com/office/drawing/2014/main" id="{CABABF41-024D-E218-43D9-15A612557742}"/>
                    </a:ext>
                  </a:extLst>
                </p:cNvPr>
                <p:cNvSpPr/>
                <p:nvPr/>
              </p:nvSpPr>
              <p:spPr>
                <a:xfrm>
                  <a:off x="151783" y="2833688"/>
                  <a:ext cx="381000" cy="381000"/>
                </a:xfrm>
                <a:prstGeom prst="rect">
                  <a:avLst/>
                </a:prstGeom>
                <a:solidFill>
                  <a:srgbClr val="D5E8D4"/>
                </a:solidFill>
                <a:ln w="9525" cap="flat">
                  <a:solidFill>
                    <a:srgbClr val="82B366"/>
                  </a:solidFill>
                  <a:prstDash val="solid"/>
                  <a:miter/>
                </a:ln>
              </p:spPr>
              <p:txBody>
                <a:bodyPr/>
                <a:lstStyle/>
                <a:p>
                  <a:endParaRPr lang="en-US" sz="2000" noProof="0" dirty="0"/>
                </a:p>
              </p:txBody>
            </p:sp>
            <p:sp>
              <p:nvSpPr>
                <p:cNvPr id="117" name="Rectangle 116">
                  <a:extLst>
                    <a:ext uri="{FF2B5EF4-FFF2-40B4-BE49-F238E27FC236}">
                      <a16:creationId xmlns:a16="http://schemas.microsoft.com/office/drawing/2014/main" id="{4E551831-EF2C-9D97-1E36-5333A86D2994}"/>
                    </a:ext>
                  </a:extLst>
                </p:cNvPr>
                <p:cNvSpPr/>
                <p:nvPr/>
              </p:nvSpPr>
              <p:spPr>
                <a:xfrm>
                  <a:off x="151783" y="3214688"/>
                  <a:ext cx="381000" cy="381000"/>
                </a:xfrm>
                <a:prstGeom prst="rect">
                  <a:avLst/>
                </a:prstGeom>
                <a:solidFill>
                  <a:srgbClr val="D5E8D4"/>
                </a:solidFill>
                <a:ln w="9525" cap="flat">
                  <a:solidFill>
                    <a:srgbClr val="82B366"/>
                  </a:solidFill>
                  <a:prstDash val="solid"/>
                  <a:miter/>
                </a:ln>
              </p:spPr>
              <p:txBody>
                <a:bodyPr/>
                <a:lstStyle/>
                <a:p>
                  <a:endParaRPr lang="en-US" sz="2000" noProof="0" dirty="0"/>
                </a:p>
              </p:txBody>
            </p:sp>
            <p:sp>
              <p:nvSpPr>
                <p:cNvPr id="119" name="Rectangle 118">
                  <a:extLst>
                    <a:ext uri="{FF2B5EF4-FFF2-40B4-BE49-F238E27FC236}">
                      <a16:creationId xmlns:a16="http://schemas.microsoft.com/office/drawing/2014/main" id="{ABD50DB8-D34E-32E9-165E-DB5A4DE1EBBA}"/>
                    </a:ext>
                  </a:extLst>
                </p:cNvPr>
                <p:cNvSpPr/>
                <p:nvPr/>
              </p:nvSpPr>
              <p:spPr>
                <a:xfrm>
                  <a:off x="532783" y="2833688"/>
                  <a:ext cx="381000" cy="381000"/>
                </a:xfrm>
                <a:prstGeom prst="rect">
                  <a:avLst/>
                </a:prstGeom>
                <a:solidFill>
                  <a:srgbClr val="D5E8D4"/>
                </a:solidFill>
                <a:ln w="9525" cap="flat">
                  <a:solidFill>
                    <a:srgbClr val="82B366"/>
                  </a:solidFill>
                  <a:prstDash val="solid"/>
                  <a:miter/>
                </a:ln>
              </p:spPr>
              <p:txBody>
                <a:bodyPr/>
                <a:lstStyle/>
                <a:p>
                  <a:endParaRPr lang="en-US" sz="2000" noProof="0" dirty="0"/>
                </a:p>
              </p:txBody>
            </p:sp>
            <p:sp>
              <p:nvSpPr>
                <p:cNvPr id="121" name="Rectangle 120">
                  <a:extLst>
                    <a:ext uri="{FF2B5EF4-FFF2-40B4-BE49-F238E27FC236}">
                      <a16:creationId xmlns:a16="http://schemas.microsoft.com/office/drawing/2014/main" id="{EB23B9EF-93AB-59F4-6741-F58E04BDF7F4}"/>
                    </a:ext>
                  </a:extLst>
                </p:cNvPr>
                <p:cNvSpPr/>
                <p:nvPr/>
              </p:nvSpPr>
              <p:spPr>
                <a:xfrm>
                  <a:off x="532783" y="3214688"/>
                  <a:ext cx="381000" cy="381000"/>
                </a:xfrm>
                <a:prstGeom prst="rect">
                  <a:avLst/>
                </a:prstGeom>
                <a:solidFill>
                  <a:srgbClr val="D5E8D4"/>
                </a:solidFill>
                <a:ln w="9525" cap="flat">
                  <a:solidFill>
                    <a:srgbClr val="82B366"/>
                  </a:solidFill>
                  <a:prstDash val="solid"/>
                  <a:miter/>
                </a:ln>
              </p:spPr>
              <p:txBody>
                <a:bodyPr/>
                <a:lstStyle/>
                <a:p>
                  <a:endParaRPr lang="en-US" sz="2000" noProof="0" dirty="0"/>
                </a:p>
              </p:txBody>
            </p:sp>
            <p:sp>
              <p:nvSpPr>
                <p:cNvPr id="123" name="Rectangle 122">
                  <a:extLst>
                    <a:ext uri="{FF2B5EF4-FFF2-40B4-BE49-F238E27FC236}">
                      <a16:creationId xmlns:a16="http://schemas.microsoft.com/office/drawing/2014/main" id="{2D4A02CE-3199-AD33-A49A-DD114B9C4BE3}"/>
                    </a:ext>
                  </a:extLst>
                </p:cNvPr>
                <p:cNvSpPr/>
                <p:nvPr/>
              </p:nvSpPr>
              <p:spPr>
                <a:xfrm>
                  <a:off x="913783" y="2833688"/>
                  <a:ext cx="381000" cy="381000"/>
                </a:xfrm>
                <a:prstGeom prst="rect">
                  <a:avLst/>
                </a:prstGeom>
                <a:solidFill>
                  <a:srgbClr val="D5E8D4"/>
                </a:solidFill>
                <a:ln w="9525" cap="flat">
                  <a:solidFill>
                    <a:srgbClr val="82B366"/>
                  </a:solidFill>
                  <a:prstDash val="solid"/>
                  <a:miter/>
                </a:ln>
              </p:spPr>
              <p:txBody>
                <a:bodyPr/>
                <a:lstStyle/>
                <a:p>
                  <a:endParaRPr lang="en-US" sz="2000" noProof="0" dirty="0"/>
                </a:p>
              </p:txBody>
            </p:sp>
            <p:sp>
              <p:nvSpPr>
                <p:cNvPr id="125" name="Rectangle 124">
                  <a:extLst>
                    <a:ext uri="{FF2B5EF4-FFF2-40B4-BE49-F238E27FC236}">
                      <a16:creationId xmlns:a16="http://schemas.microsoft.com/office/drawing/2014/main" id="{3027EB25-5F10-774C-5DA6-3DCFE9CABA29}"/>
                    </a:ext>
                  </a:extLst>
                </p:cNvPr>
                <p:cNvSpPr/>
                <p:nvPr/>
              </p:nvSpPr>
              <p:spPr>
                <a:xfrm>
                  <a:off x="913783" y="3214688"/>
                  <a:ext cx="381000" cy="381000"/>
                </a:xfrm>
                <a:prstGeom prst="rect">
                  <a:avLst/>
                </a:prstGeom>
                <a:solidFill>
                  <a:srgbClr val="D5E8D4"/>
                </a:solidFill>
                <a:ln w="9525" cap="flat">
                  <a:solidFill>
                    <a:srgbClr val="82B366"/>
                  </a:solidFill>
                  <a:prstDash val="solid"/>
                  <a:miter/>
                </a:ln>
              </p:spPr>
              <p:txBody>
                <a:bodyPr/>
                <a:lstStyle/>
                <a:p>
                  <a:endParaRPr lang="en-US" sz="2000" noProof="0" dirty="0"/>
                </a:p>
              </p:txBody>
            </p:sp>
          </p:grpSp>
          <p:grpSp>
            <p:nvGrpSpPr>
              <p:cNvPr id="158" name="Group 157">
                <a:extLst>
                  <a:ext uri="{FF2B5EF4-FFF2-40B4-BE49-F238E27FC236}">
                    <a16:creationId xmlns:a16="http://schemas.microsoft.com/office/drawing/2014/main" id="{DA00805D-D712-2AF1-DE04-6B29E73230A2}"/>
                  </a:ext>
                </a:extLst>
              </p:cNvPr>
              <p:cNvGrpSpPr/>
              <p:nvPr/>
            </p:nvGrpSpPr>
            <p:grpSpPr>
              <a:xfrm>
                <a:off x="3909451" y="2095500"/>
                <a:ext cx="1524000" cy="1524000"/>
                <a:chOff x="3107359" y="2145800"/>
                <a:chExt cx="1524000" cy="1524000"/>
              </a:xfrm>
            </p:grpSpPr>
            <p:sp>
              <p:nvSpPr>
                <p:cNvPr id="127" name="Rectangle 126">
                  <a:extLst>
                    <a:ext uri="{FF2B5EF4-FFF2-40B4-BE49-F238E27FC236}">
                      <a16:creationId xmlns:a16="http://schemas.microsoft.com/office/drawing/2014/main" id="{A42A4767-E46E-410D-7A3A-EDEDAE64E15E}"/>
                    </a:ext>
                  </a:extLst>
                </p:cNvPr>
                <p:cNvSpPr/>
                <p:nvPr/>
              </p:nvSpPr>
              <p:spPr>
                <a:xfrm>
                  <a:off x="3107359" y="2145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129" name="Rectangle 128">
                  <a:extLst>
                    <a:ext uri="{FF2B5EF4-FFF2-40B4-BE49-F238E27FC236}">
                      <a16:creationId xmlns:a16="http://schemas.microsoft.com/office/drawing/2014/main" id="{160F0266-E94D-2642-41A9-CB48AF596432}"/>
                    </a:ext>
                  </a:extLst>
                </p:cNvPr>
                <p:cNvSpPr/>
                <p:nvPr/>
              </p:nvSpPr>
              <p:spPr>
                <a:xfrm>
                  <a:off x="3488359" y="2145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131" name="Rectangle 130">
                  <a:extLst>
                    <a:ext uri="{FF2B5EF4-FFF2-40B4-BE49-F238E27FC236}">
                      <a16:creationId xmlns:a16="http://schemas.microsoft.com/office/drawing/2014/main" id="{58CC5973-248F-307A-6EAB-E779182293B7}"/>
                    </a:ext>
                  </a:extLst>
                </p:cNvPr>
                <p:cNvSpPr/>
                <p:nvPr/>
              </p:nvSpPr>
              <p:spPr>
                <a:xfrm>
                  <a:off x="3869359" y="2145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133" name="Rectangle 132">
                  <a:extLst>
                    <a:ext uri="{FF2B5EF4-FFF2-40B4-BE49-F238E27FC236}">
                      <a16:creationId xmlns:a16="http://schemas.microsoft.com/office/drawing/2014/main" id="{E9DCEC46-4D53-95F6-587B-C239E9203FD2}"/>
                    </a:ext>
                  </a:extLst>
                </p:cNvPr>
                <p:cNvSpPr/>
                <p:nvPr/>
              </p:nvSpPr>
              <p:spPr>
                <a:xfrm>
                  <a:off x="4250359" y="2145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135" name="Rectangle 134">
                  <a:extLst>
                    <a:ext uri="{FF2B5EF4-FFF2-40B4-BE49-F238E27FC236}">
                      <a16:creationId xmlns:a16="http://schemas.microsoft.com/office/drawing/2014/main" id="{8A4F7006-7017-5729-F662-5CEC492194FF}"/>
                    </a:ext>
                  </a:extLst>
                </p:cNvPr>
                <p:cNvSpPr/>
                <p:nvPr/>
              </p:nvSpPr>
              <p:spPr>
                <a:xfrm>
                  <a:off x="3107359" y="2526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137" name="Rectangle 136">
                  <a:extLst>
                    <a:ext uri="{FF2B5EF4-FFF2-40B4-BE49-F238E27FC236}">
                      <a16:creationId xmlns:a16="http://schemas.microsoft.com/office/drawing/2014/main" id="{9F07D89A-107F-794A-53D4-0AF9B343B51B}"/>
                    </a:ext>
                  </a:extLst>
                </p:cNvPr>
                <p:cNvSpPr/>
                <p:nvPr/>
              </p:nvSpPr>
              <p:spPr>
                <a:xfrm>
                  <a:off x="3488359" y="2526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139" name="Rectangle 138">
                  <a:extLst>
                    <a:ext uri="{FF2B5EF4-FFF2-40B4-BE49-F238E27FC236}">
                      <a16:creationId xmlns:a16="http://schemas.microsoft.com/office/drawing/2014/main" id="{C8B2D771-DD1B-2C65-1A70-9DD9A4910371}"/>
                    </a:ext>
                  </a:extLst>
                </p:cNvPr>
                <p:cNvSpPr/>
                <p:nvPr/>
              </p:nvSpPr>
              <p:spPr>
                <a:xfrm>
                  <a:off x="3869359" y="2526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141" name="Rectangle 140">
                  <a:extLst>
                    <a:ext uri="{FF2B5EF4-FFF2-40B4-BE49-F238E27FC236}">
                      <a16:creationId xmlns:a16="http://schemas.microsoft.com/office/drawing/2014/main" id="{A809B9A5-B3C1-3AB0-59A8-4C2DEE1A2E8E}"/>
                    </a:ext>
                  </a:extLst>
                </p:cNvPr>
                <p:cNvSpPr/>
                <p:nvPr/>
              </p:nvSpPr>
              <p:spPr>
                <a:xfrm>
                  <a:off x="4250359" y="2526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143" name="Rectangle 142">
                  <a:extLst>
                    <a:ext uri="{FF2B5EF4-FFF2-40B4-BE49-F238E27FC236}">
                      <a16:creationId xmlns:a16="http://schemas.microsoft.com/office/drawing/2014/main" id="{E24458F8-B4BC-08DA-AAF4-7036DD689792}"/>
                    </a:ext>
                  </a:extLst>
                </p:cNvPr>
                <p:cNvSpPr/>
                <p:nvPr/>
              </p:nvSpPr>
              <p:spPr>
                <a:xfrm>
                  <a:off x="3107359" y="2907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145" name="Rectangle 144">
                  <a:extLst>
                    <a:ext uri="{FF2B5EF4-FFF2-40B4-BE49-F238E27FC236}">
                      <a16:creationId xmlns:a16="http://schemas.microsoft.com/office/drawing/2014/main" id="{914AAE84-5921-F13E-235E-3E38FCA17F1D}"/>
                    </a:ext>
                  </a:extLst>
                </p:cNvPr>
                <p:cNvSpPr/>
                <p:nvPr/>
              </p:nvSpPr>
              <p:spPr>
                <a:xfrm>
                  <a:off x="3488359" y="2907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147" name="Rectangle 146">
                  <a:extLst>
                    <a:ext uri="{FF2B5EF4-FFF2-40B4-BE49-F238E27FC236}">
                      <a16:creationId xmlns:a16="http://schemas.microsoft.com/office/drawing/2014/main" id="{BC14B6F1-9E99-692E-3AF1-DD2DD9A0B224}"/>
                    </a:ext>
                  </a:extLst>
                </p:cNvPr>
                <p:cNvSpPr/>
                <p:nvPr/>
              </p:nvSpPr>
              <p:spPr>
                <a:xfrm>
                  <a:off x="3869359" y="2907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149" name="Rectangle 148">
                  <a:extLst>
                    <a:ext uri="{FF2B5EF4-FFF2-40B4-BE49-F238E27FC236}">
                      <a16:creationId xmlns:a16="http://schemas.microsoft.com/office/drawing/2014/main" id="{B7D242E2-32E6-1029-7CF1-C712590C1678}"/>
                    </a:ext>
                  </a:extLst>
                </p:cNvPr>
                <p:cNvSpPr/>
                <p:nvPr/>
              </p:nvSpPr>
              <p:spPr>
                <a:xfrm>
                  <a:off x="4250359" y="2907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151" name="Rectangle 150">
                  <a:extLst>
                    <a:ext uri="{FF2B5EF4-FFF2-40B4-BE49-F238E27FC236}">
                      <a16:creationId xmlns:a16="http://schemas.microsoft.com/office/drawing/2014/main" id="{5F7D8052-E832-A523-002B-3FE38B26DA11}"/>
                    </a:ext>
                  </a:extLst>
                </p:cNvPr>
                <p:cNvSpPr/>
                <p:nvPr/>
              </p:nvSpPr>
              <p:spPr>
                <a:xfrm>
                  <a:off x="3107359" y="3288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153" name="Rectangle 152">
                  <a:extLst>
                    <a:ext uri="{FF2B5EF4-FFF2-40B4-BE49-F238E27FC236}">
                      <a16:creationId xmlns:a16="http://schemas.microsoft.com/office/drawing/2014/main" id="{83D2B734-91DA-56CE-7E18-6A8B4C95CF4B}"/>
                    </a:ext>
                  </a:extLst>
                </p:cNvPr>
                <p:cNvSpPr/>
                <p:nvPr/>
              </p:nvSpPr>
              <p:spPr>
                <a:xfrm>
                  <a:off x="3488359" y="3288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155" name="Rectangle 154">
                  <a:extLst>
                    <a:ext uri="{FF2B5EF4-FFF2-40B4-BE49-F238E27FC236}">
                      <a16:creationId xmlns:a16="http://schemas.microsoft.com/office/drawing/2014/main" id="{C6F13F13-8DEC-A0D4-025A-3B566306E937}"/>
                    </a:ext>
                  </a:extLst>
                </p:cNvPr>
                <p:cNvSpPr/>
                <p:nvPr/>
              </p:nvSpPr>
              <p:spPr>
                <a:xfrm>
                  <a:off x="3869359" y="3288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157" name="Rectangle 156">
                  <a:extLst>
                    <a:ext uri="{FF2B5EF4-FFF2-40B4-BE49-F238E27FC236}">
                      <a16:creationId xmlns:a16="http://schemas.microsoft.com/office/drawing/2014/main" id="{66C81D2C-3F36-BC05-B0DB-AF29751FDCEE}"/>
                    </a:ext>
                  </a:extLst>
                </p:cNvPr>
                <p:cNvSpPr/>
                <p:nvPr/>
              </p:nvSpPr>
              <p:spPr>
                <a:xfrm>
                  <a:off x="4250359" y="3288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grpSp>
          <mc:AlternateContent xmlns:mc="http://schemas.openxmlformats.org/markup-compatibility/2006">
            <mc:Choice xmlns:a14="http://schemas.microsoft.com/office/drawing/2010/main" Requires="a14">
              <p:sp>
                <p:nvSpPr>
                  <p:cNvPr id="161" name="TextBox 160">
                    <a:extLst>
                      <a:ext uri="{FF2B5EF4-FFF2-40B4-BE49-F238E27FC236}">
                        <a16:creationId xmlns:a16="http://schemas.microsoft.com/office/drawing/2014/main" id="{94B9DE91-798F-3576-FF89-4137D488236A}"/>
                      </a:ext>
                    </a:extLst>
                  </p:cNvPr>
                  <p:cNvSpPr txBox="1"/>
                  <p:nvPr/>
                </p:nvSpPr>
                <p:spPr>
                  <a:xfrm>
                    <a:off x="1612033" y="2646411"/>
                    <a:ext cx="422427" cy="545746"/>
                  </a:xfrm>
                  <a:prstGeom prst="rect">
                    <a:avLst/>
                  </a:prstGeom>
                  <a:noFill/>
                </p:spPr>
                <p:txBody>
                  <a:bodyPr wrap="none" rtlCol="0">
                    <a:spAutoFit/>
                  </a:bodyPr>
                  <a:lstStyle/>
                  <a:p>
                    <a:pPr/>
                    <a14:m>
                      <m:oMathPara xmlns:m="http://schemas.openxmlformats.org/officeDocument/2006/math">
                        <m:oMath>
                          <m:r>
                            <a:rPr lang="en-US" sz="2000" b="0" i="1" noProof="0" smtClean="0">
                              <a:latin typeface="Cambria Math" panose="02040503050406030204" pitchFamily="18" charset="0"/>
                            </a:rPr>
                            <m:t>⋅</m:t>
                          </m:r>
                        </m:oMath>
                      </m:oMathPara>
                    </a14:m>
                    <a:endParaRPr lang="en-US" sz="2000" noProof="0" dirty="0"/>
                  </a:p>
                </p:txBody>
              </p:sp>
            </mc:Choice>
            <mc:Fallback>
              <p:sp>
                <p:nvSpPr>
                  <p:cNvPr id="161" name="TextBox 160">
                    <a:extLst>
                      <a:ext uri="{FF2B5EF4-FFF2-40B4-BE49-F238E27FC236}">
                        <a16:creationId xmlns:a16="http://schemas.microsoft.com/office/drawing/2014/main" id="{94B9DE91-798F-3576-FF89-4137D488236A}"/>
                      </a:ext>
                    </a:extLst>
                  </p:cNvPr>
                  <p:cNvSpPr txBox="1">
                    <a:spLocks noRot="1" noChangeAspect="1" noMove="1" noResize="1" noEditPoints="1" noAdjustHandles="1" noChangeArrowheads="1" noChangeShapeType="1" noTextEdit="1"/>
                  </p:cNvSpPr>
                  <p:nvPr/>
                </p:nvSpPr>
                <p:spPr>
                  <a:xfrm>
                    <a:off x="1612033" y="2646411"/>
                    <a:ext cx="422427" cy="545746"/>
                  </a:xfrm>
                  <a:prstGeom prst="rect">
                    <a:avLst/>
                  </a:prstGeom>
                  <a:blipFill>
                    <a:blip r:embed="rId12"/>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63" name="TextBox 162">
                    <a:extLst>
                      <a:ext uri="{FF2B5EF4-FFF2-40B4-BE49-F238E27FC236}">
                        <a16:creationId xmlns:a16="http://schemas.microsoft.com/office/drawing/2014/main" id="{487A942B-4524-AA56-6066-2AFB97633CDD}"/>
                      </a:ext>
                    </a:extLst>
                  </p:cNvPr>
                  <p:cNvSpPr txBox="1"/>
                  <p:nvPr/>
                </p:nvSpPr>
                <p:spPr>
                  <a:xfrm>
                    <a:off x="3432966" y="2624906"/>
                    <a:ext cx="586414" cy="545746"/>
                  </a:xfrm>
                  <a:prstGeom prst="rect">
                    <a:avLst/>
                  </a:prstGeom>
                  <a:noFill/>
                </p:spPr>
                <p:txBody>
                  <a:bodyPr wrap="none" rtlCol="0">
                    <a:spAutoFit/>
                  </a:bodyPr>
                  <a:lstStyle/>
                  <a:p>
                    <a:pPr/>
                    <a14:m>
                      <m:oMathPara xmlns:m="http://schemas.openxmlformats.org/officeDocument/2006/math">
                        <m:oMath>
                          <m:r>
                            <a:rPr lang="en-US" sz="2000" b="0" i="1" noProof="0" smtClean="0">
                              <a:latin typeface="Cambria Math" panose="02040503050406030204" pitchFamily="18" charset="0"/>
                            </a:rPr>
                            <m:t>=</m:t>
                          </m:r>
                        </m:oMath>
                      </m:oMathPara>
                    </a14:m>
                    <a:endParaRPr lang="en-US" sz="2000" noProof="0" dirty="0"/>
                  </a:p>
                </p:txBody>
              </p:sp>
            </mc:Choice>
            <mc:Fallback>
              <p:sp>
                <p:nvSpPr>
                  <p:cNvPr id="163" name="TextBox 162">
                    <a:extLst>
                      <a:ext uri="{FF2B5EF4-FFF2-40B4-BE49-F238E27FC236}">
                        <a16:creationId xmlns:a16="http://schemas.microsoft.com/office/drawing/2014/main" id="{487A942B-4524-AA56-6066-2AFB97633CDD}"/>
                      </a:ext>
                    </a:extLst>
                  </p:cNvPr>
                  <p:cNvSpPr txBox="1">
                    <a:spLocks noRot="1" noChangeAspect="1" noMove="1" noResize="1" noEditPoints="1" noAdjustHandles="1" noChangeArrowheads="1" noChangeShapeType="1" noTextEdit="1"/>
                  </p:cNvSpPr>
                  <p:nvPr/>
                </p:nvSpPr>
                <p:spPr>
                  <a:xfrm>
                    <a:off x="3432966" y="2624906"/>
                    <a:ext cx="586414" cy="545746"/>
                  </a:xfrm>
                  <a:prstGeom prst="rect">
                    <a:avLst/>
                  </a:prstGeom>
                  <a:blipFill>
                    <a:blip r:embed="rId13"/>
                    <a:stretch>
                      <a:fillRect/>
                    </a:stretch>
                  </a:blipFill>
                </p:spPr>
                <p:txBody>
                  <a:bodyPr/>
                  <a:lstStyle/>
                  <a:p>
                    <a:r>
                      <a:rPr lang="en-US">
                        <a:noFill/>
                      </a:rPr>
                      <a:t> </a:t>
                    </a:r>
                  </a:p>
                </p:txBody>
              </p:sp>
            </mc:Fallback>
          </mc:AlternateContent>
          <p:sp>
            <p:nvSpPr>
              <p:cNvPr id="164" name="TextBox 163">
                <a:extLst>
                  <a:ext uri="{FF2B5EF4-FFF2-40B4-BE49-F238E27FC236}">
                    <a16:creationId xmlns:a16="http://schemas.microsoft.com/office/drawing/2014/main" id="{9E97900C-C153-EE19-DF63-350FE2A97C8A}"/>
                  </a:ext>
                </a:extLst>
              </p:cNvPr>
              <p:cNvSpPr txBox="1"/>
              <p:nvPr/>
            </p:nvSpPr>
            <p:spPr>
              <a:xfrm>
                <a:off x="848109" y="3618449"/>
                <a:ext cx="461784" cy="545745"/>
              </a:xfrm>
              <a:prstGeom prst="rect">
                <a:avLst/>
              </a:prstGeom>
              <a:noFill/>
            </p:spPr>
            <p:txBody>
              <a:bodyPr wrap="none" rtlCol="0">
                <a:spAutoFit/>
              </a:bodyPr>
              <a:lstStyle/>
              <a:p>
                <a:pPr algn="ctr"/>
                <a:r>
                  <a:rPr lang="en-US" sz="2000" noProof="0" dirty="0">
                    <a:solidFill>
                      <a:srgbClr val="001080"/>
                    </a:solidFill>
                    <a:latin typeface="Fira Code" panose="020B0809050000020004" pitchFamily="49" charset="0"/>
                  </a:rPr>
                  <a:t>A</a:t>
                </a:r>
              </a:p>
            </p:txBody>
          </p:sp>
          <p:sp>
            <p:nvSpPr>
              <p:cNvPr id="166" name="TextBox 165">
                <a:extLst>
                  <a:ext uri="{FF2B5EF4-FFF2-40B4-BE49-F238E27FC236}">
                    <a16:creationId xmlns:a16="http://schemas.microsoft.com/office/drawing/2014/main" id="{DC3CACF7-A1B7-29D0-C432-9242ABB7B3C4}"/>
                  </a:ext>
                </a:extLst>
              </p:cNvPr>
              <p:cNvSpPr txBox="1"/>
              <p:nvPr/>
            </p:nvSpPr>
            <p:spPr>
              <a:xfrm>
                <a:off x="2546352" y="3614686"/>
                <a:ext cx="461784" cy="545746"/>
              </a:xfrm>
              <a:prstGeom prst="rect">
                <a:avLst/>
              </a:prstGeom>
              <a:noFill/>
            </p:spPr>
            <p:txBody>
              <a:bodyPr wrap="none" rtlCol="0">
                <a:spAutoFit/>
              </a:bodyPr>
              <a:lstStyle/>
              <a:p>
                <a:pPr algn="ctr"/>
                <a:r>
                  <a:rPr lang="en-US" sz="2000" noProof="0" dirty="0">
                    <a:solidFill>
                      <a:srgbClr val="001080"/>
                    </a:solidFill>
                    <a:latin typeface="Fira Code" panose="020B0809050000020004" pitchFamily="49" charset="0"/>
                  </a:rPr>
                  <a:t>B</a:t>
                </a:r>
              </a:p>
            </p:txBody>
          </p:sp>
          <p:sp>
            <p:nvSpPr>
              <p:cNvPr id="168" name="TextBox 167">
                <a:extLst>
                  <a:ext uri="{FF2B5EF4-FFF2-40B4-BE49-F238E27FC236}">
                    <a16:creationId xmlns:a16="http://schemas.microsoft.com/office/drawing/2014/main" id="{4DF7CA29-29E0-61DA-80AE-062D887E51BC}"/>
                  </a:ext>
                </a:extLst>
              </p:cNvPr>
              <p:cNvSpPr txBox="1"/>
              <p:nvPr/>
            </p:nvSpPr>
            <p:spPr>
              <a:xfrm>
                <a:off x="4452754" y="3614686"/>
                <a:ext cx="461784" cy="545746"/>
              </a:xfrm>
              <a:prstGeom prst="rect">
                <a:avLst/>
              </a:prstGeom>
              <a:noFill/>
            </p:spPr>
            <p:txBody>
              <a:bodyPr wrap="none" rtlCol="0">
                <a:spAutoFit/>
              </a:bodyPr>
              <a:lstStyle/>
              <a:p>
                <a:pPr algn="ctr"/>
                <a:r>
                  <a:rPr lang="en-US" sz="2000" noProof="0" dirty="0">
                    <a:solidFill>
                      <a:srgbClr val="001080"/>
                    </a:solidFill>
                    <a:latin typeface="Fira Code" panose="020B0809050000020004" pitchFamily="49" charset="0"/>
                  </a:rPr>
                  <a:t>C</a:t>
                </a:r>
              </a:p>
            </p:txBody>
          </p:sp>
          <mc:AlternateContent xmlns:mc="http://schemas.openxmlformats.org/markup-compatibility/2006">
            <mc:Choice xmlns:a14="http://schemas.microsoft.com/office/drawing/2010/main" Requires="a14">
              <p:sp>
                <p:nvSpPr>
                  <p:cNvPr id="169" name="TextBox 168">
                    <a:extLst>
                      <a:ext uri="{FF2B5EF4-FFF2-40B4-BE49-F238E27FC236}">
                        <a16:creationId xmlns:a16="http://schemas.microsoft.com/office/drawing/2014/main" id="{AB69531D-B174-6BC8-5616-B3AC24D2B879}"/>
                      </a:ext>
                    </a:extLst>
                  </p:cNvPr>
                  <p:cNvSpPr txBox="1"/>
                  <p:nvPr/>
                </p:nvSpPr>
                <p:spPr>
                  <a:xfrm>
                    <a:off x="37909" y="1964973"/>
                    <a:ext cx="622972" cy="545746"/>
                  </a:xfrm>
                  <a:prstGeom prst="rect">
                    <a:avLst/>
                  </a:prstGeom>
                  <a:noFill/>
                </p:spPr>
                <p:txBody>
                  <a:bodyPr wrap="none" rtlCol="0">
                    <a:spAutoFit/>
                  </a:bodyPr>
                  <a:lstStyle/>
                  <a:p>
                    <a:pPr/>
                    <a14:m>
                      <m:oMathPara xmlns:m="http://schemas.openxmlformats.org/officeDocument/2006/math">
                        <m:oMath>
                          <m:r>
                            <a:rPr lang="en-US" sz="2000" i="1" noProof="0" smtClean="0">
                              <a:latin typeface="Cambria Math" panose="02040503050406030204" pitchFamily="18" charset="0"/>
                            </a:rPr>
                            <m:t>𝑚</m:t>
                          </m:r>
                        </m:oMath>
                      </m:oMathPara>
                    </a14:m>
                    <a:endParaRPr lang="en-US" sz="2000" noProof="0" dirty="0"/>
                  </a:p>
                </p:txBody>
              </p:sp>
            </mc:Choice>
            <mc:Fallback>
              <p:sp>
                <p:nvSpPr>
                  <p:cNvPr id="169" name="TextBox 168">
                    <a:extLst>
                      <a:ext uri="{FF2B5EF4-FFF2-40B4-BE49-F238E27FC236}">
                        <a16:creationId xmlns:a16="http://schemas.microsoft.com/office/drawing/2014/main" id="{AB69531D-B174-6BC8-5616-B3AC24D2B879}"/>
                      </a:ext>
                    </a:extLst>
                  </p:cNvPr>
                  <p:cNvSpPr txBox="1">
                    <a:spLocks noRot="1" noChangeAspect="1" noMove="1" noResize="1" noEditPoints="1" noAdjustHandles="1" noChangeArrowheads="1" noChangeShapeType="1" noTextEdit="1"/>
                  </p:cNvSpPr>
                  <p:nvPr/>
                </p:nvSpPr>
                <p:spPr>
                  <a:xfrm>
                    <a:off x="37909" y="1964973"/>
                    <a:ext cx="622972" cy="545746"/>
                  </a:xfrm>
                  <a:prstGeom prst="rect">
                    <a:avLst/>
                  </a:prstGeom>
                  <a:blipFill>
                    <a:blip r:embed="rId14"/>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71" name="TextBox 170">
                    <a:extLst>
                      <a:ext uri="{FF2B5EF4-FFF2-40B4-BE49-F238E27FC236}">
                        <a16:creationId xmlns:a16="http://schemas.microsoft.com/office/drawing/2014/main" id="{2E9C9242-8475-426D-DFA6-14540A24D3A2}"/>
                      </a:ext>
                    </a:extLst>
                  </p:cNvPr>
                  <p:cNvSpPr txBox="1"/>
                  <p:nvPr/>
                </p:nvSpPr>
                <p:spPr>
                  <a:xfrm>
                    <a:off x="857275" y="1673266"/>
                    <a:ext cx="526679" cy="545746"/>
                  </a:xfrm>
                  <a:prstGeom prst="rect">
                    <a:avLst/>
                  </a:prstGeom>
                  <a:noFill/>
                </p:spPr>
                <p:txBody>
                  <a:bodyPr wrap="none" rtlCol="0">
                    <a:spAutoFit/>
                  </a:bodyPr>
                  <a:lstStyle/>
                  <a:p>
                    <a:pPr/>
                    <a14:m>
                      <m:oMathPara xmlns:m="http://schemas.openxmlformats.org/officeDocument/2006/math">
                        <m:oMath>
                          <m:r>
                            <a:rPr lang="en-US" sz="2000" b="0" i="1" noProof="0" smtClean="0">
                              <a:latin typeface="Cambria Math" panose="02040503050406030204" pitchFamily="18" charset="0"/>
                            </a:rPr>
                            <m:t>𝑘</m:t>
                          </m:r>
                        </m:oMath>
                      </m:oMathPara>
                    </a14:m>
                    <a:endParaRPr lang="en-US" sz="2000" noProof="0" dirty="0"/>
                  </a:p>
                </p:txBody>
              </p:sp>
            </mc:Choice>
            <mc:Fallback>
              <p:sp>
                <p:nvSpPr>
                  <p:cNvPr id="171" name="TextBox 170">
                    <a:extLst>
                      <a:ext uri="{FF2B5EF4-FFF2-40B4-BE49-F238E27FC236}">
                        <a16:creationId xmlns:a16="http://schemas.microsoft.com/office/drawing/2014/main" id="{2E9C9242-8475-426D-DFA6-14540A24D3A2}"/>
                      </a:ext>
                    </a:extLst>
                  </p:cNvPr>
                  <p:cNvSpPr txBox="1">
                    <a:spLocks noRot="1" noChangeAspect="1" noMove="1" noResize="1" noEditPoints="1" noAdjustHandles="1" noChangeArrowheads="1" noChangeShapeType="1" noTextEdit="1"/>
                  </p:cNvSpPr>
                  <p:nvPr/>
                </p:nvSpPr>
                <p:spPr>
                  <a:xfrm>
                    <a:off x="857275" y="1673266"/>
                    <a:ext cx="526679" cy="545746"/>
                  </a:xfrm>
                  <a:prstGeom prst="rect">
                    <a:avLst/>
                  </a:prstGeom>
                  <a:blipFill>
                    <a:blip r:embed="rId15"/>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73" name="TextBox 172">
                    <a:extLst>
                      <a:ext uri="{FF2B5EF4-FFF2-40B4-BE49-F238E27FC236}">
                        <a16:creationId xmlns:a16="http://schemas.microsoft.com/office/drawing/2014/main" id="{729CF20E-3A7A-ADF8-38B3-0A9D4972A8BA}"/>
                      </a:ext>
                    </a:extLst>
                  </p:cNvPr>
                  <p:cNvSpPr txBox="1"/>
                  <p:nvPr/>
                </p:nvSpPr>
                <p:spPr>
                  <a:xfrm>
                    <a:off x="1563378" y="2038382"/>
                    <a:ext cx="526679" cy="545746"/>
                  </a:xfrm>
                  <a:prstGeom prst="rect">
                    <a:avLst/>
                  </a:prstGeom>
                  <a:noFill/>
                </p:spPr>
                <p:txBody>
                  <a:bodyPr wrap="none" rtlCol="0">
                    <a:spAutoFit/>
                  </a:bodyPr>
                  <a:lstStyle/>
                  <a:p>
                    <a:pPr/>
                    <a14:m>
                      <m:oMathPara xmlns:m="http://schemas.openxmlformats.org/officeDocument/2006/math">
                        <m:oMath>
                          <m:r>
                            <a:rPr lang="en-US" sz="2000" b="0" i="1" noProof="0" smtClean="0">
                              <a:latin typeface="Cambria Math" panose="02040503050406030204" pitchFamily="18" charset="0"/>
                            </a:rPr>
                            <m:t>𝑘</m:t>
                          </m:r>
                        </m:oMath>
                      </m:oMathPara>
                    </a14:m>
                    <a:endParaRPr lang="en-US" sz="2000" noProof="0" dirty="0"/>
                  </a:p>
                </p:txBody>
              </p:sp>
            </mc:Choice>
            <mc:Fallback>
              <p:sp>
                <p:nvSpPr>
                  <p:cNvPr id="173" name="TextBox 172">
                    <a:extLst>
                      <a:ext uri="{FF2B5EF4-FFF2-40B4-BE49-F238E27FC236}">
                        <a16:creationId xmlns:a16="http://schemas.microsoft.com/office/drawing/2014/main" id="{729CF20E-3A7A-ADF8-38B3-0A9D4972A8BA}"/>
                      </a:ext>
                    </a:extLst>
                  </p:cNvPr>
                  <p:cNvSpPr txBox="1">
                    <a:spLocks noRot="1" noChangeAspect="1" noMove="1" noResize="1" noEditPoints="1" noAdjustHandles="1" noChangeArrowheads="1" noChangeShapeType="1" noTextEdit="1"/>
                  </p:cNvSpPr>
                  <p:nvPr/>
                </p:nvSpPr>
                <p:spPr>
                  <a:xfrm>
                    <a:off x="1563378" y="2038382"/>
                    <a:ext cx="526679" cy="545746"/>
                  </a:xfrm>
                  <a:prstGeom prst="rect">
                    <a:avLst/>
                  </a:prstGeom>
                  <a:blipFill>
                    <a:blip r:embed="rId16"/>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75" name="TextBox 174">
                    <a:extLst>
                      <a:ext uri="{FF2B5EF4-FFF2-40B4-BE49-F238E27FC236}">
                        <a16:creationId xmlns:a16="http://schemas.microsoft.com/office/drawing/2014/main" id="{C6AFF68F-4275-12A3-1984-F36012F6421E}"/>
                      </a:ext>
                    </a:extLst>
                  </p:cNvPr>
                  <p:cNvSpPr txBox="1"/>
                  <p:nvPr/>
                </p:nvSpPr>
                <p:spPr>
                  <a:xfrm>
                    <a:off x="2490369" y="1858436"/>
                    <a:ext cx="531139" cy="545746"/>
                  </a:xfrm>
                  <a:prstGeom prst="rect">
                    <a:avLst/>
                  </a:prstGeom>
                  <a:noFill/>
                </p:spPr>
                <p:txBody>
                  <a:bodyPr wrap="none" rtlCol="0">
                    <a:spAutoFit/>
                  </a:bodyPr>
                  <a:lstStyle/>
                  <a:p>
                    <a:pPr/>
                    <a14:m>
                      <m:oMathPara xmlns:m="http://schemas.openxmlformats.org/officeDocument/2006/math">
                        <m:oMath>
                          <m:r>
                            <a:rPr lang="en-US" sz="2000" b="0" i="1" noProof="0" smtClean="0">
                              <a:latin typeface="Cambria Math" panose="02040503050406030204" pitchFamily="18" charset="0"/>
                            </a:rPr>
                            <m:t>𝑛</m:t>
                          </m:r>
                        </m:oMath>
                      </m:oMathPara>
                    </a14:m>
                    <a:endParaRPr lang="en-US" sz="2000" noProof="0" dirty="0"/>
                  </a:p>
                </p:txBody>
              </p:sp>
            </mc:Choice>
            <mc:Fallback>
              <p:sp>
                <p:nvSpPr>
                  <p:cNvPr id="175" name="TextBox 174">
                    <a:extLst>
                      <a:ext uri="{FF2B5EF4-FFF2-40B4-BE49-F238E27FC236}">
                        <a16:creationId xmlns:a16="http://schemas.microsoft.com/office/drawing/2014/main" id="{C6AFF68F-4275-12A3-1984-F36012F6421E}"/>
                      </a:ext>
                    </a:extLst>
                  </p:cNvPr>
                  <p:cNvSpPr txBox="1">
                    <a:spLocks noRot="1" noChangeAspect="1" noMove="1" noResize="1" noEditPoints="1" noAdjustHandles="1" noChangeArrowheads="1" noChangeShapeType="1" noTextEdit="1"/>
                  </p:cNvSpPr>
                  <p:nvPr/>
                </p:nvSpPr>
                <p:spPr>
                  <a:xfrm>
                    <a:off x="2490369" y="1858436"/>
                    <a:ext cx="531139" cy="545746"/>
                  </a:xfrm>
                  <a:prstGeom prst="rect">
                    <a:avLst/>
                  </a:prstGeom>
                  <a:blipFill>
                    <a:blip r:embed="rId17"/>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77" name="TextBox 176">
                    <a:extLst>
                      <a:ext uri="{FF2B5EF4-FFF2-40B4-BE49-F238E27FC236}">
                        <a16:creationId xmlns:a16="http://schemas.microsoft.com/office/drawing/2014/main" id="{38B8802A-2C13-DDF8-4086-8C002237A748}"/>
                      </a:ext>
                    </a:extLst>
                  </p:cNvPr>
                  <p:cNvSpPr txBox="1"/>
                  <p:nvPr/>
                </p:nvSpPr>
                <p:spPr>
                  <a:xfrm>
                    <a:off x="3435376" y="1890394"/>
                    <a:ext cx="622972" cy="545746"/>
                  </a:xfrm>
                  <a:prstGeom prst="rect">
                    <a:avLst/>
                  </a:prstGeom>
                  <a:noFill/>
                </p:spPr>
                <p:txBody>
                  <a:bodyPr wrap="none" rtlCol="0">
                    <a:spAutoFit/>
                  </a:bodyPr>
                  <a:lstStyle/>
                  <a:p>
                    <a:pPr/>
                    <a14:m>
                      <m:oMathPara xmlns:m="http://schemas.openxmlformats.org/officeDocument/2006/math">
                        <m:oMath>
                          <m:r>
                            <a:rPr lang="en-US" sz="2000" b="0" i="1" noProof="0" smtClean="0">
                              <a:latin typeface="Cambria Math" panose="02040503050406030204" pitchFamily="18" charset="0"/>
                            </a:rPr>
                            <m:t>𝑚</m:t>
                          </m:r>
                        </m:oMath>
                      </m:oMathPara>
                    </a14:m>
                    <a:endParaRPr lang="en-US" sz="2000" noProof="0" dirty="0"/>
                  </a:p>
                </p:txBody>
              </p:sp>
            </mc:Choice>
            <mc:Fallback>
              <p:sp>
                <p:nvSpPr>
                  <p:cNvPr id="177" name="TextBox 176">
                    <a:extLst>
                      <a:ext uri="{FF2B5EF4-FFF2-40B4-BE49-F238E27FC236}">
                        <a16:creationId xmlns:a16="http://schemas.microsoft.com/office/drawing/2014/main" id="{38B8802A-2C13-DDF8-4086-8C002237A748}"/>
                      </a:ext>
                    </a:extLst>
                  </p:cNvPr>
                  <p:cNvSpPr txBox="1">
                    <a:spLocks noRot="1" noChangeAspect="1" noMove="1" noResize="1" noEditPoints="1" noAdjustHandles="1" noChangeArrowheads="1" noChangeShapeType="1" noTextEdit="1"/>
                  </p:cNvSpPr>
                  <p:nvPr/>
                </p:nvSpPr>
                <p:spPr>
                  <a:xfrm>
                    <a:off x="3435376" y="1890394"/>
                    <a:ext cx="622972" cy="545746"/>
                  </a:xfrm>
                  <a:prstGeom prst="rect">
                    <a:avLst/>
                  </a:prstGeom>
                  <a:blipFill>
                    <a:blip r:embed="rId18"/>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79" name="TextBox 178">
                    <a:extLst>
                      <a:ext uri="{FF2B5EF4-FFF2-40B4-BE49-F238E27FC236}">
                        <a16:creationId xmlns:a16="http://schemas.microsoft.com/office/drawing/2014/main" id="{B96A8EAB-B6F9-B4AA-B5C7-883FC2D2ABB6}"/>
                      </a:ext>
                    </a:extLst>
                  </p:cNvPr>
                  <p:cNvSpPr txBox="1"/>
                  <p:nvPr/>
                </p:nvSpPr>
                <p:spPr>
                  <a:xfrm>
                    <a:off x="4439377" y="1664560"/>
                    <a:ext cx="531139" cy="545746"/>
                  </a:xfrm>
                  <a:prstGeom prst="rect">
                    <a:avLst/>
                  </a:prstGeom>
                  <a:noFill/>
                </p:spPr>
                <p:txBody>
                  <a:bodyPr wrap="none" rtlCol="0">
                    <a:spAutoFit/>
                  </a:bodyPr>
                  <a:lstStyle/>
                  <a:p>
                    <a:pPr/>
                    <a14:m>
                      <m:oMathPara xmlns:m="http://schemas.openxmlformats.org/officeDocument/2006/math">
                        <m:oMath>
                          <m:r>
                            <a:rPr lang="en-US" sz="2000" b="0" i="1" noProof="0" smtClean="0">
                              <a:latin typeface="Cambria Math" panose="02040503050406030204" pitchFamily="18" charset="0"/>
                            </a:rPr>
                            <m:t>𝑛</m:t>
                          </m:r>
                        </m:oMath>
                      </m:oMathPara>
                    </a14:m>
                    <a:endParaRPr lang="en-US" sz="2000" noProof="0" dirty="0"/>
                  </a:p>
                </p:txBody>
              </p:sp>
            </mc:Choice>
            <mc:Fallback>
              <p:sp>
                <p:nvSpPr>
                  <p:cNvPr id="179" name="TextBox 178">
                    <a:extLst>
                      <a:ext uri="{FF2B5EF4-FFF2-40B4-BE49-F238E27FC236}">
                        <a16:creationId xmlns:a16="http://schemas.microsoft.com/office/drawing/2014/main" id="{B96A8EAB-B6F9-B4AA-B5C7-883FC2D2ABB6}"/>
                      </a:ext>
                    </a:extLst>
                  </p:cNvPr>
                  <p:cNvSpPr txBox="1">
                    <a:spLocks noRot="1" noChangeAspect="1" noMove="1" noResize="1" noEditPoints="1" noAdjustHandles="1" noChangeArrowheads="1" noChangeShapeType="1" noTextEdit="1"/>
                  </p:cNvSpPr>
                  <p:nvPr/>
                </p:nvSpPr>
                <p:spPr>
                  <a:xfrm>
                    <a:off x="4439377" y="1664560"/>
                    <a:ext cx="531139" cy="545746"/>
                  </a:xfrm>
                  <a:prstGeom prst="rect">
                    <a:avLst/>
                  </a:prstGeom>
                  <a:blipFill>
                    <a:blip r:embed="rId19"/>
                    <a:stretch>
                      <a:fillRect/>
                    </a:stretch>
                  </a:blipFill>
                </p:spPr>
                <p:txBody>
                  <a:bodyPr/>
                  <a:lstStyle/>
                  <a:p>
                    <a:r>
                      <a:rPr lang="en-US">
                        <a:noFill/>
                      </a:rPr>
                      <a:t> </a:t>
                    </a:r>
                  </a:p>
                </p:txBody>
              </p:sp>
            </mc:Fallback>
          </mc:AlternateContent>
        </p:grpSp>
      </p:grpSp>
      <p:cxnSp>
        <p:nvCxnSpPr>
          <p:cNvPr id="2" name="Connector: Curved 1">
            <a:extLst>
              <a:ext uri="{FF2B5EF4-FFF2-40B4-BE49-F238E27FC236}">
                <a16:creationId xmlns:a16="http://schemas.microsoft.com/office/drawing/2014/main" id="{8460E813-36E7-5EDF-5D95-89519648AEED}"/>
              </a:ext>
            </a:extLst>
          </p:cNvPr>
          <p:cNvCxnSpPr>
            <a:cxnSpLocks/>
            <a:stCxn id="24" idx="2"/>
            <a:endCxn id="8" idx="0"/>
          </p:cNvCxnSpPr>
          <p:nvPr>
            <p:custDataLst>
              <p:tags r:id="rId9"/>
            </p:custDataLst>
          </p:nvPr>
        </p:nvCxnSpPr>
        <p:spPr>
          <a:xfrm rot="5400000">
            <a:off x="6693247" y="2639021"/>
            <a:ext cx="466511" cy="1612673"/>
          </a:xfrm>
          <a:prstGeom prst="curvedConnector3">
            <a:avLst>
              <a:gd name="adj1" fmla="val 50000"/>
            </a:avLst>
          </a:prstGeom>
          <a:ln w="12700">
            <a:solidFill>
              <a:schemeClr val="tx1"/>
            </a:solidFill>
            <a:tailEnd type="triangle"/>
          </a:ln>
        </p:spPr>
        <p:style>
          <a:lnRef idx="2">
            <a:schemeClr val="accent1"/>
          </a:lnRef>
          <a:fillRef idx="0">
            <a:schemeClr val="accent1"/>
          </a:fillRef>
          <a:effectRef idx="1">
            <a:schemeClr val="accent1"/>
          </a:effectRef>
          <a:fontRef idx="minor">
            <a:schemeClr val="tx1"/>
          </a:fontRef>
        </p:style>
      </p:cxnSp>
    </p:spTree>
    <p:custDataLst>
      <p:tags r:id="rId1"/>
    </p:custDataLst>
    <p:extLst>
      <p:ext uri="{BB962C8B-B14F-4D97-AF65-F5344CB8AC3E}">
        <p14:creationId xmlns:p14="http://schemas.microsoft.com/office/powerpoint/2010/main" val="18083489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E9C270-FFE7-712F-BA5B-C713C51D9A76}"/>
            </a:ext>
          </a:extLst>
        </p:cNvPr>
        <p:cNvGrpSpPr/>
        <p:nvPr/>
      </p:nvGrpSpPr>
      <p:grpSpPr>
        <a:xfrm>
          <a:off x="0" y="0"/>
          <a:ext cx="0" cy="0"/>
          <a:chOff x="0" y="0"/>
          <a:chExt cx="0" cy="0"/>
        </a:xfrm>
      </p:grpSpPr>
      <p:sp>
        <p:nvSpPr>
          <p:cNvPr id="45" name="Rectangle 44">
            <a:extLst>
              <a:ext uri="{FF2B5EF4-FFF2-40B4-BE49-F238E27FC236}">
                <a16:creationId xmlns:a16="http://schemas.microsoft.com/office/drawing/2014/main" id="{B3976AD9-FA58-3705-5BFD-DD270E27737C}"/>
              </a:ext>
            </a:extLst>
          </p:cNvPr>
          <p:cNvSpPr/>
          <p:nvPr>
            <p:custDataLst>
              <p:tags r:id="rId2"/>
            </p:custDataLst>
          </p:nvPr>
        </p:nvSpPr>
        <p:spPr>
          <a:xfrm>
            <a:off x="4558820" y="5327992"/>
            <a:ext cx="245269" cy="323451"/>
          </a:xfrm>
          <a:prstGeom prst="rect">
            <a:avLst/>
          </a:prstGeom>
          <a:solidFill>
            <a:srgbClr val="D5E8D4"/>
          </a:solidFill>
          <a:ln w="9525" cap="flat">
            <a:solidFill>
              <a:srgbClr val="82B366"/>
            </a:solidFill>
            <a:prstDash val="solid"/>
            <a:miter/>
          </a:ln>
        </p:spPr>
        <p:txBody>
          <a:bodyPr/>
          <a:lstStyle/>
          <a:p>
            <a:endParaRPr lang="en-US" sz="2400" noProof="0" dirty="0"/>
          </a:p>
        </p:txBody>
      </p:sp>
      <p:sp>
        <p:nvSpPr>
          <p:cNvPr id="46" name="Rectangle 45">
            <a:extLst>
              <a:ext uri="{FF2B5EF4-FFF2-40B4-BE49-F238E27FC236}">
                <a16:creationId xmlns:a16="http://schemas.microsoft.com/office/drawing/2014/main" id="{911B9DBE-6587-8382-9E03-37F6BAC2D133}"/>
              </a:ext>
            </a:extLst>
          </p:cNvPr>
          <p:cNvSpPr/>
          <p:nvPr>
            <p:custDataLst>
              <p:tags r:id="rId3"/>
            </p:custDataLst>
          </p:nvPr>
        </p:nvSpPr>
        <p:spPr>
          <a:xfrm>
            <a:off x="4558819" y="6160621"/>
            <a:ext cx="245269" cy="318591"/>
          </a:xfrm>
          <a:prstGeom prst="rect">
            <a:avLst/>
          </a:prstGeom>
          <a:solidFill>
            <a:srgbClr val="DAE8FC"/>
          </a:solidFill>
          <a:ln w="9525" cap="flat">
            <a:solidFill>
              <a:srgbClr val="6C8EBF"/>
            </a:solidFill>
            <a:prstDash val="solid"/>
            <a:miter/>
          </a:ln>
        </p:spPr>
        <p:txBody>
          <a:bodyPr/>
          <a:lstStyle/>
          <a:p>
            <a:endParaRPr lang="en-US" sz="2400" noProof="0" dirty="0"/>
          </a:p>
        </p:txBody>
      </p:sp>
      <p:sp>
        <p:nvSpPr>
          <p:cNvPr id="47" name="Rectangle 46">
            <a:extLst>
              <a:ext uri="{FF2B5EF4-FFF2-40B4-BE49-F238E27FC236}">
                <a16:creationId xmlns:a16="http://schemas.microsoft.com/office/drawing/2014/main" id="{68983F2C-1668-52BB-B4F9-C612E7B2F10A}"/>
              </a:ext>
            </a:extLst>
          </p:cNvPr>
          <p:cNvSpPr/>
          <p:nvPr>
            <p:custDataLst>
              <p:tags r:id="rId4"/>
            </p:custDataLst>
          </p:nvPr>
        </p:nvSpPr>
        <p:spPr>
          <a:xfrm>
            <a:off x="4558819" y="5746737"/>
            <a:ext cx="245269" cy="318590"/>
          </a:xfrm>
          <a:prstGeom prst="rect">
            <a:avLst/>
          </a:prstGeom>
          <a:solidFill>
            <a:srgbClr val="F8CECC"/>
          </a:solidFill>
          <a:ln w="9525" cap="flat">
            <a:solidFill>
              <a:srgbClr val="B85450"/>
            </a:solidFill>
            <a:prstDash val="solid"/>
            <a:miter/>
          </a:ln>
        </p:spPr>
        <p:txBody>
          <a:bodyPr/>
          <a:lstStyle/>
          <a:p>
            <a:endParaRPr lang="en-US" sz="2400" noProof="0" dirty="0"/>
          </a:p>
        </p:txBody>
      </p:sp>
      <p:sp>
        <p:nvSpPr>
          <p:cNvPr id="19" name="Rectangle 18">
            <a:extLst>
              <a:ext uri="{FF2B5EF4-FFF2-40B4-BE49-F238E27FC236}">
                <a16:creationId xmlns:a16="http://schemas.microsoft.com/office/drawing/2014/main" id="{B800FBA5-1D37-3DF6-701A-70896D275692}"/>
              </a:ext>
            </a:extLst>
          </p:cNvPr>
          <p:cNvSpPr/>
          <p:nvPr>
            <p:custDataLst>
              <p:tags r:id="rId5"/>
            </p:custDataLst>
          </p:nvPr>
        </p:nvSpPr>
        <p:spPr>
          <a:xfrm>
            <a:off x="5067934" y="3750432"/>
            <a:ext cx="222808" cy="279329"/>
          </a:xfrm>
          <a:prstGeom prst="rect">
            <a:avLst/>
          </a:prstGeom>
          <a:solidFill>
            <a:srgbClr val="DAE8FC"/>
          </a:solidFill>
          <a:ln w="9525" cap="flat">
            <a:solidFill>
              <a:srgbClr val="6C8EBF"/>
            </a:solidFill>
            <a:prstDash val="solid"/>
            <a:miter/>
          </a:ln>
        </p:spPr>
        <p:txBody>
          <a:bodyPr wrap="none"/>
          <a:lstStyle/>
          <a:p>
            <a:endParaRPr lang="en-US" sz="2400" noProof="0" dirty="0"/>
          </a:p>
        </p:txBody>
      </p:sp>
      <p:sp>
        <p:nvSpPr>
          <p:cNvPr id="13" name="Rectangle 12">
            <a:extLst>
              <a:ext uri="{FF2B5EF4-FFF2-40B4-BE49-F238E27FC236}">
                <a16:creationId xmlns:a16="http://schemas.microsoft.com/office/drawing/2014/main" id="{666A78F4-88C1-5BB5-A720-F8E1C747C4A4}"/>
              </a:ext>
            </a:extLst>
          </p:cNvPr>
          <p:cNvSpPr/>
          <p:nvPr>
            <p:custDataLst>
              <p:tags r:id="rId6"/>
            </p:custDataLst>
          </p:nvPr>
        </p:nvSpPr>
        <p:spPr>
          <a:xfrm>
            <a:off x="4605485" y="3750432"/>
            <a:ext cx="222808" cy="279329"/>
          </a:xfrm>
          <a:prstGeom prst="rect">
            <a:avLst/>
          </a:prstGeom>
          <a:solidFill>
            <a:srgbClr val="F8CECC"/>
          </a:solidFill>
          <a:ln w="9525" cap="flat">
            <a:solidFill>
              <a:srgbClr val="B85450"/>
            </a:solidFill>
            <a:prstDash val="solid"/>
            <a:miter/>
          </a:ln>
        </p:spPr>
        <p:txBody>
          <a:bodyPr wrap="none"/>
          <a:lstStyle/>
          <a:p>
            <a:endParaRPr lang="en-US" sz="2400" noProof="0" dirty="0"/>
          </a:p>
        </p:txBody>
      </p:sp>
      <p:sp>
        <p:nvSpPr>
          <p:cNvPr id="11" name="Rectangle 10">
            <a:extLst>
              <a:ext uri="{FF2B5EF4-FFF2-40B4-BE49-F238E27FC236}">
                <a16:creationId xmlns:a16="http://schemas.microsoft.com/office/drawing/2014/main" id="{45C6B551-6774-AC99-228E-D1F7AAF62B05}"/>
              </a:ext>
            </a:extLst>
          </p:cNvPr>
          <p:cNvSpPr/>
          <p:nvPr>
            <p:custDataLst>
              <p:tags r:id="rId7"/>
            </p:custDataLst>
          </p:nvPr>
        </p:nvSpPr>
        <p:spPr>
          <a:xfrm>
            <a:off x="4152567" y="3750431"/>
            <a:ext cx="222807" cy="279329"/>
          </a:xfrm>
          <a:prstGeom prst="rect">
            <a:avLst/>
          </a:prstGeom>
          <a:solidFill>
            <a:srgbClr val="D5E8D4"/>
          </a:solidFill>
          <a:ln w="9525" cap="flat">
            <a:solidFill>
              <a:srgbClr val="82B366"/>
            </a:solidFill>
            <a:prstDash val="solid"/>
            <a:miter/>
          </a:ln>
        </p:spPr>
        <p:txBody>
          <a:bodyPr wrap="none"/>
          <a:lstStyle/>
          <a:p>
            <a:endParaRPr lang="en-US" sz="2400" noProof="0" dirty="0"/>
          </a:p>
        </p:txBody>
      </p:sp>
      <p:sp>
        <p:nvSpPr>
          <p:cNvPr id="4" name="Title 3">
            <a:extLst>
              <a:ext uri="{FF2B5EF4-FFF2-40B4-BE49-F238E27FC236}">
                <a16:creationId xmlns:a16="http://schemas.microsoft.com/office/drawing/2014/main" id="{F64F76FB-E9C4-9A8F-8092-29CA73FEACB3}"/>
              </a:ext>
            </a:extLst>
          </p:cNvPr>
          <p:cNvSpPr>
            <a:spLocks noGrp="1"/>
          </p:cNvSpPr>
          <p:nvPr>
            <p:ph type="title"/>
            <p:custDataLst>
              <p:tags r:id="rId8"/>
            </p:custDataLst>
          </p:nvPr>
        </p:nvSpPr>
        <p:spPr/>
        <p:txBody>
          <a:bodyPr/>
          <a:lstStyle/>
          <a:p>
            <a:r>
              <a:rPr lang="en-US" noProof="0" dirty="0"/>
              <a:t>Structures with different index spaces</a:t>
            </a:r>
          </a:p>
        </p:txBody>
      </p:sp>
      <p:sp>
        <p:nvSpPr>
          <p:cNvPr id="9" name="Date Placeholder 8">
            <a:extLst>
              <a:ext uri="{FF2B5EF4-FFF2-40B4-BE49-F238E27FC236}">
                <a16:creationId xmlns:a16="http://schemas.microsoft.com/office/drawing/2014/main" id="{49863BA9-EDD3-9BC6-2F2C-63F2D4A2C95B}"/>
              </a:ext>
            </a:extLst>
          </p:cNvPr>
          <p:cNvSpPr>
            <a:spLocks noGrp="1"/>
          </p:cNvSpPr>
          <p:nvPr>
            <p:ph type="dt" sz="half" idx="10"/>
            <p:custDataLst>
              <p:tags r:id="rId9"/>
            </p:custDataLst>
          </p:nvPr>
        </p:nvSpPr>
        <p:spPr/>
        <p:txBody>
          <a:bodyPr/>
          <a:lstStyle/>
          <a:p>
            <a:r>
              <a:rPr lang="en-US" noProof="0"/>
              <a:t>9/5/2026</a:t>
            </a:r>
            <a:endParaRPr lang="en-US" noProof="0" dirty="0"/>
          </a:p>
        </p:txBody>
      </p:sp>
      <p:sp>
        <p:nvSpPr>
          <p:cNvPr id="10" name="Slide Number Placeholder 9">
            <a:extLst>
              <a:ext uri="{FF2B5EF4-FFF2-40B4-BE49-F238E27FC236}">
                <a16:creationId xmlns:a16="http://schemas.microsoft.com/office/drawing/2014/main" id="{D932224D-9ADE-83F1-8417-D5C309A6BB6A}"/>
              </a:ext>
            </a:extLst>
          </p:cNvPr>
          <p:cNvSpPr>
            <a:spLocks noGrp="1"/>
          </p:cNvSpPr>
          <p:nvPr>
            <p:ph type="sldNum" sz="quarter" idx="12"/>
            <p:custDataLst>
              <p:tags r:id="rId10"/>
            </p:custDataLst>
          </p:nvPr>
        </p:nvSpPr>
        <p:spPr/>
        <p:txBody>
          <a:bodyPr/>
          <a:lstStyle/>
          <a:p>
            <a:r>
              <a:rPr lang="en-US" noProof="0"/>
              <a:t>7</a:t>
            </a:r>
            <a:endParaRPr lang="en-US" noProof="0" dirty="0"/>
          </a:p>
        </p:txBody>
      </p:sp>
      <p:sp>
        <p:nvSpPr>
          <p:cNvPr id="18" name="TextBox 17">
            <a:extLst>
              <a:ext uri="{FF2B5EF4-FFF2-40B4-BE49-F238E27FC236}">
                <a16:creationId xmlns:a16="http://schemas.microsoft.com/office/drawing/2014/main" id="{89EAF68D-4F87-22EE-E382-0F9F7359D649}"/>
              </a:ext>
            </a:extLst>
          </p:cNvPr>
          <p:cNvSpPr txBox="1"/>
          <p:nvPr>
            <p:custDataLst>
              <p:tags r:id="rId11"/>
            </p:custDataLst>
          </p:nvPr>
        </p:nvSpPr>
        <p:spPr>
          <a:xfrm>
            <a:off x="860575" y="1130185"/>
            <a:ext cx="2909772" cy="461665"/>
          </a:xfrm>
          <a:prstGeom prst="rect">
            <a:avLst/>
          </a:prstGeom>
          <a:noFill/>
        </p:spPr>
        <p:txBody>
          <a:bodyPr wrap="none" rtlCol="0">
            <a:spAutoFit/>
          </a:bodyPr>
          <a:lstStyle/>
          <a:p>
            <a:pPr algn="ctr"/>
            <a:r>
              <a:rPr lang="en-US" sz="2400" noProof="0" dirty="0"/>
              <a:t>Matrix multiplication</a:t>
            </a:r>
          </a:p>
        </p:txBody>
      </p:sp>
      <p:sp>
        <p:nvSpPr>
          <p:cNvPr id="24" name="TextBox 23">
            <a:extLst>
              <a:ext uri="{FF2B5EF4-FFF2-40B4-BE49-F238E27FC236}">
                <a16:creationId xmlns:a16="http://schemas.microsoft.com/office/drawing/2014/main" id="{1D0BC665-A3D5-7187-98DA-94BA7091C22C}"/>
              </a:ext>
            </a:extLst>
          </p:cNvPr>
          <p:cNvSpPr txBox="1"/>
          <p:nvPr>
            <p:custDataLst>
              <p:tags r:id="rId12"/>
            </p:custDataLst>
          </p:nvPr>
        </p:nvSpPr>
        <p:spPr>
          <a:xfrm>
            <a:off x="4485795" y="1740032"/>
            <a:ext cx="6494085" cy="1472070"/>
          </a:xfrm>
          <a:prstGeom prst="rect">
            <a:avLst/>
          </a:prstGeom>
          <a:noFill/>
          <a:ln>
            <a:solidFill>
              <a:schemeClr val="tx1"/>
            </a:solidFill>
          </a:ln>
        </p:spPr>
        <p:txBody>
          <a:bodyPr wrap="none">
            <a:spAutoFit/>
          </a:bodyPr>
          <a:lstStyle/>
          <a:p>
            <a:pPr>
              <a:lnSpc>
                <a:spcPct val="113095"/>
              </a:lnSpc>
            </a:pPr>
            <a:r>
              <a:rPr lang="en-US" sz="2000" dirty="0">
                <a:solidFill>
                  <a:srgbClr val="AF00DB"/>
                </a:solidFill>
                <a:latin typeface="Fira Code" panose="020B0809050000020004" pitchFamily="49" charset="0"/>
              </a:rPr>
              <a:t>for</a:t>
            </a:r>
            <a:r>
              <a:rPr lang="en-US" sz="2000" dirty="0">
                <a:solidFill>
                  <a:srgbClr val="000000"/>
                </a:solidFill>
                <a:latin typeface="Fira Code" panose="020B0809050000020004" pitchFamily="49" charset="0"/>
              </a:rPr>
              <a:t> (</a:t>
            </a:r>
            <a:r>
              <a:rPr lang="en-US" sz="2000" dirty="0">
                <a:solidFill>
                  <a:srgbClr val="0000FF"/>
                </a:solidFill>
                <a:latin typeface="Fira Code" panose="020B0809050000020004" pitchFamily="49" charset="0"/>
              </a:rPr>
              <a:t>int</a:t>
            </a:r>
            <a:r>
              <a:rPr lang="en-US" sz="2000" dirty="0">
                <a:solidFill>
                  <a:srgbClr val="000000"/>
                </a:solidFill>
                <a:latin typeface="Fira Code" panose="020B0809050000020004" pitchFamily="49" charset="0"/>
              </a:rPr>
              <a:t> </a:t>
            </a:r>
            <a:r>
              <a:rPr lang="en-US" sz="2000" dirty="0" err="1">
                <a:solidFill>
                  <a:srgbClr val="001080"/>
                </a:solidFill>
                <a:latin typeface="Fira Code" panose="020B0809050000020004" pitchFamily="49" charset="0"/>
              </a:rPr>
              <a:t>i</a:t>
            </a:r>
            <a:r>
              <a:rPr lang="en-US" sz="2000" dirty="0">
                <a:solidFill>
                  <a:srgbClr val="000000"/>
                </a:solidFill>
                <a:latin typeface="Fira Code" panose="020B0809050000020004" pitchFamily="49" charset="0"/>
              </a:rPr>
              <a:t> = </a:t>
            </a:r>
            <a:r>
              <a:rPr lang="en-US" sz="2000" dirty="0">
                <a:solidFill>
                  <a:srgbClr val="098658"/>
                </a:solidFill>
                <a:latin typeface="Fira Code" panose="020B0809050000020004" pitchFamily="49" charset="0"/>
              </a:rPr>
              <a:t>0</a:t>
            </a:r>
            <a:r>
              <a:rPr lang="en-US" sz="2000" dirty="0">
                <a:solidFill>
                  <a:srgbClr val="000000"/>
                </a:solidFill>
                <a:latin typeface="Fira Code" panose="020B0809050000020004" pitchFamily="49" charset="0"/>
              </a:rPr>
              <a:t>; </a:t>
            </a:r>
            <a:r>
              <a:rPr lang="en-US" sz="2000" dirty="0" err="1">
                <a:solidFill>
                  <a:srgbClr val="001080"/>
                </a:solidFill>
                <a:latin typeface="Fira Code" panose="020B0809050000020004" pitchFamily="49" charset="0"/>
              </a:rPr>
              <a:t>i</a:t>
            </a:r>
            <a:r>
              <a:rPr lang="en-US" sz="2000" dirty="0">
                <a:solidFill>
                  <a:srgbClr val="000000"/>
                </a:solidFill>
                <a:latin typeface="Fira Code" panose="020B0809050000020004" pitchFamily="49" charset="0"/>
              </a:rPr>
              <a:t> &lt; </a:t>
            </a:r>
            <a:r>
              <a:rPr lang="en-US" sz="2000" dirty="0">
                <a:solidFill>
                  <a:srgbClr val="0070C1"/>
                </a:solidFill>
                <a:latin typeface="Fira Code" panose="020B0809050000020004" pitchFamily="49" charset="0"/>
              </a:rPr>
              <a:t>M</a:t>
            </a:r>
            <a:r>
              <a:rPr lang="en-US" sz="2000" dirty="0">
                <a:solidFill>
                  <a:srgbClr val="000000"/>
                </a:solidFill>
                <a:latin typeface="Fira Code" panose="020B0809050000020004" pitchFamily="49" charset="0"/>
              </a:rPr>
              <a:t>; </a:t>
            </a:r>
            <a:r>
              <a:rPr lang="en-US" sz="2000" dirty="0" err="1">
                <a:solidFill>
                  <a:srgbClr val="001080"/>
                </a:solidFill>
                <a:latin typeface="Fira Code" panose="020B0809050000020004" pitchFamily="49" charset="0"/>
              </a:rPr>
              <a:t>i</a:t>
            </a:r>
            <a:r>
              <a:rPr lang="en-US" sz="2000" dirty="0">
                <a:solidFill>
                  <a:srgbClr val="000000"/>
                </a:solidFill>
                <a:latin typeface="Fira Code" panose="020B0809050000020004" pitchFamily="49" charset="0"/>
              </a:rPr>
              <a:t>++)</a:t>
            </a:r>
          </a:p>
          <a:p>
            <a:pPr>
              <a:lnSpc>
                <a:spcPct val="113095"/>
              </a:lnSpc>
            </a:pPr>
            <a:r>
              <a:rPr lang="en-US" sz="2000" noProof="0" dirty="0">
                <a:solidFill>
                  <a:srgbClr val="AF00DB"/>
                </a:solidFill>
                <a:latin typeface="Fira Code" panose="020B0809050000020004" pitchFamily="49" charset="0"/>
              </a:rPr>
              <a:t>    for</a:t>
            </a:r>
            <a:r>
              <a:rPr lang="en-US" sz="2000" noProof="0" dirty="0">
                <a:solidFill>
                  <a:srgbClr val="000000"/>
                </a:solidFill>
                <a:latin typeface="Fira Code" panose="020B0809050000020004" pitchFamily="49" charset="0"/>
              </a:rPr>
              <a:t> (</a:t>
            </a:r>
            <a:r>
              <a:rPr lang="en-US" sz="2000" noProof="0" dirty="0">
                <a:solidFill>
                  <a:srgbClr val="0000FF"/>
                </a:solidFill>
                <a:latin typeface="Fira Code" panose="020B0809050000020004" pitchFamily="49" charset="0"/>
              </a:rPr>
              <a:t>int</a:t>
            </a:r>
            <a:r>
              <a:rPr lang="en-US" sz="2000" noProof="0" dirty="0">
                <a:solidFill>
                  <a:srgbClr val="000000"/>
                </a:solidFill>
                <a:latin typeface="Fira Code" panose="020B0809050000020004" pitchFamily="49" charset="0"/>
              </a:rPr>
              <a:t> </a:t>
            </a:r>
            <a:r>
              <a:rPr lang="en-US" sz="2000" noProof="0" dirty="0">
                <a:solidFill>
                  <a:srgbClr val="001080"/>
                </a:solidFill>
                <a:latin typeface="Fira Code" panose="020B0809050000020004" pitchFamily="49" charset="0"/>
              </a:rPr>
              <a:t>j</a:t>
            </a:r>
            <a:r>
              <a:rPr lang="en-US" sz="2000" noProof="0" dirty="0">
                <a:solidFill>
                  <a:srgbClr val="000000"/>
                </a:solidFill>
                <a:latin typeface="Fira Code" panose="020B0809050000020004" pitchFamily="49" charset="0"/>
              </a:rPr>
              <a:t> = </a:t>
            </a:r>
            <a:r>
              <a:rPr lang="en-US" sz="2000" noProof="0" dirty="0">
                <a:solidFill>
                  <a:srgbClr val="098658"/>
                </a:solidFill>
                <a:latin typeface="Fira Code" panose="020B0809050000020004" pitchFamily="49" charset="0"/>
              </a:rPr>
              <a:t>0</a:t>
            </a:r>
            <a:r>
              <a:rPr lang="en-US" sz="2000" noProof="0" dirty="0">
                <a:solidFill>
                  <a:srgbClr val="000000"/>
                </a:solidFill>
                <a:latin typeface="Fira Code" panose="020B0809050000020004" pitchFamily="49" charset="0"/>
              </a:rPr>
              <a:t>; </a:t>
            </a:r>
            <a:r>
              <a:rPr lang="en-US" sz="2000" noProof="0" dirty="0">
                <a:solidFill>
                  <a:srgbClr val="001080"/>
                </a:solidFill>
                <a:latin typeface="Fira Code" panose="020B0809050000020004" pitchFamily="49" charset="0"/>
              </a:rPr>
              <a:t>j</a:t>
            </a:r>
            <a:r>
              <a:rPr lang="en-US" sz="2000" noProof="0" dirty="0">
                <a:solidFill>
                  <a:srgbClr val="000000"/>
                </a:solidFill>
                <a:latin typeface="Fira Code" panose="020B0809050000020004" pitchFamily="49" charset="0"/>
              </a:rPr>
              <a:t> &lt; </a:t>
            </a:r>
            <a:r>
              <a:rPr lang="en-US" sz="2000" noProof="0" dirty="0">
                <a:solidFill>
                  <a:srgbClr val="0070C1"/>
                </a:solidFill>
                <a:latin typeface="Fira Code" panose="020B0809050000020004" pitchFamily="49" charset="0"/>
              </a:rPr>
              <a:t>N</a:t>
            </a:r>
            <a:r>
              <a:rPr lang="en-US" sz="2000" noProof="0" dirty="0">
                <a:solidFill>
                  <a:srgbClr val="000000"/>
                </a:solidFill>
                <a:latin typeface="Fira Code" panose="020B0809050000020004" pitchFamily="49" charset="0"/>
              </a:rPr>
              <a:t>; </a:t>
            </a:r>
            <a:r>
              <a:rPr lang="en-US" sz="2000" noProof="0" dirty="0" err="1">
                <a:solidFill>
                  <a:srgbClr val="001080"/>
                </a:solidFill>
                <a:latin typeface="Fira Code" panose="020B0809050000020004" pitchFamily="49" charset="0"/>
              </a:rPr>
              <a:t>j</a:t>
            </a:r>
            <a:r>
              <a:rPr lang="en-US" sz="2000" noProof="0" dirty="0" err="1">
                <a:solidFill>
                  <a:srgbClr val="000000"/>
                </a:solidFill>
                <a:latin typeface="Fira Code" panose="020B0809050000020004" pitchFamily="49" charset="0"/>
              </a:rPr>
              <a:t>++</a:t>
            </a:r>
            <a:r>
              <a:rPr lang="en-US" sz="2000" noProof="0" dirty="0">
                <a:solidFill>
                  <a:srgbClr val="000000"/>
                </a:solidFill>
                <a:latin typeface="Fira Code" panose="020B0809050000020004" pitchFamily="49" charset="0"/>
              </a:rPr>
              <a:t>)</a:t>
            </a:r>
          </a:p>
          <a:p>
            <a:pPr>
              <a:lnSpc>
                <a:spcPct val="113095"/>
              </a:lnSpc>
              <a:buNone/>
            </a:pPr>
            <a:r>
              <a:rPr lang="en-US" sz="2000" b="0" noProof="0" dirty="0">
                <a:solidFill>
                  <a:srgbClr val="000000"/>
                </a:solidFill>
                <a:effectLst/>
                <a:latin typeface="Fira Code" panose="020B0809050000020004" pitchFamily="49" charset="0"/>
              </a:rPr>
              <a:t>        </a:t>
            </a:r>
            <a:r>
              <a:rPr lang="en-US" sz="2000" b="0" noProof="0" dirty="0">
                <a:solidFill>
                  <a:srgbClr val="AF00DB"/>
                </a:solidFill>
                <a:effectLst/>
                <a:latin typeface="Fira Code" panose="020B0809050000020004" pitchFamily="49" charset="0"/>
              </a:rPr>
              <a:t>for</a:t>
            </a:r>
            <a:r>
              <a:rPr lang="en-US" sz="2000" b="0" noProof="0" dirty="0">
                <a:solidFill>
                  <a:srgbClr val="000000"/>
                </a:solidFill>
                <a:effectLst/>
                <a:latin typeface="Fira Code" panose="020B0809050000020004" pitchFamily="49" charset="0"/>
              </a:rPr>
              <a:t> (</a:t>
            </a:r>
            <a:r>
              <a:rPr lang="en-US" sz="2000" b="0" noProof="0" dirty="0">
                <a:solidFill>
                  <a:srgbClr val="0000FF"/>
                </a:solidFill>
                <a:effectLst/>
                <a:latin typeface="Fira Code" panose="020B0809050000020004" pitchFamily="49" charset="0"/>
              </a:rPr>
              <a:t>int</a:t>
            </a:r>
            <a:r>
              <a:rPr lang="en-US" sz="2000" b="0" noProof="0" dirty="0">
                <a:solidFill>
                  <a:srgbClr val="000000"/>
                </a:solidFill>
                <a:effectLst/>
                <a:latin typeface="Fira Code" panose="020B0809050000020004" pitchFamily="49" charset="0"/>
              </a:rPr>
              <a:t> </a:t>
            </a:r>
            <a:r>
              <a:rPr lang="en-US" sz="2000" b="0" noProof="0" dirty="0">
                <a:solidFill>
                  <a:srgbClr val="001080"/>
                </a:solidFill>
                <a:effectLst/>
                <a:latin typeface="Fira Code" panose="020B0809050000020004" pitchFamily="49" charset="0"/>
              </a:rPr>
              <a:t>k</a:t>
            </a:r>
            <a:r>
              <a:rPr lang="en-US" sz="2000" b="0" noProof="0" dirty="0">
                <a:solidFill>
                  <a:srgbClr val="000000"/>
                </a:solidFill>
                <a:effectLst/>
                <a:latin typeface="Fira Code" panose="020B0809050000020004" pitchFamily="49" charset="0"/>
              </a:rPr>
              <a:t> = </a:t>
            </a:r>
            <a:r>
              <a:rPr lang="en-US" sz="2000" b="0" noProof="0" dirty="0">
                <a:solidFill>
                  <a:srgbClr val="098658"/>
                </a:solidFill>
                <a:effectLst/>
                <a:latin typeface="Fira Code" panose="020B0809050000020004" pitchFamily="49" charset="0"/>
              </a:rPr>
              <a:t>0</a:t>
            </a:r>
            <a:r>
              <a:rPr lang="en-US" sz="2000" b="0" noProof="0" dirty="0">
                <a:solidFill>
                  <a:srgbClr val="000000"/>
                </a:solidFill>
                <a:effectLst/>
                <a:latin typeface="Fira Code" panose="020B0809050000020004" pitchFamily="49" charset="0"/>
              </a:rPr>
              <a:t>; </a:t>
            </a:r>
            <a:r>
              <a:rPr lang="en-US" sz="2000" b="0" noProof="0" dirty="0">
                <a:solidFill>
                  <a:srgbClr val="001080"/>
                </a:solidFill>
                <a:effectLst/>
                <a:latin typeface="Fira Code" panose="020B0809050000020004" pitchFamily="49" charset="0"/>
              </a:rPr>
              <a:t>k</a:t>
            </a:r>
            <a:r>
              <a:rPr lang="en-US" sz="2000" b="0" noProof="0" dirty="0">
                <a:solidFill>
                  <a:srgbClr val="000000"/>
                </a:solidFill>
                <a:effectLst/>
                <a:latin typeface="Fira Code" panose="020B0809050000020004" pitchFamily="49" charset="0"/>
              </a:rPr>
              <a:t> &lt; </a:t>
            </a:r>
            <a:r>
              <a:rPr lang="en-US" sz="2000" b="0" noProof="0" dirty="0">
                <a:solidFill>
                  <a:srgbClr val="0070C1"/>
                </a:solidFill>
                <a:effectLst/>
                <a:latin typeface="Fira Code" panose="020B0809050000020004" pitchFamily="49" charset="0"/>
              </a:rPr>
              <a:t>K</a:t>
            </a:r>
            <a:r>
              <a:rPr lang="en-US" sz="2000" b="0" noProof="0" dirty="0">
                <a:solidFill>
                  <a:srgbClr val="000000"/>
                </a:solidFill>
                <a:effectLst/>
                <a:latin typeface="Fira Code" panose="020B0809050000020004" pitchFamily="49" charset="0"/>
              </a:rPr>
              <a:t>; </a:t>
            </a:r>
            <a:r>
              <a:rPr lang="en-US" sz="2000" b="0" noProof="0" dirty="0">
                <a:solidFill>
                  <a:srgbClr val="001080"/>
                </a:solidFill>
                <a:effectLst/>
                <a:latin typeface="Fira Code" panose="020B0809050000020004" pitchFamily="49" charset="0"/>
              </a:rPr>
              <a:t>k</a:t>
            </a:r>
            <a:r>
              <a:rPr lang="en-US" sz="2000" b="0" noProof="0" dirty="0">
                <a:solidFill>
                  <a:srgbClr val="000000"/>
                </a:solidFill>
                <a:effectLst/>
                <a:latin typeface="Fira Code" panose="020B0809050000020004" pitchFamily="49" charset="0"/>
              </a:rPr>
              <a:t>++)</a:t>
            </a:r>
          </a:p>
          <a:p>
            <a:pPr>
              <a:lnSpc>
                <a:spcPct val="113095"/>
              </a:lnSpc>
              <a:buNone/>
            </a:pPr>
            <a:r>
              <a:rPr lang="en-US" sz="2000" b="0" noProof="0" dirty="0">
                <a:solidFill>
                  <a:srgbClr val="000000"/>
                </a:solidFill>
                <a:effectLst/>
                <a:latin typeface="Fira Code" panose="020B0809050000020004" pitchFamily="49" charset="0"/>
              </a:rPr>
              <a:t>            </a:t>
            </a:r>
            <a:r>
              <a:rPr lang="en-US" sz="2000" b="0" noProof="0" dirty="0">
                <a:solidFill>
                  <a:srgbClr val="001080"/>
                </a:solidFill>
                <a:effectLst/>
                <a:latin typeface="Fira Code" panose="020B0809050000020004" pitchFamily="49" charset="0"/>
              </a:rPr>
              <a:t>C</a:t>
            </a:r>
            <a:r>
              <a:rPr lang="en-US" sz="2000" b="0" noProof="0" dirty="0">
                <a:solidFill>
                  <a:srgbClr val="000000"/>
                </a:solidFill>
                <a:effectLst/>
                <a:latin typeface="Fira Code" panose="020B0809050000020004" pitchFamily="49" charset="0"/>
              </a:rPr>
              <a:t>[</a:t>
            </a:r>
            <a:r>
              <a:rPr lang="en-US" sz="2000" b="0" noProof="0" dirty="0" err="1">
                <a:solidFill>
                  <a:srgbClr val="001080"/>
                </a:solidFill>
                <a:effectLst/>
                <a:latin typeface="Fira Code" panose="020B0809050000020004" pitchFamily="49" charset="0"/>
              </a:rPr>
              <a:t>i</a:t>
            </a:r>
            <a:r>
              <a:rPr lang="en-US" sz="2000" b="0" noProof="0" dirty="0">
                <a:solidFill>
                  <a:srgbClr val="000000"/>
                </a:solidFill>
                <a:effectLst/>
                <a:latin typeface="Fira Code" panose="020B0809050000020004" pitchFamily="49" charset="0"/>
              </a:rPr>
              <a:t>][</a:t>
            </a:r>
            <a:r>
              <a:rPr lang="en-US" sz="2000" b="0" noProof="0" dirty="0">
                <a:solidFill>
                  <a:srgbClr val="001080"/>
                </a:solidFill>
                <a:effectLst/>
                <a:latin typeface="Fira Code" panose="020B0809050000020004" pitchFamily="49" charset="0"/>
              </a:rPr>
              <a:t>j</a:t>
            </a:r>
            <a:r>
              <a:rPr lang="en-US" sz="2000" b="0" noProof="0" dirty="0">
                <a:solidFill>
                  <a:srgbClr val="000000"/>
                </a:solidFill>
                <a:effectLst/>
                <a:latin typeface="Fira Code" panose="020B0809050000020004" pitchFamily="49" charset="0"/>
              </a:rPr>
              <a:t>] += </a:t>
            </a:r>
            <a:r>
              <a:rPr lang="en-US" sz="2000" b="0" noProof="0" dirty="0">
                <a:solidFill>
                  <a:srgbClr val="001080"/>
                </a:solidFill>
                <a:effectLst/>
                <a:latin typeface="Fira Code" panose="020B0809050000020004" pitchFamily="49" charset="0"/>
              </a:rPr>
              <a:t>A</a:t>
            </a:r>
            <a:r>
              <a:rPr lang="en-US" sz="2000" b="0" noProof="0" dirty="0">
                <a:solidFill>
                  <a:srgbClr val="000000"/>
                </a:solidFill>
                <a:effectLst/>
                <a:latin typeface="Fira Code" panose="020B0809050000020004" pitchFamily="49" charset="0"/>
              </a:rPr>
              <a:t>[</a:t>
            </a:r>
            <a:r>
              <a:rPr lang="en-US" sz="2000" b="0" noProof="0" dirty="0" err="1">
                <a:solidFill>
                  <a:srgbClr val="001080"/>
                </a:solidFill>
                <a:effectLst/>
                <a:latin typeface="Fira Code" panose="020B0809050000020004" pitchFamily="49" charset="0"/>
              </a:rPr>
              <a:t>i</a:t>
            </a:r>
            <a:r>
              <a:rPr lang="en-US" sz="2000" b="0" noProof="0" dirty="0">
                <a:solidFill>
                  <a:srgbClr val="000000"/>
                </a:solidFill>
                <a:effectLst/>
                <a:latin typeface="Fira Code" panose="020B0809050000020004" pitchFamily="49" charset="0"/>
              </a:rPr>
              <a:t>][</a:t>
            </a:r>
            <a:r>
              <a:rPr lang="en-US" sz="2000" b="0" noProof="0" dirty="0">
                <a:solidFill>
                  <a:srgbClr val="001080"/>
                </a:solidFill>
                <a:effectLst/>
                <a:latin typeface="Fira Code" panose="020B0809050000020004" pitchFamily="49" charset="0"/>
              </a:rPr>
              <a:t>k</a:t>
            </a:r>
            <a:r>
              <a:rPr lang="en-US" sz="2000" b="0" noProof="0" dirty="0">
                <a:solidFill>
                  <a:srgbClr val="000000"/>
                </a:solidFill>
                <a:effectLst/>
                <a:latin typeface="Fira Code" panose="020B0809050000020004" pitchFamily="49" charset="0"/>
              </a:rPr>
              <a:t>] * </a:t>
            </a:r>
            <a:r>
              <a:rPr lang="en-US" sz="2000" b="0" noProof="0" dirty="0">
                <a:solidFill>
                  <a:srgbClr val="001080"/>
                </a:solidFill>
                <a:effectLst/>
                <a:latin typeface="Fira Code" panose="020B0809050000020004" pitchFamily="49" charset="0"/>
              </a:rPr>
              <a:t>B</a:t>
            </a:r>
            <a:r>
              <a:rPr lang="en-US" sz="2000" b="0" noProof="0" dirty="0">
                <a:solidFill>
                  <a:srgbClr val="000000"/>
                </a:solidFill>
                <a:effectLst/>
                <a:latin typeface="Fira Code" panose="020B0809050000020004" pitchFamily="49" charset="0"/>
              </a:rPr>
              <a:t>[</a:t>
            </a:r>
            <a:r>
              <a:rPr lang="en-US" sz="2000" b="0" noProof="0" dirty="0">
                <a:solidFill>
                  <a:srgbClr val="001080"/>
                </a:solidFill>
                <a:effectLst/>
                <a:latin typeface="Fira Code" panose="020B0809050000020004" pitchFamily="49" charset="0"/>
              </a:rPr>
              <a:t>k</a:t>
            </a:r>
            <a:r>
              <a:rPr lang="en-US" sz="2000" b="0" noProof="0" dirty="0">
                <a:solidFill>
                  <a:srgbClr val="000000"/>
                </a:solidFill>
                <a:effectLst/>
                <a:latin typeface="Fira Code" panose="020B0809050000020004" pitchFamily="49" charset="0"/>
              </a:rPr>
              <a:t>][</a:t>
            </a:r>
            <a:r>
              <a:rPr lang="en-US" sz="2000" b="0" noProof="0" dirty="0">
                <a:solidFill>
                  <a:srgbClr val="001080"/>
                </a:solidFill>
                <a:effectLst/>
                <a:latin typeface="Fira Code" panose="020B0809050000020004" pitchFamily="49" charset="0"/>
              </a:rPr>
              <a:t>j</a:t>
            </a:r>
            <a:r>
              <a:rPr lang="en-US" sz="2000" b="0" noProof="0" dirty="0">
                <a:solidFill>
                  <a:srgbClr val="000000"/>
                </a:solidFill>
                <a:effectLst/>
                <a:latin typeface="Fira Code" panose="020B0809050000020004" pitchFamily="49" charset="0"/>
              </a:rPr>
              <a:t>];</a:t>
            </a:r>
          </a:p>
        </p:txBody>
      </p:sp>
      <p:sp>
        <p:nvSpPr>
          <p:cNvPr id="8" name="TextBox 7">
            <a:extLst>
              <a:ext uri="{FF2B5EF4-FFF2-40B4-BE49-F238E27FC236}">
                <a16:creationId xmlns:a16="http://schemas.microsoft.com/office/drawing/2014/main" id="{9E2F7AA6-5F7F-99DE-465E-A4472E5548CB}"/>
              </a:ext>
            </a:extLst>
          </p:cNvPr>
          <p:cNvSpPr txBox="1"/>
          <p:nvPr>
            <p:custDataLst>
              <p:tags r:id="rId13"/>
            </p:custDataLst>
          </p:nvPr>
        </p:nvSpPr>
        <p:spPr>
          <a:xfrm>
            <a:off x="2565345" y="3678613"/>
            <a:ext cx="7109639" cy="1124282"/>
          </a:xfrm>
          <a:prstGeom prst="rect">
            <a:avLst/>
          </a:prstGeom>
          <a:noFill/>
          <a:ln>
            <a:solidFill>
              <a:schemeClr val="tx1"/>
            </a:solidFill>
          </a:ln>
        </p:spPr>
        <p:txBody>
          <a:bodyPr wrap="none">
            <a:spAutoFit/>
          </a:bodyPr>
          <a:lstStyle/>
          <a:p>
            <a:pPr>
              <a:lnSpc>
                <a:spcPct val="113095"/>
              </a:lnSpc>
              <a:buNone/>
            </a:pPr>
            <a:r>
              <a:rPr lang="en-US" sz="2000" b="0" noProof="0" dirty="0">
                <a:solidFill>
                  <a:srgbClr val="795E26"/>
                </a:solidFill>
                <a:effectLst/>
                <a:latin typeface="Fira Code" panose="020B0809050000020004" pitchFamily="49" charset="0"/>
              </a:rPr>
              <a:t>traverser</a:t>
            </a:r>
            <a:r>
              <a:rPr lang="en-US" sz="2000" b="0" noProof="0" dirty="0">
                <a:solidFill>
                  <a:srgbClr val="000000"/>
                </a:solidFill>
                <a:effectLst/>
                <a:latin typeface="Fira Code" panose="020B0809050000020004" pitchFamily="49" charset="0"/>
              </a:rPr>
              <a:t>(</a:t>
            </a:r>
            <a:r>
              <a:rPr lang="en-US" sz="2000" b="0" noProof="0" dirty="0">
                <a:solidFill>
                  <a:srgbClr val="001080"/>
                </a:solidFill>
                <a:effectLst/>
                <a:latin typeface="Fira Code" panose="020B0809050000020004" pitchFamily="49" charset="0"/>
              </a:rPr>
              <a:t>A</a:t>
            </a:r>
            <a:r>
              <a:rPr lang="en-US" sz="2000" b="0" noProof="0" dirty="0">
                <a:solidFill>
                  <a:srgbClr val="000000"/>
                </a:solidFill>
                <a:effectLst/>
                <a:latin typeface="Fira Code" panose="020B0809050000020004" pitchFamily="49" charset="0"/>
              </a:rPr>
              <a:t>, </a:t>
            </a:r>
            <a:r>
              <a:rPr lang="en-US" sz="2000" b="0" noProof="0" dirty="0">
                <a:solidFill>
                  <a:srgbClr val="001080"/>
                </a:solidFill>
                <a:effectLst/>
                <a:latin typeface="Fira Code" panose="020B0809050000020004" pitchFamily="49" charset="0"/>
              </a:rPr>
              <a:t>B</a:t>
            </a:r>
            <a:r>
              <a:rPr lang="en-US" sz="2000" b="0" noProof="0" dirty="0">
                <a:solidFill>
                  <a:srgbClr val="000000"/>
                </a:solidFill>
                <a:effectLst/>
                <a:latin typeface="Fira Code" panose="020B0809050000020004" pitchFamily="49" charset="0"/>
              </a:rPr>
              <a:t>, </a:t>
            </a:r>
            <a:r>
              <a:rPr lang="en-US" sz="2000" b="0" noProof="0" dirty="0">
                <a:solidFill>
                  <a:srgbClr val="001080"/>
                </a:solidFill>
                <a:effectLst/>
                <a:latin typeface="Fira Code" panose="020B0809050000020004" pitchFamily="49" charset="0"/>
              </a:rPr>
              <a:t>C</a:t>
            </a:r>
            <a:r>
              <a:rPr lang="en-US" sz="2000" b="0" noProof="0" dirty="0">
                <a:solidFill>
                  <a:srgbClr val="000000"/>
                </a:solidFill>
                <a:effectLst/>
                <a:latin typeface="Fira Code" panose="020B0809050000020004" pitchFamily="49" charset="0"/>
              </a:rPr>
              <a:t>).</a:t>
            </a:r>
            <a:r>
              <a:rPr lang="en-US" sz="2000" noProof="0" dirty="0">
                <a:solidFill>
                  <a:srgbClr val="795E26"/>
                </a:solidFill>
                <a:latin typeface="Fira Code" panose="020B0809050000020004" pitchFamily="49" charset="0"/>
              </a:rPr>
              <a:t>for_each</a:t>
            </a:r>
            <a:r>
              <a:rPr lang="en-US" sz="2000" b="0" noProof="0" dirty="0">
                <a:solidFill>
                  <a:srgbClr val="000000"/>
                </a:solidFill>
                <a:effectLst/>
                <a:latin typeface="Fira Code" panose="020B0809050000020004" pitchFamily="49" charset="0"/>
              </a:rPr>
              <a:t>([&amp;](</a:t>
            </a:r>
            <a:r>
              <a:rPr lang="en-US" sz="2000" b="0" noProof="0" dirty="0">
                <a:solidFill>
                  <a:srgbClr val="267F99"/>
                </a:solidFill>
                <a:effectLst/>
                <a:latin typeface="Fira Code" panose="020B0809050000020004" pitchFamily="49" charset="0"/>
              </a:rPr>
              <a:t>auto</a:t>
            </a:r>
            <a:r>
              <a:rPr lang="en-US" sz="2000" b="0" noProof="0" dirty="0">
                <a:solidFill>
                  <a:srgbClr val="000000"/>
                </a:solidFill>
                <a:effectLst/>
                <a:latin typeface="Fira Code" panose="020B0809050000020004" pitchFamily="49" charset="0"/>
              </a:rPr>
              <a:t> </a:t>
            </a:r>
            <a:r>
              <a:rPr lang="en-US" sz="2000" b="0" noProof="0" dirty="0">
                <a:solidFill>
                  <a:srgbClr val="001080"/>
                </a:solidFill>
                <a:effectLst/>
                <a:latin typeface="Fira Code" panose="020B0809050000020004" pitchFamily="49" charset="0"/>
              </a:rPr>
              <a:t>index</a:t>
            </a:r>
            <a:r>
              <a:rPr lang="en-US" sz="2000" b="0" noProof="0" dirty="0">
                <a:solidFill>
                  <a:srgbClr val="000000"/>
                </a:solidFill>
                <a:effectLst/>
                <a:latin typeface="Fira Code" panose="020B0809050000020004" pitchFamily="49" charset="0"/>
              </a:rPr>
              <a:t>) {</a:t>
            </a:r>
          </a:p>
          <a:p>
            <a:pPr>
              <a:lnSpc>
                <a:spcPct val="113095"/>
              </a:lnSpc>
              <a:buNone/>
            </a:pPr>
            <a:r>
              <a:rPr lang="en-US" sz="2000" b="0" noProof="0" dirty="0">
                <a:solidFill>
                  <a:srgbClr val="000000"/>
                </a:solidFill>
                <a:effectLst/>
                <a:latin typeface="Fira Code" panose="020B0809050000020004" pitchFamily="49" charset="0"/>
              </a:rPr>
              <a:t>    </a:t>
            </a:r>
            <a:r>
              <a:rPr lang="en-US" sz="2000" b="0" noProof="0" dirty="0">
                <a:solidFill>
                  <a:srgbClr val="001080"/>
                </a:solidFill>
                <a:effectLst/>
                <a:latin typeface="Fira Code" panose="020B0809050000020004" pitchFamily="49" charset="0"/>
              </a:rPr>
              <a:t>C</a:t>
            </a:r>
            <a:r>
              <a:rPr lang="en-US" sz="2000" b="0" noProof="0" dirty="0">
                <a:solidFill>
                  <a:srgbClr val="000000"/>
                </a:solidFill>
                <a:effectLst/>
                <a:latin typeface="Fira Code" panose="020B0809050000020004" pitchFamily="49" charset="0"/>
              </a:rPr>
              <a:t>[</a:t>
            </a:r>
            <a:r>
              <a:rPr lang="en-US" sz="2000" b="0" noProof="0" dirty="0">
                <a:solidFill>
                  <a:srgbClr val="001080"/>
                </a:solidFill>
                <a:effectLst/>
                <a:latin typeface="Fira Code" panose="020B0809050000020004" pitchFamily="49" charset="0"/>
              </a:rPr>
              <a:t>index</a:t>
            </a:r>
            <a:r>
              <a:rPr lang="en-US" sz="2000" b="0" noProof="0" dirty="0">
                <a:solidFill>
                  <a:srgbClr val="000000"/>
                </a:solidFill>
                <a:effectLst/>
                <a:latin typeface="Fira Code" panose="020B0809050000020004" pitchFamily="49" charset="0"/>
              </a:rPr>
              <a:t>] += </a:t>
            </a:r>
            <a:r>
              <a:rPr lang="en-US" sz="2000" b="0" noProof="0" dirty="0">
                <a:solidFill>
                  <a:srgbClr val="001080"/>
                </a:solidFill>
                <a:effectLst/>
                <a:latin typeface="Fira Code" panose="020B0809050000020004" pitchFamily="49" charset="0"/>
              </a:rPr>
              <a:t>A</a:t>
            </a:r>
            <a:r>
              <a:rPr lang="en-US" sz="2000" b="0" noProof="0" dirty="0">
                <a:solidFill>
                  <a:srgbClr val="000000"/>
                </a:solidFill>
                <a:effectLst/>
                <a:latin typeface="Fira Code" panose="020B0809050000020004" pitchFamily="49" charset="0"/>
              </a:rPr>
              <a:t>[</a:t>
            </a:r>
            <a:r>
              <a:rPr lang="en-US" sz="2000" b="0" noProof="0" dirty="0">
                <a:solidFill>
                  <a:srgbClr val="001080"/>
                </a:solidFill>
                <a:effectLst/>
                <a:latin typeface="Fira Code" panose="020B0809050000020004" pitchFamily="49" charset="0"/>
              </a:rPr>
              <a:t>index</a:t>
            </a:r>
            <a:r>
              <a:rPr lang="en-US" sz="2000" b="0" noProof="0" dirty="0">
                <a:solidFill>
                  <a:srgbClr val="000000"/>
                </a:solidFill>
                <a:effectLst/>
                <a:latin typeface="Fira Code" panose="020B0809050000020004" pitchFamily="49" charset="0"/>
              </a:rPr>
              <a:t>] * </a:t>
            </a:r>
            <a:r>
              <a:rPr lang="en-US" sz="2000" b="0" noProof="0" dirty="0">
                <a:solidFill>
                  <a:srgbClr val="001080"/>
                </a:solidFill>
                <a:effectLst/>
                <a:latin typeface="Fira Code" panose="020B0809050000020004" pitchFamily="49" charset="0"/>
              </a:rPr>
              <a:t>B</a:t>
            </a:r>
            <a:r>
              <a:rPr lang="en-US" sz="2000" b="0" noProof="0" dirty="0">
                <a:solidFill>
                  <a:srgbClr val="000000"/>
                </a:solidFill>
                <a:effectLst/>
                <a:latin typeface="Fira Code" panose="020B0809050000020004" pitchFamily="49" charset="0"/>
              </a:rPr>
              <a:t>[</a:t>
            </a:r>
            <a:r>
              <a:rPr lang="en-US" sz="2000" b="0" noProof="0" dirty="0">
                <a:solidFill>
                  <a:srgbClr val="001080"/>
                </a:solidFill>
                <a:effectLst/>
                <a:latin typeface="Fira Code" panose="020B0809050000020004" pitchFamily="49" charset="0"/>
              </a:rPr>
              <a:t>index</a:t>
            </a:r>
            <a:r>
              <a:rPr lang="en-US" sz="2000" b="0" noProof="0" dirty="0">
                <a:solidFill>
                  <a:srgbClr val="000000"/>
                </a:solidFill>
                <a:effectLst/>
                <a:latin typeface="Fira Code" panose="020B0809050000020004" pitchFamily="49" charset="0"/>
              </a:rPr>
              <a:t>];</a:t>
            </a:r>
          </a:p>
          <a:p>
            <a:pPr>
              <a:lnSpc>
                <a:spcPct val="113095"/>
              </a:lnSpc>
              <a:buNone/>
            </a:pPr>
            <a:r>
              <a:rPr lang="en-US" sz="2000" b="0" noProof="0" dirty="0">
                <a:solidFill>
                  <a:srgbClr val="000000"/>
                </a:solidFill>
                <a:effectLst/>
                <a:latin typeface="Fira Code" panose="020B0809050000020004" pitchFamily="49" charset="0"/>
              </a:rPr>
              <a:t>});</a:t>
            </a:r>
          </a:p>
        </p:txBody>
      </p:sp>
      <p:grpSp>
        <p:nvGrpSpPr>
          <p:cNvPr id="182" name="Group 181">
            <a:extLst>
              <a:ext uri="{FF2B5EF4-FFF2-40B4-BE49-F238E27FC236}">
                <a16:creationId xmlns:a16="http://schemas.microsoft.com/office/drawing/2014/main" id="{55E44A02-900A-CE23-2B9A-A1AC40B14A06}"/>
              </a:ext>
            </a:extLst>
          </p:cNvPr>
          <p:cNvGrpSpPr/>
          <p:nvPr>
            <p:custDataLst>
              <p:tags r:id="rId14"/>
            </p:custDataLst>
          </p:nvPr>
        </p:nvGrpSpPr>
        <p:grpSpPr>
          <a:xfrm>
            <a:off x="328569" y="1596409"/>
            <a:ext cx="4003009" cy="1832591"/>
            <a:chOff x="1106463" y="1862333"/>
            <a:chExt cx="4003009" cy="1832591"/>
          </a:xfrm>
        </p:grpSpPr>
        <p:sp>
          <p:nvSpPr>
            <p:cNvPr id="181" name="Rectangle 180">
              <a:extLst>
                <a:ext uri="{FF2B5EF4-FFF2-40B4-BE49-F238E27FC236}">
                  <a16:creationId xmlns:a16="http://schemas.microsoft.com/office/drawing/2014/main" id="{2162B464-D86A-47B9-02C3-76C1BCAF74E6}"/>
                </a:ext>
              </a:extLst>
            </p:cNvPr>
            <p:cNvSpPr/>
            <p:nvPr/>
          </p:nvSpPr>
          <p:spPr>
            <a:xfrm>
              <a:off x="1174826" y="1909733"/>
              <a:ext cx="3934646" cy="1705003"/>
            </a:xfrm>
            <a:prstGeom prst="rect">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000" noProof="0" dirty="0"/>
            </a:p>
          </p:txBody>
        </p:sp>
        <p:grpSp>
          <p:nvGrpSpPr>
            <p:cNvPr id="180" name="Group 179">
              <a:extLst>
                <a:ext uri="{FF2B5EF4-FFF2-40B4-BE49-F238E27FC236}">
                  <a16:creationId xmlns:a16="http://schemas.microsoft.com/office/drawing/2014/main" id="{6C8158FA-BF04-B836-6345-E003D8A64948}"/>
                </a:ext>
              </a:extLst>
            </p:cNvPr>
            <p:cNvGrpSpPr/>
            <p:nvPr/>
          </p:nvGrpSpPr>
          <p:grpSpPr>
            <a:xfrm>
              <a:off x="1106463" y="1862333"/>
              <a:ext cx="3955707" cy="1832591"/>
              <a:chOff x="37909" y="1664560"/>
              <a:chExt cx="5395542" cy="2499634"/>
            </a:xfrm>
          </p:grpSpPr>
          <p:grpSp>
            <p:nvGrpSpPr>
              <p:cNvPr id="159" name="Group 158">
                <a:extLst>
                  <a:ext uri="{FF2B5EF4-FFF2-40B4-BE49-F238E27FC236}">
                    <a16:creationId xmlns:a16="http://schemas.microsoft.com/office/drawing/2014/main" id="{414EBBB8-234A-574C-E129-278C9228AE06}"/>
                  </a:ext>
                </a:extLst>
              </p:cNvPr>
              <p:cNvGrpSpPr/>
              <p:nvPr/>
            </p:nvGrpSpPr>
            <p:grpSpPr>
              <a:xfrm>
                <a:off x="1986005" y="2286000"/>
                <a:ext cx="1524000" cy="1143000"/>
                <a:chOff x="1485283" y="2286000"/>
                <a:chExt cx="1524000" cy="1143000"/>
              </a:xfrm>
            </p:grpSpPr>
            <p:sp>
              <p:nvSpPr>
                <p:cNvPr id="79" name="Rectangle 78">
                  <a:extLst>
                    <a:ext uri="{FF2B5EF4-FFF2-40B4-BE49-F238E27FC236}">
                      <a16:creationId xmlns:a16="http://schemas.microsoft.com/office/drawing/2014/main" id="{50079027-377A-0D56-8EED-00C46E3359ED}"/>
                    </a:ext>
                  </a:extLst>
                </p:cNvPr>
                <p:cNvSpPr/>
                <p:nvPr/>
              </p:nvSpPr>
              <p:spPr>
                <a:xfrm>
                  <a:off x="1485283" y="2286000"/>
                  <a:ext cx="381000" cy="381000"/>
                </a:xfrm>
                <a:prstGeom prst="rect">
                  <a:avLst/>
                </a:prstGeom>
                <a:solidFill>
                  <a:srgbClr val="F8CECC"/>
                </a:solidFill>
                <a:ln w="9525" cap="flat">
                  <a:solidFill>
                    <a:srgbClr val="B85450"/>
                  </a:solidFill>
                  <a:prstDash val="solid"/>
                  <a:miter/>
                </a:ln>
              </p:spPr>
              <p:txBody>
                <a:bodyPr/>
                <a:lstStyle/>
                <a:p>
                  <a:endParaRPr lang="en-US" sz="2000" noProof="0" dirty="0"/>
                </a:p>
              </p:txBody>
            </p:sp>
            <p:sp>
              <p:nvSpPr>
                <p:cNvPr id="81" name="Rectangle 80">
                  <a:extLst>
                    <a:ext uri="{FF2B5EF4-FFF2-40B4-BE49-F238E27FC236}">
                      <a16:creationId xmlns:a16="http://schemas.microsoft.com/office/drawing/2014/main" id="{C341F50F-8363-1E45-8923-E81E0F5B31C2}"/>
                    </a:ext>
                  </a:extLst>
                </p:cNvPr>
                <p:cNvSpPr/>
                <p:nvPr/>
              </p:nvSpPr>
              <p:spPr>
                <a:xfrm>
                  <a:off x="1866283" y="2286000"/>
                  <a:ext cx="381000" cy="381000"/>
                </a:xfrm>
                <a:prstGeom prst="rect">
                  <a:avLst/>
                </a:prstGeom>
                <a:solidFill>
                  <a:srgbClr val="F8CECC"/>
                </a:solidFill>
                <a:ln w="9525" cap="flat">
                  <a:solidFill>
                    <a:srgbClr val="B85450"/>
                  </a:solidFill>
                  <a:prstDash val="solid"/>
                  <a:miter/>
                </a:ln>
              </p:spPr>
              <p:txBody>
                <a:bodyPr/>
                <a:lstStyle/>
                <a:p>
                  <a:endParaRPr lang="en-US" sz="2000" noProof="0" dirty="0"/>
                </a:p>
              </p:txBody>
            </p:sp>
            <p:sp>
              <p:nvSpPr>
                <p:cNvPr id="83" name="Rectangle 82">
                  <a:extLst>
                    <a:ext uri="{FF2B5EF4-FFF2-40B4-BE49-F238E27FC236}">
                      <a16:creationId xmlns:a16="http://schemas.microsoft.com/office/drawing/2014/main" id="{889C340E-7178-DC8E-7370-24941D202A24}"/>
                    </a:ext>
                  </a:extLst>
                </p:cNvPr>
                <p:cNvSpPr/>
                <p:nvPr/>
              </p:nvSpPr>
              <p:spPr>
                <a:xfrm>
                  <a:off x="2247283" y="2286000"/>
                  <a:ext cx="381000" cy="381000"/>
                </a:xfrm>
                <a:prstGeom prst="rect">
                  <a:avLst/>
                </a:prstGeom>
                <a:solidFill>
                  <a:srgbClr val="F8CECC"/>
                </a:solidFill>
                <a:ln w="9525" cap="flat">
                  <a:solidFill>
                    <a:srgbClr val="B85450"/>
                  </a:solidFill>
                  <a:prstDash val="solid"/>
                  <a:miter/>
                </a:ln>
              </p:spPr>
              <p:txBody>
                <a:bodyPr/>
                <a:lstStyle/>
                <a:p>
                  <a:endParaRPr lang="en-US" sz="2000" noProof="0" dirty="0"/>
                </a:p>
              </p:txBody>
            </p:sp>
            <p:sp>
              <p:nvSpPr>
                <p:cNvPr id="85" name="Rectangle 84">
                  <a:extLst>
                    <a:ext uri="{FF2B5EF4-FFF2-40B4-BE49-F238E27FC236}">
                      <a16:creationId xmlns:a16="http://schemas.microsoft.com/office/drawing/2014/main" id="{A2295BDB-D0D2-2060-2DE1-A027439DF75B}"/>
                    </a:ext>
                  </a:extLst>
                </p:cNvPr>
                <p:cNvSpPr/>
                <p:nvPr/>
              </p:nvSpPr>
              <p:spPr>
                <a:xfrm>
                  <a:off x="2628283" y="2286000"/>
                  <a:ext cx="381000" cy="381000"/>
                </a:xfrm>
                <a:prstGeom prst="rect">
                  <a:avLst/>
                </a:prstGeom>
                <a:solidFill>
                  <a:srgbClr val="F8CECC"/>
                </a:solidFill>
                <a:ln w="9525" cap="flat">
                  <a:solidFill>
                    <a:srgbClr val="B85450"/>
                  </a:solidFill>
                  <a:prstDash val="solid"/>
                  <a:miter/>
                </a:ln>
              </p:spPr>
              <p:txBody>
                <a:bodyPr/>
                <a:lstStyle/>
                <a:p>
                  <a:endParaRPr lang="en-US" sz="2000" noProof="0" dirty="0"/>
                </a:p>
              </p:txBody>
            </p:sp>
            <p:sp>
              <p:nvSpPr>
                <p:cNvPr id="87" name="Rectangle 86">
                  <a:extLst>
                    <a:ext uri="{FF2B5EF4-FFF2-40B4-BE49-F238E27FC236}">
                      <a16:creationId xmlns:a16="http://schemas.microsoft.com/office/drawing/2014/main" id="{684EBD2F-A037-CFF5-7635-EBB7B7DB1CD4}"/>
                    </a:ext>
                  </a:extLst>
                </p:cNvPr>
                <p:cNvSpPr/>
                <p:nvPr/>
              </p:nvSpPr>
              <p:spPr>
                <a:xfrm>
                  <a:off x="1485283" y="2667000"/>
                  <a:ext cx="381000" cy="381000"/>
                </a:xfrm>
                <a:prstGeom prst="rect">
                  <a:avLst/>
                </a:prstGeom>
                <a:solidFill>
                  <a:srgbClr val="F8CECC"/>
                </a:solidFill>
                <a:ln w="9525" cap="flat">
                  <a:solidFill>
                    <a:srgbClr val="B85450"/>
                  </a:solidFill>
                  <a:prstDash val="solid"/>
                  <a:miter/>
                </a:ln>
              </p:spPr>
              <p:txBody>
                <a:bodyPr/>
                <a:lstStyle/>
                <a:p>
                  <a:endParaRPr lang="en-US" sz="2000" noProof="0" dirty="0"/>
                </a:p>
              </p:txBody>
            </p:sp>
            <p:sp>
              <p:nvSpPr>
                <p:cNvPr id="89" name="Rectangle 88">
                  <a:extLst>
                    <a:ext uri="{FF2B5EF4-FFF2-40B4-BE49-F238E27FC236}">
                      <a16:creationId xmlns:a16="http://schemas.microsoft.com/office/drawing/2014/main" id="{F7058789-0C71-4093-964C-065E9DAA1B5F}"/>
                    </a:ext>
                  </a:extLst>
                </p:cNvPr>
                <p:cNvSpPr/>
                <p:nvPr/>
              </p:nvSpPr>
              <p:spPr>
                <a:xfrm>
                  <a:off x="1866283" y="2667000"/>
                  <a:ext cx="381000" cy="381000"/>
                </a:xfrm>
                <a:prstGeom prst="rect">
                  <a:avLst/>
                </a:prstGeom>
                <a:solidFill>
                  <a:srgbClr val="F8CECC"/>
                </a:solidFill>
                <a:ln w="9525" cap="flat">
                  <a:solidFill>
                    <a:srgbClr val="B85450"/>
                  </a:solidFill>
                  <a:prstDash val="solid"/>
                  <a:miter/>
                </a:ln>
              </p:spPr>
              <p:txBody>
                <a:bodyPr/>
                <a:lstStyle/>
                <a:p>
                  <a:endParaRPr lang="en-US" sz="2000" noProof="0" dirty="0"/>
                </a:p>
              </p:txBody>
            </p:sp>
            <p:sp>
              <p:nvSpPr>
                <p:cNvPr id="91" name="Rectangle 90">
                  <a:extLst>
                    <a:ext uri="{FF2B5EF4-FFF2-40B4-BE49-F238E27FC236}">
                      <a16:creationId xmlns:a16="http://schemas.microsoft.com/office/drawing/2014/main" id="{6EA4D36E-18DE-0BCE-A502-A7D295509793}"/>
                    </a:ext>
                  </a:extLst>
                </p:cNvPr>
                <p:cNvSpPr/>
                <p:nvPr/>
              </p:nvSpPr>
              <p:spPr>
                <a:xfrm>
                  <a:off x="2247283" y="2667000"/>
                  <a:ext cx="381000" cy="381000"/>
                </a:xfrm>
                <a:prstGeom prst="rect">
                  <a:avLst/>
                </a:prstGeom>
                <a:solidFill>
                  <a:srgbClr val="F8CECC"/>
                </a:solidFill>
                <a:ln w="9525" cap="flat">
                  <a:solidFill>
                    <a:srgbClr val="B85450"/>
                  </a:solidFill>
                  <a:prstDash val="solid"/>
                  <a:miter/>
                </a:ln>
              </p:spPr>
              <p:txBody>
                <a:bodyPr/>
                <a:lstStyle/>
                <a:p>
                  <a:endParaRPr lang="en-US" sz="2000" noProof="0" dirty="0"/>
                </a:p>
              </p:txBody>
            </p:sp>
            <p:sp>
              <p:nvSpPr>
                <p:cNvPr id="93" name="Rectangle 92">
                  <a:extLst>
                    <a:ext uri="{FF2B5EF4-FFF2-40B4-BE49-F238E27FC236}">
                      <a16:creationId xmlns:a16="http://schemas.microsoft.com/office/drawing/2014/main" id="{DDB0F9C4-12F3-C24D-F5AD-2DA2D3F86912}"/>
                    </a:ext>
                  </a:extLst>
                </p:cNvPr>
                <p:cNvSpPr/>
                <p:nvPr/>
              </p:nvSpPr>
              <p:spPr>
                <a:xfrm>
                  <a:off x="2628283" y="2667000"/>
                  <a:ext cx="381000" cy="381000"/>
                </a:xfrm>
                <a:prstGeom prst="rect">
                  <a:avLst/>
                </a:prstGeom>
                <a:solidFill>
                  <a:srgbClr val="F8CECC"/>
                </a:solidFill>
                <a:ln w="9525" cap="flat">
                  <a:solidFill>
                    <a:srgbClr val="B85450"/>
                  </a:solidFill>
                  <a:prstDash val="solid"/>
                  <a:miter/>
                </a:ln>
              </p:spPr>
              <p:txBody>
                <a:bodyPr/>
                <a:lstStyle/>
                <a:p>
                  <a:endParaRPr lang="en-US" sz="2000" noProof="0" dirty="0"/>
                </a:p>
              </p:txBody>
            </p:sp>
            <p:sp>
              <p:nvSpPr>
                <p:cNvPr id="95" name="Rectangle 94">
                  <a:extLst>
                    <a:ext uri="{FF2B5EF4-FFF2-40B4-BE49-F238E27FC236}">
                      <a16:creationId xmlns:a16="http://schemas.microsoft.com/office/drawing/2014/main" id="{D4DD1CD8-2470-7487-2E6E-F817302558F9}"/>
                    </a:ext>
                  </a:extLst>
                </p:cNvPr>
                <p:cNvSpPr/>
                <p:nvPr/>
              </p:nvSpPr>
              <p:spPr>
                <a:xfrm>
                  <a:off x="1485283" y="3048000"/>
                  <a:ext cx="381000" cy="381000"/>
                </a:xfrm>
                <a:prstGeom prst="rect">
                  <a:avLst/>
                </a:prstGeom>
                <a:solidFill>
                  <a:srgbClr val="F8CECC"/>
                </a:solidFill>
                <a:ln w="9525" cap="flat">
                  <a:solidFill>
                    <a:srgbClr val="B85450"/>
                  </a:solidFill>
                  <a:prstDash val="solid"/>
                  <a:miter/>
                </a:ln>
              </p:spPr>
              <p:txBody>
                <a:bodyPr/>
                <a:lstStyle/>
                <a:p>
                  <a:endParaRPr lang="en-US" sz="2000" noProof="0" dirty="0"/>
                </a:p>
              </p:txBody>
            </p:sp>
            <p:sp>
              <p:nvSpPr>
                <p:cNvPr id="97" name="Rectangle 96">
                  <a:extLst>
                    <a:ext uri="{FF2B5EF4-FFF2-40B4-BE49-F238E27FC236}">
                      <a16:creationId xmlns:a16="http://schemas.microsoft.com/office/drawing/2014/main" id="{36F0AF8A-2C80-C539-F256-FB33FA65DEA6}"/>
                    </a:ext>
                  </a:extLst>
                </p:cNvPr>
                <p:cNvSpPr/>
                <p:nvPr/>
              </p:nvSpPr>
              <p:spPr>
                <a:xfrm>
                  <a:off x="1866283" y="3048000"/>
                  <a:ext cx="381000" cy="381000"/>
                </a:xfrm>
                <a:prstGeom prst="rect">
                  <a:avLst/>
                </a:prstGeom>
                <a:solidFill>
                  <a:srgbClr val="F8CECC"/>
                </a:solidFill>
                <a:ln w="9525" cap="flat">
                  <a:solidFill>
                    <a:srgbClr val="B85450"/>
                  </a:solidFill>
                  <a:prstDash val="solid"/>
                  <a:miter/>
                </a:ln>
              </p:spPr>
              <p:txBody>
                <a:bodyPr/>
                <a:lstStyle/>
                <a:p>
                  <a:endParaRPr lang="en-US" sz="2000" noProof="0" dirty="0"/>
                </a:p>
              </p:txBody>
            </p:sp>
            <p:sp>
              <p:nvSpPr>
                <p:cNvPr id="99" name="Rectangle 98">
                  <a:extLst>
                    <a:ext uri="{FF2B5EF4-FFF2-40B4-BE49-F238E27FC236}">
                      <a16:creationId xmlns:a16="http://schemas.microsoft.com/office/drawing/2014/main" id="{DF403CFD-DEA2-D2C9-0991-1EFCB8947EC3}"/>
                    </a:ext>
                  </a:extLst>
                </p:cNvPr>
                <p:cNvSpPr/>
                <p:nvPr/>
              </p:nvSpPr>
              <p:spPr>
                <a:xfrm>
                  <a:off x="2247283" y="3048000"/>
                  <a:ext cx="381000" cy="381000"/>
                </a:xfrm>
                <a:prstGeom prst="rect">
                  <a:avLst/>
                </a:prstGeom>
                <a:solidFill>
                  <a:srgbClr val="F8CECC"/>
                </a:solidFill>
                <a:ln w="9525" cap="flat">
                  <a:solidFill>
                    <a:srgbClr val="B85450"/>
                  </a:solidFill>
                  <a:prstDash val="solid"/>
                  <a:miter/>
                </a:ln>
              </p:spPr>
              <p:txBody>
                <a:bodyPr/>
                <a:lstStyle/>
                <a:p>
                  <a:endParaRPr lang="en-US" sz="2000" noProof="0" dirty="0"/>
                </a:p>
              </p:txBody>
            </p:sp>
            <p:sp>
              <p:nvSpPr>
                <p:cNvPr id="101" name="Rectangle 100">
                  <a:extLst>
                    <a:ext uri="{FF2B5EF4-FFF2-40B4-BE49-F238E27FC236}">
                      <a16:creationId xmlns:a16="http://schemas.microsoft.com/office/drawing/2014/main" id="{DF46E15B-473F-7866-7C35-B6501FF8CAE6}"/>
                    </a:ext>
                  </a:extLst>
                </p:cNvPr>
                <p:cNvSpPr/>
                <p:nvPr/>
              </p:nvSpPr>
              <p:spPr>
                <a:xfrm>
                  <a:off x="2628283" y="3048000"/>
                  <a:ext cx="381000" cy="381000"/>
                </a:xfrm>
                <a:prstGeom prst="rect">
                  <a:avLst/>
                </a:prstGeom>
                <a:solidFill>
                  <a:srgbClr val="F8CECC"/>
                </a:solidFill>
                <a:ln w="9525" cap="flat">
                  <a:solidFill>
                    <a:srgbClr val="B85450"/>
                  </a:solidFill>
                  <a:prstDash val="solid"/>
                  <a:miter/>
                </a:ln>
              </p:spPr>
              <p:txBody>
                <a:bodyPr/>
                <a:lstStyle/>
                <a:p>
                  <a:endParaRPr lang="en-US" sz="2000" noProof="0" dirty="0"/>
                </a:p>
              </p:txBody>
            </p:sp>
          </p:grpSp>
          <p:grpSp>
            <p:nvGrpSpPr>
              <p:cNvPr id="160" name="Group 159">
                <a:extLst>
                  <a:ext uri="{FF2B5EF4-FFF2-40B4-BE49-F238E27FC236}">
                    <a16:creationId xmlns:a16="http://schemas.microsoft.com/office/drawing/2014/main" id="{985BB3A7-1EBB-ACBF-0F3A-66F8C8BF504B}"/>
                  </a:ext>
                </a:extLst>
              </p:cNvPr>
              <p:cNvGrpSpPr/>
              <p:nvPr/>
            </p:nvGrpSpPr>
            <p:grpSpPr>
              <a:xfrm>
                <a:off x="507500" y="2097603"/>
                <a:ext cx="1143000" cy="1524000"/>
                <a:chOff x="151783" y="2071688"/>
                <a:chExt cx="1143000" cy="1524000"/>
              </a:xfrm>
            </p:grpSpPr>
            <p:sp>
              <p:nvSpPr>
                <p:cNvPr id="103" name="Rectangle 102">
                  <a:extLst>
                    <a:ext uri="{FF2B5EF4-FFF2-40B4-BE49-F238E27FC236}">
                      <a16:creationId xmlns:a16="http://schemas.microsoft.com/office/drawing/2014/main" id="{57D7E4B5-4F4E-61EB-9917-FA056266081A}"/>
                    </a:ext>
                  </a:extLst>
                </p:cNvPr>
                <p:cNvSpPr/>
                <p:nvPr/>
              </p:nvSpPr>
              <p:spPr>
                <a:xfrm>
                  <a:off x="151783" y="2071688"/>
                  <a:ext cx="381000" cy="381000"/>
                </a:xfrm>
                <a:prstGeom prst="rect">
                  <a:avLst/>
                </a:prstGeom>
                <a:solidFill>
                  <a:srgbClr val="D5E8D4"/>
                </a:solidFill>
                <a:ln w="9525" cap="flat">
                  <a:solidFill>
                    <a:srgbClr val="82B366"/>
                  </a:solidFill>
                  <a:prstDash val="solid"/>
                  <a:miter/>
                </a:ln>
              </p:spPr>
              <p:txBody>
                <a:bodyPr/>
                <a:lstStyle/>
                <a:p>
                  <a:endParaRPr lang="en-US" sz="2000" noProof="0" dirty="0"/>
                </a:p>
              </p:txBody>
            </p:sp>
            <p:sp>
              <p:nvSpPr>
                <p:cNvPr id="105" name="Rectangle 104">
                  <a:extLst>
                    <a:ext uri="{FF2B5EF4-FFF2-40B4-BE49-F238E27FC236}">
                      <a16:creationId xmlns:a16="http://schemas.microsoft.com/office/drawing/2014/main" id="{7D00D5EA-0890-B00D-950A-65D287102D6E}"/>
                    </a:ext>
                  </a:extLst>
                </p:cNvPr>
                <p:cNvSpPr/>
                <p:nvPr/>
              </p:nvSpPr>
              <p:spPr>
                <a:xfrm>
                  <a:off x="532783" y="2071688"/>
                  <a:ext cx="381000" cy="381000"/>
                </a:xfrm>
                <a:prstGeom prst="rect">
                  <a:avLst/>
                </a:prstGeom>
                <a:solidFill>
                  <a:srgbClr val="D5E8D4"/>
                </a:solidFill>
                <a:ln w="9525" cap="flat">
                  <a:solidFill>
                    <a:srgbClr val="82B366"/>
                  </a:solidFill>
                  <a:prstDash val="solid"/>
                  <a:miter/>
                </a:ln>
              </p:spPr>
              <p:txBody>
                <a:bodyPr/>
                <a:lstStyle/>
                <a:p>
                  <a:endParaRPr lang="en-US" sz="2000" noProof="0" dirty="0"/>
                </a:p>
              </p:txBody>
            </p:sp>
            <p:sp>
              <p:nvSpPr>
                <p:cNvPr id="107" name="Rectangle 106">
                  <a:extLst>
                    <a:ext uri="{FF2B5EF4-FFF2-40B4-BE49-F238E27FC236}">
                      <a16:creationId xmlns:a16="http://schemas.microsoft.com/office/drawing/2014/main" id="{E0F57E46-66C8-7625-7F07-D56FDB9F482A}"/>
                    </a:ext>
                  </a:extLst>
                </p:cNvPr>
                <p:cNvSpPr/>
                <p:nvPr/>
              </p:nvSpPr>
              <p:spPr>
                <a:xfrm>
                  <a:off x="913783" y="2071688"/>
                  <a:ext cx="381000" cy="381000"/>
                </a:xfrm>
                <a:prstGeom prst="rect">
                  <a:avLst/>
                </a:prstGeom>
                <a:solidFill>
                  <a:srgbClr val="D5E8D4"/>
                </a:solidFill>
                <a:ln w="9525" cap="flat">
                  <a:solidFill>
                    <a:srgbClr val="82B366"/>
                  </a:solidFill>
                  <a:prstDash val="solid"/>
                  <a:miter/>
                </a:ln>
              </p:spPr>
              <p:txBody>
                <a:bodyPr/>
                <a:lstStyle/>
                <a:p>
                  <a:endParaRPr lang="en-US" sz="2000" noProof="0" dirty="0"/>
                </a:p>
              </p:txBody>
            </p:sp>
            <p:sp>
              <p:nvSpPr>
                <p:cNvPr id="109" name="Rectangle 108">
                  <a:extLst>
                    <a:ext uri="{FF2B5EF4-FFF2-40B4-BE49-F238E27FC236}">
                      <a16:creationId xmlns:a16="http://schemas.microsoft.com/office/drawing/2014/main" id="{CB1BEEBA-CE4B-423A-DC35-65C4358F6391}"/>
                    </a:ext>
                  </a:extLst>
                </p:cNvPr>
                <p:cNvSpPr/>
                <p:nvPr/>
              </p:nvSpPr>
              <p:spPr>
                <a:xfrm>
                  <a:off x="151783" y="2452688"/>
                  <a:ext cx="381000" cy="381000"/>
                </a:xfrm>
                <a:prstGeom prst="rect">
                  <a:avLst/>
                </a:prstGeom>
                <a:solidFill>
                  <a:srgbClr val="D5E8D4"/>
                </a:solidFill>
                <a:ln w="9525" cap="flat">
                  <a:solidFill>
                    <a:srgbClr val="82B366"/>
                  </a:solidFill>
                  <a:prstDash val="solid"/>
                  <a:miter/>
                </a:ln>
              </p:spPr>
              <p:txBody>
                <a:bodyPr/>
                <a:lstStyle/>
                <a:p>
                  <a:endParaRPr lang="en-US" sz="2000" noProof="0" dirty="0"/>
                </a:p>
              </p:txBody>
            </p:sp>
            <p:sp>
              <p:nvSpPr>
                <p:cNvPr id="111" name="Rectangle 110">
                  <a:extLst>
                    <a:ext uri="{FF2B5EF4-FFF2-40B4-BE49-F238E27FC236}">
                      <a16:creationId xmlns:a16="http://schemas.microsoft.com/office/drawing/2014/main" id="{FC11DB9F-16D5-1A9C-AEDB-D1E85ED32A85}"/>
                    </a:ext>
                  </a:extLst>
                </p:cNvPr>
                <p:cNvSpPr/>
                <p:nvPr/>
              </p:nvSpPr>
              <p:spPr>
                <a:xfrm>
                  <a:off x="532783" y="2452688"/>
                  <a:ext cx="381000" cy="381000"/>
                </a:xfrm>
                <a:prstGeom prst="rect">
                  <a:avLst/>
                </a:prstGeom>
                <a:solidFill>
                  <a:srgbClr val="D5E8D4"/>
                </a:solidFill>
                <a:ln w="9525" cap="flat">
                  <a:solidFill>
                    <a:srgbClr val="82B366"/>
                  </a:solidFill>
                  <a:prstDash val="solid"/>
                  <a:miter/>
                </a:ln>
              </p:spPr>
              <p:txBody>
                <a:bodyPr/>
                <a:lstStyle/>
                <a:p>
                  <a:endParaRPr lang="en-US" sz="2000" noProof="0" dirty="0"/>
                </a:p>
              </p:txBody>
            </p:sp>
            <p:sp>
              <p:nvSpPr>
                <p:cNvPr id="113" name="Rectangle 112">
                  <a:extLst>
                    <a:ext uri="{FF2B5EF4-FFF2-40B4-BE49-F238E27FC236}">
                      <a16:creationId xmlns:a16="http://schemas.microsoft.com/office/drawing/2014/main" id="{150D4BBF-8286-2145-EB28-1DB5276D1C81}"/>
                    </a:ext>
                  </a:extLst>
                </p:cNvPr>
                <p:cNvSpPr/>
                <p:nvPr/>
              </p:nvSpPr>
              <p:spPr>
                <a:xfrm>
                  <a:off x="913783" y="2452688"/>
                  <a:ext cx="381000" cy="381000"/>
                </a:xfrm>
                <a:prstGeom prst="rect">
                  <a:avLst/>
                </a:prstGeom>
                <a:solidFill>
                  <a:srgbClr val="D5E8D4"/>
                </a:solidFill>
                <a:ln w="9525" cap="flat">
                  <a:solidFill>
                    <a:srgbClr val="82B366"/>
                  </a:solidFill>
                  <a:prstDash val="solid"/>
                  <a:miter/>
                </a:ln>
              </p:spPr>
              <p:txBody>
                <a:bodyPr/>
                <a:lstStyle/>
                <a:p>
                  <a:endParaRPr lang="en-US" sz="2000" noProof="0" dirty="0"/>
                </a:p>
              </p:txBody>
            </p:sp>
            <p:sp>
              <p:nvSpPr>
                <p:cNvPr id="115" name="Rectangle 114">
                  <a:extLst>
                    <a:ext uri="{FF2B5EF4-FFF2-40B4-BE49-F238E27FC236}">
                      <a16:creationId xmlns:a16="http://schemas.microsoft.com/office/drawing/2014/main" id="{CABABF41-024D-E218-43D9-15A612557742}"/>
                    </a:ext>
                  </a:extLst>
                </p:cNvPr>
                <p:cNvSpPr/>
                <p:nvPr/>
              </p:nvSpPr>
              <p:spPr>
                <a:xfrm>
                  <a:off x="151783" y="2833688"/>
                  <a:ext cx="381000" cy="381000"/>
                </a:xfrm>
                <a:prstGeom prst="rect">
                  <a:avLst/>
                </a:prstGeom>
                <a:solidFill>
                  <a:srgbClr val="D5E8D4"/>
                </a:solidFill>
                <a:ln w="9525" cap="flat">
                  <a:solidFill>
                    <a:srgbClr val="82B366"/>
                  </a:solidFill>
                  <a:prstDash val="solid"/>
                  <a:miter/>
                </a:ln>
              </p:spPr>
              <p:txBody>
                <a:bodyPr/>
                <a:lstStyle/>
                <a:p>
                  <a:endParaRPr lang="en-US" sz="2000" noProof="0" dirty="0"/>
                </a:p>
              </p:txBody>
            </p:sp>
            <p:sp>
              <p:nvSpPr>
                <p:cNvPr id="117" name="Rectangle 116">
                  <a:extLst>
                    <a:ext uri="{FF2B5EF4-FFF2-40B4-BE49-F238E27FC236}">
                      <a16:creationId xmlns:a16="http://schemas.microsoft.com/office/drawing/2014/main" id="{4E551831-EF2C-9D97-1E36-5333A86D2994}"/>
                    </a:ext>
                  </a:extLst>
                </p:cNvPr>
                <p:cNvSpPr/>
                <p:nvPr/>
              </p:nvSpPr>
              <p:spPr>
                <a:xfrm>
                  <a:off x="151783" y="3214688"/>
                  <a:ext cx="381000" cy="381000"/>
                </a:xfrm>
                <a:prstGeom prst="rect">
                  <a:avLst/>
                </a:prstGeom>
                <a:solidFill>
                  <a:srgbClr val="D5E8D4"/>
                </a:solidFill>
                <a:ln w="9525" cap="flat">
                  <a:solidFill>
                    <a:srgbClr val="82B366"/>
                  </a:solidFill>
                  <a:prstDash val="solid"/>
                  <a:miter/>
                </a:ln>
              </p:spPr>
              <p:txBody>
                <a:bodyPr/>
                <a:lstStyle/>
                <a:p>
                  <a:endParaRPr lang="en-US" sz="2000" noProof="0" dirty="0"/>
                </a:p>
              </p:txBody>
            </p:sp>
            <p:sp>
              <p:nvSpPr>
                <p:cNvPr id="119" name="Rectangle 118">
                  <a:extLst>
                    <a:ext uri="{FF2B5EF4-FFF2-40B4-BE49-F238E27FC236}">
                      <a16:creationId xmlns:a16="http://schemas.microsoft.com/office/drawing/2014/main" id="{ABD50DB8-D34E-32E9-165E-DB5A4DE1EBBA}"/>
                    </a:ext>
                  </a:extLst>
                </p:cNvPr>
                <p:cNvSpPr/>
                <p:nvPr/>
              </p:nvSpPr>
              <p:spPr>
                <a:xfrm>
                  <a:off x="532783" y="2833688"/>
                  <a:ext cx="381000" cy="381000"/>
                </a:xfrm>
                <a:prstGeom prst="rect">
                  <a:avLst/>
                </a:prstGeom>
                <a:solidFill>
                  <a:srgbClr val="D5E8D4"/>
                </a:solidFill>
                <a:ln w="9525" cap="flat">
                  <a:solidFill>
                    <a:srgbClr val="82B366"/>
                  </a:solidFill>
                  <a:prstDash val="solid"/>
                  <a:miter/>
                </a:ln>
              </p:spPr>
              <p:txBody>
                <a:bodyPr/>
                <a:lstStyle/>
                <a:p>
                  <a:endParaRPr lang="en-US" sz="2000" noProof="0" dirty="0"/>
                </a:p>
              </p:txBody>
            </p:sp>
            <p:sp>
              <p:nvSpPr>
                <p:cNvPr id="121" name="Rectangle 120">
                  <a:extLst>
                    <a:ext uri="{FF2B5EF4-FFF2-40B4-BE49-F238E27FC236}">
                      <a16:creationId xmlns:a16="http://schemas.microsoft.com/office/drawing/2014/main" id="{EB23B9EF-93AB-59F4-6741-F58E04BDF7F4}"/>
                    </a:ext>
                  </a:extLst>
                </p:cNvPr>
                <p:cNvSpPr/>
                <p:nvPr/>
              </p:nvSpPr>
              <p:spPr>
                <a:xfrm>
                  <a:off x="532783" y="3214688"/>
                  <a:ext cx="381000" cy="381000"/>
                </a:xfrm>
                <a:prstGeom prst="rect">
                  <a:avLst/>
                </a:prstGeom>
                <a:solidFill>
                  <a:srgbClr val="D5E8D4"/>
                </a:solidFill>
                <a:ln w="9525" cap="flat">
                  <a:solidFill>
                    <a:srgbClr val="82B366"/>
                  </a:solidFill>
                  <a:prstDash val="solid"/>
                  <a:miter/>
                </a:ln>
              </p:spPr>
              <p:txBody>
                <a:bodyPr/>
                <a:lstStyle/>
                <a:p>
                  <a:endParaRPr lang="en-US" sz="2000" noProof="0" dirty="0"/>
                </a:p>
              </p:txBody>
            </p:sp>
            <p:sp>
              <p:nvSpPr>
                <p:cNvPr id="123" name="Rectangle 122">
                  <a:extLst>
                    <a:ext uri="{FF2B5EF4-FFF2-40B4-BE49-F238E27FC236}">
                      <a16:creationId xmlns:a16="http://schemas.microsoft.com/office/drawing/2014/main" id="{2D4A02CE-3199-AD33-A49A-DD114B9C4BE3}"/>
                    </a:ext>
                  </a:extLst>
                </p:cNvPr>
                <p:cNvSpPr/>
                <p:nvPr/>
              </p:nvSpPr>
              <p:spPr>
                <a:xfrm>
                  <a:off x="913783" y="2833688"/>
                  <a:ext cx="381000" cy="381000"/>
                </a:xfrm>
                <a:prstGeom prst="rect">
                  <a:avLst/>
                </a:prstGeom>
                <a:solidFill>
                  <a:srgbClr val="D5E8D4"/>
                </a:solidFill>
                <a:ln w="9525" cap="flat">
                  <a:solidFill>
                    <a:srgbClr val="82B366"/>
                  </a:solidFill>
                  <a:prstDash val="solid"/>
                  <a:miter/>
                </a:ln>
              </p:spPr>
              <p:txBody>
                <a:bodyPr/>
                <a:lstStyle/>
                <a:p>
                  <a:endParaRPr lang="en-US" sz="2000" noProof="0" dirty="0"/>
                </a:p>
              </p:txBody>
            </p:sp>
            <p:sp>
              <p:nvSpPr>
                <p:cNvPr id="125" name="Rectangle 124">
                  <a:extLst>
                    <a:ext uri="{FF2B5EF4-FFF2-40B4-BE49-F238E27FC236}">
                      <a16:creationId xmlns:a16="http://schemas.microsoft.com/office/drawing/2014/main" id="{3027EB25-5F10-774C-5DA6-3DCFE9CABA29}"/>
                    </a:ext>
                  </a:extLst>
                </p:cNvPr>
                <p:cNvSpPr/>
                <p:nvPr/>
              </p:nvSpPr>
              <p:spPr>
                <a:xfrm>
                  <a:off x="913783" y="3214688"/>
                  <a:ext cx="381000" cy="381000"/>
                </a:xfrm>
                <a:prstGeom prst="rect">
                  <a:avLst/>
                </a:prstGeom>
                <a:solidFill>
                  <a:srgbClr val="D5E8D4"/>
                </a:solidFill>
                <a:ln w="9525" cap="flat">
                  <a:solidFill>
                    <a:srgbClr val="82B366"/>
                  </a:solidFill>
                  <a:prstDash val="solid"/>
                  <a:miter/>
                </a:ln>
              </p:spPr>
              <p:txBody>
                <a:bodyPr/>
                <a:lstStyle/>
                <a:p>
                  <a:endParaRPr lang="en-US" sz="2000" noProof="0" dirty="0"/>
                </a:p>
              </p:txBody>
            </p:sp>
          </p:grpSp>
          <p:grpSp>
            <p:nvGrpSpPr>
              <p:cNvPr id="158" name="Group 157">
                <a:extLst>
                  <a:ext uri="{FF2B5EF4-FFF2-40B4-BE49-F238E27FC236}">
                    <a16:creationId xmlns:a16="http://schemas.microsoft.com/office/drawing/2014/main" id="{DA00805D-D712-2AF1-DE04-6B29E73230A2}"/>
                  </a:ext>
                </a:extLst>
              </p:cNvPr>
              <p:cNvGrpSpPr/>
              <p:nvPr/>
            </p:nvGrpSpPr>
            <p:grpSpPr>
              <a:xfrm>
                <a:off x="3909451" y="2095500"/>
                <a:ext cx="1524000" cy="1524000"/>
                <a:chOff x="3107359" y="2145800"/>
                <a:chExt cx="1524000" cy="1524000"/>
              </a:xfrm>
            </p:grpSpPr>
            <p:sp>
              <p:nvSpPr>
                <p:cNvPr id="127" name="Rectangle 126">
                  <a:extLst>
                    <a:ext uri="{FF2B5EF4-FFF2-40B4-BE49-F238E27FC236}">
                      <a16:creationId xmlns:a16="http://schemas.microsoft.com/office/drawing/2014/main" id="{A42A4767-E46E-410D-7A3A-EDEDAE64E15E}"/>
                    </a:ext>
                  </a:extLst>
                </p:cNvPr>
                <p:cNvSpPr/>
                <p:nvPr/>
              </p:nvSpPr>
              <p:spPr>
                <a:xfrm>
                  <a:off x="3107359" y="2145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129" name="Rectangle 128">
                  <a:extLst>
                    <a:ext uri="{FF2B5EF4-FFF2-40B4-BE49-F238E27FC236}">
                      <a16:creationId xmlns:a16="http://schemas.microsoft.com/office/drawing/2014/main" id="{160F0266-E94D-2642-41A9-CB48AF596432}"/>
                    </a:ext>
                  </a:extLst>
                </p:cNvPr>
                <p:cNvSpPr/>
                <p:nvPr/>
              </p:nvSpPr>
              <p:spPr>
                <a:xfrm>
                  <a:off x="3488359" y="2145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131" name="Rectangle 130">
                  <a:extLst>
                    <a:ext uri="{FF2B5EF4-FFF2-40B4-BE49-F238E27FC236}">
                      <a16:creationId xmlns:a16="http://schemas.microsoft.com/office/drawing/2014/main" id="{58CC5973-248F-307A-6EAB-E779182293B7}"/>
                    </a:ext>
                  </a:extLst>
                </p:cNvPr>
                <p:cNvSpPr/>
                <p:nvPr/>
              </p:nvSpPr>
              <p:spPr>
                <a:xfrm>
                  <a:off x="3869359" y="2145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133" name="Rectangle 132">
                  <a:extLst>
                    <a:ext uri="{FF2B5EF4-FFF2-40B4-BE49-F238E27FC236}">
                      <a16:creationId xmlns:a16="http://schemas.microsoft.com/office/drawing/2014/main" id="{E9DCEC46-4D53-95F6-587B-C239E9203FD2}"/>
                    </a:ext>
                  </a:extLst>
                </p:cNvPr>
                <p:cNvSpPr/>
                <p:nvPr/>
              </p:nvSpPr>
              <p:spPr>
                <a:xfrm>
                  <a:off x="4250359" y="2145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135" name="Rectangle 134">
                  <a:extLst>
                    <a:ext uri="{FF2B5EF4-FFF2-40B4-BE49-F238E27FC236}">
                      <a16:creationId xmlns:a16="http://schemas.microsoft.com/office/drawing/2014/main" id="{8A4F7006-7017-5729-F662-5CEC492194FF}"/>
                    </a:ext>
                  </a:extLst>
                </p:cNvPr>
                <p:cNvSpPr/>
                <p:nvPr/>
              </p:nvSpPr>
              <p:spPr>
                <a:xfrm>
                  <a:off x="3107359" y="2526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137" name="Rectangle 136">
                  <a:extLst>
                    <a:ext uri="{FF2B5EF4-FFF2-40B4-BE49-F238E27FC236}">
                      <a16:creationId xmlns:a16="http://schemas.microsoft.com/office/drawing/2014/main" id="{9F07D89A-107F-794A-53D4-0AF9B343B51B}"/>
                    </a:ext>
                  </a:extLst>
                </p:cNvPr>
                <p:cNvSpPr/>
                <p:nvPr/>
              </p:nvSpPr>
              <p:spPr>
                <a:xfrm>
                  <a:off x="3488359" y="2526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139" name="Rectangle 138">
                  <a:extLst>
                    <a:ext uri="{FF2B5EF4-FFF2-40B4-BE49-F238E27FC236}">
                      <a16:creationId xmlns:a16="http://schemas.microsoft.com/office/drawing/2014/main" id="{C8B2D771-DD1B-2C65-1A70-9DD9A4910371}"/>
                    </a:ext>
                  </a:extLst>
                </p:cNvPr>
                <p:cNvSpPr/>
                <p:nvPr/>
              </p:nvSpPr>
              <p:spPr>
                <a:xfrm>
                  <a:off x="3869359" y="2526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141" name="Rectangle 140">
                  <a:extLst>
                    <a:ext uri="{FF2B5EF4-FFF2-40B4-BE49-F238E27FC236}">
                      <a16:creationId xmlns:a16="http://schemas.microsoft.com/office/drawing/2014/main" id="{A809B9A5-B3C1-3AB0-59A8-4C2DEE1A2E8E}"/>
                    </a:ext>
                  </a:extLst>
                </p:cNvPr>
                <p:cNvSpPr/>
                <p:nvPr/>
              </p:nvSpPr>
              <p:spPr>
                <a:xfrm>
                  <a:off x="4250359" y="2526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143" name="Rectangle 142">
                  <a:extLst>
                    <a:ext uri="{FF2B5EF4-FFF2-40B4-BE49-F238E27FC236}">
                      <a16:creationId xmlns:a16="http://schemas.microsoft.com/office/drawing/2014/main" id="{E24458F8-B4BC-08DA-AAF4-7036DD689792}"/>
                    </a:ext>
                  </a:extLst>
                </p:cNvPr>
                <p:cNvSpPr/>
                <p:nvPr/>
              </p:nvSpPr>
              <p:spPr>
                <a:xfrm>
                  <a:off x="3107359" y="2907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145" name="Rectangle 144">
                  <a:extLst>
                    <a:ext uri="{FF2B5EF4-FFF2-40B4-BE49-F238E27FC236}">
                      <a16:creationId xmlns:a16="http://schemas.microsoft.com/office/drawing/2014/main" id="{914AAE84-5921-F13E-235E-3E38FCA17F1D}"/>
                    </a:ext>
                  </a:extLst>
                </p:cNvPr>
                <p:cNvSpPr/>
                <p:nvPr/>
              </p:nvSpPr>
              <p:spPr>
                <a:xfrm>
                  <a:off x="3488359" y="2907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147" name="Rectangle 146">
                  <a:extLst>
                    <a:ext uri="{FF2B5EF4-FFF2-40B4-BE49-F238E27FC236}">
                      <a16:creationId xmlns:a16="http://schemas.microsoft.com/office/drawing/2014/main" id="{BC14B6F1-9E99-692E-3AF1-DD2DD9A0B224}"/>
                    </a:ext>
                  </a:extLst>
                </p:cNvPr>
                <p:cNvSpPr/>
                <p:nvPr/>
              </p:nvSpPr>
              <p:spPr>
                <a:xfrm>
                  <a:off x="3869359" y="2907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149" name="Rectangle 148">
                  <a:extLst>
                    <a:ext uri="{FF2B5EF4-FFF2-40B4-BE49-F238E27FC236}">
                      <a16:creationId xmlns:a16="http://schemas.microsoft.com/office/drawing/2014/main" id="{B7D242E2-32E6-1029-7CF1-C712590C1678}"/>
                    </a:ext>
                  </a:extLst>
                </p:cNvPr>
                <p:cNvSpPr/>
                <p:nvPr/>
              </p:nvSpPr>
              <p:spPr>
                <a:xfrm>
                  <a:off x="4250359" y="2907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151" name="Rectangle 150">
                  <a:extLst>
                    <a:ext uri="{FF2B5EF4-FFF2-40B4-BE49-F238E27FC236}">
                      <a16:creationId xmlns:a16="http://schemas.microsoft.com/office/drawing/2014/main" id="{5F7D8052-E832-A523-002B-3FE38B26DA11}"/>
                    </a:ext>
                  </a:extLst>
                </p:cNvPr>
                <p:cNvSpPr/>
                <p:nvPr/>
              </p:nvSpPr>
              <p:spPr>
                <a:xfrm>
                  <a:off x="3107359" y="3288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153" name="Rectangle 152">
                  <a:extLst>
                    <a:ext uri="{FF2B5EF4-FFF2-40B4-BE49-F238E27FC236}">
                      <a16:creationId xmlns:a16="http://schemas.microsoft.com/office/drawing/2014/main" id="{83D2B734-91DA-56CE-7E18-6A8B4C95CF4B}"/>
                    </a:ext>
                  </a:extLst>
                </p:cNvPr>
                <p:cNvSpPr/>
                <p:nvPr/>
              </p:nvSpPr>
              <p:spPr>
                <a:xfrm>
                  <a:off x="3488359" y="3288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155" name="Rectangle 154">
                  <a:extLst>
                    <a:ext uri="{FF2B5EF4-FFF2-40B4-BE49-F238E27FC236}">
                      <a16:creationId xmlns:a16="http://schemas.microsoft.com/office/drawing/2014/main" id="{C6F13F13-8DEC-A0D4-025A-3B566306E937}"/>
                    </a:ext>
                  </a:extLst>
                </p:cNvPr>
                <p:cNvSpPr/>
                <p:nvPr/>
              </p:nvSpPr>
              <p:spPr>
                <a:xfrm>
                  <a:off x="3869359" y="3288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157" name="Rectangle 156">
                  <a:extLst>
                    <a:ext uri="{FF2B5EF4-FFF2-40B4-BE49-F238E27FC236}">
                      <a16:creationId xmlns:a16="http://schemas.microsoft.com/office/drawing/2014/main" id="{66C81D2C-3F36-BC05-B0DB-AF29751FDCEE}"/>
                    </a:ext>
                  </a:extLst>
                </p:cNvPr>
                <p:cNvSpPr/>
                <p:nvPr/>
              </p:nvSpPr>
              <p:spPr>
                <a:xfrm>
                  <a:off x="4250359" y="3288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grpSp>
          <mc:AlternateContent xmlns:mc="http://schemas.openxmlformats.org/markup-compatibility/2006">
            <mc:Choice xmlns:a14="http://schemas.microsoft.com/office/drawing/2010/main" Requires="a14">
              <p:sp>
                <p:nvSpPr>
                  <p:cNvPr id="161" name="TextBox 160">
                    <a:extLst>
                      <a:ext uri="{FF2B5EF4-FFF2-40B4-BE49-F238E27FC236}">
                        <a16:creationId xmlns:a16="http://schemas.microsoft.com/office/drawing/2014/main" id="{94B9DE91-798F-3576-FF89-4137D488236A}"/>
                      </a:ext>
                    </a:extLst>
                  </p:cNvPr>
                  <p:cNvSpPr txBox="1"/>
                  <p:nvPr/>
                </p:nvSpPr>
                <p:spPr>
                  <a:xfrm>
                    <a:off x="1612033" y="2646411"/>
                    <a:ext cx="422427" cy="545746"/>
                  </a:xfrm>
                  <a:prstGeom prst="rect">
                    <a:avLst/>
                  </a:prstGeom>
                  <a:noFill/>
                </p:spPr>
                <p:txBody>
                  <a:bodyPr wrap="none" rtlCol="0">
                    <a:spAutoFit/>
                  </a:bodyPr>
                  <a:lstStyle/>
                  <a:p>
                    <a:pPr/>
                    <a14:m>
                      <m:oMathPara xmlns:m="http://schemas.openxmlformats.org/officeDocument/2006/math">
                        <m:oMath>
                          <m:r>
                            <a:rPr lang="en-US" sz="2000" b="0" i="1" noProof="0" smtClean="0">
                              <a:latin typeface="Cambria Math" panose="02040503050406030204" pitchFamily="18" charset="0"/>
                            </a:rPr>
                            <m:t>⋅</m:t>
                          </m:r>
                        </m:oMath>
                      </m:oMathPara>
                    </a14:m>
                    <a:endParaRPr lang="en-US" sz="2000" noProof="0" dirty="0"/>
                  </a:p>
                </p:txBody>
              </p:sp>
            </mc:Choice>
            <mc:Fallback>
              <p:sp>
                <p:nvSpPr>
                  <p:cNvPr id="161" name="TextBox 160">
                    <a:extLst>
                      <a:ext uri="{FF2B5EF4-FFF2-40B4-BE49-F238E27FC236}">
                        <a16:creationId xmlns:a16="http://schemas.microsoft.com/office/drawing/2014/main" id="{94B9DE91-798F-3576-FF89-4137D488236A}"/>
                      </a:ext>
                    </a:extLst>
                  </p:cNvPr>
                  <p:cNvSpPr txBox="1">
                    <a:spLocks noRot="1" noChangeAspect="1" noMove="1" noResize="1" noEditPoints="1" noAdjustHandles="1" noChangeArrowheads="1" noChangeShapeType="1" noTextEdit="1"/>
                  </p:cNvSpPr>
                  <p:nvPr/>
                </p:nvSpPr>
                <p:spPr>
                  <a:xfrm>
                    <a:off x="1612033" y="2646411"/>
                    <a:ext cx="422427" cy="545746"/>
                  </a:xfrm>
                  <a:prstGeom prst="rect">
                    <a:avLst/>
                  </a:prstGeom>
                  <a:blipFill>
                    <a:blip r:embed="rId19"/>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63" name="TextBox 162">
                    <a:extLst>
                      <a:ext uri="{FF2B5EF4-FFF2-40B4-BE49-F238E27FC236}">
                        <a16:creationId xmlns:a16="http://schemas.microsoft.com/office/drawing/2014/main" id="{487A942B-4524-AA56-6066-2AFB97633CDD}"/>
                      </a:ext>
                    </a:extLst>
                  </p:cNvPr>
                  <p:cNvSpPr txBox="1"/>
                  <p:nvPr/>
                </p:nvSpPr>
                <p:spPr>
                  <a:xfrm>
                    <a:off x="3432966" y="2624906"/>
                    <a:ext cx="586414" cy="545746"/>
                  </a:xfrm>
                  <a:prstGeom prst="rect">
                    <a:avLst/>
                  </a:prstGeom>
                  <a:noFill/>
                </p:spPr>
                <p:txBody>
                  <a:bodyPr wrap="none" rtlCol="0">
                    <a:spAutoFit/>
                  </a:bodyPr>
                  <a:lstStyle/>
                  <a:p>
                    <a:pPr/>
                    <a14:m>
                      <m:oMathPara xmlns:m="http://schemas.openxmlformats.org/officeDocument/2006/math">
                        <m:oMath>
                          <m:r>
                            <a:rPr lang="en-US" sz="2000" b="0" i="1" noProof="0" smtClean="0">
                              <a:latin typeface="Cambria Math" panose="02040503050406030204" pitchFamily="18" charset="0"/>
                            </a:rPr>
                            <m:t>=</m:t>
                          </m:r>
                        </m:oMath>
                      </m:oMathPara>
                    </a14:m>
                    <a:endParaRPr lang="en-US" sz="2000" noProof="0" dirty="0"/>
                  </a:p>
                </p:txBody>
              </p:sp>
            </mc:Choice>
            <mc:Fallback>
              <p:sp>
                <p:nvSpPr>
                  <p:cNvPr id="163" name="TextBox 162">
                    <a:extLst>
                      <a:ext uri="{FF2B5EF4-FFF2-40B4-BE49-F238E27FC236}">
                        <a16:creationId xmlns:a16="http://schemas.microsoft.com/office/drawing/2014/main" id="{487A942B-4524-AA56-6066-2AFB97633CDD}"/>
                      </a:ext>
                    </a:extLst>
                  </p:cNvPr>
                  <p:cNvSpPr txBox="1">
                    <a:spLocks noRot="1" noChangeAspect="1" noMove="1" noResize="1" noEditPoints="1" noAdjustHandles="1" noChangeArrowheads="1" noChangeShapeType="1" noTextEdit="1"/>
                  </p:cNvSpPr>
                  <p:nvPr/>
                </p:nvSpPr>
                <p:spPr>
                  <a:xfrm>
                    <a:off x="3432966" y="2624906"/>
                    <a:ext cx="586414" cy="545746"/>
                  </a:xfrm>
                  <a:prstGeom prst="rect">
                    <a:avLst/>
                  </a:prstGeom>
                  <a:blipFill>
                    <a:blip r:embed="rId20"/>
                    <a:stretch>
                      <a:fillRect/>
                    </a:stretch>
                  </a:blipFill>
                </p:spPr>
                <p:txBody>
                  <a:bodyPr/>
                  <a:lstStyle/>
                  <a:p>
                    <a:r>
                      <a:rPr lang="en-US">
                        <a:noFill/>
                      </a:rPr>
                      <a:t> </a:t>
                    </a:r>
                  </a:p>
                </p:txBody>
              </p:sp>
            </mc:Fallback>
          </mc:AlternateContent>
          <p:sp>
            <p:nvSpPr>
              <p:cNvPr id="164" name="TextBox 163">
                <a:extLst>
                  <a:ext uri="{FF2B5EF4-FFF2-40B4-BE49-F238E27FC236}">
                    <a16:creationId xmlns:a16="http://schemas.microsoft.com/office/drawing/2014/main" id="{9E97900C-C153-EE19-DF63-350FE2A97C8A}"/>
                  </a:ext>
                </a:extLst>
              </p:cNvPr>
              <p:cNvSpPr txBox="1"/>
              <p:nvPr/>
            </p:nvSpPr>
            <p:spPr>
              <a:xfrm>
                <a:off x="848109" y="3618449"/>
                <a:ext cx="461784" cy="545745"/>
              </a:xfrm>
              <a:prstGeom prst="rect">
                <a:avLst/>
              </a:prstGeom>
              <a:noFill/>
            </p:spPr>
            <p:txBody>
              <a:bodyPr wrap="none" rtlCol="0">
                <a:spAutoFit/>
              </a:bodyPr>
              <a:lstStyle/>
              <a:p>
                <a:pPr algn="ctr"/>
                <a:r>
                  <a:rPr lang="en-US" sz="2000" noProof="0" dirty="0">
                    <a:solidFill>
                      <a:srgbClr val="001080"/>
                    </a:solidFill>
                    <a:latin typeface="Fira Code" panose="020B0809050000020004" pitchFamily="49" charset="0"/>
                  </a:rPr>
                  <a:t>A</a:t>
                </a:r>
              </a:p>
            </p:txBody>
          </p:sp>
          <p:sp>
            <p:nvSpPr>
              <p:cNvPr id="166" name="TextBox 165">
                <a:extLst>
                  <a:ext uri="{FF2B5EF4-FFF2-40B4-BE49-F238E27FC236}">
                    <a16:creationId xmlns:a16="http://schemas.microsoft.com/office/drawing/2014/main" id="{DC3CACF7-A1B7-29D0-C432-9242ABB7B3C4}"/>
                  </a:ext>
                </a:extLst>
              </p:cNvPr>
              <p:cNvSpPr txBox="1"/>
              <p:nvPr/>
            </p:nvSpPr>
            <p:spPr>
              <a:xfrm>
                <a:off x="2546352" y="3614686"/>
                <a:ext cx="461784" cy="545746"/>
              </a:xfrm>
              <a:prstGeom prst="rect">
                <a:avLst/>
              </a:prstGeom>
              <a:noFill/>
            </p:spPr>
            <p:txBody>
              <a:bodyPr wrap="none" rtlCol="0">
                <a:spAutoFit/>
              </a:bodyPr>
              <a:lstStyle/>
              <a:p>
                <a:pPr algn="ctr"/>
                <a:r>
                  <a:rPr lang="en-US" sz="2000" noProof="0" dirty="0">
                    <a:solidFill>
                      <a:srgbClr val="001080"/>
                    </a:solidFill>
                    <a:latin typeface="Fira Code" panose="020B0809050000020004" pitchFamily="49" charset="0"/>
                  </a:rPr>
                  <a:t>B</a:t>
                </a:r>
              </a:p>
            </p:txBody>
          </p:sp>
          <p:sp>
            <p:nvSpPr>
              <p:cNvPr id="168" name="TextBox 167">
                <a:extLst>
                  <a:ext uri="{FF2B5EF4-FFF2-40B4-BE49-F238E27FC236}">
                    <a16:creationId xmlns:a16="http://schemas.microsoft.com/office/drawing/2014/main" id="{4DF7CA29-29E0-61DA-80AE-062D887E51BC}"/>
                  </a:ext>
                </a:extLst>
              </p:cNvPr>
              <p:cNvSpPr txBox="1"/>
              <p:nvPr/>
            </p:nvSpPr>
            <p:spPr>
              <a:xfrm>
                <a:off x="4452754" y="3614686"/>
                <a:ext cx="461784" cy="545746"/>
              </a:xfrm>
              <a:prstGeom prst="rect">
                <a:avLst/>
              </a:prstGeom>
              <a:noFill/>
            </p:spPr>
            <p:txBody>
              <a:bodyPr wrap="none" rtlCol="0">
                <a:spAutoFit/>
              </a:bodyPr>
              <a:lstStyle/>
              <a:p>
                <a:pPr algn="ctr"/>
                <a:r>
                  <a:rPr lang="en-US" sz="2000" noProof="0" dirty="0">
                    <a:solidFill>
                      <a:srgbClr val="001080"/>
                    </a:solidFill>
                    <a:latin typeface="Fira Code" panose="020B0809050000020004" pitchFamily="49" charset="0"/>
                  </a:rPr>
                  <a:t>C</a:t>
                </a:r>
              </a:p>
            </p:txBody>
          </p:sp>
          <mc:AlternateContent xmlns:mc="http://schemas.openxmlformats.org/markup-compatibility/2006">
            <mc:Choice xmlns:a14="http://schemas.microsoft.com/office/drawing/2010/main" Requires="a14">
              <p:sp>
                <p:nvSpPr>
                  <p:cNvPr id="169" name="TextBox 168">
                    <a:extLst>
                      <a:ext uri="{FF2B5EF4-FFF2-40B4-BE49-F238E27FC236}">
                        <a16:creationId xmlns:a16="http://schemas.microsoft.com/office/drawing/2014/main" id="{AB69531D-B174-6BC8-5616-B3AC24D2B879}"/>
                      </a:ext>
                    </a:extLst>
                  </p:cNvPr>
                  <p:cNvSpPr txBox="1"/>
                  <p:nvPr/>
                </p:nvSpPr>
                <p:spPr>
                  <a:xfrm>
                    <a:off x="37909" y="1964973"/>
                    <a:ext cx="622972" cy="545746"/>
                  </a:xfrm>
                  <a:prstGeom prst="rect">
                    <a:avLst/>
                  </a:prstGeom>
                  <a:noFill/>
                </p:spPr>
                <p:txBody>
                  <a:bodyPr wrap="none" rtlCol="0">
                    <a:spAutoFit/>
                  </a:bodyPr>
                  <a:lstStyle/>
                  <a:p>
                    <a:pPr/>
                    <a14:m>
                      <m:oMathPara xmlns:m="http://schemas.openxmlformats.org/officeDocument/2006/math">
                        <m:oMath>
                          <m:r>
                            <a:rPr lang="en-US" sz="2000" i="1" noProof="0" smtClean="0">
                              <a:latin typeface="Cambria Math" panose="02040503050406030204" pitchFamily="18" charset="0"/>
                            </a:rPr>
                            <m:t>𝑚</m:t>
                          </m:r>
                        </m:oMath>
                      </m:oMathPara>
                    </a14:m>
                    <a:endParaRPr lang="en-US" sz="2000" noProof="0" dirty="0"/>
                  </a:p>
                </p:txBody>
              </p:sp>
            </mc:Choice>
            <mc:Fallback>
              <p:sp>
                <p:nvSpPr>
                  <p:cNvPr id="169" name="TextBox 168">
                    <a:extLst>
                      <a:ext uri="{FF2B5EF4-FFF2-40B4-BE49-F238E27FC236}">
                        <a16:creationId xmlns:a16="http://schemas.microsoft.com/office/drawing/2014/main" id="{AB69531D-B174-6BC8-5616-B3AC24D2B879}"/>
                      </a:ext>
                    </a:extLst>
                  </p:cNvPr>
                  <p:cNvSpPr txBox="1">
                    <a:spLocks noRot="1" noChangeAspect="1" noMove="1" noResize="1" noEditPoints="1" noAdjustHandles="1" noChangeArrowheads="1" noChangeShapeType="1" noTextEdit="1"/>
                  </p:cNvSpPr>
                  <p:nvPr/>
                </p:nvSpPr>
                <p:spPr>
                  <a:xfrm>
                    <a:off x="37909" y="1964973"/>
                    <a:ext cx="622972" cy="545746"/>
                  </a:xfrm>
                  <a:prstGeom prst="rect">
                    <a:avLst/>
                  </a:prstGeom>
                  <a:blipFill>
                    <a:blip r:embed="rId21"/>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71" name="TextBox 170">
                    <a:extLst>
                      <a:ext uri="{FF2B5EF4-FFF2-40B4-BE49-F238E27FC236}">
                        <a16:creationId xmlns:a16="http://schemas.microsoft.com/office/drawing/2014/main" id="{2E9C9242-8475-426D-DFA6-14540A24D3A2}"/>
                      </a:ext>
                    </a:extLst>
                  </p:cNvPr>
                  <p:cNvSpPr txBox="1"/>
                  <p:nvPr/>
                </p:nvSpPr>
                <p:spPr>
                  <a:xfrm>
                    <a:off x="857275" y="1673266"/>
                    <a:ext cx="526679" cy="545746"/>
                  </a:xfrm>
                  <a:prstGeom prst="rect">
                    <a:avLst/>
                  </a:prstGeom>
                  <a:noFill/>
                </p:spPr>
                <p:txBody>
                  <a:bodyPr wrap="none" rtlCol="0">
                    <a:spAutoFit/>
                  </a:bodyPr>
                  <a:lstStyle/>
                  <a:p>
                    <a:pPr/>
                    <a14:m>
                      <m:oMathPara xmlns:m="http://schemas.openxmlformats.org/officeDocument/2006/math">
                        <m:oMath>
                          <m:r>
                            <a:rPr lang="en-US" sz="2000" b="0" i="1" noProof="0" smtClean="0">
                              <a:latin typeface="Cambria Math" panose="02040503050406030204" pitchFamily="18" charset="0"/>
                            </a:rPr>
                            <m:t>𝑘</m:t>
                          </m:r>
                        </m:oMath>
                      </m:oMathPara>
                    </a14:m>
                    <a:endParaRPr lang="en-US" sz="2000" noProof="0" dirty="0"/>
                  </a:p>
                </p:txBody>
              </p:sp>
            </mc:Choice>
            <mc:Fallback>
              <p:sp>
                <p:nvSpPr>
                  <p:cNvPr id="171" name="TextBox 170">
                    <a:extLst>
                      <a:ext uri="{FF2B5EF4-FFF2-40B4-BE49-F238E27FC236}">
                        <a16:creationId xmlns:a16="http://schemas.microsoft.com/office/drawing/2014/main" id="{2E9C9242-8475-426D-DFA6-14540A24D3A2}"/>
                      </a:ext>
                    </a:extLst>
                  </p:cNvPr>
                  <p:cNvSpPr txBox="1">
                    <a:spLocks noRot="1" noChangeAspect="1" noMove="1" noResize="1" noEditPoints="1" noAdjustHandles="1" noChangeArrowheads="1" noChangeShapeType="1" noTextEdit="1"/>
                  </p:cNvSpPr>
                  <p:nvPr/>
                </p:nvSpPr>
                <p:spPr>
                  <a:xfrm>
                    <a:off x="857275" y="1673266"/>
                    <a:ext cx="526679" cy="545746"/>
                  </a:xfrm>
                  <a:prstGeom prst="rect">
                    <a:avLst/>
                  </a:prstGeom>
                  <a:blipFill>
                    <a:blip r:embed="rId22"/>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73" name="TextBox 172">
                    <a:extLst>
                      <a:ext uri="{FF2B5EF4-FFF2-40B4-BE49-F238E27FC236}">
                        <a16:creationId xmlns:a16="http://schemas.microsoft.com/office/drawing/2014/main" id="{729CF20E-3A7A-ADF8-38B3-0A9D4972A8BA}"/>
                      </a:ext>
                    </a:extLst>
                  </p:cNvPr>
                  <p:cNvSpPr txBox="1"/>
                  <p:nvPr/>
                </p:nvSpPr>
                <p:spPr>
                  <a:xfrm>
                    <a:off x="1563378" y="2038382"/>
                    <a:ext cx="526679" cy="545746"/>
                  </a:xfrm>
                  <a:prstGeom prst="rect">
                    <a:avLst/>
                  </a:prstGeom>
                  <a:noFill/>
                </p:spPr>
                <p:txBody>
                  <a:bodyPr wrap="none" rtlCol="0">
                    <a:spAutoFit/>
                  </a:bodyPr>
                  <a:lstStyle/>
                  <a:p>
                    <a:pPr/>
                    <a14:m>
                      <m:oMathPara xmlns:m="http://schemas.openxmlformats.org/officeDocument/2006/math">
                        <m:oMath>
                          <m:r>
                            <a:rPr lang="en-US" sz="2000" b="0" i="1" noProof="0" smtClean="0">
                              <a:latin typeface="Cambria Math" panose="02040503050406030204" pitchFamily="18" charset="0"/>
                            </a:rPr>
                            <m:t>𝑘</m:t>
                          </m:r>
                        </m:oMath>
                      </m:oMathPara>
                    </a14:m>
                    <a:endParaRPr lang="en-US" sz="2000" noProof="0" dirty="0"/>
                  </a:p>
                </p:txBody>
              </p:sp>
            </mc:Choice>
            <mc:Fallback>
              <p:sp>
                <p:nvSpPr>
                  <p:cNvPr id="173" name="TextBox 172">
                    <a:extLst>
                      <a:ext uri="{FF2B5EF4-FFF2-40B4-BE49-F238E27FC236}">
                        <a16:creationId xmlns:a16="http://schemas.microsoft.com/office/drawing/2014/main" id="{729CF20E-3A7A-ADF8-38B3-0A9D4972A8BA}"/>
                      </a:ext>
                    </a:extLst>
                  </p:cNvPr>
                  <p:cNvSpPr txBox="1">
                    <a:spLocks noRot="1" noChangeAspect="1" noMove="1" noResize="1" noEditPoints="1" noAdjustHandles="1" noChangeArrowheads="1" noChangeShapeType="1" noTextEdit="1"/>
                  </p:cNvSpPr>
                  <p:nvPr/>
                </p:nvSpPr>
                <p:spPr>
                  <a:xfrm>
                    <a:off x="1563378" y="2038382"/>
                    <a:ext cx="526679" cy="545746"/>
                  </a:xfrm>
                  <a:prstGeom prst="rect">
                    <a:avLst/>
                  </a:prstGeom>
                  <a:blipFill>
                    <a:blip r:embed="rId23"/>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75" name="TextBox 174">
                    <a:extLst>
                      <a:ext uri="{FF2B5EF4-FFF2-40B4-BE49-F238E27FC236}">
                        <a16:creationId xmlns:a16="http://schemas.microsoft.com/office/drawing/2014/main" id="{C6AFF68F-4275-12A3-1984-F36012F6421E}"/>
                      </a:ext>
                    </a:extLst>
                  </p:cNvPr>
                  <p:cNvSpPr txBox="1"/>
                  <p:nvPr/>
                </p:nvSpPr>
                <p:spPr>
                  <a:xfrm>
                    <a:off x="2490369" y="1858436"/>
                    <a:ext cx="531139" cy="545746"/>
                  </a:xfrm>
                  <a:prstGeom prst="rect">
                    <a:avLst/>
                  </a:prstGeom>
                  <a:noFill/>
                </p:spPr>
                <p:txBody>
                  <a:bodyPr wrap="none" rtlCol="0">
                    <a:spAutoFit/>
                  </a:bodyPr>
                  <a:lstStyle/>
                  <a:p>
                    <a:pPr/>
                    <a14:m>
                      <m:oMathPara xmlns:m="http://schemas.openxmlformats.org/officeDocument/2006/math">
                        <m:oMath>
                          <m:r>
                            <a:rPr lang="en-US" sz="2000" b="0" i="1" noProof="0" smtClean="0">
                              <a:latin typeface="Cambria Math" panose="02040503050406030204" pitchFamily="18" charset="0"/>
                            </a:rPr>
                            <m:t>𝑛</m:t>
                          </m:r>
                        </m:oMath>
                      </m:oMathPara>
                    </a14:m>
                    <a:endParaRPr lang="en-US" sz="2000" noProof="0" dirty="0"/>
                  </a:p>
                </p:txBody>
              </p:sp>
            </mc:Choice>
            <mc:Fallback>
              <p:sp>
                <p:nvSpPr>
                  <p:cNvPr id="175" name="TextBox 174">
                    <a:extLst>
                      <a:ext uri="{FF2B5EF4-FFF2-40B4-BE49-F238E27FC236}">
                        <a16:creationId xmlns:a16="http://schemas.microsoft.com/office/drawing/2014/main" id="{C6AFF68F-4275-12A3-1984-F36012F6421E}"/>
                      </a:ext>
                    </a:extLst>
                  </p:cNvPr>
                  <p:cNvSpPr txBox="1">
                    <a:spLocks noRot="1" noChangeAspect="1" noMove="1" noResize="1" noEditPoints="1" noAdjustHandles="1" noChangeArrowheads="1" noChangeShapeType="1" noTextEdit="1"/>
                  </p:cNvSpPr>
                  <p:nvPr/>
                </p:nvSpPr>
                <p:spPr>
                  <a:xfrm>
                    <a:off x="2490369" y="1858436"/>
                    <a:ext cx="531139" cy="545746"/>
                  </a:xfrm>
                  <a:prstGeom prst="rect">
                    <a:avLst/>
                  </a:prstGeom>
                  <a:blipFill>
                    <a:blip r:embed="rId24"/>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77" name="TextBox 176">
                    <a:extLst>
                      <a:ext uri="{FF2B5EF4-FFF2-40B4-BE49-F238E27FC236}">
                        <a16:creationId xmlns:a16="http://schemas.microsoft.com/office/drawing/2014/main" id="{38B8802A-2C13-DDF8-4086-8C002237A748}"/>
                      </a:ext>
                    </a:extLst>
                  </p:cNvPr>
                  <p:cNvSpPr txBox="1"/>
                  <p:nvPr/>
                </p:nvSpPr>
                <p:spPr>
                  <a:xfrm>
                    <a:off x="3435376" y="1890394"/>
                    <a:ext cx="622972" cy="545746"/>
                  </a:xfrm>
                  <a:prstGeom prst="rect">
                    <a:avLst/>
                  </a:prstGeom>
                  <a:noFill/>
                </p:spPr>
                <p:txBody>
                  <a:bodyPr wrap="none" rtlCol="0">
                    <a:spAutoFit/>
                  </a:bodyPr>
                  <a:lstStyle/>
                  <a:p>
                    <a:pPr/>
                    <a14:m>
                      <m:oMathPara xmlns:m="http://schemas.openxmlformats.org/officeDocument/2006/math">
                        <m:oMath>
                          <m:r>
                            <a:rPr lang="en-US" sz="2000" b="0" i="1" noProof="0" smtClean="0">
                              <a:latin typeface="Cambria Math" panose="02040503050406030204" pitchFamily="18" charset="0"/>
                            </a:rPr>
                            <m:t>𝑚</m:t>
                          </m:r>
                        </m:oMath>
                      </m:oMathPara>
                    </a14:m>
                    <a:endParaRPr lang="en-US" sz="2000" noProof="0" dirty="0"/>
                  </a:p>
                </p:txBody>
              </p:sp>
            </mc:Choice>
            <mc:Fallback>
              <p:sp>
                <p:nvSpPr>
                  <p:cNvPr id="177" name="TextBox 176">
                    <a:extLst>
                      <a:ext uri="{FF2B5EF4-FFF2-40B4-BE49-F238E27FC236}">
                        <a16:creationId xmlns:a16="http://schemas.microsoft.com/office/drawing/2014/main" id="{38B8802A-2C13-DDF8-4086-8C002237A748}"/>
                      </a:ext>
                    </a:extLst>
                  </p:cNvPr>
                  <p:cNvSpPr txBox="1">
                    <a:spLocks noRot="1" noChangeAspect="1" noMove="1" noResize="1" noEditPoints="1" noAdjustHandles="1" noChangeArrowheads="1" noChangeShapeType="1" noTextEdit="1"/>
                  </p:cNvSpPr>
                  <p:nvPr/>
                </p:nvSpPr>
                <p:spPr>
                  <a:xfrm>
                    <a:off x="3435376" y="1890394"/>
                    <a:ext cx="622972" cy="545746"/>
                  </a:xfrm>
                  <a:prstGeom prst="rect">
                    <a:avLst/>
                  </a:prstGeom>
                  <a:blipFill>
                    <a:blip r:embed="rId25"/>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79" name="TextBox 178">
                    <a:extLst>
                      <a:ext uri="{FF2B5EF4-FFF2-40B4-BE49-F238E27FC236}">
                        <a16:creationId xmlns:a16="http://schemas.microsoft.com/office/drawing/2014/main" id="{B96A8EAB-B6F9-B4AA-B5C7-883FC2D2ABB6}"/>
                      </a:ext>
                    </a:extLst>
                  </p:cNvPr>
                  <p:cNvSpPr txBox="1"/>
                  <p:nvPr/>
                </p:nvSpPr>
                <p:spPr>
                  <a:xfrm>
                    <a:off x="4439377" y="1664560"/>
                    <a:ext cx="531139" cy="545746"/>
                  </a:xfrm>
                  <a:prstGeom prst="rect">
                    <a:avLst/>
                  </a:prstGeom>
                  <a:noFill/>
                </p:spPr>
                <p:txBody>
                  <a:bodyPr wrap="none" rtlCol="0">
                    <a:spAutoFit/>
                  </a:bodyPr>
                  <a:lstStyle/>
                  <a:p>
                    <a:pPr/>
                    <a14:m>
                      <m:oMathPara xmlns:m="http://schemas.openxmlformats.org/officeDocument/2006/math">
                        <m:oMath>
                          <m:r>
                            <a:rPr lang="en-US" sz="2000" b="0" i="1" noProof="0" smtClean="0">
                              <a:latin typeface="Cambria Math" panose="02040503050406030204" pitchFamily="18" charset="0"/>
                            </a:rPr>
                            <m:t>𝑛</m:t>
                          </m:r>
                        </m:oMath>
                      </m:oMathPara>
                    </a14:m>
                    <a:endParaRPr lang="en-US" sz="2000" noProof="0" dirty="0"/>
                  </a:p>
                </p:txBody>
              </p:sp>
            </mc:Choice>
            <mc:Fallback>
              <p:sp>
                <p:nvSpPr>
                  <p:cNvPr id="179" name="TextBox 178">
                    <a:extLst>
                      <a:ext uri="{FF2B5EF4-FFF2-40B4-BE49-F238E27FC236}">
                        <a16:creationId xmlns:a16="http://schemas.microsoft.com/office/drawing/2014/main" id="{B96A8EAB-B6F9-B4AA-B5C7-883FC2D2ABB6}"/>
                      </a:ext>
                    </a:extLst>
                  </p:cNvPr>
                  <p:cNvSpPr txBox="1">
                    <a:spLocks noRot="1" noChangeAspect="1" noMove="1" noResize="1" noEditPoints="1" noAdjustHandles="1" noChangeArrowheads="1" noChangeShapeType="1" noTextEdit="1"/>
                  </p:cNvSpPr>
                  <p:nvPr/>
                </p:nvSpPr>
                <p:spPr>
                  <a:xfrm>
                    <a:off x="4439377" y="1664560"/>
                    <a:ext cx="531139" cy="545746"/>
                  </a:xfrm>
                  <a:prstGeom prst="rect">
                    <a:avLst/>
                  </a:prstGeom>
                  <a:blipFill>
                    <a:blip r:embed="rId26"/>
                    <a:stretch>
                      <a:fillRect/>
                    </a:stretch>
                  </a:blipFill>
                </p:spPr>
                <p:txBody>
                  <a:bodyPr/>
                  <a:lstStyle/>
                  <a:p>
                    <a:r>
                      <a:rPr lang="en-US">
                        <a:noFill/>
                      </a:rPr>
                      <a:t> </a:t>
                    </a:r>
                  </a:p>
                </p:txBody>
              </p:sp>
            </mc:Fallback>
          </mc:AlternateContent>
        </p:grpSp>
      </p:grpSp>
      <p:cxnSp>
        <p:nvCxnSpPr>
          <p:cNvPr id="2" name="Connector: Curved 1">
            <a:extLst>
              <a:ext uri="{FF2B5EF4-FFF2-40B4-BE49-F238E27FC236}">
                <a16:creationId xmlns:a16="http://schemas.microsoft.com/office/drawing/2014/main" id="{8460E813-36E7-5EDF-5D95-89519648AEED}"/>
              </a:ext>
            </a:extLst>
          </p:cNvPr>
          <p:cNvCxnSpPr>
            <a:cxnSpLocks/>
            <a:stCxn id="24" idx="2"/>
            <a:endCxn id="8" idx="0"/>
          </p:cNvCxnSpPr>
          <p:nvPr>
            <p:custDataLst>
              <p:tags r:id="rId15"/>
            </p:custDataLst>
          </p:nvPr>
        </p:nvCxnSpPr>
        <p:spPr>
          <a:xfrm rot="5400000">
            <a:off x="6693247" y="2639021"/>
            <a:ext cx="466511" cy="1612673"/>
          </a:xfrm>
          <a:prstGeom prst="curvedConnector3">
            <a:avLst>
              <a:gd name="adj1" fmla="val 50000"/>
            </a:avLst>
          </a:prstGeom>
          <a:ln w="12700">
            <a:solidFill>
              <a:schemeClr val="tx1"/>
            </a:solidFill>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mc:Choice xmlns:a14="http://schemas.microsoft.com/office/drawing/2010/main" Requires="a14">
          <p:sp>
            <p:nvSpPr>
              <p:cNvPr id="44" name="TextBox 43">
                <a:extLst>
                  <a:ext uri="{FF2B5EF4-FFF2-40B4-BE49-F238E27FC236}">
                    <a16:creationId xmlns:a16="http://schemas.microsoft.com/office/drawing/2014/main" id="{1F67E973-44FE-CE64-80EC-471D1B6AA36F}"/>
                  </a:ext>
                </a:extLst>
              </p:cNvPr>
              <p:cNvSpPr txBox="1"/>
              <p:nvPr>
                <p:custDataLst>
                  <p:tags r:id="rId16"/>
                </p:custDataLst>
              </p:nvPr>
            </p:nvSpPr>
            <p:spPr>
              <a:xfrm>
                <a:off x="4485795" y="5232699"/>
                <a:ext cx="1587166" cy="1384995"/>
              </a:xfrm>
              <a:prstGeom prst="rect">
                <a:avLst/>
              </a:prstGeom>
              <a:noFill/>
            </p:spPr>
            <p:txBody>
              <a:bodyPr wrap="none" rtlCol="0">
                <a:spAutoFit/>
              </a:bodyPr>
              <a:lstStyle/>
              <a:p>
                <a:r>
                  <a:rPr lang="en-US" sz="2800" noProof="0" dirty="0">
                    <a:solidFill>
                      <a:srgbClr val="001080"/>
                    </a:solidFill>
                    <a:latin typeface="Fira Code" panose="020B0809050000020004" pitchFamily="49" charset="0"/>
                  </a:rPr>
                  <a:t>A</a:t>
                </a:r>
                <a:r>
                  <a:rPr lang="en-US" sz="2800" noProof="0" dirty="0"/>
                  <a:t>: </a:t>
                </a:r>
                <a14:m>
                  <m:oMath xmlns:m="http://schemas.openxmlformats.org/officeDocument/2006/math">
                    <m:r>
                      <a:rPr lang="en-US" sz="2800" b="0" i="1" noProof="0" smtClean="0">
                        <a:latin typeface="Cambria Math" panose="02040503050406030204" pitchFamily="18" charset="0"/>
                      </a:rPr>
                      <m:t>𝑚</m:t>
                    </m:r>
                    <m:r>
                      <a:rPr lang="en-US" sz="2800" b="0" i="1" noProof="0" smtClean="0">
                        <a:latin typeface="Cambria Math" panose="02040503050406030204" pitchFamily="18" charset="0"/>
                      </a:rPr>
                      <m:t>× </m:t>
                    </m:r>
                    <m:r>
                      <a:rPr lang="en-US" sz="2800" b="0" i="1" noProof="0" smtClean="0">
                        <a:latin typeface="Cambria Math" panose="02040503050406030204" pitchFamily="18" charset="0"/>
                      </a:rPr>
                      <m:t>𝑘</m:t>
                    </m:r>
                  </m:oMath>
                </a14:m>
                <a:endParaRPr lang="en-US" sz="2800" b="0" noProof="0" dirty="0"/>
              </a:p>
              <a:p>
                <a:r>
                  <a:rPr lang="en-US" sz="2800" noProof="0" dirty="0">
                    <a:solidFill>
                      <a:srgbClr val="001080"/>
                    </a:solidFill>
                    <a:latin typeface="Fira Code" panose="020B0809050000020004" pitchFamily="49" charset="0"/>
                  </a:rPr>
                  <a:t>B</a:t>
                </a:r>
                <a:r>
                  <a:rPr lang="en-US" sz="2800" noProof="0" dirty="0"/>
                  <a:t>: </a:t>
                </a:r>
                <a14:m>
                  <m:oMath xmlns:m="http://schemas.openxmlformats.org/officeDocument/2006/math">
                    <m:r>
                      <m:rPr>
                        <m:sty m:val="p"/>
                      </m:rPr>
                      <a:rPr lang="en-US" sz="2800" noProof="0">
                        <a:latin typeface="Cambria Math" panose="02040503050406030204" pitchFamily="18" charset="0"/>
                      </a:rPr>
                      <m:t>k</m:t>
                    </m:r>
                    <m:r>
                      <a:rPr lang="en-US" sz="2800" b="0" i="1" noProof="0" smtClean="0">
                        <a:latin typeface="Cambria Math" panose="02040503050406030204" pitchFamily="18" charset="0"/>
                      </a:rPr>
                      <m:t> </m:t>
                    </m:r>
                    <m:r>
                      <a:rPr lang="en-US" sz="2800" i="1" noProof="0">
                        <a:latin typeface="Cambria Math" panose="02040503050406030204" pitchFamily="18" charset="0"/>
                      </a:rPr>
                      <m:t>×</m:t>
                    </m:r>
                    <m:r>
                      <a:rPr lang="en-US" sz="2800" b="0" i="1" noProof="0" smtClean="0">
                        <a:latin typeface="Cambria Math" panose="02040503050406030204" pitchFamily="18" charset="0"/>
                      </a:rPr>
                      <m:t> </m:t>
                    </m:r>
                    <m:r>
                      <a:rPr lang="en-US" sz="2800" i="1" noProof="0">
                        <a:latin typeface="Cambria Math" panose="02040503050406030204" pitchFamily="18" charset="0"/>
                      </a:rPr>
                      <m:t>𝑛</m:t>
                    </m:r>
                  </m:oMath>
                </a14:m>
                <a:endParaRPr lang="en-US" sz="2800" noProof="0" dirty="0"/>
              </a:p>
              <a:p>
                <a:r>
                  <a:rPr lang="en-US" sz="2800" noProof="0" dirty="0">
                    <a:solidFill>
                      <a:srgbClr val="001080"/>
                    </a:solidFill>
                    <a:latin typeface="Fira Code" panose="020B0809050000020004" pitchFamily="49" charset="0"/>
                  </a:rPr>
                  <a:t>C</a:t>
                </a:r>
                <a:r>
                  <a:rPr lang="en-US" sz="2800" noProof="0" dirty="0"/>
                  <a:t>: </a:t>
                </a:r>
                <a14:m>
                  <m:oMath xmlns:m="http://schemas.openxmlformats.org/officeDocument/2006/math">
                    <m:r>
                      <a:rPr lang="en-US" sz="2800" i="1" noProof="0" smtClean="0">
                        <a:latin typeface="Cambria Math" panose="02040503050406030204" pitchFamily="18" charset="0"/>
                      </a:rPr>
                      <m:t>𝑚</m:t>
                    </m:r>
                    <m:r>
                      <a:rPr lang="en-US" sz="2800" i="1" noProof="0">
                        <a:latin typeface="Cambria Math" panose="02040503050406030204" pitchFamily="18" charset="0"/>
                      </a:rPr>
                      <m:t>×</m:t>
                    </m:r>
                    <m:r>
                      <a:rPr lang="en-US" sz="2800" i="1" noProof="0">
                        <a:latin typeface="Cambria Math" panose="02040503050406030204" pitchFamily="18" charset="0"/>
                      </a:rPr>
                      <m:t>𝑛</m:t>
                    </m:r>
                  </m:oMath>
                </a14:m>
                <a:endParaRPr lang="en-US" sz="2800" noProof="0" dirty="0"/>
              </a:p>
            </p:txBody>
          </p:sp>
        </mc:Choice>
        <mc:Fallback>
          <p:sp>
            <p:nvSpPr>
              <p:cNvPr id="44" name="TextBox 43">
                <a:extLst>
                  <a:ext uri="{FF2B5EF4-FFF2-40B4-BE49-F238E27FC236}">
                    <a16:creationId xmlns:a16="http://schemas.microsoft.com/office/drawing/2014/main" id="{1F67E973-44FE-CE64-80EC-471D1B6AA36F}"/>
                  </a:ext>
                </a:extLst>
              </p:cNvPr>
              <p:cNvSpPr txBox="1">
                <a:spLocks noRot="1" noChangeAspect="1" noMove="1" noResize="1" noEditPoints="1" noAdjustHandles="1" noChangeArrowheads="1" noChangeShapeType="1" noTextEdit="1"/>
              </p:cNvSpPr>
              <p:nvPr>
                <p:custDataLst>
                  <p:tags r:id="rId16"/>
                </p:custDataLst>
              </p:nvPr>
            </p:nvSpPr>
            <p:spPr>
              <a:xfrm>
                <a:off x="4485795" y="5232699"/>
                <a:ext cx="1587166" cy="1384995"/>
              </a:xfrm>
              <a:prstGeom prst="rect">
                <a:avLst/>
              </a:prstGeom>
              <a:blipFill>
                <a:blip r:embed="rId27"/>
                <a:stretch>
                  <a:fillRect l="-8077" t="-4825" b="-10965"/>
                </a:stretch>
              </a:blipFill>
            </p:spPr>
            <p:txBody>
              <a:bodyPr/>
              <a:lstStyle/>
              <a:p>
                <a:r>
                  <a:rPr lang="en-US">
                    <a:noFill/>
                  </a:rPr>
                  <a:t> </a:t>
                </a:r>
              </a:p>
            </p:txBody>
          </p:sp>
        </mc:Fallback>
      </mc:AlternateContent>
    </p:spTree>
    <p:custDataLst>
      <p:tags r:id="rId1"/>
    </p:custDataLst>
    <p:extLst>
      <p:ext uri="{BB962C8B-B14F-4D97-AF65-F5344CB8AC3E}">
        <p14:creationId xmlns:p14="http://schemas.microsoft.com/office/powerpoint/2010/main" val="236510580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E9C270-FFE7-712F-BA5B-C713C51D9A76}"/>
            </a:ext>
          </a:extLst>
        </p:cNvPr>
        <p:cNvGrpSpPr/>
        <p:nvPr/>
      </p:nvGrpSpPr>
      <p:grpSpPr>
        <a:xfrm>
          <a:off x="0" y="0"/>
          <a:ext cx="0" cy="0"/>
          <a:chOff x="0" y="0"/>
          <a:chExt cx="0" cy="0"/>
        </a:xfrm>
      </p:grpSpPr>
      <p:sp>
        <p:nvSpPr>
          <p:cNvPr id="45" name="Rectangle 44">
            <a:extLst>
              <a:ext uri="{FF2B5EF4-FFF2-40B4-BE49-F238E27FC236}">
                <a16:creationId xmlns:a16="http://schemas.microsoft.com/office/drawing/2014/main" id="{B3976AD9-FA58-3705-5BFD-DD270E27737C}"/>
              </a:ext>
            </a:extLst>
          </p:cNvPr>
          <p:cNvSpPr/>
          <p:nvPr>
            <p:custDataLst>
              <p:tags r:id="rId2"/>
            </p:custDataLst>
          </p:nvPr>
        </p:nvSpPr>
        <p:spPr>
          <a:xfrm>
            <a:off x="4558820" y="5327992"/>
            <a:ext cx="245269" cy="323451"/>
          </a:xfrm>
          <a:prstGeom prst="rect">
            <a:avLst/>
          </a:prstGeom>
          <a:solidFill>
            <a:srgbClr val="D5E8D4"/>
          </a:solidFill>
          <a:ln w="9525" cap="flat">
            <a:solidFill>
              <a:srgbClr val="82B366"/>
            </a:solidFill>
            <a:prstDash val="solid"/>
            <a:miter/>
          </a:ln>
        </p:spPr>
        <p:txBody>
          <a:bodyPr/>
          <a:lstStyle/>
          <a:p>
            <a:endParaRPr lang="en-US" sz="2400" noProof="0" dirty="0"/>
          </a:p>
        </p:txBody>
      </p:sp>
      <p:sp>
        <p:nvSpPr>
          <p:cNvPr id="46" name="Rectangle 45">
            <a:extLst>
              <a:ext uri="{FF2B5EF4-FFF2-40B4-BE49-F238E27FC236}">
                <a16:creationId xmlns:a16="http://schemas.microsoft.com/office/drawing/2014/main" id="{911B9DBE-6587-8382-9E03-37F6BAC2D133}"/>
              </a:ext>
            </a:extLst>
          </p:cNvPr>
          <p:cNvSpPr/>
          <p:nvPr>
            <p:custDataLst>
              <p:tags r:id="rId3"/>
            </p:custDataLst>
          </p:nvPr>
        </p:nvSpPr>
        <p:spPr>
          <a:xfrm>
            <a:off x="4558819" y="6160621"/>
            <a:ext cx="245269" cy="318591"/>
          </a:xfrm>
          <a:prstGeom prst="rect">
            <a:avLst/>
          </a:prstGeom>
          <a:solidFill>
            <a:srgbClr val="DAE8FC"/>
          </a:solidFill>
          <a:ln w="9525" cap="flat">
            <a:solidFill>
              <a:srgbClr val="6C8EBF"/>
            </a:solidFill>
            <a:prstDash val="solid"/>
            <a:miter/>
          </a:ln>
        </p:spPr>
        <p:txBody>
          <a:bodyPr/>
          <a:lstStyle/>
          <a:p>
            <a:endParaRPr lang="en-US" sz="2400" noProof="0" dirty="0"/>
          </a:p>
        </p:txBody>
      </p:sp>
      <p:sp>
        <p:nvSpPr>
          <p:cNvPr id="47" name="Rectangle 46">
            <a:extLst>
              <a:ext uri="{FF2B5EF4-FFF2-40B4-BE49-F238E27FC236}">
                <a16:creationId xmlns:a16="http://schemas.microsoft.com/office/drawing/2014/main" id="{68983F2C-1668-52BB-B4F9-C612E7B2F10A}"/>
              </a:ext>
            </a:extLst>
          </p:cNvPr>
          <p:cNvSpPr/>
          <p:nvPr>
            <p:custDataLst>
              <p:tags r:id="rId4"/>
            </p:custDataLst>
          </p:nvPr>
        </p:nvSpPr>
        <p:spPr>
          <a:xfrm>
            <a:off x="4558819" y="5746737"/>
            <a:ext cx="245269" cy="318590"/>
          </a:xfrm>
          <a:prstGeom prst="rect">
            <a:avLst/>
          </a:prstGeom>
          <a:solidFill>
            <a:srgbClr val="F8CECC"/>
          </a:solidFill>
          <a:ln w="9525" cap="flat">
            <a:solidFill>
              <a:srgbClr val="B85450"/>
            </a:solidFill>
            <a:prstDash val="solid"/>
            <a:miter/>
          </a:ln>
        </p:spPr>
        <p:txBody>
          <a:bodyPr/>
          <a:lstStyle/>
          <a:p>
            <a:endParaRPr lang="en-US" sz="2400" noProof="0" dirty="0"/>
          </a:p>
        </p:txBody>
      </p:sp>
      <p:sp>
        <p:nvSpPr>
          <p:cNvPr id="19" name="Rectangle 18">
            <a:extLst>
              <a:ext uri="{FF2B5EF4-FFF2-40B4-BE49-F238E27FC236}">
                <a16:creationId xmlns:a16="http://schemas.microsoft.com/office/drawing/2014/main" id="{B800FBA5-1D37-3DF6-701A-70896D275692}"/>
              </a:ext>
            </a:extLst>
          </p:cNvPr>
          <p:cNvSpPr/>
          <p:nvPr>
            <p:custDataLst>
              <p:tags r:id="rId5"/>
            </p:custDataLst>
          </p:nvPr>
        </p:nvSpPr>
        <p:spPr>
          <a:xfrm>
            <a:off x="5067934" y="3750432"/>
            <a:ext cx="222808" cy="279329"/>
          </a:xfrm>
          <a:prstGeom prst="rect">
            <a:avLst/>
          </a:prstGeom>
          <a:solidFill>
            <a:srgbClr val="DAE8FC"/>
          </a:solidFill>
          <a:ln w="9525" cap="flat">
            <a:solidFill>
              <a:srgbClr val="6C8EBF"/>
            </a:solidFill>
            <a:prstDash val="solid"/>
            <a:miter/>
          </a:ln>
        </p:spPr>
        <p:txBody>
          <a:bodyPr wrap="none"/>
          <a:lstStyle/>
          <a:p>
            <a:endParaRPr lang="en-US" sz="2400" noProof="0" dirty="0"/>
          </a:p>
        </p:txBody>
      </p:sp>
      <p:sp>
        <p:nvSpPr>
          <p:cNvPr id="13" name="Rectangle 12">
            <a:extLst>
              <a:ext uri="{FF2B5EF4-FFF2-40B4-BE49-F238E27FC236}">
                <a16:creationId xmlns:a16="http://schemas.microsoft.com/office/drawing/2014/main" id="{666A78F4-88C1-5BB5-A720-F8E1C747C4A4}"/>
              </a:ext>
            </a:extLst>
          </p:cNvPr>
          <p:cNvSpPr/>
          <p:nvPr>
            <p:custDataLst>
              <p:tags r:id="rId6"/>
            </p:custDataLst>
          </p:nvPr>
        </p:nvSpPr>
        <p:spPr>
          <a:xfrm>
            <a:off x="4605485" y="3750432"/>
            <a:ext cx="222808" cy="279329"/>
          </a:xfrm>
          <a:prstGeom prst="rect">
            <a:avLst/>
          </a:prstGeom>
          <a:solidFill>
            <a:srgbClr val="F8CECC"/>
          </a:solidFill>
          <a:ln w="9525" cap="flat">
            <a:solidFill>
              <a:srgbClr val="B85450"/>
            </a:solidFill>
            <a:prstDash val="solid"/>
            <a:miter/>
          </a:ln>
        </p:spPr>
        <p:txBody>
          <a:bodyPr wrap="none"/>
          <a:lstStyle/>
          <a:p>
            <a:endParaRPr lang="en-US" sz="2400" noProof="0" dirty="0"/>
          </a:p>
        </p:txBody>
      </p:sp>
      <p:sp>
        <p:nvSpPr>
          <p:cNvPr id="11" name="Rectangle 10">
            <a:extLst>
              <a:ext uri="{FF2B5EF4-FFF2-40B4-BE49-F238E27FC236}">
                <a16:creationId xmlns:a16="http://schemas.microsoft.com/office/drawing/2014/main" id="{45C6B551-6774-AC99-228E-D1F7AAF62B05}"/>
              </a:ext>
            </a:extLst>
          </p:cNvPr>
          <p:cNvSpPr/>
          <p:nvPr>
            <p:custDataLst>
              <p:tags r:id="rId7"/>
            </p:custDataLst>
          </p:nvPr>
        </p:nvSpPr>
        <p:spPr>
          <a:xfrm>
            <a:off x="4152567" y="3750431"/>
            <a:ext cx="222807" cy="279329"/>
          </a:xfrm>
          <a:prstGeom prst="rect">
            <a:avLst/>
          </a:prstGeom>
          <a:solidFill>
            <a:srgbClr val="D5E8D4"/>
          </a:solidFill>
          <a:ln w="9525" cap="flat">
            <a:solidFill>
              <a:srgbClr val="82B366"/>
            </a:solidFill>
            <a:prstDash val="solid"/>
            <a:miter/>
          </a:ln>
        </p:spPr>
        <p:txBody>
          <a:bodyPr wrap="none"/>
          <a:lstStyle/>
          <a:p>
            <a:endParaRPr lang="en-US" sz="2400" noProof="0" dirty="0"/>
          </a:p>
        </p:txBody>
      </p:sp>
      <p:sp>
        <p:nvSpPr>
          <p:cNvPr id="4" name="Title 3">
            <a:extLst>
              <a:ext uri="{FF2B5EF4-FFF2-40B4-BE49-F238E27FC236}">
                <a16:creationId xmlns:a16="http://schemas.microsoft.com/office/drawing/2014/main" id="{F64F76FB-E9C4-9A8F-8092-29CA73FEACB3}"/>
              </a:ext>
            </a:extLst>
          </p:cNvPr>
          <p:cNvSpPr>
            <a:spLocks noGrp="1"/>
          </p:cNvSpPr>
          <p:nvPr>
            <p:ph type="title"/>
            <p:custDataLst>
              <p:tags r:id="rId8"/>
            </p:custDataLst>
          </p:nvPr>
        </p:nvSpPr>
        <p:spPr/>
        <p:txBody>
          <a:bodyPr/>
          <a:lstStyle/>
          <a:p>
            <a:r>
              <a:rPr lang="en-US" noProof="0" dirty="0"/>
              <a:t>Structures with different index spaces</a:t>
            </a:r>
          </a:p>
        </p:txBody>
      </p:sp>
      <p:sp>
        <p:nvSpPr>
          <p:cNvPr id="9" name="Date Placeholder 8">
            <a:extLst>
              <a:ext uri="{FF2B5EF4-FFF2-40B4-BE49-F238E27FC236}">
                <a16:creationId xmlns:a16="http://schemas.microsoft.com/office/drawing/2014/main" id="{49863BA9-EDD3-9BC6-2F2C-63F2D4A2C95B}"/>
              </a:ext>
            </a:extLst>
          </p:cNvPr>
          <p:cNvSpPr>
            <a:spLocks noGrp="1"/>
          </p:cNvSpPr>
          <p:nvPr>
            <p:ph type="dt" sz="half" idx="10"/>
            <p:custDataLst>
              <p:tags r:id="rId9"/>
            </p:custDataLst>
          </p:nvPr>
        </p:nvSpPr>
        <p:spPr/>
        <p:txBody>
          <a:bodyPr/>
          <a:lstStyle/>
          <a:p>
            <a:r>
              <a:rPr lang="en-US" noProof="0"/>
              <a:t>9/5/2026</a:t>
            </a:r>
            <a:endParaRPr lang="en-US" noProof="0" dirty="0"/>
          </a:p>
        </p:txBody>
      </p:sp>
      <p:sp>
        <p:nvSpPr>
          <p:cNvPr id="10" name="Slide Number Placeholder 9">
            <a:extLst>
              <a:ext uri="{FF2B5EF4-FFF2-40B4-BE49-F238E27FC236}">
                <a16:creationId xmlns:a16="http://schemas.microsoft.com/office/drawing/2014/main" id="{D932224D-9ADE-83F1-8417-D5C309A6BB6A}"/>
              </a:ext>
            </a:extLst>
          </p:cNvPr>
          <p:cNvSpPr>
            <a:spLocks noGrp="1"/>
          </p:cNvSpPr>
          <p:nvPr>
            <p:ph type="sldNum" sz="quarter" idx="12"/>
            <p:custDataLst>
              <p:tags r:id="rId10"/>
            </p:custDataLst>
          </p:nvPr>
        </p:nvSpPr>
        <p:spPr/>
        <p:txBody>
          <a:bodyPr/>
          <a:lstStyle/>
          <a:p>
            <a:r>
              <a:rPr lang="en-US" noProof="0"/>
              <a:t>7</a:t>
            </a:r>
            <a:endParaRPr lang="en-US" noProof="0" dirty="0"/>
          </a:p>
        </p:txBody>
      </p:sp>
      <p:sp>
        <p:nvSpPr>
          <p:cNvPr id="18" name="TextBox 17">
            <a:extLst>
              <a:ext uri="{FF2B5EF4-FFF2-40B4-BE49-F238E27FC236}">
                <a16:creationId xmlns:a16="http://schemas.microsoft.com/office/drawing/2014/main" id="{89EAF68D-4F87-22EE-E382-0F9F7359D649}"/>
              </a:ext>
            </a:extLst>
          </p:cNvPr>
          <p:cNvSpPr txBox="1"/>
          <p:nvPr>
            <p:custDataLst>
              <p:tags r:id="rId11"/>
            </p:custDataLst>
          </p:nvPr>
        </p:nvSpPr>
        <p:spPr>
          <a:xfrm>
            <a:off x="860575" y="1130185"/>
            <a:ext cx="2909772" cy="461665"/>
          </a:xfrm>
          <a:prstGeom prst="rect">
            <a:avLst/>
          </a:prstGeom>
          <a:noFill/>
        </p:spPr>
        <p:txBody>
          <a:bodyPr wrap="none" rtlCol="0">
            <a:spAutoFit/>
          </a:bodyPr>
          <a:lstStyle/>
          <a:p>
            <a:pPr algn="ctr"/>
            <a:r>
              <a:rPr lang="en-US" sz="2400" noProof="0" dirty="0"/>
              <a:t>Matrix multiplication</a:t>
            </a:r>
          </a:p>
        </p:txBody>
      </p:sp>
      <p:sp>
        <p:nvSpPr>
          <p:cNvPr id="24" name="TextBox 23">
            <a:extLst>
              <a:ext uri="{FF2B5EF4-FFF2-40B4-BE49-F238E27FC236}">
                <a16:creationId xmlns:a16="http://schemas.microsoft.com/office/drawing/2014/main" id="{1D0BC665-A3D5-7187-98DA-94BA7091C22C}"/>
              </a:ext>
            </a:extLst>
          </p:cNvPr>
          <p:cNvSpPr txBox="1"/>
          <p:nvPr>
            <p:custDataLst>
              <p:tags r:id="rId12"/>
            </p:custDataLst>
          </p:nvPr>
        </p:nvSpPr>
        <p:spPr>
          <a:xfrm>
            <a:off x="4485795" y="1740032"/>
            <a:ext cx="6494085" cy="1472070"/>
          </a:xfrm>
          <a:prstGeom prst="rect">
            <a:avLst/>
          </a:prstGeom>
          <a:noFill/>
          <a:ln>
            <a:solidFill>
              <a:schemeClr val="tx1"/>
            </a:solidFill>
          </a:ln>
        </p:spPr>
        <p:txBody>
          <a:bodyPr wrap="none">
            <a:spAutoFit/>
          </a:bodyPr>
          <a:lstStyle/>
          <a:p>
            <a:pPr>
              <a:lnSpc>
                <a:spcPct val="113095"/>
              </a:lnSpc>
            </a:pPr>
            <a:r>
              <a:rPr lang="en-US" sz="2000" dirty="0">
                <a:solidFill>
                  <a:srgbClr val="AF00DB"/>
                </a:solidFill>
                <a:latin typeface="Fira Code" panose="020B0809050000020004" pitchFamily="49" charset="0"/>
              </a:rPr>
              <a:t>for</a:t>
            </a:r>
            <a:r>
              <a:rPr lang="en-US" sz="2000" dirty="0">
                <a:solidFill>
                  <a:srgbClr val="000000"/>
                </a:solidFill>
                <a:latin typeface="Fira Code" panose="020B0809050000020004" pitchFamily="49" charset="0"/>
              </a:rPr>
              <a:t> (</a:t>
            </a:r>
            <a:r>
              <a:rPr lang="en-US" sz="2000" dirty="0">
                <a:solidFill>
                  <a:srgbClr val="0000FF"/>
                </a:solidFill>
                <a:latin typeface="Fira Code" panose="020B0809050000020004" pitchFamily="49" charset="0"/>
              </a:rPr>
              <a:t>int</a:t>
            </a:r>
            <a:r>
              <a:rPr lang="en-US" sz="2000" dirty="0">
                <a:solidFill>
                  <a:srgbClr val="000000"/>
                </a:solidFill>
                <a:latin typeface="Fira Code" panose="020B0809050000020004" pitchFamily="49" charset="0"/>
              </a:rPr>
              <a:t> </a:t>
            </a:r>
            <a:r>
              <a:rPr lang="en-US" sz="2000" dirty="0" err="1">
                <a:solidFill>
                  <a:srgbClr val="001080"/>
                </a:solidFill>
                <a:latin typeface="Fira Code" panose="020B0809050000020004" pitchFamily="49" charset="0"/>
              </a:rPr>
              <a:t>i</a:t>
            </a:r>
            <a:r>
              <a:rPr lang="en-US" sz="2000" dirty="0">
                <a:solidFill>
                  <a:srgbClr val="000000"/>
                </a:solidFill>
                <a:latin typeface="Fira Code" panose="020B0809050000020004" pitchFamily="49" charset="0"/>
              </a:rPr>
              <a:t> = </a:t>
            </a:r>
            <a:r>
              <a:rPr lang="en-US" sz="2000" dirty="0">
                <a:solidFill>
                  <a:srgbClr val="098658"/>
                </a:solidFill>
                <a:latin typeface="Fira Code" panose="020B0809050000020004" pitchFamily="49" charset="0"/>
              </a:rPr>
              <a:t>0</a:t>
            </a:r>
            <a:r>
              <a:rPr lang="en-US" sz="2000" dirty="0">
                <a:solidFill>
                  <a:srgbClr val="000000"/>
                </a:solidFill>
                <a:latin typeface="Fira Code" panose="020B0809050000020004" pitchFamily="49" charset="0"/>
              </a:rPr>
              <a:t>; </a:t>
            </a:r>
            <a:r>
              <a:rPr lang="en-US" sz="2000" dirty="0" err="1">
                <a:solidFill>
                  <a:srgbClr val="001080"/>
                </a:solidFill>
                <a:latin typeface="Fira Code" panose="020B0809050000020004" pitchFamily="49" charset="0"/>
              </a:rPr>
              <a:t>i</a:t>
            </a:r>
            <a:r>
              <a:rPr lang="en-US" sz="2000" dirty="0">
                <a:solidFill>
                  <a:srgbClr val="000000"/>
                </a:solidFill>
                <a:latin typeface="Fira Code" panose="020B0809050000020004" pitchFamily="49" charset="0"/>
              </a:rPr>
              <a:t> &lt; </a:t>
            </a:r>
            <a:r>
              <a:rPr lang="en-US" sz="2000" dirty="0">
                <a:solidFill>
                  <a:srgbClr val="0070C1"/>
                </a:solidFill>
                <a:latin typeface="Fira Code" panose="020B0809050000020004" pitchFamily="49" charset="0"/>
              </a:rPr>
              <a:t>M</a:t>
            </a:r>
            <a:r>
              <a:rPr lang="en-US" sz="2000" dirty="0">
                <a:solidFill>
                  <a:srgbClr val="000000"/>
                </a:solidFill>
                <a:latin typeface="Fira Code" panose="020B0809050000020004" pitchFamily="49" charset="0"/>
              </a:rPr>
              <a:t>; </a:t>
            </a:r>
            <a:r>
              <a:rPr lang="en-US" sz="2000" dirty="0" err="1">
                <a:solidFill>
                  <a:srgbClr val="001080"/>
                </a:solidFill>
                <a:latin typeface="Fira Code" panose="020B0809050000020004" pitchFamily="49" charset="0"/>
              </a:rPr>
              <a:t>i</a:t>
            </a:r>
            <a:r>
              <a:rPr lang="en-US" sz="2000" dirty="0">
                <a:solidFill>
                  <a:srgbClr val="000000"/>
                </a:solidFill>
                <a:latin typeface="Fira Code" panose="020B0809050000020004" pitchFamily="49" charset="0"/>
              </a:rPr>
              <a:t>++)</a:t>
            </a:r>
          </a:p>
          <a:p>
            <a:pPr>
              <a:lnSpc>
                <a:spcPct val="113095"/>
              </a:lnSpc>
            </a:pPr>
            <a:r>
              <a:rPr lang="en-US" sz="2000" noProof="0" dirty="0">
                <a:solidFill>
                  <a:srgbClr val="AF00DB"/>
                </a:solidFill>
                <a:latin typeface="Fira Code" panose="020B0809050000020004" pitchFamily="49" charset="0"/>
              </a:rPr>
              <a:t>    for</a:t>
            </a:r>
            <a:r>
              <a:rPr lang="en-US" sz="2000" noProof="0" dirty="0">
                <a:solidFill>
                  <a:srgbClr val="000000"/>
                </a:solidFill>
                <a:latin typeface="Fira Code" panose="020B0809050000020004" pitchFamily="49" charset="0"/>
              </a:rPr>
              <a:t> (</a:t>
            </a:r>
            <a:r>
              <a:rPr lang="en-US" sz="2000" noProof="0" dirty="0">
                <a:solidFill>
                  <a:srgbClr val="0000FF"/>
                </a:solidFill>
                <a:latin typeface="Fira Code" panose="020B0809050000020004" pitchFamily="49" charset="0"/>
              </a:rPr>
              <a:t>int</a:t>
            </a:r>
            <a:r>
              <a:rPr lang="en-US" sz="2000" noProof="0" dirty="0">
                <a:solidFill>
                  <a:srgbClr val="000000"/>
                </a:solidFill>
                <a:latin typeface="Fira Code" panose="020B0809050000020004" pitchFamily="49" charset="0"/>
              </a:rPr>
              <a:t> </a:t>
            </a:r>
            <a:r>
              <a:rPr lang="en-US" sz="2000" noProof="0" dirty="0">
                <a:solidFill>
                  <a:srgbClr val="001080"/>
                </a:solidFill>
                <a:latin typeface="Fira Code" panose="020B0809050000020004" pitchFamily="49" charset="0"/>
              </a:rPr>
              <a:t>j</a:t>
            </a:r>
            <a:r>
              <a:rPr lang="en-US" sz="2000" noProof="0" dirty="0">
                <a:solidFill>
                  <a:srgbClr val="000000"/>
                </a:solidFill>
                <a:latin typeface="Fira Code" panose="020B0809050000020004" pitchFamily="49" charset="0"/>
              </a:rPr>
              <a:t> = </a:t>
            </a:r>
            <a:r>
              <a:rPr lang="en-US" sz="2000" noProof="0" dirty="0">
                <a:solidFill>
                  <a:srgbClr val="098658"/>
                </a:solidFill>
                <a:latin typeface="Fira Code" panose="020B0809050000020004" pitchFamily="49" charset="0"/>
              </a:rPr>
              <a:t>0</a:t>
            </a:r>
            <a:r>
              <a:rPr lang="en-US" sz="2000" noProof="0" dirty="0">
                <a:solidFill>
                  <a:srgbClr val="000000"/>
                </a:solidFill>
                <a:latin typeface="Fira Code" panose="020B0809050000020004" pitchFamily="49" charset="0"/>
              </a:rPr>
              <a:t>; </a:t>
            </a:r>
            <a:r>
              <a:rPr lang="en-US" sz="2000" noProof="0" dirty="0">
                <a:solidFill>
                  <a:srgbClr val="001080"/>
                </a:solidFill>
                <a:latin typeface="Fira Code" panose="020B0809050000020004" pitchFamily="49" charset="0"/>
              </a:rPr>
              <a:t>j</a:t>
            </a:r>
            <a:r>
              <a:rPr lang="en-US" sz="2000" noProof="0" dirty="0">
                <a:solidFill>
                  <a:srgbClr val="000000"/>
                </a:solidFill>
                <a:latin typeface="Fira Code" panose="020B0809050000020004" pitchFamily="49" charset="0"/>
              </a:rPr>
              <a:t> &lt; </a:t>
            </a:r>
            <a:r>
              <a:rPr lang="en-US" sz="2000" noProof="0" dirty="0">
                <a:solidFill>
                  <a:srgbClr val="0070C1"/>
                </a:solidFill>
                <a:latin typeface="Fira Code" panose="020B0809050000020004" pitchFamily="49" charset="0"/>
              </a:rPr>
              <a:t>N</a:t>
            </a:r>
            <a:r>
              <a:rPr lang="en-US" sz="2000" noProof="0" dirty="0">
                <a:solidFill>
                  <a:srgbClr val="000000"/>
                </a:solidFill>
                <a:latin typeface="Fira Code" panose="020B0809050000020004" pitchFamily="49" charset="0"/>
              </a:rPr>
              <a:t>; </a:t>
            </a:r>
            <a:r>
              <a:rPr lang="en-US" sz="2000" noProof="0" dirty="0" err="1">
                <a:solidFill>
                  <a:srgbClr val="001080"/>
                </a:solidFill>
                <a:latin typeface="Fira Code" panose="020B0809050000020004" pitchFamily="49" charset="0"/>
              </a:rPr>
              <a:t>j</a:t>
            </a:r>
            <a:r>
              <a:rPr lang="en-US" sz="2000" noProof="0" dirty="0" err="1">
                <a:solidFill>
                  <a:srgbClr val="000000"/>
                </a:solidFill>
                <a:latin typeface="Fira Code" panose="020B0809050000020004" pitchFamily="49" charset="0"/>
              </a:rPr>
              <a:t>++</a:t>
            </a:r>
            <a:r>
              <a:rPr lang="en-US" sz="2000" noProof="0" dirty="0">
                <a:solidFill>
                  <a:srgbClr val="000000"/>
                </a:solidFill>
                <a:latin typeface="Fira Code" panose="020B0809050000020004" pitchFamily="49" charset="0"/>
              </a:rPr>
              <a:t>)</a:t>
            </a:r>
          </a:p>
          <a:p>
            <a:pPr>
              <a:lnSpc>
                <a:spcPct val="113095"/>
              </a:lnSpc>
              <a:buNone/>
            </a:pPr>
            <a:r>
              <a:rPr lang="en-US" sz="2000" b="0" noProof="0" dirty="0">
                <a:solidFill>
                  <a:srgbClr val="000000"/>
                </a:solidFill>
                <a:effectLst/>
                <a:latin typeface="Fira Code" panose="020B0809050000020004" pitchFamily="49" charset="0"/>
              </a:rPr>
              <a:t>        </a:t>
            </a:r>
            <a:r>
              <a:rPr lang="en-US" sz="2000" b="0" noProof="0" dirty="0">
                <a:solidFill>
                  <a:srgbClr val="AF00DB"/>
                </a:solidFill>
                <a:effectLst/>
                <a:latin typeface="Fira Code" panose="020B0809050000020004" pitchFamily="49" charset="0"/>
              </a:rPr>
              <a:t>for</a:t>
            </a:r>
            <a:r>
              <a:rPr lang="en-US" sz="2000" b="0" noProof="0" dirty="0">
                <a:solidFill>
                  <a:srgbClr val="000000"/>
                </a:solidFill>
                <a:effectLst/>
                <a:latin typeface="Fira Code" panose="020B0809050000020004" pitchFamily="49" charset="0"/>
              </a:rPr>
              <a:t> (</a:t>
            </a:r>
            <a:r>
              <a:rPr lang="en-US" sz="2000" b="0" noProof="0" dirty="0">
                <a:solidFill>
                  <a:srgbClr val="0000FF"/>
                </a:solidFill>
                <a:effectLst/>
                <a:latin typeface="Fira Code" panose="020B0809050000020004" pitchFamily="49" charset="0"/>
              </a:rPr>
              <a:t>int</a:t>
            </a:r>
            <a:r>
              <a:rPr lang="en-US" sz="2000" b="0" noProof="0" dirty="0">
                <a:solidFill>
                  <a:srgbClr val="000000"/>
                </a:solidFill>
                <a:effectLst/>
                <a:latin typeface="Fira Code" panose="020B0809050000020004" pitchFamily="49" charset="0"/>
              </a:rPr>
              <a:t> </a:t>
            </a:r>
            <a:r>
              <a:rPr lang="en-US" sz="2000" b="0" noProof="0" dirty="0">
                <a:solidFill>
                  <a:srgbClr val="001080"/>
                </a:solidFill>
                <a:effectLst/>
                <a:latin typeface="Fira Code" panose="020B0809050000020004" pitchFamily="49" charset="0"/>
              </a:rPr>
              <a:t>k</a:t>
            </a:r>
            <a:r>
              <a:rPr lang="en-US" sz="2000" b="0" noProof="0" dirty="0">
                <a:solidFill>
                  <a:srgbClr val="000000"/>
                </a:solidFill>
                <a:effectLst/>
                <a:latin typeface="Fira Code" panose="020B0809050000020004" pitchFamily="49" charset="0"/>
              </a:rPr>
              <a:t> = </a:t>
            </a:r>
            <a:r>
              <a:rPr lang="en-US" sz="2000" b="0" noProof="0" dirty="0">
                <a:solidFill>
                  <a:srgbClr val="098658"/>
                </a:solidFill>
                <a:effectLst/>
                <a:latin typeface="Fira Code" panose="020B0809050000020004" pitchFamily="49" charset="0"/>
              </a:rPr>
              <a:t>0</a:t>
            </a:r>
            <a:r>
              <a:rPr lang="en-US" sz="2000" b="0" noProof="0" dirty="0">
                <a:solidFill>
                  <a:srgbClr val="000000"/>
                </a:solidFill>
                <a:effectLst/>
                <a:latin typeface="Fira Code" panose="020B0809050000020004" pitchFamily="49" charset="0"/>
              </a:rPr>
              <a:t>; </a:t>
            </a:r>
            <a:r>
              <a:rPr lang="en-US" sz="2000" b="0" noProof="0" dirty="0">
                <a:solidFill>
                  <a:srgbClr val="001080"/>
                </a:solidFill>
                <a:effectLst/>
                <a:latin typeface="Fira Code" panose="020B0809050000020004" pitchFamily="49" charset="0"/>
              </a:rPr>
              <a:t>k</a:t>
            </a:r>
            <a:r>
              <a:rPr lang="en-US" sz="2000" b="0" noProof="0" dirty="0">
                <a:solidFill>
                  <a:srgbClr val="000000"/>
                </a:solidFill>
                <a:effectLst/>
                <a:latin typeface="Fira Code" panose="020B0809050000020004" pitchFamily="49" charset="0"/>
              </a:rPr>
              <a:t> &lt; </a:t>
            </a:r>
            <a:r>
              <a:rPr lang="en-US" sz="2000" b="0" noProof="0" dirty="0">
                <a:solidFill>
                  <a:srgbClr val="0070C1"/>
                </a:solidFill>
                <a:effectLst/>
                <a:latin typeface="Fira Code" panose="020B0809050000020004" pitchFamily="49" charset="0"/>
              </a:rPr>
              <a:t>K</a:t>
            </a:r>
            <a:r>
              <a:rPr lang="en-US" sz="2000" b="0" noProof="0" dirty="0">
                <a:solidFill>
                  <a:srgbClr val="000000"/>
                </a:solidFill>
                <a:effectLst/>
                <a:latin typeface="Fira Code" panose="020B0809050000020004" pitchFamily="49" charset="0"/>
              </a:rPr>
              <a:t>; </a:t>
            </a:r>
            <a:r>
              <a:rPr lang="en-US" sz="2000" b="0" noProof="0" dirty="0">
                <a:solidFill>
                  <a:srgbClr val="001080"/>
                </a:solidFill>
                <a:effectLst/>
                <a:latin typeface="Fira Code" panose="020B0809050000020004" pitchFamily="49" charset="0"/>
              </a:rPr>
              <a:t>k</a:t>
            </a:r>
            <a:r>
              <a:rPr lang="en-US" sz="2000" b="0" noProof="0" dirty="0">
                <a:solidFill>
                  <a:srgbClr val="000000"/>
                </a:solidFill>
                <a:effectLst/>
                <a:latin typeface="Fira Code" panose="020B0809050000020004" pitchFamily="49" charset="0"/>
              </a:rPr>
              <a:t>++)</a:t>
            </a:r>
          </a:p>
          <a:p>
            <a:pPr>
              <a:lnSpc>
                <a:spcPct val="113095"/>
              </a:lnSpc>
              <a:buNone/>
            </a:pPr>
            <a:r>
              <a:rPr lang="en-US" sz="2000" b="0" noProof="0" dirty="0">
                <a:solidFill>
                  <a:srgbClr val="000000"/>
                </a:solidFill>
                <a:effectLst/>
                <a:latin typeface="Fira Code" panose="020B0809050000020004" pitchFamily="49" charset="0"/>
              </a:rPr>
              <a:t>            </a:t>
            </a:r>
            <a:r>
              <a:rPr lang="en-US" sz="2000" b="0" noProof="0" dirty="0">
                <a:solidFill>
                  <a:srgbClr val="001080"/>
                </a:solidFill>
                <a:effectLst/>
                <a:latin typeface="Fira Code" panose="020B0809050000020004" pitchFamily="49" charset="0"/>
              </a:rPr>
              <a:t>C</a:t>
            </a:r>
            <a:r>
              <a:rPr lang="en-US" sz="2000" b="0" noProof="0" dirty="0">
                <a:solidFill>
                  <a:srgbClr val="000000"/>
                </a:solidFill>
                <a:effectLst/>
                <a:latin typeface="Fira Code" panose="020B0809050000020004" pitchFamily="49" charset="0"/>
              </a:rPr>
              <a:t>[</a:t>
            </a:r>
            <a:r>
              <a:rPr lang="en-US" sz="2000" b="0" noProof="0" dirty="0" err="1">
                <a:solidFill>
                  <a:srgbClr val="001080"/>
                </a:solidFill>
                <a:effectLst/>
                <a:latin typeface="Fira Code" panose="020B0809050000020004" pitchFamily="49" charset="0"/>
              </a:rPr>
              <a:t>i</a:t>
            </a:r>
            <a:r>
              <a:rPr lang="en-US" sz="2000" b="0" noProof="0" dirty="0">
                <a:solidFill>
                  <a:srgbClr val="000000"/>
                </a:solidFill>
                <a:effectLst/>
                <a:latin typeface="Fira Code" panose="020B0809050000020004" pitchFamily="49" charset="0"/>
              </a:rPr>
              <a:t>][</a:t>
            </a:r>
            <a:r>
              <a:rPr lang="en-US" sz="2000" b="0" noProof="0" dirty="0">
                <a:solidFill>
                  <a:srgbClr val="001080"/>
                </a:solidFill>
                <a:effectLst/>
                <a:latin typeface="Fira Code" panose="020B0809050000020004" pitchFamily="49" charset="0"/>
              </a:rPr>
              <a:t>j</a:t>
            </a:r>
            <a:r>
              <a:rPr lang="en-US" sz="2000" b="0" noProof="0" dirty="0">
                <a:solidFill>
                  <a:srgbClr val="000000"/>
                </a:solidFill>
                <a:effectLst/>
                <a:latin typeface="Fira Code" panose="020B0809050000020004" pitchFamily="49" charset="0"/>
              </a:rPr>
              <a:t>] += </a:t>
            </a:r>
            <a:r>
              <a:rPr lang="en-US" sz="2000" b="0" noProof="0" dirty="0">
                <a:solidFill>
                  <a:srgbClr val="001080"/>
                </a:solidFill>
                <a:effectLst/>
                <a:latin typeface="Fira Code" panose="020B0809050000020004" pitchFamily="49" charset="0"/>
              </a:rPr>
              <a:t>A</a:t>
            </a:r>
            <a:r>
              <a:rPr lang="en-US" sz="2000" b="0" noProof="0" dirty="0">
                <a:solidFill>
                  <a:srgbClr val="000000"/>
                </a:solidFill>
                <a:effectLst/>
                <a:latin typeface="Fira Code" panose="020B0809050000020004" pitchFamily="49" charset="0"/>
              </a:rPr>
              <a:t>[</a:t>
            </a:r>
            <a:r>
              <a:rPr lang="en-US" sz="2000" b="0" noProof="0" dirty="0" err="1">
                <a:solidFill>
                  <a:srgbClr val="001080"/>
                </a:solidFill>
                <a:effectLst/>
                <a:latin typeface="Fira Code" panose="020B0809050000020004" pitchFamily="49" charset="0"/>
              </a:rPr>
              <a:t>i</a:t>
            </a:r>
            <a:r>
              <a:rPr lang="en-US" sz="2000" b="0" noProof="0" dirty="0">
                <a:solidFill>
                  <a:srgbClr val="000000"/>
                </a:solidFill>
                <a:effectLst/>
                <a:latin typeface="Fira Code" panose="020B0809050000020004" pitchFamily="49" charset="0"/>
              </a:rPr>
              <a:t>][</a:t>
            </a:r>
            <a:r>
              <a:rPr lang="en-US" sz="2000" b="0" noProof="0" dirty="0">
                <a:solidFill>
                  <a:srgbClr val="001080"/>
                </a:solidFill>
                <a:effectLst/>
                <a:latin typeface="Fira Code" panose="020B0809050000020004" pitchFamily="49" charset="0"/>
              </a:rPr>
              <a:t>k</a:t>
            </a:r>
            <a:r>
              <a:rPr lang="en-US" sz="2000" b="0" noProof="0" dirty="0">
                <a:solidFill>
                  <a:srgbClr val="000000"/>
                </a:solidFill>
                <a:effectLst/>
                <a:latin typeface="Fira Code" panose="020B0809050000020004" pitchFamily="49" charset="0"/>
              </a:rPr>
              <a:t>] * </a:t>
            </a:r>
            <a:r>
              <a:rPr lang="en-US" sz="2000" b="0" noProof="0" dirty="0">
                <a:solidFill>
                  <a:srgbClr val="001080"/>
                </a:solidFill>
                <a:effectLst/>
                <a:latin typeface="Fira Code" panose="020B0809050000020004" pitchFamily="49" charset="0"/>
              </a:rPr>
              <a:t>B</a:t>
            </a:r>
            <a:r>
              <a:rPr lang="en-US" sz="2000" b="0" noProof="0" dirty="0">
                <a:solidFill>
                  <a:srgbClr val="000000"/>
                </a:solidFill>
                <a:effectLst/>
                <a:latin typeface="Fira Code" panose="020B0809050000020004" pitchFamily="49" charset="0"/>
              </a:rPr>
              <a:t>[</a:t>
            </a:r>
            <a:r>
              <a:rPr lang="en-US" sz="2000" b="0" noProof="0" dirty="0">
                <a:solidFill>
                  <a:srgbClr val="001080"/>
                </a:solidFill>
                <a:effectLst/>
                <a:latin typeface="Fira Code" panose="020B0809050000020004" pitchFamily="49" charset="0"/>
              </a:rPr>
              <a:t>k</a:t>
            </a:r>
            <a:r>
              <a:rPr lang="en-US" sz="2000" b="0" noProof="0" dirty="0">
                <a:solidFill>
                  <a:srgbClr val="000000"/>
                </a:solidFill>
                <a:effectLst/>
                <a:latin typeface="Fira Code" panose="020B0809050000020004" pitchFamily="49" charset="0"/>
              </a:rPr>
              <a:t>][</a:t>
            </a:r>
            <a:r>
              <a:rPr lang="en-US" sz="2000" b="0" noProof="0" dirty="0">
                <a:solidFill>
                  <a:srgbClr val="001080"/>
                </a:solidFill>
                <a:effectLst/>
                <a:latin typeface="Fira Code" panose="020B0809050000020004" pitchFamily="49" charset="0"/>
              </a:rPr>
              <a:t>j</a:t>
            </a:r>
            <a:r>
              <a:rPr lang="en-US" sz="2000" b="0" noProof="0" dirty="0">
                <a:solidFill>
                  <a:srgbClr val="000000"/>
                </a:solidFill>
                <a:effectLst/>
                <a:latin typeface="Fira Code" panose="020B0809050000020004" pitchFamily="49" charset="0"/>
              </a:rPr>
              <a:t>];</a:t>
            </a:r>
          </a:p>
        </p:txBody>
      </p:sp>
      <p:sp>
        <p:nvSpPr>
          <p:cNvPr id="8" name="TextBox 7">
            <a:extLst>
              <a:ext uri="{FF2B5EF4-FFF2-40B4-BE49-F238E27FC236}">
                <a16:creationId xmlns:a16="http://schemas.microsoft.com/office/drawing/2014/main" id="{9E2F7AA6-5F7F-99DE-465E-A4472E5548CB}"/>
              </a:ext>
            </a:extLst>
          </p:cNvPr>
          <p:cNvSpPr txBox="1"/>
          <p:nvPr>
            <p:custDataLst>
              <p:tags r:id="rId13"/>
            </p:custDataLst>
          </p:nvPr>
        </p:nvSpPr>
        <p:spPr>
          <a:xfrm>
            <a:off x="2565345" y="3678613"/>
            <a:ext cx="7109639" cy="1124282"/>
          </a:xfrm>
          <a:prstGeom prst="rect">
            <a:avLst/>
          </a:prstGeom>
          <a:noFill/>
          <a:ln>
            <a:solidFill>
              <a:schemeClr val="tx1"/>
            </a:solidFill>
          </a:ln>
        </p:spPr>
        <p:txBody>
          <a:bodyPr wrap="none">
            <a:spAutoFit/>
          </a:bodyPr>
          <a:lstStyle/>
          <a:p>
            <a:pPr>
              <a:lnSpc>
                <a:spcPct val="113095"/>
              </a:lnSpc>
              <a:buNone/>
            </a:pPr>
            <a:r>
              <a:rPr lang="en-US" sz="2000" b="0" noProof="0" dirty="0">
                <a:solidFill>
                  <a:srgbClr val="795E26"/>
                </a:solidFill>
                <a:effectLst/>
                <a:latin typeface="Fira Code" panose="020B0809050000020004" pitchFamily="49" charset="0"/>
              </a:rPr>
              <a:t>traverser</a:t>
            </a:r>
            <a:r>
              <a:rPr lang="en-US" sz="2000" b="0" noProof="0" dirty="0">
                <a:solidFill>
                  <a:srgbClr val="000000"/>
                </a:solidFill>
                <a:effectLst/>
                <a:latin typeface="Fira Code" panose="020B0809050000020004" pitchFamily="49" charset="0"/>
              </a:rPr>
              <a:t>(</a:t>
            </a:r>
            <a:r>
              <a:rPr lang="en-US" sz="2000" b="0" noProof="0" dirty="0">
                <a:solidFill>
                  <a:srgbClr val="001080"/>
                </a:solidFill>
                <a:effectLst/>
                <a:latin typeface="Fira Code" panose="020B0809050000020004" pitchFamily="49" charset="0"/>
              </a:rPr>
              <a:t>A</a:t>
            </a:r>
            <a:r>
              <a:rPr lang="en-US" sz="2000" b="0" noProof="0" dirty="0">
                <a:solidFill>
                  <a:srgbClr val="000000"/>
                </a:solidFill>
                <a:effectLst/>
                <a:latin typeface="Fira Code" panose="020B0809050000020004" pitchFamily="49" charset="0"/>
              </a:rPr>
              <a:t>, </a:t>
            </a:r>
            <a:r>
              <a:rPr lang="en-US" sz="2000" b="0" noProof="0" dirty="0">
                <a:solidFill>
                  <a:srgbClr val="001080"/>
                </a:solidFill>
                <a:effectLst/>
                <a:latin typeface="Fira Code" panose="020B0809050000020004" pitchFamily="49" charset="0"/>
              </a:rPr>
              <a:t>B</a:t>
            </a:r>
            <a:r>
              <a:rPr lang="en-US" sz="2000" b="0" noProof="0" dirty="0">
                <a:solidFill>
                  <a:srgbClr val="000000"/>
                </a:solidFill>
                <a:effectLst/>
                <a:latin typeface="Fira Code" panose="020B0809050000020004" pitchFamily="49" charset="0"/>
              </a:rPr>
              <a:t>, </a:t>
            </a:r>
            <a:r>
              <a:rPr lang="en-US" sz="2000" b="0" noProof="0" dirty="0">
                <a:solidFill>
                  <a:srgbClr val="001080"/>
                </a:solidFill>
                <a:effectLst/>
                <a:latin typeface="Fira Code" panose="020B0809050000020004" pitchFamily="49" charset="0"/>
              </a:rPr>
              <a:t>C</a:t>
            </a:r>
            <a:r>
              <a:rPr lang="en-US" sz="2000" b="0" noProof="0" dirty="0">
                <a:solidFill>
                  <a:srgbClr val="000000"/>
                </a:solidFill>
                <a:effectLst/>
                <a:latin typeface="Fira Code" panose="020B0809050000020004" pitchFamily="49" charset="0"/>
              </a:rPr>
              <a:t>).</a:t>
            </a:r>
            <a:r>
              <a:rPr lang="en-US" sz="2000" noProof="0" dirty="0">
                <a:solidFill>
                  <a:srgbClr val="795E26"/>
                </a:solidFill>
                <a:latin typeface="Fira Code" panose="020B0809050000020004" pitchFamily="49" charset="0"/>
              </a:rPr>
              <a:t>for_each</a:t>
            </a:r>
            <a:r>
              <a:rPr lang="en-US" sz="2000" b="0" noProof="0" dirty="0">
                <a:solidFill>
                  <a:srgbClr val="000000"/>
                </a:solidFill>
                <a:effectLst/>
                <a:latin typeface="Fira Code" panose="020B0809050000020004" pitchFamily="49" charset="0"/>
              </a:rPr>
              <a:t>([&amp;](</a:t>
            </a:r>
            <a:r>
              <a:rPr lang="en-US" sz="2000" b="0" noProof="0" dirty="0">
                <a:solidFill>
                  <a:srgbClr val="267F99"/>
                </a:solidFill>
                <a:effectLst/>
                <a:latin typeface="Fira Code" panose="020B0809050000020004" pitchFamily="49" charset="0"/>
              </a:rPr>
              <a:t>auto</a:t>
            </a:r>
            <a:r>
              <a:rPr lang="en-US" sz="2000" b="0" noProof="0" dirty="0">
                <a:solidFill>
                  <a:srgbClr val="000000"/>
                </a:solidFill>
                <a:effectLst/>
                <a:latin typeface="Fira Code" panose="020B0809050000020004" pitchFamily="49" charset="0"/>
              </a:rPr>
              <a:t> </a:t>
            </a:r>
            <a:r>
              <a:rPr lang="en-US" sz="2000" b="0" noProof="0" dirty="0">
                <a:solidFill>
                  <a:srgbClr val="001080"/>
                </a:solidFill>
                <a:effectLst/>
                <a:latin typeface="Fira Code" panose="020B0809050000020004" pitchFamily="49" charset="0"/>
              </a:rPr>
              <a:t>index</a:t>
            </a:r>
            <a:r>
              <a:rPr lang="en-US" sz="2000" b="0" noProof="0" dirty="0">
                <a:solidFill>
                  <a:srgbClr val="000000"/>
                </a:solidFill>
                <a:effectLst/>
                <a:latin typeface="Fira Code" panose="020B0809050000020004" pitchFamily="49" charset="0"/>
              </a:rPr>
              <a:t>) {</a:t>
            </a:r>
          </a:p>
          <a:p>
            <a:pPr>
              <a:lnSpc>
                <a:spcPct val="113095"/>
              </a:lnSpc>
              <a:buNone/>
            </a:pPr>
            <a:r>
              <a:rPr lang="en-US" sz="2000" b="0" noProof="0" dirty="0">
                <a:solidFill>
                  <a:srgbClr val="000000"/>
                </a:solidFill>
                <a:effectLst/>
                <a:latin typeface="Fira Code" panose="020B0809050000020004" pitchFamily="49" charset="0"/>
              </a:rPr>
              <a:t>    </a:t>
            </a:r>
            <a:r>
              <a:rPr lang="en-US" sz="2000" b="0" noProof="0" dirty="0">
                <a:solidFill>
                  <a:srgbClr val="001080"/>
                </a:solidFill>
                <a:effectLst/>
                <a:latin typeface="Fira Code" panose="020B0809050000020004" pitchFamily="49" charset="0"/>
              </a:rPr>
              <a:t>C</a:t>
            </a:r>
            <a:r>
              <a:rPr lang="en-US" sz="2000" b="0" noProof="0" dirty="0">
                <a:solidFill>
                  <a:srgbClr val="000000"/>
                </a:solidFill>
                <a:effectLst/>
                <a:latin typeface="Fira Code" panose="020B0809050000020004" pitchFamily="49" charset="0"/>
              </a:rPr>
              <a:t>[</a:t>
            </a:r>
            <a:r>
              <a:rPr lang="en-US" sz="2000" b="0" noProof="0" dirty="0">
                <a:solidFill>
                  <a:srgbClr val="001080"/>
                </a:solidFill>
                <a:effectLst/>
                <a:latin typeface="Fira Code" panose="020B0809050000020004" pitchFamily="49" charset="0"/>
              </a:rPr>
              <a:t>index</a:t>
            </a:r>
            <a:r>
              <a:rPr lang="en-US" sz="2000" b="0" noProof="0" dirty="0">
                <a:solidFill>
                  <a:srgbClr val="000000"/>
                </a:solidFill>
                <a:effectLst/>
                <a:latin typeface="Fira Code" panose="020B0809050000020004" pitchFamily="49" charset="0"/>
              </a:rPr>
              <a:t>] += </a:t>
            </a:r>
            <a:r>
              <a:rPr lang="en-US" sz="2000" b="0" noProof="0" dirty="0">
                <a:solidFill>
                  <a:srgbClr val="001080"/>
                </a:solidFill>
                <a:effectLst/>
                <a:latin typeface="Fira Code" panose="020B0809050000020004" pitchFamily="49" charset="0"/>
              </a:rPr>
              <a:t>A</a:t>
            </a:r>
            <a:r>
              <a:rPr lang="en-US" sz="2000" b="0" noProof="0" dirty="0">
                <a:solidFill>
                  <a:srgbClr val="000000"/>
                </a:solidFill>
                <a:effectLst/>
                <a:latin typeface="Fira Code" panose="020B0809050000020004" pitchFamily="49" charset="0"/>
              </a:rPr>
              <a:t>[</a:t>
            </a:r>
            <a:r>
              <a:rPr lang="en-US" sz="2000" b="0" noProof="0" dirty="0">
                <a:solidFill>
                  <a:srgbClr val="001080"/>
                </a:solidFill>
                <a:effectLst/>
                <a:latin typeface="Fira Code" panose="020B0809050000020004" pitchFamily="49" charset="0"/>
              </a:rPr>
              <a:t>index</a:t>
            </a:r>
            <a:r>
              <a:rPr lang="en-US" sz="2000" b="0" noProof="0" dirty="0">
                <a:solidFill>
                  <a:srgbClr val="000000"/>
                </a:solidFill>
                <a:effectLst/>
                <a:latin typeface="Fira Code" panose="020B0809050000020004" pitchFamily="49" charset="0"/>
              </a:rPr>
              <a:t>] * </a:t>
            </a:r>
            <a:r>
              <a:rPr lang="en-US" sz="2000" b="0" noProof="0" dirty="0">
                <a:solidFill>
                  <a:srgbClr val="001080"/>
                </a:solidFill>
                <a:effectLst/>
                <a:latin typeface="Fira Code" panose="020B0809050000020004" pitchFamily="49" charset="0"/>
              </a:rPr>
              <a:t>B</a:t>
            </a:r>
            <a:r>
              <a:rPr lang="en-US" sz="2000" b="0" noProof="0" dirty="0">
                <a:solidFill>
                  <a:srgbClr val="000000"/>
                </a:solidFill>
                <a:effectLst/>
                <a:latin typeface="Fira Code" panose="020B0809050000020004" pitchFamily="49" charset="0"/>
              </a:rPr>
              <a:t>[</a:t>
            </a:r>
            <a:r>
              <a:rPr lang="en-US" sz="2000" b="0" noProof="0" dirty="0">
                <a:solidFill>
                  <a:srgbClr val="001080"/>
                </a:solidFill>
                <a:effectLst/>
                <a:latin typeface="Fira Code" panose="020B0809050000020004" pitchFamily="49" charset="0"/>
              </a:rPr>
              <a:t>index</a:t>
            </a:r>
            <a:r>
              <a:rPr lang="en-US" sz="2000" b="0" noProof="0" dirty="0">
                <a:solidFill>
                  <a:srgbClr val="000000"/>
                </a:solidFill>
                <a:effectLst/>
                <a:latin typeface="Fira Code" panose="020B0809050000020004" pitchFamily="49" charset="0"/>
              </a:rPr>
              <a:t>];</a:t>
            </a:r>
          </a:p>
          <a:p>
            <a:pPr>
              <a:lnSpc>
                <a:spcPct val="113095"/>
              </a:lnSpc>
              <a:buNone/>
            </a:pPr>
            <a:r>
              <a:rPr lang="en-US" sz="2000" b="0" noProof="0" dirty="0">
                <a:solidFill>
                  <a:srgbClr val="000000"/>
                </a:solidFill>
                <a:effectLst/>
                <a:latin typeface="Fira Code" panose="020B0809050000020004" pitchFamily="49" charset="0"/>
              </a:rPr>
              <a:t>});</a:t>
            </a:r>
          </a:p>
        </p:txBody>
      </p:sp>
      <p:grpSp>
        <p:nvGrpSpPr>
          <p:cNvPr id="182" name="Group 181">
            <a:extLst>
              <a:ext uri="{FF2B5EF4-FFF2-40B4-BE49-F238E27FC236}">
                <a16:creationId xmlns:a16="http://schemas.microsoft.com/office/drawing/2014/main" id="{55E44A02-900A-CE23-2B9A-A1AC40B14A06}"/>
              </a:ext>
            </a:extLst>
          </p:cNvPr>
          <p:cNvGrpSpPr/>
          <p:nvPr>
            <p:custDataLst>
              <p:tags r:id="rId14"/>
            </p:custDataLst>
          </p:nvPr>
        </p:nvGrpSpPr>
        <p:grpSpPr>
          <a:xfrm>
            <a:off x="328569" y="1596409"/>
            <a:ext cx="4003009" cy="1832591"/>
            <a:chOff x="1106463" y="1862333"/>
            <a:chExt cx="4003009" cy="1832591"/>
          </a:xfrm>
        </p:grpSpPr>
        <p:sp>
          <p:nvSpPr>
            <p:cNvPr id="181" name="Rectangle 180">
              <a:extLst>
                <a:ext uri="{FF2B5EF4-FFF2-40B4-BE49-F238E27FC236}">
                  <a16:creationId xmlns:a16="http://schemas.microsoft.com/office/drawing/2014/main" id="{2162B464-D86A-47B9-02C3-76C1BCAF74E6}"/>
                </a:ext>
              </a:extLst>
            </p:cNvPr>
            <p:cNvSpPr/>
            <p:nvPr/>
          </p:nvSpPr>
          <p:spPr>
            <a:xfrm>
              <a:off x="1174826" y="1909733"/>
              <a:ext cx="3934646" cy="1705003"/>
            </a:xfrm>
            <a:prstGeom prst="rect">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000" noProof="0" dirty="0"/>
            </a:p>
          </p:txBody>
        </p:sp>
        <p:grpSp>
          <p:nvGrpSpPr>
            <p:cNvPr id="180" name="Group 179">
              <a:extLst>
                <a:ext uri="{FF2B5EF4-FFF2-40B4-BE49-F238E27FC236}">
                  <a16:creationId xmlns:a16="http://schemas.microsoft.com/office/drawing/2014/main" id="{6C8158FA-BF04-B836-6345-E003D8A64948}"/>
                </a:ext>
              </a:extLst>
            </p:cNvPr>
            <p:cNvGrpSpPr/>
            <p:nvPr/>
          </p:nvGrpSpPr>
          <p:grpSpPr>
            <a:xfrm>
              <a:off x="1106463" y="1862333"/>
              <a:ext cx="3955707" cy="1832591"/>
              <a:chOff x="37909" y="1664560"/>
              <a:chExt cx="5395542" cy="2499634"/>
            </a:xfrm>
          </p:grpSpPr>
          <p:grpSp>
            <p:nvGrpSpPr>
              <p:cNvPr id="159" name="Group 158">
                <a:extLst>
                  <a:ext uri="{FF2B5EF4-FFF2-40B4-BE49-F238E27FC236}">
                    <a16:creationId xmlns:a16="http://schemas.microsoft.com/office/drawing/2014/main" id="{414EBBB8-234A-574C-E129-278C9228AE06}"/>
                  </a:ext>
                </a:extLst>
              </p:cNvPr>
              <p:cNvGrpSpPr/>
              <p:nvPr/>
            </p:nvGrpSpPr>
            <p:grpSpPr>
              <a:xfrm>
                <a:off x="1986005" y="2286000"/>
                <a:ext cx="1524000" cy="1143000"/>
                <a:chOff x="1485283" y="2286000"/>
                <a:chExt cx="1524000" cy="1143000"/>
              </a:xfrm>
            </p:grpSpPr>
            <p:sp>
              <p:nvSpPr>
                <p:cNvPr id="79" name="Rectangle 78">
                  <a:extLst>
                    <a:ext uri="{FF2B5EF4-FFF2-40B4-BE49-F238E27FC236}">
                      <a16:creationId xmlns:a16="http://schemas.microsoft.com/office/drawing/2014/main" id="{50079027-377A-0D56-8EED-00C46E3359ED}"/>
                    </a:ext>
                  </a:extLst>
                </p:cNvPr>
                <p:cNvSpPr/>
                <p:nvPr/>
              </p:nvSpPr>
              <p:spPr>
                <a:xfrm>
                  <a:off x="1485283" y="2286000"/>
                  <a:ext cx="381000" cy="381000"/>
                </a:xfrm>
                <a:prstGeom prst="rect">
                  <a:avLst/>
                </a:prstGeom>
                <a:solidFill>
                  <a:srgbClr val="F8CECC"/>
                </a:solidFill>
                <a:ln w="9525" cap="flat">
                  <a:solidFill>
                    <a:srgbClr val="B85450"/>
                  </a:solidFill>
                  <a:prstDash val="solid"/>
                  <a:miter/>
                </a:ln>
              </p:spPr>
              <p:txBody>
                <a:bodyPr/>
                <a:lstStyle/>
                <a:p>
                  <a:endParaRPr lang="en-US" sz="2000" noProof="0" dirty="0"/>
                </a:p>
              </p:txBody>
            </p:sp>
            <p:sp>
              <p:nvSpPr>
                <p:cNvPr id="81" name="Rectangle 80">
                  <a:extLst>
                    <a:ext uri="{FF2B5EF4-FFF2-40B4-BE49-F238E27FC236}">
                      <a16:creationId xmlns:a16="http://schemas.microsoft.com/office/drawing/2014/main" id="{C341F50F-8363-1E45-8923-E81E0F5B31C2}"/>
                    </a:ext>
                  </a:extLst>
                </p:cNvPr>
                <p:cNvSpPr/>
                <p:nvPr/>
              </p:nvSpPr>
              <p:spPr>
                <a:xfrm>
                  <a:off x="1866283" y="2286000"/>
                  <a:ext cx="381000" cy="381000"/>
                </a:xfrm>
                <a:prstGeom prst="rect">
                  <a:avLst/>
                </a:prstGeom>
                <a:solidFill>
                  <a:srgbClr val="F8CECC"/>
                </a:solidFill>
                <a:ln w="9525" cap="flat">
                  <a:solidFill>
                    <a:srgbClr val="B85450"/>
                  </a:solidFill>
                  <a:prstDash val="solid"/>
                  <a:miter/>
                </a:ln>
              </p:spPr>
              <p:txBody>
                <a:bodyPr/>
                <a:lstStyle/>
                <a:p>
                  <a:endParaRPr lang="en-US" sz="2000" noProof="0" dirty="0"/>
                </a:p>
              </p:txBody>
            </p:sp>
            <p:sp>
              <p:nvSpPr>
                <p:cNvPr id="83" name="Rectangle 82">
                  <a:extLst>
                    <a:ext uri="{FF2B5EF4-FFF2-40B4-BE49-F238E27FC236}">
                      <a16:creationId xmlns:a16="http://schemas.microsoft.com/office/drawing/2014/main" id="{889C340E-7178-DC8E-7370-24941D202A24}"/>
                    </a:ext>
                  </a:extLst>
                </p:cNvPr>
                <p:cNvSpPr/>
                <p:nvPr/>
              </p:nvSpPr>
              <p:spPr>
                <a:xfrm>
                  <a:off x="2247283" y="2286000"/>
                  <a:ext cx="381000" cy="381000"/>
                </a:xfrm>
                <a:prstGeom prst="rect">
                  <a:avLst/>
                </a:prstGeom>
                <a:solidFill>
                  <a:srgbClr val="F8CECC"/>
                </a:solidFill>
                <a:ln w="9525" cap="flat">
                  <a:solidFill>
                    <a:srgbClr val="B85450"/>
                  </a:solidFill>
                  <a:prstDash val="solid"/>
                  <a:miter/>
                </a:ln>
              </p:spPr>
              <p:txBody>
                <a:bodyPr/>
                <a:lstStyle/>
                <a:p>
                  <a:endParaRPr lang="en-US" sz="2000" noProof="0" dirty="0"/>
                </a:p>
              </p:txBody>
            </p:sp>
            <p:sp>
              <p:nvSpPr>
                <p:cNvPr id="85" name="Rectangle 84">
                  <a:extLst>
                    <a:ext uri="{FF2B5EF4-FFF2-40B4-BE49-F238E27FC236}">
                      <a16:creationId xmlns:a16="http://schemas.microsoft.com/office/drawing/2014/main" id="{A2295BDB-D0D2-2060-2DE1-A027439DF75B}"/>
                    </a:ext>
                  </a:extLst>
                </p:cNvPr>
                <p:cNvSpPr/>
                <p:nvPr/>
              </p:nvSpPr>
              <p:spPr>
                <a:xfrm>
                  <a:off x="2628283" y="2286000"/>
                  <a:ext cx="381000" cy="381000"/>
                </a:xfrm>
                <a:prstGeom prst="rect">
                  <a:avLst/>
                </a:prstGeom>
                <a:solidFill>
                  <a:srgbClr val="F8CECC"/>
                </a:solidFill>
                <a:ln w="9525" cap="flat">
                  <a:solidFill>
                    <a:srgbClr val="B85450"/>
                  </a:solidFill>
                  <a:prstDash val="solid"/>
                  <a:miter/>
                </a:ln>
              </p:spPr>
              <p:txBody>
                <a:bodyPr/>
                <a:lstStyle/>
                <a:p>
                  <a:endParaRPr lang="en-US" sz="2000" noProof="0" dirty="0"/>
                </a:p>
              </p:txBody>
            </p:sp>
            <p:sp>
              <p:nvSpPr>
                <p:cNvPr id="87" name="Rectangle 86">
                  <a:extLst>
                    <a:ext uri="{FF2B5EF4-FFF2-40B4-BE49-F238E27FC236}">
                      <a16:creationId xmlns:a16="http://schemas.microsoft.com/office/drawing/2014/main" id="{684EBD2F-A037-CFF5-7635-EBB7B7DB1CD4}"/>
                    </a:ext>
                  </a:extLst>
                </p:cNvPr>
                <p:cNvSpPr/>
                <p:nvPr/>
              </p:nvSpPr>
              <p:spPr>
                <a:xfrm>
                  <a:off x="1485283" y="2667000"/>
                  <a:ext cx="381000" cy="381000"/>
                </a:xfrm>
                <a:prstGeom prst="rect">
                  <a:avLst/>
                </a:prstGeom>
                <a:solidFill>
                  <a:srgbClr val="F8CECC"/>
                </a:solidFill>
                <a:ln w="9525" cap="flat">
                  <a:solidFill>
                    <a:srgbClr val="B85450"/>
                  </a:solidFill>
                  <a:prstDash val="solid"/>
                  <a:miter/>
                </a:ln>
              </p:spPr>
              <p:txBody>
                <a:bodyPr/>
                <a:lstStyle/>
                <a:p>
                  <a:endParaRPr lang="en-US" sz="2000" noProof="0" dirty="0"/>
                </a:p>
              </p:txBody>
            </p:sp>
            <p:sp>
              <p:nvSpPr>
                <p:cNvPr id="89" name="Rectangle 88">
                  <a:extLst>
                    <a:ext uri="{FF2B5EF4-FFF2-40B4-BE49-F238E27FC236}">
                      <a16:creationId xmlns:a16="http://schemas.microsoft.com/office/drawing/2014/main" id="{F7058789-0C71-4093-964C-065E9DAA1B5F}"/>
                    </a:ext>
                  </a:extLst>
                </p:cNvPr>
                <p:cNvSpPr/>
                <p:nvPr/>
              </p:nvSpPr>
              <p:spPr>
                <a:xfrm>
                  <a:off x="1866283" y="2667000"/>
                  <a:ext cx="381000" cy="381000"/>
                </a:xfrm>
                <a:prstGeom prst="rect">
                  <a:avLst/>
                </a:prstGeom>
                <a:solidFill>
                  <a:srgbClr val="F8CECC"/>
                </a:solidFill>
                <a:ln w="9525" cap="flat">
                  <a:solidFill>
                    <a:srgbClr val="B85450"/>
                  </a:solidFill>
                  <a:prstDash val="solid"/>
                  <a:miter/>
                </a:ln>
              </p:spPr>
              <p:txBody>
                <a:bodyPr/>
                <a:lstStyle/>
                <a:p>
                  <a:endParaRPr lang="en-US" sz="2000" noProof="0" dirty="0"/>
                </a:p>
              </p:txBody>
            </p:sp>
            <p:sp>
              <p:nvSpPr>
                <p:cNvPr id="91" name="Rectangle 90">
                  <a:extLst>
                    <a:ext uri="{FF2B5EF4-FFF2-40B4-BE49-F238E27FC236}">
                      <a16:creationId xmlns:a16="http://schemas.microsoft.com/office/drawing/2014/main" id="{6EA4D36E-18DE-0BCE-A502-A7D295509793}"/>
                    </a:ext>
                  </a:extLst>
                </p:cNvPr>
                <p:cNvSpPr/>
                <p:nvPr/>
              </p:nvSpPr>
              <p:spPr>
                <a:xfrm>
                  <a:off x="2247283" y="2667000"/>
                  <a:ext cx="381000" cy="381000"/>
                </a:xfrm>
                <a:prstGeom prst="rect">
                  <a:avLst/>
                </a:prstGeom>
                <a:solidFill>
                  <a:srgbClr val="F8CECC"/>
                </a:solidFill>
                <a:ln w="9525" cap="flat">
                  <a:solidFill>
                    <a:srgbClr val="B85450"/>
                  </a:solidFill>
                  <a:prstDash val="solid"/>
                  <a:miter/>
                </a:ln>
              </p:spPr>
              <p:txBody>
                <a:bodyPr/>
                <a:lstStyle/>
                <a:p>
                  <a:endParaRPr lang="en-US" sz="2000" noProof="0" dirty="0"/>
                </a:p>
              </p:txBody>
            </p:sp>
            <p:sp>
              <p:nvSpPr>
                <p:cNvPr id="93" name="Rectangle 92">
                  <a:extLst>
                    <a:ext uri="{FF2B5EF4-FFF2-40B4-BE49-F238E27FC236}">
                      <a16:creationId xmlns:a16="http://schemas.microsoft.com/office/drawing/2014/main" id="{DDB0F9C4-12F3-C24D-F5AD-2DA2D3F86912}"/>
                    </a:ext>
                  </a:extLst>
                </p:cNvPr>
                <p:cNvSpPr/>
                <p:nvPr/>
              </p:nvSpPr>
              <p:spPr>
                <a:xfrm>
                  <a:off x="2628283" y="2667000"/>
                  <a:ext cx="381000" cy="381000"/>
                </a:xfrm>
                <a:prstGeom prst="rect">
                  <a:avLst/>
                </a:prstGeom>
                <a:solidFill>
                  <a:srgbClr val="F8CECC"/>
                </a:solidFill>
                <a:ln w="9525" cap="flat">
                  <a:solidFill>
                    <a:srgbClr val="B85450"/>
                  </a:solidFill>
                  <a:prstDash val="solid"/>
                  <a:miter/>
                </a:ln>
              </p:spPr>
              <p:txBody>
                <a:bodyPr/>
                <a:lstStyle/>
                <a:p>
                  <a:endParaRPr lang="en-US" sz="2000" noProof="0" dirty="0"/>
                </a:p>
              </p:txBody>
            </p:sp>
            <p:sp>
              <p:nvSpPr>
                <p:cNvPr id="95" name="Rectangle 94">
                  <a:extLst>
                    <a:ext uri="{FF2B5EF4-FFF2-40B4-BE49-F238E27FC236}">
                      <a16:creationId xmlns:a16="http://schemas.microsoft.com/office/drawing/2014/main" id="{D4DD1CD8-2470-7487-2E6E-F817302558F9}"/>
                    </a:ext>
                  </a:extLst>
                </p:cNvPr>
                <p:cNvSpPr/>
                <p:nvPr/>
              </p:nvSpPr>
              <p:spPr>
                <a:xfrm>
                  <a:off x="1485283" y="3048000"/>
                  <a:ext cx="381000" cy="381000"/>
                </a:xfrm>
                <a:prstGeom prst="rect">
                  <a:avLst/>
                </a:prstGeom>
                <a:solidFill>
                  <a:srgbClr val="F8CECC"/>
                </a:solidFill>
                <a:ln w="9525" cap="flat">
                  <a:solidFill>
                    <a:srgbClr val="B85450"/>
                  </a:solidFill>
                  <a:prstDash val="solid"/>
                  <a:miter/>
                </a:ln>
              </p:spPr>
              <p:txBody>
                <a:bodyPr/>
                <a:lstStyle/>
                <a:p>
                  <a:endParaRPr lang="en-US" sz="2000" noProof="0" dirty="0"/>
                </a:p>
              </p:txBody>
            </p:sp>
            <p:sp>
              <p:nvSpPr>
                <p:cNvPr id="97" name="Rectangle 96">
                  <a:extLst>
                    <a:ext uri="{FF2B5EF4-FFF2-40B4-BE49-F238E27FC236}">
                      <a16:creationId xmlns:a16="http://schemas.microsoft.com/office/drawing/2014/main" id="{36F0AF8A-2C80-C539-F256-FB33FA65DEA6}"/>
                    </a:ext>
                  </a:extLst>
                </p:cNvPr>
                <p:cNvSpPr/>
                <p:nvPr/>
              </p:nvSpPr>
              <p:spPr>
                <a:xfrm>
                  <a:off x="1866283" y="3048000"/>
                  <a:ext cx="381000" cy="381000"/>
                </a:xfrm>
                <a:prstGeom prst="rect">
                  <a:avLst/>
                </a:prstGeom>
                <a:solidFill>
                  <a:srgbClr val="F8CECC"/>
                </a:solidFill>
                <a:ln w="9525" cap="flat">
                  <a:solidFill>
                    <a:srgbClr val="B85450"/>
                  </a:solidFill>
                  <a:prstDash val="solid"/>
                  <a:miter/>
                </a:ln>
              </p:spPr>
              <p:txBody>
                <a:bodyPr/>
                <a:lstStyle/>
                <a:p>
                  <a:endParaRPr lang="en-US" sz="2000" noProof="0" dirty="0"/>
                </a:p>
              </p:txBody>
            </p:sp>
            <p:sp>
              <p:nvSpPr>
                <p:cNvPr id="99" name="Rectangle 98">
                  <a:extLst>
                    <a:ext uri="{FF2B5EF4-FFF2-40B4-BE49-F238E27FC236}">
                      <a16:creationId xmlns:a16="http://schemas.microsoft.com/office/drawing/2014/main" id="{DF403CFD-DEA2-D2C9-0991-1EFCB8947EC3}"/>
                    </a:ext>
                  </a:extLst>
                </p:cNvPr>
                <p:cNvSpPr/>
                <p:nvPr/>
              </p:nvSpPr>
              <p:spPr>
                <a:xfrm>
                  <a:off x="2247283" y="3048000"/>
                  <a:ext cx="381000" cy="381000"/>
                </a:xfrm>
                <a:prstGeom prst="rect">
                  <a:avLst/>
                </a:prstGeom>
                <a:solidFill>
                  <a:srgbClr val="F8CECC"/>
                </a:solidFill>
                <a:ln w="9525" cap="flat">
                  <a:solidFill>
                    <a:srgbClr val="B85450"/>
                  </a:solidFill>
                  <a:prstDash val="solid"/>
                  <a:miter/>
                </a:ln>
              </p:spPr>
              <p:txBody>
                <a:bodyPr/>
                <a:lstStyle/>
                <a:p>
                  <a:endParaRPr lang="en-US" sz="2000" noProof="0" dirty="0"/>
                </a:p>
              </p:txBody>
            </p:sp>
            <p:sp>
              <p:nvSpPr>
                <p:cNvPr id="101" name="Rectangle 100">
                  <a:extLst>
                    <a:ext uri="{FF2B5EF4-FFF2-40B4-BE49-F238E27FC236}">
                      <a16:creationId xmlns:a16="http://schemas.microsoft.com/office/drawing/2014/main" id="{DF46E15B-473F-7866-7C35-B6501FF8CAE6}"/>
                    </a:ext>
                  </a:extLst>
                </p:cNvPr>
                <p:cNvSpPr/>
                <p:nvPr/>
              </p:nvSpPr>
              <p:spPr>
                <a:xfrm>
                  <a:off x="2628283" y="3048000"/>
                  <a:ext cx="381000" cy="381000"/>
                </a:xfrm>
                <a:prstGeom prst="rect">
                  <a:avLst/>
                </a:prstGeom>
                <a:solidFill>
                  <a:srgbClr val="F8CECC"/>
                </a:solidFill>
                <a:ln w="9525" cap="flat">
                  <a:solidFill>
                    <a:srgbClr val="B85450"/>
                  </a:solidFill>
                  <a:prstDash val="solid"/>
                  <a:miter/>
                </a:ln>
              </p:spPr>
              <p:txBody>
                <a:bodyPr/>
                <a:lstStyle/>
                <a:p>
                  <a:endParaRPr lang="en-US" sz="2000" noProof="0" dirty="0"/>
                </a:p>
              </p:txBody>
            </p:sp>
          </p:grpSp>
          <p:grpSp>
            <p:nvGrpSpPr>
              <p:cNvPr id="160" name="Group 159">
                <a:extLst>
                  <a:ext uri="{FF2B5EF4-FFF2-40B4-BE49-F238E27FC236}">
                    <a16:creationId xmlns:a16="http://schemas.microsoft.com/office/drawing/2014/main" id="{985BB3A7-1EBB-ACBF-0F3A-66F8C8BF504B}"/>
                  </a:ext>
                </a:extLst>
              </p:cNvPr>
              <p:cNvGrpSpPr/>
              <p:nvPr/>
            </p:nvGrpSpPr>
            <p:grpSpPr>
              <a:xfrm>
                <a:off x="507500" y="2097603"/>
                <a:ext cx="1143000" cy="1524000"/>
                <a:chOff x="151783" y="2071688"/>
                <a:chExt cx="1143000" cy="1524000"/>
              </a:xfrm>
            </p:grpSpPr>
            <p:sp>
              <p:nvSpPr>
                <p:cNvPr id="103" name="Rectangle 102">
                  <a:extLst>
                    <a:ext uri="{FF2B5EF4-FFF2-40B4-BE49-F238E27FC236}">
                      <a16:creationId xmlns:a16="http://schemas.microsoft.com/office/drawing/2014/main" id="{57D7E4B5-4F4E-61EB-9917-FA056266081A}"/>
                    </a:ext>
                  </a:extLst>
                </p:cNvPr>
                <p:cNvSpPr/>
                <p:nvPr/>
              </p:nvSpPr>
              <p:spPr>
                <a:xfrm>
                  <a:off x="151783" y="2071688"/>
                  <a:ext cx="381000" cy="381000"/>
                </a:xfrm>
                <a:prstGeom prst="rect">
                  <a:avLst/>
                </a:prstGeom>
                <a:solidFill>
                  <a:srgbClr val="D5E8D4"/>
                </a:solidFill>
                <a:ln w="9525" cap="flat">
                  <a:solidFill>
                    <a:srgbClr val="82B366"/>
                  </a:solidFill>
                  <a:prstDash val="solid"/>
                  <a:miter/>
                </a:ln>
              </p:spPr>
              <p:txBody>
                <a:bodyPr/>
                <a:lstStyle/>
                <a:p>
                  <a:endParaRPr lang="en-US" sz="2000" noProof="0" dirty="0"/>
                </a:p>
              </p:txBody>
            </p:sp>
            <p:sp>
              <p:nvSpPr>
                <p:cNvPr id="105" name="Rectangle 104">
                  <a:extLst>
                    <a:ext uri="{FF2B5EF4-FFF2-40B4-BE49-F238E27FC236}">
                      <a16:creationId xmlns:a16="http://schemas.microsoft.com/office/drawing/2014/main" id="{7D00D5EA-0890-B00D-950A-65D287102D6E}"/>
                    </a:ext>
                  </a:extLst>
                </p:cNvPr>
                <p:cNvSpPr/>
                <p:nvPr/>
              </p:nvSpPr>
              <p:spPr>
                <a:xfrm>
                  <a:off x="532783" y="2071688"/>
                  <a:ext cx="381000" cy="381000"/>
                </a:xfrm>
                <a:prstGeom prst="rect">
                  <a:avLst/>
                </a:prstGeom>
                <a:solidFill>
                  <a:srgbClr val="D5E8D4"/>
                </a:solidFill>
                <a:ln w="9525" cap="flat">
                  <a:solidFill>
                    <a:srgbClr val="82B366"/>
                  </a:solidFill>
                  <a:prstDash val="solid"/>
                  <a:miter/>
                </a:ln>
              </p:spPr>
              <p:txBody>
                <a:bodyPr/>
                <a:lstStyle/>
                <a:p>
                  <a:endParaRPr lang="en-US" sz="2000" noProof="0" dirty="0"/>
                </a:p>
              </p:txBody>
            </p:sp>
            <p:sp>
              <p:nvSpPr>
                <p:cNvPr id="107" name="Rectangle 106">
                  <a:extLst>
                    <a:ext uri="{FF2B5EF4-FFF2-40B4-BE49-F238E27FC236}">
                      <a16:creationId xmlns:a16="http://schemas.microsoft.com/office/drawing/2014/main" id="{E0F57E46-66C8-7625-7F07-D56FDB9F482A}"/>
                    </a:ext>
                  </a:extLst>
                </p:cNvPr>
                <p:cNvSpPr/>
                <p:nvPr/>
              </p:nvSpPr>
              <p:spPr>
                <a:xfrm>
                  <a:off x="913783" y="2071688"/>
                  <a:ext cx="381000" cy="381000"/>
                </a:xfrm>
                <a:prstGeom prst="rect">
                  <a:avLst/>
                </a:prstGeom>
                <a:solidFill>
                  <a:srgbClr val="D5E8D4"/>
                </a:solidFill>
                <a:ln w="9525" cap="flat">
                  <a:solidFill>
                    <a:srgbClr val="82B366"/>
                  </a:solidFill>
                  <a:prstDash val="solid"/>
                  <a:miter/>
                </a:ln>
              </p:spPr>
              <p:txBody>
                <a:bodyPr/>
                <a:lstStyle/>
                <a:p>
                  <a:endParaRPr lang="en-US" sz="2000" noProof="0" dirty="0"/>
                </a:p>
              </p:txBody>
            </p:sp>
            <p:sp>
              <p:nvSpPr>
                <p:cNvPr id="109" name="Rectangle 108">
                  <a:extLst>
                    <a:ext uri="{FF2B5EF4-FFF2-40B4-BE49-F238E27FC236}">
                      <a16:creationId xmlns:a16="http://schemas.microsoft.com/office/drawing/2014/main" id="{CB1BEEBA-CE4B-423A-DC35-65C4358F6391}"/>
                    </a:ext>
                  </a:extLst>
                </p:cNvPr>
                <p:cNvSpPr/>
                <p:nvPr/>
              </p:nvSpPr>
              <p:spPr>
                <a:xfrm>
                  <a:off x="151783" y="2452688"/>
                  <a:ext cx="381000" cy="381000"/>
                </a:xfrm>
                <a:prstGeom prst="rect">
                  <a:avLst/>
                </a:prstGeom>
                <a:solidFill>
                  <a:srgbClr val="D5E8D4"/>
                </a:solidFill>
                <a:ln w="9525" cap="flat">
                  <a:solidFill>
                    <a:srgbClr val="82B366"/>
                  </a:solidFill>
                  <a:prstDash val="solid"/>
                  <a:miter/>
                </a:ln>
              </p:spPr>
              <p:txBody>
                <a:bodyPr/>
                <a:lstStyle/>
                <a:p>
                  <a:endParaRPr lang="en-US" sz="2000" noProof="0" dirty="0"/>
                </a:p>
              </p:txBody>
            </p:sp>
            <p:sp>
              <p:nvSpPr>
                <p:cNvPr id="111" name="Rectangle 110">
                  <a:extLst>
                    <a:ext uri="{FF2B5EF4-FFF2-40B4-BE49-F238E27FC236}">
                      <a16:creationId xmlns:a16="http://schemas.microsoft.com/office/drawing/2014/main" id="{FC11DB9F-16D5-1A9C-AEDB-D1E85ED32A85}"/>
                    </a:ext>
                  </a:extLst>
                </p:cNvPr>
                <p:cNvSpPr/>
                <p:nvPr/>
              </p:nvSpPr>
              <p:spPr>
                <a:xfrm>
                  <a:off x="532783" y="2452688"/>
                  <a:ext cx="381000" cy="381000"/>
                </a:xfrm>
                <a:prstGeom prst="rect">
                  <a:avLst/>
                </a:prstGeom>
                <a:solidFill>
                  <a:srgbClr val="D5E8D4"/>
                </a:solidFill>
                <a:ln w="9525" cap="flat">
                  <a:solidFill>
                    <a:srgbClr val="82B366"/>
                  </a:solidFill>
                  <a:prstDash val="solid"/>
                  <a:miter/>
                </a:ln>
              </p:spPr>
              <p:txBody>
                <a:bodyPr/>
                <a:lstStyle/>
                <a:p>
                  <a:endParaRPr lang="en-US" sz="2000" noProof="0" dirty="0"/>
                </a:p>
              </p:txBody>
            </p:sp>
            <p:sp>
              <p:nvSpPr>
                <p:cNvPr id="113" name="Rectangle 112">
                  <a:extLst>
                    <a:ext uri="{FF2B5EF4-FFF2-40B4-BE49-F238E27FC236}">
                      <a16:creationId xmlns:a16="http://schemas.microsoft.com/office/drawing/2014/main" id="{150D4BBF-8286-2145-EB28-1DB5276D1C81}"/>
                    </a:ext>
                  </a:extLst>
                </p:cNvPr>
                <p:cNvSpPr/>
                <p:nvPr/>
              </p:nvSpPr>
              <p:spPr>
                <a:xfrm>
                  <a:off x="913783" y="2452688"/>
                  <a:ext cx="381000" cy="381000"/>
                </a:xfrm>
                <a:prstGeom prst="rect">
                  <a:avLst/>
                </a:prstGeom>
                <a:solidFill>
                  <a:srgbClr val="D5E8D4"/>
                </a:solidFill>
                <a:ln w="9525" cap="flat">
                  <a:solidFill>
                    <a:srgbClr val="82B366"/>
                  </a:solidFill>
                  <a:prstDash val="solid"/>
                  <a:miter/>
                </a:ln>
              </p:spPr>
              <p:txBody>
                <a:bodyPr/>
                <a:lstStyle/>
                <a:p>
                  <a:endParaRPr lang="en-US" sz="2000" noProof="0" dirty="0"/>
                </a:p>
              </p:txBody>
            </p:sp>
            <p:sp>
              <p:nvSpPr>
                <p:cNvPr id="115" name="Rectangle 114">
                  <a:extLst>
                    <a:ext uri="{FF2B5EF4-FFF2-40B4-BE49-F238E27FC236}">
                      <a16:creationId xmlns:a16="http://schemas.microsoft.com/office/drawing/2014/main" id="{CABABF41-024D-E218-43D9-15A612557742}"/>
                    </a:ext>
                  </a:extLst>
                </p:cNvPr>
                <p:cNvSpPr/>
                <p:nvPr/>
              </p:nvSpPr>
              <p:spPr>
                <a:xfrm>
                  <a:off x="151783" y="2833688"/>
                  <a:ext cx="381000" cy="381000"/>
                </a:xfrm>
                <a:prstGeom prst="rect">
                  <a:avLst/>
                </a:prstGeom>
                <a:solidFill>
                  <a:srgbClr val="D5E8D4"/>
                </a:solidFill>
                <a:ln w="9525" cap="flat">
                  <a:solidFill>
                    <a:srgbClr val="82B366"/>
                  </a:solidFill>
                  <a:prstDash val="solid"/>
                  <a:miter/>
                </a:ln>
              </p:spPr>
              <p:txBody>
                <a:bodyPr/>
                <a:lstStyle/>
                <a:p>
                  <a:endParaRPr lang="en-US" sz="2000" noProof="0" dirty="0"/>
                </a:p>
              </p:txBody>
            </p:sp>
            <p:sp>
              <p:nvSpPr>
                <p:cNvPr id="117" name="Rectangle 116">
                  <a:extLst>
                    <a:ext uri="{FF2B5EF4-FFF2-40B4-BE49-F238E27FC236}">
                      <a16:creationId xmlns:a16="http://schemas.microsoft.com/office/drawing/2014/main" id="{4E551831-EF2C-9D97-1E36-5333A86D2994}"/>
                    </a:ext>
                  </a:extLst>
                </p:cNvPr>
                <p:cNvSpPr/>
                <p:nvPr/>
              </p:nvSpPr>
              <p:spPr>
                <a:xfrm>
                  <a:off x="151783" y="3214688"/>
                  <a:ext cx="381000" cy="381000"/>
                </a:xfrm>
                <a:prstGeom prst="rect">
                  <a:avLst/>
                </a:prstGeom>
                <a:solidFill>
                  <a:srgbClr val="D5E8D4"/>
                </a:solidFill>
                <a:ln w="9525" cap="flat">
                  <a:solidFill>
                    <a:srgbClr val="82B366"/>
                  </a:solidFill>
                  <a:prstDash val="solid"/>
                  <a:miter/>
                </a:ln>
              </p:spPr>
              <p:txBody>
                <a:bodyPr/>
                <a:lstStyle/>
                <a:p>
                  <a:endParaRPr lang="en-US" sz="2000" noProof="0" dirty="0"/>
                </a:p>
              </p:txBody>
            </p:sp>
            <p:sp>
              <p:nvSpPr>
                <p:cNvPr id="119" name="Rectangle 118">
                  <a:extLst>
                    <a:ext uri="{FF2B5EF4-FFF2-40B4-BE49-F238E27FC236}">
                      <a16:creationId xmlns:a16="http://schemas.microsoft.com/office/drawing/2014/main" id="{ABD50DB8-D34E-32E9-165E-DB5A4DE1EBBA}"/>
                    </a:ext>
                  </a:extLst>
                </p:cNvPr>
                <p:cNvSpPr/>
                <p:nvPr/>
              </p:nvSpPr>
              <p:spPr>
                <a:xfrm>
                  <a:off x="532783" y="2833688"/>
                  <a:ext cx="381000" cy="381000"/>
                </a:xfrm>
                <a:prstGeom prst="rect">
                  <a:avLst/>
                </a:prstGeom>
                <a:solidFill>
                  <a:srgbClr val="D5E8D4"/>
                </a:solidFill>
                <a:ln w="9525" cap="flat">
                  <a:solidFill>
                    <a:srgbClr val="82B366"/>
                  </a:solidFill>
                  <a:prstDash val="solid"/>
                  <a:miter/>
                </a:ln>
              </p:spPr>
              <p:txBody>
                <a:bodyPr/>
                <a:lstStyle/>
                <a:p>
                  <a:endParaRPr lang="en-US" sz="2000" noProof="0" dirty="0"/>
                </a:p>
              </p:txBody>
            </p:sp>
            <p:sp>
              <p:nvSpPr>
                <p:cNvPr id="121" name="Rectangle 120">
                  <a:extLst>
                    <a:ext uri="{FF2B5EF4-FFF2-40B4-BE49-F238E27FC236}">
                      <a16:creationId xmlns:a16="http://schemas.microsoft.com/office/drawing/2014/main" id="{EB23B9EF-93AB-59F4-6741-F58E04BDF7F4}"/>
                    </a:ext>
                  </a:extLst>
                </p:cNvPr>
                <p:cNvSpPr/>
                <p:nvPr/>
              </p:nvSpPr>
              <p:spPr>
                <a:xfrm>
                  <a:off x="532783" y="3214688"/>
                  <a:ext cx="381000" cy="381000"/>
                </a:xfrm>
                <a:prstGeom prst="rect">
                  <a:avLst/>
                </a:prstGeom>
                <a:solidFill>
                  <a:srgbClr val="D5E8D4"/>
                </a:solidFill>
                <a:ln w="9525" cap="flat">
                  <a:solidFill>
                    <a:srgbClr val="82B366"/>
                  </a:solidFill>
                  <a:prstDash val="solid"/>
                  <a:miter/>
                </a:ln>
              </p:spPr>
              <p:txBody>
                <a:bodyPr/>
                <a:lstStyle/>
                <a:p>
                  <a:endParaRPr lang="en-US" sz="2000" noProof="0" dirty="0"/>
                </a:p>
              </p:txBody>
            </p:sp>
            <p:sp>
              <p:nvSpPr>
                <p:cNvPr id="123" name="Rectangle 122">
                  <a:extLst>
                    <a:ext uri="{FF2B5EF4-FFF2-40B4-BE49-F238E27FC236}">
                      <a16:creationId xmlns:a16="http://schemas.microsoft.com/office/drawing/2014/main" id="{2D4A02CE-3199-AD33-A49A-DD114B9C4BE3}"/>
                    </a:ext>
                  </a:extLst>
                </p:cNvPr>
                <p:cNvSpPr/>
                <p:nvPr/>
              </p:nvSpPr>
              <p:spPr>
                <a:xfrm>
                  <a:off x="913783" y="2833688"/>
                  <a:ext cx="381000" cy="381000"/>
                </a:xfrm>
                <a:prstGeom prst="rect">
                  <a:avLst/>
                </a:prstGeom>
                <a:solidFill>
                  <a:srgbClr val="D5E8D4"/>
                </a:solidFill>
                <a:ln w="9525" cap="flat">
                  <a:solidFill>
                    <a:srgbClr val="82B366"/>
                  </a:solidFill>
                  <a:prstDash val="solid"/>
                  <a:miter/>
                </a:ln>
              </p:spPr>
              <p:txBody>
                <a:bodyPr/>
                <a:lstStyle/>
                <a:p>
                  <a:endParaRPr lang="en-US" sz="2000" noProof="0" dirty="0"/>
                </a:p>
              </p:txBody>
            </p:sp>
            <p:sp>
              <p:nvSpPr>
                <p:cNvPr id="125" name="Rectangle 124">
                  <a:extLst>
                    <a:ext uri="{FF2B5EF4-FFF2-40B4-BE49-F238E27FC236}">
                      <a16:creationId xmlns:a16="http://schemas.microsoft.com/office/drawing/2014/main" id="{3027EB25-5F10-774C-5DA6-3DCFE9CABA29}"/>
                    </a:ext>
                  </a:extLst>
                </p:cNvPr>
                <p:cNvSpPr/>
                <p:nvPr/>
              </p:nvSpPr>
              <p:spPr>
                <a:xfrm>
                  <a:off x="913783" y="3214688"/>
                  <a:ext cx="381000" cy="381000"/>
                </a:xfrm>
                <a:prstGeom prst="rect">
                  <a:avLst/>
                </a:prstGeom>
                <a:solidFill>
                  <a:srgbClr val="D5E8D4"/>
                </a:solidFill>
                <a:ln w="9525" cap="flat">
                  <a:solidFill>
                    <a:srgbClr val="82B366"/>
                  </a:solidFill>
                  <a:prstDash val="solid"/>
                  <a:miter/>
                </a:ln>
              </p:spPr>
              <p:txBody>
                <a:bodyPr/>
                <a:lstStyle/>
                <a:p>
                  <a:endParaRPr lang="en-US" sz="2000" noProof="0" dirty="0"/>
                </a:p>
              </p:txBody>
            </p:sp>
          </p:grpSp>
          <p:grpSp>
            <p:nvGrpSpPr>
              <p:cNvPr id="158" name="Group 157">
                <a:extLst>
                  <a:ext uri="{FF2B5EF4-FFF2-40B4-BE49-F238E27FC236}">
                    <a16:creationId xmlns:a16="http://schemas.microsoft.com/office/drawing/2014/main" id="{DA00805D-D712-2AF1-DE04-6B29E73230A2}"/>
                  </a:ext>
                </a:extLst>
              </p:cNvPr>
              <p:cNvGrpSpPr/>
              <p:nvPr/>
            </p:nvGrpSpPr>
            <p:grpSpPr>
              <a:xfrm>
                <a:off x="3909451" y="2095500"/>
                <a:ext cx="1524000" cy="1524000"/>
                <a:chOff x="3107359" y="2145800"/>
                <a:chExt cx="1524000" cy="1524000"/>
              </a:xfrm>
            </p:grpSpPr>
            <p:sp>
              <p:nvSpPr>
                <p:cNvPr id="127" name="Rectangle 126">
                  <a:extLst>
                    <a:ext uri="{FF2B5EF4-FFF2-40B4-BE49-F238E27FC236}">
                      <a16:creationId xmlns:a16="http://schemas.microsoft.com/office/drawing/2014/main" id="{A42A4767-E46E-410D-7A3A-EDEDAE64E15E}"/>
                    </a:ext>
                  </a:extLst>
                </p:cNvPr>
                <p:cNvSpPr/>
                <p:nvPr/>
              </p:nvSpPr>
              <p:spPr>
                <a:xfrm>
                  <a:off x="3107359" y="2145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129" name="Rectangle 128">
                  <a:extLst>
                    <a:ext uri="{FF2B5EF4-FFF2-40B4-BE49-F238E27FC236}">
                      <a16:creationId xmlns:a16="http://schemas.microsoft.com/office/drawing/2014/main" id="{160F0266-E94D-2642-41A9-CB48AF596432}"/>
                    </a:ext>
                  </a:extLst>
                </p:cNvPr>
                <p:cNvSpPr/>
                <p:nvPr/>
              </p:nvSpPr>
              <p:spPr>
                <a:xfrm>
                  <a:off x="3488359" y="2145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131" name="Rectangle 130">
                  <a:extLst>
                    <a:ext uri="{FF2B5EF4-FFF2-40B4-BE49-F238E27FC236}">
                      <a16:creationId xmlns:a16="http://schemas.microsoft.com/office/drawing/2014/main" id="{58CC5973-248F-307A-6EAB-E779182293B7}"/>
                    </a:ext>
                  </a:extLst>
                </p:cNvPr>
                <p:cNvSpPr/>
                <p:nvPr/>
              </p:nvSpPr>
              <p:spPr>
                <a:xfrm>
                  <a:off x="3869359" y="2145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133" name="Rectangle 132">
                  <a:extLst>
                    <a:ext uri="{FF2B5EF4-FFF2-40B4-BE49-F238E27FC236}">
                      <a16:creationId xmlns:a16="http://schemas.microsoft.com/office/drawing/2014/main" id="{E9DCEC46-4D53-95F6-587B-C239E9203FD2}"/>
                    </a:ext>
                  </a:extLst>
                </p:cNvPr>
                <p:cNvSpPr/>
                <p:nvPr/>
              </p:nvSpPr>
              <p:spPr>
                <a:xfrm>
                  <a:off x="4250359" y="2145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135" name="Rectangle 134">
                  <a:extLst>
                    <a:ext uri="{FF2B5EF4-FFF2-40B4-BE49-F238E27FC236}">
                      <a16:creationId xmlns:a16="http://schemas.microsoft.com/office/drawing/2014/main" id="{8A4F7006-7017-5729-F662-5CEC492194FF}"/>
                    </a:ext>
                  </a:extLst>
                </p:cNvPr>
                <p:cNvSpPr/>
                <p:nvPr/>
              </p:nvSpPr>
              <p:spPr>
                <a:xfrm>
                  <a:off x="3107359" y="2526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137" name="Rectangle 136">
                  <a:extLst>
                    <a:ext uri="{FF2B5EF4-FFF2-40B4-BE49-F238E27FC236}">
                      <a16:creationId xmlns:a16="http://schemas.microsoft.com/office/drawing/2014/main" id="{9F07D89A-107F-794A-53D4-0AF9B343B51B}"/>
                    </a:ext>
                  </a:extLst>
                </p:cNvPr>
                <p:cNvSpPr/>
                <p:nvPr/>
              </p:nvSpPr>
              <p:spPr>
                <a:xfrm>
                  <a:off x="3488359" y="2526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139" name="Rectangle 138">
                  <a:extLst>
                    <a:ext uri="{FF2B5EF4-FFF2-40B4-BE49-F238E27FC236}">
                      <a16:creationId xmlns:a16="http://schemas.microsoft.com/office/drawing/2014/main" id="{C8B2D771-DD1B-2C65-1A70-9DD9A4910371}"/>
                    </a:ext>
                  </a:extLst>
                </p:cNvPr>
                <p:cNvSpPr/>
                <p:nvPr/>
              </p:nvSpPr>
              <p:spPr>
                <a:xfrm>
                  <a:off x="3869359" y="2526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141" name="Rectangle 140">
                  <a:extLst>
                    <a:ext uri="{FF2B5EF4-FFF2-40B4-BE49-F238E27FC236}">
                      <a16:creationId xmlns:a16="http://schemas.microsoft.com/office/drawing/2014/main" id="{A809B9A5-B3C1-3AB0-59A8-4C2DEE1A2E8E}"/>
                    </a:ext>
                  </a:extLst>
                </p:cNvPr>
                <p:cNvSpPr/>
                <p:nvPr/>
              </p:nvSpPr>
              <p:spPr>
                <a:xfrm>
                  <a:off x="4250359" y="2526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143" name="Rectangle 142">
                  <a:extLst>
                    <a:ext uri="{FF2B5EF4-FFF2-40B4-BE49-F238E27FC236}">
                      <a16:creationId xmlns:a16="http://schemas.microsoft.com/office/drawing/2014/main" id="{E24458F8-B4BC-08DA-AAF4-7036DD689792}"/>
                    </a:ext>
                  </a:extLst>
                </p:cNvPr>
                <p:cNvSpPr/>
                <p:nvPr/>
              </p:nvSpPr>
              <p:spPr>
                <a:xfrm>
                  <a:off x="3107359" y="2907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145" name="Rectangle 144">
                  <a:extLst>
                    <a:ext uri="{FF2B5EF4-FFF2-40B4-BE49-F238E27FC236}">
                      <a16:creationId xmlns:a16="http://schemas.microsoft.com/office/drawing/2014/main" id="{914AAE84-5921-F13E-235E-3E38FCA17F1D}"/>
                    </a:ext>
                  </a:extLst>
                </p:cNvPr>
                <p:cNvSpPr/>
                <p:nvPr/>
              </p:nvSpPr>
              <p:spPr>
                <a:xfrm>
                  <a:off x="3488359" y="2907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147" name="Rectangle 146">
                  <a:extLst>
                    <a:ext uri="{FF2B5EF4-FFF2-40B4-BE49-F238E27FC236}">
                      <a16:creationId xmlns:a16="http://schemas.microsoft.com/office/drawing/2014/main" id="{BC14B6F1-9E99-692E-3AF1-DD2DD9A0B224}"/>
                    </a:ext>
                  </a:extLst>
                </p:cNvPr>
                <p:cNvSpPr/>
                <p:nvPr/>
              </p:nvSpPr>
              <p:spPr>
                <a:xfrm>
                  <a:off x="3869359" y="2907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149" name="Rectangle 148">
                  <a:extLst>
                    <a:ext uri="{FF2B5EF4-FFF2-40B4-BE49-F238E27FC236}">
                      <a16:creationId xmlns:a16="http://schemas.microsoft.com/office/drawing/2014/main" id="{B7D242E2-32E6-1029-7CF1-C712590C1678}"/>
                    </a:ext>
                  </a:extLst>
                </p:cNvPr>
                <p:cNvSpPr/>
                <p:nvPr/>
              </p:nvSpPr>
              <p:spPr>
                <a:xfrm>
                  <a:off x="4250359" y="2907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151" name="Rectangle 150">
                  <a:extLst>
                    <a:ext uri="{FF2B5EF4-FFF2-40B4-BE49-F238E27FC236}">
                      <a16:creationId xmlns:a16="http://schemas.microsoft.com/office/drawing/2014/main" id="{5F7D8052-E832-A523-002B-3FE38B26DA11}"/>
                    </a:ext>
                  </a:extLst>
                </p:cNvPr>
                <p:cNvSpPr/>
                <p:nvPr/>
              </p:nvSpPr>
              <p:spPr>
                <a:xfrm>
                  <a:off x="3107359" y="3288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153" name="Rectangle 152">
                  <a:extLst>
                    <a:ext uri="{FF2B5EF4-FFF2-40B4-BE49-F238E27FC236}">
                      <a16:creationId xmlns:a16="http://schemas.microsoft.com/office/drawing/2014/main" id="{83D2B734-91DA-56CE-7E18-6A8B4C95CF4B}"/>
                    </a:ext>
                  </a:extLst>
                </p:cNvPr>
                <p:cNvSpPr/>
                <p:nvPr/>
              </p:nvSpPr>
              <p:spPr>
                <a:xfrm>
                  <a:off x="3488359" y="3288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155" name="Rectangle 154">
                  <a:extLst>
                    <a:ext uri="{FF2B5EF4-FFF2-40B4-BE49-F238E27FC236}">
                      <a16:creationId xmlns:a16="http://schemas.microsoft.com/office/drawing/2014/main" id="{C6F13F13-8DEC-A0D4-025A-3B566306E937}"/>
                    </a:ext>
                  </a:extLst>
                </p:cNvPr>
                <p:cNvSpPr/>
                <p:nvPr/>
              </p:nvSpPr>
              <p:spPr>
                <a:xfrm>
                  <a:off x="3869359" y="3288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157" name="Rectangle 156">
                  <a:extLst>
                    <a:ext uri="{FF2B5EF4-FFF2-40B4-BE49-F238E27FC236}">
                      <a16:creationId xmlns:a16="http://schemas.microsoft.com/office/drawing/2014/main" id="{66C81D2C-3F36-BC05-B0DB-AF29751FDCEE}"/>
                    </a:ext>
                  </a:extLst>
                </p:cNvPr>
                <p:cNvSpPr/>
                <p:nvPr/>
              </p:nvSpPr>
              <p:spPr>
                <a:xfrm>
                  <a:off x="4250359" y="3288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grpSp>
          <mc:AlternateContent xmlns:mc="http://schemas.openxmlformats.org/markup-compatibility/2006">
            <mc:Choice xmlns:a14="http://schemas.microsoft.com/office/drawing/2010/main" Requires="a14">
              <p:sp>
                <p:nvSpPr>
                  <p:cNvPr id="161" name="TextBox 160">
                    <a:extLst>
                      <a:ext uri="{FF2B5EF4-FFF2-40B4-BE49-F238E27FC236}">
                        <a16:creationId xmlns:a16="http://schemas.microsoft.com/office/drawing/2014/main" id="{94B9DE91-798F-3576-FF89-4137D488236A}"/>
                      </a:ext>
                    </a:extLst>
                  </p:cNvPr>
                  <p:cNvSpPr txBox="1"/>
                  <p:nvPr/>
                </p:nvSpPr>
                <p:spPr>
                  <a:xfrm>
                    <a:off x="1612033" y="2646411"/>
                    <a:ext cx="422427" cy="545746"/>
                  </a:xfrm>
                  <a:prstGeom prst="rect">
                    <a:avLst/>
                  </a:prstGeom>
                  <a:noFill/>
                </p:spPr>
                <p:txBody>
                  <a:bodyPr wrap="none" rtlCol="0">
                    <a:spAutoFit/>
                  </a:bodyPr>
                  <a:lstStyle/>
                  <a:p>
                    <a:pPr/>
                    <a14:m>
                      <m:oMathPara xmlns:m="http://schemas.openxmlformats.org/officeDocument/2006/math">
                        <m:oMath>
                          <m:r>
                            <a:rPr lang="en-US" sz="2000" b="0" i="1" noProof="0" smtClean="0">
                              <a:latin typeface="Cambria Math" panose="02040503050406030204" pitchFamily="18" charset="0"/>
                            </a:rPr>
                            <m:t>⋅</m:t>
                          </m:r>
                        </m:oMath>
                      </m:oMathPara>
                    </a14:m>
                    <a:endParaRPr lang="en-US" sz="2000" noProof="0" dirty="0"/>
                  </a:p>
                </p:txBody>
              </p:sp>
            </mc:Choice>
            <mc:Fallback>
              <p:sp>
                <p:nvSpPr>
                  <p:cNvPr id="161" name="TextBox 160">
                    <a:extLst>
                      <a:ext uri="{FF2B5EF4-FFF2-40B4-BE49-F238E27FC236}">
                        <a16:creationId xmlns:a16="http://schemas.microsoft.com/office/drawing/2014/main" id="{94B9DE91-798F-3576-FF89-4137D488236A}"/>
                      </a:ext>
                    </a:extLst>
                  </p:cNvPr>
                  <p:cNvSpPr txBox="1">
                    <a:spLocks noRot="1" noChangeAspect="1" noMove="1" noResize="1" noEditPoints="1" noAdjustHandles="1" noChangeArrowheads="1" noChangeShapeType="1" noTextEdit="1"/>
                  </p:cNvSpPr>
                  <p:nvPr/>
                </p:nvSpPr>
                <p:spPr>
                  <a:xfrm>
                    <a:off x="1612033" y="2646411"/>
                    <a:ext cx="422427" cy="545746"/>
                  </a:xfrm>
                  <a:prstGeom prst="rect">
                    <a:avLst/>
                  </a:prstGeom>
                  <a:blipFill>
                    <a:blip r:embed="rId25"/>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63" name="TextBox 162">
                    <a:extLst>
                      <a:ext uri="{FF2B5EF4-FFF2-40B4-BE49-F238E27FC236}">
                        <a16:creationId xmlns:a16="http://schemas.microsoft.com/office/drawing/2014/main" id="{487A942B-4524-AA56-6066-2AFB97633CDD}"/>
                      </a:ext>
                    </a:extLst>
                  </p:cNvPr>
                  <p:cNvSpPr txBox="1"/>
                  <p:nvPr/>
                </p:nvSpPr>
                <p:spPr>
                  <a:xfrm>
                    <a:off x="3432966" y="2624906"/>
                    <a:ext cx="586414" cy="545746"/>
                  </a:xfrm>
                  <a:prstGeom prst="rect">
                    <a:avLst/>
                  </a:prstGeom>
                  <a:noFill/>
                </p:spPr>
                <p:txBody>
                  <a:bodyPr wrap="none" rtlCol="0">
                    <a:spAutoFit/>
                  </a:bodyPr>
                  <a:lstStyle/>
                  <a:p>
                    <a:pPr/>
                    <a14:m>
                      <m:oMathPara xmlns:m="http://schemas.openxmlformats.org/officeDocument/2006/math">
                        <m:oMath>
                          <m:r>
                            <a:rPr lang="en-US" sz="2000" b="0" i="1" noProof="0" smtClean="0">
                              <a:latin typeface="Cambria Math" panose="02040503050406030204" pitchFamily="18" charset="0"/>
                            </a:rPr>
                            <m:t>=</m:t>
                          </m:r>
                        </m:oMath>
                      </m:oMathPara>
                    </a14:m>
                    <a:endParaRPr lang="en-US" sz="2000" noProof="0" dirty="0"/>
                  </a:p>
                </p:txBody>
              </p:sp>
            </mc:Choice>
            <mc:Fallback>
              <p:sp>
                <p:nvSpPr>
                  <p:cNvPr id="163" name="TextBox 162">
                    <a:extLst>
                      <a:ext uri="{FF2B5EF4-FFF2-40B4-BE49-F238E27FC236}">
                        <a16:creationId xmlns:a16="http://schemas.microsoft.com/office/drawing/2014/main" id="{487A942B-4524-AA56-6066-2AFB97633CDD}"/>
                      </a:ext>
                    </a:extLst>
                  </p:cNvPr>
                  <p:cNvSpPr txBox="1">
                    <a:spLocks noRot="1" noChangeAspect="1" noMove="1" noResize="1" noEditPoints="1" noAdjustHandles="1" noChangeArrowheads="1" noChangeShapeType="1" noTextEdit="1"/>
                  </p:cNvSpPr>
                  <p:nvPr/>
                </p:nvSpPr>
                <p:spPr>
                  <a:xfrm>
                    <a:off x="3432966" y="2624906"/>
                    <a:ext cx="586414" cy="545746"/>
                  </a:xfrm>
                  <a:prstGeom prst="rect">
                    <a:avLst/>
                  </a:prstGeom>
                  <a:blipFill>
                    <a:blip r:embed="rId26"/>
                    <a:stretch>
                      <a:fillRect/>
                    </a:stretch>
                  </a:blipFill>
                </p:spPr>
                <p:txBody>
                  <a:bodyPr/>
                  <a:lstStyle/>
                  <a:p>
                    <a:r>
                      <a:rPr lang="en-US">
                        <a:noFill/>
                      </a:rPr>
                      <a:t> </a:t>
                    </a:r>
                  </a:p>
                </p:txBody>
              </p:sp>
            </mc:Fallback>
          </mc:AlternateContent>
          <p:sp>
            <p:nvSpPr>
              <p:cNvPr id="164" name="TextBox 163">
                <a:extLst>
                  <a:ext uri="{FF2B5EF4-FFF2-40B4-BE49-F238E27FC236}">
                    <a16:creationId xmlns:a16="http://schemas.microsoft.com/office/drawing/2014/main" id="{9E97900C-C153-EE19-DF63-350FE2A97C8A}"/>
                  </a:ext>
                </a:extLst>
              </p:cNvPr>
              <p:cNvSpPr txBox="1"/>
              <p:nvPr/>
            </p:nvSpPr>
            <p:spPr>
              <a:xfrm>
                <a:off x="848109" y="3618449"/>
                <a:ext cx="461784" cy="545745"/>
              </a:xfrm>
              <a:prstGeom prst="rect">
                <a:avLst/>
              </a:prstGeom>
              <a:noFill/>
            </p:spPr>
            <p:txBody>
              <a:bodyPr wrap="none" rtlCol="0">
                <a:spAutoFit/>
              </a:bodyPr>
              <a:lstStyle/>
              <a:p>
                <a:pPr algn="ctr"/>
                <a:r>
                  <a:rPr lang="en-US" sz="2000" noProof="0" dirty="0">
                    <a:solidFill>
                      <a:srgbClr val="001080"/>
                    </a:solidFill>
                    <a:latin typeface="Fira Code" panose="020B0809050000020004" pitchFamily="49" charset="0"/>
                  </a:rPr>
                  <a:t>A</a:t>
                </a:r>
              </a:p>
            </p:txBody>
          </p:sp>
          <p:sp>
            <p:nvSpPr>
              <p:cNvPr id="166" name="TextBox 165">
                <a:extLst>
                  <a:ext uri="{FF2B5EF4-FFF2-40B4-BE49-F238E27FC236}">
                    <a16:creationId xmlns:a16="http://schemas.microsoft.com/office/drawing/2014/main" id="{DC3CACF7-A1B7-29D0-C432-9242ABB7B3C4}"/>
                  </a:ext>
                </a:extLst>
              </p:cNvPr>
              <p:cNvSpPr txBox="1"/>
              <p:nvPr/>
            </p:nvSpPr>
            <p:spPr>
              <a:xfrm>
                <a:off x="2546352" y="3614686"/>
                <a:ext cx="461784" cy="545746"/>
              </a:xfrm>
              <a:prstGeom prst="rect">
                <a:avLst/>
              </a:prstGeom>
              <a:noFill/>
            </p:spPr>
            <p:txBody>
              <a:bodyPr wrap="none" rtlCol="0">
                <a:spAutoFit/>
              </a:bodyPr>
              <a:lstStyle/>
              <a:p>
                <a:pPr algn="ctr"/>
                <a:r>
                  <a:rPr lang="en-US" sz="2000" noProof="0" dirty="0">
                    <a:solidFill>
                      <a:srgbClr val="001080"/>
                    </a:solidFill>
                    <a:latin typeface="Fira Code" panose="020B0809050000020004" pitchFamily="49" charset="0"/>
                  </a:rPr>
                  <a:t>B</a:t>
                </a:r>
              </a:p>
            </p:txBody>
          </p:sp>
          <p:sp>
            <p:nvSpPr>
              <p:cNvPr id="168" name="TextBox 167">
                <a:extLst>
                  <a:ext uri="{FF2B5EF4-FFF2-40B4-BE49-F238E27FC236}">
                    <a16:creationId xmlns:a16="http://schemas.microsoft.com/office/drawing/2014/main" id="{4DF7CA29-29E0-61DA-80AE-062D887E51BC}"/>
                  </a:ext>
                </a:extLst>
              </p:cNvPr>
              <p:cNvSpPr txBox="1"/>
              <p:nvPr/>
            </p:nvSpPr>
            <p:spPr>
              <a:xfrm>
                <a:off x="4452754" y="3614686"/>
                <a:ext cx="461784" cy="545746"/>
              </a:xfrm>
              <a:prstGeom prst="rect">
                <a:avLst/>
              </a:prstGeom>
              <a:noFill/>
            </p:spPr>
            <p:txBody>
              <a:bodyPr wrap="none" rtlCol="0">
                <a:spAutoFit/>
              </a:bodyPr>
              <a:lstStyle/>
              <a:p>
                <a:pPr algn="ctr"/>
                <a:r>
                  <a:rPr lang="en-US" sz="2000" noProof="0" dirty="0">
                    <a:solidFill>
                      <a:srgbClr val="001080"/>
                    </a:solidFill>
                    <a:latin typeface="Fira Code" panose="020B0809050000020004" pitchFamily="49" charset="0"/>
                  </a:rPr>
                  <a:t>C</a:t>
                </a:r>
              </a:p>
            </p:txBody>
          </p:sp>
          <mc:AlternateContent xmlns:mc="http://schemas.openxmlformats.org/markup-compatibility/2006">
            <mc:Choice xmlns:a14="http://schemas.microsoft.com/office/drawing/2010/main" Requires="a14">
              <p:sp>
                <p:nvSpPr>
                  <p:cNvPr id="169" name="TextBox 168">
                    <a:extLst>
                      <a:ext uri="{FF2B5EF4-FFF2-40B4-BE49-F238E27FC236}">
                        <a16:creationId xmlns:a16="http://schemas.microsoft.com/office/drawing/2014/main" id="{AB69531D-B174-6BC8-5616-B3AC24D2B879}"/>
                      </a:ext>
                    </a:extLst>
                  </p:cNvPr>
                  <p:cNvSpPr txBox="1"/>
                  <p:nvPr/>
                </p:nvSpPr>
                <p:spPr>
                  <a:xfrm>
                    <a:off x="37909" y="1964973"/>
                    <a:ext cx="622972" cy="545746"/>
                  </a:xfrm>
                  <a:prstGeom prst="rect">
                    <a:avLst/>
                  </a:prstGeom>
                  <a:noFill/>
                </p:spPr>
                <p:txBody>
                  <a:bodyPr wrap="none" rtlCol="0">
                    <a:spAutoFit/>
                  </a:bodyPr>
                  <a:lstStyle/>
                  <a:p>
                    <a:pPr/>
                    <a14:m>
                      <m:oMathPara xmlns:m="http://schemas.openxmlformats.org/officeDocument/2006/math">
                        <m:oMath>
                          <m:r>
                            <a:rPr lang="en-US" sz="2000" i="1" noProof="0" smtClean="0">
                              <a:latin typeface="Cambria Math" panose="02040503050406030204" pitchFamily="18" charset="0"/>
                            </a:rPr>
                            <m:t>𝑚</m:t>
                          </m:r>
                        </m:oMath>
                      </m:oMathPara>
                    </a14:m>
                    <a:endParaRPr lang="en-US" sz="2000" noProof="0" dirty="0"/>
                  </a:p>
                </p:txBody>
              </p:sp>
            </mc:Choice>
            <mc:Fallback>
              <p:sp>
                <p:nvSpPr>
                  <p:cNvPr id="169" name="TextBox 168">
                    <a:extLst>
                      <a:ext uri="{FF2B5EF4-FFF2-40B4-BE49-F238E27FC236}">
                        <a16:creationId xmlns:a16="http://schemas.microsoft.com/office/drawing/2014/main" id="{AB69531D-B174-6BC8-5616-B3AC24D2B879}"/>
                      </a:ext>
                    </a:extLst>
                  </p:cNvPr>
                  <p:cNvSpPr txBox="1">
                    <a:spLocks noRot="1" noChangeAspect="1" noMove="1" noResize="1" noEditPoints="1" noAdjustHandles="1" noChangeArrowheads="1" noChangeShapeType="1" noTextEdit="1"/>
                  </p:cNvSpPr>
                  <p:nvPr/>
                </p:nvSpPr>
                <p:spPr>
                  <a:xfrm>
                    <a:off x="37909" y="1964973"/>
                    <a:ext cx="622972" cy="545746"/>
                  </a:xfrm>
                  <a:prstGeom prst="rect">
                    <a:avLst/>
                  </a:prstGeom>
                  <a:blipFill>
                    <a:blip r:embed="rId27"/>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71" name="TextBox 170">
                    <a:extLst>
                      <a:ext uri="{FF2B5EF4-FFF2-40B4-BE49-F238E27FC236}">
                        <a16:creationId xmlns:a16="http://schemas.microsoft.com/office/drawing/2014/main" id="{2E9C9242-8475-426D-DFA6-14540A24D3A2}"/>
                      </a:ext>
                    </a:extLst>
                  </p:cNvPr>
                  <p:cNvSpPr txBox="1"/>
                  <p:nvPr/>
                </p:nvSpPr>
                <p:spPr>
                  <a:xfrm>
                    <a:off x="857275" y="1673266"/>
                    <a:ext cx="526679" cy="545746"/>
                  </a:xfrm>
                  <a:prstGeom prst="rect">
                    <a:avLst/>
                  </a:prstGeom>
                  <a:noFill/>
                </p:spPr>
                <p:txBody>
                  <a:bodyPr wrap="none" rtlCol="0">
                    <a:spAutoFit/>
                  </a:bodyPr>
                  <a:lstStyle/>
                  <a:p>
                    <a:pPr/>
                    <a14:m>
                      <m:oMathPara xmlns:m="http://schemas.openxmlformats.org/officeDocument/2006/math">
                        <m:oMath>
                          <m:r>
                            <a:rPr lang="en-US" sz="2000" b="0" i="1" noProof="0" smtClean="0">
                              <a:latin typeface="Cambria Math" panose="02040503050406030204" pitchFamily="18" charset="0"/>
                            </a:rPr>
                            <m:t>𝑘</m:t>
                          </m:r>
                        </m:oMath>
                      </m:oMathPara>
                    </a14:m>
                    <a:endParaRPr lang="en-US" sz="2000" noProof="0" dirty="0"/>
                  </a:p>
                </p:txBody>
              </p:sp>
            </mc:Choice>
            <mc:Fallback>
              <p:sp>
                <p:nvSpPr>
                  <p:cNvPr id="171" name="TextBox 170">
                    <a:extLst>
                      <a:ext uri="{FF2B5EF4-FFF2-40B4-BE49-F238E27FC236}">
                        <a16:creationId xmlns:a16="http://schemas.microsoft.com/office/drawing/2014/main" id="{2E9C9242-8475-426D-DFA6-14540A24D3A2}"/>
                      </a:ext>
                    </a:extLst>
                  </p:cNvPr>
                  <p:cNvSpPr txBox="1">
                    <a:spLocks noRot="1" noChangeAspect="1" noMove="1" noResize="1" noEditPoints="1" noAdjustHandles="1" noChangeArrowheads="1" noChangeShapeType="1" noTextEdit="1"/>
                  </p:cNvSpPr>
                  <p:nvPr/>
                </p:nvSpPr>
                <p:spPr>
                  <a:xfrm>
                    <a:off x="857275" y="1673266"/>
                    <a:ext cx="526679" cy="545746"/>
                  </a:xfrm>
                  <a:prstGeom prst="rect">
                    <a:avLst/>
                  </a:prstGeom>
                  <a:blipFill>
                    <a:blip r:embed="rId28"/>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73" name="TextBox 172">
                    <a:extLst>
                      <a:ext uri="{FF2B5EF4-FFF2-40B4-BE49-F238E27FC236}">
                        <a16:creationId xmlns:a16="http://schemas.microsoft.com/office/drawing/2014/main" id="{729CF20E-3A7A-ADF8-38B3-0A9D4972A8BA}"/>
                      </a:ext>
                    </a:extLst>
                  </p:cNvPr>
                  <p:cNvSpPr txBox="1"/>
                  <p:nvPr/>
                </p:nvSpPr>
                <p:spPr>
                  <a:xfrm>
                    <a:off x="1563378" y="2038382"/>
                    <a:ext cx="526679" cy="545746"/>
                  </a:xfrm>
                  <a:prstGeom prst="rect">
                    <a:avLst/>
                  </a:prstGeom>
                  <a:noFill/>
                </p:spPr>
                <p:txBody>
                  <a:bodyPr wrap="none" rtlCol="0">
                    <a:spAutoFit/>
                  </a:bodyPr>
                  <a:lstStyle/>
                  <a:p>
                    <a:pPr/>
                    <a14:m>
                      <m:oMathPara xmlns:m="http://schemas.openxmlformats.org/officeDocument/2006/math">
                        <m:oMath>
                          <m:r>
                            <a:rPr lang="en-US" sz="2000" b="0" i="1" noProof="0" smtClean="0">
                              <a:latin typeface="Cambria Math" panose="02040503050406030204" pitchFamily="18" charset="0"/>
                            </a:rPr>
                            <m:t>𝑘</m:t>
                          </m:r>
                        </m:oMath>
                      </m:oMathPara>
                    </a14:m>
                    <a:endParaRPr lang="en-US" sz="2000" noProof="0" dirty="0"/>
                  </a:p>
                </p:txBody>
              </p:sp>
            </mc:Choice>
            <mc:Fallback>
              <p:sp>
                <p:nvSpPr>
                  <p:cNvPr id="173" name="TextBox 172">
                    <a:extLst>
                      <a:ext uri="{FF2B5EF4-FFF2-40B4-BE49-F238E27FC236}">
                        <a16:creationId xmlns:a16="http://schemas.microsoft.com/office/drawing/2014/main" id="{729CF20E-3A7A-ADF8-38B3-0A9D4972A8BA}"/>
                      </a:ext>
                    </a:extLst>
                  </p:cNvPr>
                  <p:cNvSpPr txBox="1">
                    <a:spLocks noRot="1" noChangeAspect="1" noMove="1" noResize="1" noEditPoints="1" noAdjustHandles="1" noChangeArrowheads="1" noChangeShapeType="1" noTextEdit="1"/>
                  </p:cNvSpPr>
                  <p:nvPr/>
                </p:nvSpPr>
                <p:spPr>
                  <a:xfrm>
                    <a:off x="1563378" y="2038382"/>
                    <a:ext cx="526679" cy="545746"/>
                  </a:xfrm>
                  <a:prstGeom prst="rect">
                    <a:avLst/>
                  </a:prstGeom>
                  <a:blipFill>
                    <a:blip r:embed="rId29"/>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75" name="TextBox 174">
                    <a:extLst>
                      <a:ext uri="{FF2B5EF4-FFF2-40B4-BE49-F238E27FC236}">
                        <a16:creationId xmlns:a16="http://schemas.microsoft.com/office/drawing/2014/main" id="{C6AFF68F-4275-12A3-1984-F36012F6421E}"/>
                      </a:ext>
                    </a:extLst>
                  </p:cNvPr>
                  <p:cNvSpPr txBox="1"/>
                  <p:nvPr/>
                </p:nvSpPr>
                <p:spPr>
                  <a:xfrm>
                    <a:off x="2490369" y="1858436"/>
                    <a:ext cx="531139" cy="545746"/>
                  </a:xfrm>
                  <a:prstGeom prst="rect">
                    <a:avLst/>
                  </a:prstGeom>
                  <a:noFill/>
                </p:spPr>
                <p:txBody>
                  <a:bodyPr wrap="none" rtlCol="0">
                    <a:spAutoFit/>
                  </a:bodyPr>
                  <a:lstStyle/>
                  <a:p>
                    <a:pPr/>
                    <a14:m>
                      <m:oMathPara xmlns:m="http://schemas.openxmlformats.org/officeDocument/2006/math">
                        <m:oMath>
                          <m:r>
                            <a:rPr lang="en-US" sz="2000" b="0" i="1" noProof="0" smtClean="0">
                              <a:latin typeface="Cambria Math" panose="02040503050406030204" pitchFamily="18" charset="0"/>
                            </a:rPr>
                            <m:t>𝑛</m:t>
                          </m:r>
                        </m:oMath>
                      </m:oMathPara>
                    </a14:m>
                    <a:endParaRPr lang="en-US" sz="2000" noProof="0" dirty="0"/>
                  </a:p>
                </p:txBody>
              </p:sp>
            </mc:Choice>
            <mc:Fallback>
              <p:sp>
                <p:nvSpPr>
                  <p:cNvPr id="175" name="TextBox 174">
                    <a:extLst>
                      <a:ext uri="{FF2B5EF4-FFF2-40B4-BE49-F238E27FC236}">
                        <a16:creationId xmlns:a16="http://schemas.microsoft.com/office/drawing/2014/main" id="{C6AFF68F-4275-12A3-1984-F36012F6421E}"/>
                      </a:ext>
                    </a:extLst>
                  </p:cNvPr>
                  <p:cNvSpPr txBox="1">
                    <a:spLocks noRot="1" noChangeAspect="1" noMove="1" noResize="1" noEditPoints="1" noAdjustHandles="1" noChangeArrowheads="1" noChangeShapeType="1" noTextEdit="1"/>
                  </p:cNvSpPr>
                  <p:nvPr/>
                </p:nvSpPr>
                <p:spPr>
                  <a:xfrm>
                    <a:off x="2490369" y="1858436"/>
                    <a:ext cx="531139" cy="545746"/>
                  </a:xfrm>
                  <a:prstGeom prst="rect">
                    <a:avLst/>
                  </a:prstGeom>
                  <a:blipFill>
                    <a:blip r:embed="rId30"/>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77" name="TextBox 176">
                    <a:extLst>
                      <a:ext uri="{FF2B5EF4-FFF2-40B4-BE49-F238E27FC236}">
                        <a16:creationId xmlns:a16="http://schemas.microsoft.com/office/drawing/2014/main" id="{38B8802A-2C13-DDF8-4086-8C002237A748}"/>
                      </a:ext>
                    </a:extLst>
                  </p:cNvPr>
                  <p:cNvSpPr txBox="1"/>
                  <p:nvPr/>
                </p:nvSpPr>
                <p:spPr>
                  <a:xfrm>
                    <a:off x="3435376" y="1890394"/>
                    <a:ext cx="622972" cy="545746"/>
                  </a:xfrm>
                  <a:prstGeom prst="rect">
                    <a:avLst/>
                  </a:prstGeom>
                  <a:noFill/>
                </p:spPr>
                <p:txBody>
                  <a:bodyPr wrap="none" rtlCol="0">
                    <a:spAutoFit/>
                  </a:bodyPr>
                  <a:lstStyle/>
                  <a:p>
                    <a:pPr/>
                    <a14:m>
                      <m:oMathPara xmlns:m="http://schemas.openxmlformats.org/officeDocument/2006/math">
                        <m:oMath>
                          <m:r>
                            <a:rPr lang="en-US" sz="2000" b="0" i="1" noProof="0" smtClean="0">
                              <a:latin typeface="Cambria Math" panose="02040503050406030204" pitchFamily="18" charset="0"/>
                            </a:rPr>
                            <m:t>𝑚</m:t>
                          </m:r>
                        </m:oMath>
                      </m:oMathPara>
                    </a14:m>
                    <a:endParaRPr lang="en-US" sz="2000" noProof="0" dirty="0"/>
                  </a:p>
                </p:txBody>
              </p:sp>
            </mc:Choice>
            <mc:Fallback>
              <p:sp>
                <p:nvSpPr>
                  <p:cNvPr id="177" name="TextBox 176">
                    <a:extLst>
                      <a:ext uri="{FF2B5EF4-FFF2-40B4-BE49-F238E27FC236}">
                        <a16:creationId xmlns:a16="http://schemas.microsoft.com/office/drawing/2014/main" id="{38B8802A-2C13-DDF8-4086-8C002237A748}"/>
                      </a:ext>
                    </a:extLst>
                  </p:cNvPr>
                  <p:cNvSpPr txBox="1">
                    <a:spLocks noRot="1" noChangeAspect="1" noMove="1" noResize="1" noEditPoints="1" noAdjustHandles="1" noChangeArrowheads="1" noChangeShapeType="1" noTextEdit="1"/>
                  </p:cNvSpPr>
                  <p:nvPr/>
                </p:nvSpPr>
                <p:spPr>
                  <a:xfrm>
                    <a:off x="3435376" y="1890394"/>
                    <a:ext cx="622972" cy="545746"/>
                  </a:xfrm>
                  <a:prstGeom prst="rect">
                    <a:avLst/>
                  </a:prstGeom>
                  <a:blipFill>
                    <a:blip r:embed="rId31"/>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79" name="TextBox 178">
                    <a:extLst>
                      <a:ext uri="{FF2B5EF4-FFF2-40B4-BE49-F238E27FC236}">
                        <a16:creationId xmlns:a16="http://schemas.microsoft.com/office/drawing/2014/main" id="{B96A8EAB-B6F9-B4AA-B5C7-883FC2D2ABB6}"/>
                      </a:ext>
                    </a:extLst>
                  </p:cNvPr>
                  <p:cNvSpPr txBox="1"/>
                  <p:nvPr/>
                </p:nvSpPr>
                <p:spPr>
                  <a:xfrm>
                    <a:off x="4439377" y="1664560"/>
                    <a:ext cx="531139" cy="545746"/>
                  </a:xfrm>
                  <a:prstGeom prst="rect">
                    <a:avLst/>
                  </a:prstGeom>
                  <a:noFill/>
                </p:spPr>
                <p:txBody>
                  <a:bodyPr wrap="none" rtlCol="0">
                    <a:spAutoFit/>
                  </a:bodyPr>
                  <a:lstStyle/>
                  <a:p>
                    <a:pPr/>
                    <a14:m>
                      <m:oMathPara xmlns:m="http://schemas.openxmlformats.org/officeDocument/2006/math">
                        <m:oMath>
                          <m:r>
                            <a:rPr lang="en-US" sz="2000" b="0" i="1" noProof="0" smtClean="0">
                              <a:latin typeface="Cambria Math" panose="02040503050406030204" pitchFamily="18" charset="0"/>
                            </a:rPr>
                            <m:t>𝑛</m:t>
                          </m:r>
                        </m:oMath>
                      </m:oMathPara>
                    </a14:m>
                    <a:endParaRPr lang="en-US" sz="2000" noProof="0" dirty="0"/>
                  </a:p>
                </p:txBody>
              </p:sp>
            </mc:Choice>
            <mc:Fallback>
              <p:sp>
                <p:nvSpPr>
                  <p:cNvPr id="179" name="TextBox 178">
                    <a:extLst>
                      <a:ext uri="{FF2B5EF4-FFF2-40B4-BE49-F238E27FC236}">
                        <a16:creationId xmlns:a16="http://schemas.microsoft.com/office/drawing/2014/main" id="{B96A8EAB-B6F9-B4AA-B5C7-883FC2D2ABB6}"/>
                      </a:ext>
                    </a:extLst>
                  </p:cNvPr>
                  <p:cNvSpPr txBox="1">
                    <a:spLocks noRot="1" noChangeAspect="1" noMove="1" noResize="1" noEditPoints="1" noAdjustHandles="1" noChangeArrowheads="1" noChangeShapeType="1" noTextEdit="1"/>
                  </p:cNvSpPr>
                  <p:nvPr/>
                </p:nvSpPr>
                <p:spPr>
                  <a:xfrm>
                    <a:off x="4439377" y="1664560"/>
                    <a:ext cx="531139" cy="545746"/>
                  </a:xfrm>
                  <a:prstGeom prst="rect">
                    <a:avLst/>
                  </a:prstGeom>
                  <a:blipFill>
                    <a:blip r:embed="rId32"/>
                    <a:stretch>
                      <a:fillRect/>
                    </a:stretch>
                  </a:blipFill>
                </p:spPr>
                <p:txBody>
                  <a:bodyPr/>
                  <a:lstStyle/>
                  <a:p>
                    <a:r>
                      <a:rPr lang="en-US">
                        <a:noFill/>
                      </a:rPr>
                      <a:t> </a:t>
                    </a:r>
                  </a:p>
                </p:txBody>
              </p:sp>
            </mc:Fallback>
          </mc:AlternateContent>
        </p:grpSp>
      </p:grpSp>
      <p:cxnSp>
        <p:nvCxnSpPr>
          <p:cNvPr id="2" name="Connector: Curved 1">
            <a:extLst>
              <a:ext uri="{FF2B5EF4-FFF2-40B4-BE49-F238E27FC236}">
                <a16:creationId xmlns:a16="http://schemas.microsoft.com/office/drawing/2014/main" id="{8460E813-36E7-5EDF-5D95-89519648AEED}"/>
              </a:ext>
            </a:extLst>
          </p:cNvPr>
          <p:cNvCxnSpPr>
            <a:cxnSpLocks/>
            <a:stCxn id="24" idx="2"/>
            <a:endCxn id="8" idx="0"/>
          </p:cNvCxnSpPr>
          <p:nvPr>
            <p:custDataLst>
              <p:tags r:id="rId15"/>
            </p:custDataLst>
          </p:nvPr>
        </p:nvCxnSpPr>
        <p:spPr>
          <a:xfrm rot="5400000">
            <a:off x="6693247" y="2639021"/>
            <a:ext cx="466511" cy="1612673"/>
          </a:xfrm>
          <a:prstGeom prst="curvedConnector3">
            <a:avLst>
              <a:gd name="adj1" fmla="val 50000"/>
            </a:avLst>
          </a:prstGeom>
          <a:ln w="12700">
            <a:solidFill>
              <a:schemeClr val="tx1"/>
            </a:solidFill>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mc:Choice xmlns:a14="http://schemas.microsoft.com/office/drawing/2010/main" Requires="a14">
          <p:sp>
            <p:nvSpPr>
              <p:cNvPr id="44" name="TextBox 43">
                <a:extLst>
                  <a:ext uri="{FF2B5EF4-FFF2-40B4-BE49-F238E27FC236}">
                    <a16:creationId xmlns:a16="http://schemas.microsoft.com/office/drawing/2014/main" id="{1F67E973-44FE-CE64-80EC-471D1B6AA36F}"/>
                  </a:ext>
                </a:extLst>
              </p:cNvPr>
              <p:cNvSpPr txBox="1"/>
              <p:nvPr>
                <p:custDataLst>
                  <p:tags r:id="rId16"/>
                </p:custDataLst>
              </p:nvPr>
            </p:nvSpPr>
            <p:spPr>
              <a:xfrm>
                <a:off x="4485795" y="5232699"/>
                <a:ext cx="1587166" cy="1384995"/>
              </a:xfrm>
              <a:prstGeom prst="rect">
                <a:avLst/>
              </a:prstGeom>
              <a:noFill/>
            </p:spPr>
            <p:txBody>
              <a:bodyPr wrap="none" rtlCol="0">
                <a:spAutoFit/>
              </a:bodyPr>
              <a:lstStyle/>
              <a:p>
                <a:r>
                  <a:rPr lang="en-US" sz="2800" noProof="0" dirty="0">
                    <a:solidFill>
                      <a:srgbClr val="001080"/>
                    </a:solidFill>
                    <a:latin typeface="Fira Code" panose="020B0809050000020004" pitchFamily="49" charset="0"/>
                  </a:rPr>
                  <a:t>A</a:t>
                </a:r>
                <a:r>
                  <a:rPr lang="en-US" sz="2800" noProof="0" dirty="0"/>
                  <a:t>: </a:t>
                </a:r>
                <a14:m>
                  <m:oMath xmlns:m="http://schemas.openxmlformats.org/officeDocument/2006/math">
                    <m:r>
                      <a:rPr lang="en-US" sz="2800" b="0" i="1" noProof="0" smtClean="0">
                        <a:latin typeface="Cambria Math" panose="02040503050406030204" pitchFamily="18" charset="0"/>
                      </a:rPr>
                      <m:t>𝑚</m:t>
                    </m:r>
                    <m:r>
                      <a:rPr lang="en-US" sz="2800" b="0" i="1" noProof="0" smtClean="0">
                        <a:latin typeface="Cambria Math" panose="02040503050406030204" pitchFamily="18" charset="0"/>
                      </a:rPr>
                      <m:t>× </m:t>
                    </m:r>
                    <m:r>
                      <a:rPr lang="en-US" sz="2800" b="0" i="1" noProof="0" smtClean="0">
                        <a:latin typeface="Cambria Math" panose="02040503050406030204" pitchFamily="18" charset="0"/>
                      </a:rPr>
                      <m:t>𝑘</m:t>
                    </m:r>
                  </m:oMath>
                </a14:m>
                <a:endParaRPr lang="en-US" sz="2800" b="0" noProof="0" dirty="0"/>
              </a:p>
              <a:p>
                <a:r>
                  <a:rPr lang="en-US" sz="2800" noProof="0" dirty="0">
                    <a:solidFill>
                      <a:srgbClr val="001080"/>
                    </a:solidFill>
                    <a:latin typeface="Fira Code" panose="020B0809050000020004" pitchFamily="49" charset="0"/>
                  </a:rPr>
                  <a:t>B</a:t>
                </a:r>
                <a:r>
                  <a:rPr lang="en-US" sz="2800" noProof="0" dirty="0"/>
                  <a:t>: </a:t>
                </a:r>
                <a14:m>
                  <m:oMath xmlns:m="http://schemas.openxmlformats.org/officeDocument/2006/math">
                    <m:r>
                      <m:rPr>
                        <m:sty m:val="p"/>
                      </m:rPr>
                      <a:rPr lang="en-US" sz="2800" noProof="0">
                        <a:latin typeface="Cambria Math" panose="02040503050406030204" pitchFamily="18" charset="0"/>
                      </a:rPr>
                      <m:t>k</m:t>
                    </m:r>
                    <m:r>
                      <a:rPr lang="en-US" sz="2800" b="0" i="1" noProof="0" smtClean="0">
                        <a:latin typeface="Cambria Math" panose="02040503050406030204" pitchFamily="18" charset="0"/>
                      </a:rPr>
                      <m:t> </m:t>
                    </m:r>
                    <m:r>
                      <a:rPr lang="en-US" sz="2800" i="1" noProof="0">
                        <a:latin typeface="Cambria Math" panose="02040503050406030204" pitchFamily="18" charset="0"/>
                      </a:rPr>
                      <m:t>×</m:t>
                    </m:r>
                    <m:r>
                      <a:rPr lang="en-US" sz="2800" b="0" i="1" noProof="0" smtClean="0">
                        <a:latin typeface="Cambria Math" panose="02040503050406030204" pitchFamily="18" charset="0"/>
                      </a:rPr>
                      <m:t> </m:t>
                    </m:r>
                    <m:r>
                      <a:rPr lang="en-US" sz="2800" i="1" noProof="0">
                        <a:latin typeface="Cambria Math" panose="02040503050406030204" pitchFamily="18" charset="0"/>
                      </a:rPr>
                      <m:t>𝑛</m:t>
                    </m:r>
                  </m:oMath>
                </a14:m>
                <a:endParaRPr lang="en-US" sz="2800" noProof="0" dirty="0"/>
              </a:p>
              <a:p>
                <a:r>
                  <a:rPr lang="en-US" sz="2800" noProof="0" dirty="0">
                    <a:solidFill>
                      <a:srgbClr val="001080"/>
                    </a:solidFill>
                    <a:latin typeface="Fira Code" panose="020B0809050000020004" pitchFamily="49" charset="0"/>
                  </a:rPr>
                  <a:t>C</a:t>
                </a:r>
                <a:r>
                  <a:rPr lang="en-US" sz="2800" noProof="0" dirty="0"/>
                  <a:t>: </a:t>
                </a:r>
                <a14:m>
                  <m:oMath xmlns:m="http://schemas.openxmlformats.org/officeDocument/2006/math">
                    <m:r>
                      <a:rPr lang="en-US" sz="2800" i="1" noProof="0" smtClean="0">
                        <a:latin typeface="Cambria Math" panose="02040503050406030204" pitchFamily="18" charset="0"/>
                      </a:rPr>
                      <m:t>𝑚</m:t>
                    </m:r>
                    <m:r>
                      <a:rPr lang="en-US" sz="2800" i="1" noProof="0">
                        <a:latin typeface="Cambria Math" panose="02040503050406030204" pitchFamily="18" charset="0"/>
                      </a:rPr>
                      <m:t>×</m:t>
                    </m:r>
                    <m:r>
                      <a:rPr lang="en-US" sz="2800" i="1" noProof="0">
                        <a:latin typeface="Cambria Math" panose="02040503050406030204" pitchFamily="18" charset="0"/>
                      </a:rPr>
                      <m:t>𝑛</m:t>
                    </m:r>
                  </m:oMath>
                </a14:m>
                <a:endParaRPr lang="en-US" sz="2800" noProof="0" dirty="0"/>
              </a:p>
            </p:txBody>
          </p:sp>
        </mc:Choice>
        <mc:Fallback>
          <p:sp>
            <p:nvSpPr>
              <p:cNvPr id="44" name="TextBox 43">
                <a:extLst>
                  <a:ext uri="{FF2B5EF4-FFF2-40B4-BE49-F238E27FC236}">
                    <a16:creationId xmlns:a16="http://schemas.microsoft.com/office/drawing/2014/main" id="{1F67E973-44FE-CE64-80EC-471D1B6AA36F}"/>
                  </a:ext>
                </a:extLst>
              </p:cNvPr>
              <p:cNvSpPr txBox="1">
                <a:spLocks noRot="1" noChangeAspect="1" noMove="1" noResize="1" noEditPoints="1" noAdjustHandles="1" noChangeArrowheads="1" noChangeShapeType="1" noTextEdit="1"/>
              </p:cNvSpPr>
              <p:nvPr>
                <p:custDataLst>
                  <p:tags r:id="rId16"/>
                </p:custDataLst>
              </p:nvPr>
            </p:nvSpPr>
            <p:spPr>
              <a:xfrm>
                <a:off x="4485795" y="5232699"/>
                <a:ext cx="1587166" cy="1384995"/>
              </a:xfrm>
              <a:prstGeom prst="rect">
                <a:avLst/>
              </a:prstGeom>
              <a:blipFill>
                <a:blip r:embed="rId33"/>
                <a:stretch>
                  <a:fillRect l="-8077" t="-4825" b="-10965"/>
                </a:stretch>
              </a:blipFill>
            </p:spPr>
            <p:txBody>
              <a:bodyPr/>
              <a:lstStyle/>
              <a:p>
                <a:r>
                  <a:rPr lang="en-US">
                    <a:noFill/>
                  </a:rPr>
                  <a:t> </a:t>
                </a:r>
              </a:p>
            </p:txBody>
          </p:sp>
        </mc:Fallback>
      </mc:AlternateContent>
      <p:sp>
        <p:nvSpPr>
          <p:cNvPr id="49" name="Oval 48">
            <a:extLst>
              <a:ext uri="{FF2B5EF4-FFF2-40B4-BE49-F238E27FC236}">
                <a16:creationId xmlns:a16="http://schemas.microsoft.com/office/drawing/2014/main" id="{0127B336-9807-04BC-1EE0-479911DCB919}"/>
              </a:ext>
            </a:extLst>
          </p:cNvPr>
          <p:cNvSpPr/>
          <p:nvPr>
            <p:custDataLst>
              <p:tags r:id="rId17"/>
            </p:custDataLst>
          </p:nvPr>
        </p:nvSpPr>
        <p:spPr>
          <a:xfrm>
            <a:off x="4923637" y="5311317"/>
            <a:ext cx="390286" cy="418745"/>
          </a:xfrm>
          <a:prstGeom prst="ellipse">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1" name="Oval 50">
            <a:extLst>
              <a:ext uri="{FF2B5EF4-FFF2-40B4-BE49-F238E27FC236}">
                <a16:creationId xmlns:a16="http://schemas.microsoft.com/office/drawing/2014/main" id="{F2118018-0BAA-9CA8-C6F1-FC0D7AF4E40D}"/>
              </a:ext>
            </a:extLst>
          </p:cNvPr>
          <p:cNvSpPr/>
          <p:nvPr>
            <p:custDataLst>
              <p:tags r:id="rId18"/>
            </p:custDataLst>
          </p:nvPr>
        </p:nvSpPr>
        <p:spPr>
          <a:xfrm>
            <a:off x="5629321" y="5301792"/>
            <a:ext cx="390286" cy="418745"/>
          </a:xfrm>
          <a:prstGeom prst="ellipse">
            <a:avLst/>
          </a:prstGeom>
          <a:noFill/>
          <a:ln w="2857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3" name="Oval 52">
            <a:extLst>
              <a:ext uri="{FF2B5EF4-FFF2-40B4-BE49-F238E27FC236}">
                <a16:creationId xmlns:a16="http://schemas.microsoft.com/office/drawing/2014/main" id="{1FA30D08-7546-1C19-C43C-639429F560C8}"/>
              </a:ext>
            </a:extLst>
          </p:cNvPr>
          <p:cNvSpPr/>
          <p:nvPr>
            <p:custDataLst>
              <p:tags r:id="rId19"/>
            </p:custDataLst>
          </p:nvPr>
        </p:nvSpPr>
        <p:spPr>
          <a:xfrm>
            <a:off x="5575672" y="6175897"/>
            <a:ext cx="390286" cy="418745"/>
          </a:xfrm>
          <a:prstGeom prst="ellipse">
            <a:avLst/>
          </a:prstGeom>
          <a:noFill/>
          <a:ln w="28575">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4" name="Oval 13">
            <a:extLst>
              <a:ext uri="{FF2B5EF4-FFF2-40B4-BE49-F238E27FC236}">
                <a16:creationId xmlns:a16="http://schemas.microsoft.com/office/drawing/2014/main" id="{F0835908-CF21-76B9-3CF4-B5B20E755A64}"/>
              </a:ext>
            </a:extLst>
          </p:cNvPr>
          <p:cNvSpPr/>
          <p:nvPr>
            <p:custDataLst>
              <p:tags r:id="rId20"/>
            </p:custDataLst>
          </p:nvPr>
        </p:nvSpPr>
        <p:spPr>
          <a:xfrm>
            <a:off x="4859343" y="5741876"/>
            <a:ext cx="390286" cy="418745"/>
          </a:xfrm>
          <a:prstGeom prst="ellipse">
            <a:avLst/>
          </a:prstGeom>
          <a:noFill/>
          <a:ln w="2857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5" name="Oval 14">
            <a:extLst>
              <a:ext uri="{FF2B5EF4-FFF2-40B4-BE49-F238E27FC236}">
                <a16:creationId xmlns:a16="http://schemas.microsoft.com/office/drawing/2014/main" id="{B2FBA510-0FE4-ECC2-607B-D4366279FCA8}"/>
              </a:ext>
            </a:extLst>
          </p:cNvPr>
          <p:cNvSpPr/>
          <p:nvPr>
            <p:custDataLst>
              <p:tags r:id="rId21"/>
            </p:custDataLst>
          </p:nvPr>
        </p:nvSpPr>
        <p:spPr>
          <a:xfrm>
            <a:off x="5593853" y="5734657"/>
            <a:ext cx="390286" cy="418745"/>
          </a:xfrm>
          <a:prstGeom prst="ellipse">
            <a:avLst/>
          </a:prstGeom>
          <a:noFill/>
          <a:ln w="28575">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Oval 15">
            <a:extLst>
              <a:ext uri="{FF2B5EF4-FFF2-40B4-BE49-F238E27FC236}">
                <a16:creationId xmlns:a16="http://schemas.microsoft.com/office/drawing/2014/main" id="{0B9B1486-1199-82F3-9362-B05932946618}"/>
              </a:ext>
            </a:extLst>
          </p:cNvPr>
          <p:cNvSpPr/>
          <p:nvPr>
            <p:custDataLst>
              <p:tags r:id="rId22"/>
            </p:custDataLst>
          </p:nvPr>
        </p:nvSpPr>
        <p:spPr>
          <a:xfrm>
            <a:off x="4901983" y="6167443"/>
            <a:ext cx="390286" cy="418745"/>
          </a:xfrm>
          <a:prstGeom prst="ellipse">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custDataLst>
      <p:tags r:id="rId1"/>
    </p:custDataLst>
    <p:extLst>
      <p:ext uri="{BB962C8B-B14F-4D97-AF65-F5344CB8AC3E}">
        <p14:creationId xmlns:p14="http://schemas.microsoft.com/office/powerpoint/2010/main" val="413987687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E9C270-FFE7-712F-BA5B-C713C51D9A76}"/>
            </a:ext>
          </a:extLst>
        </p:cNvPr>
        <p:cNvGrpSpPr/>
        <p:nvPr/>
      </p:nvGrpSpPr>
      <p:grpSpPr>
        <a:xfrm>
          <a:off x="0" y="0"/>
          <a:ext cx="0" cy="0"/>
          <a:chOff x="0" y="0"/>
          <a:chExt cx="0" cy="0"/>
        </a:xfrm>
      </p:grpSpPr>
      <p:sp>
        <p:nvSpPr>
          <p:cNvPr id="45" name="Rectangle 44">
            <a:extLst>
              <a:ext uri="{FF2B5EF4-FFF2-40B4-BE49-F238E27FC236}">
                <a16:creationId xmlns:a16="http://schemas.microsoft.com/office/drawing/2014/main" id="{B3976AD9-FA58-3705-5BFD-DD270E27737C}"/>
              </a:ext>
            </a:extLst>
          </p:cNvPr>
          <p:cNvSpPr/>
          <p:nvPr>
            <p:custDataLst>
              <p:tags r:id="rId2"/>
            </p:custDataLst>
          </p:nvPr>
        </p:nvSpPr>
        <p:spPr>
          <a:xfrm>
            <a:off x="4558820" y="5327992"/>
            <a:ext cx="245269" cy="323451"/>
          </a:xfrm>
          <a:prstGeom prst="rect">
            <a:avLst/>
          </a:prstGeom>
          <a:solidFill>
            <a:srgbClr val="D5E8D4"/>
          </a:solidFill>
          <a:ln w="9525" cap="flat">
            <a:solidFill>
              <a:srgbClr val="82B366"/>
            </a:solidFill>
            <a:prstDash val="solid"/>
            <a:miter/>
          </a:ln>
        </p:spPr>
        <p:txBody>
          <a:bodyPr/>
          <a:lstStyle/>
          <a:p>
            <a:endParaRPr lang="en-US" sz="2400" noProof="0" dirty="0"/>
          </a:p>
        </p:txBody>
      </p:sp>
      <p:sp>
        <p:nvSpPr>
          <p:cNvPr id="46" name="Rectangle 45">
            <a:extLst>
              <a:ext uri="{FF2B5EF4-FFF2-40B4-BE49-F238E27FC236}">
                <a16:creationId xmlns:a16="http://schemas.microsoft.com/office/drawing/2014/main" id="{911B9DBE-6587-8382-9E03-37F6BAC2D133}"/>
              </a:ext>
            </a:extLst>
          </p:cNvPr>
          <p:cNvSpPr/>
          <p:nvPr>
            <p:custDataLst>
              <p:tags r:id="rId3"/>
            </p:custDataLst>
          </p:nvPr>
        </p:nvSpPr>
        <p:spPr>
          <a:xfrm>
            <a:off x="4558819" y="6160621"/>
            <a:ext cx="245269" cy="318591"/>
          </a:xfrm>
          <a:prstGeom prst="rect">
            <a:avLst/>
          </a:prstGeom>
          <a:solidFill>
            <a:srgbClr val="DAE8FC"/>
          </a:solidFill>
          <a:ln w="9525" cap="flat">
            <a:solidFill>
              <a:srgbClr val="6C8EBF"/>
            </a:solidFill>
            <a:prstDash val="solid"/>
            <a:miter/>
          </a:ln>
        </p:spPr>
        <p:txBody>
          <a:bodyPr/>
          <a:lstStyle/>
          <a:p>
            <a:endParaRPr lang="en-US" sz="2400" noProof="0" dirty="0"/>
          </a:p>
        </p:txBody>
      </p:sp>
      <p:sp>
        <p:nvSpPr>
          <p:cNvPr id="47" name="Rectangle 46">
            <a:extLst>
              <a:ext uri="{FF2B5EF4-FFF2-40B4-BE49-F238E27FC236}">
                <a16:creationId xmlns:a16="http://schemas.microsoft.com/office/drawing/2014/main" id="{68983F2C-1668-52BB-B4F9-C612E7B2F10A}"/>
              </a:ext>
            </a:extLst>
          </p:cNvPr>
          <p:cNvSpPr/>
          <p:nvPr>
            <p:custDataLst>
              <p:tags r:id="rId4"/>
            </p:custDataLst>
          </p:nvPr>
        </p:nvSpPr>
        <p:spPr>
          <a:xfrm>
            <a:off x="4558819" y="5746737"/>
            <a:ext cx="245269" cy="318590"/>
          </a:xfrm>
          <a:prstGeom prst="rect">
            <a:avLst/>
          </a:prstGeom>
          <a:solidFill>
            <a:srgbClr val="F8CECC"/>
          </a:solidFill>
          <a:ln w="9525" cap="flat">
            <a:solidFill>
              <a:srgbClr val="B85450"/>
            </a:solidFill>
            <a:prstDash val="solid"/>
            <a:miter/>
          </a:ln>
        </p:spPr>
        <p:txBody>
          <a:bodyPr/>
          <a:lstStyle/>
          <a:p>
            <a:endParaRPr lang="en-US" sz="2400" noProof="0" dirty="0"/>
          </a:p>
        </p:txBody>
      </p:sp>
      <p:sp>
        <p:nvSpPr>
          <p:cNvPr id="19" name="Rectangle 18">
            <a:extLst>
              <a:ext uri="{FF2B5EF4-FFF2-40B4-BE49-F238E27FC236}">
                <a16:creationId xmlns:a16="http://schemas.microsoft.com/office/drawing/2014/main" id="{B800FBA5-1D37-3DF6-701A-70896D275692}"/>
              </a:ext>
            </a:extLst>
          </p:cNvPr>
          <p:cNvSpPr/>
          <p:nvPr>
            <p:custDataLst>
              <p:tags r:id="rId5"/>
            </p:custDataLst>
          </p:nvPr>
        </p:nvSpPr>
        <p:spPr>
          <a:xfrm>
            <a:off x="5067934" y="3750432"/>
            <a:ext cx="222808" cy="279329"/>
          </a:xfrm>
          <a:prstGeom prst="rect">
            <a:avLst/>
          </a:prstGeom>
          <a:solidFill>
            <a:srgbClr val="DAE8FC"/>
          </a:solidFill>
          <a:ln w="9525" cap="flat">
            <a:solidFill>
              <a:srgbClr val="6C8EBF"/>
            </a:solidFill>
            <a:prstDash val="solid"/>
            <a:miter/>
          </a:ln>
        </p:spPr>
        <p:txBody>
          <a:bodyPr wrap="none"/>
          <a:lstStyle/>
          <a:p>
            <a:endParaRPr lang="en-US" sz="2400" noProof="0" dirty="0"/>
          </a:p>
        </p:txBody>
      </p:sp>
      <p:sp>
        <p:nvSpPr>
          <p:cNvPr id="13" name="Rectangle 12">
            <a:extLst>
              <a:ext uri="{FF2B5EF4-FFF2-40B4-BE49-F238E27FC236}">
                <a16:creationId xmlns:a16="http://schemas.microsoft.com/office/drawing/2014/main" id="{666A78F4-88C1-5BB5-A720-F8E1C747C4A4}"/>
              </a:ext>
            </a:extLst>
          </p:cNvPr>
          <p:cNvSpPr/>
          <p:nvPr>
            <p:custDataLst>
              <p:tags r:id="rId6"/>
            </p:custDataLst>
          </p:nvPr>
        </p:nvSpPr>
        <p:spPr>
          <a:xfrm>
            <a:off x="4605485" y="3750432"/>
            <a:ext cx="222808" cy="279329"/>
          </a:xfrm>
          <a:prstGeom prst="rect">
            <a:avLst/>
          </a:prstGeom>
          <a:solidFill>
            <a:srgbClr val="F8CECC"/>
          </a:solidFill>
          <a:ln w="9525" cap="flat">
            <a:solidFill>
              <a:srgbClr val="B85450"/>
            </a:solidFill>
            <a:prstDash val="solid"/>
            <a:miter/>
          </a:ln>
        </p:spPr>
        <p:txBody>
          <a:bodyPr wrap="none"/>
          <a:lstStyle/>
          <a:p>
            <a:endParaRPr lang="en-US" sz="2400" noProof="0" dirty="0"/>
          </a:p>
        </p:txBody>
      </p:sp>
      <p:sp>
        <p:nvSpPr>
          <p:cNvPr id="11" name="Rectangle 10">
            <a:extLst>
              <a:ext uri="{FF2B5EF4-FFF2-40B4-BE49-F238E27FC236}">
                <a16:creationId xmlns:a16="http://schemas.microsoft.com/office/drawing/2014/main" id="{45C6B551-6774-AC99-228E-D1F7AAF62B05}"/>
              </a:ext>
            </a:extLst>
          </p:cNvPr>
          <p:cNvSpPr/>
          <p:nvPr>
            <p:custDataLst>
              <p:tags r:id="rId7"/>
            </p:custDataLst>
          </p:nvPr>
        </p:nvSpPr>
        <p:spPr>
          <a:xfrm>
            <a:off x="4152567" y="3750431"/>
            <a:ext cx="222807" cy="279329"/>
          </a:xfrm>
          <a:prstGeom prst="rect">
            <a:avLst/>
          </a:prstGeom>
          <a:solidFill>
            <a:srgbClr val="D5E8D4"/>
          </a:solidFill>
          <a:ln w="9525" cap="flat">
            <a:solidFill>
              <a:srgbClr val="82B366"/>
            </a:solidFill>
            <a:prstDash val="solid"/>
            <a:miter/>
          </a:ln>
        </p:spPr>
        <p:txBody>
          <a:bodyPr wrap="none"/>
          <a:lstStyle/>
          <a:p>
            <a:endParaRPr lang="en-US" sz="2400" noProof="0" dirty="0"/>
          </a:p>
        </p:txBody>
      </p:sp>
      <p:sp>
        <p:nvSpPr>
          <p:cNvPr id="4" name="Title 3">
            <a:extLst>
              <a:ext uri="{FF2B5EF4-FFF2-40B4-BE49-F238E27FC236}">
                <a16:creationId xmlns:a16="http://schemas.microsoft.com/office/drawing/2014/main" id="{F64F76FB-E9C4-9A8F-8092-29CA73FEACB3}"/>
              </a:ext>
            </a:extLst>
          </p:cNvPr>
          <p:cNvSpPr>
            <a:spLocks noGrp="1"/>
          </p:cNvSpPr>
          <p:nvPr>
            <p:ph type="title"/>
            <p:custDataLst>
              <p:tags r:id="rId8"/>
            </p:custDataLst>
          </p:nvPr>
        </p:nvSpPr>
        <p:spPr/>
        <p:txBody>
          <a:bodyPr/>
          <a:lstStyle/>
          <a:p>
            <a:r>
              <a:rPr lang="en-US" noProof="0" dirty="0"/>
              <a:t>Structures with different index spaces</a:t>
            </a:r>
          </a:p>
        </p:txBody>
      </p:sp>
      <p:sp>
        <p:nvSpPr>
          <p:cNvPr id="9" name="Date Placeholder 8">
            <a:extLst>
              <a:ext uri="{FF2B5EF4-FFF2-40B4-BE49-F238E27FC236}">
                <a16:creationId xmlns:a16="http://schemas.microsoft.com/office/drawing/2014/main" id="{49863BA9-EDD3-9BC6-2F2C-63F2D4A2C95B}"/>
              </a:ext>
            </a:extLst>
          </p:cNvPr>
          <p:cNvSpPr>
            <a:spLocks noGrp="1"/>
          </p:cNvSpPr>
          <p:nvPr>
            <p:ph type="dt" sz="half" idx="10"/>
            <p:custDataLst>
              <p:tags r:id="rId9"/>
            </p:custDataLst>
          </p:nvPr>
        </p:nvSpPr>
        <p:spPr/>
        <p:txBody>
          <a:bodyPr/>
          <a:lstStyle/>
          <a:p>
            <a:r>
              <a:rPr lang="en-US" noProof="0"/>
              <a:t>9/5/2026</a:t>
            </a:r>
            <a:endParaRPr lang="en-US" noProof="0" dirty="0"/>
          </a:p>
        </p:txBody>
      </p:sp>
      <p:sp>
        <p:nvSpPr>
          <p:cNvPr id="10" name="Slide Number Placeholder 9">
            <a:extLst>
              <a:ext uri="{FF2B5EF4-FFF2-40B4-BE49-F238E27FC236}">
                <a16:creationId xmlns:a16="http://schemas.microsoft.com/office/drawing/2014/main" id="{D932224D-9ADE-83F1-8417-D5C309A6BB6A}"/>
              </a:ext>
            </a:extLst>
          </p:cNvPr>
          <p:cNvSpPr>
            <a:spLocks noGrp="1"/>
          </p:cNvSpPr>
          <p:nvPr>
            <p:ph type="sldNum" sz="quarter" idx="12"/>
            <p:custDataLst>
              <p:tags r:id="rId10"/>
            </p:custDataLst>
          </p:nvPr>
        </p:nvSpPr>
        <p:spPr/>
        <p:txBody>
          <a:bodyPr/>
          <a:lstStyle/>
          <a:p>
            <a:r>
              <a:rPr lang="en-US" noProof="0"/>
              <a:t>7</a:t>
            </a:r>
            <a:endParaRPr lang="en-US" noProof="0" dirty="0"/>
          </a:p>
        </p:txBody>
      </p:sp>
      <p:sp>
        <p:nvSpPr>
          <p:cNvPr id="18" name="TextBox 17">
            <a:extLst>
              <a:ext uri="{FF2B5EF4-FFF2-40B4-BE49-F238E27FC236}">
                <a16:creationId xmlns:a16="http://schemas.microsoft.com/office/drawing/2014/main" id="{89EAF68D-4F87-22EE-E382-0F9F7359D649}"/>
              </a:ext>
            </a:extLst>
          </p:cNvPr>
          <p:cNvSpPr txBox="1"/>
          <p:nvPr>
            <p:custDataLst>
              <p:tags r:id="rId11"/>
            </p:custDataLst>
          </p:nvPr>
        </p:nvSpPr>
        <p:spPr>
          <a:xfrm>
            <a:off x="860575" y="1130185"/>
            <a:ext cx="2909772" cy="461665"/>
          </a:xfrm>
          <a:prstGeom prst="rect">
            <a:avLst/>
          </a:prstGeom>
          <a:noFill/>
        </p:spPr>
        <p:txBody>
          <a:bodyPr wrap="none" rtlCol="0">
            <a:spAutoFit/>
          </a:bodyPr>
          <a:lstStyle/>
          <a:p>
            <a:pPr algn="ctr"/>
            <a:r>
              <a:rPr lang="en-US" sz="2400" noProof="0" dirty="0"/>
              <a:t>Matrix multiplication</a:t>
            </a:r>
          </a:p>
        </p:txBody>
      </p:sp>
      <p:sp>
        <p:nvSpPr>
          <p:cNvPr id="24" name="TextBox 23">
            <a:extLst>
              <a:ext uri="{FF2B5EF4-FFF2-40B4-BE49-F238E27FC236}">
                <a16:creationId xmlns:a16="http://schemas.microsoft.com/office/drawing/2014/main" id="{1D0BC665-A3D5-7187-98DA-94BA7091C22C}"/>
              </a:ext>
            </a:extLst>
          </p:cNvPr>
          <p:cNvSpPr txBox="1"/>
          <p:nvPr>
            <p:custDataLst>
              <p:tags r:id="rId12"/>
            </p:custDataLst>
          </p:nvPr>
        </p:nvSpPr>
        <p:spPr>
          <a:xfrm>
            <a:off x="4485795" y="1740032"/>
            <a:ext cx="6494085" cy="1472070"/>
          </a:xfrm>
          <a:prstGeom prst="rect">
            <a:avLst/>
          </a:prstGeom>
          <a:noFill/>
          <a:ln>
            <a:solidFill>
              <a:schemeClr val="tx1"/>
            </a:solidFill>
          </a:ln>
        </p:spPr>
        <p:txBody>
          <a:bodyPr wrap="none">
            <a:spAutoFit/>
          </a:bodyPr>
          <a:lstStyle/>
          <a:p>
            <a:pPr>
              <a:lnSpc>
                <a:spcPct val="113095"/>
              </a:lnSpc>
            </a:pPr>
            <a:r>
              <a:rPr lang="en-US" sz="2000" dirty="0">
                <a:solidFill>
                  <a:srgbClr val="AF00DB"/>
                </a:solidFill>
                <a:latin typeface="Fira Code" panose="020B0809050000020004" pitchFamily="49" charset="0"/>
              </a:rPr>
              <a:t>for</a:t>
            </a:r>
            <a:r>
              <a:rPr lang="en-US" sz="2000" dirty="0">
                <a:solidFill>
                  <a:srgbClr val="000000"/>
                </a:solidFill>
                <a:latin typeface="Fira Code" panose="020B0809050000020004" pitchFamily="49" charset="0"/>
              </a:rPr>
              <a:t> (</a:t>
            </a:r>
            <a:r>
              <a:rPr lang="en-US" sz="2000" dirty="0">
                <a:solidFill>
                  <a:srgbClr val="0000FF"/>
                </a:solidFill>
                <a:latin typeface="Fira Code" panose="020B0809050000020004" pitchFamily="49" charset="0"/>
              </a:rPr>
              <a:t>int</a:t>
            </a:r>
            <a:r>
              <a:rPr lang="en-US" sz="2000" dirty="0">
                <a:solidFill>
                  <a:srgbClr val="000000"/>
                </a:solidFill>
                <a:latin typeface="Fira Code" panose="020B0809050000020004" pitchFamily="49" charset="0"/>
              </a:rPr>
              <a:t> </a:t>
            </a:r>
            <a:r>
              <a:rPr lang="en-US" sz="2000" dirty="0" err="1">
                <a:solidFill>
                  <a:srgbClr val="001080"/>
                </a:solidFill>
                <a:latin typeface="Fira Code" panose="020B0809050000020004" pitchFamily="49" charset="0"/>
              </a:rPr>
              <a:t>i</a:t>
            </a:r>
            <a:r>
              <a:rPr lang="en-US" sz="2000" dirty="0">
                <a:solidFill>
                  <a:srgbClr val="000000"/>
                </a:solidFill>
                <a:latin typeface="Fira Code" panose="020B0809050000020004" pitchFamily="49" charset="0"/>
              </a:rPr>
              <a:t> = </a:t>
            </a:r>
            <a:r>
              <a:rPr lang="en-US" sz="2000" dirty="0">
                <a:solidFill>
                  <a:srgbClr val="098658"/>
                </a:solidFill>
                <a:latin typeface="Fira Code" panose="020B0809050000020004" pitchFamily="49" charset="0"/>
              </a:rPr>
              <a:t>0</a:t>
            </a:r>
            <a:r>
              <a:rPr lang="en-US" sz="2000" dirty="0">
                <a:solidFill>
                  <a:srgbClr val="000000"/>
                </a:solidFill>
                <a:latin typeface="Fira Code" panose="020B0809050000020004" pitchFamily="49" charset="0"/>
              </a:rPr>
              <a:t>; </a:t>
            </a:r>
            <a:r>
              <a:rPr lang="en-US" sz="2000" dirty="0" err="1">
                <a:solidFill>
                  <a:srgbClr val="001080"/>
                </a:solidFill>
                <a:latin typeface="Fira Code" panose="020B0809050000020004" pitchFamily="49" charset="0"/>
              </a:rPr>
              <a:t>i</a:t>
            </a:r>
            <a:r>
              <a:rPr lang="en-US" sz="2000" dirty="0">
                <a:solidFill>
                  <a:srgbClr val="000000"/>
                </a:solidFill>
                <a:latin typeface="Fira Code" panose="020B0809050000020004" pitchFamily="49" charset="0"/>
              </a:rPr>
              <a:t> &lt; </a:t>
            </a:r>
            <a:r>
              <a:rPr lang="en-US" sz="2000" dirty="0">
                <a:solidFill>
                  <a:srgbClr val="0070C1"/>
                </a:solidFill>
                <a:latin typeface="Fira Code" panose="020B0809050000020004" pitchFamily="49" charset="0"/>
              </a:rPr>
              <a:t>M</a:t>
            </a:r>
            <a:r>
              <a:rPr lang="en-US" sz="2000" dirty="0">
                <a:solidFill>
                  <a:srgbClr val="000000"/>
                </a:solidFill>
                <a:latin typeface="Fira Code" panose="020B0809050000020004" pitchFamily="49" charset="0"/>
              </a:rPr>
              <a:t>; </a:t>
            </a:r>
            <a:r>
              <a:rPr lang="en-US" sz="2000" dirty="0" err="1">
                <a:solidFill>
                  <a:srgbClr val="001080"/>
                </a:solidFill>
                <a:latin typeface="Fira Code" panose="020B0809050000020004" pitchFamily="49" charset="0"/>
              </a:rPr>
              <a:t>i</a:t>
            </a:r>
            <a:r>
              <a:rPr lang="en-US" sz="2000" dirty="0">
                <a:solidFill>
                  <a:srgbClr val="000000"/>
                </a:solidFill>
                <a:latin typeface="Fira Code" panose="020B0809050000020004" pitchFamily="49" charset="0"/>
              </a:rPr>
              <a:t>++)</a:t>
            </a:r>
          </a:p>
          <a:p>
            <a:pPr>
              <a:lnSpc>
                <a:spcPct val="113095"/>
              </a:lnSpc>
            </a:pPr>
            <a:r>
              <a:rPr lang="en-US" sz="2000" noProof="0" dirty="0">
                <a:solidFill>
                  <a:srgbClr val="AF00DB"/>
                </a:solidFill>
                <a:latin typeface="Fira Code" panose="020B0809050000020004" pitchFamily="49" charset="0"/>
              </a:rPr>
              <a:t>    for</a:t>
            </a:r>
            <a:r>
              <a:rPr lang="en-US" sz="2000" noProof="0" dirty="0">
                <a:solidFill>
                  <a:srgbClr val="000000"/>
                </a:solidFill>
                <a:latin typeface="Fira Code" panose="020B0809050000020004" pitchFamily="49" charset="0"/>
              </a:rPr>
              <a:t> (</a:t>
            </a:r>
            <a:r>
              <a:rPr lang="en-US" sz="2000" noProof="0" dirty="0">
                <a:solidFill>
                  <a:srgbClr val="0000FF"/>
                </a:solidFill>
                <a:latin typeface="Fira Code" panose="020B0809050000020004" pitchFamily="49" charset="0"/>
              </a:rPr>
              <a:t>int</a:t>
            </a:r>
            <a:r>
              <a:rPr lang="en-US" sz="2000" noProof="0" dirty="0">
                <a:solidFill>
                  <a:srgbClr val="000000"/>
                </a:solidFill>
                <a:latin typeface="Fira Code" panose="020B0809050000020004" pitchFamily="49" charset="0"/>
              </a:rPr>
              <a:t> </a:t>
            </a:r>
            <a:r>
              <a:rPr lang="en-US" sz="2000" noProof="0" dirty="0">
                <a:solidFill>
                  <a:srgbClr val="001080"/>
                </a:solidFill>
                <a:latin typeface="Fira Code" panose="020B0809050000020004" pitchFamily="49" charset="0"/>
              </a:rPr>
              <a:t>j</a:t>
            </a:r>
            <a:r>
              <a:rPr lang="en-US" sz="2000" noProof="0" dirty="0">
                <a:solidFill>
                  <a:srgbClr val="000000"/>
                </a:solidFill>
                <a:latin typeface="Fira Code" panose="020B0809050000020004" pitchFamily="49" charset="0"/>
              </a:rPr>
              <a:t> = </a:t>
            </a:r>
            <a:r>
              <a:rPr lang="en-US" sz="2000" noProof="0" dirty="0">
                <a:solidFill>
                  <a:srgbClr val="098658"/>
                </a:solidFill>
                <a:latin typeface="Fira Code" panose="020B0809050000020004" pitchFamily="49" charset="0"/>
              </a:rPr>
              <a:t>0</a:t>
            </a:r>
            <a:r>
              <a:rPr lang="en-US" sz="2000" noProof="0" dirty="0">
                <a:solidFill>
                  <a:srgbClr val="000000"/>
                </a:solidFill>
                <a:latin typeface="Fira Code" panose="020B0809050000020004" pitchFamily="49" charset="0"/>
              </a:rPr>
              <a:t>; </a:t>
            </a:r>
            <a:r>
              <a:rPr lang="en-US" sz="2000" noProof="0" dirty="0">
                <a:solidFill>
                  <a:srgbClr val="001080"/>
                </a:solidFill>
                <a:latin typeface="Fira Code" panose="020B0809050000020004" pitchFamily="49" charset="0"/>
              </a:rPr>
              <a:t>j</a:t>
            </a:r>
            <a:r>
              <a:rPr lang="en-US" sz="2000" noProof="0" dirty="0">
                <a:solidFill>
                  <a:srgbClr val="000000"/>
                </a:solidFill>
                <a:latin typeface="Fira Code" panose="020B0809050000020004" pitchFamily="49" charset="0"/>
              </a:rPr>
              <a:t> &lt; </a:t>
            </a:r>
            <a:r>
              <a:rPr lang="en-US" sz="2000" noProof="0" dirty="0">
                <a:solidFill>
                  <a:srgbClr val="0070C1"/>
                </a:solidFill>
                <a:latin typeface="Fira Code" panose="020B0809050000020004" pitchFamily="49" charset="0"/>
              </a:rPr>
              <a:t>N</a:t>
            </a:r>
            <a:r>
              <a:rPr lang="en-US" sz="2000" noProof="0" dirty="0">
                <a:solidFill>
                  <a:srgbClr val="000000"/>
                </a:solidFill>
                <a:latin typeface="Fira Code" panose="020B0809050000020004" pitchFamily="49" charset="0"/>
              </a:rPr>
              <a:t>; </a:t>
            </a:r>
            <a:r>
              <a:rPr lang="en-US" sz="2000" noProof="0" dirty="0" err="1">
                <a:solidFill>
                  <a:srgbClr val="001080"/>
                </a:solidFill>
                <a:latin typeface="Fira Code" panose="020B0809050000020004" pitchFamily="49" charset="0"/>
              </a:rPr>
              <a:t>j</a:t>
            </a:r>
            <a:r>
              <a:rPr lang="en-US" sz="2000" noProof="0" dirty="0" err="1">
                <a:solidFill>
                  <a:srgbClr val="000000"/>
                </a:solidFill>
                <a:latin typeface="Fira Code" panose="020B0809050000020004" pitchFamily="49" charset="0"/>
              </a:rPr>
              <a:t>++</a:t>
            </a:r>
            <a:r>
              <a:rPr lang="en-US" sz="2000" noProof="0" dirty="0">
                <a:solidFill>
                  <a:srgbClr val="000000"/>
                </a:solidFill>
                <a:latin typeface="Fira Code" panose="020B0809050000020004" pitchFamily="49" charset="0"/>
              </a:rPr>
              <a:t>)</a:t>
            </a:r>
          </a:p>
          <a:p>
            <a:pPr>
              <a:lnSpc>
                <a:spcPct val="113095"/>
              </a:lnSpc>
              <a:buNone/>
            </a:pPr>
            <a:r>
              <a:rPr lang="en-US" sz="2000" b="0" noProof="0" dirty="0">
                <a:solidFill>
                  <a:srgbClr val="000000"/>
                </a:solidFill>
                <a:effectLst/>
                <a:latin typeface="Fira Code" panose="020B0809050000020004" pitchFamily="49" charset="0"/>
              </a:rPr>
              <a:t>        </a:t>
            </a:r>
            <a:r>
              <a:rPr lang="en-US" sz="2000" b="0" noProof="0" dirty="0">
                <a:solidFill>
                  <a:srgbClr val="AF00DB"/>
                </a:solidFill>
                <a:effectLst/>
                <a:latin typeface="Fira Code" panose="020B0809050000020004" pitchFamily="49" charset="0"/>
              </a:rPr>
              <a:t>for</a:t>
            </a:r>
            <a:r>
              <a:rPr lang="en-US" sz="2000" b="0" noProof="0" dirty="0">
                <a:solidFill>
                  <a:srgbClr val="000000"/>
                </a:solidFill>
                <a:effectLst/>
                <a:latin typeface="Fira Code" panose="020B0809050000020004" pitchFamily="49" charset="0"/>
              </a:rPr>
              <a:t> (</a:t>
            </a:r>
            <a:r>
              <a:rPr lang="en-US" sz="2000" b="0" noProof="0" dirty="0">
                <a:solidFill>
                  <a:srgbClr val="0000FF"/>
                </a:solidFill>
                <a:effectLst/>
                <a:latin typeface="Fira Code" panose="020B0809050000020004" pitchFamily="49" charset="0"/>
              </a:rPr>
              <a:t>int</a:t>
            </a:r>
            <a:r>
              <a:rPr lang="en-US" sz="2000" b="0" noProof="0" dirty="0">
                <a:solidFill>
                  <a:srgbClr val="000000"/>
                </a:solidFill>
                <a:effectLst/>
                <a:latin typeface="Fira Code" panose="020B0809050000020004" pitchFamily="49" charset="0"/>
              </a:rPr>
              <a:t> </a:t>
            </a:r>
            <a:r>
              <a:rPr lang="en-US" sz="2000" b="0" noProof="0" dirty="0">
                <a:solidFill>
                  <a:srgbClr val="001080"/>
                </a:solidFill>
                <a:effectLst/>
                <a:latin typeface="Fira Code" panose="020B0809050000020004" pitchFamily="49" charset="0"/>
              </a:rPr>
              <a:t>k</a:t>
            </a:r>
            <a:r>
              <a:rPr lang="en-US" sz="2000" b="0" noProof="0" dirty="0">
                <a:solidFill>
                  <a:srgbClr val="000000"/>
                </a:solidFill>
                <a:effectLst/>
                <a:latin typeface="Fira Code" panose="020B0809050000020004" pitchFamily="49" charset="0"/>
              </a:rPr>
              <a:t> = </a:t>
            </a:r>
            <a:r>
              <a:rPr lang="en-US" sz="2000" b="0" noProof="0" dirty="0">
                <a:solidFill>
                  <a:srgbClr val="098658"/>
                </a:solidFill>
                <a:effectLst/>
                <a:latin typeface="Fira Code" panose="020B0809050000020004" pitchFamily="49" charset="0"/>
              </a:rPr>
              <a:t>0</a:t>
            </a:r>
            <a:r>
              <a:rPr lang="en-US" sz="2000" b="0" noProof="0" dirty="0">
                <a:solidFill>
                  <a:srgbClr val="000000"/>
                </a:solidFill>
                <a:effectLst/>
                <a:latin typeface="Fira Code" panose="020B0809050000020004" pitchFamily="49" charset="0"/>
              </a:rPr>
              <a:t>; </a:t>
            </a:r>
            <a:r>
              <a:rPr lang="en-US" sz="2000" b="0" noProof="0" dirty="0">
                <a:solidFill>
                  <a:srgbClr val="001080"/>
                </a:solidFill>
                <a:effectLst/>
                <a:latin typeface="Fira Code" panose="020B0809050000020004" pitchFamily="49" charset="0"/>
              </a:rPr>
              <a:t>k</a:t>
            </a:r>
            <a:r>
              <a:rPr lang="en-US" sz="2000" b="0" noProof="0" dirty="0">
                <a:solidFill>
                  <a:srgbClr val="000000"/>
                </a:solidFill>
                <a:effectLst/>
                <a:latin typeface="Fira Code" panose="020B0809050000020004" pitchFamily="49" charset="0"/>
              </a:rPr>
              <a:t> &lt; </a:t>
            </a:r>
            <a:r>
              <a:rPr lang="en-US" sz="2000" b="0" noProof="0" dirty="0">
                <a:solidFill>
                  <a:srgbClr val="0070C1"/>
                </a:solidFill>
                <a:effectLst/>
                <a:latin typeface="Fira Code" panose="020B0809050000020004" pitchFamily="49" charset="0"/>
              </a:rPr>
              <a:t>K</a:t>
            </a:r>
            <a:r>
              <a:rPr lang="en-US" sz="2000" b="0" noProof="0" dirty="0">
                <a:solidFill>
                  <a:srgbClr val="000000"/>
                </a:solidFill>
                <a:effectLst/>
                <a:latin typeface="Fira Code" panose="020B0809050000020004" pitchFamily="49" charset="0"/>
              </a:rPr>
              <a:t>; </a:t>
            </a:r>
            <a:r>
              <a:rPr lang="en-US" sz="2000" b="0" noProof="0" dirty="0">
                <a:solidFill>
                  <a:srgbClr val="001080"/>
                </a:solidFill>
                <a:effectLst/>
                <a:latin typeface="Fira Code" panose="020B0809050000020004" pitchFamily="49" charset="0"/>
              </a:rPr>
              <a:t>k</a:t>
            </a:r>
            <a:r>
              <a:rPr lang="en-US" sz="2000" b="0" noProof="0" dirty="0">
                <a:solidFill>
                  <a:srgbClr val="000000"/>
                </a:solidFill>
                <a:effectLst/>
                <a:latin typeface="Fira Code" panose="020B0809050000020004" pitchFamily="49" charset="0"/>
              </a:rPr>
              <a:t>++)</a:t>
            </a:r>
          </a:p>
          <a:p>
            <a:pPr>
              <a:lnSpc>
                <a:spcPct val="113095"/>
              </a:lnSpc>
              <a:buNone/>
            </a:pPr>
            <a:r>
              <a:rPr lang="en-US" sz="2000" b="0" noProof="0" dirty="0">
                <a:solidFill>
                  <a:srgbClr val="000000"/>
                </a:solidFill>
                <a:effectLst/>
                <a:latin typeface="Fira Code" panose="020B0809050000020004" pitchFamily="49" charset="0"/>
              </a:rPr>
              <a:t>            </a:t>
            </a:r>
            <a:r>
              <a:rPr lang="en-US" sz="2000" b="0" noProof="0" dirty="0">
                <a:solidFill>
                  <a:srgbClr val="001080"/>
                </a:solidFill>
                <a:effectLst/>
                <a:latin typeface="Fira Code" panose="020B0809050000020004" pitchFamily="49" charset="0"/>
              </a:rPr>
              <a:t>C</a:t>
            </a:r>
            <a:r>
              <a:rPr lang="en-US" sz="2000" b="0" noProof="0" dirty="0">
                <a:solidFill>
                  <a:srgbClr val="000000"/>
                </a:solidFill>
                <a:effectLst/>
                <a:latin typeface="Fira Code" panose="020B0809050000020004" pitchFamily="49" charset="0"/>
              </a:rPr>
              <a:t>[</a:t>
            </a:r>
            <a:r>
              <a:rPr lang="en-US" sz="2000" b="0" noProof="0" dirty="0" err="1">
                <a:solidFill>
                  <a:srgbClr val="001080"/>
                </a:solidFill>
                <a:effectLst/>
                <a:latin typeface="Fira Code" panose="020B0809050000020004" pitchFamily="49" charset="0"/>
              </a:rPr>
              <a:t>i</a:t>
            </a:r>
            <a:r>
              <a:rPr lang="en-US" sz="2000" b="0" noProof="0" dirty="0">
                <a:solidFill>
                  <a:srgbClr val="000000"/>
                </a:solidFill>
                <a:effectLst/>
                <a:latin typeface="Fira Code" panose="020B0809050000020004" pitchFamily="49" charset="0"/>
              </a:rPr>
              <a:t>][</a:t>
            </a:r>
            <a:r>
              <a:rPr lang="en-US" sz="2000" b="0" noProof="0" dirty="0">
                <a:solidFill>
                  <a:srgbClr val="001080"/>
                </a:solidFill>
                <a:effectLst/>
                <a:latin typeface="Fira Code" panose="020B0809050000020004" pitchFamily="49" charset="0"/>
              </a:rPr>
              <a:t>j</a:t>
            </a:r>
            <a:r>
              <a:rPr lang="en-US" sz="2000" b="0" noProof="0" dirty="0">
                <a:solidFill>
                  <a:srgbClr val="000000"/>
                </a:solidFill>
                <a:effectLst/>
                <a:latin typeface="Fira Code" panose="020B0809050000020004" pitchFamily="49" charset="0"/>
              </a:rPr>
              <a:t>] += </a:t>
            </a:r>
            <a:r>
              <a:rPr lang="en-US" sz="2000" b="0" noProof="0" dirty="0">
                <a:solidFill>
                  <a:srgbClr val="001080"/>
                </a:solidFill>
                <a:effectLst/>
                <a:latin typeface="Fira Code" panose="020B0809050000020004" pitchFamily="49" charset="0"/>
              </a:rPr>
              <a:t>A</a:t>
            </a:r>
            <a:r>
              <a:rPr lang="en-US" sz="2000" b="0" noProof="0" dirty="0">
                <a:solidFill>
                  <a:srgbClr val="000000"/>
                </a:solidFill>
                <a:effectLst/>
                <a:latin typeface="Fira Code" panose="020B0809050000020004" pitchFamily="49" charset="0"/>
              </a:rPr>
              <a:t>[</a:t>
            </a:r>
            <a:r>
              <a:rPr lang="en-US" sz="2000" b="0" noProof="0" dirty="0" err="1">
                <a:solidFill>
                  <a:srgbClr val="001080"/>
                </a:solidFill>
                <a:effectLst/>
                <a:latin typeface="Fira Code" panose="020B0809050000020004" pitchFamily="49" charset="0"/>
              </a:rPr>
              <a:t>i</a:t>
            </a:r>
            <a:r>
              <a:rPr lang="en-US" sz="2000" b="0" noProof="0" dirty="0">
                <a:solidFill>
                  <a:srgbClr val="000000"/>
                </a:solidFill>
                <a:effectLst/>
                <a:latin typeface="Fira Code" panose="020B0809050000020004" pitchFamily="49" charset="0"/>
              </a:rPr>
              <a:t>][</a:t>
            </a:r>
            <a:r>
              <a:rPr lang="en-US" sz="2000" b="0" noProof="0" dirty="0">
                <a:solidFill>
                  <a:srgbClr val="001080"/>
                </a:solidFill>
                <a:effectLst/>
                <a:latin typeface="Fira Code" panose="020B0809050000020004" pitchFamily="49" charset="0"/>
              </a:rPr>
              <a:t>k</a:t>
            </a:r>
            <a:r>
              <a:rPr lang="en-US" sz="2000" b="0" noProof="0" dirty="0">
                <a:solidFill>
                  <a:srgbClr val="000000"/>
                </a:solidFill>
                <a:effectLst/>
                <a:latin typeface="Fira Code" panose="020B0809050000020004" pitchFamily="49" charset="0"/>
              </a:rPr>
              <a:t>] * </a:t>
            </a:r>
            <a:r>
              <a:rPr lang="en-US" sz="2000" b="0" noProof="0" dirty="0">
                <a:solidFill>
                  <a:srgbClr val="001080"/>
                </a:solidFill>
                <a:effectLst/>
                <a:latin typeface="Fira Code" panose="020B0809050000020004" pitchFamily="49" charset="0"/>
              </a:rPr>
              <a:t>B</a:t>
            </a:r>
            <a:r>
              <a:rPr lang="en-US" sz="2000" b="0" noProof="0" dirty="0">
                <a:solidFill>
                  <a:srgbClr val="000000"/>
                </a:solidFill>
                <a:effectLst/>
                <a:latin typeface="Fira Code" panose="020B0809050000020004" pitchFamily="49" charset="0"/>
              </a:rPr>
              <a:t>[</a:t>
            </a:r>
            <a:r>
              <a:rPr lang="en-US" sz="2000" b="0" noProof="0" dirty="0">
                <a:solidFill>
                  <a:srgbClr val="001080"/>
                </a:solidFill>
                <a:effectLst/>
                <a:latin typeface="Fira Code" panose="020B0809050000020004" pitchFamily="49" charset="0"/>
              </a:rPr>
              <a:t>k</a:t>
            </a:r>
            <a:r>
              <a:rPr lang="en-US" sz="2000" b="0" noProof="0" dirty="0">
                <a:solidFill>
                  <a:srgbClr val="000000"/>
                </a:solidFill>
                <a:effectLst/>
                <a:latin typeface="Fira Code" panose="020B0809050000020004" pitchFamily="49" charset="0"/>
              </a:rPr>
              <a:t>][</a:t>
            </a:r>
            <a:r>
              <a:rPr lang="en-US" sz="2000" b="0" noProof="0" dirty="0">
                <a:solidFill>
                  <a:srgbClr val="001080"/>
                </a:solidFill>
                <a:effectLst/>
                <a:latin typeface="Fira Code" panose="020B0809050000020004" pitchFamily="49" charset="0"/>
              </a:rPr>
              <a:t>j</a:t>
            </a:r>
            <a:r>
              <a:rPr lang="en-US" sz="2000" b="0" noProof="0" dirty="0">
                <a:solidFill>
                  <a:srgbClr val="000000"/>
                </a:solidFill>
                <a:effectLst/>
                <a:latin typeface="Fira Code" panose="020B0809050000020004" pitchFamily="49" charset="0"/>
              </a:rPr>
              <a:t>];</a:t>
            </a:r>
          </a:p>
        </p:txBody>
      </p:sp>
      <p:sp>
        <p:nvSpPr>
          <p:cNvPr id="8" name="TextBox 7">
            <a:extLst>
              <a:ext uri="{FF2B5EF4-FFF2-40B4-BE49-F238E27FC236}">
                <a16:creationId xmlns:a16="http://schemas.microsoft.com/office/drawing/2014/main" id="{9E2F7AA6-5F7F-99DE-465E-A4472E5548CB}"/>
              </a:ext>
            </a:extLst>
          </p:cNvPr>
          <p:cNvSpPr txBox="1"/>
          <p:nvPr>
            <p:custDataLst>
              <p:tags r:id="rId13"/>
            </p:custDataLst>
          </p:nvPr>
        </p:nvSpPr>
        <p:spPr>
          <a:xfrm>
            <a:off x="2565345" y="3678613"/>
            <a:ext cx="7109639" cy="1124282"/>
          </a:xfrm>
          <a:prstGeom prst="rect">
            <a:avLst/>
          </a:prstGeom>
          <a:noFill/>
          <a:ln>
            <a:solidFill>
              <a:schemeClr val="tx1"/>
            </a:solidFill>
          </a:ln>
        </p:spPr>
        <p:txBody>
          <a:bodyPr wrap="none">
            <a:spAutoFit/>
          </a:bodyPr>
          <a:lstStyle/>
          <a:p>
            <a:pPr>
              <a:lnSpc>
                <a:spcPct val="113095"/>
              </a:lnSpc>
              <a:buNone/>
            </a:pPr>
            <a:r>
              <a:rPr lang="en-US" sz="2000" b="0" noProof="0" dirty="0">
                <a:solidFill>
                  <a:srgbClr val="795E26"/>
                </a:solidFill>
                <a:effectLst/>
                <a:latin typeface="Fira Code" panose="020B0809050000020004" pitchFamily="49" charset="0"/>
              </a:rPr>
              <a:t>traverser</a:t>
            </a:r>
            <a:r>
              <a:rPr lang="en-US" sz="2000" b="0" noProof="0" dirty="0">
                <a:solidFill>
                  <a:srgbClr val="000000"/>
                </a:solidFill>
                <a:effectLst/>
                <a:latin typeface="Fira Code" panose="020B0809050000020004" pitchFamily="49" charset="0"/>
              </a:rPr>
              <a:t>(</a:t>
            </a:r>
            <a:r>
              <a:rPr lang="en-US" sz="2000" b="0" noProof="0" dirty="0">
                <a:solidFill>
                  <a:srgbClr val="001080"/>
                </a:solidFill>
                <a:effectLst/>
                <a:latin typeface="Fira Code" panose="020B0809050000020004" pitchFamily="49" charset="0"/>
              </a:rPr>
              <a:t>A</a:t>
            </a:r>
            <a:r>
              <a:rPr lang="en-US" sz="2000" b="0" noProof="0" dirty="0">
                <a:solidFill>
                  <a:srgbClr val="000000"/>
                </a:solidFill>
                <a:effectLst/>
                <a:latin typeface="Fira Code" panose="020B0809050000020004" pitchFamily="49" charset="0"/>
              </a:rPr>
              <a:t>, </a:t>
            </a:r>
            <a:r>
              <a:rPr lang="en-US" sz="2000" b="0" noProof="0" dirty="0">
                <a:solidFill>
                  <a:srgbClr val="001080"/>
                </a:solidFill>
                <a:effectLst/>
                <a:latin typeface="Fira Code" panose="020B0809050000020004" pitchFamily="49" charset="0"/>
              </a:rPr>
              <a:t>B</a:t>
            </a:r>
            <a:r>
              <a:rPr lang="en-US" sz="2000" b="0" noProof="0" dirty="0">
                <a:solidFill>
                  <a:srgbClr val="000000"/>
                </a:solidFill>
                <a:effectLst/>
                <a:latin typeface="Fira Code" panose="020B0809050000020004" pitchFamily="49" charset="0"/>
              </a:rPr>
              <a:t>, </a:t>
            </a:r>
            <a:r>
              <a:rPr lang="en-US" sz="2000" b="0" noProof="0" dirty="0">
                <a:solidFill>
                  <a:srgbClr val="001080"/>
                </a:solidFill>
                <a:effectLst/>
                <a:latin typeface="Fira Code" panose="020B0809050000020004" pitchFamily="49" charset="0"/>
              </a:rPr>
              <a:t>C</a:t>
            </a:r>
            <a:r>
              <a:rPr lang="en-US" sz="2000" b="0" noProof="0" dirty="0">
                <a:solidFill>
                  <a:srgbClr val="000000"/>
                </a:solidFill>
                <a:effectLst/>
                <a:latin typeface="Fira Code" panose="020B0809050000020004" pitchFamily="49" charset="0"/>
              </a:rPr>
              <a:t>).</a:t>
            </a:r>
            <a:r>
              <a:rPr lang="en-US" sz="2000" noProof="0" dirty="0">
                <a:solidFill>
                  <a:srgbClr val="795E26"/>
                </a:solidFill>
                <a:latin typeface="Fira Code" panose="020B0809050000020004" pitchFamily="49" charset="0"/>
              </a:rPr>
              <a:t>for_each</a:t>
            </a:r>
            <a:r>
              <a:rPr lang="en-US" sz="2000" b="0" noProof="0" dirty="0">
                <a:solidFill>
                  <a:srgbClr val="000000"/>
                </a:solidFill>
                <a:effectLst/>
                <a:latin typeface="Fira Code" panose="020B0809050000020004" pitchFamily="49" charset="0"/>
              </a:rPr>
              <a:t>([&amp;](</a:t>
            </a:r>
            <a:r>
              <a:rPr lang="en-US" sz="2000" b="0" noProof="0" dirty="0">
                <a:solidFill>
                  <a:srgbClr val="267F99"/>
                </a:solidFill>
                <a:effectLst/>
                <a:latin typeface="Fira Code" panose="020B0809050000020004" pitchFamily="49" charset="0"/>
              </a:rPr>
              <a:t>auto</a:t>
            </a:r>
            <a:r>
              <a:rPr lang="en-US" sz="2000" b="0" noProof="0" dirty="0">
                <a:solidFill>
                  <a:srgbClr val="000000"/>
                </a:solidFill>
                <a:effectLst/>
                <a:latin typeface="Fira Code" panose="020B0809050000020004" pitchFamily="49" charset="0"/>
              </a:rPr>
              <a:t> </a:t>
            </a:r>
            <a:r>
              <a:rPr lang="en-US" sz="2000" b="0" noProof="0" dirty="0">
                <a:solidFill>
                  <a:srgbClr val="001080"/>
                </a:solidFill>
                <a:effectLst/>
                <a:latin typeface="Fira Code" panose="020B0809050000020004" pitchFamily="49" charset="0"/>
              </a:rPr>
              <a:t>index</a:t>
            </a:r>
            <a:r>
              <a:rPr lang="en-US" sz="2000" b="0" noProof="0" dirty="0">
                <a:solidFill>
                  <a:srgbClr val="000000"/>
                </a:solidFill>
                <a:effectLst/>
                <a:latin typeface="Fira Code" panose="020B0809050000020004" pitchFamily="49" charset="0"/>
              </a:rPr>
              <a:t>) {</a:t>
            </a:r>
          </a:p>
          <a:p>
            <a:pPr>
              <a:lnSpc>
                <a:spcPct val="113095"/>
              </a:lnSpc>
              <a:buNone/>
            </a:pPr>
            <a:r>
              <a:rPr lang="en-US" sz="2000" b="0" noProof="0" dirty="0">
                <a:solidFill>
                  <a:srgbClr val="000000"/>
                </a:solidFill>
                <a:effectLst/>
                <a:latin typeface="Fira Code" panose="020B0809050000020004" pitchFamily="49" charset="0"/>
              </a:rPr>
              <a:t>    </a:t>
            </a:r>
            <a:r>
              <a:rPr lang="en-US" sz="2000" b="0" noProof="0" dirty="0">
                <a:solidFill>
                  <a:srgbClr val="001080"/>
                </a:solidFill>
                <a:effectLst/>
                <a:latin typeface="Fira Code" panose="020B0809050000020004" pitchFamily="49" charset="0"/>
              </a:rPr>
              <a:t>C</a:t>
            </a:r>
            <a:r>
              <a:rPr lang="en-US" sz="2000" b="0" noProof="0" dirty="0">
                <a:solidFill>
                  <a:srgbClr val="000000"/>
                </a:solidFill>
                <a:effectLst/>
                <a:latin typeface="Fira Code" panose="020B0809050000020004" pitchFamily="49" charset="0"/>
              </a:rPr>
              <a:t>[</a:t>
            </a:r>
            <a:r>
              <a:rPr lang="en-US" sz="2000" b="0" noProof="0" dirty="0">
                <a:solidFill>
                  <a:srgbClr val="001080"/>
                </a:solidFill>
                <a:effectLst/>
                <a:latin typeface="Fira Code" panose="020B0809050000020004" pitchFamily="49" charset="0"/>
              </a:rPr>
              <a:t>index</a:t>
            </a:r>
            <a:r>
              <a:rPr lang="en-US" sz="2000" b="0" noProof="0" dirty="0">
                <a:solidFill>
                  <a:srgbClr val="000000"/>
                </a:solidFill>
                <a:effectLst/>
                <a:latin typeface="Fira Code" panose="020B0809050000020004" pitchFamily="49" charset="0"/>
              </a:rPr>
              <a:t>] += </a:t>
            </a:r>
            <a:r>
              <a:rPr lang="en-US" sz="2000" b="0" noProof="0" dirty="0">
                <a:solidFill>
                  <a:srgbClr val="001080"/>
                </a:solidFill>
                <a:effectLst/>
                <a:latin typeface="Fira Code" panose="020B0809050000020004" pitchFamily="49" charset="0"/>
              </a:rPr>
              <a:t>A</a:t>
            </a:r>
            <a:r>
              <a:rPr lang="en-US" sz="2000" b="0" noProof="0" dirty="0">
                <a:solidFill>
                  <a:srgbClr val="000000"/>
                </a:solidFill>
                <a:effectLst/>
                <a:latin typeface="Fira Code" panose="020B0809050000020004" pitchFamily="49" charset="0"/>
              </a:rPr>
              <a:t>[</a:t>
            </a:r>
            <a:r>
              <a:rPr lang="en-US" sz="2000" b="0" noProof="0" dirty="0">
                <a:solidFill>
                  <a:srgbClr val="001080"/>
                </a:solidFill>
                <a:effectLst/>
                <a:latin typeface="Fira Code" panose="020B0809050000020004" pitchFamily="49" charset="0"/>
              </a:rPr>
              <a:t>index</a:t>
            </a:r>
            <a:r>
              <a:rPr lang="en-US" sz="2000" b="0" noProof="0" dirty="0">
                <a:solidFill>
                  <a:srgbClr val="000000"/>
                </a:solidFill>
                <a:effectLst/>
                <a:latin typeface="Fira Code" panose="020B0809050000020004" pitchFamily="49" charset="0"/>
              </a:rPr>
              <a:t>] * </a:t>
            </a:r>
            <a:r>
              <a:rPr lang="en-US" sz="2000" b="0" noProof="0" dirty="0">
                <a:solidFill>
                  <a:srgbClr val="001080"/>
                </a:solidFill>
                <a:effectLst/>
                <a:latin typeface="Fira Code" panose="020B0809050000020004" pitchFamily="49" charset="0"/>
              </a:rPr>
              <a:t>B</a:t>
            </a:r>
            <a:r>
              <a:rPr lang="en-US" sz="2000" b="0" noProof="0" dirty="0">
                <a:solidFill>
                  <a:srgbClr val="000000"/>
                </a:solidFill>
                <a:effectLst/>
                <a:latin typeface="Fira Code" panose="020B0809050000020004" pitchFamily="49" charset="0"/>
              </a:rPr>
              <a:t>[</a:t>
            </a:r>
            <a:r>
              <a:rPr lang="en-US" sz="2000" b="0" noProof="0" dirty="0">
                <a:solidFill>
                  <a:srgbClr val="001080"/>
                </a:solidFill>
                <a:effectLst/>
                <a:latin typeface="Fira Code" panose="020B0809050000020004" pitchFamily="49" charset="0"/>
              </a:rPr>
              <a:t>index</a:t>
            </a:r>
            <a:r>
              <a:rPr lang="en-US" sz="2000" b="0" noProof="0" dirty="0">
                <a:solidFill>
                  <a:srgbClr val="000000"/>
                </a:solidFill>
                <a:effectLst/>
                <a:latin typeface="Fira Code" panose="020B0809050000020004" pitchFamily="49" charset="0"/>
              </a:rPr>
              <a:t>];</a:t>
            </a:r>
          </a:p>
          <a:p>
            <a:pPr>
              <a:lnSpc>
                <a:spcPct val="113095"/>
              </a:lnSpc>
              <a:buNone/>
            </a:pPr>
            <a:r>
              <a:rPr lang="en-US" sz="2000" b="0" noProof="0" dirty="0">
                <a:solidFill>
                  <a:srgbClr val="000000"/>
                </a:solidFill>
                <a:effectLst/>
                <a:latin typeface="Fira Code" panose="020B0809050000020004" pitchFamily="49" charset="0"/>
              </a:rPr>
              <a:t>});</a:t>
            </a:r>
          </a:p>
        </p:txBody>
      </p:sp>
      <p:grpSp>
        <p:nvGrpSpPr>
          <p:cNvPr id="182" name="Group 181">
            <a:extLst>
              <a:ext uri="{FF2B5EF4-FFF2-40B4-BE49-F238E27FC236}">
                <a16:creationId xmlns:a16="http://schemas.microsoft.com/office/drawing/2014/main" id="{55E44A02-900A-CE23-2B9A-A1AC40B14A06}"/>
              </a:ext>
            </a:extLst>
          </p:cNvPr>
          <p:cNvGrpSpPr/>
          <p:nvPr>
            <p:custDataLst>
              <p:tags r:id="rId14"/>
            </p:custDataLst>
          </p:nvPr>
        </p:nvGrpSpPr>
        <p:grpSpPr>
          <a:xfrm>
            <a:off x="328569" y="1596409"/>
            <a:ext cx="4003009" cy="1832591"/>
            <a:chOff x="1106463" y="1862333"/>
            <a:chExt cx="4003009" cy="1832591"/>
          </a:xfrm>
        </p:grpSpPr>
        <p:sp>
          <p:nvSpPr>
            <p:cNvPr id="181" name="Rectangle 180">
              <a:extLst>
                <a:ext uri="{FF2B5EF4-FFF2-40B4-BE49-F238E27FC236}">
                  <a16:creationId xmlns:a16="http://schemas.microsoft.com/office/drawing/2014/main" id="{2162B464-D86A-47B9-02C3-76C1BCAF74E6}"/>
                </a:ext>
              </a:extLst>
            </p:cNvPr>
            <p:cNvSpPr/>
            <p:nvPr/>
          </p:nvSpPr>
          <p:spPr>
            <a:xfrm>
              <a:off x="1174826" y="1909733"/>
              <a:ext cx="3934646" cy="1705003"/>
            </a:xfrm>
            <a:prstGeom prst="rect">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000" noProof="0" dirty="0"/>
            </a:p>
          </p:txBody>
        </p:sp>
        <p:grpSp>
          <p:nvGrpSpPr>
            <p:cNvPr id="180" name="Group 179">
              <a:extLst>
                <a:ext uri="{FF2B5EF4-FFF2-40B4-BE49-F238E27FC236}">
                  <a16:creationId xmlns:a16="http://schemas.microsoft.com/office/drawing/2014/main" id="{6C8158FA-BF04-B836-6345-E003D8A64948}"/>
                </a:ext>
              </a:extLst>
            </p:cNvPr>
            <p:cNvGrpSpPr/>
            <p:nvPr/>
          </p:nvGrpSpPr>
          <p:grpSpPr>
            <a:xfrm>
              <a:off x="1106463" y="1862333"/>
              <a:ext cx="3955707" cy="1832591"/>
              <a:chOff x="37909" y="1664560"/>
              <a:chExt cx="5395542" cy="2499634"/>
            </a:xfrm>
          </p:grpSpPr>
          <p:grpSp>
            <p:nvGrpSpPr>
              <p:cNvPr id="159" name="Group 158">
                <a:extLst>
                  <a:ext uri="{FF2B5EF4-FFF2-40B4-BE49-F238E27FC236}">
                    <a16:creationId xmlns:a16="http://schemas.microsoft.com/office/drawing/2014/main" id="{414EBBB8-234A-574C-E129-278C9228AE06}"/>
                  </a:ext>
                </a:extLst>
              </p:cNvPr>
              <p:cNvGrpSpPr/>
              <p:nvPr/>
            </p:nvGrpSpPr>
            <p:grpSpPr>
              <a:xfrm>
                <a:off x="1986005" y="2286000"/>
                <a:ext cx="1524000" cy="1143000"/>
                <a:chOff x="1485283" y="2286000"/>
                <a:chExt cx="1524000" cy="1143000"/>
              </a:xfrm>
            </p:grpSpPr>
            <p:sp>
              <p:nvSpPr>
                <p:cNvPr id="79" name="Rectangle 78">
                  <a:extLst>
                    <a:ext uri="{FF2B5EF4-FFF2-40B4-BE49-F238E27FC236}">
                      <a16:creationId xmlns:a16="http://schemas.microsoft.com/office/drawing/2014/main" id="{50079027-377A-0D56-8EED-00C46E3359ED}"/>
                    </a:ext>
                  </a:extLst>
                </p:cNvPr>
                <p:cNvSpPr/>
                <p:nvPr/>
              </p:nvSpPr>
              <p:spPr>
                <a:xfrm>
                  <a:off x="1485283" y="2286000"/>
                  <a:ext cx="381000" cy="381000"/>
                </a:xfrm>
                <a:prstGeom prst="rect">
                  <a:avLst/>
                </a:prstGeom>
                <a:solidFill>
                  <a:srgbClr val="F8CECC"/>
                </a:solidFill>
                <a:ln w="9525" cap="flat">
                  <a:solidFill>
                    <a:srgbClr val="B85450"/>
                  </a:solidFill>
                  <a:prstDash val="solid"/>
                  <a:miter/>
                </a:ln>
              </p:spPr>
              <p:txBody>
                <a:bodyPr/>
                <a:lstStyle/>
                <a:p>
                  <a:endParaRPr lang="en-US" sz="2000" noProof="0" dirty="0"/>
                </a:p>
              </p:txBody>
            </p:sp>
            <p:sp>
              <p:nvSpPr>
                <p:cNvPr id="81" name="Rectangle 80">
                  <a:extLst>
                    <a:ext uri="{FF2B5EF4-FFF2-40B4-BE49-F238E27FC236}">
                      <a16:creationId xmlns:a16="http://schemas.microsoft.com/office/drawing/2014/main" id="{C341F50F-8363-1E45-8923-E81E0F5B31C2}"/>
                    </a:ext>
                  </a:extLst>
                </p:cNvPr>
                <p:cNvSpPr/>
                <p:nvPr/>
              </p:nvSpPr>
              <p:spPr>
                <a:xfrm>
                  <a:off x="1866283" y="2286000"/>
                  <a:ext cx="381000" cy="381000"/>
                </a:xfrm>
                <a:prstGeom prst="rect">
                  <a:avLst/>
                </a:prstGeom>
                <a:solidFill>
                  <a:srgbClr val="F8CECC"/>
                </a:solidFill>
                <a:ln w="9525" cap="flat">
                  <a:solidFill>
                    <a:srgbClr val="B85450"/>
                  </a:solidFill>
                  <a:prstDash val="solid"/>
                  <a:miter/>
                </a:ln>
              </p:spPr>
              <p:txBody>
                <a:bodyPr/>
                <a:lstStyle/>
                <a:p>
                  <a:endParaRPr lang="en-US" sz="2000" noProof="0" dirty="0"/>
                </a:p>
              </p:txBody>
            </p:sp>
            <p:sp>
              <p:nvSpPr>
                <p:cNvPr id="83" name="Rectangle 82">
                  <a:extLst>
                    <a:ext uri="{FF2B5EF4-FFF2-40B4-BE49-F238E27FC236}">
                      <a16:creationId xmlns:a16="http://schemas.microsoft.com/office/drawing/2014/main" id="{889C340E-7178-DC8E-7370-24941D202A24}"/>
                    </a:ext>
                  </a:extLst>
                </p:cNvPr>
                <p:cNvSpPr/>
                <p:nvPr/>
              </p:nvSpPr>
              <p:spPr>
                <a:xfrm>
                  <a:off x="2247283" y="2286000"/>
                  <a:ext cx="381000" cy="381000"/>
                </a:xfrm>
                <a:prstGeom prst="rect">
                  <a:avLst/>
                </a:prstGeom>
                <a:solidFill>
                  <a:srgbClr val="F8CECC"/>
                </a:solidFill>
                <a:ln w="9525" cap="flat">
                  <a:solidFill>
                    <a:srgbClr val="B85450"/>
                  </a:solidFill>
                  <a:prstDash val="solid"/>
                  <a:miter/>
                </a:ln>
              </p:spPr>
              <p:txBody>
                <a:bodyPr/>
                <a:lstStyle/>
                <a:p>
                  <a:endParaRPr lang="en-US" sz="2000" noProof="0" dirty="0"/>
                </a:p>
              </p:txBody>
            </p:sp>
            <p:sp>
              <p:nvSpPr>
                <p:cNvPr id="85" name="Rectangle 84">
                  <a:extLst>
                    <a:ext uri="{FF2B5EF4-FFF2-40B4-BE49-F238E27FC236}">
                      <a16:creationId xmlns:a16="http://schemas.microsoft.com/office/drawing/2014/main" id="{A2295BDB-D0D2-2060-2DE1-A027439DF75B}"/>
                    </a:ext>
                  </a:extLst>
                </p:cNvPr>
                <p:cNvSpPr/>
                <p:nvPr/>
              </p:nvSpPr>
              <p:spPr>
                <a:xfrm>
                  <a:off x="2628283" y="2286000"/>
                  <a:ext cx="381000" cy="381000"/>
                </a:xfrm>
                <a:prstGeom prst="rect">
                  <a:avLst/>
                </a:prstGeom>
                <a:solidFill>
                  <a:srgbClr val="F8CECC"/>
                </a:solidFill>
                <a:ln w="9525" cap="flat">
                  <a:solidFill>
                    <a:srgbClr val="B85450"/>
                  </a:solidFill>
                  <a:prstDash val="solid"/>
                  <a:miter/>
                </a:ln>
              </p:spPr>
              <p:txBody>
                <a:bodyPr/>
                <a:lstStyle/>
                <a:p>
                  <a:endParaRPr lang="en-US" sz="2000" noProof="0" dirty="0"/>
                </a:p>
              </p:txBody>
            </p:sp>
            <p:sp>
              <p:nvSpPr>
                <p:cNvPr id="87" name="Rectangle 86">
                  <a:extLst>
                    <a:ext uri="{FF2B5EF4-FFF2-40B4-BE49-F238E27FC236}">
                      <a16:creationId xmlns:a16="http://schemas.microsoft.com/office/drawing/2014/main" id="{684EBD2F-A037-CFF5-7635-EBB7B7DB1CD4}"/>
                    </a:ext>
                  </a:extLst>
                </p:cNvPr>
                <p:cNvSpPr/>
                <p:nvPr/>
              </p:nvSpPr>
              <p:spPr>
                <a:xfrm>
                  <a:off x="1485283" y="2667000"/>
                  <a:ext cx="381000" cy="381000"/>
                </a:xfrm>
                <a:prstGeom prst="rect">
                  <a:avLst/>
                </a:prstGeom>
                <a:solidFill>
                  <a:srgbClr val="F8CECC"/>
                </a:solidFill>
                <a:ln w="9525" cap="flat">
                  <a:solidFill>
                    <a:srgbClr val="B85450"/>
                  </a:solidFill>
                  <a:prstDash val="solid"/>
                  <a:miter/>
                </a:ln>
              </p:spPr>
              <p:txBody>
                <a:bodyPr/>
                <a:lstStyle/>
                <a:p>
                  <a:endParaRPr lang="en-US" sz="2000" noProof="0" dirty="0"/>
                </a:p>
              </p:txBody>
            </p:sp>
            <p:sp>
              <p:nvSpPr>
                <p:cNvPr id="89" name="Rectangle 88">
                  <a:extLst>
                    <a:ext uri="{FF2B5EF4-FFF2-40B4-BE49-F238E27FC236}">
                      <a16:creationId xmlns:a16="http://schemas.microsoft.com/office/drawing/2014/main" id="{F7058789-0C71-4093-964C-065E9DAA1B5F}"/>
                    </a:ext>
                  </a:extLst>
                </p:cNvPr>
                <p:cNvSpPr/>
                <p:nvPr/>
              </p:nvSpPr>
              <p:spPr>
                <a:xfrm>
                  <a:off x="1866283" y="2667000"/>
                  <a:ext cx="381000" cy="381000"/>
                </a:xfrm>
                <a:prstGeom prst="rect">
                  <a:avLst/>
                </a:prstGeom>
                <a:solidFill>
                  <a:srgbClr val="F8CECC"/>
                </a:solidFill>
                <a:ln w="9525" cap="flat">
                  <a:solidFill>
                    <a:srgbClr val="B85450"/>
                  </a:solidFill>
                  <a:prstDash val="solid"/>
                  <a:miter/>
                </a:ln>
              </p:spPr>
              <p:txBody>
                <a:bodyPr/>
                <a:lstStyle/>
                <a:p>
                  <a:endParaRPr lang="en-US" sz="2000" noProof="0" dirty="0"/>
                </a:p>
              </p:txBody>
            </p:sp>
            <p:sp>
              <p:nvSpPr>
                <p:cNvPr id="91" name="Rectangle 90">
                  <a:extLst>
                    <a:ext uri="{FF2B5EF4-FFF2-40B4-BE49-F238E27FC236}">
                      <a16:creationId xmlns:a16="http://schemas.microsoft.com/office/drawing/2014/main" id="{6EA4D36E-18DE-0BCE-A502-A7D295509793}"/>
                    </a:ext>
                  </a:extLst>
                </p:cNvPr>
                <p:cNvSpPr/>
                <p:nvPr/>
              </p:nvSpPr>
              <p:spPr>
                <a:xfrm>
                  <a:off x="2247283" y="2667000"/>
                  <a:ext cx="381000" cy="381000"/>
                </a:xfrm>
                <a:prstGeom prst="rect">
                  <a:avLst/>
                </a:prstGeom>
                <a:solidFill>
                  <a:srgbClr val="F8CECC"/>
                </a:solidFill>
                <a:ln w="9525" cap="flat">
                  <a:solidFill>
                    <a:srgbClr val="B85450"/>
                  </a:solidFill>
                  <a:prstDash val="solid"/>
                  <a:miter/>
                </a:ln>
              </p:spPr>
              <p:txBody>
                <a:bodyPr/>
                <a:lstStyle/>
                <a:p>
                  <a:endParaRPr lang="en-US" sz="2000" noProof="0" dirty="0"/>
                </a:p>
              </p:txBody>
            </p:sp>
            <p:sp>
              <p:nvSpPr>
                <p:cNvPr id="93" name="Rectangle 92">
                  <a:extLst>
                    <a:ext uri="{FF2B5EF4-FFF2-40B4-BE49-F238E27FC236}">
                      <a16:creationId xmlns:a16="http://schemas.microsoft.com/office/drawing/2014/main" id="{DDB0F9C4-12F3-C24D-F5AD-2DA2D3F86912}"/>
                    </a:ext>
                  </a:extLst>
                </p:cNvPr>
                <p:cNvSpPr/>
                <p:nvPr/>
              </p:nvSpPr>
              <p:spPr>
                <a:xfrm>
                  <a:off x="2628283" y="2667000"/>
                  <a:ext cx="381000" cy="381000"/>
                </a:xfrm>
                <a:prstGeom prst="rect">
                  <a:avLst/>
                </a:prstGeom>
                <a:solidFill>
                  <a:srgbClr val="F8CECC"/>
                </a:solidFill>
                <a:ln w="9525" cap="flat">
                  <a:solidFill>
                    <a:srgbClr val="B85450"/>
                  </a:solidFill>
                  <a:prstDash val="solid"/>
                  <a:miter/>
                </a:ln>
              </p:spPr>
              <p:txBody>
                <a:bodyPr/>
                <a:lstStyle/>
                <a:p>
                  <a:endParaRPr lang="en-US" sz="2000" noProof="0" dirty="0"/>
                </a:p>
              </p:txBody>
            </p:sp>
            <p:sp>
              <p:nvSpPr>
                <p:cNvPr id="95" name="Rectangle 94">
                  <a:extLst>
                    <a:ext uri="{FF2B5EF4-FFF2-40B4-BE49-F238E27FC236}">
                      <a16:creationId xmlns:a16="http://schemas.microsoft.com/office/drawing/2014/main" id="{D4DD1CD8-2470-7487-2E6E-F817302558F9}"/>
                    </a:ext>
                  </a:extLst>
                </p:cNvPr>
                <p:cNvSpPr/>
                <p:nvPr/>
              </p:nvSpPr>
              <p:spPr>
                <a:xfrm>
                  <a:off x="1485283" y="3048000"/>
                  <a:ext cx="381000" cy="381000"/>
                </a:xfrm>
                <a:prstGeom prst="rect">
                  <a:avLst/>
                </a:prstGeom>
                <a:solidFill>
                  <a:srgbClr val="F8CECC"/>
                </a:solidFill>
                <a:ln w="9525" cap="flat">
                  <a:solidFill>
                    <a:srgbClr val="B85450"/>
                  </a:solidFill>
                  <a:prstDash val="solid"/>
                  <a:miter/>
                </a:ln>
              </p:spPr>
              <p:txBody>
                <a:bodyPr/>
                <a:lstStyle/>
                <a:p>
                  <a:endParaRPr lang="en-US" sz="2000" noProof="0" dirty="0"/>
                </a:p>
              </p:txBody>
            </p:sp>
            <p:sp>
              <p:nvSpPr>
                <p:cNvPr id="97" name="Rectangle 96">
                  <a:extLst>
                    <a:ext uri="{FF2B5EF4-FFF2-40B4-BE49-F238E27FC236}">
                      <a16:creationId xmlns:a16="http://schemas.microsoft.com/office/drawing/2014/main" id="{36F0AF8A-2C80-C539-F256-FB33FA65DEA6}"/>
                    </a:ext>
                  </a:extLst>
                </p:cNvPr>
                <p:cNvSpPr/>
                <p:nvPr/>
              </p:nvSpPr>
              <p:spPr>
                <a:xfrm>
                  <a:off x="1866283" y="3048000"/>
                  <a:ext cx="381000" cy="381000"/>
                </a:xfrm>
                <a:prstGeom prst="rect">
                  <a:avLst/>
                </a:prstGeom>
                <a:solidFill>
                  <a:srgbClr val="F8CECC"/>
                </a:solidFill>
                <a:ln w="9525" cap="flat">
                  <a:solidFill>
                    <a:srgbClr val="B85450"/>
                  </a:solidFill>
                  <a:prstDash val="solid"/>
                  <a:miter/>
                </a:ln>
              </p:spPr>
              <p:txBody>
                <a:bodyPr/>
                <a:lstStyle/>
                <a:p>
                  <a:endParaRPr lang="en-US" sz="2000" noProof="0" dirty="0"/>
                </a:p>
              </p:txBody>
            </p:sp>
            <p:sp>
              <p:nvSpPr>
                <p:cNvPr id="99" name="Rectangle 98">
                  <a:extLst>
                    <a:ext uri="{FF2B5EF4-FFF2-40B4-BE49-F238E27FC236}">
                      <a16:creationId xmlns:a16="http://schemas.microsoft.com/office/drawing/2014/main" id="{DF403CFD-DEA2-D2C9-0991-1EFCB8947EC3}"/>
                    </a:ext>
                  </a:extLst>
                </p:cNvPr>
                <p:cNvSpPr/>
                <p:nvPr/>
              </p:nvSpPr>
              <p:spPr>
                <a:xfrm>
                  <a:off x="2247283" y="3048000"/>
                  <a:ext cx="381000" cy="381000"/>
                </a:xfrm>
                <a:prstGeom prst="rect">
                  <a:avLst/>
                </a:prstGeom>
                <a:solidFill>
                  <a:srgbClr val="F8CECC"/>
                </a:solidFill>
                <a:ln w="9525" cap="flat">
                  <a:solidFill>
                    <a:srgbClr val="B85450"/>
                  </a:solidFill>
                  <a:prstDash val="solid"/>
                  <a:miter/>
                </a:ln>
              </p:spPr>
              <p:txBody>
                <a:bodyPr/>
                <a:lstStyle/>
                <a:p>
                  <a:endParaRPr lang="en-US" sz="2000" noProof="0" dirty="0"/>
                </a:p>
              </p:txBody>
            </p:sp>
            <p:sp>
              <p:nvSpPr>
                <p:cNvPr id="101" name="Rectangle 100">
                  <a:extLst>
                    <a:ext uri="{FF2B5EF4-FFF2-40B4-BE49-F238E27FC236}">
                      <a16:creationId xmlns:a16="http://schemas.microsoft.com/office/drawing/2014/main" id="{DF46E15B-473F-7866-7C35-B6501FF8CAE6}"/>
                    </a:ext>
                  </a:extLst>
                </p:cNvPr>
                <p:cNvSpPr/>
                <p:nvPr/>
              </p:nvSpPr>
              <p:spPr>
                <a:xfrm>
                  <a:off x="2628283" y="3048000"/>
                  <a:ext cx="381000" cy="381000"/>
                </a:xfrm>
                <a:prstGeom prst="rect">
                  <a:avLst/>
                </a:prstGeom>
                <a:solidFill>
                  <a:srgbClr val="F8CECC"/>
                </a:solidFill>
                <a:ln w="9525" cap="flat">
                  <a:solidFill>
                    <a:srgbClr val="B85450"/>
                  </a:solidFill>
                  <a:prstDash val="solid"/>
                  <a:miter/>
                </a:ln>
              </p:spPr>
              <p:txBody>
                <a:bodyPr/>
                <a:lstStyle/>
                <a:p>
                  <a:endParaRPr lang="en-US" sz="2000" noProof="0" dirty="0"/>
                </a:p>
              </p:txBody>
            </p:sp>
          </p:grpSp>
          <p:grpSp>
            <p:nvGrpSpPr>
              <p:cNvPr id="160" name="Group 159">
                <a:extLst>
                  <a:ext uri="{FF2B5EF4-FFF2-40B4-BE49-F238E27FC236}">
                    <a16:creationId xmlns:a16="http://schemas.microsoft.com/office/drawing/2014/main" id="{985BB3A7-1EBB-ACBF-0F3A-66F8C8BF504B}"/>
                  </a:ext>
                </a:extLst>
              </p:cNvPr>
              <p:cNvGrpSpPr/>
              <p:nvPr/>
            </p:nvGrpSpPr>
            <p:grpSpPr>
              <a:xfrm>
                <a:off x="507500" y="2097603"/>
                <a:ext cx="1143000" cy="1524000"/>
                <a:chOff x="151783" y="2071688"/>
                <a:chExt cx="1143000" cy="1524000"/>
              </a:xfrm>
            </p:grpSpPr>
            <p:sp>
              <p:nvSpPr>
                <p:cNvPr id="103" name="Rectangle 102">
                  <a:extLst>
                    <a:ext uri="{FF2B5EF4-FFF2-40B4-BE49-F238E27FC236}">
                      <a16:creationId xmlns:a16="http://schemas.microsoft.com/office/drawing/2014/main" id="{57D7E4B5-4F4E-61EB-9917-FA056266081A}"/>
                    </a:ext>
                  </a:extLst>
                </p:cNvPr>
                <p:cNvSpPr/>
                <p:nvPr/>
              </p:nvSpPr>
              <p:spPr>
                <a:xfrm>
                  <a:off x="151783" y="2071688"/>
                  <a:ext cx="381000" cy="381000"/>
                </a:xfrm>
                <a:prstGeom prst="rect">
                  <a:avLst/>
                </a:prstGeom>
                <a:solidFill>
                  <a:srgbClr val="D5E8D4"/>
                </a:solidFill>
                <a:ln w="9525" cap="flat">
                  <a:solidFill>
                    <a:srgbClr val="82B366"/>
                  </a:solidFill>
                  <a:prstDash val="solid"/>
                  <a:miter/>
                </a:ln>
              </p:spPr>
              <p:txBody>
                <a:bodyPr/>
                <a:lstStyle/>
                <a:p>
                  <a:endParaRPr lang="en-US" sz="2000" noProof="0" dirty="0"/>
                </a:p>
              </p:txBody>
            </p:sp>
            <p:sp>
              <p:nvSpPr>
                <p:cNvPr id="105" name="Rectangle 104">
                  <a:extLst>
                    <a:ext uri="{FF2B5EF4-FFF2-40B4-BE49-F238E27FC236}">
                      <a16:creationId xmlns:a16="http://schemas.microsoft.com/office/drawing/2014/main" id="{7D00D5EA-0890-B00D-950A-65D287102D6E}"/>
                    </a:ext>
                  </a:extLst>
                </p:cNvPr>
                <p:cNvSpPr/>
                <p:nvPr/>
              </p:nvSpPr>
              <p:spPr>
                <a:xfrm>
                  <a:off x="532783" y="2071688"/>
                  <a:ext cx="381000" cy="381000"/>
                </a:xfrm>
                <a:prstGeom prst="rect">
                  <a:avLst/>
                </a:prstGeom>
                <a:solidFill>
                  <a:srgbClr val="D5E8D4"/>
                </a:solidFill>
                <a:ln w="9525" cap="flat">
                  <a:solidFill>
                    <a:srgbClr val="82B366"/>
                  </a:solidFill>
                  <a:prstDash val="solid"/>
                  <a:miter/>
                </a:ln>
              </p:spPr>
              <p:txBody>
                <a:bodyPr/>
                <a:lstStyle/>
                <a:p>
                  <a:endParaRPr lang="en-US" sz="2000" noProof="0" dirty="0"/>
                </a:p>
              </p:txBody>
            </p:sp>
            <p:sp>
              <p:nvSpPr>
                <p:cNvPr id="107" name="Rectangle 106">
                  <a:extLst>
                    <a:ext uri="{FF2B5EF4-FFF2-40B4-BE49-F238E27FC236}">
                      <a16:creationId xmlns:a16="http://schemas.microsoft.com/office/drawing/2014/main" id="{E0F57E46-66C8-7625-7F07-D56FDB9F482A}"/>
                    </a:ext>
                  </a:extLst>
                </p:cNvPr>
                <p:cNvSpPr/>
                <p:nvPr/>
              </p:nvSpPr>
              <p:spPr>
                <a:xfrm>
                  <a:off x="913783" y="2071688"/>
                  <a:ext cx="381000" cy="381000"/>
                </a:xfrm>
                <a:prstGeom prst="rect">
                  <a:avLst/>
                </a:prstGeom>
                <a:solidFill>
                  <a:srgbClr val="D5E8D4"/>
                </a:solidFill>
                <a:ln w="9525" cap="flat">
                  <a:solidFill>
                    <a:srgbClr val="82B366"/>
                  </a:solidFill>
                  <a:prstDash val="solid"/>
                  <a:miter/>
                </a:ln>
              </p:spPr>
              <p:txBody>
                <a:bodyPr/>
                <a:lstStyle/>
                <a:p>
                  <a:endParaRPr lang="en-US" sz="2000" noProof="0" dirty="0"/>
                </a:p>
              </p:txBody>
            </p:sp>
            <p:sp>
              <p:nvSpPr>
                <p:cNvPr id="109" name="Rectangle 108">
                  <a:extLst>
                    <a:ext uri="{FF2B5EF4-FFF2-40B4-BE49-F238E27FC236}">
                      <a16:creationId xmlns:a16="http://schemas.microsoft.com/office/drawing/2014/main" id="{CB1BEEBA-CE4B-423A-DC35-65C4358F6391}"/>
                    </a:ext>
                  </a:extLst>
                </p:cNvPr>
                <p:cNvSpPr/>
                <p:nvPr/>
              </p:nvSpPr>
              <p:spPr>
                <a:xfrm>
                  <a:off x="151783" y="2452688"/>
                  <a:ext cx="381000" cy="381000"/>
                </a:xfrm>
                <a:prstGeom prst="rect">
                  <a:avLst/>
                </a:prstGeom>
                <a:solidFill>
                  <a:srgbClr val="D5E8D4"/>
                </a:solidFill>
                <a:ln w="9525" cap="flat">
                  <a:solidFill>
                    <a:srgbClr val="82B366"/>
                  </a:solidFill>
                  <a:prstDash val="solid"/>
                  <a:miter/>
                </a:ln>
              </p:spPr>
              <p:txBody>
                <a:bodyPr/>
                <a:lstStyle/>
                <a:p>
                  <a:endParaRPr lang="en-US" sz="2000" noProof="0" dirty="0"/>
                </a:p>
              </p:txBody>
            </p:sp>
            <p:sp>
              <p:nvSpPr>
                <p:cNvPr id="111" name="Rectangle 110">
                  <a:extLst>
                    <a:ext uri="{FF2B5EF4-FFF2-40B4-BE49-F238E27FC236}">
                      <a16:creationId xmlns:a16="http://schemas.microsoft.com/office/drawing/2014/main" id="{FC11DB9F-16D5-1A9C-AEDB-D1E85ED32A85}"/>
                    </a:ext>
                  </a:extLst>
                </p:cNvPr>
                <p:cNvSpPr/>
                <p:nvPr/>
              </p:nvSpPr>
              <p:spPr>
                <a:xfrm>
                  <a:off x="532783" y="2452688"/>
                  <a:ext cx="381000" cy="381000"/>
                </a:xfrm>
                <a:prstGeom prst="rect">
                  <a:avLst/>
                </a:prstGeom>
                <a:solidFill>
                  <a:srgbClr val="D5E8D4"/>
                </a:solidFill>
                <a:ln w="9525" cap="flat">
                  <a:solidFill>
                    <a:srgbClr val="82B366"/>
                  </a:solidFill>
                  <a:prstDash val="solid"/>
                  <a:miter/>
                </a:ln>
              </p:spPr>
              <p:txBody>
                <a:bodyPr/>
                <a:lstStyle/>
                <a:p>
                  <a:endParaRPr lang="en-US" sz="2000" noProof="0" dirty="0"/>
                </a:p>
              </p:txBody>
            </p:sp>
            <p:sp>
              <p:nvSpPr>
                <p:cNvPr id="113" name="Rectangle 112">
                  <a:extLst>
                    <a:ext uri="{FF2B5EF4-FFF2-40B4-BE49-F238E27FC236}">
                      <a16:creationId xmlns:a16="http://schemas.microsoft.com/office/drawing/2014/main" id="{150D4BBF-8286-2145-EB28-1DB5276D1C81}"/>
                    </a:ext>
                  </a:extLst>
                </p:cNvPr>
                <p:cNvSpPr/>
                <p:nvPr/>
              </p:nvSpPr>
              <p:spPr>
                <a:xfrm>
                  <a:off x="913783" y="2452688"/>
                  <a:ext cx="381000" cy="381000"/>
                </a:xfrm>
                <a:prstGeom prst="rect">
                  <a:avLst/>
                </a:prstGeom>
                <a:solidFill>
                  <a:srgbClr val="D5E8D4"/>
                </a:solidFill>
                <a:ln w="9525" cap="flat">
                  <a:solidFill>
                    <a:srgbClr val="82B366"/>
                  </a:solidFill>
                  <a:prstDash val="solid"/>
                  <a:miter/>
                </a:ln>
              </p:spPr>
              <p:txBody>
                <a:bodyPr/>
                <a:lstStyle/>
                <a:p>
                  <a:endParaRPr lang="en-US" sz="2000" noProof="0" dirty="0"/>
                </a:p>
              </p:txBody>
            </p:sp>
            <p:sp>
              <p:nvSpPr>
                <p:cNvPr id="115" name="Rectangle 114">
                  <a:extLst>
                    <a:ext uri="{FF2B5EF4-FFF2-40B4-BE49-F238E27FC236}">
                      <a16:creationId xmlns:a16="http://schemas.microsoft.com/office/drawing/2014/main" id="{CABABF41-024D-E218-43D9-15A612557742}"/>
                    </a:ext>
                  </a:extLst>
                </p:cNvPr>
                <p:cNvSpPr/>
                <p:nvPr/>
              </p:nvSpPr>
              <p:spPr>
                <a:xfrm>
                  <a:off x="151783" y="2833688"/>
                  <a:ext cx="381000" cy="381000"/>
                </a:xfrm>
                <a:prstGeom prst="rect">
                  <a:avLst/>
                </a:prstGeom>
                <a:solidFill>
                  <a:srgbClr val="D5E8D4"/>
                </a:solidFill>
                <a:ln w="9525" cap="flat">
                  <a:solidFill>
                    <a:srgbClr val="82B366"/>
                  </a:solidFill>
                  <a:prstDash val="solid"/>
                  <a:miter/>
                </a:ln>
              </p:spPr>
              <p:txBody>
                <a:bodyPr/>
                <a:lstStyle/>
                <a:p>
                  <a:endParaRPr lang="en-US" sz="2000" noProof="0" dirty="0"/>
                </a:p>
              </p:txBody>
            </p:sp>
            <p:sp>
              <p:nvSpPr>
                <p:cNvPr id="117" name="Rectangle 116">
                  <a:extLst>
                    <a:ext uri="{FF2B5EF4-FFF2-40B4-BE49-F238E27FC236}">
                      <a16:creationId xmlns:a16="http://schemas.microsoft.com/office/drawing/2014/main" id="{4E551831-EF2C-9D97-1E36-5333A86D2994}"/>
                    </a:ext>
                  </a:extLst>
                </p:cNvPr>
                <p:cNvSpPr/>
                <p:nvPr/>
              </p:nvSpPr>
              <p:spPr>
                <a:xfrm>
                  <a:off x="151783" y="3214688"/>
                  <a:ext cx="381000" cy="381000"/>
                </a:xfrm>
                <a:prstGeom prst="rect">
                  <a:avLst/>
                </a:prstGeom>
                <a:solidFill>
                  <a:srgbClr val="D5E8D4"/>
                </a:solidFill>
                <a:ln w="9525" cap="flat">
                  <a:solidFill>
                    <a:srgbClr val="82B366"/>
                  </a:solidFill>
                  <a:prstDash val="solid"/>
                  <a:miter/>
                </a:ln>
              </p:spPr>
              <p:txBody>
                <a:bodyPr/>
                <a:lstStyle/>
                <a:p>
                  <a:endParaRPr lang="en-US" sz="2000" noProof="0" dirty="0"/>
                </a:p>
              </p:txBody>
            </p:sp>
            <p:sp>
              <p:nvSpPr>
                <p:cNvPr id="119" name="Rectangle 118">
                  <a:extLst>
                    <a:ext uri="{FF2B5EF4-FFF2-40B4-BE49-F238E27FC236}">
                      <a16:creationId xmlns:a16="http://schemas.microsoft.com/office/drawing/2014/main" id="{ABD50DB8-D34E-32E9-165E-DB5A4DE1EBBA}"/>
                    </a:ext>
                  </a:extLst>
                </p:cNvPr>
                <p:cNvSpPr/>
                <p:nvPr/>
              </p:nvSpPr>
              <p:spPr>
                <a:xfrm>
                  <a:off x="532783" y="2833688"/>
                  <a:ext cx="381000" cy="381000"/>
                </a:xfrm>
                <a:prstGeom prst="rect">
                  <a:avLst/>
                </a:prstGeom>
                <a:solidFill>
                  <a:srgbClr val="D5E8D4"/>
                </a:solidFill>
                <a:ln w="9525" cap="flat">
                  <a:solidFill>
                    <a:srgbClr val="82B366"/>
                  </a:solidFill>
                  <a:prstDash val="solid"/>
                  <a:miter/>
                </a:ln>
              </p:spPr>
              <p:txBody>
                <a:bodyPr/>
                <a:lstStyle/>
                <a:p>
                  <a:endParaRPr lang="en-US" sz="2000" noProof="0" dirty="0"/>
                </a:p>
              </p:txBody>
            </p:sp>
            <p:sp>
              <p:nvSpPr>
                <p:cNvPr id="121" name="Rectangle 120">
                  <a:extLst>
                    <a:ext uri="{FF2B5EF4-FFF2-40B4-BE49-F238E27FC236}">
                      <a16:creationId xmlns:a16="http://schemas.microsoft.com/office/drawing/2014/main" id="{EB23B9EF-93AB-59F4-6741-F58E04BDF7F4}"/>
                    </a:ext>
                  </a:extLst>
                </p:cNvPr>
                <p:cNvSpPr/>
                <p:nvPr/>
              </p:nvSpPr>
              <p:spPr>
                <a:xfrm>
                  <a:off x="532783" y="3214688"/>
                  <a:ext cx="381000" cy="381000"/>
                </a:xfrm>
                <a:prstGeom prst="rect">
                  <a:avLst/>
                </a:prstGeom>
                <a:solidFill>
                  <a:srgbClr val="D5E8D4"/>
                </a:solidFill>
                <a:ln w="9525" cap="flat">
                  <a:solidFill>
                    <a:srgbClr val="82B366"/>
                  </a:solidFill>
                  <a:prstDash val="solid"/>
                  <a:miter/>
                </a:ln>
              </p:spPr>
              <p:txBody>
                <a:bodyPr/>
                <a:lstStyle/>
                <a:p>
                  <a:endParaRPr lang="en-US" sz="2000" noProof="0" dirty="0"/>
                </a:p>
              </p:txBody>
            </p:sp>
            <p:sp>
              <p:nvSpPr>
                <p:cNvPr id="123" name="Rectangle 122">
                  <a:extLst>
                    <a:ext uri="{FF2B5EF4-FFF2-40B4-BE49-F238E27FC236}">
                      <a16:creationId xmlns:a16="http://schemas.microsoft.com/office/drawing/2014/main" id="{2D4A02CE-3199-AD33-A49A-DD114B9C4BE3}"/>
                    </a:ext>
                  </a:extLst>
                </p:cNvPr>
                <p:cNvSpPr/>
                <p:nvPr/>
              </p:nvSpPr>
              <p:spPr>
                <a:xfrm>
                  <a:off x="913783" y="2833688"/>
                  <a:ext cx="381000" cy="381000"/>
                </a:xfrm>
                <a:prstGeom prst="rect">
                  <a:avLst/>
                </a:prstGeom>
                <a:solidFill>
                  <a:srgbClr val="D5E8D4"/>
                </a:solidFill>
                <a:ln w="9525" cap="flat">
                  <a:solidFill>
                    <a:srgbClr val="82B366"/>
                  </a:solidFill>
                  <a:prstDash val="solid"/>
                  <a:miter/>
                </a:ln>
              </p:spPr>
              <p:txBody>
                <a:bodyPr/>
                <a:lstStyle/>
                <a:p>
                  <a:endParaRPr lang="en-US" sz="2000" noProof="0" dirty="0"/>
                </a:p>
              </p:txBody>
            </p:sp>
            <p:sp>
              <p:nvSpPr>
                <p:cNvPr id="125" name="Rectangle 124">
                  <a:extLst>
                    <a:ext uri="{FF2B5EF4-FFF2-40B4-BE49-F238E27FC236}">
                      <a16:creationId xmlns:a16="http://schemas.microsoft.com/office/drawing/2014/main" id="{3027EB25-5F10-774C-5DA6-3DCFE9CABA29}"/>
                    </a:ext>
                  </a:extLst>
                </p:cNvPr>
                <p:cNvSpPr/>
                <p:nvPr/>
              </p:nvSpPr>
              <p:spPr>
                <a:xfrm>
                  <a:off x="913783" y="3214688"/>
                  <a:ext cx="381000" cy="381000"/>
                </a:xfrm>
                <a:prstGeom prst="rect">
                  <a:avLst/>
                </a:prstGeom>
                <a:solidFill>
                  <a:srgbClr val="D5E8D4"/>
                </a:solidFill>
                <a:ln w="9525" cap="flat">
                  <a:solidFill>
                    <a:srgbClr val="82B366"/>
                  </a:solidFill>
                  <a:prstDash val="solid"/>
                  <a:miter/>
                </a:ln>
              </p:spPr>
              <p:txBody>
                <a:bodyPr/>
                <a:lstStyle/>
                <a:p>
                  <a:endParaRPr lang="en-US" sz="2000" noProof="0" dirty="0"/>
                </a:p>
              </p:txBody>
            </p:sp>
          </p:grpSp>
          <p:grpSp>
            <p:nvGrpSpPr>
              <p:cNvPr id="158" name="Group 157">
                <a:extLst>
                  <a:ext uri="{FF2B5EF4-FFF2-40B4-BE49-F238E27FC236}">
                    <a16:creationId xmlns:a16="http://schemas.microsoft.com/office/drawing/2014/main" id="{DA00805D-D712-2AF1-DE04-6B29E73230A2}"/>
                  </a:ext>
                </a:extLst>
              </p:cNvPr>
              <p:cNvGrpSpPr/>
              <p:nvPr/>
            </p:nvGrpSpPr>
            <p:grpSpPr>
              <a:xfrm>
                <a:off x="3909451" y="2095500"/>
                <a:ext cx="1524000" cy="1524000"/>
                <a:chOff x="3107359" y="2145800"/>
                <a:chExt cx="1524000" cy="1524000"/>
              </a:xfrm>
            </p:grpSpPr>
            <p:sp>
              <p:nvSpPr>
                <p:cNvPr id="127" name="Rectangle 126">
                  <a:extLst>
                    <a:ext uri="{FF2B5EF4-FFF2-40B4-BE49-F238E27FC236}">
                      <a16:creationId xmlns:a16="http://schemas.microsoft.com/office/drawing/2014/main" id="{A42A4767-E46E-410D-7A3A-EDEDAE64E15E}"/>
                    </a:ext>
                  </a:extLst>
                </p:cNvPr>
                <p:cNvSpPr/>
                <p:nvPr/>
              </p:nvSpPr>
              <p:spPr>
                <a:xfrm>
                  <a:off x="3107359" y="2145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129" name="Rectangle 128">
                  <a:extLst>
                    <a:ext uri="{FF2B5EF4-FFF2-40B4-BE49-F238E27FC236}">
                      <a16:creationId xmlns:a16="http://schemas.microsoft.com/office/drawing/2014/main" id="{160F0266-E94D-2642-41A9-CB48AF596432}"/>
                    </a:ext>
                  </a:extLst>
                </p:cNvPr>
                <p:cNvSpPr/>
                <p:nvPr/>
              </p:nvSpPr>
              <p:spPr>
                <a:xfrm>
                  <a:off x="3488359" y="2145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131" name="Rectangle 130">
                  <a:extLst>
                    <a:ext uri="{FF2B5EF4-FFF2-40B4-BE49-F238E27FC236}">
                      <a16:creationId xmlns:a16="http://schemas.microsoft.com/office/drawing/2014/main" id="{58CC5973-248F-307A-6EAB-E779182293B7}"/>
                    </a:ext>
                  </a:extLst>
                </p:cNvPr>
                <p:cNvSpPr/>
                <p:nvPr/>
              </p:nvSpPr>
              <p:spPr>
                <a:xfrm>
                  <a:off x="3869359" y="2145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133" name="Rectangle 132">
                  <a:extLst>
                    <a:ext uri="{FF2B5EF4-FFF2-40B4-BE49-F238E27FC236}">
                      <a16:creationId xmlns:a16="http://schemas.microsoft.com/office/drawing/2014/main" id="{E9DCEC46-4D53-95F6-587B-C239E9203FD2}"/>
                    </a:ext>
                  </a:extLst>
                </p:cNvPr>
                <p:cNvSpPr/>
                <p:nvPr/>
              </p:nvSpPr>
              <p:spPr>
                <a:xfrm>
                  <a:off x="4250359" y="2145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135" name="Rectangle 134">
                  <a:extLst>
                    <a:ext uri="{FF2B5EF4-FFF2-40B4-BE49-F238E27FC236}">
                      <a16:creationId xmlns:a16="http://schemas.microsoft.com/office/drawing/2014/main" id="{8A4F7006-7017-5729-F662-5CEC492194FF}"/>
                    </a:ext>
                  </a:extLst>
                </p:cNvPr>
                <p:cNvSpPr/>
                <p:nvPr/>
              </p:nvSpPr>
              <p:spPr>
                <a:xfrm>
                  <a:off x="3107359" y="2526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137" name="Rectangle 136">
                  <a:extLst>
                    <a:ext uri="{FF2B5EF4-FFF2-40B4-BE49-F238E27FC236}">
                      <a16:creationId xmlns:a16="http://schemas.microsoft.com/office/drawing/2014/main" id="{9F07D89A-107F-794A-53D4-0AF9B343B51B}"/>
                    </a:ext>
                  </a:extLst>
                </p:cNvPr>
                <p:cNvSpPr/>
                <p:nvPr/>
              </p:nvSpPr>
              <p:spPr>
                <a:xfrm>
                  <a:off x="3488359" y="2526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139" name="Rectangle 138">
                  <a:extLst>
                    <a:ext uri="{FF2B5EF4-FFF2-40B4-BE49-F238E27FC236}">
                      <a16:creationId xmlns:a16="http://schemas.microsoft.com/office/drawing/2014/main" id="{C8B2D771-DD1B-2C65-1A70-9DD9A4910371}"/>
                    </a:ext>
                  </a:extLst>
                </p:cNvPr>
                <p:cNvSpPr/>
                <p:nvPr/>
              </p:nvSpPr>
              <p:spPr>
                <a:xfrm>
                  <a:off x="3869359" y="2526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141" name="Rectangle 140">
                  <a:extLst>
                    <a:ext uri="{FF2B5EF4-FFF2-40B4-BE49-F238E27FC236}">
                      <a16:creationId xmlns:a16="http://schemas.microsoft.com/office/drawing/2014/main" id="{A809B9A5-B3C1-3AB0-59A8-4C2DEE1A2E8E}"/>
                    </a:ext>
                  </a:extLst>
                </p:cNvPr>
                <p:cNvSpPr/>
                <p:nvPr/>
              </p:nvSpPr>
              <p:spPr>
                <a:xfrm>
                  <a:off x="4250359" y="2526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143" name="Rectangle 142">
                  <a:extLst>
                    <a:ext uri="{FF2B5EF4-FFF2-40B4-BE49-F238E27FC236}">
                      <a16:creationId xmlns:a16="http://schemas.microsoft.com/office/drawing/2014/main" id="{E24458F8-B4BC-08DA-AAF4-7036DD689792}"/>
                    </a:ext>
                  </a:extLst>
                </p:cNvPr>
                <p:cNvSpPr/>
                <p:nvPr/>
              </p:nvSpPr>
              <p:spPr>
                <a:xfrm>
                  <a:off x="3107359" y="2907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145" name="Rectangle 144">
                  <a:extLst>
                    <a:ext uri="{FF2B5EF4-FFF2-40B4-BE49-F238E27FC236}">
                      <a16:creationId xmlns:a16="http://schemas.microsoft.com/office/drawing/2014/main" id="{914AAE84-5921-F13E-235E-3E38FCA17F1D}"/>
                    </a:ext>
                  </a:extLst>
                </p:cNvPr>
                <p:cNvSpPr/>
                <p:nvPr/>
              </p:nvSpPr>
              <p:spPr>
                <a:xfrm>
                  <a:off x="3488359" y="2907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147" name="Rectangle 146">
                  <a:extLst>
                    <a:ext uri="{FF2B5EF4-FFF2-40B4-BE49-F238E27FC236}">
                      <a16:creationId xmlns:a16="http://schemas.microsoft.com/office/drawing/2014/main" id="{BC14B6F1-9E99-692E-3AF1-DD2DD9A0B224}"/>
                    </a:ext>
                  </a:extLst>
                </p:cNvPr>
                <p:cNvSpPr/>
                <p:nvPr/>
              </p:nvSpPr>
              <p:spPr>
                <a:xfrm>
                  <a:off x="3869359" y="2907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149" name="Rectangle 148">
                  <a:extLst>
                    <a:ext uri="{FF2B5EF4-FFF2-40B4-BE49-F238E27FC236}">
                      <a16:creationId xmlns:a16="http://schemas.microsoft.com/office/drawing/2014/main" id="{B7D242E2-32E6-1029-7CF1-C712590C1678}"/>
                    </a:ext>
                  </a:extLst>
                </p:cNvPr>
                <p:cNvSpPr/>
                <p:nvPr/>
              </p:nvSpPr>
              <p:spPr>
                <a:xfrm>
                  <a:off x="4250359" y="2907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151" name="Rectangle 150">
                  <a:extLst>
                    <a:ext uri="{FF2B5EF4-FFF2-40B4-BE49-F238E27FC236}">
                      <a16:creationId xmlns:a16="http://schemas.microsoft.com/office/drawing/2014/main" id="{5F7D8052-E832-A523-002B-3FE38B26DA11}"/>
                    </a:ext>
                  </a:extLst>
                </p:cNvPr>
                <p:cNvSpPr/>
                <p:nvPr/>
              </p:nvSpPr>
              <p:spPr>
                <a:xfrm>
                  <a:off x="3107359" y="3288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153" name="Rectangle 152">
                  <a:extLst>
                    <a:ext uri="{FF2B5EF4-FFF2-40B4-BE49-F238E27FC236}">
                      <a16:creationId xmlns:a16="http://schemas.microsoft.com/office/drawing/2014/main" id="{83D2B734-91DA-56CE-7E18-6A8B4C95CF4B}"/>
                    </a:ext>
                  </a:extLst>
                </p:cNvPr>
                <p:cNvSpPr/>
                <p:nvPr/>
              </p:nvSpPr>
              <p:spPr>
                <a:xfrm>
                  <a:off x="3488359" y="3288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155" name="Rectangle 154">
                  <a:extLst>
                    <a:ext uri="{FF2B5EF4-FFF2-40B4-BE49-F238E27FC236}">
                      <a16:creationId xmlns:a16="http://schemas.microsoft.com/office/drawing/2014/main" id="{C6F13F13-8DEC-A0D4-025A-3B566306E937}"/>
                    </a:ext>
                  </a:extLst>
                </p:cNvPr>
                <p:cNvSpPr/>
                <p:nvPr/>
              </p:nvSpPr>
              <p:spPr>
                <a:xfrm>
                  <a:off x="3869359" y="3288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157" name="Rectangle 156">
                  <a:extLst>
                    <a:ext uri="{FF2B5EF4-FFF2-40B4-BE49-F238E27FC236}">
                      <a16:creationId xmlns:a16="http://schemas.microsoft.com/office/drawing/2014/main" id="{66C81D2C-3F36-BC05-B0DB-AF29751FDCEE}"/>
                    </a:ext>
                  </a:extLst>
                </p:cNvPr>
                <p:cNvSpPr/>
                <p:nvPr/>
              </p:nvSpPr>
              <p:spPr>
                <a:xfrm>
                  <a:off x="4250359" y="3288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grpSp>
          <mc:AlternateContent xmlns:mc="http://schemas.openxmlformats.org/markup-compatibility/2006">
            <mc:Choice xmlns:a14="http://schemas.microsoft.com/office/drawing/2010/main" Requires="a14">
              <p:sp>
                <p:nvSpPr>
                  <p:cNvPr id="161" name="TextBox 160">
                    <a:extLst>
                      <a:ext uri="{FF2B5EF4-FFF2-40B4-BE49-F238E27FC236}">
                        <a16:creationId xmlns:a16="http://schemas.microsoft.com/office/drawing/2014/main" id="{94B9DE91-798F-3576-FF89-4137D488236A}"/>
                      </a:ext>
                    </a:extLst>
                  </p:cNvPr>
                  <p:cNvSpPr txBox="1"/>
                  <p:nvPr/>
                </p:nvSpPr>
                <p:spPr>
                  <a:xfrm>
                    <a:off x="1612033" y="2646411"/>
                    <a:ext cx="422427" cy="545746"/>
                  </a:xfrm>
                  <a:prstGeom prst="rect">
                    <a:avLst/>
                  </a:prstGeom>
                  <a:noFill/>
                </p:spPr>
                <p:txBody>
                  <a:bodyPr wrap="none" rtlCol="0">
                    <a:spAutoFit/>
                  </a:bodyPr>
                  <a:lstStyle/>
                  <a:p>
                    <a:pPr/>
                    <a14:m>
                      <m:oMathPara xmlns:m="http://schemas.openxmlformats.org/officeDocument/2006/math">
                        <m:oMath>
                          <m:r>
                            <a:rPr lang="en-US" sz="2000" b="0" i="1" noProof="0" smtClean="0">
                              <a:latin typeface="Cambria Math" panose="02040503050406030204" pitchFamily="18" charset="0"/>
                            </a:rPr>
                            <m:t>⋅</m:t>
                          </m:r>
                        </m:oMath>
                      </m:oMathPara>
                    </a14:m>
                    <a:endParaRPr lang="en-US" sz="2000" noProof="0" dirty="0"/>
                  </a:p>
                </p:txBody>
              </p:sp>
            </mc:Choice>
            <mc:Fallback>
              <p:sp>
                <p:nvSpPr>
                  <p:cNvPr id="161" name="TextBox 160">
                    <a:extLst>
                      <a:ext uri="{FF2B5EF4-FFF2-40B4-BE49-F238E27FC236}">
                        <a16:creationId xmlns:a16="http://schemas.microsoft.com/office/drawing/2014/main" id="{94B9DE91-798F-3576-FF89-4137D488236A}"/>
                      </a:ext>
                    </a:extLst>
                  </p:cNvPr>
                  <p:cNvSpPr txBox="1">
                    <a:spLocks noRot="1" noChangeAspect="1" noMove="1" noResize="1" noEditPoints="1" noAdjustHandles="1" noChangeArrowheads="1" noChangeShapeType="1" noTextEdit="1"/>
                  </p:cNvSpPr>
                  <p:nvPr/>
                </p:nvSpPr>
                <p:spPr>
                  <a:xfrm>
                    <a:off x="1612033" y="2646411"/>
                    <a:ext cx="422427" cy="545746"/>
                  </a:xfrm>
                  <a:prstGeom prst="rect">
                    <a:avLst/>
                  </a:prstGeom>
                  <a:blipFill>
                    <a:blip r:embed="rId31"/>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63" name="TextBox 162">
                    <a:extLst>
                      <a:ext uri="{FF2B5EF4-FFF2-40B4-BE49-F238E27FC236}">
                        <a16:creationId xmlns:a16="http://schemas.microsoft.com/office/drawing/2014/main" id="{487A942B-4524-AA56-6066-2AFB97633CDD}"/>
                      </a:ext>
                    </a:extLst>
                  </p:cNvPr>
                  <p:cNvSpPr txBox="1"/>
                  <p:nvPr/>
                </p:nvSpPr>
                <p:spPr>
                  <a:xfrm>
                    <a:off x="3432966" y="2624906"/>
                    <a:ext cx="586414" cy="545746"/>
                  </a:xfrm>
                  <a:prstGeom prst="rect">
                    <a:avLst/>
                  </a:prstGeom>
                  <a:noFill/>
                </p:spPr>
                <p:txBody>
                  <a:bodyPr wrap="none" rtlCol="0">
                    <a:spAutoFit/>
                  </a:bodyPr>
                  <a:lstStyle/>
                  <a:p>
                    <a:pPr/>
                    <a14:m>
                      <m:oMathPara xmlns:m="http://schemas.openxmlformats.org/officeDocument/2006/math">
                        <m:oMath>
                          <m:r>
                            <a:rPr lang="en-US" sz="2000" b="0" i="1" noProof="0" smtClean="0">
                              <a:latin typeface="Cambria Math" panose="02040503050406030204" pitchFamily="18" charset="0"/>
                            </a:rPr>
                            <m:t>=</m:t>
                          </m:r>
                        </m:oMath>
                      </m:oMathPara>
                    </a14:m>
                    <a:endParaRPr lang="en-US" sz="2000" noProof="0" dirty="0"/>
                  </a:p>
                </p:txBody>
              </p:sp>
            </mc:Choice>
            <mc:Fallback>
              <p:sp>
                <p:nvSpPr>
                  <p:cNvPr id="163" name="TextBox 162">
                    <a:extLst>
                      <a:ext uri="{FF2B5EF4-FFF2-40B4-BE49-F238E27FC236}">
                        <a16:creationId xmlns:a16="http://schemas.microsoft.com/office/drawing/2014/main" id="{487A942B-4524-AA56-6066-2AFB97633CDD}"/>
                      </a:ext>
                    </a:extLst>
                  </p:cNvPr>
                  <p:cNvSpPr txBox="1">
                    <a:spLocks noRot="1" noChangeAspect="1" noMove="1" noResize="1" noEditPoints="1" noAdjustHandles="1" noChangeArrowheads="1" noChangeShapeType="1" noTextEdit="1"/>
                  </p:cNvSpPr>
                  <p:nvPr/>
                </p:nvSpPr>
                <p:spPr>
                  <a:xfrm>
                    <a:off x="3432966" y="2624906"/>
                    <a:ext cx="586414" cy="545746"/>
                  </a:xfrm>
                  <a:prstGeom prst="rect">
                    <a:avLst/>
                  </a:prstGeom>
                  <a:blipFill>
                    <a:blip r:embed="rId32"/>
                    <a:stretch>
                      <a:fillRect/>
                    </a:stretch>
                  </a:blipFill>
                </p:spPr>
                <p:txBody>
                  <a:bodyPr/>
                  <a:lstStyle/>
                  <a:p>
                    <a:r>
                      <a:rPr lang="en-US">
                        <a:noFill/>
                      </a:rPr>
                      <a:t> </a:t>
                    </a:r>
                  </a:p>
                </p:txBody>
              </p:sp>
            </mc:Fallback>
          </mc:AlternateContent>
          <p:sp>
            <p:nvSpPr>
              <p:cNvPr id="164" name="TextBox 163">
                <a:extLst>
                  <a:ext uri="{FF2B5EF4-FFF2-40B4-BE49-F238E27FC236}">
                    <a16:creationId xmlns:a16="http://schemas.microsoft.com/office/drawing/2014/main" id="{9E97900C-C153-EE19-DF63-350FE2A97C8A}"/>
                  </a:ext>
                </a:extLst>
              </p:cNvPr>
              <p:cNvSpPr txBox="1"/>
              <p:nvPr/>
            </p:nvSpPr>
            <p:spPr>
              <a:xfrm>
                <a:off x="848109" y="3618449"/>
                <a:ext cx="461784" cy="545745"/>
              </a:xfrm>
              <a:prstGeom prst="rect">
                <a:avLst/>
              </a:prstGeom>
              <a:noFill/>
            </p:spPr>
            <p:txBody>
              <a:bodyPr wrap="none" rtlCol="0">
                <a:spAutoFit/>
              </a:bodyPr>
              <a:lstStyle/>
              <a:p>
                <a:pPr algn="ctr"/>
                <a:r>
                  <a:rPr lang="en-US" sz="2000" noProof="0" dirty="0">
                    <a:solidFill>
                      <a:srgbClr val="001080"/>
                    </a:solidFill>
                    <a:latin typeface="Fira Code" panose="020B0809050000020004" pitchFamily="49" charset="0"/>
                  </a:rPr>
                  <a:t>A</a:t>
                </a:r>
              </a:p>
            </p:txBody>
          </p:sp>
          <p:sp>
            <p:nvSpPr>
              <p:cNvPr id="166" name="TextBox 165">
                <a:extLst>
                  <a:ext uri="{FF2B5EF4-FFF2-40B4-BE49-F238E27FC236}">
                    <a16:creationId xmlns:a16="http://schemas.microsoft.com/office/drawing/2014/main" id="{DC3CACF7-A1B7-29D0-C432-9242ABB7B3C4}"/>
                  </a:ext>
                </a:extLst>
              </p:cNvPr>
              <p:cNvSpPr txBox="1"/>
              <p:nvPr/>
            </p:nvSpPr>
            <p:spPr>
              <a:xfrm>
                <a:off x="2546352" y="3614686"/>
                <a:ext cx="461784" cy="545746"/>
              </a:xfrm>
              <a:prstGeom prst="rect">
                <a:avLst/>
              </a:prstGeom>
              <a:noFill/>
            </p:spPr>
            <p:txBody>
              <a:bodyPr wrap="none" rtlCol="0">
                <a:spAutoFit/>
              </a:bodyPr>
              <a:lstStyle/>
              <a:p>
                <a:pPr algn="ctr"/>
                <a:r>
                  <a:rPr lang="en-US" sz="2000" noProof="0" dirty="0">
                    <a:solidFill>
                      <a:srgbClr val="001080"/>
                    </a:solidFill>
                    <a:latin typeface="Fira Code" panose="020B0809050000020004" pitchFamily="49" charset="0"/>
                  </a:rPr>
                  <a:t>B</a:t>
                </a:r>
              </a:p>
            </p:txBody>
          </p:sp>
          <p:sp>
            <p:nvSpPr>
              <p:cNvPr id="168" name="TextBox 167">
                <a:extLst>
                  <a:ext uri="{FF2B5EF4-FFF2-40B4-BE49-F238E27FC236}">
                    <a16:creationId xmlns:a16="http://schemas.microsoft.com/office/drawing/2014/main" id="{4DF7CA29-29E0-61DA-80AE-062D887E51BC}"/>
                  </a:ext>
                </a:extLst>
              </p:cNvPr>
              <p:cNvSpPr txBox="1"/>
              <p:nvPr/>
            </p:nvSpPr>
            <p:spPr>
              <a:xfrm>
                <a:off x="4452754" y="3614686"/>
                <a:ext cx="461784" cy="545746"/>
              </a:xfrm>
              <a:prstGeom prst="rect">
                <a:avLst/>
              </a:prstGeom>
              <a:noFill/>
            </p:spPr>
            <p:txBody>
              <a:bodyPr wrap="none" rtlCol="0">
                <a:spAutoFit/>
              </a:bodyPr>
              <a:lstStyle/>
              <a:p>
                <a:pPr algn="ctr"/>
                <a:r>
                  <a:rPr lang="en-US" sz="2000" noProof="0" dirty="0">
                    <a:solidFill>
                      <a:srgbClr val="001080"/>
                    </a:solidFill>
                    <a:latin typeface="Fira Code" panose="020B0809050000020004" pitchFamily="49" charset="0"/>
                  </a:rPr>
                  <a:t>C</a:t>
                </a:r>
              </a:p>
            </p:txBody>
          </p:sp>
          <mc:AlternateContent xmlns:mc="http://schemas.openxmlformats.org/markup-compatibility/2006">
            <mc:Choice xmlns:a14="http://schemas.microsoft.com/office/drawing/2010/main" Requires="a14">
              <p:sp>
                <p:nvSpPr>
                  <p:cNvPr id="169" name="TextBox 168">
                    <a:extLst>
                      <a:ext uri="{FF2B5EF4-FFF2-40B4-BE49-F238E27FC236}">
                        <a16:creationId xmlns:a16="http://schemas.microsoft.com/office/drawing/2014/main" id="{AB69531D-B174-6BC8-5616-B3AC24D2B879}"/>
                      </a:ext>
                    </a:extLst>
                  </p:cNvPr>
                  <p:cNvSpPr txBox="1"/>
                  <p:nvPr/>
                </p:nvSpPr>
                <p:spPr>
                  <a:xfrm>
                    <a:off x="37909" y="1964973"/>
                    <a:ext cx="622972" cy="545746"/>
                  </a:xfrm>
                  <a:prstGeom prst="rect">
                    <a:avLst/>
                  </a:prstGeom>
                  <a:noFill/>
                </p:spPr>
                <p:txBody>
                  <a:bodyPr wrap="none" rtlCol="0">
                    <a:spAutoFit/>
                  </a:bodyPr>
                  <a:lstStyle/>
                  <a:p>
                    <a:pPr/>
                    <a14:m>
                      <m:oMathPara xmlns:m="http://schemas.openxmlformats.org/officeDocument/2006/math">
                        <m:oMath>
                          <m:r>
                            <a:rPr lang="en-US" sz="2000" i="1" noProof="0" smtClean="0">
                              <a:latin typeface="Cambria Math" panose="02040503050406030204" pitchFamily="18" charset="0"/>
                            </a:rPr>
                            <m:t>𝑚</m:t>
                          </m:r>
                        </m:oMath>
                      </m:oMathPara>
                    </a14:m>
                    <a:endParaRPr lang="en-US" sz="2000" noProof="0" dirty="0"/>
                  </a:p>
                </p:txBody>
              </p:sp>
            </mc:Choice>
            <mc:Fallback>
              <p:sp>
                <p:nvSpPr>
                  <p:cNvPr id="169" name="TextBox 168">
                    <a:extLst>
                      <a:ext uri="{FF2B5EF4-FFF2-40B4-BE49-F238E27FC236}">
                        <a16:creationId xmlns:a16="http://schemas.microsoft.com/office/drawing/2014/main" id="{AB69531D-B174-6BC8-5616-B3AC24D2B879}"/>
                      </a:ext>
                    </a:extLst>
                  </p:cNvPr>
                  <p:cNvSpPr txBox="1">
                    <a:spLocks noRot="1" noChangeAspect="1" noMove="1" noResize="1" noEditPoints="1" noAdjustHandles="1" noChangeArrowheads="1" noChangeShapeType="1" noTextEdit="1"/>
                  </p:cNvSpPr>
                  <p:nvPr/>
                </p:nvSpPr>
                <p:spPr>
                  <a:xfrm>
                    <a:off x="37909" y="1964973"/>
                    <a:ext cx="622972" cy="545746"/>
                  </a:xfrm>
                  <a:prstGeom prst="rect">
                    <a:avLst/>
                  </a:prstGeom>
                  <a:blipFill>
                    <a:blip r:embed="rId33"/>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71" name="TextBox 170">
                    <a:extLst>
                      <a:ext uri="{FF2B5EF4-FFF2-40B4-BE49-F238E27FC236}">
                        <a16:creationId xmlns:a16="http://schemas.microsoft.com/office/drawing/2014/main" id="{2E9C9242-8475-426D-DFA6-14540A24D3A2}"/>
                      </a:ext>
                    </a:extLst>
                  </p:cNvPr>
                  <p:cNvSpPr txBox="1"/>
                  <p:nvPr/>
                </p:nvSpPr>
                <p:spPr>
                  <a:xfrm>
                    <a:off x="857275" y="1673266"/>
                    <a:ext cx="526679" cy="545746"/>
                  </a:xfrm>
                  <a:prstGeom prst="rect">
                    <a:avLst/>
                  </a:prstGeom>
                  <a:noFill/>
                </p:spPr>
                <p:txBody>
                  <a:bodyPr wrap="none" rtlCol="0">
                    <a:spAutoFit/>
                  </a:bodyPr>
                  <a:lstStyle/>
                  <a:p>
                    <a:pPr/>
                    <a14:m>
                      <m:oMathPara xmlns:m="http://schemas.openxmlformats.org/officeDocument/2006/math">
                        <m:oMath>
                          <m:r>
                            <a:rPr lang="en-US" sz="2000" b="0" i="1" noProof="0" smtClean="0">
                              <a:latin typeface="Cambria Math" panose="02040503050406030204" pitchFamily="18" charset="0"/>
                            </a:rPr>
                            <m:t>𝑘</m:t>
                          </m:r>
                        </m:oMath>
                      </m:oMathPara>
                    </a14:m>
                    <a:endParaRPr lang="en-US" sz="2000" noProof="0" dirty="0"/>
                  </a:p>
                </p:txBody>
              </p:sp>
            </mc:Choice>
            <mc:Fallback>
              <p:sp>
                <p:nvSpPr>
                  <p:cNvPr id="171" name="TextBox 170">
                    <a:extLst>
                      <a:ext uri="{FF2B5EF4-FFF2-40B4-BE49-F238E27FC236}">
                        <a16:creationId xmlns:a16="http://schemas.microsoft.com/office/drawing/2014/main" id="{2E9C9242-8475-426D-DFA6-14540A24D3A2}"/>
                      </a:ext>
                    </a:extLst>
                  </p:cNvPr>
                  <p:cNvSpPr txBox="1">
                    <a:spLocks noRot="1" noChangeAspect="1" noMove="1" noResize="1" noEditPoints="1" noAdjustHandles="1" noChangeArrowheads="1" noChangeShapeType="1" noTextEdit="1"/>
                  </p:cNvSpPr>
                  <p:nvPr/>
                </p:nvSpPr>
                <p:spPr>
                  <a:xfrm>
                    <a:off x="857275" y="1673266"/>
                    <a:ext cx="526679" cy="545746"/>
                  </a:xfrm>
                  <a:prstGeom prst="rect">
                    <a:avLst/>
                  </a:prstGeom>
                  <a:blipFill>
                    <a:blip r:embed="rId34"/>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73" name="TextBox 172">
                    <a:extLst>
                      <a:ext uri="{FF2B5EF4-FFF2-40B4-BE49-F238E27FC236}">
                        <a16:creationId xmlns:a16="http://schemas.microsoft.com/office/drawing/2014/main" id="{729CF20E-3A7A-ADF8-38B3-0A9D4972A8BA}"/>
                      </a:ext>
                    </a:extLst>
                  </p:cNvPr>
                  <p:cNvSpPr txBox="1"/>
                  <p:nvPr/>
                </p:nvSpPr>
                <p:spPr>
                  <a:xfrm>
                    <a:off x="1563378" y="2038382"/>
                    <a:ext cx="526679" cy="545746"/>
                  </a:xfrm>
                  <a:prstGeom prst="rect">
                    <a:avLst/>
                  </a:prstGeom>
                  <a:noFill/>
                </p:spPr>
                <p:txBody>
                  <a:bodyPr wrap="none" rtlCol="0">
                    <a:spAutoFit/>
                  </a:bodyPr>
                  <a:lstStyle/>
                  <a:p>
                    <a:pPr/>
                    <a14:m>
                      <m:oMathPara xmlns:m="http://schemas.openxmlformats.org/officeDocument/2006/math">
                        <m:oMath>
                          <m:r>
                            <a:rPr lang="en-US" sz="2000" b="0" i="1" noProof="0" smtClean="0">
                              <a:latin typeface="Cambria Math" panose="02040503050406030204" pitchFamily="18" charset="0"/>
                            </a:rPr>
                            <m:t>𝑘</m:t>
                          </m:r>
                        </m:oMath>
                      </m:oMathPara>
                    </a14:m>
                    <a:endParaRPr lang="en-US" sz="2000" noProof="0" dirty="0"/>
                  </a:p>
                </p:txBody>
              </p:sp>
            </mc:Choice>
            <mc:Fallback>
              <p:sp>
                <p:nvSpPr>
                  <p:cNvPr id="173" name="TextBox 172">
                    <a:extLst>
                      <a:ext uri="{FF2B5EF4-FFF2-40B4-BE49-F238E27FC236}">
                        <a16:creationId xmlns:a16="http://schemas.microsoft.com/office/drawing/2014/main" id="{729CF20E-3A7A-ADF8-38B3-0A9D4972A8BA}"/>
                      </a:ext>
                    </a:extLst>
                  </p:cNvPr>
                  <p:cNvSpPr txBox="1">
                    <a:spLocks noRot="1" noChangeAspect="1" noMove="1" noResize="1" noEditPoints="1" noAdjustHandles="1" noChangeArrowheads="1" noChangeShapeType="1" noTextEdit="1"/>
                  </p:cNvSpPr>
                  <p:nvPr/>
                </p:nvSpPr>
                <p:spPr>
                  <a:xfrm>
                    <a:off x="1563378" y="2038382"/>
                    <a:ext cx="526679" cy="545746"/>
                  </a:xfrm>
                  <a:prstGeom prst="rect">
                    <a:avLst/>
                  </a:prstGeom>
                  <a:blipFill>
                    <a:blip r:embed="rId35"/>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75" name="TextBox 174">
                    <a:extLst>
                      <a:ext uri="{FF2B5EF4-FFF2-40B4-BE49-F238E27FC236}">
                        <a16:creationId xmlns:a16="http://schemas.microsoft.com/office/drawing/2014/main" id="{C6AFF68F-4275-12A3-1984-F36012F6421E}"/>
                      </a:ext>
                    </a:extLst>
                  </p:cNvPr>
                  <p:cNvSpPr txBox="1"/>
                  <p:nvPr/>
                </p:nvSpPr>
                <p:spPr>
                  <a:xfrm>
                    <a:off x="2490369" y="1858436"/>
                    <a:ext cx="531139" cy="545746"/>
                  </a:xfrm>
                  <a:prstGeom prst="rect">
                    <a:avLst/>
                  </a:prstGeom>
                  <a:noFill/>
                </p:spPr>
                <p:txBody>
                  <a:bodyPr wrap="none" rtlCol="0">
                    <a:spAutoFit/>
                  </a:bodyPr>
                  <a:lstStyle/>
                  <a:p>
                    <a:pPr/>
                    <a14:m>
                      <m:oMathPara xmlns:m="http://schemas.openxmlformats.org/officeDocument/2006/math">
                        <m:oMath>
                          <m:r>
                            <a:rPr lang="en-US" sz="2000" b="0" i="1" noProof="0" smtClean="0">
                              <a:latin typeface="Cambria Math" panose="02040503050406030204" pitchFamily="18" charset="0"/>
                            </a:rPr>
                            <m:t>𝑛</m:t>
                          </m:r>
                        </m:oMath>
                      </m:oMathPara>
                    </a14:m>
                    <a:endParaRPr lang="en-US" sz="2000" noProof="0" dirty="0"/>
                  </a:p>
                </p:txBody>
              </p:sp>
            </mc:Choice>
            <mc:Fallback>
              <p:sp>
                <p:nvSpPr>
                  <p:cNvPr id="175" name="TextBox 174">
                    <a:extLst>
                      <a:ext uri="{FF2B5EF4-FFF2-40B4-BE49-F238E27FC236}">
                        <a16:creationId xmlns:a16="http://schemas.microsoft.com/office/drawing/2014/main" id="{C6AFF68F-4275-12A3-1984-F36012F6421E}"/>
                      </a:ext>
                    </a:extLst>
                  </p:cNvPr>
                  <p:cNvSpPr txBox="1">
                    <a:spLocks noRot="1" noChangeAspect="1" noMove="1" noResize="1" noEditPoints="1" noAdjustHandles="1" noChangeArrowheads="1" noChangeShapeType="1" noTextEdit="1"/>
                  </p:cNvSpPr>
                  <p:nvPr/>
                </p:nvSpPr>
                <p:spPr>
                  <a:xfrm>
                    <a:off x="2490369" y="1858436"/>
                    <a:ext cx="531139" cy="545746"/>
                  </a:xfrm>
                  <a:prstGeom prst="rect">
                    <a:avLst/>
                  </a:prstGeom>
                  <a:blipFill>
                    <a:blip r:embed="rId36"/>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77" name="TextBox 176">
                    <a:extLst>
                      <a:ext uri="{FF2B5EF4-FFF2-40B4-BE49-F238E27FC236}">
                        <a16:creationId xmlns:a16="http://schemas.microsoft.com/office/drawing/2014/main" id="{38B8802A-2C13-DDF8-4086-8C002237A748}"/>
                      </a:ext>
                    </a:extLst>
                  </p:cNvPr>
                  <p:cNvSpPr txBox="1"/>
                  <p:nvPr/>
                </p:nvSpPr>
                <p:spPr>
                  <a:xfrm>
                    <a:off x="3435376" y="1890394"/>
                    <a:ext cx="622972" cy="545746"/>
                  </a:xfrm>
                  <a:prstGeom prst="rect">
                    <a:avLst/>
                  </a:prstGeom>
                  <a:noFill/>
                </p:spPr>
                <p:txBody>
                  <a:bodyPr wrap="none" rtlCol="0">
                    <a:spAutoFit/>
                  </a:bodyPr>
                  <a:lstStyle/>
                  <a:p>
                    <a:pPr/>
                    <a14:m>
                      <m:oMathPara xmlns:m="http://schemas.openxmlformats.org/officeDocument/2006/math">
                        <m:oMath>
                          <m:r>
                            <a:rPr lang="en-US" sz="2000" b="0" i="1" noProof="0" smtClean="0">
                              <a:latin typeface="Cambria Math" panose="02040503050406030204" pitchFamily="18" charset="0"/>
                            </a:rPr>
                            <m:t>𝑚</m:t>
                          </m:r>
                        </m:oMath>
                      </m:oMathPara>
                    </a14:m>
                    <a:endParaRPr lang="en-US" sz="2000" noProof="0" dirty="0"/>
                  </a:p>
                </p:txBody>
              </p:sp>
            </mc:Choice>
            <mc:Fallback>
              <p:sp>
                <p:nvSpPr>
                  <p:cNvPr id="177" name="TextBox 176">
                    <a:extLst>
                      <a:ext uri="{FF2B5EF4-FFF2-40B4-BE49-F238E27FC236}">
                        <a16:creationId xmlns:a16="http://schemas.microsoft.com/office/drawing/2014/main" id="{38B8802A-2C13-DDF8-4086-8C002237A748}"/>
                      </a:ext>
                    </a:extLst>
                  </p:cNvPr>
                  <p:cNvSpPr txBox="1">
                    <a:spLocks noRot="1" noChangeAspect="1" noMove="1" noResize="1" noEditPoints="1" noAdjustHandles="1" noChangeArrowheads="1" noChangeShapeType="1" noTextEdit="1"/>
                  </p:cNvSpPr>
                  <p:nvPr/>
                </p:nvSpPr>
                <p:spPr>
                  <a:xfrm>
                    <a:off x="3435376" y="1890394"/>
                    <a:ext cx="622972" cy="545746"/>
                  </a:xfrm>
                  <a:prstGeom prst="rect">
                    <a:avLst/>
                  </a:prstGeom>
                  <a:blipFill>
                    <a:blip r:embed="rId37"/>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79" name="TextBox 178">
                    <a:extLst>
                      <a:ext uri="{FF2B5EF4-FFF2-40B4-BE49-F238E27FC236}">
                        <a16:creationId xmlns:a16="http://schemas.microsoft.com/office/drawing/2014/main" id="{B96A8EAB-B6F9-B4AA-B5C7-883FC2D2ABB6}"/>
                      </a:ext>
                    </a:extLst>
                  </p:cNvPr>
                  <p:cNvSpPr txBox="1"/>
                  <p:nvPr/>
                </p:nvSpPr>
                <p:spPr>
                  <a:xfrm>
                    <a:off x="4439377" y="1664560"/>
                    <a:ext cx="531139" cy="545746"/>
                  </a:xfrm>
                  <a:prstGeom prst="rect">
                    <a:avLst/>
                  </a:prstGeom>
                  <a:noFill/>
                </p:spPr>
                <p:txBody>
                  <a:bodyPr wrap="none" rtlCol="0">
                    <a:spAutoFit/>
                  </a:bodyPr>
                  <a:lstStyle/>
                  <a:p>
                    <a:pPr/>
                    <a14:m>
                      <m:oMathPara xmlns:m="http://schemas.openxmlformats.org/officeDocument/2006/math">
                        <m:oMath>
                          <m:r>
                            <a:rPr lang="en-US" sz="2000" b="0" i="1" noProof="0" smtClean="0">
                              <a:latin typeface="Cambria Math" panose="02040503050406030204" pitchFamily="18" charset="0"/>
                            </a:rPr>
                            <m:t>𝑛</m:t>
                          </m:r>
                        </m:oMath>
                      </m:oMathPara>
                    </a14:m>
                    <a:endParaRPr lang="en-US" sz="2000" noProof="0" dirty="0"/>
                  </a:p>
                </p:txBody>
              </p:sp>
            </mc:Choice>
            <mc:Fallback>
              <p:sp>
                <p:nvSpPr>
                  <p:cNvPr id="179" name="TextBox 178">
                    <a:extLst>
                      <a:ext uri="{FF2B5EF4-FFF2-40B4-BE49-F238E27FC236}">
                        <a16:creationId xmlns:a16="http://schemas.microsoft.com/office/drawing/2014/main" id="{B96A8EAB-B6F9-B4AA-B5C7-883FC2D2ABB6}"/>
                      </a:ext>
                    </a:extLst>
                  </p:cNvPr>
                  <p:cNvSpPr txBox="1">
                    <a:spLocks noRot="1" noChangeAspect="1" noMove="1" noResize="1" noEditPoints="1" noAdjustHandles="1" noChangeArrowheads="1" noChangeShapeType="1" noTextEdit="1"/>
                  </p:cNvSpPr>
                  <p:nvPr/>
                </p:nvSpPr>
                <p:spPr>
                  <a:xfrm>
                    <a:off x="4439377" y="1664560"/>
                    <a:ext cx="531139" cy="545746"/>
                  </a:xfrm>
                  <a:prstGeom prst="rect">
                    <a:avLst/>
                  </a:prstGeom>
                  <a:blipFill>
                    <a:blip r:embed="rId38"/>
                    <a:stretch>
                      <a:fillRect/>
                    </a:stretch>
                  </a:blipFill>
                </p:spPr>
                <p:txBody>
                  <a:bodyPr/>
                  <a:lstStyle/>
                  <a:p>
                    <a:r>
                      <a:rPr lang="en-US">
                        <a:noFill/>
                      </a:rPr>
                      <a:t> </a:t>
                    </a:r>
                  </a:p>
                </p:txBody>
              </p:sp>
            </mc:Fallback>
          </mc:AlternateContent>
        </p:grpSp>
      </p:grpSp>
      <p:cxnSp>
        <p:nvCxnSpPr>
          <p:cNvPr id="2" name="Connector: Curved 1">
            <a:extLst>
              <a:ext uri="{FF2B5EF4-FFF2-40B4-BE49-F238E27FC236}">
                <a16:creationId xmlns:a16="http://schemas.microsoft.com/office/drawing/2014/main" id="{8460E813-36E7-5EDF-5D95-89519648AEED}"/>
              </a:ext>
            </a:extLst>
          </p:cNvPr>
          <p:cNvCxnSpPr>
            <a:cxnSpLocks/>
            <a:stCxn id="24" idx="2"/>
            <a:endCxn id="8" idx="0"/>
          </p:cNvCxnSpPr>
          <p:nvPr>
            <p:custDataLst>
              <p:tags r:id="rId15"/>
            </p:custDataLst>
          </p:nvPr>
        </p:nvCxnSpPr>
        <p:spPr>
          <a:xfrm rot="5400000">
            <a:off x="6693247" y="2639021"/>
            <a:ext cx="466511" cy="1612673"/>
          </a:xfrm>
          <a:prstGeom prst="curvedConnector3">
            <a:avLst>
              <a:gd name="adj1" fmla="val 50000"/>
            </a:avLst>
          </a:prstGeom>
          <a:ln w="12700">
            <a:solidFill>
              <a:schemeClr val="tx1"/>
            </a:solidFill>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mc:Choice xmlns:a14="http://schemas.microsoft.com/office/drawing/2010/main" Requires="a14">
          <p:sp>
            <p:nvSpPr>
              <p:cNvPr id="44" name="TextBox 43">
                <a:extLst>
                  <a:ext uri="{FF2B5EF4-FFF2-40B4-BE49-F238E27FC236}">
                    <a16:creationId xmlns:a16="http://schemas.microsoft.com/office/drawing/2014/main" id="{1F67E973-44FE-CE64-80EC-471D1B6AA36F}"/>
                  </a:ext>
                </a:extLst>
              </p:cNvPr>
              <p:cNvSpPr txBox="1"/>
              <p:nvPr>
                <p:custDataLst>
                  <p:tags r:id="rId16"/>
                </p:custDataLst>
              </p:nvPr>
            </p:nvSpPr>
            <p:spPr>
              <a:xfrm>
                <a:off x="4485795" y="5232699"/>
                <a:ext cx="1587166" cy="1384995"/>
              </a:xfrm>
              <a:prstGeom prst="rect">
                <a:avLst/>
              </a:prstGeom>
              <a:noFill/>
            </p:spPr>
            <p:txBody>
              <a:bodyPr wrap="none" rtlCol="0">
                <a:spAutoFit/>
              </a:bodyPr>
              <a:lstStyle/>
              <a:p>
                <a:r>
                  <a:rPr lang="en-US" sz="2800" noProof="0" dirty="0">
                    <a:solidFill>
                      <a:srgbClr val="001080"/>
                    </a:solidFill>
                    <a:latin typeface="Fira Code" panose="020B0809050000020004" pitchFamily="49" charset="0"/>
                  </a:rPr>
                  <a:t>A</a:t>
                </a:r>
                <a:r>
                  <a:rPr lang="en-US" sz="2800" noProof="0" dirty="0"/>
                  <a:t>: </a:t>
                </a:r>
                <a14:m>
                  <m:oMath xmlns:m="http://schemas.openxmlformats.org/officeDocument/2006/math">
                    <m:r>
                      <a:rPr lang="en-US" sz="2800" b="0" i="1" noProof="0" smtClean="0">
                        <a:latin typeface="Cambria Math" panose="02040503050406030204" pitchFamily="18" charset="0"/>
                      </a:rPr>
                      <m:t>𝑚</m:t>
                    </m:r>
                    <m:r>
                      <a:rPr lang="en-US" sz="2800" b="0" i="1" noProof="0" smtClean="0">
                        <a:latin typeface="Cambria Math" panose="02040503050406030204" pitchFamily="18" charset="0"/>
                      </a:rPr>
                      <m:t>× </m:t>
                    </m:r>
                    <m:r>
                      <a:rPr lang="en-US" sz="2800" b="0" i="1" noProof="0" smtClean="0">
                        <a:latin typeface="Cambria Math" panose="02040503050406030204" pitchFamily="18" charset="0"/>
                      </a:rPr>
                      <m:t>𝑘</m:t>
                    </m:r>
                  </m:oMath>
                </a14:m>
                <a:endParaRPr lang="en-US" sz="2800" b="0" noProof="0" dirty="0"/>
              </a:p>
              <a:p>
                <a:r>
                  <a:rPr lang="en-US" sz="2800" noProof="0" dirty="0">
                    <a:solidFill>
                      <a:srgbClr val="001080"/>
                    </a:solidFill>
                    <a:latin typeface="Fira Code" panose="020B0809050000020004" pitchFamily="49" charset="0"/>
                  </a:rPr>
                  <a:t>B</a:t>
                </a:r>
                <a:r>
                  <a:rPr lang="en-US" sz="2800" noProof="0" dirty="0"/>
                  <a:t>: </a:t>
                </a:r>
                <a14:m>
                  <m:oMath xmlns:m="http://schemas.openxmlformats.org/officeDocument/2006/math">
                    <m:r>
                      <m:rPr>
                        <m:sty m:val="p"/>
                      </m:rPr>
                      <a:rPr lang="en-US" sz="2800" noProof="0">
                        <a:latin typeface="Cambria Math" panose="02040503050406030204" pitchFamily="18" charset="0"/>
                      </a:rPr>
                      <m:t>k</m:t>
                    </m:r>
                    <m:r>
                      <a:rPr lang="en-US" sz="2800" b="0" i="1" noProof="0" smtClean="0">
                        <a:latin typeface="Cambria Math" panose="02040503050406030204" pitchFamily="18" charset="0"/>
                      </a:rPr>
                      <m:t> </m:t>
                    </m:r>
                    <m:r>
                      <a:rPr lang="en-US" sz="2800" i="1" noProof="0">
                        <a:latin typeface="Cambria Math" panose="02040503050406030204" pitchFamily="18" charset="0"/>
                      </a:rPr>
                      <m:t>×</m:t>
                    </m:r>
                    <m:r>
                      <a:rPr lang="en-US" sz="2800" b="0" i="1" noProof="0" smtClean="0">
                        <a:latin typeface="Cambria Math" panose="02040503050406030204" pitchFamily="18" charset="0"/>
                      </a:rPr>
                      <m:t> </m:t>
                    </m:r>
                    <m:r>
                      <a:rPr lang="en-US" sz="2800" i="1" noProof="0">
                        <a:latin typeface="Cambria Math" panose="02040503050406030204" pitchFamily="18" charset="0"/>
                      </a:rPr>
                      <m:t>𝑛</m:t>
                    </m:r>
                  </m:oMath>
                </a14:m>
                <a:endParaRPr lang="en-US" sz="2800" noProof="0" dirty="0"/>
              </a:p>
              <a:p>
                <a:r>
                  <a:rPr lang="en-US" sz="2800" noProof="0" dirty="0">
                    <a:solidFill>
                      <a:srgbClr val="001080"/>
                    </a:solidFill>
                    <a:latin typeface="Fira Code" panose="020B0809050000020004" pitchFamily="49" charset="0"/>
                  </a:rPr>
                  <a:t>C</a:t>
                </a:r>
                <a:r>
                  <a:rPr lang="en-US" sz="2800" noProof="0" dirty="0"/>
                  <a:t>: </a:t>
                </a:r>
                <a14:m>
                  <m:oMath xmlns:m="http://schemas.openxmlformats.org/officeDocument/2006/math">
                    <m:r>
                      <a:rPr lang="en-US" sz="2800" i="1" noProof="0" smtClean="0">
                        <a:latin typeface="Cambria Math" panose="02040503050406030204" pitchFamily="18" charset="0"/>
                      </a:rPr>
                      <m:t>𝑚</m:t>
                    </m:r>
                    <m:r>
                      <a:rPr lang="en-US" sz="2800" i="1" noProof="0">
                        <a:latin typeface="Cambria Math" panose="02040503050406030204" pitchFamily="18" charset="0"/>
                      </a:rPr>
                      <m:t>×</m:t>
                    </m:r>
                    <m:r>
                      <a:rPr lang="en-US" sz="2800" i="1" noProof="0">
                        <a:latin typeface="Cambria Math" panose="02040503050406030204" pitchFamily="18" charset="0"/>
                      </a:rPr>
                      <m:t>𝑛</m:t>
                    </m:r>
                  </m:oMath>
                </a14:m>
                <a:endParaRPr lang="en-US" sz="2800" noProof="0" dirty="0"/>
              </a:p>
            </p:txBody>
          </p:sp>
        </mc:Choice>
        <mc:Fallback>
          <p:sp>
            <p:nvSpPr>
              <p:cNvPr id="44" name="TextBox 43">
                <a:extLst>
                  <a:ext uri="{FF2B5EF4-FFF2-40B4-BE49-F238E27FC236}">
                    <a16:creationId xmlns:a16="http://schemas.microsoft.com/office/drawing/2014/main" id="{1F67E973-44FE-CE64-80EC-471D1B6AA36F}"/>
                  </a:ext>
                </a:extLst>
              </p:cNvPr>
              <p:cNvSpPr txBox="1">
                <a:spLocks noRot="1" noChangeAspect="1" noMove="1" noResize="1" noEditPoints="1" noAdjustHandles="1" noChangeArrowheads="1" noChangeShapeType="1" noTextEdit="1"/>
              </p:cNvSpPr>
              <p:nvPr>
                <p:custDataLst>
                  <p:tags r:id="rId16"/>
                </p:custDataLst>
              </p:nvPr>
            </p:nvSpPr>
            <p:spPr>
              <a:xfrm>
                <a:off x="4485795" y="5232699"/>
                <a:ext cx="1587166" cy="1384995"/>
              </a:xfrm>
              <a:prstGeom prst="rect">
                <a:avLst/>
              </a:prstGeom>
              <a:blipFill>
                <a:blip r:embed="rId39"/>
                <a:stretch>
                  <a:fillRect l="-8077" t="-4825" b="-10965"/>
                </a:stretch>
              </a:blipFill>
            </p:spPr>
            <p:txBody>
              <a:bodyPr/>
              <a:lstStyle/>
              <a:p>
                <a:r>
                  <a:rPr lang="en-US">
                    <a:noFill/>
                  </a:rPr>
                  <a:t> </a:t>
                </a:r>
              </a:p>
            </p:txBody>
          </p:sp>
        </mc:Fallback>
      </mc:AlternateContent>
      <p:sp>
        <p:nvSpPr>
          <p:cNvPr id="49" name="Oval 48">
            <a:extLst>
              <a:ext uri="{FF2B5EF4-FFF2-40B4-BE49-F238E27FC236}">
                <a16:creationId xmlns:a16="http://schemas.microsoft.com/office/drawing/2014/main" id="{0127B336-9807-04BC-1EE0-479911DCB919}"/>
              </a:ext>
            </a:extLst>
          </p:cNvPr>
          <p:cNvSpPr/>
          <p:nvPr>
            <p:custDataLst>
              <p:tags r:id="rId17"/>
            </p:custDataLst>
          </p:nvPr>
        </p:nvSpPr>
        <p:spPr>
          <a:xfrm>
            <a:off x="4923637" y="5311317"/>
            <a:ext cx="390286" cy="418745"/>
          </a:xfrm>
          <a:prstGeom prst="ellipse">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1" name="Oval 50">
            <a:extLst>
              <a:ext uri="{FF2B5EF4-FFF2-40B4-BE49-F238E27FC236}">
                <a16:creationId xmlns:a16="http://schemas.microsoft.com/office/drawing/2014/main" id="{F2118018-0BAA-9CA8-C6F1-FC0D7AF4E40D}"/>
              </a:ext>
            </a:extLst>
          </p:cNvPr>
          <p:cNvSpPr/>
          <p:nvPr>
            <p:custDataLst>
              <p:tags r:id="rId18"/>
            </p:custDataLst>
          </p:nvPr>
        </p:nvSpPr>
        <p:spPr>
          <a:xfrm>
            <a:off x="5629321" y="5301792"/>
            <a:ext cx="390286" cy="418745"/>
          </a:xfrm>
          <a:prstGeom prst="ellipse">
            <a:avLst/>
          </a:prstGeom>
          <a:noFill/>
          <a:ln w="2857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3" name="Oval 52">
            <a:extLst>
              <a:ext uri="{FF2B5EF4-FFF2-40B4-BE49-F238E27FC236}">
                <a16:creationId xmlns:a16="http://schemas.microsoft.com/office/drawing/2014/main" id="{1FA30D08-7546-1C19-C43C-639429F560C8}"/>
              </a:ext>
            </a:extLst>
          </p:cNvPr>
          <p:cNvSpPr/>
          <p:nvPr>
            <p:custDataLst>
              <p:tags r:id="rId19"/>
            </p:custDataLst>
          </p:nvPr>
        </p:nvSpPr>
        <p:spPr>
          <a:xfrm>
            <a:off x="5575672" y="6175897"/>
            <a:ext cx="390286" cy="418745"/>
          </a:xfrm>
          <a:prstGeom prst="ellipse">
            <a:avLst/>
          </a:prstGeom>
          <a:noFill/>
          <a:ln w="28575">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4" name="Oval 13">
            <a:extLst>
              <a:ext uri="{FF2B5EF4-FFF2-40B4-BE49-F238E27FC236}">
                <a16:creationId xmlns:a16="http://schemas.microsoft.com/office/drawing/2014/main" id="{F0835908-CF21-76B9-3CF4-B5B20E755A64}"/>
              </a:ext>
            </a:extLst>
          </p:cNvPr>
          <p:cNvSpPr/>
          <p:nvPr>
            <p:custDataLst>
              <p:tags r:id="rId20"/>
            </p:custDataLst>
          </p:nvPr>
        </p:nvSpPr>
        <p:spPr>
          <a:xfrm>
            <a:off x="4859343" y="5741876"/>
            <a:ext cx="390286" cy="418745"/>
          </a:xfrm>
          <a:prstGeom prst="ellipse">
            <a:avLst/>
          </a:prstGeom>
          <a:noFill/>
          <a:ln w="2857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5" name="Oval 14">
            <a:extLst>
              <a:ext uri="{FF2B5EF4-FFF2-40B4-BE49-F238E27FC236}">
                <a16:creationId xmlns:a16="http://schemas.microsoft.com/office/drawing/2014/main" id="{B2FBA510-0FE4-ECC2-607B-D4366279FCA8}"/>
              </a:ext>
            </a:extLst>
          </p:cNvPr>
          <p:cNvSpPr/>
          <p:nvPr>
            <p:custDataLst>
              <p:tags r:id="rId21"/>
            </p:custDataLst>
          </p:nvPr>
        </p:nvSpPr>
        <p:spPr>
          <a:xfrm>
            <a:off x="5593853" y="5734657"/>
            <a:ext cx="390286" cy="418745"/>
          </a:xfrm>
          <a:prstGeom prst="ellipse">
            <a:avLst/>
          </a:prstGeom>
          <a:noFill/>
          <a:ln w="28575">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Oval 15">
            <a:extLst>
              <a:ext uri="{FF2B5EF4-FFF2-40B4-BE49-F238E27FC236}">
                <a16:creationId xmlns:a16="http://schemas.microsoft.com/office/drawing/2014/main" id="{0B9B1486-1199-82F3-9362-B05932946618}"/>
              </a:ext>
            </a:extLst>
          </p:cNvPr>
          <p:cNvSpPr/>
          <p:nvPr>
            <p:custDataLst>
              <p:tags r:id="rId22"/>
            </p:custDataLst>
          </p:nvPr>
        </p:nvSpPr>
        <p:spPr>
          <a:xfrm>
            <a:off x="4901983" y="6167443"/>
            <a:ext cx="390286" cy="418745"/>
          </a:xfrm>
          <a:prstGeom prst="ellipse">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0" name="Right Brace 19">
            <a:extLst>
              <a:ext uri="{FF2B5EF4-FFF2-40B4-BE49-F238E27FC236}">
                <a16:creationId xmlns:a16="http://schemas.microsoft.com/office/drawing/2014/main" id="{3866BB6C-69F6-AEF1-CDC9-1CBC539C8365}"/>
              </a:ext>
            </a:extLst>
          </p:cNvPr>
          <p:cNvSpPr/>
          <p:nvPr>
            <p:custDataLst>
              <p:tags r:id="rId23"/>
            </p:custDataLst>
          </p:nvPr>
        </p:nvSpPr>
        <p:spPr>
          <a:xfrm>
            <a:off x="6072961" y="5255078"/>
            <a:ext cx="163402" cy="1384995"/>
          </a:xfrm>
          <a:prstGeom prst="rightBrace">
            <a:avLst/>
          </a:prstGeom>
          <a:ln>
            <a:solidFill>
              <a:schemeClr val="tx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mc:AlternateContent xmlns:mc="http://schemas.openxmlformats.org/markup-compatibility/2006">
        <mc:Choice xmlns:a14="http://schemas.microsoft.com/office/drawing/2010/main" Requires="a14">
          <p:sp>
            <p:nvSpPr>
              <p:cNvPr id="23" name="TextBox 22">
                <a:extLst>
                  <a:ext uri="{FF2B5EF4-FFF2-40B4-BE49-F238E27FC236}">
                    <a16:creationId xmlns:a16="http://schemas.microsoft.com/office/drawing/2014/main" id="{B06A7DF1-6410-6B50-C5B4-1D19F94CC66E}"/>
                  </a:ext>
                </a:extLst>
              </p:cNvPr>
              <p:cNvSpPr txBox="1"/>
              <p:nvPr>
                <p:custDataLst>
                  <p:tags r:id="rId24"/>
                </p:custDataLst>
              </p:nvPr>
            </p:nvSpPr>
            <p:spPr>
              <a:xfrm>
                <a:off x="6248302" y="5682419"/>
                <a:ext cx="1820178" cy="523220"/>
              </a:xfrm>
              <a:prstGeom prst="rect">
                <a:avLst/>
              </a:prstGeom>
              <a:noFill/>
            </p:spPr>
            <p:txBody>
              <a:bodyPr wrap="none" rtlCol="0">
                <a:spAutoFit/>
              </a:bodyPr>
              <a:lstStyle/>
              <a:p>
                <a:pPr/>
                <a14:m>
                  <m:oMathPara xmlns:m="http://schemas.openxmlformats.org/officeDocument/2006/math">
                    <m:oMath>
                      <m:r>
                        <a:rPr lang="en-US" sz="2800" b="0" i="1" noProof="0" smtClean="0">
                          <a:latin typeface="Cambria Math" panose="02040503050406030204" pitchFamily="18" charset="0"/>
                        </a:rPr>
                        <m:t>𝑚</m:t>
                      </m:r>
                      <m:r>
                        <a:rPr lang="en-US" sz="2800" b="0" i="1" noProof="0" smtClean="0">
                          <a:latin typeface="Cambria Math" panose="02040503050406030204" pitchFamily="18" charset="0"/>
                        </a:rPr>
                        <m:t>×</m:t>
                      </m:r>
                      <m:r>
                        <a:rPr lang="en-US" sz="2800" b="0" i="1" noProof="0" smtClean="0">
                          <a:latin typeface="Cambria Math" panose="02040503050406030204" pitchFamily="18" charset="0"/>
                        </a:rPr>
                        <m:t>𝑛</m:t>
                      </m:r>
                      <m:r>
                        <a:rPr lang="en-US" sz="2800" i="1" noProof="0">
                          <a:latin typeface="Cambria Math" panose="02040503050406030204" pitchFamily="18" charset="0"/>
                        </a:rPr>
                        <m:t>×</m:t>
                      </m:r>
                      <m:r>
                        <a:rPr lang="en-US" sz="2800" b="0" i="1" noProof="0" smtClean="0">
                          <a:latin typeface="Cambria Math" panose="02040503050406030204" pitchFamily="18" charset="0"/>
                        </a:rPr>
                        <m:t>𝑘</m:t>
                      </m:r>
                    </m:oMath>
                  </m:oMathPara>
                </a14:m>
                <a:endParaRPr lang="en-US" sz="2800" noProof="0" dirty="0"/>
              </a:p>
            </p:txBody>
          </p:sp>
        </mc:Choice>
        <mc:Fallback>
          <p:sp>
            <p:nvSpPr>
              <p:cNvPr id="23" name="TextBox 22">
                <a:extLst>
                  <a:ext uri="{FF2B5EF4-FFF2-40B4-BE49-F238E27FC236}">
                    <a16:creationId xmlns:a16="http://schemas.microsoft.com/office/drawing/2014/main" id="{B06A7DF1-6410-6B50-C5B4-1D19F94CC66E}"/>
                  </a:ext>
                </a:extLst>
              </p:cNvPr>
              <p:cNvSpPr txBox="1">
                <a:spLocks noRot="1" noChangeAspect="1" noMove="1" noResize="1" noEditPoints="1" noAdjustHandles="1" noChangeArrowheads="1" noChangeShapeType="1" noTextEdit="1"/>
              </p:cNvSpPr>
              <p:nvPr>
                <p:custDataLst>
                  <p:tags r:id="rId24"/>
                </p:custDataLst>
              </p:nvPr>
            </p:nvSpPr>
            <p:spPr>
              <a:xfrm>
                <a:off x="6248302" y="5682419"/>
                <a:ext cx="1820178" cy="523220"/>
              </a:xfrm>
              <a:prstGeom prst="rect">
                <a:avLst/>
              </a:prstGeom>
              <a:blipFill>
                <a:blip r:embed="rId40"/>
                <a:stretch>
                  <a:fillRect/>
                </a:stretch>
              </a:blipFill>
            </p:spPr>
            <p:txBody>
              <a:bodyPr/>
              <a:lstStyle/>
              <a:p>
                <a:r>
                  <a:rPr lang="en-US">
                    <a:noFill/>
                  </a:rPr>
                  <a:t> </a:t>
                </a:r>
              </a:p>
            </p:txBody>
          </p:sp>
        </mc:Fallback>
      </mc:AlternateContent>
      <p:sp>
        <p:nvSpPr>
          <p:cNvPr id="25" name="Oval 24">
            <a:extLst>
              <a:ext uri="{FF2B5EF4-FFF2-40B4-BE49-F238E27FC236}">
                <a16:creationId xmlns:a16="http://schemas.microsoft.com/office/drawing/2014/main" id="{F8DBAFB5-6687-0B30-A4B3-3B451E4A7C9C}"/>
              </a:ext>
            </a:extLst>
          </p:cNvPr>
          <p:cNvSpPr/>
          <p:nvPr>
            <p:custDataLst>
              <p:tags r:id="rId25"/>
            </p:custDataLst>
          </p:nvPr>
        </p:nvSpPr>
        <p:spPr>
          <a:xfrm>
            <a:off x="6325185" y="5757152"/>
            <a:ext cx="390286" cy="418745"/>
          </a:xfrm>
          <a:prstGeom prst="ellipse">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6" name="Oval 25">
            <a:extLst>
              <a:ext uri="{FF2B5EF4-FFF2-40B4-BE49-F238E27FC236}">
                <a16:creationId xmlns:a16="http://schemas.microsoft.com/office/drawing/2014/main" id="{6E28A1E1-5F7A-AD01-3038-8212D40F8EB4}"/>
              </a:ext>
            </a:extLst>
          </p:cNvPr>
          <p:cNvSpPr/>
          <p:nvPr>
            <p:custDataLst>
              <p:tags r:id="rId26"/>
            </p:custDataLst>
          </p:nvPr>
        </p:nvSpPr>
        <p:spPr>
          <a:xfrm>
            <a:off x="7001689" y="5765981"/>
            <a:ext cx="390286" cy="418745"/>
          </a:xfrm>
          <a:prstGeom prst="ellipse">
            <a:avLst/>
          </a:prstGeom>
          <a:noFill/>
          <a:ln w="28575">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7" name="Oval 26">
            <a:extLst>
              <a:ext uri="{FF2B5EF4-FFF2-40B4-BE49-F238E27FC236}">
                <a16:creationId xmlns:a16="http://schemas.microsoft.com/office/drawing/2014/main" id="{83002441-847F-3512-0068-D6C90AC01B06}"/>
              </a:ext>
            </a:extLst>
          </p:cNvPr>
          <p:cNvSpPr/>
          <p:nvPr>
            <p:custDataLst>
              <p:tags r:id="rId27"/>
            </p:custDataLst>
          </p:nvPr>
        </p:nvSpPr>
        <p:spPr>
          <a:xfrm>
            <a:off x="7626160" y="5748698"/>
            <a:ext cx="390286" cy="418745"/>
          </a:xfrm>
          <a:prstGeom prst="ellipse">
            <a:avLst/>
          </a:prstGeom>
          <a:noFill/>
          <a:ln w="2857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8" name="TextBox 27">
            <a:extLst>
              <a:ext uri="{FF2B5EF4-FFF2-40B4-BE49-F238E27FC236}">
                <a16:creationId xmlns:a16="http://schemas.microsoft.com/office/drawing/2014/main" id="{9B2456D5-27F4-08D6-017D-CEA75BF1E789}"/>
              </a:ext>
            </a:extLst>
          </p:cNvPr>
          <p:cNvSpPr txBox="1"/>
          <p:nvPr>
            <p:custDataLst>
              <p:tags r:id="rId28"/>
            </p:custDataLst>
          </p:nvPr>
        </p:nvSpPr>
        <p:spPr>
          <a:xfrm>
            <a:off x="6212225" y="5245252"/>
            <a:ext cx="2938625" cy="461665"/>
          </a:xfrm>
          <a:prstGeom prst="rect">
            <a:avLst/>
          </a:prstGeom>
          <a:noFill/>
        </p:spPr>
        <p:txBody>
          <a:bodyPr wrap="none" rtlCol="0">
            <a:spAutoFit/>
          </a:bodyPr>
          <a:lstStyle/>
          <a:p>
            <a:r>
              <a:rPr lang="en-US" sz="2400" dirty="0"/>
              <a:t>Unique occurrences</a:t>
            </a:r>
          </a:p>
        </p:txBody>
      </p:sp>
    </p:spTree>
    <p:custDataLst>
      <p:tags r:id="rId1"/>
    </p:custDataLst>
    <p:extLst>
      <p:ext uri="{BB962C8B-B14F-4D97-AF65-F5344CB8AC3E}">
        <p14:creationId xmlns:p14="http://schemas.microsoft.com/office/powerpoint/2010/main" val="376008103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E9C270-FFE7-712F-BA5B-C713C51D9A76}"/>
            </a:ext>
          </a:extLst>
        </p:cNvPr>
        <p:cNvGrpSpPr/>
        <p:nvPr/>
      </p:nvGrpSpPr>
      <p:grpSpPr>
        <a:xfrm>
          <a:off x="0" y="0"/>
          <a:ext cx="0" cy="0"/>
          <a:chOff x="0" y="0"/>
          <a:chExt cx="0" cy="0"/>
        </a:xfrm>
      </p:grpSpPr>
      <p:sp>
        <p:nvSpPr>
          <p:cNvPr id="45" name="Rectangle 44">
            <a:extLst>
              <a:ext uri="{FF2B5EF4-FFF2-40B4-BE49-F238E27FC236}">
                <a16:creationId xmlns:a16="http://schemas.microsoft.com/office/drawing/2014/main" id="{B3976AD9-FA58-3705-5BFD-DD270E27737C}"/>
              </a:ext>
            </a:extLst>
          </p:cNvPr>
          <p:cNvSpPr/>
          <p:nvPr>
            <p:custDataLst>
              <p:tags r:id="rId2"/>
            </p:custDataLst>
          </p:nvPr>
        </p:nvSpPr>
        <p:spPr>
          <a:xfrm>
            <a:off x="4558820" y="5327992"/>
            <a:ext cx="245269" cy="323451"/>
          </a:xfrm>
          <a:prstGeom prst="rect">
            <a:avLst/>
          </a:prstGeom>
          <a:solidFill>
            <a:srgbClr val="D5E8D4"/>
          </a:solidFill>
          <a:ln w="9525" cap="flat">
            <a:solidFill>
              <a:srgbClr val="82B366"/>
            </a:solidFill>
            <a:prstDash val="solid"/>
            <a:miter/>
          </a:ln>
        </p:spPr>
        <p:txBody>
          <a:bodyPr/>
          <a:lstStyle/>
          <a:p>
            <a:endParaRPr lang="en-US" sz="2400" noProof="0" dirty="0"/>
          </a:p>
        </p:txBody>
      </p:sp>
      <p:sp>
        <p:nvSpPr>
          <p:cNvPr id="46" name="Rectangle 45">
            <a:extLst>
              <a:ext uri="{FF2B5EF4-FFF2-40B4-BE49-F238E27FC236}">
                <a16:creationId xmlns:a16="http://schemas.microsoft.com/office/drawing/2014/main" id="{911B9DBE-6587-8382-9E03-37F6BAC2D133}"/>
              </a:ext>
            </a:extLst>
          </p:cNvPr>
          <p:cNvSpPr/>
          <p:nvPr>
            <p:custDataLst>
              <p:tags r:id="rId3"/>
            </p:custDataLst>
          </p:nvPr>
        </p:nvSpPr>
        <p:spPr>
          <a:xfrm>
            <a:off x="4558819" y="6160621"/>
            <a:ext cx="245269" cy="318591"/>
          </a:xfrm>
          <a:prstGeom prst="rect">
            <a:avLst/>
          </a:prstGeom>
          <a:solidFill>
            <a:srgbClr val="DAE8FC"/>
          </a:solidFill>
          <a:ln w="9525" cap="flat">
            <a:solidFill>
              <a:srgbClr val="6C8EBF"/>
            </a:solidFill>
            <a:prstDash val="solid"/>
            <a:miter/>
          </a:ln>
        </p:spPr>
        <p:txBody>
          <a:bodyPr/>
          <a:lstStyle/>
          <a:p>
            <a:endParaRPr lang="en-US" sz="2400" noProof="0" dirty="0"/>
          </a:p>
        </p:txBody>
      </p:sp>
      <p:sp>
        <p:nvSpPr>
          <p:cNvPr id="47" name="Rectangle 46">
            <a:extLst>
              <a:ext uri="{FF2B5EF4-FFF2-40B4-BE49-F238E27FC236}">
                <a16:creationId xmlns:a16="http://schemas.microsoft.com/office/drawing/2014/main" id="{68983F2C-1668-52BB-B4F9-C612E7B2F10A}"/>
              </a:ext>
            </a:extLst>
          </p:cNvPr>
          <p:cNvSpPr/>
          <p:nvPr>
            <p:custDataLst>
              <p:tags r:id="rId4"/>
            </p:custDataLst>
          </p:nvPr>
        </p:nvSpPr>
        <p:spPr>
          <a:xfrm>
            <a:off x="4558819" y="5746737"/>
            <a:ext cx="245269" cy="318590"/>
          </a:xfrm>
          <a:prstGeom prst="rect">
            <a:avLst/>
          </a:prstGeom>
          <a:solidFill>
            <a:srgbClr val="F8CECC"/>
          </a:solidFill>
          <a:ln w="9525" cap="flat">
            <a:solidFill>
              <a:srgbClr val="B85450"/>
            </a:solidFill>
            <a:prstDash val="solid"/>
            <a:miter/>
          </a:ln>
        </p:spPr>
        <p:txBody>
          <a:bodyPr/>
          <a:lstStyle/>
          <a:p>
            <a:endParaRPr lang="en-US" sz="2400" noProof="0" dirty="0"/>
          </a:p>
        </p:txBody>
      </p:sp>
      <p:sp>
        <p:nvSpPr>
          <p:cNvPr id="19" name="Rectangle 18">
            <a:extLst>
              <a:ext uri="{FF2B5EF4-FFF2-40B4-BE49-F238E27FC236}">
                <a16:creationId xmlns:a16="http://schemas.microsoft.com/office/drawing/2014/main" id="{B800FBA5-1D37-3DF6-701A-70896D275692}"/>
              </a:ext>
            </a:extLst>
          </p:cNvPr>
          <p:cNvSpPr/>
          <p:nvPr>
            <p:custDataLst>
              <p:tags r:id="rId5"/>
            </p:custDataLst>
          </p:nvPr>
        </p:nvSpPr>
        <p:spPr>
          <a:xfrm>
            <a:off x="5067934" y="3750432"/>
            <a:ext cx="222808" cy="279329"/>
          </a:xfrm>
          <a:prstGeom prst="rect">
            <a:avLst/>
          </a:prstGeom>
          <a:solidFill>
            <a:srgbClr val="DAE8FC"/>
          </a:solidFill>
          <a:ln w="9525" cap="flat">
            <a:solidFill>
              <a:srgbClr val="6C8EBF"/>
            </a:solidFill>
            <a:prstDash val="solid"/>
            <a:miter/>
          </a:ln>
        </p:spPr>
        <p:txBody>
          <a:bodyPr wrap="none"/>
          <a:lstStyle/>
          <a:p>
            <a:endParaRPr lang="en-US" sz="2400" noProof="0" dirty="0"/>
          </a:p>
        </p:txBody>
      </p:sp>
      <p:sp>
        <p:nvSpPr>
          <p:cNvPr id="13" name="Rectangle 12">
            <a:extLst>
              <a:ext uri="{FF2B5EF4-FFF2-40B4-BE49-F238E27FC236}">
                <a16:creationId xmlns:a16="http://schemas.microsoft.com/office/drawing/2014/main" id="{666A78F4-88C1-5BB5-A720-F8E1C747C4A4}"/>
              </a:ext>
            </a:extLst>
          </p:cNvPr>
          <p:cNvSpPr/>
          <p:nvPr>
            <p:custDataLst>
              <p:tags r:id="rId6"/>
            </p:custDataLst>
          </p:nvPr>
        </p:nvSpPr>
        <p:spPr>
          <a:xfrm>
            <a:off x="4605485" y="3750432"/>
            <a:ext cx="222808" cy="279329"/>
          </a:xfrm>
          <a:prstGeom prst="rect">
            <a:avLst/>
          </a:prstGeom>
          <a:solidFill>
            <a:srgbClr val="F8CECC"/>
          </a:solidFill>
          <a:ln w="9525" cap="flat">
            <a:solidFill>
              <a:srgbClr val="B85450"/>
            </a:solidFill>
            <a:prstDash val="solid"/>
            <a:miter/>
          </a:ln>
        </p:spPr>
        <p:txBody>
          <a:bodyPr wrap="none"/>
          <a:lstStyle/>
          <a:p>
            <a:endParaRPr lang="en-US" sz="2400" noProof="0" dirty="0"/>
          </a:p>
        </p:txBody>
      </p:sp>
      <p:sp>
        <p:nvSpPr>
          <p:cNvPr id="11" name="Rectangle 10">
            <a:extLst>
              <a:ext uri="{FF2B5EF4-FFF2-40B4-BE49-F238E27FC236}">
                <a16:creationId xmlns:a16="http://schemas.microsoft.com/office/drawing/2014/main" id="{45C6B551-6774-AC99-228E-D1F7AAF62B05}"/>
              </a:ext>
            </a:extLst>
          </p:cNvPr>
          <p:cNvSpPr/>
          <p:nvPr>
            <p:custDataLst>
              <p:tags r:id="rId7"/>
            </p:custDataLst>
          </p:nvPr>
        </p:nvSpPr>
        <p:spPr>
          <a:xfrm>
            <a:off x="4152567" y="3750431"/>
            <a:ext cx="222807" cy="279329"/>
          </a:xfrm>
          <a:prstGeom prst="rect">
            <a:avLst/>
          </a:prstGeom>
          <a:solidFill>
            <a:srgbClr val="D5E8D4"/>
          </a:solidFill>
          <a:ln w="9525" cap="flat">
            <a:solidFill>
              <a:srgbClr val="82B366"/>
            </a:solidFill>
            <a:prstDash val="solid"/>
            <a:miter/>
          </a:ln>
        </p:spPr>
        <p:txBody>
          <a:bodyPr wrap="none"/>
          <a:lstStyle/>
          <a:p>
            <a:endParaRPr lang="en-US" sz="2400" noProof="0" dirty="0"/>
          </a:p>
        </p:txBody>
      </p:sp>
      <p:sp>
        <p:nvSpPr>
          <p:cNvPr id="4" name="Title 3">
            <a:extLst>
              <a:ext uri="{FF2B5EF4-FFF2-40B4-BE49-F238E27FC236}">
                <a16:creationId xmlns:a16="http://schemas.microsoft.com/office/drawing/2014/main" id="{F64F76FB-E9C4-9A8F-8092-29CA73FEACB3}"/>
              </a:ext>
            </a:extLst>
          </p:cNvPr>
          <p:cNvSpPr>
            <a:spLocks noGrp="1"/>
          </p:cNvSpPr>
          <p:nvPr>
            <p:ph type="title"/>
            <p:custDataLst>
              <p:tags r:id="rId8"/>
            </p:custDataLst>
          </p:nvPr>
        </p:nvSpPr>
        <p:spPr/>
        <p:txBody>
          <a:bodyPr/>
          <a:lstStyle/>
          <a:p>
            <a:r>
              <a:rPr lang="en-US" noProof="0" dirty="0"/>
              <a:t>Structures with different index spaces</a:t>
            </a:r>
          </a:p>
        </p:txBody>
      </p:sp>
      <p:sp>
        <p:nvSpPr>
          <p:cNvPr id="9" name="Date Placeholder 8">
            <a:extLst>
              <a:ext uri="{FF2B5EF4-FFF2-40B4-BE49-F238E27FC236}">
                <a16:creationId xmlns:a16="http://schemas.microsoft.com/office/drawing/2014/main" id="{49863BA9-EDD3-9BC6-2F2C-63F2D4A2C95B}"/>
              </a:ext>
            </a:extLst>
          </p:cNvPr>
          <p:cNvSpPr>
            <a:spLocks noGrp="1"/>
          </p:cNvSpPr>
          <p:nvPr>
            <p:ph type="dt" sz="half" idx="10"/>
            <p:custDataLst>
              <p:tags r:id="rId9"/>
            </p:custDataLst>
          </p:nvPr>
        </p:nvSpPr>
        <p:spPr/>
        <p:txBody>
          <a:bodyPr/>
          <a:lstStyle/>
          <a:p>
            <a:r>
              <a:rPr lang="en-US" noProof="0"/>
              <a:t>9/5/2026</a:t>
            </a:r>
            <a:endParaRPr lang="en-US" noProof="0" dirty="0"/>
          </a:p>
        </p:txBody>
      </p:sp>
      <p:sp>
        <p:nvSpPr>
          <p:cNvPr id="10" name="Slide Number Placeholder 9">
            <a:extLst>
              <a:ext uri="{FF2B5EF4-FFF2-40B4-BE49-F238E27FC236}">
                <a16:creationId xmlns:a16="http://schemas.microsoft.com/office/drawing/2014/main" id="{D932224D-9ADE-83F1-8417-D5C309A6BB6A}"/>
              </a:ext>
            </a:extLst>
          </p:cNvPr>
          <p:cNvSpPr>
            <a:spLocks noGrp="1"/>
          </p:cNvSpPr>
          <p:nvPr>
            <p:ph type="sldNum" sz="quarter" idx="12"/>
            <p:custDataLst>
              <p:tags r:id="rId10"/>
            </p:custDataLst>
          </p:nvPr>
        </p:nvSpPr>
        <p:spPr/>
        <p:txBody>
          <a:bodyPr/>
          <a:lstStyle/>
          <a:p>
            <a:r>
              <a:rPr lang="en-US" noProof="0"/>
              <a:t>7</a:t>
            </a:r>
            <a:endParaRPr lang="en-US" noProof="0" dirty="0"/>
          </a:p>
        </p:txBody>
      </p:sp>
      <p:sp>
        <p:nvSpPr>
          <p:cNvPr id="18" name="TextBox 17">
            <a:extLst>
              <a:ext uri="{FF2B5EF4-FFF2-40B4-BE49-F238E27FC236}">
                <a16:creationId xmlns:a16="http://schemas.microsoft.com/office/drawing/2014/main" id="{89EAF68D-4F87-22EE-E382-0F9F7359D649}"/>
              </a:ext>
            </a:extLst>
          </p:cNvPr>
          <p:cNvSpPr txBox="1"/>
          <p:nvPr>
            <p:custDataLst>
              <p:tags r:id="rId11"/>
            </p:custDataLst>
          </p:nvPr>
        </p:nvSpPr>
        <p:spPr>
          <a:xfrm>
            <a:off x="860575" y="1130185"/>
            <a:ext cx="2909772" cy="461665"/>
          </a:xfrm>
          <a:prstGeom prst="rect">
            <a:avLst/>
          </a:prstGeom>
          <a:noFill/>
        </p:spPr>
        <p:txBody>
          <a:bodyPr wrap="none" rtlCol="0">
            <a:spAutoFit/>
          </a:bodyPr>
          <a:lstStyle/>
          <a:p>
            <a:pPr algn="ctr"/>
            <a:r>
              <a:rPr lang="en-US" sz="2400" noProof="0" dirty="0"/>
              <a:t>Matrix multiplication</a:t>
            </a:r>
          </a:p>
        </p:txBody>
      </p:sp>
      <p:sp>
        <p:nvSpPr>
          <p:cNvPr id="24" name="TextBox 23">
            <a:extLst>
              <a:ext uri="{FF2B5EF4-FFF2-40B4-BE49-F238E27FC236}">
                <a16:creationId xmlns:a16="http://schemas.microsoft.com/office/drawing/2014/main" id="{1D0BC665-A3D5-7187-98DA-94BA7091C22C}"/>
              </a:ext>
            </a:extLst>
          </p:cNvPr>
          <p:cNvSpPr txBox="1"/>
          <p:nvPr>
            <p:custDataLst>
              <p:tags r:id="rId12"/>
            </p:custDataLst>
          </p:nvPr>
        </p:nvSpPr>
        <p:spPr>
          <a:xfrm>
            <a:off x="4485795" y="1740032"/>
            <a:ext cx="6494085" cy="1472070"/>
          </a:xfrm>
          <a:prstGeom prst="rect">
            <a:avLst/>
          </a:prstGeom>
          <a:noFill/>
          <a:ln>
            <a:solidFill>
              <a:schemeClr val="tx1"/>
            </a:solidFill>
          </a:ln>
        </p:spPr>
        <p:txBody>
          <a:bodyPr wrap="none">
            <a:spAutoFit/>
          </a:bodyPr>
          <a:lstStyle/>
          <a:p>
            <a:pPr>
              <a:lnSpc>
                <a:spcPct val="113095"/>
              </a:lnSpc>
            </a:pPr>
            <a:r>
              <a:rPr lang="en-US" sz="2000" dirty="0">
                <a:solidFill>
                  <a:srgbClr val="AF00DB"/>
                </a:solidFill>
                <a:latin typeface="Fira Code" panose="020B0809050000020004" pitchFamily="49" charset="0"/>
              </a:rPr>
              <a:t>for</a:t>
            </a:r>
            <a:r>
              <a:rPr lang="en-US" sz="2000" dirty="0">
                <a:solidFill>
                  <a:srgbClr val="000000"/>
                </a:solidFill>
                <a:latin typeface="Fira Code" panose="020B0809050000020004" pitchFamily="49" charset="0"/>
              </a:rPr>
              <a:t> (</a:t>
            </a:r>
            <a:r>
              <a:rPr lang="en-US" sz="2000" dirty="0">
                <a:solidFill>
                  <a:srgbClr val="0000FF"/>
                </a:solidFill>
                <a:latin typeface="Fira Code" panose="020B0809050000020004" pitchFamily="49" charset="0"/>
              </a:rPr>
              <a:t>int</a:t>
            </a:r>
            <a:r>
              <a:rPr lang="en-US" sz="2000" dirty="0">
                <a:solidFill>
                  <a:srgbClr val="000000"/>
                </a:solidFill>
                <a:latin typeface="Fira Code" panose="020B0809050000020004" pitchFamily="49" charset="0"/>
              </a:rPr>
              <a:t> </a:t>
            </a:r>
            <a:r>
              <a:rPr lang="en-US" sz="2000" dirty="0" err="1">
                <a:solidFill>
                  <a:srgbClr val="001080"/>
                </a:solidFill>
                <a:latin typeface="Fira Code" panose="020B0809050000020004" pitchFamily="49" charset="0"/>
              </a:rPr>
              <a:t>i</a:t>
            </a:r>
            <a:r>
              <a:rPr lang="en-US" sz="2000" dirty="0">
                <a:solidFill>
                  <a:srgbClr val="000000"/>
                </a:solidFill>
                <a:latin typeface="Fira Code" panose="020B0809050000020004" pitchFamily="49" charset="0"/>
              </a:rPr>
              <a:t> = </a:t>
            </a:r>
            <a:r>
              <a:rPr lang="en-US" sz="2000" dirty="0">
                <a:solidFill>
                  <a:srgbClr val="098658"/>
                </a:solidFill>
                <a:latin typeface="Fira Code" panose="020B0809050000020004" pitchFamily="49" charset="0"/>
              </a:rPr>
              <a:t>0</a:t>
            </a:r>
            <a:r>
              <a:rPr lang="en-US" sz="2000" dirty="0">
                <a:solidFill>
                  <a:srgbClr val="000000"/>
                </a:solidFill>
                <a:latin typeface="Fira Code" panose="020B0809050000020004" pitchFamily="49" charset="0"/>
              </a:rPr>
              <a:t>; </a:t>
            </a:r>
            <a:r>
              <a:rPr lang="en-US" sz="2000" dirty="0" err="1">
                <a:solidFill>
                  <a:srgbClr val="001080"/>
                </a:solidFill>
                <a:latin typeface="Fira Code" panose="020B0809050000020004" pitchFamily="49" charset="0"/>
              </a:rPr>
              <a:t>i</a:t>
            </a:r>
            <a:r>
              <a:rPr lang="en-US" sz="2000" dirty="0">
                <a:solidFill>
                  <a:srgbClr val="000000"/>
                </a:solidFill>
                <a:latin typeface="Fira Code" panose="020B0809050000020004" pitchFamily="49" charset="0"/>
              </a:rPr>
              <a:t> &lt; </a:t>
            </a:r>
            <a:r>
              <a:rPr lang="en-US" sz="2000" dirty="0">
                <a:solidFill>
                  <a:srgbClr val="0070C1"/>
                </a:solidFill>
                <a:latin typeface="Fira Code" panose="020B0809050000020004" pitchFamily="49" charset="0"/>
              </a:rPr>
              <a:t>M</a:t>
            </a:r>
            <a:r>
              <a:rPr lang="en-US" sz="2000" dirty="0">
                <a:solidFill>
                  <a:srgbClr val="000000"/>
                </a:solidFill>
                <a:latin typeface="Fira Code" panose="020B0809050000020004" pitchFamily="49" charset="0"/>
              </a:rPr>
              <a:t>; </a:t>
            </a:r>
            <a:r>
              <a:rPr lang="en-US" sz="2000" dirty="0" err="1">
                <a:solidFill>
                  <a:srgbClr val="001080"/>
                </a:solidFill>
                <a:latin typeface="Fira Code" panose="020B0809050000020004" pitchFamily="49" charset="0"/>
              </a:rPr>
              <a:t>i</a:t>
            </a:r>
            <a:r>
              <a:rPr lang="en-US" sz="2000" dirty="0">
                <a:solidFill>
                  <a:srgbClr val="000000"/>
                </a:solidFill>
                <a:latin typeface="Fira Code" panose="020B0809050000020004" pitchFamily="49" charset="0"/>
              </a:rPr>
              <a:t>++)</a:t>
            </a:r>
          </a:p>
          <a:p>
            <a:pPr>
              <a:lnSpc>
                <a:spcPct val="113095"/>
              </a:lnSpc>
            </a:pPr>
            <a:r>
              <a:rPr lang="en-US" sz="2000" noProof="0" dirty="0">
                <a:solidFill>
                  <a:srgbClr val="AF00DB"/>
                </a:solidFill>
                <a:latin typeface="Fira Code" panose="020B0809050000020004" pitchFamily="49" charset="0"/>
              </a:rPr>
              <a:t>    for</a:t>
            </a:r>
            <a:r>
              <a:rPr lang="en-US" sz="2000" noProof="0" dirty="0">
                <a:solidFill>
                  <a:srgbClr val="000000"/>
                </a:solidFill>
                <a:latin typeface="Fira Code" panose="020B0809050000020004" pitchFamily="49" charset="0"/>
              </a:rPr>
              <a:t> (</a:t>
            </a:r>
            <a:r>
              <a:rPr lang="en-US" sz="2000" noProof="0" dirty="0">
                <a:solidFill>
                  <a:srgbClr val="0000FF"/>
                </a:solidFill>
                <a:latin typeface="Fira Code" panose="020B0809050000020004" pitchFamily="49" charset="0"/>
              </a:rPr>
              <a:t>int</a:t>
            </a:r>
            <a:r>
              <a:rPr lang="en-US" sz="2000" noProof="0" dirty="0">
                <a:solidFill>
                  <a:srgbClr val="000000"/>
                </a:solidFill>
                <a:latin typeface="Fira Code" panose="020B0809050000020004" pitchFamily="49" charset="0"/>
              </a:rPr>
              <a:t> </a:t>
            </a:r>
            <a:r>
              <a:rPr lang="en-US" sz="2000" noProof="0" dirty="0">
                <a:solidFill>
                  <a:srgbClr val="001080"/>
                </a:solidFill>
                <a:latin typeface="Fira Code" panose="020B0809050000020004" pitchFamily="49" charset="0"/>
              </a:rPr>
              <a:t>j</a:t>
            </a:r>
            <a:r>
              <a:rPr lang="en-US" sz="2000" noProof="0" dirty="0">
                <a:solidFill>
                  <a:srgbClr val="000000"/>
                </a:solidFill>
                <a:latin typeface="Fira Code" panose="020B0809050000020004" pitchFamily="49" charset="0"/>
              </a:rPr>
              <a:t> = </a:t>
            </a:r>
            <a:r>
              <a:rPr lang="en-US" sz="2000" noProof="0" dirty="0">
                <a:solidFill>
                  <a:srgbClr val="098658"/>
                </a:solidFill>
                <a:latin typeface="Fira Code" panose="020B0809050000020004" pitchFamily="49" charset="0"/>
              </a:rPr>
              <a:t>0</a:t>
            </a:r>
            <a:r>
              <a:rPr lang="en-US" sz="2000" noProof="0" dirty="0">
                <a:solidFill>
                  <a:srgbClr val="000000"/>
                </a:solidFill>
                <a:latin typeface="Fira Code" panose="020B0809050000020004" pitchFamily="49" charset="0"/>
              </a:rPr>
              <a:t>; </a:t>
            </a:r>
            <a:r>
              <a:rPr lang="en-US" sz="2000" noProof="0" dirty="0">
                <a:solidFill>
                  <a:srgbClr val="001080"/>
                </a:solidFill>
                <a:latin typeface="Fira Code" panose="020B0809050000020004" pitchFamily="49" charset="0"/>
              </a:rPr>
              <a:t>j</a:t>
            </a:r>
            <a:r>
              <a:rPr lang="en-US" sz="2000" noProof="0" dirty="0">
                <a:solidFill>
                  <a:srgbClr val="000000"/>
                </a:solidFill>
                <a:latin typeface="Fira Code" panose="020B0809050000020004" pitchFamily="49" charset="0"/>
              </a:rPr>
              <a:t> &lt; </a:t>
            </a:r>
            <a:r>
              <a:rPr lang="en-US" sz="2000" noProof="0" dirty="0">
                <a:solidFill>
                  <a:srgbClr val="0070C1"/>
                </a:solidFill>
                <a:latin typeface="Fira Code" panose="020B0809050000020004" pitchFamily="49" charset="0"/>
              </a:rPr>
              <a:t>N</a:t>
            </a:r>
            <a:r>
              <a:rPr lang="en-US" sz="2000" noProof="0" dirty="0">
                <a:solidFill>
                  <a:srgbClr val="000000"/>
                </a:solidFill>
                <a:latin typeface="Fira Code" panose="020B0809050000020004" pitchFamily="49" charset="0"/>
              </a:rPr>
              <a:t>; </a:t>
            </a:r>
            <a:r>
              <a:rPr lang="en-US" sz="2000" noProof="0" dirty="0" err="1">
                <a:solidFill>
                  <a:srgbClr val="001080"/>
                </a:solidFill>
                <a:latin typeface="Fira Code" panose="020B0809050000020004" pitchFamily="49" charset="0"/>
              </a:rPr>
              <a:t>j</a:t>
            </a:r>
            <a:r>
              <a:rPr lang="en-US" sz="2000" noProof="0" dirty="0" err="1">
                <a:solidFill>
                  <a:srgbClr val="000000"/>
                </a:solidFill>
                <a:latin typeface="Fira Code" panose="020B0809050000020004" pitchFamily="49" charset="0"/>
              </a:rPr>
              <a:t>++</a:t>
            </a:r>
            <a:r>
              <a:rPr lang="en-US" sz="2000" noProof="0" dirty="0">
                <a:solidFill>
                  <a:srgbClr val="000000"/>
                </a:solidFill>
                <a:latin typeface="Fira Code" panose="020B0809050000020004" pitchFamily="49" charset="0"/>
              </a:rPr>
              <a:t>)</a:t>
            </a:r>
          </a:p>
          <a:p>
            <a:pPr>
              <a:lnSpc>
                <a:spcPct val="113095"/>
              </a:lnSpc>
              <a:buNone/>
            </a:pPr>
            <a:r>
              <a:rPr lang="en-US" sz="2000" b="0" noProof="0" dirty="0">
                <a:solidFill>
                  <a:srgbClr val="000000"/>
                </a:solidFill>
                <a:effectLst/>
                <a:latin typeface="Fira Code" panose="020B0809050000020004" pitchFamily="49" charset="0"/>
              </a:rPr>
              <a:t>        </a:t>
            </a:r>
            <a:r>
              <a:rPr lang="en-US" sz="2000" b="0" noProof="0" dirty="0">
                <a:solidFill>
                  <a:srgbClr val="AF00DB"/>
                </a:solidFill>
                <a:effectLst/>
                <a:latin typeface="Fira Code" panose="020B0809050000020004" pitchFamily="49" charset="0"/>
              </a:rPr>
              <a:t>for</a:t>
            </a:r>
            <a:r>
              <a:rPr lang="en-US" sz="2000" b="0" noProof="0" dirty="0">
                <a:solidFill>
                  <a:srgbClr val="000000"/>
                </a:solidFill>
                <a:effectLst/>
                <a:latin typeface="Fira Code" panose="020B0809050000020004" pitchFamily="49" charset="0"/>
              </a:rPr>
              <a:t> (</a:t>
            </a:r>
            <a:r>
              <a:rPr lang="en-US" sz="2000" b="0" noProof="0" dirty="0">
                <a:solidFill>
                  <a:srgbClr val="0000FF"/>
                </a:solidFill>
                <a:effectLst/>
                <a:latin typeface="Fira Code" panose="020B0809050000020004" pitchFamily="49" charset="0"/>
              </a:rPr>
              <a:t>int</a:t>
            </a:r>
            <a:r>
              <a:rPr lang="en-US" sz="2000" b="0" noProof="0" dirty="0">
                <a:solidFill>
                  <a:srgbClr val="000000"/>
                </a:solidFill>
                <a:effectLst/>
                <a:latin typeface="Fira Code" panose="020B0809050000020004" pitchFamily="49" charset="0"/>
              </a:rPr>
              <a:t> </a:t>
            </a:r>
            <a:r>
              <a:rPr lang="en-US" sz="2000" b="0" noProof="0" dirty="0">
                <a:solidFill>
                  <a:srgbClr val="001080"/>
                </a:solidFill>
                <a:effectLst/>
                <a:latin typeface="Fira Code" panose="020B0809050000020004" pitchFamily="49" charset="0"/>
              </a:rPr>
              <a:t>k</a:t>
            </a:r>
            <a:r>
              <a:rPr lang="en-US" sz="2000" b="0" noProof="0" dirty="0">
                <a:solidFill>
                  <a:srgbClr val="000000"/>
                </a:solidFill>
                <a:effectLst/>
                <a:latin typeface="Fira Code" panose="020B0809050000020004" pitchFamily="49" charset="0"/>
              </a:rPr>
              <a:t> = </a:t>
            </a:r>
            <a:r>
              <a:rPr lang="en-US" sz="2000" b="0" noProof="0" dirty="0">
                <a:solidFill>
                  <a:srgbClr val="098658"/>
                </a:solidFill>
                <a:effectLst/>
                <a:latin typeface="Fira Code" panose="020B0809050000020004" pitchFamily="49" charset="0"/>
              </a:rPr>
              <a:t>0</a:t>
            </a:r>
            <a:r>
              <a:rPr lang="en-US" sz="2000" b="0" noProof="0" dirty="0">
                <a:solidFill>
                  <a:srgbClr val="000000"/>
                </a:solidFill>
                <a:effectLst/>
                <a:latin typeface="Fira Code" panose="020B0809050000020004" pitchFamily="49" charset="0"/>
              </a:rPr>
              <a:t>; </a:t>
            </a:r>
            <a:r>
              <a:rPr lang="en-US" sz="2000" b="0" noProof="0" dirty="0">
                <a:solidFill>
                  <a:srgbClr val="001080"/>
                </a:solidFill>
                <a:effectLst/>
                <a:latin typeface="Fira Code" panose="020B0809050000020004" pitchFamily="49" charset="0"/>
              </a:rPr>
              <a:t>k</a:t>
            </a:r>
            <a:r>
              <a:rPr lang="en-US" sz="2000" b="0" noProof="0" dirty="0">
                <a:solidFill>
                  <a:srgbClr val="000000"/>
                </a:solidFill>
                <a:effectLst/>
                <a:latin typeface="Fira Code" panose="020B0809050000020004" pitchFamily="49" charset="0"/>
              </a:rPr>
              <a:t> &lt; </a:t>
            </a:r>
            <a:r>
              <a:rPr lang="en-US" sz="2000" b="0" noProof="0" dirty="0">
                <a:solidFill>
                  <a:srgbClr val="0070C1"/>
                </a:solidFill>
                <a:effectLst/>
                <a:latin typeface="Fira Code" panose="020B0809050000020004" pitchFamily="49" charset="0"/>
              </a:rPr>
              <a:t>K</a:t>
            </a:r>
            <a:r>
              <a:rPr lang="en-US" sz="2000" b="0" noProof="0" dirty="0">
                <a:solidFill>
                  <a:srgbClr val="000000"/>
                </a:solidFill>
                <a:effectLst/>
                <a:latin typeface="Fira Code" panose="020B0809050000020004" pitchFamily="49" charset="0"/>
              </a:rPr>
              <a:t>; </a:t>
            </a:r>
            <a:r>
              <a:rPr lang="en-US" sz="2000" b="0" noProof="0" dirty="0">
                <a:solidFill>
                  <a:srgbClr val="001080"/>
                </a:solidFill>
                <a:effectLst/>
                <a:latin typeface="Fira Code" panose="020B0809050000020004" pitchFamily="49" charset="0"/>
              </a:rPr>
              <a:t>k</a:t>
            </a:r>
            <a:r>
              <a:rPr lang="en-US" sz="2000" b="0" noProof="0" dirty="0">
                <a:solidFill>
                  <a:srgbClr val="000000"/>
                </a:solidFill>
                <a:effectLst/>
                <a:latin typeface="Fira Code" panose="020B0809050000020004" pitchFamily="49" charset="0"/>
              </a:rPr>
              <a:t>++)</a:t>
            </a:r>
          </a:p>
          <a:p>
            <a:pPr>
              <a:lnSpc>
                <a:spcPct val="113095"/>
              </a:lnSpc>
              <a:buNone/>
            </a:pPr>
            <a:r>
              <a:rPr lang="en-US" sz="2000" b="0" noProof="0" dirty="0">
                <a:solidFill>
                  <a:srgbClr val="000000"/>
                </a:solidFill>
                <a:effectLst/>
                <a:latin typeface="Fira Code" panose="020B0809050000020004" pitchFamily="49" charset="0"/>
              </a:rPr>
              <a:t>            </a:t>
            </a:r>
            <a:r>
              <a:rPr lang="en-US" sz="2000" b="0" noProof="0" dirty="0">
                <a:solidFill>
                  <a:srgbClr val="001080"/>
                </a:solidFill>
                <a:effectLst/>
                <a:latin typeface="Fira Code" panose="020B0809050000020004" pitchFamily="49" charset="0"/>
              </a:rPr>
              <a:t>C</a:t>
            </a:r>
            <a:r>
              <a:rPr lang="en-US" sz="2000" b="0" noProof="0" dirty="0">
                <a:solidFill>
                  <a:srgbClr val="000000"/>
                </a:solidFill>
                <a:effectLst/>
                <a:latin typeface="Fira Code" panose="020B0809050000020004" pitchFamily="49" charset="0"/>
              </a:rPr>
              <a:t>[</a:t>
            </a:r>
            <a:r>
              <a:rPr lang="en-US" sz="2000" b="0" noProof="0" dirty="0" err="1">
                <a:solidFill>
                  <a:srgbClr val="001080"/>
                </a:solidFill>
                <a:effectLst/>
                <a:latin typeface="Fira Code" panose="020B0809050000020004" pitchFamily="49" charset="0"/>
              </a:rPr>
              <a:t>i</a:t>
            </a:r>
            <a:r>
              <a:rPr lang="en-US" sz="2000" b="0" noProof="0" dirty="0">
                <a:solidFill>
                  <a:srgbClr val="000000"/>
                </a:solidFill>
                <a:effectLst/>
                <a:latin typeface="Fira Code" panose="020B0809050000020004" pitchFamily="49" charset="0"/>
              </a:rPr>
              <a:t>][</a:t>
            </a:r>
            <a:r>
              <a:rPr lang="en-US" sz="2000" b="0" noProof="0" dirty="0">
                <a:solidFill>
                  <a:srgbClr val="001080"/>
                </a:solidFill>
                <a:effectLst/>
                <a:latin typeface="Fira Code" panose="020B0809050000020004" pitchFamily="49" charset="0"/>
              </a:rPr>
              <a:t>j</a:t>
            </a:r>
            <a:r>
              <a:rPr lang="en-US" sz="2000" b="0" noProof="0" dirty="0">
                <a:solidFill>
                  <a:srgbClr val="000000"/>
                </a:solidFill>
                <a:effectLst/>
                <a:latin typeface="Fira Code" panose="020B0809050000020004" pitchFamily="49" charset="0"/>
              </a:rPr>
              <a:t>] += </a:t>
            </a:r>
            <a:r>
              <a:rPr lang="en-US" sz="2000" b="0" noProof="0" dirty="0">
                <a:solidFill>
                  <a:srgbClr val="001080"/>
                </a:solidFill>
                <a:effectLst/>
                <a:latin typeface="Fira Code" panose="020B0809050000020004" pitchFamily="49" charset="0"/>
              </a:rPr>
              <a:t>A</a:t>
            </a:r>
            <a:r>
              <a:rPr lang="en-US" sz="2000" b="0" noProof="0" dirty="0">
                <a:solidFill>
                  <a:srgbClr val="000000"/>
                </a:solidFill>
                <a:effectLst/>
                <a:latin typeface="Fira Code" panose="020B0809050000020004" pitchFamily="49" charset="0"/>
              </a:rPr>
              <a:t>[</a:t>
            </a:r>
            <a:r>
              <a:rPr lang="en-US" sz="2000" b="0" noProof="0" dirty="0" err="1">
                <a:solidFill>
                  <a:srgbClr val="001080"/>
                </a:solidFill>
                <a:effectLst/>
                <a:latin typeface="Fira Code" panose="020B0809050000020004" pitchFamily="49" charset="0"/>
              </a:rPr>
              <a:t>i</a:t>
            </a:r>
            <a:r>
              <a:rPr lang="en-US" sz="2000" b="0" noProof="0" dirty="0">
                <a:solidFill>
                  <a:srgbClr val="000000"/>
                </a:solidFill>
                <a:effectLst/>
                <a:latin typeface="Fira Code" panose="020B0809050000020004" pitchFamily="49" charset="0"/>
              </a:rPr>
              <a:t>][</a:t>
            </a:r>
            <a:r>
              <a:rPr lang="en-US" sz="2000" b="0" noProof="0" dirty="0">
                <a:solidFill>
                  <a:srgbClr val="001080"/>
                </a:solidFill>
                <a:effectLst/>
                <a:latin typeface="Fira Code" panose="020B0809050000020004" pitchFamily="49" charset="0"/>
              </a:rPr>
              <a:t>k</a:t>
            </a:r>
            <a:r>
              <a:rPr lang="en-US" sz="2000" b="0" noProof="0" dirty="0">
                <a:solidFill>
                  <a:srgbClr val="000000"/>
                </a:solidFill>
                <a:effectLst/>
                <a:latin typeface="Fira Code" panose="020B0809050000020004" pitchFamily="49" charset="0"/>
              </a:rPr>
              <a:t>] * </a:t>
            </a:r>
            <a:r>
              <a:rPr lang="en-US" sz="2000" b="0" noProof="0" dirty="0">
                <a:solidFill>
                  <a:srgbClr val="001080"/>
                </a:solidFill>
                <a:effectLst/>
                <a:latin typeface="Fira Code" panose="020B0809050000020004" pitchFamily="49" charset="0"/>
              </a:rPr>
              <a:t>B</a:t>
            </a:r>
            <a:r>
              <a:rPr lang="en-US" sz="2000" b="0" noProof="0" dirty="0">
                <a:solidFill>
                  <a:srgbClr val="000000"/>
                </a:solidFill>
                <a:effectLst/>
                <a:latin typeface="Fira Code" panose="020B0809050000020004" pitchFamily="49" charset="0"/>
              </a:rPr>
              <a:t>[</a:t>
            </a:r>
            <a:r>
              <a:rPr lang="en-US" sz="2000" b="0" noProof="0" dirty="0">
                <a:solidFill>
                  <a:srgbClr val="001080"/>
                </a:solidFill>
                <a:effectLst/>
                <a:latin typeface="Fira Code" panose="020B0809050000020004" pitchFamily="49" charset="0"/>
              </a:rPr>
              <a:t>k</a:t>
            </a:r>
            <a:r>
              <a:rPr lang="en-US" sz="2000" b="0" noProof="0" dirty="0">
                <a:solidFill>
                  <a:srgbClr val="000000"/>
                </a:solidFill>
                <a:effectLst/>
                <a:latin typeface="Fira Code" panose="020B0809050000020004" pitchFamily="49" charset="0"/>
              </a:rPr>
              <a:t>][</a:t>
            </a:r>
            <a:r>
              <a:rPr lang="en-US" sz="2000" b="0" noProof="0" dirty="0">
                <a:solidFill>
                  <a:srgbClr val="001080"/>
                </a:solidFill>
                <a:effectLst/>
                <a:latin typeface="Fira Code" panose="020B0809050000020004" pitchFamily="49" charset="0"/>
              </a:rPr>
              <a:t>j</a:t>
            </a:r>
            <a:r>
              <a:rPr lang="en-US" sz="2000" b="0" noProof="0" dirty="0">
                <a:solidFill>
                  <a:srgbClr val="000000"/>
                </a:solidFill>
                <a:effectLst/>
                <a:latin typeface="Fira Code" panose="020B0809050000020004" pitchFamily="49" charset="0"/>
              </a:rPr>
              <a:t>];</a:t>
            </a:r>
          </a:p>
        </p:txBody>
      </p:sp>
      <p:sp>
        <p:nvSpPr>
          <p:cNvPr id="8" name="TextBox 7">
            <a:extLst>
              <a:ext uri="{FF2B5EF4-FFF2-40B4-BE49-F238E27FC236}">
                <a16:creationId xmlns:a16="http://schemas.microsoft.com/office/drawing/2014/main" id="{9E2F7AA6-5F7F-99DE-465E-A4472E5548CB}"/>
              </a:ext>
            </a:extLst>
          </p:cNvPr>
          <p:cNvSpPr txBox="1"/>
          <p:nvPr>
            <p:custDataLst>
              <p:tags r:id="rId13"/>
            </p:custDataLst>
          </p:nvPr>
        </p:nvSpPr>
        <p:spPr>
          <a:xfrm>
            <a:off x="2565345" y="3678613"/>
            <a:ext cx="7109639" cy="1124282"/>
          </a:xfrm>
          <a:prstGeom prst="rect">
            <a:avLst/>
          </a:prstGeom>
          <a:noFill/>
          <a:ln>
            <a:solidFill>
              <a:schemeClr val="tx1"/>
            </a:solidFill>
          </a:ln>
        </p:spPr>
        <p:txBody>
          <a:bodyPr wrap="none">
            <a:spAutoFit/>
          </a:bodyPr>
          <a:lstStyle/>
          <a:p>
            <a:pPr>
              <a:lnSpc>
                <a:spcPct val="113095"/>
              </a:lnSpc>
              <a:buNone/>
            </a:pPr>
            <a:r>
              <a:rPr lang="en-US" sz="2000" b="0" noProof="0" dirty="0">
                <a:solidFill>
                  <a:srgbClr val="795E26"/>
                </a:solidFill>
                <a:effectLst/>
                <a:latin typeface="Fira Code" panose="020B0809050000020004" pitchFamily="49" charset="0"/>
              </a:rPr>
              <a:t>traverser</a:t>
            </a:r>
            <a:r>
              <a:rPr lang="en-US" sz="2000" b="0" noProof="0" dirty="0">
                <a:solidFill>
                  <a:srgbClr val="000000"/>
                </a:solidFill>
                <a:effectLst/>
                <a:latin typeface="Fira Code" panose="020B0809050000020004" pitchFamily="49" charset="0"/>
              </a:rPr>
              <a:t>(</a:t>
            </a:r>
            <a:r>
              <a:rPr lang="en-US" sz="2000" b="0" noProof="0" dirty="0">
                <a:solidFill>
                  <a:srgbClr val="001080"/>
                </a:solidFill>
                <a:effectLst/>
                <a:latin typeface="Fira Code" panose="020B0809050000020004" pitchFamily="49" charset="0"/>
              </a:rPr>
              <a:t>A</a:t>
            </a:r>
            <a:r>
              <a:rPr lang="en-US" sz="2000" b="0" noProof="0" dirty="0">
                <a:solidFill>
                  <a:srgbClr val="000000"/>
                </a:solidFill>
                <a:effectLst/>
                <a:latin typeface="Fira Code" panose="020B0809050000020004" pitchFamily="49" charset="0"/>
              </a:rPr>
              <a:t>, </a:t>
            </a:r>
            <a:r>
              <a:rPr lang="en-US" sz="2000" b="0" noProof="0" dirty="0">
                <a:solidFill>
                  <a:srgbClr val="001080"/>
                </a:solidFill>
                <a:effectLst/>
                <a:latin typeface="Fira Code" panose="020B0809050000020004" pitchFamily="49" charset="0"/>
              </a:rPr>
              <a:t>B</a:t>
            </a:r>
            <a:r>
              <a:rPr lang="en-US" sz="2000" b="0" noProof="0" dirty="0">
                <a:solidFill>
                  <a:srgbClr val="000000"/>
                </a:solidFill>
                <a:effectLst/>
                <a:latin typeface="Fira Code" panose="020B0809050000020004" pitchFamily="49" charset="0"/>
              </a:rPr>
              <a:t>, </a:t>
            </a:r>
            <a:r>
              <a:rPr lang="en-US" sz="2000" b="0" noProof="0" dirty="0">
                <a:solidFill>
                  <a:srgbClr val="001080"/>
                </a:solidFill>
                <a:effectLst/>
                <a:latin typeface="Fira Code" panose="020B0809050000020004" pitchFamily="49" charset="0"/>
              </a:rPr>
              <a:t>C</a:t>
            </a:r>
            <a:r>
              <a:rPr lang="en-US" sz="2000" b="0" noProof="0" dirty="0">
                <a:solidFill>
                  <a:srgbClr val="000000"/>
                </a:solidFill>
                <a:effectLst/>
                <a:latin typeface="Fira Code" panose="020B0809050000020004" pitchFamily="49" charset="0"/>
              </a:rPr>
              <a:t>).</a:t>
            </a:r>
            <a:r>
              <a:rPr lang="en-US" sz="2000" noProof="0" dirty="0">
                <a:solidFill>
                  <a:srgbClr val="795E26"/>
                </a:solidFill>
                <a:latin typeface="Fira Code" panose="020B0809050000020004" pitchFamily="49" charset="0"/>
              </a:rPr>
              <a:t>for_each</a:t>
            </a:r>
            <a:r>
              <a:rPr lang="en-US" sz="2000" b="0" noProof="0" dirty="0">
                <a:solidFill>
                  <a:srgbClr val="000000"/>
                </a:solidFill>
                <a:effectLst/>
                <a:latin typeface="Fira Code" panose="020B0809050000020004" pitchFamily="49" charset="0"/>
              </a:rPr>
              <a:t>([&amp;](</a:t>
            </a:r>
            <a:r>
              <a:rPr lang="en-US" sz="2000" b="0" noProof="0" dirty="0">
                <a:solidFill>
                  <a:srgbClr val="267F99"/>
                </a:solidFill>
                <a:effectLst/>
                <a:latin typeface="Fira Code" panose="020B0809050000020004" pitchFamily="49" charset="0"/>
              </a:rPr>
              <a:t>auto</a:t>
            </a:r>
            <a:r>
              <a:rPr lang="en-US" sz="2000" b="0" noProof="0" dirty="0">
                <a:solidFill>
                  <a:srgbClr val="000000"/>
                </a:solidFill>
                <a:effectLst/>
                <a:latin typeface="Fira Code" panose="020B0809050000020004" pitchFamily="49" charset="0"/>
              </a:rPr>
              <a:t> </a:t>
            </a:r>
            <a:r>
              <a:rPr lang="en-US" sz="2000" b="0" noProof="0" dirty="0">
                <a:solidFill>
                  <a:srgbClr val="001080"/>
                </a:solidFill>
                <a:effectLst/>
                <a:latin typeface="Fira Code" panose="020B0809050000020004" pitchFamily="49" charset="0"/>
              </a:rPr>
              <a:t>index</a:t>
            </a:r>
            <a:r>
              <a:rPr lang="en-US" sz="2000" b="0" noProof="0" dirty="0">
                <a:solidFill>
                  <a:srgbClr val="000000"/>
                </a:solidFill>
                <a:effectLst/>
                <a:latin typeface="Fira Code" panose="020B0809050000020004" pitchFamily="49" charset="0"/>
              </a:rPr>
              <a:t>) {</a:t>
            </a:r>
          </a:p>
          <a:p>
            <a:pPr>
              <a:lnSpc>
                <a:spcPct val="113095"/>
              </a:lnSpc>
              <a:buNone/>
            </a:pPr>
            <a:r>
              <a:rPr lang="en-US" sz="2000" b="0" noProof="0" dirty="0">
                <a:solidFill>
                  <a:srgbClr val="000000"/>
                </a:solidFill>
                <a:effectLst/>
                <a:latin typeface="Fira Code" panose="020B0809050000020004" pitchFamily="49" charset="0"/>
              </a:rPr>
              <a:t>    </a:t>
            </a:r>
            <a:r>
              <a:rPr lang="en-US" sz="2000" b="0" noProof="0" dirty="0">
                <a:solidFill>
                  <a:srgbClr val="001080"/>
                </a:solidFill>
                <a:effectLst/>
                <a:latin typeface="Fira Code" panose="020B0809050000020004" pitchFamily="49" charset="0"/>
              </a:rPr>
              <a:t>C</a:t>
            </a:r>
            <a:r>
              <a:rPr lang="en-US" sz="2000" b="0" noProof="0" dirty="0">
                <a:solidFill>
                  <a:srgbClr val="000000"/>
                </a:solidFill>
                <a:effectLst/>
                <a:latin typeface="Fira Code" panose="020B0809050000020004" pitchFamily="49" charset="0"/>
              </a:rPr>
              <a:t>[</a:t>
            </a:r>
            <a:r>
              <a:rPr lang="en-US" sz="2000" b="0" noProof="0" dirty="0">
                <a:solidFill>
                  <a:srgbClr val="001080"/>
                </a:solidFill>
                <a:effectLst/>
                <a:latin typeface="Fira Code" panose="020B0809050000020004" pitchFamily="49" charset="0"/>
              </a:rPr>
              <a:t>index</a:t>
            </a:r>
            <a:r>
              <a:rPr lang="en-US" sz="2000" b="0" noProof="0" dirty="0">
                <a:solidFill>
                  <a:srgbClr val="000000"/>
                </a:solidFill>
                <a:effectLst/>
                <a:latin typeface="Fira Code" panose="020B0809050000020004" pitchFamily="49" charset="0"/>
              </a:rPr>
              <a:t>] += </a:t>
            </a:r>
            <a:r>
              <a:rPr lang="en-US" sz="2000" b="0" noProof="0" dirty="0">
                <a:solidFill>
                  <a:srgbClr val="001080"/>
                </a:solidFill>
                <a:effectLst/>
                <a:latin typeface="Fira Code" panose="020B0809050000020004" pitchFamily="49" charset="0"/>
              </a:rPr>
              <a:t>A</a:t>
            </a:r>
            <a:r>
              <a:rPr lang="en-US" sz="2000" b="0" noProof="0" dirty="0">
                <a:solidFill>
                  <a:srgbClr val="000000"/>
                </a:solidFill>
                <a:effectLst/>
                <a:latin typeface="Fira Code" panose="020B0809050000020004" pitchFamily="49" charset="0"/>
              </a:rPr>
              <a:t>[</a:t>
            </a:r>
            <a:r>
              <a:rPr lang="en-US" sz="2000" b="0" noProof="0" dirty="0">
                <a:solidFill>
                  <a:srgbClr val="001080"/>
                </a:solidFill>
                <a:effectLst/>
                <a:latin typeface="Fira Code" panose="020B0809050000020004" pitchFamily="49" charset="0"/>
              </a:rPr>
              <a:t>index</a:t>
            </a:r>
            <a:r>
              <a:rPr lang="en-US" sz="2000" b="0" noProof="0" dirty="0">
                <a:solidFill>
                  <a:srgbClr val="000000"/>
                </a:solidFill>
                <a:effectLst/>
                <a:latin typeface="Fira Code" panose="020B0809050000020004" pitchFamily="49" charset="0"/>
              </a:rPr>
              <a:t>] * </a:t>
            </a:r>
            <a:r>
              <a:rPr lang="en-US" sz="2000" b="0" noProof="0" dirty="0">
                <a:solidFill>
                  <a:srgbClr val="001080"/>
                </a:solidFill>
                <a:effectLst/>
                <a:latin typeface="Fira Code" panose="020B0809050000020004" pitchFamily="49" charset="0"/>
              </a:rPr>
              <a:t>B</a:t>
            </a:r>
            <a:r>
              <a:rPr lang="en-US" sz="2000" b="0" noProof="0" dirty="0">
                <a:solidFill>
                  <a:srgbClr val="000000"/>
                </a:solidFill>
                <a:effectLst/>
                <a:latin typeface="Fira Code" panose="020B0809050000020004" pitchFamily="49" charset="0"/>
              </a:rPr>
              <a:t>[</a:t>
            </a:r>
            <a:r>
              <a:rPr lang="en-US" sz="2000" b="0" noProof="0" dirty="0">
                <a:solidFill>
                  <a:srgbClr val="001080"/>
                </a:solidFill>
                <a:effectLst/>
                <a:latin typeface="Fira Code" panose="020B0809050000020004" pitchFamily="49" charset="0"/>
              </a:rPr>
              <a:t>index</a:t>
            </a:r>
            <a:r>
              <a:rPr lang="en-US" sz="2000" b="0" noProof="0" dirty="0">
                <a:solidFill>
                  <a:srgbClr val="000000"/>
                </a:solidFill>
                <a:effectLst/>
                <a:latin typeface="Fira Code" panose="020B0809050000020004" pitchFamily="49" charset="0"/>
              </a:rPr>
              <a:t>];</a:t>
            </a:r>
          </a:p>
          <a:p>
            <a:pPr>
              <a:lnSpc>
                <a:spcPct val="113095"/>
              </a:lnSpc>
              <a:buNone/>
            </a:pPr>
            <a:r>
              <a:rPr lang="en-US" sz="2000" b="0" noProof="0" dirty="0">
                <a:solidFill>
                  <a:srgbClr val="000000"/>
                </a:solidFill>
                <a:effectLst/>
                <a:latin typeface="Fira Code" panose="020B0809050000020004" pitchFamily="49" charset="0"/>
              </a:rPr>
              <a:t>});</a:t>
            </a:r>
          </a:p>
        </p:txBody>
      </p:sp>
      <p:grpSp>
        <p:nvGrpSpPr>
          <p:cNvPr id="182" name="Group 181">
            <a:extLst>
              <a:ext uri="{FF2B5EF4-FFF2-40B4-BE49-F238E27FC236}">
                <a16:creationId xmlns:a16="http://schemas.microsoft.com/office/drawing/2014/main" id="{55E44A02-900A-CE23-2B9A-A1AC40B14A06}"/>
              </a:ext>
            </a:extLst>
          </p:cNvPr>
          <p:cNvGrpSpPr/>
          <p:nvPr>
            <p:custDataLst>
              <p:tags r:id="rId14"/>
            </p:custDataLst>
          </p:nvPr>
        </p:nvGrpSpPr>
        <p:grpSpPr>
          <a:xfrm>
            <a:off x="328569" y="1596409"/>
            <a:ext cx="4003009" cy="1832591"/>
            <a:chOff x="1106463" y="1862333"/>
            <a:chExt cx="4003009" cy="1832591"/>
          </a:xfrm>
        </p:grpSpPr>
        <p:sp>
          <p:nvSpPr>
            <p:cNvPr id="181" name="Rectangle 180">
              <a:extLst>
                <a:ext uri="{FF2B5EF4-FFF2-40B4-BE49-F238E27FC236}">
                  <a16:creationId xmlns:a16="http://schemas.microsoft.com/office/drawing/2014/main" id="{2162B464-D86A-47B9-02C3-76C1BCAF74E6}"/>
                </a:ext>
              </a:extLst>
            </p:cNvPr>
            <p:cNvSpPr/>
            <p:nvPr/>
          </p:nvSpPr>
          <p:spPr>
            <a:xfrm>
              <a:off x="1174826" y="1909733"/>
              <a:ext cx="3934646" cy="1705003"/>
            </a:xfrm>
            <a:prstGeom prst="rect">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000" noProof="0" dirty="0"/>
            </a:p>
          </p:txBody>
        </p:sp>
        <p:grpSp>
          <p:nvGrpSpPr>
            <p:cNvPr id="180" name="Group 179">
              <a:extLst>
                <a:ext uri="{FF2B5EF4-FFF2-40B4-BE49-F238E27FC236}">
                  <a16:creationId xmlns:a16="http://schemas.microsoft.com/office/drawing/2014/main" id="{6C8158FA-BF04-B836-6345-E003D8A64948}"/>
                </a:ext>
              </a:extLst>
            </p:cNvPr>
            <p:cNvGrpSpPr/>
            <p:nvPr/>
          </p:nvGrpSpPr>
          <p:grpSpPr>
            <a:xfrm>
              <a:off x="1106463" y="1862333"/>
              <a:ext cx="3955707" cy="1832591"/>
              <a:chOff x="37909" y="1664560"/>
              <a:chExt cx="5395542" cy="2499634"/>
            </a:xfrm>
          </p:grpSpPr>
          <p:grpSp>
            <p:nvGrpSpPr>
              <p:cNvPr id="159" name="Group 158">
                <a:extLst>
                  <a:ext uri="{FF2B5EF4-FFF2-40B4-BE49-F238E27FC236}">
                    <a16:creationId xmlns:a16="http://schemas.microsoft.com/office/drawing/2014/main" id="{414EBBB8-234A-574C-E129-278C9228AE06}"/>
                  </a:ext>
                </a:extLst>
              </p:cNvPr>
              <p:cNvGrpSpPr/>
              <p:nvPr/>
            </p:nvGrpSpPr>
            <p:grpSpPr>
              <a:xfrm>
                <a:off x="1986005" y="2286000"/>
                <a:ext cx="1524000" cy="1143000"/>
                <a:chOff x="1485283" y="2286000"/>
                <a:chExt cx="1524000" cy="1143000"/>
              </a:xfrm>
            </p:grpSpPr>
            <p:sp>
              <p:nvSpPr>
                <p:cNvPr id="79" name="Rectangle 78">
                  <a:extLst>
                    <a:ext uri="{FF2B5EF4-FFF2-40B4-BE49-F238E27FC236}">
                      <a16:creationId xmlns:a16="http://schemas.microsoft.com/office/drawing/2014/main" id="{50079027-377A-0D56-8EED-00C46E3359ED}"/>
                    </a:ext>
                  </a:extLst>
                </p:cNvPr>
                <p:cNvSpPr/>
                <p:nvPr/>
              </p:nvSpPr>
              <p:spPr>
                <a:xfrm>
                  <a:off x="1485283" y="2286000"/>
                  <a:ext cx="381000" cy="381000"/>
                </a:xfrm>
                <a:prstGeom prst="rect">
                  <a:avLst/>
                </a:prstGeom>
                <a:solidFill>
                  <a:srgbClr val="F8CECC"/>
                </a:solidFill>
                <a:ln w="9525" cap="flat">
                  <a:solidFill>
                    <a:srgbClr val="B85450"/>
                  </a:solidFill>
                  <a:prstDash val="solid"/>
                  <a:miter/>
                </a:ln>
              </p:spPr>
              <p:txBody>
                <a:bodyPr/>
                <a:lstStyle/>
                <a:p>
                  <a:endParaRPr lang="en-US" sz="2000" noProof="0" dirty="0"/>
                </a:p>
              </p:txBody>
            </p:sp>
            <p:sp>
              <p:nvSpPr>
                <p:cNvPr id="81" name="Rectangle 80">
                  <a:extLst>
                    <a:ext uri="{FF2B5EF4-FFF2-40B4-BE49-F238E27FC236}">
                      <a16:creationId xmlns:a16="http://schemas.microsoft.com/office/drawing/2014/main" id="{C341F50F-8363-1E45-8923-E81E0F5B31C2}"/>
                    </a:ext>
                  </a:extLst>
                </p:cNvPr>
                <p:cNvSpPr/>
                <p:nvPr/>
              </p:nvSpPr>
              <p:spPr>
                <a:xfrm>
                  <a:off x="1866283" y="2286000"/>
                  <a:ext cx="381000" cy="381000"/>
                </a:xfrm>
                <a:prstGeom prst="rect">
                  <a:avLst/>
                </a:prstGeom>
                <a:solidFill>
                  <a:srgbClr val="F8CECC"/>
                </a:solidFill>
                <a:ln w="9525" cap="flat">
                  <a:solidFill>
                    <a:srgbClr val="B85450"/>
                  </a:solidFill>
                  <a:prstDash val="solid"/>
                  <a:miter/>
                </a:ln>
              </p:spPr>
              <p:txBody>
                <a:bodyPr/>
                <a:lstStyle/>
                <a:p>
                  <a:endParaRPr lang="en-US" sz="2000" noProof="0" dirty="0"/>
                </a:p>
              </p:txBody>
            </p:sp>
            <p:sp>
              <p:nvSpPr>
                <p:cNvPr id="83" name="Rectangle 82">
                  <a:extLst>
                    <a:ext uri="{FF2B5EF4-FFF2-40B4-BE49-F238E27FC236}">
                      <a16:creationId xmlns:a16="http://schemas.microsoft.com/office/drawing/2014/main" id="{889C340E-7178-DC8E-7370-24941D202A24}"/>
                    </a:ext>
                  </a:extLst>
                </p:cNvPr>
                <p:cNvSpPr/>
                <p:nvPr/>
              </p:nvSpPr>
              <p:spPr>
                <a:xfrm>
                  <a:off x="2247283" y="2286000"/>
                  <a:ext cx="381000" cy="381000"/>
                </a:xfrm>
                <a:prstGeom prst="rect">
                  <a:avLst/>
                </a:prstGeom>
                <a:solidFill>
                  <a:srgbClr val="F8CECC"/>
                </a:solidFill>
                <a:ln w="9525" cap="flat">
                  <a:solidFill>
                    <a:srgbClr val="B85450"/>
                  </a:solidFill>
                  <a:prstDash val="solid"/>
                  <a:miter/>
                </a:ln>
              </p:spPr>
              <p:txBody>
                <a:bodyPr/>
                <a:lstStyle/>
                <a:p>
                  <a:endParaRPr lang="en-US" sz="2000" noProof="0" dirty="0"/>
                </a:p>
              </p:txBody>
            </p:sp>
            <p:sp>
              <p:nvSpPr>
                <p:cNvPr id="85" name="Rectangle 84">
                  <a:extLst>
                    <a:ext uri="{FF2B5EF4-FFF2-40B4-BE49-F238E27FC236}">
                      <a16:creationId xmlns:a16="http://schemas.microsoft.com/office/drawing/2014/main" id="{A2295BDB-D0D2-2060-2DE1-A027439DF75B}"/>
                    </a:ext>
                  </a:extLst>
                </p:cNvPr>
                <p:cNvSpPr/>
                <p:nvPr/>
              </p:nvSpPr>
              <p:spPr>
                <a:xfrm>
                  <a:off x="2628283" y="2286000"/>
                  <a:ext cx="381000" cy="381000"/>
                </a:xfrm>
                <a:prstGeom prst="rect">
                  <a:avLst/>
                </a:prstGeom>
                <a:solidFill>
                  <a:srgbClr val="F8CECC"/>
                </a:solidFill>
                <a:ln w="9525" cap="flat">
                  <a:solidFill>
                    <a:srgbClr val="B85450"/>
                  </a:solidFill>
                  <a:prstDash val="solid"/>
                  <a:miter/>
                </a:ln>
              </p:spPr>
              <p:txBody>
                <a:bodyPr/>
                <a:lstStyle/>
                <a:p>
                  <a:endParaRPr lang="en-US" sz="2000" noProof="0" dirty="0"/>
                </a:p>
              </p:txBody>
            </p:sp>
            <p:sp>
              <p:nvSpPr>
                <p:cNvPr id="87" name="Rectangle 86">
                  <a:extLst>
                    <a:ext uri="{FF2B5EF4-FFF2-40B4-BE49-F238E27FC236}">
                      <a16:creationId xmlns:a16="http://schemas.microsoft.com/office/drawing/2014/main" id="{684EBD2F-A037-CFF5-7635-EBB7B7DB1CD4}"/>
                    </a:ext>
                  </a:extLst>
                </p:cNvPr>
                <p:cNvSpPr/>
                <p:nvPr/>
              </p:nvSpPr>
              <p:spPr>
                <a:xfrm>
                  <a:off x="1485283" y="2667000"/>
                  <a:ext cx="381000" cy="381000"/>
                </a:xfrm>
                <a:prstGeom prst="rect">
                  <a:avLst/>
                </a:prstGeom>
                <a:solidFill>
                  <a:srgbClr val="F8CECC"/>
                </a:solidFill>
                <a:ln w="9525" cap="flat">
                  <a:solidFill>
                    <a:srgbClr val="B85450"/>
                  </a:solidFill>
                  <a:prstDash val="solid"/>
                  <a:miter/>
                </a:ln>
              </p:spPr>
              <p:txBody>
                <a:bodyPr/>
                <a:lstStyle/>
                <a:p>
                  <a:endParaRPr lang="en-US" sz="2000" noProof="0" dirty="0"/>
                </a:p>
              </p:txBody>
            </p:sp>
            <p:sp>
              <p:nvSpPr>
                <p:cNvPr id="89" name="Rectangle 88">
                  <a:extLst>
                    <a:ext uri="{FF2B5EF4-FFF2-40B4-BE49-F238E27FC236}">
                      <a16:creationId xmlns:a16="http://schemas.microsoft.com/office/drawing/2014/main" id="{F7058789-0C71-4093-964C-065E9DAA1B5F}"/>
                    </a:ext>
                  </a:extLst>
                </p:cNvPr>
                <p:cNvSpPr/>
                <p:nvPr/>
              </p:nvSpPr>
              <p:spPr>
                <a:xfrm>
                  <a:off x="1866283" y="2667000"/>
                  <a:ext cx="381000" cy="381000"/>
                </a:xfrm>
                <a:prstGeom prst="rect">
                  <a:avLst/>
                </a:prstGeom>
                <a:solidFill>
                  <a:srgbClr val="F8CECC"/>
                </a:solidFill>
                <a:ln w="9525" cap="flat">
                  <a:solidFill>
                    <a:srgbClr val="B85450"/>
                  </a:solidFill>
                  <a:prstDash val="solid"/>
                  <a:miter/>
                </a:ln>
              </p:spPr>
              <p:txBody>
                <a:bodyPr/>
                <a:lstStyle/>
                <a:p>
                  <a:endParaRPr lang="en-US" sz="2000" noProof="0" dirty="0"/>
                </a:p>
              </p:txBody>
            </p:sp>
            <p:sp>
              <p:nvSpPr>
                <p:cNvPr id="91" name="Rectangle 90">
                  <a:extLst>
                    <a:ext uri="{FF2B5EF4-FFF2-40B4-BE49-F238E27FC236}">
                      <a16:creationId xmlns:a16="http://schemas.microsoft.com/office/drawing/2014/main" id="{6EA4D36E-18DE-0BCE-A502-A7D295509793}"/>
                    </a:ext>
                  </a:extLst>
                </p:cNvPr>
                <p:cNvSpPr/>
                <p:nvPr/>
              </p:nvSpPr>
              <p:spPr>
                <a:xfrm>
                  <a:off x="2247283" y="2667000"/>
                  <a:ext cx="381000" cy="381000"/>
                </a:xfrm>
                <a:prstGeom prst="rect">
                  <a:avLst/>
                </a:prstGeom>
                <a:solidFill>
                  <a:srgbClr val="F8CECC"/>
                </a:solidFill>
                <a:ln w="9525" cap="flat">
                  <a:solidFill>
                    <a:srgbClr val="B85450"/>
                  </a:solidFill>
                  <a:prstDash val="solid"/>
                  <a:miter/>
                </a:ln>
              </p:spPr>
              <p:txBody>
                <a:bodyPr/>
                <a:lstStyle/>
                <a:p>
                  <a:endParaRPr lang="en-US" sz="2000" noProof="0" dirty="0"/>
                </a:p>
              </p:txBody>
            </p:sp>
            <p:sp>
              <p:nvSpPr>
                <p:cNvPr id="93" name="Rectangle 92">
                  <a:extLst>
                    <a:ext uri="{FF2B5EF4-FFF2-40B4-BE49-F238E27FC236}">
                      <a16:creationId xmlns:a16="http://schemas.microsoft.com/office/drawing/2014/main" id="{DDB0F9C4-12F3-C24D-F5AD-2DA2D3F86912}"/>
                    </a:ext>
                  </a:extLst>
                </p:cNvPr>
                <p:cNvSpPr/>
                <p:nvPr/>
              </p:nvSpPr>
              <p:spPr>
                <a:xfrm>
                  <a:off x="2628283" y="2667000"/>
                  <a:ext cx="381000" cy="381000"/>
                </a:xfrm>
                <a:prstGeom prst="rect">
                  <a:avLst/>
                </a:prstGeom>
                <a:solidFill>
                  <a:srgbClr val="F8CECC"/>
                </a:solidFill>
                <a:ln w="9525" cap="flat">
                  <a:solidFill>
                    <a:srgbClr val="B85450"/>
                  </a:solidFill>
                  <a:prstDash val="solid"/>
                  <a:miter/>
                </a:ln>
              </p:spPr>
              <p:txBody>
                <a:bodyPr/>
                <a:lstStyle/>
                <a:p>
                  <a:endParaRPr lang="en-US" sz="2000" noProof="0" dirty="0"/>
                </a:p>
              </p:txBody>
            </p:sp>
            <p:sp>
              <p:nvSpPr>
                <p:cNvPr id="95" name="Rectangle 94">
                  <a:extLst>
                    <a:ext uri="{FF2B5EF4-FFF2-40B4-BE49-F238E27FC236}">
                      <a16:creationId xmlns:a16="http://schemas.microsoft.com/office/drawing/2014/main" id="{D4DD1CD8-2470-7487-2E6E-F817302558F9}"/>
                    </a:ext>
                  </a:extLst>
                </p:cNvPr>
                <p:cNvSpPr/>
                <p:nvPr/>
              </p:nvSpPr>
              <p:spPr>
                <a:xfrm>
                  <a:off x="1485283" y="3048000"/>
                  <a:ext cx="381000" cy="381000"/>
                </a:xfrm>
                <a:prstGeom prst="rect">
                  <a:avLst/>
                </a:prstGeom>
                <a:solidFill>
                  <a:srgbClr val="F8CECC"/>
                </a:solidFill>
                <a:ln w="9525" cap="flat">
                  <a:solidFill>
                    <a:srgbClr val="B85450"/>
                  </a:solidFill>
                  <a:prstDash val="solid"/>
                  <a:miter/>
                </a:ln>
              </p:spPr>
              <p:txBody>
                <a:bodyPr/>
                <a:lstStyle/>
                <a:p>
                  <a:endParaRPr lang="en-US" sz="2000" noProof="0" dirty="0"/>
                </a:p>
              </p:txBody>
            </p:sp>
            <p:sp>
              <p:nvSpPr>
                <p:cNvPr id="97" name="Rectangle 96">
                  <a:extLst>
                    <a:ext uri="{FF2B5EF4-FFF2-40B4-BE49-F238E27FC236}">
                      <a16:creationId xmlns:a16="http://schemas.microsoft.com/office/drawing/2014/main" id="{36F0AF8A-2C80-C539-F256-FB33FA65DEA6}"/>
                    </a:ext>
                  </a:extLst>
                </p:cNvPr>
                <p:cNvSpPr/>
                <p:nvPr/>
              </p:nvSpPr>
              <p:spPr>
                <a:xfrm>
                  <a:off x="1866283" y="3048000"/>
                  <a:ext cx="381000" cy="381000"/>
                </a:xfrm>
                <a:prstGeom prst="rect">
                  <a:avLst/>
                </a:prstGeom>
                <a:solidFill>
                  <a:srgbClr val="F8CECC"/>
                </a:solidFill>
                <a:ln w="9525" cap="flat">
                  <a:solidFill>
                    <a:srgbClr val="B85450"/>
                  </a:solidFill>
                  <a:prstDash val="solid"/>
                  <a:miter/>
                </a:ln>
              </p:spPr>
              <p:txBody>
                <a:bodyPr/>
                <a:lstStyle/>
                <a:p>
                  <a:endParaRPr lang="en-US" sz="2000" noProof="0" dirty="0"/>
                </a:p>
              </p:txBody>
            </p:sp>
            <p:sp>
              <p:nvSpPr>
                <p:cNvPr id="99" name="Rectangle 98">
                  <a:extLst>
                    <a:ext uri="{FF2B5EF4-FFF2-40B4-BE49-F238E27FC236}">
                      <a16:creationId xmlns:a16="http://schemas.microsoft.com/office/drawing/2014/main" id="{DF403CFD-DEA2-D2C9-0991-1EFCB8947EC3}"/>
                    </a:ext>
                  </a:extLst>
                </p:cNvPr>
                <p:cNvSpPr/>
                <p:nvPr/>
              </p:nvSpPr>
              <p:spPr>
                <a:xfrm>
                  <a:off x="2247283" y="3048000"/>
                  <a:ext cx="381000" cy="381000"/>
                </a:xfrm>
                <a:prstGeom prst="rect">
                  <a:avLst/>
                </a:prstGeom>
                <a:solidFill>
                  <a:srgbClr val="F8CECC"/>
                </a:solidFill>
                <a:ln w="9525" cap="flat">
                  <a:solidFill>
                    <a:srgbClr val="B85450"/>
                  </a:solidFill>
                  <a:prstDash val="solid"/>
                  <a:miter/>
                </a:ln>
              </p:spPr>
              <p:txBody>
                <a:bodyPr/>
                <a:lstStyle/>
                <a:p>
                  <a:endParaRPr lang="en-US" sz="2000" noProof="0" dirty="0"/>
                </a:p>
              </p:txBody>
            </p:sp>
            <p:sp>
              <p:nvSpPr>
                <p:cNvPr id="101" name="Rectangle 100">
                  <a:extLst>
                    <a:ext uri="{FF2B5EF4-FFF2-40B4-BE49-F238E27FC236}">
                      <a16:creationId xmlns:a16="http://schemas.microsoft.com/office/drawing/2014/main" id="{DF46E15B-473F-7866-7C35-B6501FF8CAE6}"/>
                    </a:ext>
                  </a:extLst>
                </p:cNvPr>
                <p:cNvSpPr/>
                <p:nvPr/>
              </p:nvSpPr>
              <p:spPr>
                <a:xfrm>
                  <a:off x="2628283" y="3048000"/>
                  <a:ext cx="381000" cy="381000"/>
                </a:xfrm>
                <a:prstGeom prst="rect">
                  <a:avLst/>
                </a:prstGeom>
                <a:solidFill>
                  <a:srgbClr val="F8CECC"/>
                </a:solidFill>
                <a:ln w="9525" cap="flat">
                  <a:solidFill>
                    <a:srgbClr val="B85450"/>
                  </a:solidFill>
                  <a:prstDash val="solid"/>
                  <a:miter/>
                </a:ln>
              </p:spPr>
              <p:txBody>
                <a:bodyPr/>
                <a:lstStyle/>
                <a:p>
                  <a:endParaRPr lang="en-US" sz="2000" noProof="0" dirty="0"/>
                </a:p>
              </p:txBody>
            </p:sp>
          </p:grpSp>
          <p:grpSp>
            <p:nvGrpSpPr>
              <p:cNvPr id="160" name="Group 159">
                <a:extLst>
                  <a:ext uri="{FF2B5EF4-FFF2-40B4-BE49-F238E27FC236}">
                    <a16:creationId xmlns:a16="http://schemas.microsoft.com/office/drawing/2014/main" id="{985BB3A7-1EBB-ACBF-0F3A-66F8C8BF504B}"/>
                  </a:ext>
                </a:extLst>
              </p:cNvPr>
              <p:cNvGrpSpPr/>
              <p:nvPr/>
            </p:nvGrpSpPr>
            <p:grpSpPr>
              <a:xfrm>
                <a:off x="507500" y="2097603"/>
                <a:ext cx="1143000" cy="1524000"/>
                <a:chOff x="151783" y="2071688"/>
                <a:chExt cx="1143000" cy="1524000"/>
              </a:xfrm>
            </p:grpSpPr>
            <p:sp>
              <p:nvSpPr>
                <p:cNvPr id="103" name="Rectangle 102">
                  <a:extLst>
                    <a:ext uri="{FF2B5EF4-FFF2-40B4-BE49-F238E27FC236}">
                      <a16:creationId xmlns:a16="http://schemas.microsoft.com/office/drawing/2014/main" id="{57D7E4B5-4F4E-61EB-9917-FA056266081A}"/>
                    </a:ext>
                  </a:extLst>
                </p:cNvPr>
                <p:cNvSpPr/>
                <p:nvPr/>
              </p:nvSpPr>
              <p:spPr>
                <a:xfrm>
                  <a:off x="151783" y="2071688"/>
                  <a:ext cx="381000" cy="381000"/>
                </a:xfrm>
                <a:prstGeom prst="rect">
                  <a:avLst/>
                </a:prstGeom>
                <a:solidFill>
                  <a:srgbClr val="D5E8D4"/>
                </a:solidFill>
                <a:ln w="9525" cap="flat">
                  <a:solidFill>
                    <a:srgbClr val="82B366"/>
                  </a:solidFill>
                  <a:prstDash val="solid"/>
                  <a:miter/>
                </a:ln>
              </p:spPr>
              <p:txBody>
                <a:bodyPr/>
                <a:lstStyle/>
                <a:p>
                  <a:endParaRPr lang="en-US" sz="2000" noProof="0" dirty="0"/>
                </a:p>
              </p:txBody>
            </p:sp>
            <p:sp>
              <p:nvSpPr>
                <p:cNvPr id="105" name="Rectangle 104">
                  <a:extLst>
                    <a:ext uri="{FF2B5EF4-FFF2-40B4-BE49-F238E27FC236}">
                      <a16:creationId xmlns:a16="http://schemas.microsoft.com/office/drawing/2014/main" id="{7D00D5EA-0890-B00D-950A-65D287102D6E}"/>
                    </a:ext>
                  </a:extLst>
                </p:cNvPr>
                <p:cNvSpPr/>
                <p:nvPr/>
              </p:nvSpPr>
              <p:spPr>
                <a:xfrm>
                  <a:off x="532783" y="2071688"/>
                  <a:ext cx="381000" cy="381000"/>
                </a:xfrm>
                <a:prstGeom prst="rect">
                  <a:avLst/>
                </a:prstGeom>
                <a:solidFill>
                  <a:srgbClr val="D5E8D4"/>
                </a:solidFill>
                <a:ln w="9525" cap="flat">
                  <a:solidFill>
                    <a:srgbClr val="82B366"/>
                  </a:solidFill>
                  <a:prstDash val="solid"/>
                  <a:miter/>
                </a:ln>
              </p:spPr>
              <p:txBody>
                <a:bodyPr/>
                <a:lstStyle/>
                <a:p>
                  <a:endParaRPr lang="en-US" sz="2000" noProof="0" dirty="0"/>
                </a:p>
              </p:txBody>
            </p:sp>
            <p:sp>
              <p:nvSpPr>
                <p:cNvPr id="107" name="Rectangle 106">
                  <a:extLst>
                    <a:ext uri="{FF2B5EF4-FFF2-40B4-BE49-F238E27FC236}">
                      <a16:creationId xmlns:a16="http://schemas.microsoft.com/office/drawing/2014/main" id="{E0F57E46-66C8-7625-7F07-D56FDB9F482A}"/>
                    </a:ext>
                  </a:extLst>
                </p:cNvPr>
                <p:cNvSpPr/>
                <p:nvPr/>
              </p:nvSpPr>
              <p:spPr>
                <a:xfrm>
                  <a:off x="913783" y="2071688"/>
                  <a:ext cx="381000" cy="381000"/>
                </a:xfrm>
                <a:prstGeom prst="rect">
                  <a:avLst/>
                </a:prstGeom>
                <a:solidFill>
                  <a:srgbClr val="D5E8D4"/>
                </a:solidFill>
                <a:ln w="9525" cap="flat">
                  <a:solidFill>
                    <a:srgbClr val="82B366"/>
                  </a:solidFill>
                  <a:prstDash val="solid"/>
                  <a:miter/>
                </a:ln>
              </p:spPr>
              <p:txBody>
                <a:bodyPr/>
                <a:lstStyle/>
                <a:p>
                  <a:endParaRPr lang="en-US" sz="2000" noProof="0" dirty="0"/>
                </a:p>
              </p:txBody>
            </p:sp>
            <p:sp>
              <p:nvSpPr>
                <p:cNvPr id="109" name="Rectangle 108">
                  <a:extLst>
                    <a:ext uri="{FF2B5EF4-FFF2-40B4-BE49-F238E27FC236}">
                      <a16:creationId xmlns:a16="http://schemas.microsoft.com/office/drawing/2014/main" id="{CB1BEEBA-CE4B-423A-DC35-65C4358F6391}"/>
                    </a:ext>
                  </a:extLst>
                </p:cNvPr>
                <p:cNvSpPr/>
                <p:nvPr/>
              </p:nvSpPr>
              <p:spPr>
                <a:xfrm>
                  <a:off x="151783" y="2452688"/>
                  <a:ext cx="381000" cy="381000"/>
                </a:xfrm>
                <a:prstGeom prst="rect">
                  <a:avLst/>
                </a:prstGeom>
                <a:solidFill>
                  <a:srgbClr val="D5E8D4"/>
                </a:solidFill>
                <a:ln w="9525" cap="flat">
                  <a:solidFill>
                    <a:srgbClr val="82B366"/>
                  </a:solidFill>
                  <a:prstDash val="solid"/>
                  <a:miter/>
                </a:ln>
              </p:spPr>
              <p:txBody>
                <a:bodyPr/>
                <a:lstStyle/>
                <a:p>
                  <a:endParaRPr lang="en-US" sz="2000" noProof="0" dirty="0"/>
                </a:p>
              </p:txBody>
            </p:sp>
            <p:sp>
              <p:nvSpPr>
                <p:cNvPr id="111" name="Rectangle 110">
                  <a:extLst>
                    <a:ext uri="{FF2B5EF4-FFF2-40B4-BE49-F238E27FC236}">
                      <a16:creationId xmlns:a16="http://schemas.microsoft.com/office/drawing/2014/main" id="{FC11DB9F-16D5-1A9C-AEDB-D1E85ED32A85}"/>
                    </a:ext>
                  </a:extLst>
                </p:cNvPr>
                <p:cNvSpPr/>
                <p:nvPr/>
              </p:nvSpPr>
              <p:spPr>
                <a:xfrm>
                  <a:off x="532783" y="2452688"/>
                  <a:ext cx="381000" cy="381000"/>
                </a:xfrm>
                <a:prstGeom prst="rect">
                  <a:avLst/>
                </a:prstGeom>
                <a:solidFill>
                  <a:srgbClr val="D5E8D4"/>
                </a:solidFill>
                <a:ln w="9525" cap="flat">
                  <a:solidFill>
                    <a:srgbClr val="82B366"/>
                  </a:solidFill>
                  <a:prstDash val="solid"/>
                  <a:miter/>
                </a:ln>
              </p:spPr>
              <p:txBody>
                <a:bodyPr/>
                <a:lstStyle/>
                <a:p>
                  <a:endParaRPr lang="en-US" sz="2000" noProof="0" dirty="0"/>
                </a:p>
              </p:txBody>
            </p:sp>
            <p:sp>
              <p:nvSpPr>
                <p:cNvPr id="113" name="Rectangle 112">
                  <a:extLst>
                    <a:ext uri="{FF2B5EF4-FFF2-40B4-BE49-F238E27FC236}">
                      <a16:creationId xmlns:a16="http://schemas.microsoft.com/office/drawing/2014/main" id="{150D4BBF-8286-2145-EB28-1DB5276D1C81}"/>
                    </a:ext>
                  </a:extLst>
                </p:cNvPr>
                <p:cNvSpPr/>
                <p:nvPr/>
              </p:nvSpPr>
              <p:spPr>
                <a:xfrm>
                  <a:off x="913783" y="2452688"/>
                  <a:ext cx="381000" cy="381000"/>
                </a:xfrm>
                <a:prstGeom prst="rect">
                  <a:avLst/>
                </a:prstGeom>
                <a:solidFill>
                  <a:srgbClr val="D5E8D4"/>
                </a:solidFill>
                <a:ln w="9525" cap="flat">
                  <a:solidFill>
                    <a:srgbClr val="82B366"/>
                  </a:solidFill>
                  <a:prstDash val="solid"/>
                  <a:miter/>
                </a:ln>
              </p:spPr>
              <p:txBody>
                <a:bodyPr/>
                <a:lstStyle/>
                <a:p>
                  <a:endParaRPr lang="en-US" sz="2000" noProof="0" dirty="0"/>
                </a:p>
              </p:txBody>
            </p:sp>
            <p:sp>
              <p:nvSpPr>
                <p:cNvPr id="115" name="Rectangle 114">
                  <a:extLst>
                    <a:ext uri="{FF2B5EF4-FFF2-40B4-BE49-F238E27FC236}">
                      <a16:creationId xmlns:a16="http://schemas.microsoft.com/office/drawing/2014/main" id="{CABABF41-024D-E218-43D9-15A612557742}"/>
                    </a:ext>
                  </a:extLst>
                </p:cNvPr>
                <p:cNvSpPr/>
                <p:nvPr/>
              </p:nvSpPr>
              <p:spPr>
                <a:xfrm>
                  <a:off x="151783" y="2833688"/>
                  <a:ext cx="381000" cy="381000"/>
                </a:xfrm>
                <a:prstGeom prst="rect">
                  <a:avLst/>
                </a:prstGeom>
                <a:solidFill>
                  <a:srgbClr val="D5E8D4"/>
                </a:solidFill>
                <a:ln w="9525" cap="flat">
                  <a:solidFill>
                    <a:srgbClr val="82B366"/>
                  </a:solidFill>
                  <a:prstDash val="solid"/>
                  <a:miter/>
                </a:ln>
              </p:spPr>
              <p:txBody>
                <a:bodyPr/>
                <a:lstStyle/>
                <a:p>
                  <a:endParaRPr lang="en-US" sz="2000" noProof="0" dirty="0"/>
                </a:p>
              </p:txBody>
            </p:sp>
            <p:sp>
              <p:nvSpPr>
                <p:cNvPr id="117" name="Rectangle 116">
                  <a:extLst>
                    <a:ext uri="{FF2B5EF4-FFF2-40B4-BE49-F238E27FC236}">
                      <a16:creationId xmlns:a16="http://schemas.microsoft.com/office/drawing/2014/main" id="{4E551831-EF2C-9D97-1E36-5333A86D2994}"/>
                    </a:ext>
                  </a:extLst>
                </p:cNvPr>
                <p:cNvSpPr/>
                <p:nvPr/>
              </p:nvSpPr>
              <p:spPr>
                <a:xfrm>
                  <a:off x="151783" y="3214688"/>
                  <a:ext cx="381000" cy="381000"/>
                </a:xfrm>
                <a:prstGeom prst="rect">
                  <a:avLst/>
                </a:prstGeom>
                <a:solidFill>
                  <a:srgbClr val="D5E8D4"/>
                </a:solidFill>
                <a:ln w="9525" cap="flat">
                  <a:solidFill>
                    <a:srgbClr val="82B366"/>
                  </a:solidFill>
                  <a:prstDash val="solid"/>
                  <a:miter/>
                </a:ln>
              </p:spPr>
              <p:txBody>
                <a:bodyPr/>
                <a:lstStyle/>
                <a:p>
                  <a:endParaRPr lang="en-US" sz="2000" noProof="0" dirty="0"/>
                </a:p>
              </p:txBody>
            </p:sp>
            <p:sp>
              <p:nvSpPr>
                <p:cNvPr id="119" name="Rectangle 118">
                  <a:extLst>
                    <a:ext uri="{FF2B5EF4-FFF2-40B4-BE49-F238E27FC236}">
                      <a16:creationId xmlns:a16="http://schemas.microsoft.com/office/drawing/2014/main" id="{ABD50DB8-D34E-32E9-165E-DB5A4DE1EBBA}"/>
                    </a:ext>
                  </a:extLst>
                </p:cNvPr>
                <p:cNvSpPr/>
                <p:nvPr/>
              </p:nvSpPr>
              <p:spPr>
                <a:xfrm>
                  <a:off x="532783" y="2833688"/>
                  <a:ext cx="381000" cy="381000"/>
                </a:xfrm>
                <a:prstGeom prst="rect">
                  <a:avLst/>
                </a:prstGeom>
                <a:solidFill>
                  <a:srgbClr val="D5E8D4"/>
                </a:solidFill>
                <a:ln w="9525" cap="flat">
                  <a:solidFill>
                    <a:srgbClr val="82B366"/>
                  </a:solidFill>
                  <a:prstDash val="solid"/>
                  <a:miter/>
                </a:ln>
              </p:spPr>
              <p:txBody>
                <a:bodyPr/>
                <a:lstStyle/>
                <a:p>
                  <a:endParaRPr lang="en-US" sz="2000" noProof="0" dirty="0"/>
                </a:p>
              </p:txBody>
            </p:sp>
            <p:sp>
              <p:nvSpPr>
                <p:cNvPr id="121" name="Rectangle 120">
                  <a:extLst>
                    <a:ext uri="{FF2B5EF4-FFF2-40B4-BE49-F238E27FC236}">
                      <a16:creationId xmlns:a16="http://schemas.microsoft.com/office/drawing/2014/main" id="{EB23B9EF-93AB-59F4-6741-F58E04BDF7F4}"/>
                    </a:ext>
                  </a:extLst>
                </p:cNvPr>
                <p:cNvSpPr/>
                <p:nvPr/>
              </p:nvSpPr>
              <p:spPr>
                <a:xfrm>
                  <a:off x="532783" y="3214688"/>
                  <a:ext cx="381000" cy="381000"/>
                </a:xfrm>
                <a:prstGeom prst="rect">
                  <a:avLst/>
                </a:prstGeom>
                <a:solidFill>
                  <a:srgbClr val="D5E8D4"/>
                </a:solidFill>
                <a:ln w="9525" cap="flat">
                  <a:solidFill>
                    <a:srgbClr val="82B366"/>
                  </a:solidFill>
                  <a:prstDash val="solid"/>
                  <a:miter/>
                </a:ln>
              </p:spPr>
              <p:txBody>
                <a:bodyPr/>
                <a:lstStyle/>
                <a:p>
                  <a:endParaRPr lang="en-US" sz="2000" noProof="0" dirty="0"/>
                </a:p>
              </p:txBody>
            </p:sp>
            <p:sp>
              <p:nvSpPr>
                <p:cNvPr id="123" name="Rectangle 122">
                  <a:extLst>
                    <a:ext uri="{FF2B5EF4-FFF2-40B4-BE49-F238E27FC236}">
                      <a16:creationId xmlns:a16="http://schemas.microsoft.com/office/drawing/2014/main" id="{2D4A02CE-3199-AD33-A49A-DD114B9C4BE3}"/>
                    </a:ext>
                  </a:extLst>
                </p:cNvPr>
                <p:cNvSpPr/>
                <p:nvPr/>
              </p:nvSpPr>
              <p:spPr>
                <a:xfrm>
                  <a:off x="913783" y="2833688"/>
                  <a:ext cx="381000" cy="381000"/>
                </a:xfrm>
                <a:prstGeom prst="rect">
                  <a:avLst/>
                </a:prstGeom>
                <a:solidFill>
                  <a:srgbClr val="D5E8D4"/>
                </a:solidFill>
                <a:ln w="9525" cap="flat">
                  <a:solidFill>
                    <a:srgbClr val="82B366"/>
                  </a:solidFill>
                  <a:prstDash val="solid"/>
                  <a:miter/>
                </a:ln>
              </p:spPr>
              <p:txBody>
                <a:bodyPr/>
                <a:lstStyle/>
                <a:p>
                  <a:endParaRPr lang="en-US" sz="2000" noProof="0" dirty="0"/>
                </a:p>
              </p:txBody>
            </p:sp>
            <p:sp>
              <p:nvSpPr>
                <p:cNvPr id="125" name="Rectangle 124">
                  <a:extLst>
                    <a:ext uri="{FF2B5EF4-FFF2-40B4-BE49-F238E27FC236}">
                      <a16:creationId xmlns:a16="http://schemas.microsoft.com/office/drawing/2014/main" id="{3027EB25-5F10-774C-5DA6-3DCFE9CABA29}"/>
                    </a:ext>
                  </a:extLst>
                </p:cNvPr>
                <p:cNvSpPr/>
                <p:nvPr/>
              </p:nvSpPr>
              <p:spPr>
                <a:xfrm>
                  <a:off x="913783" y="3214688"/>
                  <a:ext cx="381000" cy="381000"/>
                </a:xfrm>
                <a:prstGeom prst="rect">
                  <a:avLst/>
                </a:prstGeom>
                <a:solidFill>
                  <a:srgbClr val="D5E8D4"/>
                </a:solidFill>
                <a:ln w="9525" cap="flat">
                  <a:solidFill>
                    <a:srgbClr val="82B366"/>
                  </a:solidFill>
                  <a:prstDash val="solid"/>
                  <a:miter/>
                </a:ln>
              </p:spPr>
              <p:txBody>
                <a:bodyPr/>
                <a:lstStyle/>
                <a:p>
                  <a:endParaRPr lang="en-US" sz="2000" noProof="0" dirty="0"/>
                </a:p>
              </p:txBody>
            </p:sp>
          </p:grpSp>
          <p:grpSp>
            <p:nvGrpSpPr>
              <p:cNvPr id="158" name="Group 157">
                <a:extLst>
                  <a:ext uri="{FF2B5EF4-FFF2-40B4-BE49-F238E27FC236}">
                    <a16:creationId xmlns:a16="http://schemas.microsoft.com/office/drawing/2014/main" id="{DA00805D-D712-2AF1-DE04-6B29E73230A2}"/>
                  </a:ext>
                </a:extLst>
              </p:cNvPr>
              <p:cNvGrpSpPr/>
              <p:nvPr/>
            </p:nvGrpSpPr>
            <p:grpSpPr>
              <a:xfrm>
                <a:off x="3909451" y="2095500"/>
                <a:ext cx="1524000" cy="1524000"/>
                <a:chOff x="3107359" y="2145800"/>
                <a:chExt cx="1524000" cy="1524000"/>
              </a:xfrm>
            </p:grpSpPr>
            <p:sp>
              <p:nvSpPr>
                <p:cNvPr id="127" name="Rectangle 126">
                  <a:extLst>
                    <a:ext uri="{FF2B5EF4-FFF2-40B4-BE49-F238E27FC236}">
                      <a16:creationId xmlns:a16="http://schemas.microsoft.com/office/drawing/2014/main" id="{A42A4767-E46E-410D-7A3A-EDEDAE64E15E}"/>
                    </a:ext>
                  </a:extLst>
                </p:cNvPr>
                <p:cNvSpPr/>
                <p:nvPr/>
              </p:nvSpPr>
              <p:spPr>
                <a:xfrm>
                  <a:off x="3107359" y="2145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129" name="Rectangle 128">
                  <a:extLst>
                    <a:ext uri="{FF2B5EF4-FFF2-40B4-BE49-F238E27FC236}">
                      <a16:creationId xmlns:a16="http://schemas.microsoft.com/office/drawing/2014/main" id="{160F0266-E94D-2642-41A9-CB48AF596432}"/>
                    </a:ext>
                  </a:extLst>
                </p:cNvPr>
                <p:cNvSpPr/>
                <p:nvPr/>
              </p:nvSpPr>
              <p:spPr>
                <a:xfrm>
                  <a:off x="3488359" y="2145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131" name="Rectangle 130">
                  <a:extLst>
                    <a:ext uri="{FF2B5EF4-FFF2-40B4-BE49-F238E27FC236}">
                      <a16:creationId xmlns:a16="http://schemas.microsoft.com/office/drawing/2014/main" id="{58CC5973-248F-307A-6EAB-E779182293B7}"/>
                    </a:ext>
                  </a:extLst>
                </p:cNvPr>
                <p:cNvSpPr/>
                <p:nvPr/>
              </p:nvSpPr>
              <p:spPr>
                <a:xfrm>
                  <a:off x="3869359" y="2145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133" name="Rectangle 132">
                  <a:extLst>
                    <a:ext uri="{FF2B5EF4-FFF2-40B4-BE49-F238E27FC236}">
                      <a16:creationId xmlns:a16="http://schemas.microsoft.com/office/drawing/2014/main" id="{E9DCEC46-4D53-95F6-587B-C239E9203FD2}"/>
                    </a:ext>
                  </a:extLst>
                </p:cNvPr>
                <p:cNvSpPr/>
                <p:nvPr/>
              </p:nvSpPr>
              <p:spPr>
                <a:xfrm>
                  <a:off x="4250359" y="2145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135" name="Rectangle 134">
                  <a:extLst>
                    <a:ext uri="{FF2B5EF4-FFF2-40B4-BE49-F238E27FC236}">
                      <a16:creationId xmlns:a16="http://schemas.microsoft.com/office/drawing/2014/main" id="{8A4F7006-7017-5729-F662-5CEC492194FF}"/>
                    </a:ext>
                  </a:extLst>
                </p:cNvPr>
                <p:cNvSpPr/>
                <p:nvPr/>
              </p:nvSpPr>
              <p:spPr>
                <a:xfrm>
                  <a:off x="3107359" y="2526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137" name="Rectangle 136">
                  <a:extLst>
                    <a:ext uri="{FF2B5EF4-FFF2-40B4-BE49-F238E27FC236}">
                      <a16:creationId xmlns:a16="http://schemas.microsoft.com/office/drawing/2014/main" id="{9F07D89A-107F-794A-53D4-0AF9B343B51B}"/>
                    </a:ext>
                  </a:extLst>
                </p:cNvPr>
                <p:cNvSpPr/>
                <p:nvPr/>
              </p:nvSpPr>
              <p:spPr>
                <a:xfrm>
                  <a:off x="3488359" y="2526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139" name="Rectangle 138">
                  <a:extLst>
                    <a:ext uri="{FF2B5EF4-FFF2-40B4-BE49-F238E27FC236}">
                      <a16:creationId xmlns:a16="http://schemas.microsoft.com/office/drawing/2014/main" id="{C8B2D771-DD1B-2C65-1A70-9DD9A4910371}"/>
                    </a:ext>
                  </a:extLst>
                </p:cNvPr>
                <p:cNvSpPr/>
                <p:nvPr/>
              </p:nvSpPr>
              <p:spPr>
                <a:xfrm>
                  <a:off x="3869359" y="2526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141" name="Rectangle 140">
                  <a:extLst>
                    <a:ext uri="{FF2B5EF4-FFF2-40B4-BE49-F238E27FC236}">
                      <a16:creationId xmlns:a16="http://schemas.microsoft.com/office/drawing/2014/main" id="{A809B9A5-B3C1-3AB0-59A8-4C2DEE1A2E8E}"/>
                    </a:ext>
                  </a:extLst>
                </p:cNvPr>
                <p:cNvSpPr/>
                <p:nvPr/>
              </p:nvSpPr>
              <p:spPr>
                <a:xfrm>
                  <a:off x="4250359" y="2526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143" name="Rectangle 142">
                  <a:extLst>
                    <a:ext uri="{FF2B5EF4-FFF2-40B4-BE49-F238E27FC236}">
                      <a16:creationId xmlns:a16="http://schemas.microsoft.com/office/drawing/2014/main" id="{E24458F8-B4BC-08DA-AAF4-7036DD689792}"/>
                    </a:ext>
                  </a:extLst>
                </p:cNvPr>
                <p:cNvSpPr/>
                <p:nvPr/>
              </p:nvSpPr>
              <p:spPr>
                <a:xfrm>
                  <a:off x="3107359" y="2907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145" name="Rectangle 144">
                  <a:extLst>
                    <a:ext uri="{FF2B5EF4-FFF2-40B4-BE49-F238E27FC236}">
                      <a16:creationId xmlns:a16="http://schemas.microsoft.com/office/drawing/2014/main" id="{914AAE84-5921-F13E-235E-3E38FCA17F1D}"/>
                    </a:ext>
                  </a:extLst>
                </p:cNvPr>
                <p:cNvSpPr/>
                <p:nvPr/>
              </p:nvSpPr>
              <p:spPr>
                <a:xfrm>
                  <a:off x="3488359" y="2907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147" name="Rectangle 146">
                  <a:extLst>
                    <a:ext uri="{FF2B5EF4-FFF2-40B4-BE49-F238E27FC236}">
                      <a16:creationId xmlns:a16="http://schemas.microsoft.com/office/drawing/2014/main" id="{BC14B6F1-9E99-692E-3AF1-DD2DD9A0B224}"/>
                    </a:ext>
                  </a:extLst>
                </p:cNvPr>
                <p:cNvSpPr/>
                <p:nvPr/>
              </p:nvSpPr>
              <p:spPr>
                <a:xfrm>
                  <a:off x="3869359" y="2907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149" name="Rectangle 148">
                  <a:extLst>
                    <a:ext uri="{FF2B5EF4-FFF2-40B4-BE49-F238E27FC236}">
                      <a16:creationId xmlns:a16="http://schemas.microsoft.com/office/drawing/2014/main" id="{B7D242E2-32E6-1029-7CF1-C712590C1678}"/>
                    </a:ext>
                  </a:extLst>
                </p:cNvPr>
                <p:cNvSpPr/>
                <p:nvPr/>
              </p:nvSpPr>
              <p:spPr>
                <a:xfrm>
                  <a:off x="4250359" y="2907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151" name="Rectangle 150">
                  <a:extLst>
                    <a:ext uri="{FF2B5EF4-FFF2-40B4-BE49-F238E27FC236}">
                      <a16:creationId xmlns:a16="http://schemas.microsoft.com/office/drawing/2014/main" id="{5F7D8052-E832-A523-002B-3FE38B26DA11}"/>
                    </a:ext>
                  </a:extLst>
                </p:cNvPr>
                <p:cNvSpPr/>
                <p:nvPr/>
              </p:nvSpPr>
              <p:spPr>
                <a:xfrm>
                  <a:off x="3107359" y="3288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153" name="Rectangle 152">
                  <a:extLst>
                    <a:ext uri="{FF2B5EF4-FFF2-40B4-BE49-F238E27FC236}">
                      <a16:creationId xmlns:a16="http://schemas.microsoft.com/office/drawing/2014/main" id="{83D2B734-91DA-56CE-7E18-6A8B4C95CF4B}"/>
                    </a:ext>
                  </a:extLst>
                </p:cNvPr>
                <p:cNvSpPr/>
                <p:nvPr/>
              </p:nvSpPr>
              <p:spPr>
                <a:xfrm>
                  <a:off x="3488359" y="3288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155" name="Rectangle 154">
                  <a:extLst>
                    <a:ext uri="{FF2B5EF4-FFF2-40B4-BE49-F238E27FC236}">
                      <a16:creationId xmlns:a16="http://schemas.microsoft.com/office/drawing/2014/main" id="{C6F13F13-8DEC-A0D4-025A-3B566306E937}"/>
                    </a:ext>
                  </a:extLst>
                </p:cNvPr>
                <p:cNvSpPr/>
                <p:nvPr/>
              </p:nvSpPr>
              <p:spPr>
                <a:xfrm>
                  <a:off x="3869359" y="3288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157" name="Rectangle 156">
                  <a:extLst>
                    <a:ext uri="{FF2B5EF4-FFF2-40B4-BE49-F238E27FC236}">
                      <a16:creationId xmlns:a16="http://schemas.microsoft.com/office/drawing/2014/main" id="{66C81D2C-3F36-BC05-B0DB-AF29751FDCEE}"/>
                    </a:ext>
                  </a:extLst>
                </p:cNvPr>
                <p:cNvSpPr/>
                <p:nvPr/>
              </p:nvSpPr>
              <p:spPr>
                <a:xfrm>
                  <a:off x="4250359" y="3288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grpSp>
          <mc:AlternateContent xmlns:mc="http://schemas.openxmlformats.org/markup-compatibility/2006">
            <mc:Choice xmlns:a14="http://schemas.microsoft.com/office/drawing/2010/main" Requires="a14">
              <p:sp>
                <p:nvSpPr>
                  <p:cNvPr id="161" name="TextBox 160">
                    <a:extLst>
                      <a:ext uri="{FF2B5EF4-FFF2-40B4-BE49-F238E27FC236}">
                        <a16:creationId xmlns:a16="http://schemas.microsoft.com/office/drawing/2014/main" id="{94B9DE91-798F-3576-FF89-4137D488236A}"/>
                      </a:ext>
                    </a:extLst>
                  </p:cNvPr>
                  <p:cNvSpPr txBox="1"/>
                  <p:nvPr/>
                </p:nvSpPr>
                <p:spPr>
                  <a:xfrm>
                    <a:off x="1612033" y="2646411"/>
                    <a:ext cx="422427" cy="545746"/>
                  </a:xfrm>
                  <a:prstGeom prst="rect">
                    <a:avLst/>
                  </a:prstGeom>
                  <a:noFill/>
                </p:spPr>
                <p:txBody>
                  <a:bodyPr wrap="none" rtlCol="0">
                    <a:spAutoFit/>
                  </a:bodyPr>
                  <a:lstStyle/>
                  <a:p>
                    <a:pPr/>
                    <a14:m>
                      <m:oMathPara xmlns:m="http://schemas.openxmlformats.org/officeDocument/2006/math">
                        <m:oMath>
                          <m:r>
                            <a:rPr lang="en-US" sz="2000" b="0" i="1" noProof="0" smtClean="0">
                              <a:latin typeface="Cambria Math" panose="02040503050406030204" pitchFamily="18" charset="0"/>
                            </a:rPr>
                            <m:t>⋅</m:t>
                          </m:r>
                        </m:oMath>
                      </m:oMathPara>
                    </a14:m>
                    <a:endParaRPr lang="en-US" sz="2000" noProof="0" dirty="0"/>
                  </a:p>
                </p:txBody>
              </p:sp>
            </mc:Choice>
            <mc:Fallback>
              <p:sp>
                <p:nvSpPr>
                  <p:cNvPr id="161" name="TextBox 160">
                    <a:extLst>
                      <a:ext uri="{FF2B5EF4-FFF2-40B4-BE49-F238E27FC236}">
                        <a16:creationId xmlns:a16="http://schemas.microsoft.com/office/drawing/2014/main" id="{94B9DE91-798F-3576-FF89-4137D488236A}"/>
                      </a:ext>
                    </a:extLst>
                  </p:cNvPr>
                  <p:cNvSpPr txBox="1">
                    <a:spLocks noRot="1" noChangeAspect="1" noMove="1" noResize="1" noEditPoints="1" noAdjustHandles="1" noChangeArrowheads="1" noChangeShapeType="1" noTextEdit="1"/>
                  </p:cNvSpPr>
                  <p:nvPr/>
                </p:nvSpPr>
                <p:spPr>
                  <a:xfrm>
                    <a:off x="1612033" y="2646411"/>
                    <a:ext cx="422427" cy="545746"/>
                  </a:xfrm>
                  <a:prstGeom prst="rect">
                    <a:avLst/>
                  </a:prstGeom>
                  <a:blipFill>
                    <a:blip r:embed="rId32"/>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63" name="TextBox 162">
                    <a:extLst>
                      <a:ext uri="{FF2B5EF4-FFF2-40B4-BE49-F238E27FC236}">
                        <a16:creationId xmlns:a16="http://schemas.microsoft.com/office/drawing/2014/main" id="{487A942B-4524-AA56-6066-2AFB97633CDD}"/>
                      </a:ext>
                    </a:extLst>
                  </p:cNvPr>
                  <p:cNvSpPr txBox="1"/>
                  <p:nvPr/>
                </p:nvSpPr>
                <p:spPr>
                  <a:xfrm>
                    <a:off x="3432966" y="2624906"/>
                    <a:ext cx="586414" cy="545746"/>
                  </a:xfrm>
                  <a:prstGeom prst="rect">
                    <a:avLst/>
                  </a:prstGeom>
                  <a:noFill/>
                </p:spPr>
                <p:txBody>
                  <a:bodyPr wrap="none" rtlCol="0">
                    <a:spAutoFit/>
                  </a:bodyPr>
                  <a:lstStyle/>
                  <a:p>
                    <a:pPr/>
                    <a14:m>
                      <m:oMathPara xmlns:m="http://schemas.openxmlformats.org/officeDocument/2006/math">
                        <m:oMath>
                          <m:r>
                            <a:rPr lang="en-US" sz="2000" b="0" i="1" noProof="0" smtClean="0">
                              <a:latin typeface="Cambria Math" panose="02040503050406030204" pitchFamily="18" charset="0"/>
                            </a:rPr>
                            <m:t>=</m:t>
                          </m:r>
                        </m:oMath>
                      </m:oMathPara>
                    </a14:m>
                    <a:endParaRPr lang="en-US" sz="2000" noProof="0" dirty="0"/>
                  </a:p>
                </p:txBody>
              </p:sp>
            </mc:Choice>
            <mc:Fallback>
              <p:sp>
                <p:nvSpPr>
                  <p:cNvPr id="163" name="TextBox 162">
                    <a:extLst>
                      <a:ext uri="{FF2B5EF4-FFF2-40B4-BE49-F238E27FC236}">
                        <a16:creationId xmlns:a16="http://schemas.microsoft.com/office/drawing/2014/main" id="{487A942B-4524-AA56-6066-2AFB97633CDD}"/>
                      </a:ext>
                    </a:extLst>
                  </p:cNvPr>
                  <p:cNvSpPr txBox="1">
                    <a:spLocks noRot="1" noChangeAspect="1" noMove="1" noResize="1" noEditPoints="1" noAdjustHandles="1" noChangeArrowheads="1" noChangeShapeType="1" noTextEdit="1"/>
                  </p:cNvSpPr>
                  <p:nvPr/>
                </p:nvSpPr>
                <p:spPr>
                  <a:xfrm>
                    <a:off x="3432966" y="2624906"/>
                    <a:ext cx="586414" cy="545746"/>
                  </a:xfrm>
                  <a:prstGeom prst="rect">
                    <a:avLst/>
                  </a:prstGeom>
                  <a:blipFill>
                    <a:blip r:embed="rId33"/>
                    <a:stretch>
                      <a:fillRect/>
                    </a:stretch>
                  </a:blipFill>
                </p:spPr>
                <p:txBody>
                  <a:bodyPr/>
                  <a:lstStyle/>
                  <a:p>
                    <a:r>
                      <a:rPr lang="en-US">
                        <a:noFill/>
                      </a:rPr>
                      <a:t> </a:t>
                    </a:r>
                  </a:p>
                </p:txBody>
              </p:sp>
            </mc:Fallback>
          </mc:AlternateContent>
          <p:sp>
            <p:nvSpPr>
              <p:cNvPr id="164" name="TextBox 163">
                <a:extLst>
                  <a:ext uri="{FF2B5EF4-FFF2-40B4-BE49-F238E27FC236}">
                    <a16:creationId xmlns:a16="http://schemas.microsoft.com/office/drawing/2014/main" id="{9E97900C-C153-EE19-DF63-350FE2A97C8A}"/>
                  </a:ext>
                </a:extLst>
              </p:cNvPr>
              <p:cNvSpPr txBox="1"/>
              <p:nvPr/>
            </p:nvSpPr>
            <p:spPr>
              <a:xfrm>
                <a:off x="848109" y="3618449"/>
                <a:ext cx="461784" cy="545745"/>
              </a:xfrm>
              <a:prstGeom prst="rect">
                <a:avLst/>
              </a:prstGeom>
              <a:noFill/>
            </p:spPr>
            <p:txBody>
              <a:bodyPr wrap="none" rtlCol="0">
                <a:spAutoFit/>
              </a:bodyPr>
              <a:lstStyle/>
              <a:p>
                <a:pPr algn="ctr"/>
                <a:r>
                  <a:rPr lang="en-US" sz="2000" noProof="0" dirty="0">
                    <a:solidFill>
                      <a:srgbClr val="001080"/>
                    </a:solidFill>
                    <a:latin typeface="Fira Code" panose="020B0809050000020004" pitchFamily="49" charset="0"/>
                  </a:rPr>
                  <a:t>A</a:t>
                </a:r>
              </a:p>
            </p:txBody>
          </p:sp>
          <p:sp>
            <p:nvSpPr>
              <p:cNvPr id="166" name="TextBox 165">
                <a:extLst>
                  <a:ext uri="{FF2B5EF4-FFF2-40B4-BE49-F238E27FC236}">
                    <a16:creationId xmlns:a16="http://schemas.microsoft.com/office/drawing/2014/main" id="{DC3CACF7-A1B7-29D0-C432-9242ABB7B3C4}"/>
                  </a:ext>
                </a:extLst>
              </p:cNvPr>
              <p:cNvSpPr txBox="1"/>
              <p:nvPr/>
            </p:nvSpPr>
            <p:spPr>
              <a:xfrm>
                <a:off x="2546352" y="3614686"/>
                <a:ext cx="461784" cy="545746"/>
              </a:xfrm>
              <a:prstGeom prst="rect">
                <a:avLst/>
              </a:prstGeom>
              <a:noFill/>
            </p:spPr>
            <p:txBody>
              <a:bodyPr wrap="none" rtlCol="0">
                <a:spAutoFit/>
              </a:bodyPr>
              <a:lstStyle/>
              <a:p>
                <a:pPr algn="ctr"/>
                <a:r>
                  <a:rPr lang="en-US" sz="2000" noProof="0" dirty="0">
                    <a:solidFill>
                      <a:srgbClr val="001080"/>
                    </a:solidFill>
                    <a:latin typeface="Fira Code" panose="020B0809050000020004" pitchFamily="49" charset="0"/>
                  </a:rPr>
                  <a:t>B</a:t>
                </a:r>
              </a:p>
            </p:txBody>
          </p:sp>
          <p:sp>
            <p:nvSpPr>
              <p:cNvPr id="168" name="TextBox 167">
                <a:extLst>
                  <a:ext uri="{FF2B5EF4-FFF2-40B4-BE49-F238E27FC236}">
                    <a16:creationId xmlns:a16="http://schemas.microsoft.com/office/drawing/2014/main" id="{4DF7CA29-29E0-61DA-80AE-062D887E51BC}"/>
                  </a:ext>
                </a:extLst>
              </p:cNvPr>
              <p:cNvSpPr txBox="1"/>
              <p:nvPr/>
            </p:nvSpPr>
            <p:spPr>
              <a:xfrm>
                <a:off x="4452754" y="3614686"/>
                <a:ext cx="461784" cy="545746"/>
              </a:xfrm>
              <a:prstGeom prst="rect">
                <a:avLst/>
              </a:prstGeom>
              <a:noFill/>
            </p:spPr>
            <p:txBody>
              <a:bodyPr wrap="none" rtlCol="0">
                <a:spAutoFit/>
              </a:bodyPr>
              <a:lstStyle/>
              <a:p>
                <a:pPr algn="ctr"/>
                <a:r>
                  <a:rPr lang="en-US" sz="2000" noProof="0" dirty="0">
                    <a:solidFill>
                      <a:srgbClr val="001080"/>
                    </a:solidFill>
                    <a:latin typeface="Fira Code" panose="020B0809050000020004" pitchFamily="49" charset="0"/>
                  </a:rPr>
                  <a:t>C</a:t>
                </a:r>
              </a:p>
            </p:txBody>
          </p:sp>
          <mc:AlternateContent xmlns:mc="http://schemas.openxmlformats.org/markup-compatibility/2006">
            <mc:Choice xmlns:a14="http://schemas.microsoft.com/office/drawing/2010/main" Requires="a14">
              <p:sp>
                <p:nvSpPr>
                  <p:cNvPr id="169" name="TextBox 168">
                    <a:extLst>
                      <a:ext uri="{FF2B5EF4-FFF2-40B4-BE49-F238E27FC236}">
                        <a16:creationId xmlns:a16="http://schemas.microsoft.com/office/drawing/2014/main" id="{AB69531D-B174-6BC8-5616-B3AC24D2B879}"/>
                      </a:ext>
                    </a:extLst>
                  </p:cNvPr>
                  <p:cNvSpPr txBox="1"/>
                  <p:nvPr/>
                </p:nvSpPr>
                <p:spPr>
                  <a:xfrm>
                    <a:off x="37909" y="1964973"/>
                    <a:ext cx="622972" cy="545746"/>
                  </a:xfrm>
                  <a:prstGeom prst="rect">
                    <a:avLst/>
                  </a:prstGeom>
                  <a:noFill/>
                </p:spPr>
                <p:txBody>
                  <a:bodyPr wrap="none" rtlCol="0">
                    <a:spAutoFit/>
                  </a:bodyPr>
                  <a:lstStyle/>
                  <a:p>
                    <a:pPr/>
                    <a14:m>
                      <m:oMathPara xmlns:m="http://schemas.openxmlformats.org/officeDocument/2006/math">
                        <m:oMath>
                          <m:r>
                            <a:rPr lang="en-US" sz="2000" i="1" noProof="0" smtClean="0">
                              <a:latin typeface="Cambria Math" panose="02040503050406030204" pitchFamily="18" charset="0"/>
                            </a:rPr>
                            <m:t>𝑚</m:t>
                          </m:r>
                        </m:oMath>
                      </m:oMathPara>
                    </a14:m>
                    <a:endParaRPr lang="en-US" sz="2000" noProof="0" dirty="0"/>
                  </a:p>
                </p:txBody>
              </p:sp>
            </mc:Choice>
            <mc:Fallback>
              <p:sp>
                <p:nvSpPr>
                  <p:cNvPr id="169" name="TextBox 168">
                    <a:extLst>
                      <a:ext uri="{FF2B5EF4-FFF2-40B4-BE49-F238E27FC236}">
                        <a16:creationId xmlns:a16="http://schemas.microsoft.com/office/drawing/2014/main" id="{AB69531D-B174-6BC8-5616-B3AC24D2B879}"/>
                      </a:ext>
                    </a:extLst>
                  </p:cNvPr>
                  <p:cNvSpPr txBox="1">
                    <a:spLocks noRot="1" noChangeAspect="1" noMove="1" noResize="1" noEditPoints="1" noAdjustHandles="1" noChangeArrowheads="1" noChangeShapeType="1" noTextEdit="1"/>
                  </p:cNvSpPr>
                  <p:nvPr/>
                </p:nvSpPr>
                <p:spPr>
                  <a:xfrm>
                    <a:off x="37909" y="1964973"/>
                    <a:ext cx="622972" cy="545746"/>
                  </a:xfrm>
                  <a:prstGeom prst="rect">
                    <a:avLst/>
                  </a:prstGeom>
                  <a:blipFill>
                    <a:blip r:embed="rId34"/>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71" name="TextBox 170">
                    <a:extLst>
                      <a:ext uri="{FF2B5EF4-FFF2-40B4-BE49-F238E27FC236}">
                        <a16:creationId xmlns:a16="http://schemas.microsoft.com/office/drawing/2014/main" id="{2E9C9242-8475-426D-DFA6-14540A24D3A2}"/>
                      </a:ext>
                    </a:extLst>
                  </p:cNvPr>
                  <p:cNvSpPr txBox="1"/>
                  <p:nvPr/>
                </p:nvSpPr>
                <p:spPr>
                  <a:xfrm>
                    <a:off x="857275" y="1673266"/>
                    <a:ext cx="526679" cy="545746"/>
                  </a:xfrm>
                  <a:prstGeom prst="rect">
                    <a:avLst/>
                  </a:prstGeom>
                  <a:noFill/>
                </p:spPr>
                <p:txBody>
                  <a:bodyPr wrap="none" rtlCol="0">
                    <a:spAutoFit/>
                  </a:bodyPr>
                  <a:lstStyle/>
                  <a:p>
                    <a:pPr/>
                    <a14:m>
                      <m:oMathPara xmlns:m="http://schemas.openxmlformats.org/officeDocument/2006/math">
                        <m:oMath>
                          <m:r>
                            <a:rPr lang="en-US" sz="2000" b="0" i="1" noProof="0" smtClean="0">
                              <a:latin typeface="Cambria Math" panose="02040503050406030204" pitchFamily="18" charset="0"/>
                            </a:rPr>
                            <m:t>𝑘</m:t>
                          </m:r>
                        </m:oMath>
                      </m:oMathPara>
                    </a14:m>
                    <a:endParaRPr lang="en-US" sz="2000" noProof="0" dirty="0"/>
                  </a:p>
                </p:txBody>
              </p:sp>
            </mc:Choice>
            <mc:Fallback>
              <p:sp>
                <p:nvSpPr>
                  <p:cNvPr id="171" name="TextBox 170">
                    <a:extLst>
                      <a:ext uri="{FF2B5EF4-FFF2-40B4-BE49-F238E27FC236}">
                        <a16:creationId xmlns:a16="http://schemas.microsoft.com/office/drawing/2014/main" id="{2E9C9242-8475-426D-DFA6-14540A24D3A2}"/>
                      </a:ext>
                    </a:extLst>
                  </p:cNvPr>
                  <p:cNvSpPr txBox="1">
                    <a:spLocks noRot="1" noChangeAspect="1" noMove="1" noResize="1" noEditPoints="1" noAdjustHandles="1" noChangeArrowheads="1" noChangeShapeType="1" noTextEdit="1"/>
                  </p:cNvSpPr>
                  <p:nvPr/>
                </p:nvSpPr>
                <p:spPr>
                  <a:xfrm>
                    <a:off x="857275" y="1673266"/>
                    <a:ext cx="526679" cy="545746"/>
                  </a:xfrm>
                  <a:prstGeom prst="rect">
                    <a:avLst/>
                  </a:prstGeom>
                  <a:blipFill>
                    <a:blip r:embed="rId35"/>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73" name="TextBox 172">
                    <a:extLst>
                      <a:ext uri="{FF2B5EF4-FFF2-40B4-BE49-F238E27FC236}">
                        <a16:creationId xmlns:a16="http://schemas.microsoft.com/office/drawing/2014/main" id="{729CF20E-3A7A-ADF8-38B3-0A9D4972A8BA}"/>
                      </a:ext>
                    </a:extLst>
                  </p:cNvPr>
                  <p:cNvSpPr txBox="1"/>
                  <p:nvPr/>
                </p:nvSpPr>
                <p:spPr>
                  <a:xfrm>
                    <a:off x="1563378" y="2038382"/>
                    <a:ext cx="526679" cy="545746"/>
                  </a:xfrm>
                  <a:prstGeom prst="rect">
                    <a:avLst/>
                  </a:prstGeom>
                  <a:noFill/>
                </p:spPr>
                <p:txBody>
                  <a:bodyPr wrap="none" rtlCol="0">
                    <a:spAutoFit/>
                  </a:bodyPr>
                  <a:lstStyle/>
                  <a:p>
                    <a:pPr/>
                    <a14:m>
                      <m:oMathPara xmlns:m="http://schemas.openxmlformats.org/officeDocument/2006/math">
                        <m:oMath>
                          <m:r>
                            <a:rPr lang="en-US" sz="2000" b="0" i="1" noProof="0" smtClean="0">
                              <a:latin typeface="Cambria Math" panose="02040503050406030204" pitchFamily="18" charset="0"/>
                            </a:rPr>
                            <m:t>𝑘</m:t>
                          </m:r>
                        </m:oMath>
                      </m:oMathPara>
                    </a14:m>
                    <a:endParaRPr lang="en-US" sz="2000" noProof="0" dirty="0"/>
                  </a:p>
                </p:txBody>
              </p:sp>
            </mc:Choice>
            <mc:Fallback>
              <p:sp>
                <p:nvSpPr>
                  <p:cNvPr id="173" name="TextBox 172">
                    <a:extLst>
                      <a:ext uri="{FF2B5EF4-FFF2-40B4-BE49-F238E27FC236}">
                        <a16:creationId xmlns:a16="http://schemas.microsoft.com/office/drawing/2014/main" id="{729CF20E-3A7A-ADF8-38B3-0A9D4972A8BA}"/>
                      </a:ext>
                    </a:extLst>
                  </p:cNvPr>
                  <p:cNvSpPr txBox="1">
                    <a:spLocks noRot="1" noChangeAspect="1" noMove="1" noResize="1" noEditPoints="1" noAdjustHandles="1" noChangeArrowheads="1" noChangeShapeType="1" noTextEdit="1"/>
                  </p:cNvSpPr>
                  <p:nvPr/>
                </p:nvSpPr>
                <p:spPr>
                  <a:xfrm>
                    <a:off x="1563378" y="2038382"/>
                    <a:ext cx="526679" cy="545746"/>
                  </a:xfrm>
                  <a:prstGeom prst="rect">
                    <a:avLst/>
                  </a:prstGeom>
                  <a:blipFill>
                    <a:blip r:embed="rId36"/>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75" name="TextBox 174">
                    <a:extLst>
                      <a:ext uri="{FF2B5EF4-FFF2-40B4-BE49-F238E27FC236}">
                        <a16:creationId xmlns:a16="http://schemas.microsoft.com/office/drawing/2014/main" id="{C6AFF68F-4275-12A3-1984-F36012F6421E}"/>
                      </a:ext>
                    </a:extLst>
                  </p:cNvPr>
                  <p:cNvSpPr txBox="1"/>
                  <p:nvPr/>
                </p:nvSpPr>
                <p:spPr>
                  <a:xfrm>
                    <a:off x="2490369" y="1858436"/>
                    <a:ext cx="531139" cy="545746"/>
                  </a:xfrm>
                  <a:prstGeom prst="rect">
                    <a:avLst/>
                  </a:prstGeom>
                  <a:noFill/>
                </p:spPr>
                <p:txBody>
                  <a:bodyPr wrap="none" rtlCol="0">
                    <a:spAutoFit/>
                  </a:bodyPr>
                  <a:lstStyle/>
                  <a:p>
                    <a:pPr/>
                    <a14:m>
                      <m:oMathPara xmlns:m="http://schemas.openxmlformats.org/officeDocument/2006/math">
                        <m:oMath>
                          <m:r>
                            <a:rPr lang="en-US" sz="2000" b="0" i="1" noProof="0" smtClean="0">
                              <a:latin typeface="Cambria Math" panose="02040503050406030204" pitchFamily="18" charset="0"/>
                            </a:rPr>
                            <m:t>𝑛</m:t>
                          </m:r>
                        </m:oMath>
                      </m:oMathPara>
                    </a14:m>
                    <a:endParaRPr lang="en-US" sz="2000" noProof="0" dirty="0"/>
                  </a:p>
                </p:txBody>
              </p:sp>
            </mc:Choice>
            <mc:Fallback>
              <p:sp>
                <p:nvSpPr>
                  <p:cNvPr id="175" name="TextBox 174">
                    <a:extLst>
                      <a:ext uri="{FF2B5EF4-FFF2-40B4-BE49-F238E27FC236}">
                        <a16:creationId xmlns:a16="http://schemas.microsoft.com/office/drawing/2014/main" id="{C6AFF68F-4275-12A3-1984-F36012F6421E}"/>
                      </a:ext>
                    </a:extLst>
                  </p:cNvPr>
                  <p:cNvSpPr txBox="1">
                    <a:spLocks noRot="1" noChangeAspect="1" noMove="1" noResize="1" noEditPoints="1" noAdjustHandles="1" noChangeArrowheads="1" noChangeShapeType="1" noTextEdit="1"/>
                  </p:cNvSpPr>
                  <p:nvPr/>
                </p:nvSpPr>
                <p:spPr>
                  <a:xfrm>
                    <a:off x="2490369" y="1858436"/>
                    <a:ext cx="531139" cy="545746"/>
                  </a:xfrm>
                  <a:prstGeom prst="rect">
                    <a:avLst/>
                  </a:prstGeom>
                  <a:blipFill>
                    <a:blip r:embed="rId37"/>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77" name="TextBox 176">
                    <a:extLst>
                      <a:ext uri="{FF2B5EF4-FFF2-40B4-BE49-F238E27FC236}">
                        <a16:creationId xmlns:a16="http://schemas.microsoft.com/office/drawing/2014/main" id="{38B8802A-2C13-DDF8-4086-8C002237A748}"/>
                      </a:ext>
                    </a:extLst>
                  </p:cNvPr>
                  <p:cNvSpPr txBox="1"/>
                  <p:nvPr/>
                </p:nvSpPr>
                <p:spPr>
                  <a:xfrm>
                    <a:off x="3435376" y="1890394"/>
                    <a:ext cx="622972" cy="545746"/>
                  </a:xfrm>
                  <a:prstGeom prst="rect">
                    <a:avLst/>
                  </a:prstGeom>
                  <a:noFill/>
                </p:spPr>
                <p:txBody>
                  <a:bodyPr wrap="none" rtlCol="0">
                    <a:spAutoFit/>
                  </a:bodyPr>
                  <a:lstStyle/>
                  <a:p>
                    <a:pPr/>
                    <a14:m>
                      <m:oMathPara xmlns:m="http://schemas.openxmlformats.org/officeDocument/2006/math">
                        <m:oMath>
                          <m:r>
                            <a:rPr lang="en-US" sz="2000" b="0" i="1" noProof="0" smtClean="0">
                              <a:latin typeface="Cambria Math" panose="02040503050406030204" pitchFamily="18" charset="0"/>
                            </a:rPr>
                            <m:t>𝑚</m:t>
                          </m:r>
                        </m:oMath>
                      </m:oMathPara>
                    </a14:m>
                    <a:endParaRPr lang="en-US" sz="2000" noProof="0" dirty="0"/>
                  </a:p>
                </p:txBody>
              </p:sp>
            </mc:Choice>
            <mc:Fallback>
              <p:sp>
                <p:nvSpPr>
                  <p:cNvPr id="177" name="TextBox 176">
                    <a:extLst>
                      <a:ext uri="{FF2B5EF4-FFF2-40B4-BE49-F238E27FC236}">
                        <a16:creationId xmlns:a16="http://schemas.microsoft.com/office/drawing/2014/main" id="{38B8802A-2C13-DDF8-4086-8C002237A748}"/>
                      </a:ext>
                    </a:extLst>
                  </p:cNvPr>
                  <p:cNvSpPr txBox="1">
                    <a:spLocks noRot="1" noChangeAspect="1" noMove="1" noResize="1" noEditPoints="1" noAdjustHandles="1" noChangeArrowheads="1" noChangeShapeType="1" noTextEdit="1"/>
                  </p:cNvSpPr>
                  <p:nvPr/>
                </p:nvSpPr>
                <p:spPr>
                  <a:xfrm>
                    <a:off x="3435376" y="1890394"/>
                    <a:ext cx="622972" cy="545746"/>
                  </a:xfrm>
                  <a:prstGeom prst="rect">
                    <a:avLst/>
                  </a:prstGeom>
                  <a:blipFill>
                    <a:blip r:embed="rId38"/>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79" name="TextBox 178">
                    <a:extLst>
                      <a:ext uri="{FF2B5EF4-FFF2-40B4-BE49-F238E27FC236}">
                        <a16:creationId xmlns:a16="http://schemas.microsoft.com/office/drawing/2014/main" id="{B96A8EAB-B6F9-B4AA-B5C7-883FC2D2ABB6}"/>
                      </a:ext>
                    </a:extLst>
                  </p:cNvPr>
                  <p:cNvSpPr txBox="1"/>
                  <p:nvPr/>
                </p:nvSpPr>
                <p:spPr>
                  <a:xfrm>
                    <a:off x="4439377" y="1664560"/>
                    <a:ext cx="531139" cy="545746"/>
                  </a:xfrm>
                  <a:prstGeom prst="rect">
                    <a:avLst/>
                  </a:prstGeom>
                  <a:noFill/>
                </p:spPr>
                <p:txBody>
                  <a:bodyPr wrap="none" rtlCol="0">
                    <a:spAutoFit/>
                  </a:bodyPr>
                  <a:lstStyle/>
                  <a:p>
                    <a:pPr/>
                    <a14:m>
                      <m:oMathPara xmlns:m="http://schemas.openxmlformats.org/officeDocument/2006/math">
                        <m:oMath>
                          <m:r>
                            <a:rPr lang="en-US" sz="2000" b="0" i="1" noProof="0" smtClean="0">
                              <a:latin typeface="Cambria Math" panose="02040503050406030204" pitchFamily="18" charset="0"/>
                            </a:rPr>
                            <m:t>𝑛</m:t>
                          </m:r>
                        </m:oMath>
                      </m:oMathPara>
                    </a14:m>
                    <a:endParaRPr lang="en-US" sz="2000" noProof="0" dirty="0"/>
                  </a:p>
                </p:txBody>
              </p:sp>
            </mc:Choice>
            <mc:Fallback>
              <p:sp>
                <p:nvSpPr>
                  <p:cNvPr id="179" name="TextBox 178">
                    <a:extLst>
                      <a:ext uri="{FF2B5EF4-FFF2-40B4-BE49-F238E27FC236}">
                        <a16:creationId xmlns:a16="http://schemas.microsoft.com/office/drawing/2014/main" id="{B96A8EAB-B6F9-B4AA-B5C7-883FC2D2ABB6}"/>
                      </a:ext>
                    </a:extLst>
                  </p:cNvPr>
                  <p:cNvSpPr txBox="1">
                    <a:spLocks noRot="1" noChangeAspect="1" noMove="1" noResize="1" noEditPoints="1" noAdjustHandles="1" noChangeArrowheads="1" noChangeShapeType="1" noTextEdit="1"/>
                  </p:cNvSpPr>
                  <p:nvPr/>
                </p:nvSpPr>
                <p:spPr>
                  <a:xfrm>
                    <a:off x="4439377" y="1664560"/>
                    <a:ext cx="531139" cy="545746"/>
                  </a:xfrm>
                  <a:prstGeom prst="rect">
                    <a:avLst/>
                  </a:prstGeom>
                  <a:blipFill>
                    <a:blip r:embed="rId39"/>
                    <a:stretch>
                      <a:fillRect/>
                    </a:stretch>
                  </a:blipFill>
                </p:spPr>
                <p:txBody>
                  <a:bodyPr/>
                  <a:lstStyle/>
                  <a:p>
                    <a:r>
                      <a:rPr lang="en-US">
                        <a:noFill/>
                      </a:rPr>
                      <a:t> </a:t>
                    </a:r>
                  </a:p>
                </p:txBody>
              </p:sp>
            </mc:Fallback>
          </mc:AlternateContent>
        </p:grpSp>
      </p:grpSp>
      <p:cxnSp>
        <p:nvCxnSpPr>
          <p:cNvPr id="2" name="Connector: Curved 1">
            <a:extLst>
              <a:ext uri="{FF2B5EF4-FFF2-40B4-BE49-F238E27FC236}">
                <a16:creationId xmlns:a16="http://schemas.microsoft.com/office/drawing/2014/main" id="{8460E813-36E7-5EDF-5D95-89519648AEED}"/>
              </a:ext>
            </a:extLst>
          </p:cNvPr>
          <p:cNvCxnSpPr>
            <a:cxnSpLocks/>
            <a:stCxn id="24" idx="2"/>
            <a:endCxn id="8" idx="0"/>
          </p:cNvCxnSpPr>
          <p:nvPr>
            <p:custDataLst>
              <p:tags r:id="rId15"/>
            </p:custDataLst>
          </p:nvPr>
        </p:nvCxnSpPr>
        <p:spPr>
          <a:xfrm rot="5400000">
            <a:off x="6693247" y="2639021"/>
            <a:ext cx="466511" cy="1612673"/>
          </a:xfrm>
          <a:prstGeom prst="curvedConnector3">
            <a:avLst>
              <a:gd name="adj1" fmla="val 50000"/>
            </a:avLst>
          </a:prstGeom>
          <a:ln w="12700">
            <a:solidFill>
              <a:schemeClr val="tx1"/>
            </a:solidFill>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mc:Choice xmlns:a14="http://schemas.microsoft.com/office/drawing/2010/main" Requires="a14">
          <p:sp>
            <p:nvSpPr>
              <p:cNvPr id="44" name="TextBox 43">
                <a:extLst>
                  <a:ext uri="{FF2B5EF4-FFF2-40B4-BE49-F238E27FC236}">
                    <a16:creationId xmlns:a16="http://schemas.microsoft.com/office/drawing/2014/main" id="{1F67E973-44FE-CE64-80EC-471D1B6AA36F}"/>
                  </a:ext>
                </a:extLst>
              </p:cNvPr>
              <p:cNvSpPr txBox="1"/>
              <p:nvPr>
                <p:custDataLst>
                  <p:tags r:id="rId16"/>
                </p:custDataLst>
              </p:nvPr>
            </p:nvSpPr>
            <p:spPr>
              <a:xfrm>
                <a:off x="4485795" y="5232699"/>
                <a:ext cx="1587166" cy="1384995"/>
              </a:xfrm>
              <a:prstGeom prst="rect">
                <a:avLst/>
              </a:prstGeom>
              <a:noFill/>
            </p:spPr>
            <p:txBody>
              <a:bodyPr wrap="none" rtlCol="0">
                <a:spAutoFit/>
              </a:bodyPr>
              <a:lstStyle/>
              <a:p>
                <a:r>
                  <a:rPr lang="en-US" sz="2800" noProof="0" dirty="0">
                    <a:solidFill>
                      <a:srgbClr val="001080"/>
                    </a:solidFill>
                    <a:latin typeface="Fira Code" panose="020B0809050000020004" pitchFamily="49" charset="0"/>
                  </a:rPr>
                  <a:t>A</a:t>
                </a:r>
                <a:r>
                  <a:rPr lang="en-US" sz="2800" noProof="0" dirty="0"/>
                  <a:t>: </a:t>
                </a:r>
                <a14:m>
                  <m:oMath xmlns:m="http://schemas.openxmlformats.org/officeDocument/2006/math">
                    <m:r>
                      <a:rPr lang="en-US" sz="2800" b="0" i="1" noProof="0" smtClean="0">
                        <a:latin typeface="Cambria Math" panose="02040503050406030204" pitchFamily="18" charset="0"/>
                      </a:rPr>
                      <m:t>𝑚</m:t>
                    </m:r>
                    <m:r>
                      <a:rPr lang="en-US" sz="2800" b="0" i="1" noProof="0" smtClean="0">
                        <a:latin typeface="Cambria Math" panose="02040503050406030204" pitchFamily="18" charset="0"/>
                      </a:rPr>
                      <m:t>× </m:t>
                    </m:r>
                    <m:r>
                      <a:rPr lang="en-US" sz="2800" b="0" i="1" noProof="0" smtClean="0">
                        <a:latin typeface="Cambria Math" panose="02040503050406030204" pitchFamily="18" charset="0"/>
                      </a:rPr>
                      <m:t>𝑘</m:t>
                    </m:r>
                  </m:oMath>
                </a14:m>
                <a:endParaRPr lang="en-US" sz="2800" b="0" noProof="0" dirty="0"/>
              </a:p>
              <a:p>
                <a:r>
                  <a:rPr lang="en-US" sz="2800" noProof="0" dirty="0">
                    <a:solidFill>
                      <a:srgbClr val="001080"/>
                    </a:solidFill>
                    <a:latin typeface="Fira Code" panose="020B0809050000020004" pitchFamily="49" charset="0"/>
                  </a:rPr>
                  <a:t>B</a:t>
                </a:r>
                <a:r>
                  <a:rPr lang="en-US" sz="2800" noProof="0" dirty="0"/>
                  <a:t>: </a:t>
                </a:r>
                <a14:m>
                  <m:oMath xmlns:m="http://schemas.openxmlformats.org/officeDocument/2006/math">
                    <m:r>
                      <m:rPr>
                        <m:sty m:val="p"/>
                      </m:rPr>
                      <a:rPr lang="en-US" sz="2800" noProof="0">
                        <a:latin typeface="Cambria Math" panose="02040503050406030204" pitchFamily="18" charset="0"/>
                      </a:rPr>
                      <m:t>k</m:t>
                    </m:r>
                    <m:r>
                      <a:rPr lang="en-US" sz="2800" b="0" i="1" noProof="0" smtClean="0">
                        <a:latin typeface="Cambria Math" panose="02040503050406030204" pitchFamily="18" charset="0"/>
                      </a:rPr>
                      <m:t> </m:t>
                    </m:r>
                    <m:r>
                      <a:rPr lang="en-US" sz="2800" i="1" noProof="0">
                        <a:latin typeface="Cambria Math" panose="02040503050406030204" pitchFamily="18" charset="0"/>
                      </a:rPr>
                      <m:t>×</m:t>
                    </m:r>
                    <m:r>
                      <a:rPr lang="en-US" sz="2800" b="0" i="1" noProof="0" smtClean="0">
                        <a:latin typeface="Cambria Math" panose="02040503050406030204" pitchFamily="18" charset="0"/>
                      </a:rPr>
                      <m:t> </m:t>
                    </m:r>
                    <m:r>
                      <a:rPr lang="en-US" sz="2800" i="1" noProof="0">
                        <a:latin typeface="Cambria Math" panose="02040503050406030204" pitchFamily="18" charset="0"/>
                      </a:rPr>
                      <m:t>𝑛</m:t>
                    </m:r>
                  </m:oMath>
                </a14:m>
                <a:endParaRPr lang="en-US" sz="2800" noProof="0" dirty="0"/>
              </a:p>
              <a:p>
                <a:r>
                  <a:rPr lang="en-US" sz="2800" noProof="0" dirty="0">
                    <a:solidFill>
                      <a:srgbClr val="001080"/>
                    </a:solidFill>
                    <a:latin typeface="Fira Code" panose="020B0809050000020004" pitchFamily="49" charset="0"/>
                  </a:rPr>
                  <a:t>C</a:t>
                </a:r>
                <a:r>
                  <a:rPr lang="en-US" sz="2800" noProof="0" dirty="0"/>
                  <a:t>: </a:t>
                </a:r>
                <a14:m>
                  <m:oMath xmlns:m="http://schemas.openxmlformats.org/officeDocument/2006/math">
                    <m:r>
                      <a:rPr lang="en-US" sz="2800" i="1" noProof="0" smtClean="0">
                        <a:latin typeface="Cambria Math" panose="02040503050406030204" pitchFamily="18" charset="0"/>
                      </a:rPr>
                      <m:t>𝑚</m:t>
                    </m:r>
                    <m:r>
                      <a:rPr lang="en-US" sz="2800" i="1" noProof="0">
                        <a:latin typeface="Cambria Math" panose="02040503050406030204" pitchFamily="18" charset="0"/>
                      </a:rPr>
                      <m:t>×</m:t>
                    </m:r>
                    <m:r>
                      <a:rPr lang="en-US" sz="2800" i="1" noProof="0">
                        <a:latin typeface="Cambria Math" panose="02040503050406030204" pitchFamily="18" charset="0"/>
                      </a:rPr>
                      <m:t>𝑛</m:t>
                    </m:r>
                  </m:oMath>
                </a14:m>
                <a:endParaRPr lang="en-US" sz="2800" noProof="0" dirty="0"/>
              </a:p>
            </p:txBody>
          </p:sp>
        </mc:Choice>
        <mc:Fallback>
          <p:sp>
            <p:nvSpPr>
              <p:cNvPr id="44" name="TextBox 43">
                <a:extLst>
                  <a:ext uri="{FF2B5EF4-FFF2-40B4-BE49-F238E27FC236}">
                    <a16:creationId xmlns:a16="http://schemas.microsoft.com/office/drawing/2014/main" id="{1F67E973-44FE-CE64-80EC-471D1B6AA36F}"/>
                  </a:ext>
                </a:extLst>
              </p:cNvPr>
              <p:cNvSpPr txBox="1">
                <a:spLocks noRot="1" noChangeAspect="1" noMove="1" noResize="1" noEditPoints="1" noAdjustHandles="1" noChangeArrowheads="1" noChangeShapeType="1" noTextEdit="1"/>
              </p:cNvSpPr>
              <p:nvPr>
                <p:custDataLst>
                  <p:tags r:id="rId16"/>
                </p:custDataLst>
              </p:nvPr>
            </p:nvSpPr>
            <p:spPr>
              <a:xfrm>
                <a:off x="4485795" y="5232699"/>
                <a:ext cx="1587166" cy="1384995"/>
              </a:xfrm>
              <a:prstGeom prst="rect">
                <a:avLst/>
              </a:prstGeom>
              <a:blipFill>
                <a:blip r:embed="rId40"/>
                <a:stretch>
                  <a:fillRect l="-8077" t="-4825" b="-10965"/>
                </a:stretch>
              </a:blipFill>
            </p:spPr>
            <p:txBody>
              <a:bodyPr/>
              <a:lstStyle/>
              <a:p>
                <a:r>
                  <a:rPr lang="en-US">
                    <a:noFill/>
                  </a:rPr>
                  <a:t> </a:t>
                </a:r>
              </a:p>
            </p:txBody>
          </p:sp>
        </mc:Fallback>
      </mc:AlternateContent>
      <p:sp>
        <p:nvSpPr>
          <p:cNvPr id="49" name="Oval 48">
            <a:extLst>
              <a:ext uri="{FF2B5EF4-FFF2-40B4-BE49-F238E27FC236}">
                <a16:creationId xmlns:a16="http://schemas.microsoft.com/office/drawing/2014/main" id="{0127B336-9807-04BC-1EE0-479911DCB919}"/>
              </a:ext>
            </a:extLst>
          </p:cNvPr>
          <p:cNvSpPr/>
          <p:nvPr>
            <p:custDataLst>
              <p:tags r:id="rId17"/>
            </p:custDataLst>
          </p:nvPr>
        </p:nvSpPr>
        <p:spPr>
          <a:xfrm>
            <a:off x="4923637" y="5311317"/>
            <a:ext cx="390286" cy="418745"/>
          </a:xfrm>
          <a:prstGeom prst="ellipse">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1" name="Oval 50">
            <a:extLst>
              <a:ext uri="{FF2B5EF4-FFF2-40B4-BE49-F238E27FC236}">
                <a16:creationId xmlns:a16="http://schemas.microsoft.com/office/drawing/2014/main" id="{F2118018-0BAA-9CA8-C6F1-FC0D7AF4E40D}"/>
              </a:ext>
            </a:extLst>
          </p:cNvPr>
          <p:cNvSpPr/>
          <p:nvPr>
            <p:custDataLst>
              <p:tags r:id="rId18"/>
            </p:custDataLst>
          </p:nvPr>
        </p:nvSpPr>
        <p:spPr>
          <a:xfrm>
            <a:off x="5629321" y="5301792"/>
            <a:ext cx="390286" cy="418745"/>
          </a:xfrm>
          <a:prstGeom prst="ellipse">
            <a:avLst/>
          </a:prstGeom>
          <a:noFill/>
          <a:ln w="2857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3" name="Oval 52">
            <a:extLst>
              <a:ext uri="{FF2B5EF4-FFF2-40B4-BE49-F238E27FC236}">
                <a16:creationId xmlns:a16="http://schemas.microsoft.com/office/drawing/2014/main" id="{1FA30D08-7546-1C19-C43C-639429F560C8}"/>
              </a:ext>
            </a:extLst>
          </p:cNvPr>
          <p:cNvSpPr/>
          <p:nvPr>
            <p:custDataLst>
              <p:tags r:id="rId19"/>
            </p:custDataLst>
          </p:nvPr>
        </p:nvSpPr>
        <p:spPr>
          <a:xfrm>
            <a:off x="5575672" y="6175897"/>
            <a:ext cx="390286" cy="418745"/>
          </a:xfrm>
          <a:prstGeom prst="ellipse">
            <a:avLst/>
          </a:prstGeom>
          <a:noFill/>
          <a:ln w="28575">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4" name="Oval 13">
            <a:extLst>
              <a:ext uri="{FF2B5EF4-FFF2-40B4-BE49-F238E27FC236}">
                <a16:creationId xmlns:a16="http://schemas.microsoft.com/office/drawing/2014/main" id="{F0835908-CF21-76B9-3CF4-B5B20E755A64}"/>
              </a:ext>
            </a:extLst>
          </p:cNvPr>
          <p:cNvSpPr/>
          <p:nvPr>
            <p:custDataLst>
              <p:tags r:id="rId20"/>
            </p:custDataLst>
          </p:nvPr>
        </p:nvSpPr>
        <p:spPr>
          <a:xfrm>
            <a:off x="4859343" y="5741876"/>
            <a:ext cx="390286" cy="418745"/>
          </a:xfrm>
          <a:prstGeom prst="ellipse">
            <a:avLst/>
          </a:prstGeom>
          <a:noFill/>
          <a:ln w="2857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5" name="Oval 14">
            <a:extLst>
              <a:ext uri="{FF2B5EF4-FFF2-40B4-BE49-F238E27FC236}">
                <a16:creationId xmlns:a16="http://schemas.microsoft.com/office/drawing/2014/main" id="{B2FBA510-0FE4-ECC2-607B-D4366279FCA8}"/>
              </a:ext>
            </a:extLst>
          </p:cNvPr>
          <p:cNvSpPr/>
          <p:nvPr>
            <p:custDataLst>
              <p:tags r:id="rId21"/>
            </p:custDataLst>
          </p:nvPr>
        </p:nvSpPr>
        <p:spPr>
          <a:xfrm>
            <a:off x="5593853" y="5734657"/>
            <a:ext cx="390286" cy="418745"/>
          </a:xfrm>
          <a:prstGeom prst="ellipse">
            <a:avLst/>
          </a:prstGeom>
          <a:noFill/>
          <a:ln w="28575">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Oval 15">
            <a:extLst>
              <a:ext uri="{FF2B5EF4-FFF2-40B4-BE49-F238E27FC236}">
                <a16:creationId xmlns:a16="http://schemas.microsoft.com/office/drawing/2014/main" id="{0B9B1486-1199-82F3-9362-B05932946618}"/>
              </a:ext>
            </a:extLst>
          </p:cNvPr>
          <p:cNvSpPr/>
          <p:nvPr>
            <p:custDataLst>
              <p:tags r:id="rId22"/>
            </p:custDataLst>
          </p:nvPr>
        </p:nvSpPr>
        <p:spPr>
          <a:xfrm>
            <a:off x="4901983" y="6167443"/>
            <a:ext cx="390286" cy="418745"/>
          </a:xfrm>
          <a:prstGeom prst="ellipse">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0" name="Right Brace 19">
            <a:extLst>
              <a:ext uri="{FF2B5EF4-FFF2-40B4-BE49-F238E27FC236}">
                <a16:creationId xmlns:a16="http://schemas.microsoft.com/office/drawing/2014/main" id="{3866BB6C-69F6-AEF1-CDC9-1CBC539C8365}"/>
              </a:ext>
            </a:extLst>
          </p:cNvPr>
          <p:cNvSpPr/>
          <p:nvPr>
            <p:custDataLst>
              <p:tags r:id="rId23"/>
            </p:custDataLst>
          </p:nvPr>
        </p:nvSpPr>
        <p:spPr>
          <a:xfrm>
            <a:off x="6072961" y="5255078"/>
            <a:ext cx="163402" cy="1384995"/>
          </a:xfrm>
          <a:prstGeom prst="rightBrace">
            <a:avLst/>
          </a:prstGeom>
          <a:ln>
            <a:solidFill>
              <a:schemeClr val="tx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mc:AlternateContent xmlns:mc="http://schemas.openxmlformats.org/markup-compatibility/2006">
        <mc:Choice xmlns:a14="http://schemas.microsoft.com/office/drawing/2010/main" Requires="a14">
          <p:sp>
            <p:nvSpPr>
              <p:cNvPr id="23" name="TextBox 22">
                <a:extLst>
                  <a:ext uri="{FF2B5EF4-FFF2-40B4-BE49-F238E27FC236}">
                    <a16:creationId xmlns:a16="http://schemas.microsoft.com/office/drawing/2014/main" id="{B06A7DF1-6410-6B50-C5B4-1D19F94CC66E}"/>
                  </a:ext>
                </a:extLst>
              </p:cNvPr>
              <p:cNvSpPr txBox="1"/>
              <p:nvPr>
                <p:custDataLst>
                  <p:tags r:id="rId24"/>
                </p:custDataLst>
              </p:nvPr>
            </p:nvSpPr>
            <p:spPr>
              <a:xfrm>
                <a:off x="6248302" y="5682419"/>
                <a:ext cx="1820178" cy="523220"/>
              </a:xfrm>
              <a:prstGeom prst="rect">
                <a:avLst/>
              </a:prstGeom>
              <a:noFill/>
            </p:spPr>
            <p:txBody>
              <a:bodyPr wrap="none" rtlCol="0">
                <a:spAutoFit/>
              </a:bodyPr>
              <a:lstStyle/>
              <a:p>
                <a:pPr/>
                <a14:m>
                  <m:oMathPara xmlns:m="http://schemas.openxmlformats.org/officeDocument/2006/math">
                    <m:oMath>
                      <m:r>
                        <a:rPr lang="en-US" sz="2800" b="0" i="1" noProof="0" smtClean="0">
                          <a:latin typeface="Cambria Math" panose="02040503050406030204" pitchFamily="18" charset="0"/>
                        </a:rPr>
                        <m:t>𝑚</m:t>
                      </m:r>
                      <m:r>
                        <a:rPr lang="en-US" sz="2800" b="0" i="1" noProof="0" smtClean="0">
                          <a:latin typeface="Cambria Math" panose="02040503050406030204" pitchFamily="18" charset="0"/>
                        </a:rPr>
                        <m:t>×</m:t>
                      </m:r>
                      <m:r>
                        <a:rPr lang="en-US" sz="2800" b="0" i="1" noProof="0" smtClean="0">
                          <a:latin typeface="Cambria Math" panose="02040503050406030204" pitchFamily="18" charset="0"/>
                        </a:rPr>
                        <m:t>𝑛</m:t>
                      </m:r>
                      <m:r>
                        <a:rPr lang="en-US" sz="2800" i="1" noProof="0">
                          <a:latin typeface="Cambria Math" panose="02040503050406030204" pitchFamily="18" charset="0"/>
                        </a:rPr>
                        <m:t>×</m:t>
                      </m:r>
                      <m:r>
                        <a:rPr lang="en-US" sz="2800" b="0" i="1" noProof="0" smtClean="0">
                          <a:latin typeface="Cambria Math" panose="02040503050406030204" pitchFamily="18" charset="0"/>
                        </a:rPr>
                        <m:t>𝑘</m:t>
                      </m:r>
                    </m:oMath>
                  </m:oMathPara>
                </a14:m>
                <a:endParaRPr lang="en-US" sz="2800" noProof="0" dirty="0"/>
              </a:p>
            </p:txBody>
          </p:sp>
        </mc:Choice>
        <mc:Fallback>
          <p:sp>
            <p:nvSpPr>
              <p:cNvPr id="23" name="TextBox 22">
                <a:extLst>
                  <a:ext uri="{FF2B5EF4-FFF2-40B4-BE49-F238E27FC236}">
                    <a16:creationId xmlns:a16="http://schemas.microsoft.com/office/drawing/2014/main" id="{B06A7DF1-6410-6B50-C5B4-1D19F94CC66E}"/>
                  </a:ext>
                </a:extLst>
              </p:cNvPr>
              <p:cNvSpPr txBox="1">
                <a:spLocks noRot="1" noChangeAspect="1" noMove="1" noResize="1" noEditPoints="1" noAdjustHandles="1" noChangeArrowheads="1" noChangeShapeType="1" noTextEdit="1"/>
              </p:cNvSpPr>
              <p:nvPr>
                <p:custDataLst>
                  <p:tags r:id="rId24"/>
                </p:custDataLst>
              </p:nvPr>
            </p:nvSpPr>
            <p:spPr>
              <a:xfrm>
                <a:off x="6248302" y="5682419"/>
                <a:ext cx="1820178" cy="523220"/>
              </a:xfrm>
              <a:prstGeom prst="rect">
                <a:avLst/>
              </a:prstGeom>
              <a:blipFill>
                <a:blip r:embed="rId41"/>
                <a:stretch>
                  <a:fillRect/>
                </a:stretch>
              </a:blipFill>
            </p:spPr>
            <p:txBody>
              <a:bodyPr/>
              <a:lstStyle/>
              <a:p>
                <a:r>
                  <a:rPr lang="en-US">
                    <a:noFill/>
                  </a:rPr>
                  <a:t> </a:t>
                </a:r>
              </a:p>
            </p:txBody>
          </p:sp>
        </mc:Fallback>
      </mc:AlternateContent>
      <p:sp>
        <p:nvSpPr>
          <p:cNvPr id="25" name="Oval 24">
            <a:extLst>
              <a:ext uri="{FF2B5EF4-FFF2-40B4-BE49-F238E27FC236}">
                <a16:creationId xmlns:a16="http://schemas.microsoft.com/office/drawing/2014/main" id="{F8DBAFB5-6687-0B30-A4B3-3B451E4A7C9C}"/>
              </a:ext>
            </a:extLst>
          </p:cNvPr>
          <p:cNvSpPr/>
          <p:nvPr>
            <p:custDataLst>
              <p:tags r:id="rId25"/>
            </p:custDataLst>
          </p:nvPr>
        </p:nvSpPr>
        <p:spPr>
          <a:xfrm>
            <a:off x="6325185" y="5757152"/>
            <a:ext cx="390286" cy="418745"/>
          </a:xfrm>
          <a:prstGeom prst="ellipse">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6" name="Oval 25">
            <a:extLst>
              <a:ext uri="{FF2B5EF4-FFF2-40B4-BE49-F238E27FC236}">
                <a16:creationId xmlns:a16="http://schemas.microsoft.com/office/drawing/2014/main" id="{6E28A1E1-5F7A-AD01-3038-8212D40F8EB4}"/>
              </a:ext>
            </a:extLst>
          </p:cNvPr>
          <p:cNvSpPr/>
          <p:nvPr>
            <p:custDataLst>
              <p:tags r:id="rId26"/>
            </p:custDataLst>
          </p:nvPr>
        </p:nvSpPr>
        <p:spPr>
          <a:xfrm>
            <a:off x="7001689" y="5765981"/>
            <a:ext cx="390286" cy="418745"/>
          </a:xfrm>
          <a:prstGeom prst="ellipse">
            <a:avLst/>
          </a:prstGeom>
          <a:noFill/>
          <a:ln w="28575">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7" name="Oval 26">
            <a:extLst>
              <a:ext uri="{FF2B5EF4-FFF2-40B4-BE49-F238E27FC236}">
                <a16:creationId xmlns:a16="http://schemas.microsoft.com/office/drawing/2014/main" id="{83002441-847F-3512-0068-D6C90AC01B06}"/>
              </a:ext>
            </a:extLst>
          </p:cNvPr>
          <p:cNvSpPr/>
          <p:nvPr>
            <p:custDataLst>
              <p:tags r:id="rId27"/>
            </p:custDataLst>
          </p:nvPr>
        </p:nvSpPr>
        <p:spPr>
          <a:xfrm>
            <a:off x="7626160" y="5748698"/>
            <a:ext cx="390286" cy="418745"/>
          </a:xfrm>
          <a:prstGeom prst="ellipse">
            <a:avLst/>
          </a:prstGeom>
          <a:noFill/>
          <a:ln w="2857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8" name="TextBox 27">
            <a:extLst>
              <a:ext uri="{FF2B5EF4-FFF2-40B4-BE49-F238E27FC236}">
                <a16:creationId xmlns:a16="http://schemas.microsoft.com/office/drawing/2014/main" id="{9B2456D5-27F4-08D6-017D-CEA75BF1E789}"/>
              </a:ext>
            </a:extLst>
          </p:cNvPr>
          <p:cNvSpPr txBox="1"/>
          <p:nvPr>
            <p:custDataLst>
              <p:tags r:id="rId28"/>
            </p:custDataLst>
          </p:nvPr>
        </p:nvSpPr>
        <p:spPr>
          <a:xfrm>
            <a:off x="6212225" y="5245252"/>
            <a:ext cx="2938625" cy="461665"/>
          </a:xfrm>
          <a:prstGeom prst="rect">
            <a:avLst/>
          </a:prstGeom>
          <a:noFill/>
        </p:spPr>
        <p:txBody>
          <a:bodyPr wrap="none" rtlCol="0">
            <a:spAutoFit/>
          </a:bodyPr>
          <a:lstStyle/>
          <a:p>
            <a:r>
              <a:rPr lang="en-US" sz="2400" dirty="0"/>
              <a:t>Unique occurrences</a:t>
            </a:r>
          </a:p>
        </p:txBody>
      </p:sp>
      <p:cxnSp>
        <p:nvCxnSpPr>
          <p:cNvPr id="30" name="Connector: Curved 29">
            <a:extLst>
              <a:ext uri="{FF2B5EF4-FFF2-40B4-BE49-F238E27FC236}">
                <a16:creationId xmlns:a16="http://schemas.microsoft.com/office/drawing/2014/main" id="{7BEE34A4-13CB-FA1B-697A-93DD0F0D5A04}"/>
              </a:ext>
            </a:extLst>
          </p:cNvPr>
          <p:cNvCxnSpPr>
            <a:stCxn id="27" idx="6"/>
            <a:endCxn id="24" idx="3"/>
          </p:cNvCxnSpPr>
          <p:nvPr>
            <p:custDataLst>
              <p:tags r:id="rId29"/>
            </p:custDataLst>
          </p:nvPr>
        </p:nvCxnSpPr>
        <p:spPr>
          <a:xfrm flipV="1">
            <a:off x="8016446" y="2476067"/>
            <a:ext cx="2963434" cy="3482004"/>
          </a:xfrm>
          <a:prstGeom prst="curvedConnector3">
            <a:avLst>
              <a:gd name="adj1" fmla="val 107714"/>
            </a:avLst>
          </a:prstGeom>
          <a:ln w="12700">
            <a:solidFill>
              <a:schemeClr val="tx1"/>
            </a:solidFill>
            <a:tailEnd type="triangle"/>
          </a:ln>
        </p:spPr>
        <p:style>
          <a:lnRef idx="2">
            <a:schemeClr val="accent1"/>
          </a:lnRef>
          <a:fillRef idx="0">
            <a:schemeClr val="accent1"/>
          </a:fillRef>
          <a:effectRef idx="1">
            <a:schemeClr val="accent1"/>
          </a:effectRef>
          <a:fontRef idx="minor">
            <a:schemeClr val="tx1"/>
          </a:fontRef>
        </p:style>
      </p:cxnSp>
    </p:spTree>
    <p:custDataLst>
      <p:tags r:id="rId1"/>
    </p:custDataLst>
    <p:extLst>
      <p:ext uri="{BB962C8B-B14F-4D97-AF65-F5344CB8AC3E}">
        <p14:creationId xmlns:p14="http://schemas.microsoft.com/office/powerpoint/2010/main" val="425339747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E9C270-FFE7-712F-BA5B-C713C51D9A76}"/>
            </a:ext>
          </a:extLst>
        </p:cNvPr>
        <p:cNvGrpSpPr/>
        <p:nvPr/>
      </p:nvGrpSpPr>
      <p:grpSpPr>
        <a:xfrm>
          <a:off x="0" y="0"/>
          <a:ext cx="0" cy="0"/>
          <a:chOff x="0" y="0"/>
          <a:chExt cx="0" cy="0"/>
        </a:xfrm>
      </p:grpSpPr>
      <p:sp>
        <p:nvSpPr>
          <p:cNvPr id="45" name="Rectangle 44">
            <a:extLst>
              <a:ext uri="{FF2B5EF4-FFF2-40B4-BE49-F238E27FC236}">
                <a16:creationId xmlns:a16="http://schemas.microsoft.com/office/drawing/2014/main" id="{B3976AD9-FA58-3705-5BFD-DD270E27737C}"/>
              </a:ext>
            </a:extLst>
          </p:cNvPr>
          <p:cNvSpPr/>
          <p:nvPr>
            <p:custDataLst>
              <p:tags r:id="rId2"/>
            </p:custDataLst>
          </p:nvPr>
        </p:nvSpPr>
        <p:spPr>
          <a:xfrm>
            <a:off x="4558820" y="5327992"/>
            <a:ext cx="245269" cy="323451"/>
          </a:xfrm>
          <a:prstGeom prst="rect">
            <a:avLst/>
          </a:prstGeom>
          <a:solidFill>
            <a:srgbClr val="D5E8D4"/>
          </a:solidFill>
          <a:ln w="9525" cap="flat">
            <a:solidFill>
              <a:srgbClr val="82B366"/>
            </a:solidFill>
            <a:prstDash val="solid"/>
            <a:miter/>
          </a:ln>
        </p:spPr>
        <p:txBody>
          <a:bodyPr/>
          <a:lstStyle/>
          <a:p>
            <a:endParaRPr lang="en-US" sz="2400" noProof="0" dirty="0"/>
          </a:p>
        </p:txBody>
      </p:sp>
      <p:sp>
        <p:nvSpPr>
          <p:cNvPr id="46" name="Rectangle 45">
            <a:extLst>
              <a:ext uri="{FF2B5EF4-FFF2-40B4-BE49-F238E27FC236}">
                <a16:creationId xmlns:a16="http://schemas.microsoft.com/office/drawing/2014/main" id="{911B9DBE-6587-8382-9E03-37F6BAC2D133}"/>
              </a:ext>
            </a:extLst>
          </p:cNvPr>
          <p:cNvSpPr/>
          <p:nvPr>
            <p:custDataLst>
              <p:tags r:id="rId3"/>
            </p:custDataLst>
          </p:nvPr>
        </p:nvSpPr>
        <p:spPr>
          <a:xfrm>
            <a:off x="4558819" y="6160621"/>
            <a:ext cx="245269" cy="318591"/>
          </a:xfrm>
          <a:prstGeom prst="rect">
            <a:avLst/>
          </a:prstGeom>
          <a:solidFill>
            <a:srgbClr val="DAE8FC"/>
          </a:solidFill>
          <a:ln w="9525" cap="flat">
            <a:solidFill>
              <a:srgbClr val="6C8EBF"/>
            </a:solidFill>
            <a:prstDash val="solid"/>
            <a:miter/>
          </a:ln>
        </p:spPr>
        <p:txBody>
          <a:bodyPr/>
          <a:lstStyle/>
          <a:p>
            <a:endParaRPr lang="en-US" sz="2400" noProof="0" dirty="0"/>
          </a:p>
        </p:txBody>
      </p:sp>
      <p:sp>
        <p:nvSpPr>
          <p:cNvPr id="47" name="Rectangle 46">
            <a:extLst>
              <a:ext uri="{FF2B5EF4-FFF2-40B4-BE49-F238E27FC236}">
                <a16:creationId xmlns:a16="http://schemas.microsoft.com/office/drawing/2014/main" id="{68983F2C-1668-52BB-B4F9-C612E7B2F10A}"/>
              </a:ext>
            </a:extLst>
          </p:cNvPr>
          <p:cNvSpPr/>
          <p:nvPr>
            <p:custDataLst>
              <p:tags r:id="rId4"/>
            </p:custDataLst>
          </p:nvPr>
        </p:nvSpPr>
        <p:spPr>
          <a:xfrm>
            <a:off x="4558819" y="5746737"/>
            <a:ext cx="245269" cy="318590"/>
          </a:xfrm>
          <a:prstGeom prst="rect">
            <a:avLst/>
          </a:prstGeom>
          <a:solidFill>
            <a:srgbClr val="F8CECC"/>
          </a:solidFill>
          <a:ln w="9525" cap="flat">
            <a:solidFill>
              <a:srgbClr val="B85450"/>
            </a:solidFill>
            <a:prstDash val="solid"/>
            <a:miter/>
          </a:ln>
        </p:spPr>
        <p:txBody>
          <a:bodyPr/>
          <a:lstStyle/>
          <a:p>
            <a:endParaRPr lang="en-US" sz="2400" noProof="0" dirty="0"/>
          </a:p>
        </p:txBody>
      </p:sp>
      <p:sp>
        <p:nvSpPr>
          <p:cNvPr id="19" name="Rectangle 18">
            <a:extLst>
              <a:ext uri="{FF2B5EF4-FFF2-40B4-BE49-F238E27FC236}">
                <a16:creationId xmlns:a16="http://schemas.microsoft.com/office/drawing/2014/main" id="{B800FBA5-1D37-3DF6-701A-70896D275692}"/>
              </a:ext>
            </a:extLst>
          </p:cNvPr>
          <p:cNvSpPr/>
          <p:nvPr>
            <p:custDataLst>
              <p:tags r:id="rId5"/>
            </p:custDataLst>
          </p:nvPr>
        </p:nvSpPr>
        <p:spPr>
          <a:xfrm>
            <a:off x="5067934" y="3750432"/>
            <a:ext cx="222808" cy="279329"/>
          </a:xfrm>
          <a:prstGeom prst="rect">
            <a:avLst/>
          </a:prstGeom>
          <a:solidFill>
            <a:srgbClr val="DAE8FC"/>
          </a:solidFill>
          <a:ln w="9525" cap="flat">
            <a:solidFill>
              <a:srgbClr val="6C8EBF"/>
            </a:solidFill>
            <a:prstDash val="solid"/>
            <a:miter/>
          </a:ln>
        </p:spPr>
        <p:txBody>
          <a:bodyPr wrap="none"/>
          <a:lstStyle/>
          <a:p>
            <a:endParaRPr lang="en-US" sz="2400" noProof="0" dirty="0"/>
          </a:p>
        </p:txBody>
      </p:sp>
      <p:sp>
        <p:nvSpPr>
          <p:cNvPr id="13" name="Rectangle 12">
            <a:extLst>
              <a:ext uri="{FF2B5EF4-FFF2-40B4-BE49-F238E27FC236}">
                <a16:creationId xmlns:a16="http://schemas.microsoft.com/office/drawing/2014/main" id="{666A78F4-88C1-5BB5-A720-F8E1C747C4A4}"/>
              </a:ext>
            </a:extLst>
          </p:cNvPr>
          <p:cNvSpPr/>
          <p:nvPr>
            <p:custDataLst>
              <p:tags r:id="rId6"/>
            </p:custDataLst>
          </p:nvPr>
        </p:nvSpPr>
        <p:spPr>
          <a:xfrm>
            <a:off x="4605485" y="3750432"/>
            <a:ext cx="222808" cy="279329"/>
          </a:xfrm>
          <a:prstGeom prst="rect">
            <a:avLst/>
          </a:prstGeom>
          <a:solidFill>
            <a:srgbClr val="F8CECC"/>
          </a:solidFill>
          <a:ln w="9525" cap="flat">
            <a:solidFill>
              <a:srgbClr val="B85450"/>
            </a:solidFill>
            <a:prstDash val="solid"/>
            <a:miter/>
          </a:ln>
        </p:spPr>
        <p:txBody>
          <a:bodyPr wrap="none"/>
          <a:lstStyle/>
          <a:p>
            <a:endParaRPr lang="en-US" sz="2400" noProof="0" dirty="0"/>
          </a:p>
        </p:txBody>
      </p:sp>
      <p:sp>
        <p:nvSpPr>
          <p:cNvPr id="11" name="Rectangle 10">
            <a:extLst>
              <a:ext uri="{FF2B5EF4-FFF2-40B4-BE49-F238E27FC236}">
                <a16:creationId xmlns:a16="http://schemas.microsoft.com/office/drawing/2014/main" id="{45C6B551-6774-AC99-228E-D1F7AAF62B05}"/>
              </a:ext>
            </a:extLst>
          </p:cNvPr>
          <p:cNvSpPr/>
          <p:nvPr>
            <p:custDataLst>
              <p:tags r:id="rId7"/>
            </p:custDataLst>
          </p:nvPr>
        </p:nvSpPr>
        <p:spPr>
          <a:xfrm>
            <a:off x="4152567" y="3750431"/>
            <a:ext cx="222807" cy="279329"/>
          </a:xfrm>
          <a:prstGeom prst="rect">
            <a:avLst/>
          </a:prstGeom>
          <a:solidFill>
            <a:srgbClr val="D5E8D4"/>
          </a:solidFill>
          <a:ln w="9525" cap="flat">
            <a:solidFill>
              <a:srgbClr val="82B366"/>
            </a:solidFill>
            <a:prstDash val="solid"/>
            <a:miter/>
          </a:ln>
        </p:spPr>
        <p:txBody>
          <a:bodyPr wrap="none"/>
          <a:lstStyle/>
          <a:p>
            <a:endParaRPr lang="en-US" sz="2400" noProof="0" dirty="0"/>
          </a:p>
        </p:txBody>
      </p:sp>
      <p:sp>
        <p:nvSpPr>
          <p:cNvPr id="4" name="Title 3">
            <a:extLst>
              <a:ext uri="{FF2B5EF4-FFF2-40B4-BE49-F238E27FC236}">
                <a16:creationId xmlns:a16="http://schemas.microsoft.com/office/drawing/2014/main" id="{F64F76FB-E9C4-9A8F-8092-29CA73FEACB3}"/>
              </a:ext>
            </a:extLst>
          </p:cNvPr>
          <p:cNvSpPr>
            <a:spLocks noGrp="1"/>
          </p:cNvSpPr>
          <p:nvPr>
            <p:ph type="title"/>
            <p:custDataLst>
              <p:tags r:id="rId8"/>
            </p:custDataLst>
          </p:nvPr>
        </p:nvSpPr>
        <p:spPr/>
        <p:txBody>
          <a:bodyPr/>
          <a:lstStyle/>
          <a:p>
            <a:r>
              <a:rPr lang="en-US" noProof="0" dirty="0"/>
              <a:t>Structures with different index spaces</a:t>
            </a:r>
          </a:p>
        </p:txBody>
      </p:sp>
      <p:sp>
        <p:nvSpPr>
          <p:cNvPr id="9" name="Date Placeholder 8">
            <a:extLst>
              <a:ext uri="{FF2B5EF4-FFF2-40B4-BE49-F238E27FC236}">
                <a16:creationId xmlns:a16="http://schemas.microsoft.com/office/drawing/2014/main" id="{49863BA9-EDD3-9BC6-2F2C-63F2D4A2C95B}"/>
              </a:ext>
            </a:extLst>
          </p:cNvPr>
          <p:cNvSpPr>
            <a:spLocks noGrp="1"/>
          </p:cNvSpPr>
          <p:nvPr>
            <p:ph type="dt" sz="half" idx="10"/>
            <p:custDataLst>
              <p:tags r:id="rId9"/>
            </p:custDataLst>
          </p:nvPr>
        </p:nvSpPr>
        <p:spPr/>
        <p:txBody>
          <a:bodyPr/>
          <a:lstStyle/>
          <a:p>
            <a:r>
              <a:rPr lang="en-US" noProof="0"/>
              <a:t>9/5/2026</a:t>
            </a:r>
            <a:endParaRPr lang="en-US" noProof="0" dirty="0"/>
          </a:p>
        </p:txBody>
      </p:sp>
      <p:sp>
        <p:nvSpPr>
          <p:cNvPr id="10" name="Slide Number Placeholder 9">
            <a:extLst>
              <a:ext uri="{FF2B5EF4-FFF2-40B4-BE49-F238E27FC236}">
                <a16:creationId xmlns:a16="http://schemas.microsoft.com/office/drawing/2014/main" id="{D932224D-9ADE-83F1-8417-D5C309A6BB6A}"/>
              </a:ext>
            </a:extLst>
          </p:cNvPr>
          <p:cNvSpPr>
            <a:spLocks noGrp="1"/>
          </p:cNvSpPr>
          <p:nvPr>
            <p:ph type="sldNum" sz="quarter" idx="12"/>
            <p:custDataLst>
              <p:tags r:id="rId10"/>
            </p:custDataLst>
          </p:nvPr>
        </p:nvSpPr>
        <p:spPr/>
        <p:txBody>
          <a:bodyPr/>
          <a:lstStyle/>
          <a:p>
            <a:r>
              <a:rPr lang="en-US" noProof="0"/>
              <a:t>7</a:t>
            </a:r>
            <a:endParaRPr lang="en-US" noProof="0" dirty="0"/>
          </a:p>
        </p:txBody>
      </p:sp>
      <p:sp>
        <p:nvSpPr>
          <p:cNvPr id="18" name="TextBox 17">
            <a:extLst>
              <a:ext uri="{FF2B5EF4-FFF2-40B4-BE49-F238E27FC236}">
                <a16:creationId xmlns:a16="http://schemas.microsoft.com/office/drawing/2014/main" id="{89EAF68D-4F87-22EE-E382-0F9F7359D649}"/>
              </a:ext>
            </a:extLst>
          </p:cNvPr>
          <p:cNvSpPr txBox="1"/>
          <p:nvPr>
            <p:custDataLst>
              <p:tags r:id="rId11"/>
            </p:custDataLst>
          </p:nvPr>
        </p:nvSpPr>
        <p:spPr>
          <a:xfrm>
            <a:off x="860575" y="1130185"/>
            <a:ext cx="2909772" cy="461665"/>
          </a:xfrm>
          <a:prstGeom prst="rect">
            <a:avLst/>
          </a:prstGeom>
          <a:noFill/>
        </p:spPr>
        <p:txBody>
          <a:bodyPr wrap="none" rtlCol="0">
            <a:spAutoFit/>
          </a:bodyPr>
          <a:lstStyle/>
          <a:p>
            <a:pPr algn="ctr"/>
            <a:r>
              <a:rPr lang="en-US" sz="2400" noProof="0" dirty="0"/>
              <a:t>Matrix multiplication</a:t>
            </a:r>
          </a:p>
        </p:txBody>
      </p:sp>
      <p:sp>
        <p:nvSpPr>
          <p:cNvPr id="24" name="TextBox 23">
            <a:extLst>
              <a:ext uri="{FF2B5EF4-FFF2-40B4-BE49-F238E27FC236}">
                <a16:creationId xmlns:a16="http://schemas.microsoft.com/office/drawing/2014/main" id="{1D0BC665-A3D5-7187-98DA-94BA7091C22C}"/>
              </a:ext>
            </a:extLst>
          </p:cNvPr>
          <p:cNvSpPr txBox="1"/>
          <p:nvPr>
            <p:custDataLst>
              <p:tags r:id="rId12"/>
            </p:custDataLst>
          </p:nvPr>
        </p:nvSpPr>
        <p:spPr>
          <a:xfrm>
            <a:off x="4485795" y="1740032"/>
            <a:ext cx="6494085" cy="1472070"/>
          </a:xfrm>
          <a:prstGeom prst="rect">
            <a:avLst/>
          </a:prstGeom>
          <a:noFill/>
          <a:ln>
            <a:solidFill>
              <a:schemeClr val="tx1"/>
            </a:solidFill>
          </a:ln>
        </p:spPr>
        <p:txBody>
          <a:bodyPr wrap="none">
            <a:spAutoFit/>
          </a:bodyPr>
          <a:lstStyle/>
          <a:p>
            <a:pPr>
              <a:lnSpc>
                <a:spcPct val="113095"/>
              </a:lnSpc>
            </a:pPr>
            <a:r>
              <a:rPr lang="en-US" sz="2000" dirty="0">
                <a:solidFill>
                  <a:srgbClr val="AF00DB"/>
                </a:solidFill>
                <a:latin typeface="Fira Code" panose="020B0809050000020004" pitchFamily="49" charset="0"/>
              </a:rPr>
              <a:t>for</a:t>
            </a:r>
            <a:r>
              <a:rPr lang="en-US" sz="2000" dirty="0">
                <a:solidFill>
                  <a:srgbClr val="000000"/>
                </a:solidFill>
                <a:latin typeface="Fira Code" panose="020B0809050000020004" pitchFamily="49" charset="0"/>
              </a:rPr>
              <a:t> (</a:t>
            </a:r>
            <a:r>
              <a:rPr lang="en-US" sz="2000" dirty="0">
                <a:solidFill>
                  <a:srgbClr val="0000FF"/>
                </a:solidFill>
                <a:latin typeface="Fira Code" panose="020B0809050000020004" pitchFamily="49" charset="0"/>
              </a:rPr>
              <a:t>int</a:t>
            </a:r>
            <a:r>
              <a:rPr lang="en-US" sz="2000" dirty="0">
                <a:solidFill>
                  <a:srgbClr val="000000"/>
                </a:solidFill>
                <a:latin typeface="Fira Code" panose="020B0809050000020004" pitchFamily="49" charset="0"/>
              </a:rPr>
              <a:t> </a:t>
            </a:r>
            <a:r>
              <a:rPr lang="en-US" sz="2000" dirty="0" err="1">
                <a:solidFill>
                  <a:srgbClr val="001080"/>
                </a:solidFill>
                <a:latin typeface="Fira Code" panose="020B0809050000020004" pitchFamily="49" charset="0"/>
              </a:rPr>
              <a:t>i</a:t>
            </a:r>
            <a:r>
              <a:rPr lang="en-US" sz="2000" dirty="0">
                <a:solidFill>
                  <a:srgbClr val="000000"/>
                </a:solidFill>
                <a:latin typeface="Fira Code" panose="020B0809050000020004" pitchFamily="49" charset="0"/>
              </a:rPr>
              <a:t> = </a:t>
            </a:r>
            <a:r>
              <a:rPr lang="en-US" sz="2000" dirty="0">
                <a:solidFill>
                  <a:srgbClr val="098658"/>
                </a:solidFill>
                <a:latin typeface="Fira Code" panose="020B0809050000020004" pitchFamily="49" charset="0"/>
              </a:rPr>
              <a:t>0</a:t>
            </a:r>
            <a:r>
              <a:rPr lang="en-US" sz="2000" dirty="0">
                <a:solidFill>
                  <a:srgbClr val="000000"/>
                </a:solidFill>
                <a:latin typeface="Fira Code" panose="020B0809050000020004" pitchFamily="49" charset="0"/>
              </a:rPr>
              <a:t>; </a:t>
            </a:r>
            <a:r>
              <a:rPr lang="en-US" sz="2000" dirty="0" err="1">
                <a:solidFill>
                  <a:srgbClr val="001080"/>
                </a:solidFill>
                <a:latin typeface="Fira Code" panose="020B0809050000020004" pitchFamily="49" charset="0"/>
              </a:rPr>
              <a:t>i</a:t>
            </a:r>
            <a:r>
              <a:rPr lang="en-US" sz="2000" dirty="0">
                <a:solidFill>
                  <a:srgbClr val="000000"/>
                </a:solidFill>
                <a:latin typeface="Fira Code" panose="020B0809050000020004" pitchFamily="49" charset="0"/>
              </a:rPr>
              <a:t> &lt; </a:t>
            </a:r>
            <a:r>
              <a:rPr lang="en-US" sz="2000" dirty="0">
                <a:solidFill>
                  <a:srgbClr val="0070C1"/>
                </a:solidFill>
                <a:latin typeface="Fira Code" panose="020B0809050000020004" pitchFamily="49" charset="0"/>
              </a:rPr>
              <a:t>M</a:t>
            </a:r>
            <a:r>
              <a:rPr lang="en-US" sz="2000" dirty="0">
                <a:solidFill>
                  <a:srgbClr val="000000"/>
                </a:solidFill>
                <a:latin typeface="Fira Code" panose="020B0809050000020004" pitchFamily="49" charset="0"/>
              </a:rPr>
              <a:t>; </a:t>
            </a:r>
            <a:r>
              <a:rPr lang="en-US" sz="2000" dirty="0" err="1">
                <a:solidFill>
                  <a:srgbClr val="001080"/>
                </a:solidFill>
                <a:latin typeface="Fira Code" panose="020B0809050000020004" pitchFamily="49" charset="0"/>
              </a:rPr>
              <a:t>i</a:t>
            </a:r>
            <a:r>
              <a:rPr lang="en-US" sz="2000" dirty="0">
                <a:solidFill>
                  <a:srgbClr val="000000"/>
                </a:solidFill>
                <a:latin typeface="Fira Code" panose="020B0809050000020004" pitchFamily="49" charset="0"/>
              </a:rPr>
              <a:t>++)</a:t>
            </a:r>
          </a:p>
          <a:p>
            <a:pPr>
              <a:lnSpc>
                <a:spcPct val="113095"/>
              </a:lnSpc>
            </a:pPr>
            <a:r>
              <a:rPr lang="en-US" sz="2000" noProof="0" dirty="0">
                <a:solidFill>
                  <a:srgbClr val="AF00DB"/>
                </a:solidFill>
                <a:latin typeface="Fira Code" panose="020B0809050000020004" pitchFamily="49" charset="0"/>
              </a:rPr>
              <a:t>    for</a:t>
            </a:r>
            <a:r>
              <a:rPr lang="en-US" sz="2000" noProof="0" dirty="0">
                <a:solidFill>
                  <a:srgbClr val="000000"/>
                </a:solidFill>
                <a:latin typeface="Fira Code" panose="020B0809050000020004" pitchFamily="49" charset="0"/>
              </a:rPr>
              <a:t> (</a:t>
            </a:r>
            <a:r>
              <a:rPr lang="en-US" sz="2000" noProof="0" dirty="0">
                <a:solidFill>
                  <a:srgbClr val="0000FF"/>
                </a:solidFill>
                <a:latin typeface="Fira Code" panose="020B0809050000020004" pitchFamily="49" charset="0"/>
              </a:rPr>
              <a:t>int</a:t>
            </a:r>
            <a:r>
              <a:rPr lang="en-US" sz="2000" noProof="0" dirty="0">
                <a:solidFill>
                  <a:srgbClr val="000000"/>
                </a:solidFill>
                <a:latin typeface="Fira Code" panose="020B0809050000020004" pitchFamily="49" charset="0"/>
              </a:rPr>
              <a:t> </a:t>
            </a:r>
            <a:r>
              <a:rPr lang="en-US" sz="2000" noProof="0" dirty="0">
                <a:solidFill>
                  <a:srgbClr val="001080"/>
                </a:solidFill>
                <a:latin typeface="Fira Code" panose="020B0809050000020004" pitchFamily="49" charset="0"/>
              </a:rPr>
              <a:t>j</a:t>
            </a:r>
            <a:r>
              <a:rPr lang="en-US" sz="2000" noProof="0" dirty="0">
                <a:solidFill>
                  <a:srgbClr val="000000"/>
                </a:solidFill>
                <a:latin typeface="Fira Code" panose="020B0809050000020004" pitchFamily="49" charset="0"/>
              </a:rPr>
              <a:t> = </a:t>
            </a:r>
            <a:r>
              <a:rPr lang="en-US" sz="2000" noProof="0" dirty="0">
                <a:solidFill>
                  <a:srgbClr val="098658"/>
                </a:solidFill>
                <a:latin typeface="Fira Code" panose="020B0809050000020004" pitchFamily="49" charset="0"/>
              </a:rPr>
              <a:t>0</a:t>
            </a:r>
            <a:r>
              <a:rPr lang="en-US" sz="2000" noProof="0" dirty="0">
                <a:solidFill>
                  <a:srgbClr val="000000"/>
                </a:solidFill>
                <a:latin typeface="Fira Code" panose="020B0809050000020004" pitchFamily="49" charset="0"/>
              </a:rPr>
              <a:t>; </a:t>
            </a:r>
            <a:r>
              <a:rPr lang="en-US" sz="2000" noProof="0" dirty="0">
                <a:solidFill>
                  <a:srgbClr val="001080"/>
                </a:solidFill>
                <a:latin typeface="Fira Code" panose="020B0809050000020004" pitchFamily="49" charset="0"/>
              </a:rPr>
              <a:t>j</a:t>
            </a:r>
            <a:r>
              <a:rPr lang="en-US" sz="2000" noProof="0" dirty="0">
                <a:solidFill>
                  <a:srgbClr val="000000"/>
                </a:solidFill>
                <a:latin typeface="Fira Code" panose="020B0809050000020004" pitchFamily="49" charset="0"/>
              </a:rPr>
              <a:t> &lt; </a:t>
            </a:r>
            <a:r>
              <a:rPr lang="en-US" sz="2000" noProof="0" dirty="0">
                <a:solidFill>
                  <a:srgbClr val="0070C1"/>
                </a:solidFill>
                <a:latin typeface="Fira Code" panose="020B0809050000020004" pitchFamily="49" charset="0"/>
              </a:rPr>
              <a:t>N</a:t>
            </a:r>
            <a:r>
              <a:rPr lang="en-US" sz="2000" noProof="0" dirty="0">
                <a:solidFill>
                  <a:srgbClr val="000000"/>
                </a:solidFill>
                <a:latin typeface="Fira Code" panose="020B0809050000020004" pitchFamily="49" charset="0"/>
              </a:rPr>
              <a:t>; </a:t>
            </a:r>
            <a:r>
              <a:rPr lang="en-US" sz="2000" noProof="0" dirty="0" err="1">
                <a:solidFill>
                  <a:srgbClr val="001080"/>
                </a:solidFill>
                <a:latin typeface="Fira Code" panose="020B0809050000020004" pitchFamily="49" charset="0"/>
              </a:rPr>
              <a:t>j</a:t>
            </a:r>
            <a:r>
              <a:rPr lang="en-US" sz="2000" noProof="0" dirty="0" err="1">
                <a:solidFill>
                  <a:srgbClr val="000000"/>
                </a:solidFill>
                <a:latin typeface="Fira Code" panose="020B0809050000020004" pitchFamily="49" charset="0"/>
              </a:rPr>
              <a:t>++</a:t>
            </a:r>
            <a:r>
              <a:rPr lang="en-US" sz="2000" noProof="0" dirty="0">
                <a:solidFill>
                  <a:srgbClr val="000000"/>
                </a:solidFill>
                <a:latin typeface="Fira Code" panose="020B0809050000020004" pitchFamily="49" charset="0"/>
              </a:rPr>
              <a:t>)</a:t>
            </a:r>
          </a:p>
          <a:p>
            <a:pPr>
              <a:lnSpc>
                <a:spcPct val="113095"/>
              </a:lnSpc>
              <a:buNone/>
            </a:pPr>
            <a:r>
              <a:rPr lang="en-US" sz="2000" b="0" noProof="0" dirty="0">
                <a:solidFill>
                  <a:srgbClr val="000000"/>
                </a:solidFill>
                <a:effectLst/>
                <a:latin typeface="Fira Code" panose="020B0809050000020004" pitchFamily="49" charset="0"/>
              </a:rPr>
              <a:t>        </a:t>
            </a:r>
            <a:r>
              <a:rPr lang="en-US" sz="2000" b="0" noProof="0" dirty="0">
                <a:solidFill>
                  <a:srgbClr val="AF00DB"/>
                </a:solidFill>
                <a:effectLst/>
                <a:latin typeface="Fira Code" panose="020B0809050000020004" pitchFamily="49" charset="0"/>
              </a:rPr>
              <a:t>for</a:t>
            </a:r>
            <a:r>
              <a:rPr lang="en-US" sz="2000" b="0" noProof="0" dirty="0">
                <a:solidFill>
                  <a:srgbClr val="000000"/>
                </a:solidFill>
                <a:effectLst/>
                <a:latin typeface="Fira Code" panose="020B0809050000020004" pitchFamily="49" charset="0"/>
              </a:rPr>
              <a:t> (</a:t>
            </a:r>
            <a:r>
              <a:rPr lang="en-US" sz="2000" b="0" noProof="0" dirty="0">
                <a:solidFill>
                  <a:srgbClr val="0000FF"/>
                </a:solidFill>
                <a:effectLst/>
                <a:latin typeface="Fira Code" panose="020B0809050000020004" pitchFamily="49" charset="0"/>
              </a:rPr>
              <a:t>int</a:t>
            </a:r>
            <a:r>
              <a:rPr lang="en-US" sz="2000" b="0" noProof="0" dirty="0">
                <a:solidFill>
                  <a:srgbClr val="000000"/>
                </a:solidFill>
                <a:effectLst/>
                <a:latin typeface="Fira Code" panose="020B0809050000020004" pitchFamily="49" charset="0"/>
              </a:rPr>
              <a:t> </a:t>
            </a:r>
            <a:r>
              <a:rPr lang="en-US" sz="2000" b="0" noProof="0" dirty="0">
                <a:solidFill>
                  <a:srgbClr val="001080"/>
                </a:solidFill>
                <a:effectLst/>
                <a:latin typeface="Fira Code" panose="020B0809050000020004" pitchFamily="49" charset="0"/>
              </a:rPr>
              <a:t>k</a:t>
            </a:r>
            <a:r>
              <a:rPr lang="en-US" sz="2000" b="0" noProof="0" dirty="0">
                <a:solidFill>
                  <a:srgbClr val="000000"/>
                </a:solidFill>
                <a:effectLst/>
                <a:latin typeface="Fira Code" panose="020B0809050000020004" pitchFamily="49" charset="0"/>
              </a:rPr>
              <a:t> = </a:t>
            </a:r>
            <a:r>
              <a:rPr lang="en-US" sz="2000" b="0" noProof="0" dirty="0">
                <a:solidFill>
                  <a:srgbClr val="098658"/>
                </a:solidFill>
                <a:effectLst/>
                <a:latin typeface="Fira Code" panose="020B0809050000020004" pitchFamily="49" charset="0"/>
              </a:rPr>
              <a:t>0</a:t>
            </a:r>
            <a:r>
              <a:rPr lang="en-US" sz="2000" b="0" noProof="0" dirty="0">
                <a:solidFill>
                  <a:srgbClr val="000000"/>
                </a:solidFill>
                <a:effectLst/>
                <a:latin typeface="Fira Code" panose="020B0809050000020004" pitchFamily="49" charset="0"/>
              </a:rPr>
              <a:t>; </a:t>
            </a:r>
            <a:r>
              <a:rPr lang="en-US" sz="2000" b="0" noProof="0" dirty="0">
                <a:solidFill>
                  <a:srgbClr val="001080"/>
                </a:solidFill>
                <a:effectLst/>
                <a:latin typeface="Fira Code" panose="020B0809050000020004" pitchFamily="49" charset="0"/>
              </a:rPr>
              <a:t>k</a:t>
            </a:r>
            <a:r>
              <a:rPr lang="en-US" sz="2000" b="0" noProof="0" dirty="0">
                <a:solidFill>
                  <a:srgbClr val="000000"/>
                </a:solidFill>
                <a:effectLst/>
                <a:latin typeface="Fira Code" panose="020B0809050000020004" pitchFamily="49" charset="0"/>
              </a:rPr>
              <a:t> &lt; </a:t>
            </a:r>
            <a:r>
              <a:rPr lang="en-US" sz="2000" b="0" noProof="0" dirty="0">
                <a:solidFill>
                  <a:srgbClr val="0070C1"/>
                </a:solidFill>
                <a:effectLst/>
                <a:latin typeface="Fira Code" panose="020B0809050000020004" pitchFamily="49" charset="0"/>
              </a:rPr>
              <a:t>K</a:t>
            </a:r>
            <a:r>
              <a:rPr lang="en-US" sz="2000" b="0" noProof="0" dirty="0">
                <a:solidFill>
                  <a:srgbClr val="000000"/>
                </a:solidFill>
                <a:effectLst/>
                <a:latin typeface="Fira Code" panose="020B0809050000020004" pitchFamily="49" charset="0"/>
              </a:rPr>
              <a:t>; </a:t>
            </a:r>
            <a:r>
              <a:rPr lang="en-US" sz="2000" b="0" noProof="0" dirty="0">
                <a:solidFill>
                  <a:srgbClr val="001080"/>
                </a:solidFill>
                <a:effectLst/>
                <a:latin typeface="Fira Code" panose="020B0809050000020004" pitchFamily="49" charset="0"/>
              </a:rPr>
              <a:t>k</a:t>
            </a:r>
            <a:r>
              <a:rPr lang="en-US" sz="2000" b="0" noProof="0" dirty="0">
                <a:solidFill>
                  <a:srgbClr val="000000"/>
                </a:solidFill>
                <a:effectLst/>
                <a:latin typeface="Fira Code" panose="020B0809050000020004" pitchFamily="49" charset="0"/>
              </a:rPr>
              <a:t>++)</a:t>
            </a:r>
          </a:p>
          <a:p>
            <a:pPr>
              <a:lnSpc>
                <a:spcPct val="113095"/>
              </a:lnSpc>
              <a:buNone/>
            </a:pPr>
            <a:r>
              <a:rPr lang="en-US" sz="2000" b="0" noProof="0" dirty="0">
                <a:solidFill>
                  <a:srgbClr val="000000"/>
                </a:solidFill>
                <a:effectLst/>
                <a:latin typeface="Fira Code" panose="020B0809050000020004" pitchFamily="49" charset="0"/>
              </a:rPr>
              <a:t>            </a:t>
            </a:r>
            <a:r>
              <a:rPr lang="en-US" sz="2000" b="0" noProof="0" dirty="0">
                <a:solidFill>
                  <a:srgbClr val="001080"/>
                </a:solidFill>
                <a:effectLst/>
                <a:latin typeface="Fira Code" panose="020B0809050000020004" pitchFamily="49" charset="0"/>
              </a:rPr>
              <a:t>C</a:t>
            </a:r>
            <a:r>
              <a:rPr lang="en-US" sz="2000" b="0" noProof="0" dirty="0">
                <a:solidFill>
                  <a:srgbClr val="000000"/>
                </a:solidFill>
                <a:effectLst/>
                <a:latin typeface="Fira Code" panose="020B0809050000020004" pitchFamily="49" charset="0"/>
              </a:rPr>
              <a:t>[</a:t>
            </a:r>
            <a:r>
              <a:rPr lang="en-US" sz="2000" b="0" noProof="0" dirty="0" err="1">
                <a:solidFill>
                  <a:srgbClr val="001080"/>
                </a:solidFill>
                <a:effectLst/>
                <a:latin typeface="Fira Code" panose="020B0809050000020004" pitchFamily="49" charset="0"/>
              </a:rPr>
              <a:t>i</a:t>
            </a:r>
            <a:r>
              <a:rPr lang="en-US" sz="2000" b="0" noProof="0" dirty="0">
                <a:solidFill>
                  <a:srgbClr val="000000"/>
                </a:solidFill>
                <a:effectLst/>
                <a:latin typeface="Fira Code" panose="020B0809050000020004" pitchFamily="49" charset="0"/>
              </a:rPr>
              <a:t>][</a:t>
            </a:r>
            <a:r>
              <a:rPr lang="en-US" sz="2000" b="0" noProof="0" dirty="0">
                <a:solidFill>
                  <a:srgbClr val="001080"/>
                </a:solidFill>
                <a:effectLst/>
                <a:latin typeface="Fira Code" panose="020B0809050000020004" pitchFamily="49" charset="0"/>
              </a:rPr>
              <a:t>j</a:t>
            </a:r>
            <a:r>
              <a:rPr lang="en-US" sz="2000" b="0" noProof="0" dirty="0">
                <a:solidFill>
                  <a:srgbClr val="000000"/>
                </a:solidFill>
                <a:effectLst/>
                <a:latin typeface="Fira Code" panose="020B0809050000020004" pitchFamily="49" charset="0"/>
              </a:rPr>
              <a:t>] += </a:t>
            </a:r>
            <a:r>
              <a:rPr lang="en-US" sz="2000" b="0" noProof="0" dirty="0">
                <a:solidFill>
                  <a:srgbClr val="001080"/>
                </a:solidFill>
                <a:effectLst/>
                <a:latin typeface="Fira Code" panose="020B0809050000020004" pitchFamily="49" charset="0"/>
              </a:rPr>
              <a:t>A</a:t>
            </a:r>
            <a:r>
              <a:rPr lang="en-US" sz="2000" b="0" noProof="0" dirty="0">
                <a:solidFill>
                  <a:srgbClr val="000000"/>
                </a:solidFill>
                <a:effectLst/>
                <a:latin typeface="Fira Code" panose="020B0809050000020004" pitchFamily="49" charset="0"/>
              </a:rPr>
              <a:t>[</a:t>
            </a:r>
            <a:r>
              <a:rPr lang="en-US" sz="2000" b="0" noProof="0" dirty="0" err="1">
                <a:solidFill>
                  <a:srgbClr val="001080"/>
                </a:solidFill>
                <a:effectLst/>
                <a:latin typeface="Fira Code" panose="020B0809050000020004" pitchFamily="49" charset="0"/>
              </a:rPr>
              <a:t>i</a:t>
            </a:r>
            <a:r>
              <a:rPr lang="en-US" sz="2000" b="0" noProof="0" dirty="0">
                <a:solidFill>
                  <a:srgbClr val="000000"/>
                </a:solidFill>
                <a:effectLst/>
                <a:latin typeface="Fira Code" panose="020B0809050000020004" pitchFamily="49" charset="0"/>
              </a:rPr>
              <a:t>][</a:t>
            </a:r>
            <a:r>
              <a:rPr lang="en-US" sz="2000" b="0" noProof="0" dirty="0">
                <a:solidFill>
                  <a:srgbClr val="001080"/>
                </a:solidFill>
                <a:effectLst/>
                <a:latin typeface="Fira Code" panose="020B0809050000020004" pitchFamily="49" charset="0"/>
              </a:rPr>
              <a:t>k</a:t>
            </a:r>
            <a:r>
              <a:rPr lang="en-US" sz="2000" b="0" noProof="0" dirty="0">
                <a:solidFill>
                  <a:srgbClr val="000000"/>
                </a:solidFill>
                <a:effectLst/>
                <a:latin typeface="Fira Code" panose="020B0809050000020004" pitchFamily="49" charset="0"/>
              </a:rPr>
              <a:t>] * </a:t>
            </a:r>
            <a:r>
              <a:rPr lang="en-US" sz="2000" b="0" noProof="0" dirty="0">
                <a:solidFill>
                  <a:srgbClr val="001080"/>
                </a:solidFill>
                <a:effectLst/>
                <a:latin typeface="Fira Code" panose="020B0809050000020004" pitchFamily="49" charset="0"/>
              </a:rPr>
              <a:t>B</a:t>
            </a:r>
            <a:r>
              <a:rPr lang="en-US" sz="2000" b="0" noProof="0" dirty="0">
                <a:solidFill>
                  <a:srgbClr val="000000"/>
                </a:solidFill>
                <a:effectLst/>
                <a:latin typeface="Fira Code" panose="020B0809050000020004" pitchFamily="49" charset="0"/>
              </a:rPr>
              <a:t>[</a:t>
            </a:r>
            <a:r>
              <a:rPr lang="en-US" sz="2000" b="0" noProof="0" dirty="0">
                <a:solidFill>
                  <a:srgbClr val="001080"/>
                </a:solidFill>
                <a:effectLst/>
                <a:latin typeface="Fira Code" panose="020B0809050000020004" pitchFamily="49" charset="0"/>
              </a:rPr>
              <a:t>k</a:t>
            </a:r>
            <a:r>
              <a:rPr lang="en-US" sz="2000" b="0" noProof="0" dirty="0">
                <a:solidFill>
                  <a:srgbClr val="000000"/>
                </a:solidFill>
                <a:effectLst/>
                <a:latin typeface="Fira Code" panose="020B0809050000020004" pitchFamily="49" charset="0"/>
              </a:rPr>
              <a:t>][</a:t>
            </a:r>
            <a:r>
              <a:rPr lang="en-US" sz="2000" b="0" noProof="0" dirty="0">
                <a:solidFill>
                  <a:srgbClr val="001080"/>
                </a:solidFill>
                <a:effectLst/>
                <a:latin typeface="Fira Code" panose="020B0809050000020004" pitchFamily="49" charset="0"/>
              </a:rPr>
              <a:t>j</a:t>
            </a:r>
            <a:r>
              <a:rPr lang="en-US" sz="2000" b="0" noProof="0" dirty="0">
                <a:solidFill>
                  <a:srgbClr val="000000"/>
                </a:solidFill>
                <a:effectLst/>
                <a:latin typeface="Fira Code" panose="020B0809050000020004" pitchFamily="49" charset="0"/>
              </a:rPr>
              <a:t>];</a:t>
            </a:r>
          </a:p>
        </p:txBody>
      </p:sp>
      <p:sp>
        <p:nvSpPr>
          <p:cNvPr id="8" name="TextBox 7">
            <a:extLst>
              <a:ext uri="{FF2B5EF4-FFF2-40B4-BE49-F238E27FC236}">
                <a16:creationId xmlns:a16="http://schemas.microsoft.com/office/drawing/2014/main" id="{9E2F7AA6-5F7F-99DE-465E-A4472E5548CB}"/>
              </a:ext>
            </a:extLst>
          </p:cNvPr>
          <p:cNvSpPr txBox="1"/>
          <p:nvPr>
            <p:custDataLst>
              <p:tags r:id="rId13"/>
            </p:custDataLst>
          </p:nvPr>
        </p:nvSpPr>
        <p:spPr>
          <a:xfrm>
            <a:off x="2565345" y="3678613"/>
            <a:ext cx="7109639" cy="1124282"/>
          </a:xfrm>
          <a:prstGeom prst="rect">
            <a:avLst/>
          </a:prstGeom>
          <a:noFill/>
          <a:ln>
            <a:solidFill>
              <a:schemeClr val="tx1"/>
            </a:solidFill>
          </a:ln>
        </p:spPr>
        <p:txBody>
          <a:bodyPr wrap="none">
            <a:spAutoFit/>
          </a:bodyPr>
          <a:lstStyle/>
          <a:p>
            <a:pPr>
              <a:lnSpc>
                <a:spcPct val="113095"/>
              </a:lnSpc>
              <a:buNone/>
            </a:pPr>
            <a:r>
              <a:rPr lang="en-US" sz="2000" b="0" noProof="0" dirty="0">
                <a:solidFill>
                  <a:srgbClr val="795E26"/>
                </a:solidFill>
                <a:effectLst/>
                <a:latin typeface="Fira Code" panose="020B0809050000020004" pitchFamily="49" charset="0"/>
              </a:rPr>
              <a:t>traverser</a:t>
            </a:r>
            <a:r>
              <a:rPr lang="en-US" sz="2000" b="0" noProof="0" dirty="0">
                <a:solidFill>
                  <a:srgbClr val="000000"/>
                </a:solidFill>
                <a:effectLst/>
                <a:latin typeface="Fira Code" panose="020B0809050000020004" pitchFamily="49" charset="0"/>
              </a:rPr>
              <a:t>(</a:t>
            </a:r>
            <a:r>
              <a:rPr lang="en-US" sz="2000" b="0" noProof="0" dirty="0">
                <a:solidFill>
                  <a:srgbClr val="001080"/>
                </a:solidFill>
                <a:effectLst/>
                <a:latin typeface="Fira Code" panose="020B0809050000020004" pitchFamily="49" charset="0"/>
              </a:rPr>
              <a:t>A</a:t>
            </a:r>
            <a:r>
              <a:rPr lang="en-US" sz="2000" b="0" noProof="0" dirty="0">
                <a:solidFill>
                  <a:srgbClr val="000000"/>
                </a:solidFill>
                <a:effectLst/>
                <a:latin typeface="Fira Code" panose="020B0809050000020004" pitchFamily="49" charset="0"/>
              </a:rPr>
              <a:t>, </a:t>
            </a:r>
            <a:r>
              <a:rPr lang="en-US" sz="2000" b="0" noProof="0" dirty="0">
                <a:solidFill>
                  <a:srgbClr val="001080"/>
                </a:solidFill>
                <a:effectLst/>
                <a:latin typeface="Fira Code" panose="020B0809050000020004" pitchFamily="49" charset="0"/>
              </a:rPr>
              <a:t>B</a:t>
            </a:r>
            <a:r>
              <a:rPr lang="en-US" sz="2000" b="0" noProof="0" dirty="0">
                <a:solidFill>
                  <a:srgbClr val="000000"/>
                </a:solidFill>
                <a:effectLst/>
                <a:latin typeface="Fira Code" panose="020B0809050000020004" pitchFamily="49" charset="0"/>
              </a:rPr>
              <a:t>, </a:t>
            </a:r>
            <a:r>
              <a:rPr lang="en-US" sz="2000" b="0" noProof="0" dirty="0">
                <a:solidFill>
                  <a:srgbClr val="001080"/>
                </a:solidFill>
                <a:effectLst/>
                <a:latin typeface="Fira Code" panose="020B0809050000020004" pitchFamily="49" charset="0"/>
              </a:rPr>
              <a:t>C</a:t>
            </a:r>
            <a:r>
              <a:rPr lang="en-US" sz="2000" b="0" noProof="0" dirty="0">
                <a:solidFill>
                  <a:srgbClr val="000000"/>
                </a:solidFill>
                <a:effectLst/>
                <a:latin typeface="Fira Code" panose="020B0809050000020004" pitchFamily="49" charset="0"/>
              </a:rPr>
              <a:t>).</a:t>
            </a:r>
            <a:r>
              <a:rPr lang="en-US" sz="2000" noProof="0" dirty="0">
                <a:solidFill>
                  <a:srgbClr val="795E26"/>
                </a:solidFill>
                <a:latin typeface="Fira Code" panose="020B0809050000020004" pitchFamily="49" charset="0"/>
              </a:rPr>
              <a:t>for_each</a:t>
            </a:r>
            <a:r>
              <a:rPr lang="en-US" sz="2000" b="0" noProof="0" dirty="0">
                <a:solidFill>
                  <a:srgbClr val="000000"/>
                </a:solidFill>
                <a:effectLst/>
                <a:latin typeface="Fira Code" panose="020B0809050000020004" pitchFamily="49" charset="0"/>
              </a:rPr>
              <a:t>([&amp;](</a:t>
            </a:r>
            <a:r>
              <a:rPr lang="en-US" sz="2000" b="0" noProof="0" dirty="0">
                <a:solidFill>
                  <a:srgbClr val="267F99"/>
                </a:solidFill>
                <a:effectLst/>
                <a:latin typeface="Fira Code" panose="020B0809050000020004" pitchFamily="49" charset="0"/>
              </a:rPr>
              <a:t>auto</a:t>
            </a:r>
            <a:r>
              <a:rPr lang="en-US" sz="2000" b="0" noProof="0" dirty="0">
                <a:solidFill>
                  <a:srgbClr val="000000"/>
                </a:solidFill>
                <a:effectLst/>
                <a:latin typeface="Fira Code" panose="020B0809050000020004" pitchFamily="49" charset="0"/>
              </a:rPr>
              <a:t> </a:t>
            </a:r>
            <a:r>
              <a:rPr lang="en-US" sz="2000" b="0" noProof="0" dirty="0">
                <a:solidFill>
                  <a:srgbClr val="001080"/>
                </a:solidFill>
                <a:effectLst/>
                <a:latin typeface="Fira Code" panose="020B0809050000020004" pitchFamily="49" charset="0"/>
              </a:rPr>
              <a:t>index</a:t>
            </a:r>
            <a:r>
              <a:rPr lang="en-US" sz="2000" b="0" noProof="0" dirty="0">
                <a:solidFill>
                  <a:srgbClr val="000000"/>
                </a:solidFill>
                <a:effectLst/>
                <a:latin typeface="Fira Code" panose="020B0809050000020004" pitchFamily="49" charset="0"/>
              </a:rPr>
              <a:t>) {</a:t>
            </a:r>
          </a:p>
          <a:p>
            <a:pPr>
              <a:lnSpc>
                <a:spcPct val="113095"/>
              </a:lnSpc>
              <a:buNone/>
            </a:pPr>
            <a:r>
              <a:rPr lang="en-US" sz="2000" b="0" noProof="0" dirty="0">
                <a:solidFill>
                  <a:srgbClr val="000000"/>
                </a:solidFill>
                <a:effectLst/>
                <a:latin typeface="Fira Code" panose="020B0809050000020004" pitchFamily="49" charset="0"/>
              </a:rPr>
              <a:t>    </a:t>
            </a:r>
            <a:r>
              <a:rPr lang="en-US" sz="2000" b="0" noProof="0" dirty="0">
                <a:solidFill>
                  <a:srgbClr val="001080"/>
                </a:solidFill>
                <a:effectLst/>
                <a:latin typeface="Fira Code" panose="020B0809050000020004" pitchFamily="49" charset="0"/>
              </a:rPr>
              <a:t>C</a:t>
            </a:r>
            <a:r>
              <a:rPr lang="en-US" sz="2000" b="0" noProof="0" dirty="0">
                <a:solidFill>
                  <a:srgbClr val="000000"/>
                </a:solidFill>
                <a:effectLst/>
                <a:latin typeface="Fira Code" panose="020B0809050000020004" pitchFamily="49" charset="0"/>
              </a:rPr>
              <a:t>[</a:t>
            </a:r>
            <a:r>
              <a:rPr lang="en-US" sz="2000" b="0" noProof="0" dirty="0">
                <a:solidFill>
                  <a:srgbClr val="001080"/>
                </a:solidFill>
                <a:effectLst/>
                <a:latin typeface="Fira Code" panose="020B0809050000020004" pitchFamily="49" charset="0"/>
              </a:rPr>
              <a:t>index</a:t>
            </a:r>
            <a:r>
              <a:rPr lang="en-US" sz="2000" b="0" noProof="0" dirty="0">
                <a:solidFill>
                  <a:srgbClr val="000000"/>
                </a:solidFill>
                <a:effectLst/>
                <a:latin typeface="Fira Code" panose="020B0809050000020004" pitchFamily="49" charset="0"/>
              </a:rPr>
              <a:t>] += </a:t>
            </a:r>
            <a:r>
              <a:rPr lang="en-US" sz="2000" b="0" noProof="0" dirty="0">
                <a:solidFill>
                  <a:srgbClr val="001080"/>
                </a:solidFill>
                <a:effectLst/>
                <a:latin typeface="Fira Code" panose="020B0809050000020004" pitchFamily="49" charset="0"/>
              </a:rPr>
              <a:t>A</a:t>
            </a:r>
            <a:r>
              <a:rPr lang="en-US" sz="2000" b="0" noProof="0" dirty="0">
                <a:solidFill>
                  <a:srgbClr val="000000"/>
                </a:solidFill>
                <a:effectLst/>
                <a:latin typeface="Fira Code" panose="020B0809050000020004" pitchFamily="49" charset="0"/>
              </a:rPr>
              <a:t>[</a:t>
            </a:r>
            <a:r>
              <a:rPr lang="en-US" sz="2000" b="0" noProof="0" dirty="0">
                <a:solidFill>
                  <a:srgbClr val="001080"/>
                </a:solidFill>
                <a:effectLst/>
                <a:latin typeface="Fira Code" panose="020B0809050000020004" pitchFamily="49" charset="0"/>
              </a:rPr>
              <a:t>index</a:t>
            </a:r>
            <a:r>
              <a:rPr lang="en-US" sz="2000" b="0" noProof="0" dirty="0">
                <a:solidFill>
                  <a:srgbClr val="000000"/>
                </a:solidFill>
                <a:effectLst/>
                <a:latin typeface="Fira Code" panose="020B0809050000020004" pitchFamily="49" charset="0"/>
              </a:rPr>
              <a:t>] * </a:t>
            </a:r>
            <a:r>
              <a:rPr lang="en-US" sz="2000" b="0" noProof="0" dirty="0">
                <a:solidFill>
                  <a:srgbClr val="001080"/>
                </a:solidFill>
                <a:effectLst/>
                <a:latin typeface="Fira Code" panose="020B0809050000020004" pitchFamily="49" charset="0"/>
              </a:rPr>
              <a:t>B</a:t>
            </a:r>
            <a:r>
              <a:rPr lang="en-US" sz="2000" b="0" noProof="0" dirty="0">
                <a:solidFill>
                  <a:srgbClr val="000000"/>
                </a:solidFill>
                <a:effectLst/>
                <a:latin typeface="Fira Code" panose="020B0809050000020004" pitchFamily="49" charset="0"/>
              </a:rPr>
              <a:t>[</a:t>
            </a:r>
            <a:r>
              <a:rPr lang="en-US" sz="2000" b="0" noProof="0" dirty="0">
                <a:solidFill>
                  <a:srgbClr val="001080"/>
                </a:solidFill>
                <a:effectLst/>
                <a:latin typeface="Fira Code" panose="020B0809050000020004" pitchFamily="49" charset="0"/>
              </a:rPr>
              <a:t>index</a:t>
            </a:r>
            <a:r>
              <a:rPr lang="en-US" sz="2000" b="0" noProof="0" dirty="0">
                <a:solidFill>
                  <a:srgbClr val="000000"/>
                </a:solidFill>
                <a:effectLst/>
                <a:latin typeface="Fira Code" panose="020B0809050000020004" pitchFamily="49" charset="0"/>
              </a:rPr>
              <a:t>];</a:t>
            </a:r>
          </a:p>
          <a:p>
            <a:pPr>
              <a:lnSpc>
                <a:spcPct val="113095"/>
              </a:lnSpc>
              <a:buNone/>
            </a:pPr>
            <a:r>
              <a:rPr lang="en-US" sz="2000" b="0" noProof="0" dirty="0">
                <a:solidFill>
                  <a:srgbClr val="000000"/>
                </a:solidFill>
                <a:effectLst/>
                <a:latin typeface="Fira Code" panose="020B0809050000020004" pitchFamily="49" charset="0"/>
              </a:rPr>
              <a:t>});</a:t>
            </a:r>
          </a:p>
        </p:txBody>
      </p:sp>
      <p:grpSp>
        <p:nvGrpSpPr>
          <p:cNvPr id="182" name="Group 181">
            <a:extLst>
              <a:ext uri="{FF2B5EF4-FFF2-40B4-BE49-F238E27FC236}">
                <a16:creationId xmlns:a16="http://schemas.microsoft.com/office/drawing/2014/main" id="{55E44A02-900A-CE23-2B9A-A1AC40B14A06}"/>
              </a:ext>
            </a:extLst>
          </p:cNvPr>
          <p:cNvGrpSpPr/>
          <p:nvPr>
            <p:custDataLst>
              <p:tags r:id="rId14"/>
            </p:custDataLst>
          </p:nvPr>
        </p:nvGrpSpPr>
        <p:grpSpPr>
          <a:xfrm>
            <a:off x="328569" y="1596409"/>
            <a:ext cx="4003009" cy="1832591"/>
            <a:chOff x="1106463" y="1862333"/>
            <a:chExt cx="4003009" cy="1832591"/>
          </a:xfrm>
        </p:grpSpPr>
        <p:sp>
          <p:nvSpPr>
            <p:cNvPr id="181" name="Rectangle 180">
              <a:extLst>
                <a:ext uri="{FF2B5EF4-FFF2-40B4-BE49-F238E27FC236}">
                  <a16:creationId xmlns:a16="http://schemas.microsoft.com/office/drawing/2014/main" id="{2162B464-D86A-47B9-02C3-76C1BCAF74E6}"/>
                </a:ext>
              </a:extLst>
            </p:cNvPr>
            <p:cNvSpPr/>
            <p:nvPr/>
          </p:nvSpPr>
          <p:spPr>
            <a:xfrm>
              <a:off x="1174826" y="1909733"/>
              <a:ext cx="3934646" cy="1705003"/>
            </a:xfrm>
            <a:prstGeom prst="rect">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000" noProof="0" dirty="0"/>
            </a:p>
          </p:txBody>
        </p:sp>
        <p:grpSp>
          <p:nvGrpSpPr>
            <p:cNvPr id="180" name="Group 179">
              <a:extLst>
                <a:ext uri="{FF2B5EF4-FFF2-40B4-BE49-F238E27FC236}">
                  <a16:creationId xmlns:a16="http://schemas.microsoft.com/office/drawing/2014/main" id="{6C8158FA-BF04-B836-6345-E003D8A64948}"/>
                </a:ext>
              </a:extLst>
            </p:cNvPr>
            <p:cNvGrpSpPr/>
            <p:nvPr/>
          </p:nvGrpSpPr>
          <p:grpSpPr>
            <a:xfrm>
              <a:off x="1106463" y="1862333"/>
              <a:ext cx="3955707" cy="1832591"/>
              <a:chOff x="37909" y="1664560"/>
              <a:chExt cx="5395542" cy="2499634"/>
            </a:xfrm>
          </p:grpSpPr>
          <p:grpSp>
            <p:nvGrpSpPr>
              <p:cNvPr id="159" name="Group 158">
                <a:extLst>
                  <a:ext uri="{FF2B5EF4-FFF2-40B4-BE49-F238E27FC236}">
                    <a16:creationId xmlns:a16="http://schemas.microsoft.com/office/drawing/2014/main" id="{414EBBB8-234A-574C-E129-278C9228AE06}"/>
                  </a:ext>
                </a:extLst>
              </p:cNvPr>
              <p:cNvGrpSpPr/>
              <p:nvPr/>
            </p:nvGrpSpPr>
            <p:grpSpPr>
              <a:xfrm>
                <a:off x="1986005" y="2286000"/>
                <a:ext cx="1524000" cy="1143000"/>
                <a:chOff x="1485283" y="2286000"/>
                <a:chExt cx="1524000" cy="1143000"/>
              </a:xfrm>
            </p:grpSpPr>
            <p:sp>
              <p:nvSpPr>
                <p:cNvPr id="79" name="Rectangle 78">
                  <a:extLst>
                    <a:ext uri="{FF2B5EF4-FFF2-40B4-BE49-F238E27FC236}">
                      <a16:creationId xmlns:a16="http://schemas.microsoft.com/office/drawing/2014/main" id="{50079027-377A-0D56-8EED-00C46E3359ED}"/>
                    </a:ext>
                  </a:extLst>
                </p:cNvPr>
                <p:cNvSpPr/>
                <p:nvPr/>
              </p:nvSpPr>
              <p:spPr>
                <a:xfrm>
                  <a:off x="1485283" y="2286000"/>
                  <a:ext cx="381000" cy="381000"/>
                </a:xfrm>
                <a:prstGeom prst="rect">
                  <a:avLst/>
                </a:prstGeom>
                <a:solidFill>
                  <a:srgbClr val="F8CECC"/>
                </a:solidFill>
                <a:ln w="9525" cap="flat">
                  <a:solidFill>
                    <a:srgbClr val="B85450"/>
                  </a:solidFill>
                  <a:prstDash val="solid"/>
                  <a:miter/>
                </a:ln>
              </p:spPr>
              <p:txBody>
                <a:bodyPr/>
                <a:lstStyle/>
                <a:p>
                  <a:endParaRPr lang="en-US" sz="2000" noProof="0" dirty="0"/>
                </a:p>
              </p:txBody>
            </p:sp>
            <p:sp>
              <p:nvSpPr>
                <p:cNvPr id="81" name="Rectangle 80">
                  <a:extLst>
                    <a:ext uri="{FF2B5EF4-FFF2-40B4-BE49-F238E27FC236}">
                      <a16:creationId xmlns:a16="http://schemas.microsoft.com/office/drawing/2014/main" id="{C341F50F-8363-1E45-8923-E81E0F5B31C2}"/>
                    </a:ext>
                  </a:extLst>
                </p:cNvPr>
                <p:cNvSpPr/>
                <p:nvPr/>
              </p:nvSpPr>
              <p:spPr>
                <a:xfrm>
                  <a:off x="1866283" y="2286000"/>
                  <a:ext cx="381000" cy="381000"/>
                </a:xfrm>
                <a:prstGeom prst="rect">
                  <a:avLst/>
                </a:prstGeom>
                <a:solidFill>
                  <a:srgbClr val="F8CECC"/>
                </a:solidFill>
                <a:ln w="9525" cap="flat">
                  <a:solidFill>
                    <a:srgbClr val="B85450"/>
                  </a:solidFill>
                  <a:prstDash val="solid"/>
                  <a:miter/>
                </a:ln>
              </p:spPr>
              <p:txBody>
                <a:bodyPr/>
                <a:lstStyle/>
                <a:p>
                  <a:endParaRPr lang="en-US" sz="2000" noProof="0" dirty="0"/>
                </a:p>
              </p:txBody>
            </p:sp>
            <p:sp>
              <p:nvSpPr>
                <p:cNvPr id="83" name="Rectangle 82">
                  <a:extLst>
                    <a:ext uri="{FF2B5EF4-FFF2-40B4-BE49-F238E27FC236}">
                      <a16:creationId xmlns:a16="http://schemas.microsoft.com/office/drawing/2014/main" id="{889C340E-7178-DC8E-7370-24941D202A24}"/>
                    </a:ext>
                  </a:extLst>
                </p:cNvPr>
                <p:cNvSpPr/>
                <p:nvPr/>
              </p:nvSpPr>
              <p:spPr>
                <a:xfrm>
                  <a:off x="2247283" y="2286000"/>
                  <a:ext cx="381000" cy="381000"/>
                </a:xfrm>
                <a:prstGeom prst="rect">
                  <a:avLst/>
                </a:prstGeom>
                <a:solidFill>
                  <a:srgbClr val="F8CECC"/>
                </a:solidFill>
                <a:ln w="9525" cap="flat">
                  <a:solidFill>
                    <a:srgbClr val="B85450"/>
                  </a:solidFill>
                  <a:prstDash val="solid"/>
                  <a:miter/>
                </a:ln>
              </p:spPr>
              <p:txBody>
                <a:bodyPr/>
                <a:lstStyle/>
                <a:p>
                  <a:endParaRPr lang="en-US" sz="2000" noProof="0" dirty="0"/>
                </a:p>
              </p:txBody>
            </p:sp>
            <p:sp>
              <p:nvSpPr>
                <p:cNvPr id="85" name="Rectangle 84">
                  <a:extLst>
                    <a:ext uri="{FF2B5EF4-FFF2-40B4-BE49-F238E27FC236}">
                      <a16:creationId xmlns:a16="http://schemas.microsoft.com/office/drawing/2014/main" id="{A2295BDB-D0D2-2060-2DE1-A027439DF75B}"/>
                    </a:ext>
                  </a:extLst>
                </p:cNvPr>
                <p:cNvSpPr/>
                <p:nvPr/>
              </p:nvSpPr>
              <p:spPr>
                <a:xfrm>
                  <a:off x="2628283" y="2286000"/>
                  <a:ext cx="381000" cy="381000"/>
                </a:xfrm>
                <a:prstGeom prst="rect">
                  <a:avLst/>
                </a:prstGeom>
                <a:solidFill>
                  <a:srgbClr val="F8CECC"/>
                </a:solidFill>
                <a:ln w="9525" cap="flat">
                  <a:solidFill>
                    <a:srgbClr val="B85450"/>
                  </a:solidFill>
                  <a:prstDash val="solid"/>
                  <a:miter/>
                </a:ln>
              </p:spPr>
              <p:txBody>
                <a:bodyPr/>
                <a:lstStyle/>
                <a:p>
                  <a:endParaRPr lang="en-US" sz="2000" noProof="0" dirty="0"/>
                </a:p>
              </p:txBody>
            </p:sp>
            <p:sp>
              <p:nvSpPr>
                <p:cNvPr id="87" name="Rectangle 86">
                  <a:extLst>
                    <a:ext uri="{FF2B5EF4-FFF2-40B4-BE49-F238E27FC236}">
                      <a16:creationId xmlns:a16="http://schemas.microsoft.com/office/drawing/2014/main" id="{684EBD2F-A037-CFF5-7635-EBB7B7DB1CD4}"/>
                    </a:ext>
                  </a:extLst>
                </p:cNvPr>
                <p:cNvSpPr/>
                <p:nvPr/>
              </p:nvSpPr>
              <p:spPr>
                <a:xfrm>
                  <a:off x="1485283" y="2667000"/>
                  <a:ext cx="381000" cy="381000"/>
                </a:xfrm>
                <a:prstGeom prst="rect">
                  <a:avLst/>
                </a:prstGeom>
                <a:solidFill>
                  <a:srgbClr val="F8CECC"/>
                </a:solidFill>
                <a:ln w="9525" cap="flat">
                  <a:solidFill>
                    <a:srgbClr val="B85450"/>
                  </a:solidFill>
                  <a:prstDash val="solid"/>
                  <a:miter/>
                </a:ln>
              </p:spPr>
              <p:txBody>
                <a:bodyPr/>
                <a:lstStyle/>
                <a:p>
                  <a:endParaRPr lang="en-US" sz="2000" noProof="0" dirty="0"/>
                </a:p>
              </p:txBody>
            </p:sp>
            <p:sp>
              <p:nvSpPr>
                <p:cNvPr id="89" name="Rectangle 88">
                  <a:extLst>
                    <a:ext uri="{FF2B5EF4-FFF2-40B4-BE49-F238E27FC236}">
                      <a16:creationId xmlns:a16="http://schemas.microsoft.com/office/drawing/2014/main" id="{F7058789-0C71-4093-964C-065E9DAA1B5F}"/>
                    </a:ext>
                  </a:extLst>
                </p:cNvPr>
                <p:cNvSpPr/>
                <p:nvPr/>
              </p:nvSpPr>
              <p:spPr>
                <a:xfrm>
                  <a:off x="1866283" y="2667000"/>
                  <a:ext cx="381000" cy="381000"/>
                </a:xfrm>
                <a:prstGeom prst="rect">
                  <a:avLst/>
                </a:prstGeom>
                <a:solidFill>
                  <a:srgbClr val="F8CECC"/>
                </a:solidFill>
                <a:ln w="9525" cap="flat">
                  <a:solidFill>
                    <a:srgbClr val="B85450"/>
                  </a:solidFill>
                  <a:prstDash val="solid"/>
                  <a:miter/>
                </a:ln>
              </p:spPr>
              <p:txBody>
                <a:bodyPr/>
                <a:lstStyle/>
                <a:p>
                  <a:endParaRPr lang="en-US" sz="2000" noProof="0" dirty="0"/>
                </a:p>
              </p:txBody>
            </p:sp>
            <p:sp>
              <p:nvSpPr>
                <p:cNvPr id="91" name="Rectangle 90">
                  <a:extLst>
                    <a:ext uri="{FF2B5EF4-FFF2-40B4-BE49-F238E27FC236}">
                      <a16:creationId xmlns:a16="http://schemas.microsoft.com/office/drawing/2014/main" id="{6EA4D36E-18DE-0BCE-A502-A7D295509793}"/>
                    </a:ext>
                  </a:extLst>
                </p:cNvPr>
                <p:cNvSpPr/>
                <p:nvPr/>
              </p:nvSpPr>
              <p:spPr>
                <a:xfrm>
                  <a:off x="2247283" y="2667000"/>
                  <a:ext cx="381000" cy="381000"/>
                </a:xfrm>
                <a:prstGeom prst="rect">
                  <a:avLst/>
                </a:prstGeom>
                <a:solidFill>
                  <a:srgbClr val="F8CECC"/>
                </a:solidFill>
                <a:ln w="9525" cap="flat">
                  <a:solidFill>
                    <a:srgbClr val="B85450"/>
                  </a:solidFill>
                  <a:prstDash val="solid"/>
                  <a:miter/>
                </a:ln>
              </p:spPr>
              <p:txBody>
                <a:bodyPr/>
                <a:lstStyle/>
                <a:p>
                  <a:endParaRPr lang="en-US" sz="2000" noProof="0" dirty="0"/>
                </a:p>
              </p:txBody>
            </p:sp>
            <p:sp>
              <p:nvSpPr>
                <p:cNvPr id="93" name="Rectangle 92">
                  <a:extLst>
                    <a:ext uri="{FF2B5EF4-FFF2-40B4-BE49-F238E27FC236}">
                      <a16:creationId xmlns:a16="http://schemas.microsoft.com/office/drawing/2014/main" id="{DDB0F9C4-12F3-C24D-F5AD-2DA2D3F86912}"/>
                    </a:ext>
                  </a:extLst>
                </p:cNvPr>
                <p:cNvSpPr/>
                <p:nvPr/>
              </p:nvSpPr>
              <p:spPr>
                <a:xfrm>
                  <a:off x="2628283" y="2667000"/>
                  <a:ext cx="381000" cy="381000"/>
                </a:xfrm>
                <a:prstGeom prst="rect">
                  <a:avLst/>
                </a:prstGeom>
                <a:solidFill>
                  <a:srgbClr val="F8CECC"/>
                </a:solidFill>
                <a:ln w="9525" cap="flat">
                  <a:solidFill>
                    <a:srgbClr val="B85450"/>
                  </a:solidFill>
                  <a:prstDash val="solid"/>
                  <a:miter/>
                </a:ln>
              </p:spPr>
              <p:txBody>
                <a:bodyPr/>
                <a:lstStyle/>
                <a:p>
                  <a:endParaRPr lang="en-US" sz="2000" noProof="0" dirty="0"/>
                </a:p>
              </p:txBody>
            </p:sp>
            <p:sp>
              <p:nvSpPr>
                <p:cNvPr id="95" name="Rectangle 94">
                  <a:extLst>
                    <a:ext uri="{FF2B5EF4-FFF2-40B4-BE49-F238E27FC236}">
                      <a16:creationId xmlns:a16="http://schemas.microsoft.com/office/drawing/2014/main" id="{D4DD1CD8-2470-7487-2E6E-F817302558F9}"/>
                    </a:ext>
                  </a:extLst>
                </p:cNvPr>
                <p:cNvSpPr/>
                <p:nvPr/>
              </p:nvSpPr>
              <p:spPr>
                <a:xfrm>
                  <a:off x="1485283" y="3048000"/>
                  <a:ext cx="381000" cy="381000"/>
                </a:xfrm>
                <a:prstGeom prst="rect">
                  <a:avLst/>
                </a:prstGeom>
                <a:solidFill>
                  <a:srgbClr val="F8CECC"/>
                </a:solidFill>
                <a:ln w="9525" cap="flat">
                  <a:solidFill>
                    <a:srgbClr val="B85450"/>
                  </a:solidFill>
                  <a:prstDash val="solid"/>
                  <a:miter/>
                </a:ln>
              </p:spPr>
              <p:txBody>
                <a:bodyPr/>
                <a:lstStyle/>
                <a:p>
                  <a:endParaRPr lang="en-US" sz="2000" noProof="0" dirty="0"/>
                </a:p>
              </p:txBody>
            </p:sp>
            <p:sp>
              <p:nvSpPr>
                <p:cNvPr id="97" name="Rectangle 96">
                  <a:extLst>
                    <a:ext uri="{FF2B5EF4-FFF2-40B4-BE49-F238E27FC236}">
                      <a16:creationId xmlns:a16="http://schemas.microsoft.com/office/drawing/2014/main" id="{36F0AF8A-2C80-C539-F256-FB33FA65DEA6}"/>
                    </a:ext>
                  </a:extLst>
                </p:cNvPr>
                <p:cNvSpPr/>
                <p:nvPr/>
              </p:nvSpPr>
              <p:spPr>
                <a:xfrm>
                  <a:off x="1866283" y="3048000"/>
                  <a:ext cx="381000" cy="381000"/>
                </a:xfrm>
                <a:prstGeom prst="rect">
                  <a:avLst/>
                </a:prstGeom>
                <a:solidFill>
                  <a:srgbClr val="F8CECC"/>
                </a:solidFill>
                <a:ln w="9525" cap="flat">
                  <a:solidFill>
                    <a:srgbClr val="B85450"/>
                  </a:solidFill>
                  <a:prstDash val="solid"/>
                  <a:miter/>
                </a:ln>
              </p:spPr>
              <p:txBody>
                <a:bodyPr/>
                <a:lstStyle/>
                <a:p>
                  <a:endParaRPr lang="en-US" sz="2000" noProof="0" dirty="0"/>
                </a:p>
              </p:txBody>
            </p:sp>
            <p:sp>
              <p:nvSpPr>
                <p:cNvPr id="99" name="Rectangle 98">
                  <a:extLst>
                    <a:ext uri="{FF2B5EF4-FFF2-40B4-BE49-F238E27FC236}">
                      <a16:creationId xmlns:a16="http://schemas.microsoft.com/office/drawing/2014/main" id="{DF403CFD-DEA2-D2C9-0991-1EFCB8947EC3}"/>
                    </a:ext>
                  </a:extLst>
                </p:cNvPr>
                <p:cNvSpPr/>
                <p:nvPr/>
              </p:nvSpPr>
              <p:spPr>
                <a:xfrm>
                  <a:off x="2247283" y="3048000"/>
                  <a:ext cx="381000" cy="381000"/>
                </a:xfrm>
                <a:prstGeom prst="rect">
                  <a:avLst/>
                </a:prstGeom>
                <a:solidFill>
                  <a:srgbClr val="F8CECC"/>
                </a:solidFill>
                <a:ln w="9525" cap="flat">
                  <a:solidFill>
                    <a:srgbClr val="B85450"/>
                  </a:solidFill>
                  <a:prstDash val="solid"/>
                  <a:miter/>
                </a:ln>
              </p:spPr>
              <p:txBody>
                <a:bodyPr/>
                <a:lstStyle/>
                <a:p>
                  <a:endParaRPr lang="en-US" sz="2000" noProof="0" dirty="0"/>
                </a:p>
              </p:txBody>
            </p:sp>
            <p:sp>
              <p:nvSpPr>
                <p:cNvPr id="101" name="Rectangle 100">
                  <a:extLst>
                    <a:ext uri="{FF2B5EF4-FFF2-40B4-BE49-F238E27FC236}">
                      <a16:creationId xmlns:a16="http://schemas.microsoft.com/office/drawing/2014/main" id="{DF46E15B-473F-7866-7C35-B6501FF8CAE6}"/>
                    </a:ext>
                  </a:extLst>
                </p:cNvPr>
                <p:cNvSpPr/>
                <p:nvPr/>
              </p:nvSpPr>
              <p:spPr>
                <a:xfrm>
                  <a:off x="2628283" y="3048000"/>
                  <a:ext cx="381000" cy="381000"/>
                </a:xfrm>
                <a:prstGeom prst="rect">
                  <a:avLst/>
                </a:prstGeom>
                <a:solidFill>
                  <a:srgbClr val="F8CECC"/>
                </a:solidFill>
                <a:ln w="9525" cap="flat">
                  <a:solidFill>
                    <a:srgbClr val="B85450"/>
                  </a:solidFill>
                  <a:prstDash val="solid"/>
                  <a:miter/>
                </a:ln>
              </p:spPr>
              <p:txBody>
                <a:bodyPr/>
                <a:lstStyle/>
                <a:p>
                  <a:endParaRPr lang="en-US" sz="2000" noProof="0" dirty="0"/>
                </a:p>
              </p:txBody>
            </p:sp>
          </p:grpSp>
          <p:grpSp>
            <p:nvGrpSpPr>
              <p:cNvPr id="160" name="Group 159">
                <a:extLst>
                  <a:ext uri="{FF2B5EF4-FFF2-40B4-BE49-F238E27FC236}">
                    <a16:creationId xmlns:a16="http://schemas.microsoft.com/office/drawing/2014/main" id="{985BB3A7-1EBB-ACBF-0F3A-66F8C8BF504B}"/>
                  </a:ext>
                </a:extLst>
              </p:cNvPr>
              <p:cNvGrpSpPr/>
              <p:nvPr/>
            </p:nvGrpSpPr>
            <p:grpSpPr>
              <a:xfrm>
                <a:off x="507500" y="2097603"/>
                <a:ext cx="1143000" cy="1524000"/>
                <a:chOff x="151783" y="2071688"/>
                <a:chExt cx="1143000" cy="1524000"/>
              </a:xfrm>
            </p:grpSpPr>
            <p:sp>
              <p:nvSpPr>
                <p:cNvPr id="103" name="Rectangle 102">
                  <a:extLst>
                    <a:ext uri="{FF2B5EF4-FFF2-40B4-BE49-F238E27FC236}">
                      <a16:creationId xmlns:a16="http://schemas.microsoft.com/office/drawing/2014/main" id="{57D7E4B5-4F4E-61EB-9917-FA056266081A}"/>
                    </a:ext>
                  </a:extLst>
                </p:cNvPr>
                <p:cNvSpPr/>
                <p:nvPr/>
              </p:nvSpPr>
              <p:spPr>
                <a:xfrm>
                  <a:off x="151783" y="2071688"/>
                  <a:ext cx="381000" cy="381000"/>
                </a:xfrm>
                <a:prstGeom prst="rect">
                  <a:avLst/>
                </a:prstGeom>
                <a:solidFill>
                  <a:srgbClr val="D5E8D4"/>
                </a:solidFill>
                <a:ln w="9525" cap="flat">
                  <a:solidFill>
                    <a:srgbClr val="82B366"/>
                  </a:solidFill>
                  <a:prstDash val="solid"/>
                  <a:miter/>
                </a:ln>
              </p:spPr>
              <p:txBody>
                <a:bodyPr/>
                <a:lstStyle/>
                <a:p>
                  <a:endParaRPr lang="en-US" sz="2000" noProof="0" dirty="0"/>
                </a:p>
              </p:txBody>
            </p:sp>
            <p:sp>
              <p:nvSpPr>
                <p:cNvPr id="105" name="Rectangle 104">
                  <a:extLst>
                    <a:ext uri="{FF2B5EF4-FFF2-40B4-BE49-F238E27FC236}">
                      <a16:creationId xmlns:a16="http://schemas.microsoft.com/office/drawing/2014/main" id="{7D00D5EA-0890-B00D-950A-65D287102D6E}"/>
                    </a:ext>
                  </a:extLst>
                </p:cNvPr>
                <p:cNvSpPr/>
                <p:nvPr/>
              </p:nvSpPr>
              <p:spPr>
                <a:xfrm>
                  <a:off x="532783" y="2071688"/>
                  <a:ext cx="381000" cy="381000"/>
                </a:xfrm>
                <a:prstGeom prst="rect">
                  <a:avLst/>
                </a:prstGeom>
                <a:solidFill>
                  <a:srgbClr val="D5E8D4"/>
                </a:solidFill>
                <a:ln w="9525" cap="flat">
                  <a:solidFill>
                    <a:srgbClr val="82B366"/>
                  </a:solidFill>
                  <a:prstDash val="solid"/>
                  <a:miter/>
                </a:ln>
              </p:spPr>
              <p:txBody>
                <a:bodyPr/>
                <a:lstStyle/>
                <a:p>
                  <a:endParaRPr lang="en-US" sz="2000" noProof="0" dirty="0"/>
                </a:p>
              </p:txBody>
            </p:sp>
            <p:sp>
              <p:nvSpPr>
                <p:cNvPr id="107" name="Rectangle 106">
                  <a:extLst>
                    <a:ext uri="{FF2B5EF4-FFF2-40B4-BE49-F238E27FC236}">
                      <a16:creationId xmlns:a16="http://schemas.microsoft.com/office/drawing/2014/main" id="{E0F57E46-66C8-7625-7F07-D56FDB9F482A}"/>
                    </a:ext>
                  </a:extLst>
                </p:cNvPr>
                <p:cNvSpPr/>
                <p:nvPr/>
              </p:nvSpPr>
              <p:spPr>
                <a:xfrm>
                  <a:off x="913783" y="2071688"/>
                  <a:ext cx="381000" cy="381000"/>
                </a:xfrm>
                <a:prstGeom prst="rect">
                  <a:avLst/>
                </a:prstGeom>
                <a:solidFill>
                  <a:srgbClr val="D5E8D4"/>
                </a:solidFill>
                <a:ln w="9525" cap="flat">
                  <a:solidFill>
                    <a:srgbClr val="82B366"/>
                  </a:solidFill>
                  <a:prstDash val="solid"/>
                  <a:miter/>
                </a:ln>
              </p:spPr>
              <p:txBody>
                <a:bodyPr/>
                <a:lstStyle/>
                <a:p>
                  <a:endParaRPr lang="en-US" sz="2000" noProof="0" dirty="0"/>
                </a:p>
              </p:txBody>
            </p:sp>
            <p:sp>
              <p:nvSpPr>
                <p:cNvPr id="109" name="Rectangle 108">
                  <a:extLst>
                    <a:ext uri="{FF2B5EF4-FFF2-40B4-BE49-F238E27FC236}">
                      <a16:creationId xmlns:a16="http://schemas.microsoft.com/office/drawing/2014/main" id="{CB1BEEBA-CE4B-423A-DC35-65C4358F6391}"/>
                    </a:ext>
                  </a:extLst>
                </p:cNvPr>
                <p:cNvSpPr/>
                <p:nvPr/>
              </p:nvSpPr>
              <p:spPr>
                <a:xfrm>
                  <a:off x="151783" y="2452688"/>
                  <a:ext cx="381000" cy="381000"/>
                </a:xfrm>
                <a:prstGeom prst="rect">
                  <a:avLst/>
                </a:prstGeom>
                <a:solidFill>
                  <a:srgbClr val="D5E8D4"/>
                </a:solidFill>
                <a:ln w="9525" cap="flat">
                  <a:solidFill>
                    <a:srgbClr val="82B366"/>
                  </a:solidFill>
                  <a:prstDash val="solid"/>
                  <a:miter/>
                </a:ln>
              </p:spPr>
              <p:txBody>
                <a:bodyPr/>
                <a:lstStyle/>
                <a:p>
                  <a:endParaRPr lang="en-US" sz="2000" noProof="0" dirty="0"/>
                </a:p>
              </p:txBody>
            </p:sp>
            <p:sp>
              <p:nvSpPr>
                <p:cNvPr id="111" name="Rectangle 110">
                  <a:extLst>
                    <a:ext uri="{FF2B5EF4-FFF2-40B4-BE49-F238E27FC236}">
                      <a16:creationId xmlns:a16="http://schemas.microsoft.com/office/drawing/2014/main" id="{FC11DB9F-16D5-1A9C-AEDB-D1E85ED32A85}"/>
                    </a:ext>
                  </a:extLst>
                </p:cNvPr>
                <p:cNvSpPr/>
                <p:nvPr/>
              </p:nvSpPr>
              <p:spPr>
                <a:xfrm>
                  <a:off x="532783" y="2452688"/>
                  <a:ext cx="381000" cy="381000"/>
                </a:xfrm>
                <a:prstGeom prst="rect">
                  <a:avLst/>
                </a:prstGeom>
                <a:solidFill>
                  <a:srgbClr val="D5E8D4"/>
                </a:solidFill>
                <a:ln w="9525" cap="flat">
                  <a:solidFill>
                    <a:srgbClr val="82B366"/>
                  </a:solidFill>
                  <a:prstDash val="solid"/>
                  <a:miter/>
                </a:ln>
              </p:spPr>
              <p:txBody>
                <a:bodyPr/>
                <a:lstStyle/>
                <a:p>
                  <a:endParaRPr lang="en-US" sz="2000" noProof="0" dirty="0"/>
                </a:p>
              </p:txBody>
            </p:sp>
            <p:sp>
              <p:nvSpPr>
                <p:cNvPr id="113" name="Rectangle 112">
                  <a:extLst>
                    <a:ext uri="{FF2B5EF4-FFF2-40B4-BE49-F238E27FC236}">
                      <a16:creationId xmlns:a16="http://schemas.microsoft.com/office/drawing/2014/main" id="{150D4BBF-8286-2145-EB28-1DB5276D1C81}"/>
                    </a:ext>
                  </a:extLst>
                </p:cNvPr>
                <p:cNvSpPr/>
                <p:nvPr/>
              </p:nvSpPr>
              <p:spPr>
                <a:xfrm>
                  <a:off x="913783" y="2452688"/>
                  <a:ext cx="381000" cy="381000"/>
                </a:xfrm>
                <a:prstGeom prst="rect">
                  <a:avLst/>
                </a:prstGeom>
                <a:solidFill>
                  <a:srgbClr val="D5E8D4"/>
                </a:solidFill>
                <a:ln w="9525" cap="flat">
                  <a:solidFill>
                    <a:srgbClr val="82B366"/>
                  </a:solidFill>
                  <a:prstDash val="solid"/>
                  <a:miter/>
                </a:ln>
              </p:spPr>
              <p:txBody>
                <a:bodyPr/>
                <a:lstStyle/>
                <a:p>
                  <a:endParaRPr lang="en-US" sz="2000" noProof="0" dirty="0"/>
                </a:p>
              </p:txBody>
            </p:sp>
            <p:sp>
              <p:nvSpPr>
                <p:cNvPr id="115" name="Rectangle 114">
                  <a:extLst>
                    <a:ext uri="{FF2B5EF4-FFF2-40B4-BE49-F238E27FC236}">
                      <a16:creationId xmlns:a16="http://schemas.microsoft.com/office/drawing/2014/main" id="{CABABF41-024D-E218-43D9-15A612557742}"/>
                    </a:ext>
                  </a:extLst>
                </p:cNvPr>
                <p:cNvSpPr/>
                <p:nvPr/>
              </p:nvSpPr>
              <p:spPr>
                <a:xfrm>
                  <a:off x="151783" y="2833688"/>
                  <a:ext cx="381000" cy="381000"/>
                </a:xfrm>
                <a:prstGeom prst="rect">
                  <a:avLst/>
                </a:prstGeom>
                <a:solidFill>
                  <a:srgbClr val="D5E8D4"/>
                </a:solidFill>
                <a:ln w="9525" cap="flat">
                  <a:solidFill>
                    <a:srgbClr val="82B366"/>
                  </a:solidFill>
                  <a:prstDash val="solid"/>
                  <a:miter/>
                </a:ln>
              </p:spPr>
              <p:txBody>
                <a:bodyPr/>
                <a:lstStyle/>
                <a:p>
                  <a:endParaRPr lang="en-US" sz="2000" noProof="0" dirty="0"/>
                </a:p>
              </p:txBody>
            </p:sp>
            <p:sp>
              <p:nvSpPr>
                <p:cNvPr id="117" name="Rectangle 116">
                  <a:extLst>
                    <a:ext uri="{FF2B5EF4-FFF2-40B4-BE49-F238E27FC236}">
                      <a16:creationId xmlns:a16="http://schemas.microsoft.com/office/drawing/2014/main" id="{4E551831-EF2C-9D97-1E36-5333A86D2994}"/>
                    </a:ext>
                  </a:extLst>
                </p:cNvPr>
                <p:cNvSpPr/>
                <p:nvPr/>
              </p:nvSpPr>
              <p:spPr>
                <a:xfrm>
                  <a:off x="151783" y="3214688"/>
                  <a:ext cx="381000" cy="381000"/>
                </a:xfrm>
                <a:prstGeom prst="rect">
                  <a:avLst/>
                </a:prstGeom>
                <a:solidFill>
                  <a:srgbClr val="D5E8D4"/>
                </a:solidFill>
                <a:ln w="9525" cap="flat">
                  <a:solidFill>
                    <a:srgbClr val="82B366"/>
                  </a:solidFill>
                  <a:prstDash val="solid"/>
                  <a:miter/>
                </a:ln>
              </p:spPr>
              <p:txBody>
                <a:bodyPr/>
                <a:lstStyle/>
                <a:p>
                  <a:endParaRPr lang="en-US" sz="2000" noProof="0" dirty="0"/>
                </a:p>
              </p:txBody>
            </p:sp>
            <p:sp>
              <p:nvSpPr>
                <p:cNvPr id="119" name="Rectangle 118">
                  <a:extLst>
                    <a:ext uri="{FF2B5EF4-FFF2-40B4-BE49-F238E27FC236}">
                      <a16:creationId xmlns:a16="http://schemas.microsoft.com/office/drawing/2014/main" id="{ABD50DB8-D34E-32E9-165E-DB5A4DE1EBBA}"/>
                    </a:ext>
                  </a:extLst>
                </p:cNvPr>
                <p:cNvSpPr/>
                <p:nvPr/>
              </p:nvSpPr>
              <p:spPr>
                <a:xfrm>
                  <a:off x="532783" y="2833688"/>
                  <a:ext cx="381000" cy="381000"/>
                </a:xfrm>
                <a:prstGeom prst="rect">
                  <a:avLst/>
                </a:prstGeom>
                <a:solidFill>
                  <a:srgbClr val="D5E8D4"/>
                </a:solidFill>
                <a:ln w="9525" cap="flat">
                  <a:solidFill>
                    <a:srgbClr val="82B366"/>
                  </a:solidFill>
                  <a:prstDash val="solid"/>
                  <a:miter/>
                </a:ln>
              </p:spPr>
              <p:txBody>
                <a:bodyPr/>
                <a:lstStyle/>
                <a:p>
                  <a:endParaRPr lang="en-US" sz="2000" noProof="0" dirty="0"/>
                </a:p>
              </p:txBody>
            </p:sp>
            <p:sp>
              <p:nvSpPr>
                <p:cNvPr id="121" name="Rectangle 120">
                  <a:extLst>
                    <a:ext uri="{FF2B5EF4-FFF2-40B4-BE49-F238E27FC236}">
                      <a16:creationId xmlns:a16="http://schemas.microsoft.com/office/drawing/2014/main" id="{EB23B9EF-93AB-59F4-6741-F58E04BDF7F4}"/>
                    </a:ext>
                  </a:extLst>
                </p:cNvPr>
                <p:cNvSpPr/>
                <p:nvPr/>
              </p:nvSpPr>
              <p:spPr>
                <a:xfrm>
                  <a:off x="532783" y="3214688"/>
                  <a:ext cx="381000" cy="381000"/>
                </a:xfrm>
                <a:prstGeom prst="rect">
                  <a:avLst/>
                </a:prstGeom>
                <a:solidFill>
                  <a:srgbClr val="D5E8D4"/>
                </a:solidFill>
                <a:ln w="9525" cap="flat">
                  <a:solidFill>
                    <a:srgbClr val="82B366"/>
                  </a:solidFill>
                  <a:prstDash val="solid"/>
                  <a:miter/>
                </a:ln>
              </p:spPr>
              <p:txBody>
                <a:bodyPr/>
                <a:lstStyle/>
                <a:p>
                  <a:endParaRPr lang="en-US" sz="2000" noProof="0" dirty="0"/>
                </a:p>
              </p:txBody>
            </p:sp>
            <p:sp>
              <p:nvSpPr>
                <p:cNvPr id="123" name="Rectangle 122">
                  <a:extLst>
                    <a:ext uri="{FF2B5EF4-FFF2-40B4-BE49-F238E27FC236}">
                      <a16:creationId xmlns:a16="http://schemas.microsoft.com/office/drawing/2014/main" id="{2D4A02CE-3199-AD33-A49A-DD114B9C4BE3}"/>
                    </a:ext>
                  </a:extLst>
                </p:cNvPr>
                <p:cNvSpPr/>
                <p:nvPr/>
              </p:nvSpPr>
              <p:spPr>
                <a:xfrm>
                  <a:off x="913783" y="2833688"/>
                  <a:ext cx="381000" cy="381000"/>
                </a:xfrm>
                <a:prstGeom prst="rect">
                  <a:avLst/>
                </a:prstGeom>
                <a:solidFill>
                  <a:srgbClr val="D5E8D4"/>
                </a:solidFill>
                <a:ln w="9525" cap="flat">
                  <a:solidFill>
                    <a:srgbClr val="82B366"/>
                  </a:solidFill>
                  <a:prstDash val="solid"/>
                  <a:miter/>
                </a:ln>
              </p:spPr>
              <p:txBody>
                <a:bodyPr/>
                <a:lstStyle/>
                <a:p>
                  <a:endParaRPr lang="en-US" sz="2000" noProof="0" dirty="0"/>
                </a:p>
              </p:txBody>
            </p:sp>
            <p:sp>
              <p:nvSpPr>
                <p:cNvPr id="125" name="Rectangle 124">
                  <a:extLst>
                    <a:ext uri="{FF2B5EF4-FFF2-40B4-BE49-F238E27FC236}">
                      <a16:creationId xmlns:a16="http://schemas.microsoft.com/office/drawing/2014/main" id="{3027EB25-5F10-774C-5DA6-3DCFE9CABA29}"/>
                    </a:ext>
                  </a:extLst>
                </p:cNvPr>
                <p:cNvSpPr/>
                <p:nvPr/>
              </p:nvSpPr>
              <p:spPr>
                <a:xfrm>
                  <a:off x="913783" y="3214688"/>
                  <a:ext cx="381000" cy="381000"/>
                </a:xfrm>
                <a:prstGeom prst="rect">
                  <a:avLst/>
                </a:prstGeom>
                <a:solidFill>
                  <a:srgbClr val="D5E8D4"/>
                </a:solidFill>
                <a:ln w="9525" cap="flat">
                  <a:solidFill>
                    <a:srgbClr val="82B366"/>
                  </a:solidFill>
                  <a:prstDash val="solid"/>
                  <a:miter/>
                </a:ln>
              </p:spPr>
              <p:txBody>
                <a:bodyPr/>
                <a:lstStyle/>
                <a:p>
                  <a:endParaRPr lang="en-US" sz="2000" noProof="0" dirty="0"/>
                </a:p>
              </p:txBody>
            </p:sp>
          </p:grpSp>
          <p:grpSp>
            <p:nvGrpSpPr>
              <p:cNvPr id="158" name="Group 157">
                <a:extLst>
                  <a:ext uri="{FF2B5EF4-FFF2-40B4-BE49-F238E27FC236}">
                    <a16:creationId xmlns:a16="http://schemas.microsoft.com/office/drawing/2014/main" id="{DA00805D-D712-2AF1-DE04-6B29E73230A2}"/>
                  </a:ext>
                </a:extLst>
              </p:cNvPr>
              <p:cNvGrpSpPr/>
              <p:nvPr/>
            </p:nvGrpSpPr>
            <p:grpSpPr>
              <a:xfrm>
                <a:off x="3909451" y="2095500"/>
                <a:ext cx="1524000" cy="1524000"/>
                <a:chOff x="3107359" y="2145800"/>
                <a:chExt cx="1524000" cy="1524000"/>
              </a:xfrm>
            </p:grpSpPr>
            <p:sp>
              <p:nvSpPr>
                <p:cNvPr id="127" name="Rectangle 126">
                  <a:extLst>
                    <a:ext uri="{FF2B5EF4-FFF2-40B4-BE49-F238E27FC236}">
                      <a16:creationId xmlns:a16="http://schemas.microsoft.com/office/drawing/2014/main" id="{A42A4767-E46E-410D-7A3A-EDEDAE64E15E}"/>
                    </a:ext>
                  </a:extLst>
                </p:cNvPr>
                <p:cNvSpPr/>
                <p:nvPr/>
              </p:nvSpPr>
              <p:spPr>
                <a:xfrm>
                  <a:off x="3107359" y="2145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129" name="Rectangle 128">
                  <a:extLst>
                    <a:ext uri="{FF2B5EF4-FFF2-40B4-BE49-F238E27FC236}">
                      <a16:creationId xmlns:a16="http://schemas.microsoft.com/office/drawing/2014/main" id="{160F0266-E94D-2642-41A9-CB48AF596432}"/>
                    </a:ext>
                  </a:extLst>
                </p:cNvPr>
                <p:cNvSpPr/>
                <p:nvPr/>
              </p:nvSpPr>
              <p:spPr>
                <a:xfrm>
                  <a:off x="3488359" y="2145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131" name="Rectangle 130">
                  <a:extLst>
                    <a:ext uri="{FF2B5EF4-FFF2-40B4-BE49-F238E27FC236}">
                      <a16:creationId xmlns:a16="http://schemas.microsoft.com/office/drawing/2014/main" id="{58CC5973-248F-307A-6EAB-E779182293B7}"/>
                    </a:ext>
                  </a:extLst>
                </p:cNvPr>
                <p:cNvSpPr/>
                <p:nvPr/>
              </p:nvSpPr>
              <p:spPr>
                <a:xfrm>
                  <a:off x="3869359" y="2145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133" name="Rectangle 132">
                  <a:extLst>
                    <a:ext uri="{FF2B5EF4-FFF2-40B4-BE49-F238E27FC236}">
                      <a16:creationId xmlns:a16="http://schemas.microsoft.com/office/drawing/2014/main" id="{E9DCEC46-4D53-95F6-587B-C239E9203FD2}"/>
                    </a:ext>
                  </a:extLst>
                </p:cNvPr>
                <p:cNvSpPr/>
                <p:nvPr/>
              </p:nvSpPr>
              <p:spPr>
                <a:xfrm>
                  <a:off x="4250359" y="2145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135" name="Rectangle 134">
                  <a:extLst>
                    <a:ext uri="{FF2B5EF4-FFF2-40B4-BE49-F238E27FC236}">
                      <a16:creationId xmlns:a16="http://schemas.microsoft.com/office/drawing/2014/main" id="{8A4F7006-7017-5729-F662-5CEC492194FF}"/>
                    </a:ext>
                  </a:extLst>
                </p:cNvPr>
                <p:cNvSpPr/>
                <p:nvPr/>
              </p:nvSpPr>
              <p:spPr>
                <a:xfrm>
                  <a:off x="3107359" y="2526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137" name="Rectangle 136">
                  <a:extLst>
                    <a:ext uri="{FF2B5EF4-FFF2-40B4-BE49-F238E27FC236}">
                      <a16:creationId xmlns:a16="http://schemas.microsoft.com/office/drawing/2014/main" id="{9F07D89A-107F-794A-53D4-0AF9B343B51B}"/>
                    </a:ext>
                  </a:extLst>
                </p:cNvPr>
                <p:cNvSpPr/>
                <p:nvPr/>
              </p:nvSpPr>
              <p:spPr>
                <a:xfrm>
                  <a:off x="3488359" y="2526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139" name="Rectangle 138">
                  <a:extLst>
                    <a:ext uri="{FF2B5EF4-FFF2-40B4-BE49-F238E27FC236}">
                      <a16:creationId xmlns:a16="http://schemas.microsoft.com/office/drawing/2014/main" id="{C8B2D771-DD1B-2C65-1A70-9DD9A4910371}"/>
                    </a:ext>
                  </a:extLst>
                </p:cNvPr>
                <p:cNvSpPr/>
                <p:nvPr/>
              </p:nvSpPr>
              <p:spPr>
                <a:xfrm>
                  <a:off x="3869359" y="2526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141" name="Rectangle 140">
                  <a:extLst>
                    <a:ext uri="{FF2B5EF4-FFF2-40B4-BE49-F238E27FC236}">
                      <a16:creationId xmlns:a16="http://schemas.microsoft.com/office/drawing/2014/main" id="{A809B9A5-B3C1-3AB0-59A8-4C2DEE1A2E8E}"/>
                    </a:ext>
                  </a:extLst>
                </p:cNvPr>
                <p:cNvSpPr/>
                <p:nvPr/>
              </p:nvSpPr>
              <p:spPr>
                <a:xfrm>
                  <a:off x="4250359" y="2526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143" name="Rectangle 142">
                  <a:extLst>
                    <a:ext uri="{FF2B5EF4-FFF2-40B4-BE49-F238E27FC236}">
                      <a16:creationId xmlns:a16="http://schemas.microsoft.com/office/drawing/2014/main" id="{E24458F8-B4BC-08DA-AAF4-7036DD689792}"/>
                    </a:ext>
                  </a:extLst>
                </p:cNvPr>
                <p:cNvSpPr/>
                <p:nvPr/>
              </p:nvSpPr>
              <p:spPr>
                <a:xfrm>
                  <a:off x="3107359" y="2907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145" name="Rectangle 144">
                  <a:extLst>
                    <a:ext uri="{FF2B5EF4-FFF2-40B4-BE49-F238E27FC236}">
                      <a16:creationId xmlns:a16="http://schemas.microsoft.com/office/drawing/2014/main" id="{914AAE84-5921-F13E-235E-3E38FCA17F1D}"/>
                    </a:ext>
                  </a:extLst>
                </p:cNvPr>
                <p:cNvSpPr/>
                <p:nvPr/>
              </p:nvSpPr>
              <p:spPr>
                <a:xfrm>
                  <a:off x="3488359" y="2907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147" name="Rectangle 146">
                  <a:extLst>
                    <a:ext uri="{FF2B5EF4-FFF2-40B4-BE49-F238E27FC236}">
                      <a16:creationId xmlns:a16="http://schemas.microsoft.com/office/drawing/2014/main" id="{BC14B6F1-9E99-692E-3AF1-DD2DD9A0B224}"/>
                    </a:ext>
                  </a:extLst>
                </p:cNvPr>
                <p:cNvSpPr/>
                <p:nvPr/>
              </p:nvSpPr>
              <p:spPr>
                <a:xfrm>
                  <a:off x="3869359" y="2907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149" name="Rectangle 148">
                  <a:extLst>
                    <a:ext uri="{FF2B5EF4-FFF2-40B4-BE49-F238E27FC236}">
                      <a16:creationId xmlns:a16="http://schemas.microsoft.com/office/drawing/2014/main" id="{B7D242E2-32E6-1029-7CF1-C712590C1678}"/>
                    </a:ext>
                  </a:extLst>
                </p:cNvPr>
                <p:cNvSpPr/>
                <p:nvPr/>
              </p:nvSpPr>
              <p:spPr>
                <a:xfrm>
                  <a:off x="4250359" y="2907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151" name="Rectangle 150">
                  <a:extLst>
                    <a:ext uri="{FF2B5EF4-FFF2-40B4-BE49-F238E27FC236}">
                      <a16:creationId xmlns:a16="http://schemas.microsoft.com/office/drawing/2014/main" id="{5F7D8052-E832-A523-002B-3FE38B26DA11}"/>
                    </a:ext>
                  </a:extLst>
                </p:cNvPr>
                <p:cNvSpPr/>
                <p:nvPr/>
              </p:nvSpPr>
              <p:spPr>
                <a:xfrm>
                  <a:off x="3107359" y="3288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153" name="Rectangle 152">
                  <a:extLst>
                    <a:ext uri="{FF2B5EF4-FFF2-40B4-BE49-F238E27FC236}">
                      <a16:creationId xmlns:a16="http://schemas.microsoft.com/office/drawing/2014/main" id="{83D2B734-91DA-56CE-7E18-6A8B4C95CF4B}"/>
                    </a:ext>
                  </a:extLst>
                </p:cNvPr>
                <p:cNvSpPr/>
                <p:nvPr/>
              </p:nvSpPr>
              <p:spPr>
                <a:xfrm>
                  <a:off x="3488359" y="3288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155" name="Rectangle 154">
                  <a:extLst>
                    <a:ext uri="{FF2B5EF4-FFF2-40B4-BE49-F238E27FC236}">
                      <a16:creationId xmlns:a16="http://schemas.microsoft.com/office/drawing/2014/main" id="{C6F13F13-8DEC-A0D4-025A-3B566306E937}"/>
                    </a:ext>
                  </a:extLst>
                </p:cNvPr>
                <p:cNvSpPr/>
                <p:nvPr/>
              </p:nvSpPr>
              <p:spPr>
                <a:xfrm>
                  <a:off x="3869359" y="3288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157" name="Rectangle 156">
                  <a:extLst>
                    <a:ext uri="{FF2B5EF4-FFF2-40B4-BE49-F238E27FC236}">
                      <a16:creationId xmlns:a16="http://schemas.microsoft.com/office/drawing/2014/main" id="{66C81D2C-3F36-BC05-B0DB-AF29751FDCEE}"/>
                    </a:ext>
                  </a:extLst>
                </p:cNvPr>
                <p:cNvSpPr/>
                <p:nvPr/>
              </p:nvSpPr>
              <p:spPr>
                <a:xfrm>
                  <a:off x="4250359" y="3288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grpSp>
          <mc:AlternateContent xmlns:mc="http://schemas.openxmlformats.org/markup-compatibility/2006">
            <mc:Choice xmlns:a14="http://schemas.microsoft.com/office/drawing/2010/main" Requires="a14">
              <p:sp>
                <p:nvSpPr>
                  <p:cNvPr id="161" name="TextBox 160">
                    <a:extLst>
                      <a:ext uri="{FF2B5EF4-FFF2-40B4-BE49-F238E27FC236}">
                        <a16:creationId xmlns:a16="http://schemas.microsoft.com/office/drawing/2014/main" id="{94B9DE91-798F-3576-FF89-4137D488236A}"/>
                      </a:ext>
                    </a:extLst>
                  </p:cNvPr>
                  <p:cNvSpPr txBox="1"/>
                  <p:nvPr/>
                </p:nvSpPr>
                <p:spPr>
                  <a:xfrm>
                    <a:off x="1612033" y="2646411"/>
                    <a:ext cx="422427" cy="545746"/>
                  </a:xfrm>
                  <a:prstGeom prst="rect">
                    <a:avLst/>
                  </a:prstGeom>
                  <a:noFill/>
                </p:spPr>
                <p:txBody>
                  <a:bodyPr wrap="none" rtlCol="0">
                    <a:spAutoFit/>
                  </a:bodyPr>
                  <a:lstStyle/>
                  <a:p>
                    <a:pPr/>
                    <a14:m>
                      <m:oMathPara xmlns:m="http://schemas.openxmlformats.org/officeDocument/2006/math">
                        <m:oMath>
                          <m:r>
                            <a:rPr lang="en-US" sz="2000" b="0" i="1" noProof="0" smtClean="0">
                              <a:latin typeface="Cambria Math" panose="02040503050406030204" pitchFamily="18" charset="0"/>
                            </a:rPr>
                            <m:t>⋅</m:t>
                          </m:r>
                        </m:oMath>
                      </m:oMathPara>
                    </a14:m>
                    <a:endParaRPr lang="en-US" sz="2000" noProof="0" dirty="0"/>
                  </a:p>
                </p:txBody>
              </p:sp>
            </mc:Choice>
            <mc:Fallback>
              <p:sp>
                <p:nvSpPr>
                  <p:cNvPr id="161" name="TextBox 160">
                    <a:extLst>
                      <a:ext uri="{FF2B5EF4-FFF2-40B4-BE49-F238E27FC236}">
                        <a16:creationId xmlns:a16="http://schemas.microsoft.com/office/drawing/2014/main" id="{94B9DE91-798F-3576-FF89-4137D488236A}"/>
                      </a:ext>
                    </a:extLst>
                  </p:cNvPr>
                  <p:cNvSpPr txBox="1">
                    <a:spLocks noRot="1" noChangeAspect="1" noMove="1" noResize="1" noEditPoints="1" noAdjustHandles="1" noChangeArrowheads="1" noChangeShapeType="1" noTextEdit="1"/>
                  </p:cNvSpPr>
                  <p:nvPr/>
                </p:nvSpPr>
                <p:spPr>
                  <a:xfrm>
                    <a:off x="1612033" y="2646411"/>
                    <a:ext cx="422427" cy="545746"/>
                  </a:xfrm>
                  <a:prstGeom prst="rect">
                    <a:avLst/>
                  </a:prstGeom>
                  <a:blipFill>
                    <a:blip r:embed="rId34"/>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63" name="TextBox 162">
                    <a:extLst>
                      <a:ext uri="{FF2B5EF4-FFF2-40B4-BE49-F238E27FC236}">
                        <a16:creationId xmlns:a16="http://schemas.microsoft.com/office/drawing/2014/main" id="{487A942B-4524-AA56-6066-2AFB97633CDD}"/>
                      </a:ext>
                    </a:extLst>
                  </p:cNvPr>
                  <p:cNvSpPr txBox="1"/>
                  <p:nvPr/>
                </p:nvSpPr>
                <p:spPr>
                  <a:xfrm>
                    <a:off x="3432966" y="2624906"/>
                    <a:ext cx="586414" cy="545746"/>
                  </a:xfrm>
                  <a:prstGeom prst="rect">
                    <a:avLst/>
                  </a:prstGeom>
                  <a:noFill/>
                </p:spPr>
                <p:txBody>
                  <a:bodyPr wrap="none" rtlCol="0">
                    <a:spAutoFit/>
                  </a:bodyPr>
                  <a:lstStyle/>
                  <a:p>
                    <a:pPr/>
                    <a14:m>
                      <m:oMathPara xmlns:m="http://schemas.openxmlformats.org/officeDocument/2006/math">
                        <m:oMath>
                          <m:r>
                            <a:rPr lang="en-US" sz="2000" b="0" i="1" noProof="0" smtClean="0">
                              <a:latin typeface="Cambria Math" panose="02040503050406030204" pitchFamily="18" charset="0"/>
                            </a:rPr>
                            <m:t>=</m:t>
                          </m:r>
                        </m:oMath>
                      </m:oMathPara>
                    </a14:m>
                    <a:endParaRPr lang="en-US" sz="2000" noProof="0" dirty="0"/>
                  </a:p>
                </p:txBody>
              </p:sp>
            </mc:Choice>
            <mc:Fallback>
              <p:sp>
                <p:nvSpPr>
                  <p:cNvPr id="163" name="TextBox 162">
                    <a:extLst>
                      <a:ext uri="{FF2B5EF4-FFF2-40B4-BE49-F238E27FC236}">
                        <a16:creationId xmlns:a16="http://schemas.microsoft.com/office/drawing/2014/main" id="{487A942B-4524-AA56-6066-2AFB97633CDD}"/>
                      </a:ext>
                    </a:extLst>
                  </p:cNvPr>
                  <p:cNvSpPr txBox="1">
                    <a:spLocks noRot="1" noChangeAspect="1" noMove="1" noResize="1" noEditPoints="1" noAdjustHandles="1" noChangeArrowheads="1" noChangeShapeType="1" noTextEdit="1"/>
                  </p:cNvSpPr>
                  <p:nvPr/>
                </p:nvSpPr>
                <p:spPr>
                  <a:xfrm>
                    <a:off x="3432966" y="2624906"/>
                    <a:ext cx="586414" cy="545746"/>
                  </a:xfrm>
                  <a:prstGeom prst="rect">
                    <a:avLst/>
                  </a:prstGeom>
                  <a:blipFill>
                    <a:blip r:embed="rId35"/>
                    <a:stretch>
                      <a:fillRect/>
                    </a:stretch>
                  </a:blipFill>
                </p:spPr>
                <p:txBody>
                  <a:bodyPr/>
                  <a:lstStyle/>
                  <a:p>
                    <a:r>
                      <a:rPr lang="en-US">
                        <a:noFill/>
                      </a:rPr>
                      <a:t> </a:t>
                    </a:r>
                  </a:p>
                </p:txBody>
              </p:sp>
            </mc:Fallback>
          </mc:AlternateContent>
          <p:sp>
            <p:nvSpPr>
              <p:cNvPr id="164" name="TextBox 163">
                <a:extLst>
                  <a:ext uri="{FF2B5EF4-FFF2-40B4-BE49-F238E27FC236}">
                    <a16:creationId xmlns:a16="http://schemas.microsoft.com/office/drawing/2014/main" id="{9E97900C-C153-EE19-DF63-350FE2A97C8A}"/>
                  </a:ext>
                </a:extLst>
              </p:cNvPr>
              <p:cNvSpPr txBox="1"/>
              <p:nvPr/>
            </p:nvSpPr>
            <p:spPr>
              <a:xfrm>
                <a:off x="848109" y="3618449"/>
                <a:ext cx="461784" cy="545745"/>
              </a:xfrm>
              <a:prstGeom prst="rect">
                <a:avLst/>
              </a:prstGeom>
              <a:noFill/>
            </p:spPr>
            <p:txBody>
              <a:bodyPr wrap="none" rtlCol="0">
                <a:spAutoFit/>
              </a:bodyPr>
              <a:lstStyle/>
              <a:p>
                <a:pPr algn="ctr"/>
                <a:r>
                  <a:rPr lang="en-US" sz="2000" noProof="0" dirty="0">
                    <a:solidFill>
                      <a:srgbClr val="001080"/>
                    </a:solidFill>
                    <a:latin typeface="Fira Code" panose="020B0809050000020004" pitchFamily="49" charset="0"/>
                  </a:rPr>
                  <a:t>A</a:t>
                </a:r>
              </a:p>
            </p:txBody>
          </p:sp>
          <p:sp>
            <p:nvSpPr>
              <p:cNvPr id="166" name="TextBox 165">
                <a:extLst>
                  <a:ext uri="{FF2B5EF4-FFF2-40B4-BE49-F238E27FC236}">
                    <a16:creationId xmlns:a16="http://schemas.microsoft.com/office/drawing/2014/main" id="{DC3CACF7-A1B7-29D0-C432-9242ABB7B3C4}"/>
                  </a:ext>
                </a:extLst>
              </p:cNvPr>
              <p:cNvSpPr txBox="1"/>
              <p:nvPr/>
            </p:nvSpPr>
            <p:spPr>
              <a:xfrm>
                <a:off x="2546352" y="3614686"/>
                <a:ext cx="461784" cy="545746"/>
              </a:xfrm>
              <a:prstGeom prst="rect">
                <a:avLst/>
              </a:prstGeom>
              <a:noFill/>
            </p:spPr>
            <p:txBody>
              <a:bodyPr wrap="none" rtlCol="0">
                <a:spAutoFit/>
              </a:bodyPr>
              <a:lstStyle/>
              <a:p>
                <a:pPr algn="ctr"/>
                <a:r>
                  <a:rPr lang="en-US" sz="2000" noProof="0" dirty="0">
                    <a:solidFill>
                      <a:srgbClr val="001080"/>
                    </a:solidFill>
                    <a:latin typeface="Fira Code" panose="020B0809050000020004" pitchFamily="49" charset="0"/>
                  </a:rPr>
                  <a:t>B</a:t>
                </a:r>
              </a:p>
            </p:txBody>
          </p:sp>
          <p:sp>
            <p:nvSpPr>
              <p:cNvPr id="168" name="TextBox 167">
                <a:extLst>
                  <a:ext uri="{FF2B5EF4-FFF2-40B4-BE49-F238E27FC236}">
                    <a16:creationId xmlns:a16="http://schemas.microsoft.com/office/drawing/2014/main" id="{4DF7CA29-29E0-61DA-80AE-062D887E51BC}"/>
                  </a:ext>
                </a:extLst>
              </p:cNvPr>
              <p:cNvSpPr txBox="1"/>
              <p:nvPr/>
            </p:nvSpPr>
            <p:spPr>
              <a:xfrm>
                <a:off x="4452754" y="3614686"/>
                <a:ext cx="461784" cy="545746"/>
              </a:xfrm>
              <a:prstGeom prst="rect">
                <a:avLst/>
              </a:prstGeom>
              <a:noFill/>
            </p:spPr>
            <p:txBody>
              <a:bodyPr wrap="none" rtlCol="0">
                <a:spAutoFit/>
              </a:bodyPr>
              <a:lstStyle/>
              <a:p>
                <a:pPr algn="ctr"/>
                <a:r>
                  <a:rPr lang="en-US" sz="2000" noProof="0" dirty="0">
                    <a:solidFill>
                      <a:srgbClr val="001080"/>
                    </a:solidFill>
                    <a:latin typeface="Fira Code" panose="020B0809050000020004" pitchFamily="49" charset="0"/>
                  </a:rPr>
                  <a:t>C</a:t>
                </a:r>
              </a:p>
            </p:txBody>
          </p:sp>
          <mc:AlternateContent xmlns:mc="http://schemas.openxmlformats.org/markup-compatibility/2006">
            <mc:Choice xmlns:a14="http://schemas.microsoft.com/office/drawing/2010/main" Requires="a14">
              <p:sp>
                <p:nvSpPr>
                  <p:cNvPr id="169" name="TextBox 168">
                    <a:extLst>
                      <a:ext uri="{FF2B5EF4-FFF2-40B4-BE49-F238E27FC236}">
                        <a16:creationId xmlns:a16="http://schemas.microsoft.com/office/drawing/2014/main" id="{AB69531D-B174-6BC8-5616-B3AC24D2B879}"/>
                      </a:ext>
                    </a:extLst>
                  </p:cNvPr>
                  <p:cNvSpPr txBox="1"/>
                  <p:nvPr/>
                </p:nvSpPr>
                <p:spPr>
                  <a:xfrm>
                    <a:off x="37909" y="1964973"/>
                    <a:ext cx="622972" cy="545746"/>
                  </a:xfrm>
                  <a:prstGeom prst="rect">
                    <a:avLst/>
                  </a:prstGeom>
                  <a:noFill/>
                </p:spPr>
                <p:txBody>
                  <a:bodyPr wrap="none" rtlCol="0">
                    <a:spAutoFit/>
                  </a:bodyPr>
                  <a:lstStyle/>
                  <a:p>
                    <a:pPr/>
                    <a14:m>
                      <m:oMathPara xmlns:m="http://schemas.openxmlformats.org/officeDocument/2006/math">
                        <m:oMath>
                          <m:r>
                            <a:rPr lang="en-US" sz="2000" i="1" noProof="0" smtClean="0">
                              <a:latin typeface="Cambria Math" panose="02040503050406030204" pitchFamily="18" charset="0"/>
                            </a:rPr>
                            <m:t>𝑚</m:t>
                          </m:r>
                        </m:oMath>
                      </m:oMathPara>
                    </a14:m>
                    <a:endParaRPr lang="en-US" sz="2000" noProof="0" dirty="0"/>
                  </a:p>
                </p:txBody>
              </p:sp>
            </mc:Choice>
            <mc:Fallback>
              <p:sp>
                <p:nvSpPr>
                  <p:cNvPr id="169" name="TextBox 168">
                    <a:extLst>
                      <a:ext uri="{FF2B5EF4-FFF2-40B4-BE49-F238E27FC236}">
                        <a16:creationId xmlns:a16="http://schemas.microsoft.com/office/drawing/2014/main" id="{AB69531D-B174-6BC8-5616-B3AC24D2B879}"/>
                      </a:ext>
                    </a:extLst>
                  </p:cNvPr>
                  <p:cNvSpPr txBox="1">
                    <a:spLocks noRot="1" noChangeAspect="1" noMove="1" noResize="1" noEditPoints="1" noAdjustHandles="1" noChangeArrowheads="1" noChangeShapeType="1" noTextEdit="1"/>
                  </p:cNvSpPr>
                  <p:nvPr/>
                </p:nvSpPr>
                <p:spPr>
                  <a:xfrm>
                    <a:off x="37909" y="1964973"/>
                    <a:ext cx="622972" cy="545746"/>
                  </a:xfrm>
                  <a:prstGeom prst="rect">
                    <a:avLst/>
                  </a:prstGeom>
                  <a:blipFill>
                    <a:blip r:embed="rId36"/>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71" name="TextBox 170">
                    <a:extLst>
                      <a:ext uri="{FF2B5EF4-FFF2-40B4-BE49-F238E27FC236}">
                        <a16:creationId xmlns:a16="http://schemas.microsoft.com/office/drawing/2014/main" id="{2E9C9242-8475-426D-DFA6-14540A24D3A2}"/>
                      </a:ext>
                    </a:extLst>
                  </p:cNvPr>
                  <p:cNvSpPr txBox="1"/>
                  <p:nvPr/>
                </p:nvSpPr>
                <p:spPr>
                  <a:xfrm>
                    <a:off x="857275" y="1673266"/>
                    <a:ext cx="526679" cy="545746"/>
                  </a:xfrm>
                  <a:prstGeom prst="rect">
                    <a:avLst/>
                  </a:prstGeom>
                  <a:noFill/>
                </p:spPr>
                <p:txBody>
                  <a:bodyPr wrap="none" rtlCol="0">
                    <a:spAutoFit/>
                  </a:bodyPr>
                  <a:lstStyle/>
                  <a:p>
                    <a:pPr/>
                    <a14:m>
                      <m:oMathPara xmlns:m="http://schemas.openxmlformats.org/officeDocument/2006/math">
                        <m:oMath>
                          <m:r>
                            <a:rPr lang="en-US" sz="2000" b="0" i="1" noProof="0" smtClean="0">
                              <a:latin typeface="Cambria Math" panose="02040503050406030204" pitchFamily="18" charset="0"/>
                            </a:rPr>
                            <m:t>𝑘</m:t>
                          </m:r>
                        </m:oMath>
                      </m:oMathPara>
                    </a14:m>
                    <a:endParaRPr lang="en-US" sz="2000" noProof="0" dirty="0"/>
                  </a:p>
                </p:txBody>
              </p:sp>
            </mc:Choice>
            <mc:Fallback>
              <p:sp>
                <p:nvSpPr>
                  <p:cNvPr id="171" name="TextBox 170">
                    <a:extLst>
                      <a:ext uri="{FF2B5EF4-FFF2-40B4-BE49-F238E27FC236}">
                        <a16:creationId xmlns:a16="http://schemas.microsoft.com/office/drawing/2014/main" id="{2E9C9242-8475-426D-DFA6-14540A24D3A2}"/>
                      </a:ext>
                    </a:extLst>
                  </p:cNvPr>
                  <p:cNvSpPr txBox="1">
                    <a:spLocks noRot="1" noChangeAspect="1" noMove="1" noResize="1" noEditPoints="1" noAdjustHandles="1" noChangeArrowheads="1" noChangeShapeType="1" noTextEdit="1"/>
                  </p:cNvSpPr>
                  <p:nvPr/>
                </p:nvSpPr>
                <p:spPr>
                  <a:xfrm>
                    <a:off x="857275" y="1673266"/>
                    <a:ext cx="526679" cy="545746"/>
                  </a:xfrm>
                  <a:prstGeom prst="rect">
                    <a:avLst/>
                  </a:prstGeom>
                  <a:blipFill>
                    <a:blip r:embed="rId37"/>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73" name="TextBox 172">
                    <a:extLst>
                      <a:ext uri="{FF2B5EF4-FFF2-40B4-BE49-F238E27FC236}">
                        <a16:creationId xmlns:a16="http://schemas.microsoft.com/office/drawing/2014/main" id="{729CF20E-3A7A-ADF8-38B3-0A9D4972A8BA}"/>
                      </a:ext>
                    </a:extLst>
                  </p:cNvPr>
                  <p:cNvSpPr txBox="1"/>
                  <p:nvPr/>
                </p:nvSpPr>
                <p:spPr>
                  <a:xfrm>
                    <a:off x="1563378" y="2038382"/>
                    <a:ext cx="526679" cy="545746"/>
                  </a:xfrm>
                  <a:prstGeom prst="rect">
                    <a:avLst/>
                  </a:prstGeom>
                  <a:noFill/>
                </p:spPr>
                <p:txBody>
                  <a:bodyPr wrap="none" rtlCol="0">
                    <a:spAutoFit/>
                  </a:bodyPr>
                  <a:lstStyle/>
                  <a:p>
                    <a:pPr/>
                    <a14:m>
                      <m:oMathPara xmlns:m="http://schemas.openxmlformats.org/officeDocument/2006/math">
                        <m:oMath>
                          <m:r>
                            <a:rPr lang="en-US" sz="2000" b="0" i="1" noProof="0" smtClean="0">
                              <a:latin typeface="Cambria Math" panose="02040503050406030204" pitchFamily="18" charset="0"/>
                            </a:rPr>
                            <m:t>𝑘</m:t>
                          </m:r>
                        </m:oMath>
                      </m:oMathPara>
                    </a14:m>
                    <a:endParaRPr lang="en-US" sz="2000" noProof="0" dirty="0"/>
                  </a:p>
                </p:txBody>
              </p:sp>
            </mc:Choice>
            <mc:Fallback>
              <p:sp>
                <p:nvSpPr>
                  <p:cNvPr id="173" name="TextBox 172">
                    <a:extLst>
                      <a:ext uri="{FF2B5EF4-FFF2-40B4-BE49-F238E27FC236}">
                        <a16:creationId xmlns:a16="http://schemas.microsoft.com/office/drawing/2014/main" id="{729CF20E-3A7A-ADF8-38B3-0A9D4972A8BA}"/>
                      </a:ext>
                    </a:extLst>
                  </p:cNvPr>
                  <p:cNvSpPr txBox="1">
                    <a:spLocks noRot="1" noChangeAspect="1" noMove="1" noResize="1" noEditPoints="1" noAdjustHandles="1" noChangeArrowheads="1" noChangeShapeType="1" noTextEdit="1"/>
                  </p:cNvSpPr>
                  <p:nvPr/>
                </p:nvSpPr>
                <p:spPr>
                  <a:xfrm>
                    <a:off x="1563378" y="2038382"/>
                    <a:ext cx="526679" cy="545746"/>
                  </a:xfrm>
                  <a:prstGeom prst="rect">
                    <a:avLst/>
                  </a:prstGeom>
                  <a:blipFill>
                    <a:blip r:embed="rId38"/>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75" name="TextBox 174">
                    <a:extLst>
                      <a:ext uri="{FF2B5EF4-FFF2-40B4-BE49-F238E27FC236}">
                        <a16:creationId xmlns:a16="http://schemas.microsoft.com/office/drawing/2014/main" id="{C6AFF68F-4275-12A3-1984-F36012F6421E}"/>
                      </a:ext>
                    </a:extLst>
                  </p:cNvPr>
                  <p:cNvSpPr txBox="1"/>
                  <p:nvPr/>
                </p:nvSpPr>
                <p:spPr>
                  <a:xfrm>
                    <a:off x="2490369" y="1858436"/>
                    <a:ext cx="531139" cy="545746"/>
                  </a:xfrm>
                  <a:prstGeom prst="rect">
                    <a:avLst/>
                  </a:prstGeom>
                  <a:noFill/>
                </p:spPr>
                <p:txBody>
                  <a:bodyPr wrap="none" rtlCol="0">
                    <a:spAutoFit/>
                  </a:bodyPr>
                  <a:lstStyle/>
                  <a:p>
                    <a:pPr/>
                    <a14:m>
                      <m:oMathPara xmlns:m="http://schemas.openxmlformats.org/officeDocument/2006/math">
                        <m:oMath>
                          <m:r>
                            <a:rPr lang="en-US" sz="2000" b="0" i="1" noProof="0" smtClean="0">
                              <a:latin typeface="Cambria Math" panose="02040503050406030204" pitchFamily="18" charset="0"/>
                            </a:rPr>
                            <m:t>𝑛</m:t>
                          </m:r>
                        </m:oMath>
                      </m:oMathPara>
                    </a14:m>
                    <a:endParaRPr lang="en-US" sz="2000" noProof="0" dirty="0"/>
                  </a:p>
                </p:txBody>
              </p:sp>
            </mc:Choice>
            <mc:Fallback>
              <p:sp>
                <p:nvSpPr>
                  <p:cNvPr id="175" name="TextBox 174">
                    <a:extLst>
                      <a:ext uri="{FF2B5EF4-FFF2-40B4-BE49-F238E27FC236}">
                        <a16:creationId xmlns:a16="http://schemas.microsoft.com/office/drawing/2014/main" id="{C6AFF68F-4275-12A3-1984-F36012F6421E}"/>
                      </a:ext>
                    </a:extLst>
                  </p:cNvPr>
                  <p:cNvSpPr txBox="1">
                    <a:spLocks noRot="1" noChangeAspect="1" noMove="1" noResize="1" noEditPoints="1" noAdjustHandles="1" noChangeArrowheads="1" noChangeShapeType="1" noTextEdit="1"/>
                  </p:cNvSpPr>
                  <p:nvPr/>
                </p:nvSpPr>
                <p:spPr>
                  <a:xfrm>
                    <a:off x="2490369" y="1858436"/>
                    <a:ext cx="531139" cy="545746"/>
                  </a:xfrm>
                  <a:prstGeom prst="rect">
                    <a:avLst/>
                  </a:prstGeom>
                  <a:blipFill>
                    <a:blip r:embed="rId39"/>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77" name="TextBox 176">
                    <a:extLst>
                      <a:ext uri="{FF2B5EF4-FFF2-40B4-BE49-F238E27FC236}">
                        <a16:creationId xmlns:a16="http://schemas.microsoft.com/office/drawing/2014/main" id="{38B8802A-2C13-DDF8-4086-8C002237A748}"/>
                      </a:ext>
                    </a:extLst>
                  </p:cNvPr>
                  <p:cNvSpPr txBox="1"/>
                  <p:nvPr/>
                </p:nvSpPr>
                <p:spPr>
                  <a:xfrm>
                    <a:off x="3435376" y="1890394"/>
                    <a:ext cx="622972" cy="545746"/>
                  </a:xfrm>
                  <a:prstGeom prst="rect">
                    <a:avLst/>
                  </a:prstGeom>
                  <a:noFill/>
                </p:spPr>
                <p:txBody>
                  <a:bodyPr wrap="none" rtlCol="0">
                    <a:spAutoFit/>
                  </a:bodyPr>
                  <a:lstStyle/>
                  <a:p>
                    <a:pPr/>
                    <a14:m>
                      <m:oMathPara xmlns:m="http://schemas.openxmlformats.org/officeDocument/2006/math">
                        <m:oMath>
                          <m:r>
                            <a:rPr lang="en-US" sz="2000" b="0" i="1" noProof="0" smtClean="0">
                              <a:latin typeface="Cambria Math" panose="02040503050406030204" pitchFamily="18" charset="0"/>
                            </a:rPr>
                            <m:t>𝑚</m:t>
                          </m:r>
                        </m:oMath>
                      </m:oMathPara>
                    </a14:m>
                    <a:endParaRPr lang="en-US" sz="2000" noProof="0" dirty="0"/>
                  </a:p>
                </p:txBody>
              </p:sp>
            </mc:Choice>
            <mc:Fallback>
              <p:sp>
                <p:nvSpPr>
                  <p:cNvPr id="177" name="TextBox 176">
                    <a:extLst>
                      <a:ext uri="{FF2B5EF4-FFF2-40B4-BE49-F238E27FC236}">
                        <a16:creationId xmlns:a16="http://schemas.microsoft.com/office/drawing/2014/main" id="{38B8802A-2C13-DDF8-4086-8C002237A748}"/>
                      </a:ext>
                    </a:extLst>
                  </p:cNvPr>
                  <p:cNvSpPr txBox="1">
                    <a:spLocks noRot="1" noChangeAspect="1" noMove="1" noResize="1" noEditPoints="1" noAdjustHandles="1" noChangeArrowheads="1" noChangeShapeType="1" noTextEdit="1"/>
                  </p:cNvSpPr>
                  <p:nvPr/>
                </p:nvSpPr>
                <p:spPr>
                  <a:xfrm>
                    <a:off x="3435376" y="1890394"/>
                    <a:ext cx="622972" cy="545746"/>
                  </a:xfrm>
                  <a:prstGeom prst="rect">
                    <a:avLst/>
                  </a:prstGeom>
                  <a:blipFill>
                    <a:blip r:embed="rId40"/>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79" name="TextBox 178">
                    <a:extLst>
                      <a:ext uri="{FF2B5EF4-FFF2-40B4-BE49-F238E27FC236}">
                        <a16:creationId xmlns:a16="http://schemas.microsoft.com/office/drawing/2014/main" id="{B96A8EAB-B6F9-B4AA-B5C7-883FC2D2ABB6}"/>
                      </a:ext>
                    </a:extLst>
                  </p:cNvPr>
                  <p:cNvSpPr txBox="1"/>
                  <p:nvPr/>
                </p:nvSpPr>
                <p:spPr>
                  <a:xfrm>
                    <a:off x="4439377" y="1664560"/>
                    <a:ext cx="531139" cy="545746"/>
                  </a:xfrm>
                  <a:prstGeom prst="rect">
                    <a:avLst/>
                  </a:prstGeom>
                  <a:noFill/>
                </p:spPr>
                <p:txBody>
                  <a:bodyPr wrap="none" rtlCol="0">
                    <a:spAutoFit/>
                  </a:bodyPr>
                  <a:lstStyle/>
                  <a:p>
                    <a:pPr/>
                    <a14:m>
                      <m:oMathPara xmlns:m="http://schemas.openxmlformats.org/officeDocument/2006/math">
                        <m:oMath>
                          <m:r>
                            <a:rPr lang="en-US" sz="2000" b="0" i="1" noProof="0" smtClean="0">
                              <a:latin typeface="Cambria Math" panose="02040503050406030204" pitchFamily="18" charset="0"/>
                            </a:rPr>
                            <m:t>𝑛</m:t>
                          </m:r>
                        </m:oMath>
                      </m:oMathPara>
                    </a14:m>
                    <a:endParaRPr lang="en-US" sz="2000" noProof="0" dirty="0"/>
                  </a:p>
                </p:txBody>
              </p:sp>
            </mc:Choice>
            <mc:Fallback>
              <p:sp>
                <p:nvSpPr>
                  <p:cNvPr id="179" name="TextBox 178">
                    <a:extLst>
                      <a:ext uri="{FF2B5EF4-FFF2-40B4-BE49-F238E27FC236}">
                        <a16:creationId xmlns:a16="http://schemas.microsoft.com/office/drawing/2014/main" id="{B96A8EAB-B6F9-B4AA-B5C7-883FC2D2ABB6}"/>
                      </a:ext>
                    </a:extLst>
                  </p:cNvPr>
                  <p:cNvSpPr txBox="1">
                    <a:spLocks noRot="1" noChangeAspect="1" noMove="1" noResize="1" noEditPoints="1" noAdjustHandles="1" noChangeArrowheads="1" noChangeShapeType="1" noTextEdit="1"/>
                  </p:cNvSpPr>
                  <p:nvPr/>
                </p:nvSpPr>
                <p:spPr>
                  <a:xfrm>
                    <a:off x="4439377" y="1664560"/>
                    <a:ext cx="531139" cy="545746"/>
                  </a:xfrm>
                  <a:prstGeom prst="rect">
                    <a:avLst/>
                  </a:prstGeom>
                  <a:blipFill>
                    <a:blip r:embed="rId41"/>
                    <a:stretch>
                      <a:fillRect/>
                    </a:stretch>
                  </a:blipFill>
                </p:spPr>
                <p:txBody>
                  <a:bodyPr/>
                  <a:lstStyle/>
                  <a:p>
                    <a:r>
                      <a:rPr lang="en-US">
                        <a:noFill/>
                      </a:rPr>
                      <a:t> </a:t>
                    </a:r>
                  </a:p>
                </p:txBody>
              </p:sp>
            </mc:Fallback>
          </mc:AlternateContent>
        </p:grpSp>
      </p:grpSp>
      <p:cxnSp>
        <p:nvCxnSpPr>
          <p:cNvPr id="2" name="Connector: Curved 1">
            <a:extLst>
              <a:ext uri="{FF2B5EF4-FFF2-40B4-BE49-F238E27FC236}">
                <a16:creationId xmlns:a16="http://schemas.microsoft.com/office/drawing/2014/main" id="{8460E813-36E7-5EDF-5D95-89519648AEED}"/>
              </a:ext>
            </a:extLst>
          </p:cNvPr>
          <p:cNvCxnSpPr>
            <a:cxnSpLocks/>
            <a:stCxn id="24" idx="2"/>
            <a:endCxn id="8" idx="0"/>
          </p:cNvCxnSpPr>
          <p:nvPr>
            <p:custDataLst>
              <p:tags r:id="rId15"/>
            </p:custDataLst>
          </p:nvPr>
        </p:nvCxnSpPr>
        <p:spPr>
          <a:xfrm rot="5400000">
            <a:off x="6693247" y="2639021"/>
            <a:ext cx="466511" cy="1612673"/>
          </a:xfrm>
          <a:prstGeom prst="curvedConnector3">
            <a:avLst>
              <a:gd name="adj1" fmla="val 50000"/>
            </a:avLst>
          </a:prstGeom>
          <a:ln w="12700">
            <a:solidFill>
              <a:schemeClr val="tx1"/>
            </a:solidFill>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mc:Choice xmlns:a14="http://schemas.microsoft.com/office/drawing/2010/main" Requires="a14">
          <p:sp>
            <p:nvSpPr>
              <p:cNvPr id="44" name="TextBox 43">
                <a:extLst>
                  <a:ext uri="{FF2B5EF4-FFF2-40B4-BE49-F238E27FC236}">
                    <a16:creationId xmlns:a16="http://schemas.microsoft.com/office/drawing/2014/main" id="{1F67E973-44FE-CE64-80EC-471D1B6AA36F}"/>
                  </a:ext>
                </a:extLst>
              </p:cNvPr>
              <p:cNvSpPr txBox="1"/>
              <p:nvPr>
                <p:custDataLst>
                  <p:tags r:id="rId16"/>
                </p:custDataLst>
              </p:nvPr>
            </p:nvSpPr>
            <p:spPr>
              <a:xfrm>
                <a:off x="4485795" y="5232699"/>
                <a:ext cx="1587166" cy="1384995"/>
              </a:xfrm>
              <a:prstGeom prst="rect">
                <a:avLst/>
              </a:prstGeom>
              <a:noFill/>
            </p:spPr>
            <p:txBody>
              <a:bodyPr wrap="none" rtlCol="0">
                <a:spAutoFit/>
              </a:bodyPr>
              <a:lstStyle/>
              <a:p>
                <a:r>
                  <a:rPr lang="en-US" sz="2800" noProof="0" dirty="0">
                    <a:solidFill>
                      <a:srgbClr val="001080"/>
                    </a:solidFill>
                    <a:latin typeface="Fira Code" panose="020B0809050000020004" pitchFamily="49" charset="0"/>
                  </a:rPr>
                  <a:t>A</a:t>
                </a:r>
                <a:r>
                  <a:rPr lang="en-US" sz="2800" noProof="0" dirty="0"/>
                  <a:t>: </a:t>
                </a:r>
                <a14:m>
                  <m:oMath xmlns:m="http://schemas.openxmlformats.org/officeDocument/2006/math">
                    <m:r>
                      <a:rPr lang="en-US" sz="2800" b="0" i="1" noProof="0" smtClean="0">
                        <a:latin typeface="Cambria Math" panose="02040503050406030204" pitchFamily="18" charset="0"/>
                      </a:rPr>
                      <m:t>𝑚</m:t>
                    </m:r>
                    <m:r>
                      <a:rPr lang="en-US" sz="2800" b="0" i="1" noProof="0" smtClean="0">
                        <a:latin typeface="Cambria Math" panose="02040503050406030204" pitchFamily="18" charset="0"/>
                      </a:rPr>
                      <m:t>× </m:t>
                    </m:r>
                    <m:r>
                      <a:rPr lang="en-US" sz="2800" b="0" i="1" noProof="0" smtClean="0">
                        <a:latin typeface="Cambria Math" panose="02040503050406030204" pitchFamily="18" charset="0"/>
                      </a:rPr>
                      <m:t>𝑘</m:t>
                    </m:r>
                  </m:oMath>
                </a14:m>
                <a:endParaRPr lang="en-US" sz="2800" b="0" noProof="0" dirty="0"/>
              </a:p>
              <a:p>
                <a:r>
                  <a:rPr lang="en-US" sz="2800" noProof="0" dirty="0">
                    <a:solidFill>
                      <a:srgbClr val="001080"/>
                    </a:solidFill>
                    <a:latin typeface="Fira Code" panose="020B0809050000020004" pitchFamily="49" charset="0"/>
                  </a:rPr>
                  <a:t>B</a:t>
                </a:r>
                <a:r>
                  <a:rPr lang="en-US" sz="2800" noProof="0" dirty="0"/>
                  <a:t>: </a:t>
                </a:r>
                <a14:m>
                  <m:oMath xmlns:m="http://schemas.openxmlformats.org/officeDocument/2006/math">
                    <m:r>
                      <m:rPr>
                        <m:sty m:val="p"/>
                      </m:rPr>
                      <a:rPr lang="en-US" sz="2800" noProof="0">
                        <a:latin typeface="Cambria Math" panose="02040503050406030204" pitchFamily="18" charset="0"/>
                      </a:rPr>
                      <m:t>k</m:t>
                    </m:r>
                    <m:r>
                      <a:rPr lang="en-US" sz="2800" b="0" i="1" noProof="0" smtClean="0">
                        <a:latin typeface="Cambria Math" panose="02040503050406030204" pitchFamily="18" charset="0"/>
                      </a:rPr>
                      <m:t> </m:t>
                    </m:r>
                    <m:r>
                      <a:rPr lang="en-US" sz="2800" i="1" noProof="0">
                        <a:latin typeface="Cambria Math" panose="02040503050406030204" pitchFamily="18" charset="0"/>
                      </a:rPr>
                      <m:t>×</m:t>
                    </m:r>
                    <m:r>
                      <a:rPr lang="en-US" sz="2800" b="0" i="1" noProof="0" smtClean="0">
                        <a:latin typeface="Cambria Math" panose="02040503050406030204" pitchFamily="18" charset="0"/>
                      </a:rPr>
                      <m:t> </m:t>
                    </m:r>
                    <m:r>
                      <a:rPr lang="en-US" sz="2800" i="1" noProof="0">
                        <a:latin typeface="Cambria Math" panose="02040503050406030204" pitchFamily="18" charset="0"/>
                      </a:rPr>
                      <m:t>𝑛</m:t>
                    </m:r>
                  </m:oMath>
                </a14:m>
                <a:endParaRPr lang="en-US" sz="2800" noProof="0" dirty="0"/>
              </a:p>
              <a:p>
                <a:r>
                  <a:rPr lang="en-US" sz="2800" noProof="0" dirty="0">
                    <a:solidFill>
                      <a:srgbClr val="001080"/>
                    </a:solidFill>
                    <a:latin typeface="Fira Code" panose="020B0809050000020004" pitchFamily="49" charset="0"/>
                  </a:rPr>
                  <a:t>C</a:t>
                </a:r>
                <a:r>
                  <a:rPr lang="en-US" sz="2800" noProof="0" dirty="0"/>
                  <a:t>: </a:t>
                </a:r>
                <a14:m>
                  <m:oMath xmlns:m="http://schemas.openxmlformats.org/officeDocument/2006/math">
                    <m:r>
                      <a:rPr lang="en-US" sz="2800" i="1" noProof="0" smtClean="0">
                        <a:latin typeface="Cambria Math" panose="02040503050406030204" pitchFamily="18" charset="0"/>
                      </a:rPr>
                      <m:t>𝑚</m:t>
                    </m:r>
                    <m:r>
                      <a:rPr lang="en-US" sz="2800" i="1" noProof="0">
                        <a:latin typeface="Cambria Math" panose="02040503050406030204" pitchFamily="18" charset="0"/>
                      </a:rPr>
                      <m:t>×</m:t>
                    </m:r>
                    <m:r>
                      <a:rPr lang="en-US" sz="2800" i="1" noProof="0">
                        <a:latin typeface="Cambria Math" panose="02040503050406030204" pitchFamily="18" charset="0"/>
                      </a:rPr>
                      <m:t>𝑛</m:t>
                    </m:r>
                  </m:oMath>
                </a14:m>
                <a:endParaRPr lang="en-US" sz="2800" noProof="0" dirty="0"/>
              </a:p>
            </p:txBody>
          </p:sp>
        </mc:Choice>
        <mc:Fallback>
          <p:sp>
            <p:nvSpPr>
              <p:cNvPr id="44" name="TextBox 43">
                <a:extLst>
                  <a:ext uri="{FF2B5EF4-FFF2-40B4-BE49-F238E27FC236}">
                    <a16:creationId xmlns:a16="http://schemas.microsoft.com/office/drawing/2014/main" id="{1F67E973-44FE-CE64-80EC-471D1B6AA36F}"/>
                  </a:ext>
                </a:extLst>
              </p:cNvPr>
              <p:cNvSpPr txBox="1">
                <a:spLocks noRot="1" noChangeAspect="1" noMove="1" noResize="1" noEditPoints="1" noAdjustHandles="1" noChangeArrowheads="1" noChangeShapeType="1" noTextEdit="1"/>
              </p:cNvSpPr>
              <p:nvPr>
                <p:custDataLst>
                  <p:tags r:id="rId16"/>
                </p:custDataLst>
              </p:nvPr>
            </p:nvSpPr>
            <p:spPr>
              <a:xfrm>
                <a:off x="4485795" y="5232699"/>
                <a:ext cx="1587166" cy="1384995"/>
              </a:xfrm>
              <a:prstGeom prst="rect">
                <a:avLst/>
              </a:prstGeom>
              <a:blipFill>
                <a:blip r:embed="rId42"/>
                <a:stretch>
                  <a:fillRect l="-8077" t="-4825" b="-10965"/>
                </a:stretch>
              </a:blipFill>
            </p:spPr>
            <p:txBody>
              <a:bodyPr/>
              <a:lstStyle/>
              <a:p>
                <a:r>
                  <a:rPr lang="en-US">
                    <a:noFill/>
                  </a:rPr>
                  <a:t> </a:t>
                </a:r>
              </a:p>
            </p:txBody>
          </p:sp>
        </mc:Fallback>
      </mc:AlternateContent>
      <p:sp>
        <p:nvSpPr>
          <p:cNvPr id="49" name="Oval 48">
            <a:extLst>
              <a:ext uri="{FF2B5EF4-FFF2-40B4-BE49-F238E27FC236}">
                <a16:creationId xmlns:a16="http://schemas.microsoft.com/office/drawing/2014/main" id="{0127B336-9807-04BC-1EE0-479911DCB919}"/>
              </a:ext>
            </a:extLst>
          </p:cNvPr>
          <p:cNvSpPr/>
          <p:nvPr>
            <p:custDataLst>
              <p:tags r:id="rId17"/>
            </p:custDataLst>
          </p:nvPr>
        </p:nvSpPr>
        <p:spPr>
          <a:xfrm>
            <a:off x="4923637" y="5311317"/>
            <a:ext cx="390286" cy="418745"/>
          </a:xfrm>
          <a:prstGeom prst="ellipse">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1" name="Oval 50">
            <a:extLst>
              <a:ext uri="{FF2B5EF4-FFF2-40B4-BE49-F238E27FC236}">
                <a16:creationId xmlns:a16="http://schemas.microsoft.com/office/drawing/2014/main" id="{F2118018-0BAA-9CA8-C6F1-FC0D7AF4E40D}"/>
              </a:ext>
            </a:extLst>
          </p:cNvPr>
          <p:cNvSpPr/>
          <p:nvPr>
            <p:custDataLst>
              <p:tags r:id="rId18"/>
            </p:custDataLst>
          </p:nvPr>
        </p:nvSpPr>
        <p:spPr>
          <a:xfrm>
            <a:off x="5629321" y="5301792"/>
            <a:ext cx="390286" cy="418745"/>
          </a:xfrm>
          <a:prstGeom prst="ellipse">
            <a:avLst/>
          </a:prstGeom>
          <a:noFill/>
          <a:ln w="2857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3" name="Oval 52">
            <a:extLst>
              <a:ext uri="{FF2B5EF4-FFF2-40B4-BE49-F238E27FC236}">
                <a16:creationId xmlns:a16="http://schemas.microsoft.com/office/drawing/2014/main" id="{1FA30D08-7546-1C19-C43C-639429F560C8}"/>
              </a:ext>
            </a:extLst>
          </p:cNvPr>
          <p:cNvSpPr/>
          <p:nvPr>
            <p:custDataLst>
              <p:tags r:id="rId19"/>
            </p:custDataLst>
          </p:nvPr>
        </p:nvSpPr>
        <p:spPr>
          <a:xfrm>
            <a:off x="5575672" y="6175897"/>
            <a:ext cx="390286" cy="418745"/>
          </a:xfrm>
          <a:prstGeom prst="ellipse">
            <a:avLst/>
          </a:prstGeom>
          <a:noFill/>
          <a:ln w="28575">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1" name="Right Brace 30">
            <a:extLst>
              <a:ext uri="{FF2B5EF4-FFF2-40B4-BE49-F238E27FC236}">
                <a16:creationId xmlns:a16="http://schemas.microsoft.com/office/drawing/2014/main" id="{BB183800-4A8F-401C-ADB9-A0312F9AA178}"/>
              </a:ext>
            </a:extLst>
          </p:cNvPr>
          <p:cNvSpPr/>
          <p:nvPr>
            <p:custDataLst>
              <p:tags r:id="rId20"/>
            </p:custDataLst>
          </p:nvPr>
        </p:nvSpPr>
        <p:spPr>
          <a:xfrm rot="5400000">
            <a:off x="5617910" y="2118998"/>
            <a:ext cx="140703" cy="4821838"/>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32" name="TextBox 31">
            <a:extLst>
              <a:ext uri="{FF2B5EF4-FFF2-40B4-BE49-F238E27FC236}">
                <a16:creationId xmlns:a16="http://schemas.microsoft.com/office/drawing/2014/main" id="{1087AE82-F462-C9EB-EA1F-F959C9A7C955}"/>
              </a:ext>
            </a:extLst>
          </p:cNvPr>
          <p:cNvSpPr txBox="1"/>
          <p:nvPr>
            <p:custDataLst>
              <p:tags r:id="rId21"/>
            </p:custDataLst>
          </p:nvPr>
        </p:nvSpPr>
        <p:spPr>
          <a:xfrm>
            <a:off x="3531516" y="4596963"/>
            <a:ext cx="4313489" cy="400110"/>
          </a:xfrm>
          <a:prstGeom prst="rect">
            <a:avLst/>
          </a:prstGeom>
          <a:solidFill>
            <a:schemeClr val="bg1"/>
          </a:solidFill>
        </p:spPr>
        <p:txBody>
          <a:bodyPr wrap="none" rtlCol="0">
            <a:spAutoFit/>
          </a:bodyPr>
          <a:lstStyle/>
          <a:p>
            <a:pPr algn="ctr"/>
            <a:r>
              <a:rPr lang="en-US" sz="2000" dirty="0"/>
              <a:t>Correct indices passed automatically</a:t>
            </a:r>
          </a:p>
        </p:txBody>
      </p:sp>
      <p:sp>
        <p:nvSpPr>
          <p:cNvPr id="14" name="Oval 13">
            <a:extLst>
              <a:ext uri="{FF2B5EF4-FFF2-40B4-BE49-F238E27FC236}">
                <a16:creationId xmlns:a16="http://schemas.microsoft.com/office/drawing/2014/main" id="{F0835908-CF21-76B9-3CF4-B5B20E755A64}"/>
              </a:ext>
            </a:extLst>
          </p:cNvPr>
          <p:cNvSpPr/>
          <p:nvPr>
            <p:custDataLst>
              <p:tags r:id="rId22"/>
            </p:custDataLst>
          </p:nvPr>
        </p:nvSpPr>
        <p:spPr>
          <a:xfrm>
            <a:off x="4859343" y="5741876"/>
            <a:ext cx="390286" cy="418745"/>
          </a:xfrm>
          <a:prstGeom prst="ellipse">
            <a:avLst/>
          </a:prstGeom>
          <a:noFill/>
          <a:ln w="2857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5" name="Oval 14">
            <a:extLst>
              <a:ext uri="{FF2B5EF4-FFF2-40B4-BE49-F238E27FC236}">
                <a16:creationId xmlns:a16="http://schemas.microsoft.com/office/drawing/2014/main" id="{B2FBA510-0FE4-ECC2-607B-D4366279FCA8}"/>
              </a:ext>
            </a:extLst>
          </p:cNvPr>
          <p:cNvSpPr/>
          <p:nvPr>
            <p:custDataLst>
              <p:tags r:id="rId23"/>
            </p:custDataLst>
          </p:nvPr>
        </p:nvSpPr>
        <p:spPr>
          <a:xfrm>
            <a:off x="5593853" y="5734657"/>
            <a:ext cx="390286" cy="418745"/>
          </a:xfrm>
          <a:prstGeom prst="ellipse">
            <a:avLst/>
          </a:prstGeom>
          <a:noFill/>
          <a:ln w="28575">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Oval 15">
            <a:extLst>
              <a:ext uri="{FF2B5EF4-FFF2-40B4-BE49-F238E27FC236}">
                <a16:creationId xmlns:a16="http://schemas.microsoft.com/office/drawing/2014/main" id="{0B9B1486-1199-82F3-9362-B05932946618}"/>
              </a:ext>
            </a:extLst>
          </p:cNvPr>
          <p:cNvSpPr/>
          <p:nvPr>
            <p:custDataLst>
              <p:tags r:id="rId24"/>
            </p:custDataLst>
          </p:nvPr>
        </p:nvSpPr>
        <p:spPr>
          <a:xfrm>
            <a:off x="4901983" y="6167443"/>
            <a:ext cx="390286" cy="418745"/>
          </a:xfrm>
          <a:prstGeom prst="ellipse">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0" name="Right Brace 19">
            <a:extLst>
              <a:ext uri="{FF2B5EF4-FFF2-40B4-BE49-F238E27FC236}">
                <a16:creationId xmlns:a16="http://schemas.microsoft.com/office/drawing/2014/main" id="{3866BB6C-69F6-AEF1-CDC9-1CBC539C8365}"/>
              </a:ext>
            </a:extLst>
          </p:cNvPr>
          <p:cNvSpPr/>
          <p:nvPr>
            <p:custDataLst>
              <p:tags r:id="rId25"/>
            </p:custDataLst>
          </p:nvPr>
        </p:nvSpPr>
        <p:spPr>
          <a:xfrm>
            <a:off x="6072961" y="5255078"/>
            <a:ext cx="163402" cy="1384995"/>
          </a:xfrm>
          <a:prstGeom prst="rightBrace">
            <a:avLst/>
          </a:prstGeom>
          <a:ln>
            <a:solidFill>
              <a:schemeClr val="tx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mc:AlternateContent xmlns:mc="http://schemas.openxmlformats.org/markup-compatibility/2006">
        <mc:Choice xmlns:a14="http://schemas.microsoft.com/office/drawing/2010/main" Requires="a14">
          <p:sp>
            <p:nvSpPr>
              <p:cNvPr id="23" name="TextBox 22">
                <a:extLst>
                  <a:ext uri="{FF2B5EF4-FFF2-40B4-BE49-F238E27FC236}">
                    <a16:creationId xmlns:a16="http://schemas.microsoft.com/office/drawing/2014/main" id="{B06A7DF1-6410-6B50-C5B4-1D19F94CC66E}"/>
                  </a:ext>
                </a:extLst>
              </p:cNvPr>
              <p:cNvSpPr txBox="1"/>
              <p:nvPr>
                <p:custDataLst>
                  <p:tags r:id="rId26"/>
                </p:custDataLst>
              </p:nvPr>
            </p:nvSpPr>
            <p:spPr>
              <a:xfrm>
                <a:off x="6248302" y="5682419"/>
                <a:ext cx="1820178" cy="523220"/>
              </a:xfrm>
              <a:prstGeom prst="rect">
                <a:avLst/>
              </a:prstGeom>
              <a:noFill/>
            </p:spPr>
            <p:txBody>
              <a:bodyPr wrap="none" rtlCol="0">
                <a:spAutoFit/>
              </a:bodyPr>
              <a:lstStyle/>
              <a:p>
                <a:pPr/>
                <a14:m>
                  <m:oMathPara xmlns:m="http://schemas.openxmlformats.org/officeDocument/2006/math">
                    <m:oMath>
                      <m:r>
                        <a:rPr lang="en-US" sz="2800" b="0" i="1" noProof="0" smtClean="0">
                          <a:latin typeface="Cambria Math" panose="02040503050406030204" pitchFamily="18" charset="0"/>
                        </a:rPr>
                        <m:t>𝑚</m:t>
                      </m:r>
                      <m:r>
                        <a:rPr lang="en-US" sz="2800" b="0" i="1" noProof="0" smtClean="0">
                          <a:latin typeface="Cambria Math" panose="02040503050406030204" pitchFamily="18" charset="0"/>
                        </a:rPr>
                        <m:t>×</m:t>
                      </m:r>
                      <m:r>
                        <a:rPr lang="en-US" sz="2800" b="0" i="1" noProof="0" smtClean="0">
                          <a:latin typeface="Cambria Math" panose="02040503050406030204" pitchFamily="18" charset="0"/>
                        </a:rPr>
                        <m:t>𝑛</m:t>
                      </m:r>
                      <m:r>
                        <a:rPr lang="en-US" sz="2800" i="1" noProof="0">
                          <a:latin typeface="Cambria Math" panose="02040503050406030204" pitchFamily="18" charset="0"/>
                        </a:rPr>
                        <m:t>×</m:t>
                      </m:r>
                      <m:r>
                        <a:rPr lang="en-US" sz="2800" b="0" i="1" noProof="0" smtClean="0">
                          <a:latin typeface="Cambria Math" panose="02040503050406030204" pitchFamily="18" charset="0"/>
                        </a:rPr>
                        <m:t>𝑘</m:t>
                      </m:r>
                    </m:oMath>
                  </m:oMathPara>
                </a14:m>
                <a:endParaRPr lang="en-US" sz="2800" noProof="0" dirty="0"/>
              </a:p>
            </p:txBody>
          </p:sp>
        </mc:Choice>
        <mc:Fallback>
          <p:sp>
            <p:nvSpPr>
              <p:cNvPr id="23" name="TextBox 22">
                <a:extLst>
                  <a:ext uri="{FF2B5EF4-FFF2-40B4-BE49-F238E27FC236}">
                    <a16:creationId xmlns:a16="http://schemas.microsoft.com/office/drawing/2014/main" id="{B06A7DF1-6410-6B50-C5B4-1D19F94CC66E}"/>
                  </a:ext>
                </a:extLst>
              </p:cNvPr>
              <p:cNvSpPr txBox="1">
                <a:spLocks noRot="1" noChangeAspect="1" noMove="1" noResize="1" noEditPoints="1" noAdjustHandles="1" noChangeArrowheads="1" noChangeShapeType="1" noTextEdit="1"/>
              </p:cNvSpPr>
              <p:nvPr>
                <p:custDataLst>
                  <p:tags r:id="rId26"/>
                </p:custDataLst>
              </p:nvPr>
            </p:nvSpPr>
            <p:spPr>
              <a:xfrm>
                <a:off x="6248302" y="5682419"/>
                <a:ext cx="1820178" cy="523220"/>
              </a:xfrm>
              <a:prstGeom prst="rect">
                <a:avLst/>
              </a:prstGeom>
              <a:blipFill>
                <a:blip r:embed="rId43"/>
                <a:stretch>
                  <a:fillRect/>
                </a:stretch>
              </a:blipFill>
            </p:spPr>
            <p:txBody>
              <a:bodyPr/>
              <a:lstStyle/>
              <a:p>
                <a:r>
                  <a:rPr lang="en-US">
                    <a:noFill/>
                  </a:rPr>
                  <a:t> </a:t>
                </a:r>
              </a:p>
            </p:txBody>
          </p:sp>
        </mc:Fallback>
      </mc:AlternateContent>
      <p:sp>
        <p:nvSpPr>
          <p:cNvPr id="25" name="Oval 24">
            <a:extLst>
              <a:ext uri="{FF2B5EF4-FFF2-40B4-BE49-F238E27FC236}">
                <a16:creationId xmlns:a16="http://schemas.microsoft.com/office/drawing/2014/main" id="{F8DBAFB5-6687-0B30-A4B3-3B451E4A7C9C}"/>
              </a:ext>
            </a:extLst>
          </p:cNvPr>
          <p:cNvSpPr/>
          <p:nvPr>
            <p:custDataLst>
              <p:tags r:id="rId27"/>
            </p:custDataLst>
          </p:nvPr>
        </p:nvSpPr>
        <p:spPr>
          <a:xfrm>
            <a:off x="6325185" y="5757152"/>
            <a:ext cx="390286" cy="418745"/>
          </a:xfrm>
          <a:prstGeom prst="ellipse">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6" name="Oval 25">
            <a:extLst>
              <a:ext uri="{FF2B5EF4-FFF2-40B4-BE49-F238E27FC236}">
                <a16:creationId xmlns:a16="http://schemas.microsoft.com/office/drawing/2014/main" id="{6E28A1E1-5F7A-AD01-3038-8212D40F8EB4}"/>
              </a:ext>
            </a:extLst>
          </p:cNvPr>
          <p:cNvSpPr/>
          <p:nvPr>
            <p:custDataLst>
              <p:tags r:id="rId28"/>
            </p:custDataLst>
          </p:nvPr>
        </p:nvSpPr>
        <p:spPr>
          <a:xfrm>
            <a:off x="7001689" y="5765981"/>
            <a:ext cx="390286" cy="418745"/>
          </a:xfrm>
          <a:prstGeom prst="ellipse">
            <a:avLst/>
          </a:prstGeom>
          <a:noFill/>
          <a:ln w="28575">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7" name="Oval 26">
            <a:extLst>
              <a:ext uri="{FF2B5EF4-FFF2-40B4-BE49-F238E27FC236}">
                <a16:creationId xmlns:a16="http://schemas.microsoft.com/office/drawing/2014/main" id="{83002441-847F-3512-0068-D6C90AC01B06}"/>
              </a:ext>
            </a:extLst>
          </p:cNvPr>
          <p:cNvSpPr/>
          <p:nvPr>
            <p:custDataLst>
              <p:tags r:id="rId29"/>
            </p:custDataLst>
          </p:nvPr>
        </p:nvSpPr>
        <p:spPr>
          <a:xfrm>
            <a:off x="7626160" y="5748698"/>
            <a:ext cx="390286" cy="418745"/>
          </a:xfrm>
          <a:prstGeom prst="ellipse">
            <a:avLst/>
          </a:prstGeom>
          <a:noFill/>
          <a:ln w="2857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8" name="TextBox 27">
            <a:extLst>
              <a:ext uri="{FF2B5EF4-FFF2-40B4-BE49-F238E27FC236}">
                <a16:creationId xmlns:a16="http://schemas.microsoft.com/office/drawing/2014/main" id="{9B2456D5-27F4-08D6-017D-CEA75BF1E789}"/>
              </a:ext>
            </a:extLst>
          </p:cNvPr>
          <p:cNvSpPr txBox="1"/>
          <p:nvPr>
            <p:custDataLst>
              <p:tags r:id="rId30"/>
            </p:custDataLst>
          </p:nvPr>
        </p:nvSpPr>
        <p:spPr>
          <a:xfrm>
            <a:off x="6212225" y="5245252"/>
            <a:ext cx="2938625" cy="461665"/>
          </a:xfrm>
          <a:prstGeom prst="rect">
            <a:avLst/>
          </a:prstGeom>
          <a:noFill/>
        </p:spPr>
        <p:txBody>
          <a:bodyPr wrap="none" rtlCol="0">
            <a:spAutoFit/>
          </a:bodyPr>
          <a:lstStyle/>
          <a:p>
            <a:r>
              <a:rPr lang="en-US" sz="2400" dirty="0"/>
              <a:t>Unique occurrences</a:t>
            </a:r>
          </a:p>
        </p:txBody>
      </p:sp>
      <p:cxnSp>
        <p:nvCxnSpPr>
          <p:cNvPr id="30" name="Connector: Curved 29">
            <a:extLst>
              <a:ext uri="{FF2B5EF4-FFF2-40B4-BE49-F238E27FC236}">
                <a16:creationId xmlns:a16="http://schemas.microsoft.com/office/drawing/2014/main" id="{7BEE34A4-13CB-FA1B-697A-93DD0F0D5A04}"/>
              </a:ext>
            </a:extLst>
          </p:cNvPr>
          <p:cNvCxnSpPr>
            <a:stCxn id="27" idx="6"/>
            <a:endCxn id="24" idx="3"/>
          </p:cNvCxnSpPr>
          <p:nvPr>
            <p:custDataLst>
              <p:tags r:id="rId31"/>
            </p:custDataLst>
          </p:nvPr>
        </p:nvCxnSpPr>
        <p:spPr>
          <a:xfrm flipV="1">
            <a:off x="8016446" y="2476067"/>
            <a:ext cx="2963434" cy="3482004"/>
          </a:xfrm>
          <a:prstGeom prst="curvedConnector3">
            <a:avLst>
              <a:gd name="adj1" fmla="val 107714"/>
            </a:avLst>
          </a:prstGeom>
          <a:ln w="12700">
            <a:solidFill>
              <a:schemeClr val="tx1"/>
            </a:solidFill>
            <a:tailEnd type="triangle"/>
          </a:ln>
        </p:spPr>
        <p:style>
          <a:lnRef idx="2">
            <a:schemeClr val="accent1"/>
          </a:lnRef>
          <a:fillRef idx="0">
            <a:schemeClr val="accent1"/>
          </a:fillRef>
          <a:effectRef idx="1">
            <a:schemeClr val="accent1"/>
          </a:effectRef>
          <a:fontRef idx="minor">
            <a:schemeClr val="tx1"/>
          </a:fontRef>
        </p:style>
      </p:cxnSp>
    </p:spTree>
    <p:custDataLst>
      <p:tags r:id="rId1"/>
    </p:custDataLst>
    <p:extLst>
      <p:ext uri="{BB962C8B-B14F-4D97-AF65-F5344CB8AC3E}">
        <p14:creationId xmlns:p14="http://schemas.microsoft.com/office/powerpoint/2010/main" val="211342611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6A1B06-775C-3A79-A24D-CBA423531276}"/>
            </a:ext>
          </a:extLst>
        </p:cNvPr>
        <p:cNvGrpSpPr/>
        <p:nvPr/>
      </p:nvGrpSpPr>
      <p:grpSpPr>
        <a:xfrm>
          <a:off x="0" y="0"/>
          <a:ext cx="0" cy="0"/>
          <a:chOff x="0" y="0"/>
          <a:chExt cx="0" cy="0"/>
        </a:xfrm>
      </p:grpSpPr>
      <p:grpSp>
        <p:nvGrpSpPr>
          <p:cNvPr id="85" name="Group 84">
            <a:extLst>
              <a:ext uri="{FF2B5EF4-FFF2-40B4-BE49-F238E27FC236}">
                <a16:creationId xmlns:a16="http://schemas.microsoft.com/office/drawing/2014/main" id="{4D087898-5A6D-E4B9-2541-608728A090D8}"/>
              </a:ext>
            </a:extLst>
          </p:cNvPr>
          <p:cNvGrpSpPr/>
          <p:nvPr>
            <p:custDataLst>
              <p:tags r:id="rId2"/>
            </p:custDataLst>
          </p:nvPr>
        </p:nvGrpSpPr>
        <p:grpSpPr>
          <a:xfrm>
            <a:off x="3976409" y="4724706"/>
            <a:ext cx="4022551" cy="1848358"/>
            <a:chOff x="4018020" y="4013380"/>
            <a:chExt cx="4022551" cy="1848358"/>
          </a:xfrm>
        </p:grpSpPr>
        <p:grpSp>
          <p:nvGrpSpPr>
            <p:cNvPr id="2" name="Group 1">
              <a:extLst>
                <a:ext uri="{FF2B5EF4-FFF2-40B4-BE49-F238E27FC236}">
                  <a16:creationId xmlns:a16="http://schemas.microsoft.com/office/drawing/2014/main" id="{8530CF8B-DFD8-AEF9-83EF-2C0BA908A157}"/>
                </a:ext>
              </a:extLst>
            </p:cNvPr>
            <p:cNvGrpSpPr/>
            <p:nvPr/>
          </p:nvGrpSpPr>
          <p:grpSpPr>
            <a:xfrm>
              <a:off x="4018020" y="4013380"/>
              <a:ext cx="4022551" cy="1848358"/>
              <a:chOff x="1086921" y="1846567"/>
              <a:chExt cx="4022551" cy="1848358"/>
            </a:xfrm>
          </p:grpSpPr>
          <p:sp>
            <p:nvSpPr>
              <p:cNvPr id="5" name="Rectangle 4">
                <a:extLst>
                  <a:ext uri="{FF2B5EF4-FFF2-40B4-BE49-F238E27FC236}">
                    <a16:creationId xmlns:a16="http://schemas.microsoft.com/office/drawing/2014/main" id="{6AFDD0BC-16EC-6AFC-3238-92A545CEF3AB}"/>
                  </a:ext>
                </a:extLst>
              </p:cNvPr>
              <p:cNvSpPr/>
              <p:nvPr/>
            </p:nvSpPr>
            <p:spPr>
              <a:xfrm>
                <a:off x="1174826" y="1909733"/>
                <a:ext cx="3934646" cy="1705003"/>
              </a:xfrm>
              <a:prstGeom prst="rect">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000" noProof="0" dirty="0"/>
              </a:p>
            </p:txBody>
          </p:sp>
          <p:grpSp>
            <p:nvGrpSpPr>
              <p:cNvPr id="13" name="Group 12">
                <a:extLst>
                  <a:ext uri="{FF2B5EF4-FFF2-40B4-BE49-F238E27FC236}">
                    <a16:creationId xmlns:a16="http://schemas.microsoft.com/office/drawing/2014/main" id="{A4218266-FFDC-C285-F59C-65BDFBF9D205}"/>
                  </a:ext>
                </a:extLst>
              </p:cNvPr>
              <p:cNvGrpSpPr/>
              <p:nvPr/>
            </p:nvGrpSpPr>
            <p:grpSpPr>
              <a:xfrm>
                <a:off x="1086921" y="1846567"/>
                <a:ext cx="3975249" cy="1848358"/>
                <a:chOff x="11255" y="1643056"/>
                <a:chExt cx="5422196" cy="2521139"/>
              </a:xfrm>
            </p:grpSpPr>
            <p:grpSp>
              <p:nvGrpSpPr>
                <p:cNvPr id="16" name="Group 15">
                  <a:extLst>
                    <a:ext uri="{FF2B5EF4-FFF2-40B4-BE49-F238E27FC236}">
                      <a16:creationId xmlns:a16="http://schemas.microsoft.com/office/drawing/2014/main" id="{D3F61D01-231E-EE17-297A-54C1CC0C9047}"/>
                    </a:ext>
                  </a:extLst>
                </p:cNvPr>
                <p:cNvGrpSpPr/>
                <p:nvPr/>
              </p:nvGrpSpPr>
              <p:grpSpPr>
                <a:xfrm>
                  <a:off x="1986005" y="2286000"/>
                  <a:ext cx="1524000" cy="1143000"/>
                  <a:chOff x="1485283" y="2286000"/>
                  <a:chExt cx="1524000" cy="1143000"/>
                </a:xfrm>
              </p:grpSpPr>
              <p:sp>
                <p:nvSpPr>
                  <p:cNvPr id="68" name="Rectangle 67">
                    <a:extLst>
                      <a:ext uri="{FF2B5EF4-FFF2-40B4-BE49-F238E27FC236}">
                        <a16:creationId xmlns:a16="http://schemas.microsoft.com/office/drawing/2014/main" id="{B2D3CB05-E42E-6402-61F9-7B184E6B1228}"/>
                      </a:ext>
                    </a:extLst>
                  </p:cNvPr>
                  <p:cNvSpPr/>
                  <p:nvPr/>
                </p:nvSpPr>
                <p:spPr>
                  <a:xfrm>
                    <a:off x="1485283" y="2286000"/>
                    <a:ext cx="381000" cy="381000"/>
                  </a:xfrm>
                  <a:prstGeom prst="rect">
                    <a:avLst/>
                  </a:prstGeom>
                  <a:solidFill>
                    <a:srgbClr val="F8CECC"/>
                  </a:solidFill>
                  <a:ln w="9525" cap="flat">
                    <a:solidFill>
                      <a:srgbClr val="B85450"/>
                    </a:solidFill>
                    <a:prstDash val="solid"/>
                    <a:miter/>
                  </a:ln>
                </p:spPr>
                <p:txBody>
                  <a:bodyPr/>
                  <a:lstStyle/>
                  <a:p>
                    <a:endParaRPr lang="en-US" sz="2000" noProof="0" dirty="0"/>
                  </a:p>
                </p:txBody>
              </p:sp>
              <p:sp>
                <p:nvSpPr>
                  <p:cNvPr id="69" name="Rectangle 68">
                    <a:extLst>
                      <a:ext uri="{FF2B5EF4-FFF2-40B4-BE49-F238E27FC236}">
                        <a16:creationId xmlns:a16="http://schemas.microsoft.com/office/drawing/2014/main" id="{653592E7-74BB-6E96-4E97-570BB18A1A01}"/>
                      </a:ext>
                    </a:extLst>
                  </p:cNvPr>
                  <p:cNvSpPr/>
                  <p:nvPr/>
                </p:nvSpPr>
                <p:spPr>
                  <a:xfrm>
                    <a:off x="1866283" y="2286000"/>
                    <a:ext cx="381000" cy="381000"/>
                  </a:xfrm>
                  <a:prstGeom prst="rect">
                    <a:avLst/>
                  </a:prstGeom>
                  <a:solidFill>
                    <a:srgbClr val="F8CECC"/>
                  </a:solidFill>
                  <a:ln w="9525" cap="flat">
                    <a:solidFill>
                      <a:srgbClr val="B85450"/>
                    </a:solidFill>
                    <a:prstDash val="solid"/>
                    <a:miter/>
                  </a:ln>
                </p:spPr>
                <p:txBody>
                  <a:bodyPr/>
                  <a:lstStyle/>
                  <a:p>
                    <a:endParaRPr lang="en-US" sz="2000" noProof="0" dirty="0"/>
                  </a:p>
                </p:txBody>
              </p:sp>
              <p:sp>
                <p:nvSpPr>
                  <p:cNvPr id="70" name="Rectangle 69">
                    <a:extLst>
                      <a:ext uri="{FF2B5EF4-FFF2-40B4-BE49-F238E27FC236}">
                        <a16:creationId xmlns:a16="http://schemas.microsoft.com/office/drawing/2014/main" id="{BE927FF9-76A1-989E-3DEE-FCA5E7061CCA}"/>
                      </a:ext>
                    </a:extLst>
                  </p:cNvPr>
                  <p:cNvSpPr/>
                  <p:nvPr/>
                </p:nvSpPr>
                <p:spPr>
                  <a:xfrm>
                    <a:off x="2247283" y="2286000"/>
                    <a:ext cx="381000" cy="381000"/>
                  </a:xfrm>
                  <a:prstGeom prst="rect">
                    <a:avLst/>
                  </a:prstGeom>
                  <a:solidFill>
                    <a:srgbClr val="F8CECC"/>
                  </a:solidFill>
                  <a:ln w="9525" cap="flat">
                    <a:solidFill>
                      <a:srgbClr val="B85450"/>
                    </a:solidFill>
                    <a:prstDash val="solid"/>
                    <a:miter/>
                  </a:ln>
                </p:spPr>
                <p:txBody>
                  <a:bodyPr/>
                  <a:lstStyle/>
                  <a:p>
                    <a:endParaRPr lang="en-US" sz="2000" noProof="0" dirty="0"/>
                  </a:p>
                </p:txBody>
              </p:sp>
              <p:sp>
                <p:nvSpPr>
                  <p:cNvPr id="71" name="Rectangle 70">
                    <a:extLst>
                      <a:ext uri="{FF2B5EF4-FFF2-40B4-BE49-F238E27FC236}">
                        <a16:creationId xmlns:a16="http://schemas.microsoft.com/office/drawing/2014/main" id="{E578230D-1B6F-014C-CE75-390CBB3EE7E1}"/>
                      </a:ext>
                    </a:extLst>
                  </p:cNvPr>
                  <p:cNvSpPr/>
                  <p:nvPr/>
                </p:nvSpPr>
                <p:spPr>
                  <a:xfrm>
                    <a:off x="2628283" y="2286000"/>
                    <a:ext cx="381000" cy="381000"/>
                  </a:xfrm>
                  <a:prstGeom prst="rect">
                    <a:avLst/>
                  </a:prstGeom>
                  <a:solidFill>
                    <a:srgbClr val="F8CECC"/>
                  </a:solidFill>
                  <a:ln w="9525" cap="flat">
                    <a:solidFill>
                      <a:srgbClr val="B85450"/>
                    </a:solidFill>
                    <a:prstDash val="solid"/>
                    <a:miter/>
                  </a:ln>
                </p:spPr>
                <p:txBody>
                  <a:bodyPr/>
                  <a:lstStyle/>
                  <a:p>
                    <a:endParaRPr lang="en-US" sz="2000" noProof="0" dirty="0"/>
                  </a:p>
                </p:txBody>
              </p:sp>
              <p:sp>
                <p:nvSpPr>
                  <p:cNvPr id="72" name="Rectangle 71">
                    <a:extLst>
                      <a:ext uri="{FF2B5EF4-FFF2-40B4-BE49-F238E27FC236}">
                        <a16:creationId xmlns:a16="http://schemas.microsoft.com/office/drawing/2014/main" id="{AB32AE09-4C3C-F080-623E-7E97460FB2DE}"/>
                      </a:ext>
                    </a:extLst>
                  </p:cNvPr>
                  <p:cNvSpPr/>
                  <p:nvPr/>
                </p:nvSpPr>
                <p:spPr>
                  <a:xfrm>
                    <a:off x="1485283" y="2667000"/>
                    <a:ext cx="381000" cy="381000"/>
                  </a:xfrm>
                  <a:prstGeom prst="rect">
                    <a:avLst/>
                  </a:prstGeom>
                  <a:solidFill>
                    <a:srgbClr val="F8CECC"/>
                  </a:solidFill>
                  <a:ln w="9525" cap="flat">
                    <a:solidFill>
                      <a:srgbClr val="B85450"/>
                    </a:solidFill>
                    <a:prstDash val="solid"/>
                    <a:miter/>
                  </a:ln>
                </p:spPr>
                <p:txBody>
                  <a:bodyPr/>
                  <a:lstStyle/>
                  <a:p>
                    <a:endParaRPr lang="en-US" sz="2000" noProof="0" dirty="0"/>
                  </a:p>
                </p:txBody>
              </p:sp>
              <p:sp>
                <p:nvSpPr>
                  <p:cNvPr id="73" name="Rectangle 72">
                    <a:extLst>
                      <a:ext uri="{FF2B5EF4-FFF2-40B4-BE49-F238E27FC236}">
                        <a16:creationId xmlns:a16="http://schemas.microsoft.com/office/drawing/2014/main" id="{3D01201D-A0A2-1E44-C962-1B30F652E76F}"/>
                      </a:ext>
                    </a:extLst>
                  </p:cNvPr>
                  <p:cNvSpPr/>
                  <p:nvPr/>
                </p:nvSpPr>
                <p:spPr>
                  <a:xfrm>
                    <a:off x="1866283" y="2667000"/>
                    <a:ext cx="381000" cy="381000"/>
                  </a:xfrm>
                  <a:prstGeom prst="rect">
                    <a:avLst/>
                  </a:prstGeom>
                  <a:solidFill>
                    <a:srgbClr val="F8CECC"/>
                  </a:solidFill>
                  <a:ln w="9525" cap="flat">
                    <a:solidFill>
                      <a:srgbClr val="B85450"/>
                    </a:solidFill>
                    <a:prstDash val="solid"/>
                    <a:miter/>
                  </a:ln>
                </p:spPr>
                <p:txBody>
                  <a:bodyPr/>
                  <a:lstStyle/>
                  <a:p>
                    <a:endParaRPr lang="en-US" sz="2000" noProof="0" dirty="0"/>
                  </a:p>
                </p:txBody>
              </p:sp>
              <p:sp>
                <p:nvSpPr>
                  <p:cNvPr id="74" name="Rectangle 73">
                    <a:extLst>
                      <a:ext uri="{FF2B5EF4-FFF2-40B4-BE49-F238E27FC236}">
                        <a16:creationId xmlns:a16="http://schemas.microsoft.com/office/drawing/2014/main" id="{E1B73ABB-336A-1089-19F2-113FB466C161}"/>
                      </a:ext>
                    </a:extLst>
                  </p:cNvPr>
                  <p:cNvSpPr/>
                  <p:nvPr/>
                </p:nvSpPr>
                <p:spPr>
                  <a:xfrm>
                    <a:off x="2247283" y="2667000"/>
                    <a:ext cx="381000" cy="381000"/>
                  </a:xfrm>
                  <a:prstGeom prst="rect">
                    <a:avLst/>
                  </a:prstGeom>
                  <a:solidFill>
                    <a:srgbClr val="F8CECC"/>
                  </a:solidFill>
                  <a:ln w="9525" cap="flat">
                    <a:solidFill>
                      <a:srgbClr val="B85450"/>
                    </a:solidFill>
                    <a:prstDash val="solid"/>
                    <a:miter/>
                  </a:ln>
                </p:spPr>
                <p:txBody>
                  <a:bodyPr/>
                  <a:lstStyle/>
                  <a:p>
                    <a:endParaRPr lang="en-US" sz="2000" noProof="0" dirty="0"/>
                  </a:p>
                </p:txBody>
              </p:sp>
              <p:sp>
                <p:nvSpPr>
                  <p:cNvPr id="75" name="Rectangle 74">
                    <a:extLst>
                      <a:ext uri="{FF2B5EF4-FFF2-40B4-BE49-F238E27FC236}">
                        <a16:creationId xmlns:a16="http://schemas.microsoft.com/office/drawing/2014/main" id="{C613B5C7-5AED-69B0-F5B7-49A048CC9531}"/>
                      </a:ext>
                    </a:extLst>
                  </p:cNvPr>
                  <p:cNvSpPr/>
                  <p:nvPr/>
                </p:nvSpPr>
                <p:spPr>
                  <a:xfrm>
                    <a:off x="2628283" y="2667000"/>
                    <a:ext cx="381000" cy="381000"/>
                  </a:xfrm>
                  <a:prstGeom prst="rect">
                    <a:avLst/>
                  </a:prstGeom>
                  <a:solidFill>
                    <a:srgbClr val="F8CECC"/>
                  </a:solidFill>
                  <a:ln w="9525" cap="flat">
                    <a:solidFill>
                      <a:srgbClr val="B85450"/>
                    </a:solidFill>
                    <a:prstDash val="solid"/>
                    <a:miter/>
                  </a:ln>
                </p:spPr>
                <p:txBody>
                  <a:bodyPr/>
                  <a:lstStyle/>
                  <a:p>
                    <a:endParaRPr lang="en-US" sz="2000" noProof="0" dirty="0"/>
                  </a:p>
                </p:txBody>
              </p:sp>
              <p:sp>
                <p:nvSpPr>
                  <p:cNvPr id="76" name="Rectangle 75">
                    <a:extLst>
                      <a:ext uri="{FF2B5EF4-FFF2-40B4-BE49-F238E27FC236}">
                        <a16:creationId xmlns:a16="http://schemas.microsoft.com/office/drawing/2014/main" id="{07C41829-8992-B934-8D1A-27600154B492}"/>
                      </a:ext>
                    </a:extLst>
                  </p:cNvPr>
                  <p:cNvSpPr/>
                  <p:nvPr/>
                </p:nvSpPr>
                <p:spPr>
                  <a:xfrm>
                    <a:off x="1485283" y="3048000"/>
                    <a:ext cx="381000" cy="381000"/>
                  </a:xfrm>
                  <a:prstGeom prst="rect">
                    <a:avLst/>
                  </a:prstGeom>
                  <a:solidFill>
                    <a:srgbClr val="F8CECC"/>
                  </a:solidFill>
                  <a:ln w="9525" cap="flat">
                    <a:solidFill>
                      <a:srgbClr val="B85450"/>
                    </a:solidFill>
                    <a:prstDash val="solid"/>
                    <a:miter/>
                  </a:ln>
                </p:spPr>
                <p:txBody>
                  <a:bodyPr/>
                  <a:lstStyle/>
                  <a:p>
                    <a:endParaRPr lang="en-US" sz="2000" noProof="0" dirty="0"/>
                  </a:p>
                </p:txBody>
              </p:sp>
              <p:sp>
                <p:nvSpPr>
                  <p:cNvPr id="77" name="Rectangle 76">
                    <a:extLst>
                      <a:ext uri="{FF2B5EF4-FFF2-40B4-BE49-F238E27FC236}">
                        <a16:creationId xmlns:a16="http://schemas.microsoft.com/office/drawing/2014/main" id="{D0B09FB3-42CC-150A-43C6-B1E9F0B92F2A}"/>
                      </a:ext>
                    </a:extLst>
                  </p:cNvPr>
                  <p:cNvSpPr/>
                  <p:nvPr/>
                </p:nvSpPr>
                <p:spPr>
                  <a:xfrm>
                    <a:off x="1866283" y="3048000"/>
                    <a:ext cx="381000" cy="381000"/>
                  </a:xfrm>
                  <a:prstGeom prst="rect">
                    <a:avLst/>
                  </a:prstGeom>
                  <a:solidFill>
                    <a:srgbClr val="F8CECC"/>
                  </a:solidFill>
                  <a:ln w="9525" cap="flat">
                    <a:solidFill>
                      <a:srgbClr val="B85450"/>
                    </a:solidFill>
                    <a:prstDash val="solid"/>
                    <a:miter/>
                  </a:ln>
                </p:spPr>
                <p:txBody>
                  <a:bodyPr/>
                  <a:lstStyle/>
                  <a:p>
                    <a:endParaRPr lang="en-US" sz="2000" noProof="0" dirty="0"/>
                  </a:p>
                </p:txBody>
              </p:sp>
              <p:sp>
                <p:nvSpPr>
                  <p:cNvPr id="78" name="Rectangle 77">
                    <a:extLst>
                      <a:ext uri="{FF2B5EF4-FFF2-40B4-BE49-F238E27FC236}">
                        <a16:creationId xmlns:a16="http://schemas.microsoft.com/office/drawing/2014/main" id="{39A58CCF-32F4-387A-F6A0-3843F8787477}"/>
                      </a:ext>
                    </a:extLst>
                  </p:cNvPr>
                  <p:cNvSpPr/>
                  <p:nvPr/>
                </p:nvSpPr>
                <p:spPr>
                  <a:xfrm>
                    <a:off x="2247283" y="3048000"/>
                    <a:ext cx="381000" cy="381000"/>
                  </a:xfrm>
                  <a:prstGeom prst="rect">
                    <a:avLst/>
                  </a:prstGeom>
                  <a:solidFill>
                    <a:srgbClr val="F8CECC"/>
                  </a:solidFill>
                  <a:ln w="9525" cap="flat">
                    <a:solidFill>
                      <a:srgbClr val="B85450"/>
                    </a:solidFill>
                    <a:prstDash val="solid"/>
                    <a:miter/>
                  </a:ln>
                </p:spPr>
                <p:txBody>
                  <a:bodyPr/>
                  <a:lstStyle/>
                  <a:p>
                    <a:endParaRPr lang="en-US" sz="2000" noProof="0" dirty="0"/>
                  </a:p>
                </p:txBody>
              </p:sp>
              <p:sp>
                <p:nvSpPr>
                  <p:cNvPr id="79" name="Rectangle 78">
                    <a:extLst>
                      <a:ext uri="{FF2B5EF4-FFF2-40B4-BE49-F238E27FC236}">
                        <a16:creationId xmlns:a16="http://schemas.microsoft.com/office/drawing/2014/main" id="{68EBF358-977F-4CBC-2793-14CA11EEC6A7}"/>
                      </a:ext>
                    </a:extLst>
                  </p:cNvPr>
                  <p:cNvSpPr/>
                  <p:nvPr/>
                </p:nvSpPr>
                <p:spPr>
                  <a:xfrm>
                    <a:off x="2628283" y="3048000"/>
                    <a:ext cx="381000" cy="381000"/>
                  </a:xfrm>
                  <a:prstGeom prst="rect">
                    <a:avLst/>
                  </a:prstGeom>
                  <a:solidFill>
                    <a:srgbClr val="F8CECC"/>
                  </a:solidFill>
                  <a:ln w="9525" cap="flat">
                    <a:solidFill>
                      <a:srgbClr val="B85450"/>
                    </a:solidFill>
                    <a:prstDash val="solid"/>
                    <a:miter/>
                  </a:ln>
                </p:spPr>
                <p:txBody>
                  <a:bodyPr/>
                  <a:lstStyle/>
                  <a:p>
                    <a:endParaRPr lang="en-US" sz="2000" noProof="0" dirty="0"/>
                  </a:p>
                </p:txBody>
              </p:sp>
            </p:grpSp>
            <p:grpSp>
              <p:nvGrpSpPr>
                <p:cNvPr id="17" name="Group 16">
                  <a:extLst>
                    <a:ext uri="{FF2B5EF4-FFF2-40B4-BE49-F238E27FC236}">
                      <a16:creationId xmlns:a16="http://schemas.microsoft.com/office/drawing/2014/main" id="{CE0BB471-A7CA-89CB-5220-CD7A06B9DFBA}"/>
                    </a:ext>
                  </a:extLst>
                </p:cNvPr>
                <p:cNvGrpSpPr/>
                <p:nvPr/>
              </p:nvGrpSpPr>
              <p:grpSpPr>
                <a:xfrm>
                  <a:off x="507500" y="2097603"/>
                  <a:ext cx="1143000" cy="1524000"/>
                  <a:chOff x="151783" y="2071688"/>
                  <a:chExt cx="1143000" cy="1524000"/>
                </a:xfrm>
              </p:grpSpPr>
              <p:sp>
                <p:nvSpPr>
                  <p:cNvPr id="56" name="Rectangle 55">
                    <a:extLst>
                      <a:ext uri="{FF2B5EF4-FFF2-40B4-BE49-F238E27FC236}">
                        <a16:creationId xmlns:a16="http://schemas.microsoft.com/office/drawing/2014/main" id="{99024D56-2D0D-37E5-7C6E-2ED5A1AD21EA}"/>
                      </a:ext>
                    </a:extLst>
                  </p:cNvPr>
                  <p:cNvSpPr/>
                  <p:nvPr/>
                </p:nvSpPr>
                <p:spPr>
                  <a:xfrm>
                    <a:off x="151783" y="2071688"/>
                    <a:ext cx="381000" cy="381000"/>
                  </a:xfrm>
                  <a:prstGeom prst="rect">
                    <a:avLst/>
                  </a:prstGeom>
                  <a:solidFill>
                    <a:srgbClr val="D5E8D4"/>
                  </a:solidFill>
                  <a:ln w="9525" cap="flat">
                    <a:solidFill>
                      <a:srgbClr val="82B366"/>
                    </a:solidFill>
                    <a:prstDash val="solid"/>
                    <a:miter/>
                  </a:ln>
                </p:spPr>
                <p:txBody>
                  <a:bodyPr/>
                  <a:lstStyle/>
                  <a:p>
                    <a:endParaRPr lang="en-US" sz="2000" noProof="0" dirty="0"/>
                  </a:p>
                </p:txBody>
              </p:sp>
              <p:sp>
                <p:nvSpPr>
                  <p:cNvPr id="57" name="Rectangle 56">
                    <a:extLst>
                      <a:ext uri="{FF2B5EF4-FFF2-40B4-BE49-F238E27FC236}">
                        <a16:creationId xmlns:a16="http://schemas.microsoft.com/office/drawing/2014/main" id="{B7A06D45-1535-F905-679C-DA02E5E70ABF}"/>
                      </a:ext>
                    </a:extLst>
                  </p:cNvPr>
                  <p:cNvSpPr/>
                  <p:nvPr/>
                </p:nvSpPr>
                <p:spPr>
                  <a:xfrm>
                    <a:off x="532783" y="2071688"/>
                    <a:ext cx="381000" cy="381000"/>
                  </a:xfrm>
                  <a:prstGeom prst="rect">
                    <a:avLst/>
                  </a:prstGeom>
                  <a:solidFill>
                    <a:srgbClr val="D5E8D4"/>
                  </a:solidFill>
                  <a:ln w="9525" cap="flat">
                    <a:solidFill>
                      <a:srgbClr val="82B366"/>
                    </a:solidFill>
                    <a:prstDash val="solid"/>
                    <a:miter/>
                  </a:ln>
                </p:spPr>
                <p:txBody>
                  <a:bodyPr/>
                  <a:lstStyle/>
                  <a:p>
                    <a:endParaRPr lang="en-US" sz="2000" noProof="0" dirty="0"/>
                  </a:p>
                </p:txBody>
              </p:sp>
              <p:sp>
                <p:nvSpPr>
                  <p:cNvPr id="58" name="Rectangle 57">
                    <a:extLst>
                      <a:ext uri="{FF2B5EF4-FFF2-40B4-BE49-F238E27FC236}">
                        <a16:creationId xmlns:a16="http://schemas.microsoft.com/office/drawing/2014/main" id="{799F3E51-87E8-A003-F9D0-5A79568E1CAF}"/>
                      </a:ext>
                    </a:extLst>
                  </p:cNvPr>
                  <p:cNvSpPr/>
                  <p:nvPr/>
                </p:nvSpPr>
                <p:spPr>
                  <a:xfrm>
                    <a:off x="913783" y="2071688"/>
                    <a:ext cx="381000" cy="381000"/>
                  </a:xfrm>
                  <a:prstGeom prst="rect">
                    <a:avLst/>
                  </a:prstGeom>
                  <a:solidFill>
                    <a:srgbClr val="D5E8D4"/>
                  </a:solidFill>
                  <a:ln w="9525" cap="flat">
                    <a:solidFill>
                      <a:srgbClr val="82B366"/>
                    </a:solidFill>
                    <a:prstDash val="solid"/>
                    <a:miter/>
                  </a:ln>
                </p:spPr>
                <p:txBody>
                  <a:bodyPr/>
                  <a:lstStyle/>
                  <a:p>
                    <a:endParaRPr lang="en-US" sz="2000" noProof="0" dirty="0"/>
                  </a:p>
                </p:txBody>
              </p:sp>
              <p:sp>
                <p:nvSpPr>
                  <p:cNvPr id="59" name="Rectangle 58">
                    <a:extLst>
                      <a:ext uri="{FF2B5EF4-FFF2-40B4-BE49-F238E27FC236}">
                        <a16:creationId xmlns:a16="http://schemas.microsoft.com/office/drawing/2014/main" id="{C7BD5A93-8CE3-8F5F-090C-C7DD23855704}"/>
                      </a:ext>
                    </a:extLst>
                  </p:cNvPr>
                  <p:cNvSpPr/>
                  <p:nvPr/>
                </p:nvSpPr>
                <p:spPr>
                  <a:xfrm>
                    <a:off x="151783" y="2452688"/>
                    <a:ext cx="381000" cy="381000"/>
                  </a:xfrm>
                  <a:prstGeom prst="rect">
                    <a:avLst/>
                  </a:prstGeom>
                  <a:solidFill>
                    <a:srgbClr val="D5E8D4"/>
                  </a:solidFill>
                  <a:ln w="9525" cap="flat">
                    <a:solidFill>
                      <a:srgbClr val="82B366"/>
                    </a:solidFill>
                    <a:prstDash val="solid"/>
                    <a:miter/>
                  </a:ln>
                </p:spPr>
                <p:txBody>
                  <a:bodyPr/>
                  <a:lstStyle/>
                  <a:p>
                    <a:endParaRPr lang="en-US" sz="2000" noProof="0" dirty="0"/>
                  </a:p>
                </p:txBody>
              </p:sp>
              <p:sp>
                <p:nvSpPr>
                  <p:cNvPr id="60" name="Rectangle 59">
                    <a:extLst>
                      <a:ext uri="{FF2B5EF4-FFF2-40B4-BE49-F238E27FC236}">
                        <a16:creationId xmlns:a16="http://schemas.microsoft.com/office/drawing/2014/main" id="{71358AAE-4308-0E4B-E521-E5B9D9E606E0}"/>
                      </a:ext>
                    </a:extLst>
                  </p:cNvPr>
                  <p:cNvSpPr/>
                  <p:nvPr/>
                </p:nvSpPr>
                <p:spPr>
                  <a:xfrm>
                    <a:off x="532783" y="2452688"/>
                    <a:ext cx="381000" cy="381000"/>
                  </a:xfrm>
                  <a:prstGeom prst="rect">
                    <a:avLst/>
                  </a:prstGeom>
                  <a:solidFill>
                    <a:srgbClr val="D5E8D4"/>
                  </a:solidFill>
                  <a:ln w="9525" cap="flat">
                    <a:solidFill>
                      <a:srgbClr val="82B366"/>
                    </a:solidFill>
                    <a:prstDash val="solid"/>
                    <a:miter/>
                  </a:ln>
                </p:spPr>
                <p:txBody>
                  <a:bodyPr/>
                  <a:lstStyle/>
                  <a:p>
                    <a:endParaRPr lang="en-US" sz="2000" noProof="0" dirty="0"/>
                  </a:p>
                </p:txBody>
              </p:sp>
              <p:sp>
                <p:nvSpPr>
                  <p:cNvPr id="61" name="Rectangle 60">
                    <a:extLst>
                      <a:ext uri="{FF2B5EF4-FFF2-40B4-BE49-F238E27FC236}">
                        <a16:creationId xmlns:a16="http://schemas.microsoft.com/office/drawing/2014/main" id="{412EAA14-4F09-5E3B-7564-DB20A6AFFB61}"/>
                      </a:ext>
                    </a:extLst>
                  </p:cNvPr>
                  <p:cNvSpPr/>
                  <p:nvPr/>
                </p:nvSpPr>
                <p:spPr>
                  <a:xfrm>
                    <a:off x="913783" y="2452688"/>
                    <a:ext cx="381000" cy="381000"/>
                  </a:xfrm>
                  <a:prstGeom prst="rect">
                    <a:avLst/>
                  </a:prstGeom>
                  <a:solidFill>
                    <a:srgbClr val="D5E8D4"/>
                  </a:solidFill>
                  <a:ln w="9525" cap="flat">
                    <a:solidFill>
                      <a:srgbClr val="82B366"/>
                    </a:solidFill>
                    <a:prstDash val="solid"/>
                    <a:miter/>
                  </a:ln>
                </p:spPr>
                <p:txBody>
                  <a:bodyPr/>
                  <a:lstStyle/>
                  <a:p>
                    <a:endParaRPr lang="en-US" sz="2000" noProof="0" dirty="0"/>
                  </a:p>
                </p:txBody>
              </p:sp>
              <p:sp>
                <p:nvSpPr>
                  <p:cNvPr id="62" name="Rectangle 61">
                    <a:extLst>
                      <a:ext uri="{FF2B5EF4-FFF2-40B4-BE49-F238E27FC236}">
                        <a16:creationId xmlns:a16="http://schemas.microsoft.com/office/drawing/2014/main" id="{44E5EC01-BB2B-E060-EDA1-9A8D7617F1DA}"/>
                      </a:ext>
                    </a:extLst>
                  </p:cNvPr>
                  <p:cNvSpPr/>
                  <p:nvPr/>
                </p:nvSpPr>
                <p:spPr>
                  <a:xfrm>
                    <a:off x="151783" y="2833688"/>
                    <a:ext cx="381000" cy="381000"/>
                  </a:xfrm>
                  <a:prstGeom prst="rect">
                    <a:avLst/>
                  </a:prstGeom>
                  <a:solidFill>
                    <a:srgbClr val="D5E8D4"/>
                  </a:solidFill>
                  <a:ln w="9525" cap="flat">
                    <a:solidFill>
                      <a:srgbClr val="82B366"/>
                    </a:solidFill>
                    <a:prstDash val="solid"/>
                    <a:miter/>
                  </a:ln>
                </p:spPr>
                <p:txBody>
                  <a:bodyPr/>
                  <a:lstStyle/>
                  <a:p>
                    <a:endParaRPr lang="en-US" sz="2000" noProof="0" dirty="0"/>
                  </a:p>
                </p:txBody>
              </p:sp>
              <p:sp>
                <p:nvSpPr>
                  <p:cNvPr id="63" name="Rectangle 62">
                    <a:extLst>
                      <a:ext uri="{FF2B5EF4-FFF2-40B4-BE49-F238E27FC236}">
                        <a16:creationId xmlns:a16="http://schemas.microsoft.com/office/drawing/2014/main" id="{FC195A79-64E6-E07D-882E-4682D7560399}"/>
                      </a:ext>
                    </a:extLst>
                  </p:cNvPr>
                  <p:cNvSpPr/>
                  <p:nvPr/>
                </p:nvSpPr>
                <p:spPr>
                  <a:xfrm>
                    <a:off x="151783" y="3214688"/>
                    <a:ext cx="381000" cy="381000"/>
                  </a:xfrm>
                  <a:prstGeom prst="rect">
                    <a:avLst/>
                  </a:prstGeom>
                  <a:solidFill>
                    <a:srgbClr val="D5E8D4"/>
                  </a:solidFill>
                  <a:ln w="9525" cap="flat">
                    <a:solidFill>
                      <a:srgbClr val="82B366"/>
                    </a:solidFill>
                    <a:prstDash val="solid"/>
                    <a:miter/>
                  </a:ln>
                </p:spPr>
                <p:txBody>
                  <a:bodyPr/>
                  <a:lstStyle/>
                  <a:p>
                    <a:endParaRPr lang="en-US" sz="2000" noProof="0" dirty="0"/>
                  </a:p>
                </p:txBody>
              </p:sp>
              <p:sp>
                <p:nvSpPr>
                  <p:cNvPr id="64" name="Rectangle 63">
                    <a:extLst>
                      <a:ext uri="{FF2B5EF4-FFF2-40B4-BE49-F238E27FC236}">
                        <a16:creationId xmlns:a16="http://schemas.microsoft.com/office/drawing/2014/main" id="{569A29F6-8DC9-A37F-929A-869BFEAD7268}"/>
                      </a:ext>
                    </a:extLst>
                  </p:cNvPr>
                  <p:cNvSpPr/>
                  <p:nvPr/>
                </p:nvSpPr>
                <p:spPr>
                  <a:xfrm>
                    <a:off x="532783" y="2833688"/>
                    <a:ext cx="381000" cy="381000"/>
                  </a:xfrm>
                  <a:prstGeom prst="rect">
                    <a:avLst/>
                  </a:prstGeom>
                  <a:solidFill>
                    <a:srgbClr val="D5E8D4"/>
                  </a:solidFill>
                  <a:ln w="9525" cap="flat">
                    <a:solidFill>
                      <a:srgbClr val="82B366"/>
                    </a:solidFill>
                    <a:prstDash val="solid"/>
                    <a:miter/>
                  </a:ln>
                </p:spPr>
                <p:txBody>
                  <a:bodyPr/>
                  <a:lstStyle/>
                  <a:p>
                    <a:endParaRPr lang="en-US" sz="2000" noProof="0" dirty="0"/>
                  </a:p>
                </p:txBody>
              </p:sp>
              <p:sp>
                <p:nvSpPr>
                  <p:cNvPr id="65" name="Rectangle 64">
                    <a:extLst>
                      <a:ext uri="{FF2B5EF4-FFF2-40B4-BE49-F238E27FC236}">
                        <a16:creationId xmlns:a16="http://schemas.microsoft.com/office/drawing/2014/main" id="{7ECC0DB4-C6AA-AA7A-39FD-40385DC6ECAB}"/>
                      </a:ext>
                    </a:extLst>
                  </p:cNvPr>
                  <p:cNvSpPr/>
                  <p:nvPr/>
                </p:nvSpPr>
                <p:spPr>
                  <a:xfrm>
                    <a:off x="532783" y="3214688"/>
                    <a:ext cx="381000" cy="381000"/>
                  </a:xfrm>
                  <a:prstGeom prst="rect">
                    <a:avLst/>
                  </a:prstGeom>
                  <a:solidFill>
                    <a:srgbClr val="D5E8D4"/>
                  </a:solidFill>
                  <a:ln w="9525" cap="flat">
                    <a:solidFill>
                      <a:srgbClr val="82B366"/>
                    </a:solidFill>
                    <a:prstDash val="solid"/>
                    <a:miter/>
                  </a:ln>
                </p:spPr>
                <p:txBody>
                  <a:bodyPr/>
                  <a:lstStyle/>
                  <a:p>
                    <a:endParaRPr lang="en-US" sz="2000" noProof="0" dirty="0"/>
                  </a:p>
                </p:txBody>
              </p:sp>
              <p:sp>
                <p:nvSpPr>
                  <p:cNvPr id="66" name="Rectangle 65">
                    <a:extLst>
                      <a:ext uri="{FF2B5EF4-FFF2-40B4-BE49-F238E27FC236}">
                        <a16:creationId xmlns:a16="http://schemas.microsoft.com/office/drawing/2014/main" id="{14CF4B07-C9B6-1D94-B6BD-37A2B6EEB7E3}"/>
                      </a:ext>
                    </a:extLst>
                  </p:cNvPr>
                  <p:cNvSpPr/>
                  <p:nvPr/>
                </p:nvSpPr>
                <p:spPr>
                  <a:xfrm>
                    <a:off x="913783" y="2833688"/>
                    <a:ext cx="381000" cy="381000"/>
                  </a:xfrm>
                  <a:prstGeom prst="rect">
                    <a:avLst/>
                  </a:prstGeom>
                  <a:solidFill>
                    <a:srgbClr val="D5E8D4"/>
                  </a:solidFill>
                  <a:ln w="9525" cap="flat">
                    <a:solidFill>
                      <a:srgbClr val="82B366"/>
                    </a:solidFill>
                    <a:prstDash val="solid"/>
                    <a:miter/>
                  </a:ln>
                </p:spPr>
                <p:txBody>
                  <a:bodyPr/>
                  <a:lstStyle/>
                  <a:p>
                    <a:endParaRPr lang="en-US" sz="2000" noProof="0" dirty="0"/>
                  </a:p>
                </p:txBody>
              </p:sp>
              <p:sp>
                <p:nvSpPr>
                  <p:cNvPr id="67" name="Rectangle 66">
                    <a:extLst>
                      <a:ext uri="{FF2B5EF4-FFF2-40B4-BE49-F238E27FC236}">
                        <a16:creationId xmlns:a16="http://schemas.microsoft.com/office/drawing/2014/main" id="{2D7F35EE-1D9A-FD86-8AC9-22A90F108F1F}"/>
                      </a:ext>
                    </a:extLst>
                  </p:cNvPr>
                  <p:cNvSpPr/>
                  <p:nvPr/>
                </p:nvSpPr>
                <p:spPr>
                  <a:xfrm>
                    <a:off x="913783" y="3214688"/>
                    <a:ext cx="381000" cy="381000"/>
                  </a:xfrm>
                  <a:prstGeom prst="rect">
                    <a:avLst/>
                  </a:prstGeom>
                  <a:solidFill>
                    <a:srgbClr val="D5E8D4"/>
                  </a:solidFill>
                  <a:ln w="9525" cap="flat">
                    <a:solidFill>
                      <a:srgbClr val="82B366"/>
                    </a:solidFill>
                    <a:prstDash val="solid"/>
                    <a:miter/>
                  </a:ln>
                </p:spPr>
                <p:txBody>
                  <a:bodyPr/>
                  <a:lstStyle/>
                  <a:p>
                    <a:endParaRPr lang="en-US" sz="2000" noProof="0" dirty="0"/>
                  </a:p>
                </p:txBody>
              </p:sp>
            </p:grpSp>
            <p:grpSp>
              <p:nvGrpSpPr>
                <p:cNvPr id="18" name="Group 17">
                  <a:extLst>
                    <a:ext uri="{FF2B5EF4-FFF2-40B4-BE49-F238E27FC236}">
                      <a16:creationId xmlns:a16="http://schemas.microsoft.com/office/drawing/2014/main" id="{4E884ECF-3C7E-F758-E4A0-47904B7DDA10}"/>
                    </a:ext>
                  </a:extLst>
                </p:cNvPr>
                <p:cNvGrpSpPr/>
                <p:nvPr/>
              </p:nvGrpSpPr>
              <p:grpSpPr>
                <a:xfrm>
                  <a:off x="3909451" y="2095500"/>
                  <a:ext cx="1524000" cy="1524000"/>
                  <a:chOff x="3107359" y="2145800"/>
                  <a:chExt cx="1524000" cy="1524000"/>
                </a:xfrm>
              </p:grpSpPr>
              <p:sp>
                <p:nvSpPr>
                  <p:cNvPr id="39" name="Rectangle 38">
                    <a:extLst>
                      <a:ext uri="{FF2B5EF4-FFF2-40B4-BE49-F238E27FC236}">
                        <a16:creationId xmlns:a16="http://schemas.microsoft.com/office/drawing/2014/main" id="{63A1395F-BE2F-6ECC-AB82-C657CBB9A22E}"/>
                      </a:ext>
                    </a:extLst>
                  </p:cNvPr>
                  <p:cNvSpPr/>
                  <p:nvPr/>
                </p:nvSpPr>
                <p:spPr>
                  <a:xfrm>
                    <a:off x="3107359" y="2145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40" name="Rectangle 39">
                    <a:extLst>
                      <a:ext uri="{FF2B5EF4-FFF2-40B4-BE49-F238E27FC236}">
                        <a16:creationId xmlns:a16="http://schemas.microsoft.com/office/drawing/2014/main" id="{74D8802E-0BBA-B525-E374-CD772B5B22A6}"/>
                      </a:ext>
                    </a:extLst>
                  </p:cNvPr>
                  <p:cNvSpPr/>
                  <p:nvPr/>
                </p:nvSpPr>
                <p:spPr>
                  <a:xfrm>
                    <a:off x="3488359" y="2145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41" name="Rectangle 40">
                    <a:extLst>
                      <a:ext uri="{FF2B5EF4-FFF2-40B4-BE49-F238E27FC236}">
                        <a16:creationId xmlns:a16="http://schemas.microsoft.com/office/drawing/2014/main" id="{A9321AB8-DDD9-2B68-0D86-C717A55230E8}"/>
                      </a:ext>
                    </a:extLst>
                  </p:cNvPr>
                  <p:cNvSpPr/>
                  <p:nvPr/>
                </p:nvSpPr>
                <p:spPr>
                  <a:xfrm>
                    <a:off x="3869359" y="2145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42" name="Rectangle 41">
                    <a:extLst>
                      <a:ext uri="{FF2B5EF4-FFF2-40B4-BE49-F238E27FC236}">
                        <a16:creationId xmlns:a16="http://schemas.microsoft.com/office/drawing/2014/main" id="{0BDDDC71-4CC9-76C8-A410-2F7586BED029}"/>
                      </a:ext>
                    </a:extLst>
                  </p:cNvPr>
                  <p:cNvSpPr/>
                  <p:nvPr/>
                </p:nvSpPr>
                <p:spPr>
                  <a:xfrm>
                    <a:off x="4250359" y="2145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44" name="Rectangle 43">
                    <a:extLst>
                      <a:ext uri="{FF2B5EF4-FFF2-40B4-BE49-F238E27FC236}">
                        <a16:creationId xmlns:a16="http://schemas.microsoft.com/office/drawing/2014/main" id="{ECFEF596-44F3-23D1-9C03-D453DAA1A10E}"/>
                      </a:ext>
                    </a:extLst>
                  </p:cNvPr>
                  <p:cNvSpPr/>
                  <p:nvPr/>
                </p:nvSpPr>
                <p:spPr>
                  <a:xfrm>
                    <a:off x="3107359" y="2526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45" name="Rectangle 44">
                    <a:extLst>
                      <a:ext uri="{FF2B5EF4-FFF2-40B4-BE49-F238E27FC236}">
                        <a16:creationId xmlns:a16="http://schemas.microsoft.com/office/drawing/2014/main" id="{96F1BF7E-E9EA-6031-5D30-BE938887E882}"/>
                      </a:ext>
                    </a:extLst>
                  </p:cNvPr>
                  <p:cNvSpPr/>
                  <p:nvPr/>
                </p:nvSpPr>
                <p:spPr>
                  <a:xfrm>
                    <a:off x="3488359" y="2526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46" name="Rectangle 45">
                    <a:extLst>
                      <a:ext uri="{FF2B5EF4-FFF2-40B4-BE49-F238E27FC236}">
                        <a16:creationId xmlns:a16="http://schemas.microsoft.com/office/drawing/2014/main" id="{6B6FE00E-F1EB-B1D3-E50D-786FA260B9B5}"/>
                      </a:ext>
                    </a:extLst>
                  </p:cNvPr>
                  <p:cNvSpPr/>
                  <p:nvPr/>
                </p:nvSpPr>
                <p:spPr>
                  <a:xfrm>
                    <a:off x="3869359" y="2526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47" name="Rectangle 46">
                    <a:extLst>
                      <a:ext uri="{FF2B5EF4-FFF2-40B4-BE49-F238E27FC236}">
                        <a16:creationId xmlns:a16="http://schemas.microsoft.com/office/drawing/2014/main" id="{6F0B967E-4EBC-FBA9-D3C1-6F9ECF9541CF}"/>
                      </a:ext>
                    </a:extLst>
                  </p:cNvPr>
                  <p:cNvSpPr/>
                  <p:nvPr/>
                </p:nvSpPr>
                <p:spPr>
                  <a:xfrm>
                    <a:off x="4250359" y="2526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48" name="Rectangle 47">
                    <a:extLst>
                      <a:ext uri="{FF2B5EF4-FFF2-40B4-BE49-F238E27FC236}">
                        <a16:creationId xmlns:a16="http://schemas.microsoft.com/office/drawing/2014/main" id="{55CF4C0D-F34B-FB8F-84F6-1A08DA3BCBD7}"/>
                      </a:ext>
                    </a:extLst>
                  </p:cNvPr>
                  <p:cNvSpPr/>
                  <p:nvPr/>
                </p:nvSpPr>
                <p:spPr>
                  <a:xfrm>
                    <a:off x="3107359" y="2907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49" name="Rectangle 48">
                    <a:extLst>
                      <a:ext uri="{FF2B5EF4-FFF2-40B4-BE49-F238E27FC236}">
                        <a16:creationId xmlns:a16="http://schemas.microsoft.com/office/drawing/2014/main" id="{55C84C22-7485-BEEE-A163-BB04C8E905DE}"/>
                      </a:ext>
                    </a:extLst>
                  </p:cNvPr>
                  <p:cNvSpPr/>
                  <p:nvPr/>
                </p:nvSpPr>
                <p:spPr>
                  <a:xfrm>
                    <a:off x="3488359" y="2907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50" name="Rectangle 49">
                    <a:extLst>
                      <a:ext uri="{FF2B5EF4-FFF2-40B4-BE49-F238E27FC236}">
                        <a16:creationId xmlns:a16="http://schemas.microsoft.com/office/drawing/2014/main" id="{B490E4AF-9B12-6ECE-9AE6-2330164AE657}"/>
                      </a:ext>
                    </a:extLst>
                  </p:cNvPr>
                  <p:cNvSpPr/>
                  <p:nvPr/>
                </p:nvSpPr>
                <p:spPr>
                  <a:xfrm>
                    <a:off x="3869359" y="2907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51" name="Rectangle 50">
                    <a:extLst>
                      <a:ext uri="{FF2B5EF4-FFF2-40B4-BE49-F238E27FC236}">
                        <a16:creationId xmlns:a16="http://schemas.microsoft.com/office/drawing/2014/main" id="{82FCD4C7-0B4F-E271-462D-4700EE78BFFF}"/>
                      </a:ext>
                    </a:extLst>
                  </p:cNvPr>
                  <p:cNvSpPr/>
                  <p:nvPr/>
                </p:nvSpPr>
                <p:spPr>
                  <a:xfrm>
                    <a:off x="4250359" y="2907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52" name="Rectangle 51">
                    <a:extLst>
                      <a:ext uri="{FF2B5EF4-FFF2-40B4-BE49-F238E27FC236}">
                        <a16:creationId xmlns:a16="http://schemas.microsoft.com/office/drawing/2014/main" id="{540BF186-CAE9-85D6-0466-2B731FE84E95}"/>
                      </a:ext>
                    </a:extLst>
                  </p:cNvPr>
                  <p:cNvSpPr/>
                  <p:nvPr/>
                </p:nvSpPr>
                <p:spPr>
                  <a:xfrm>
                    <a:off x="3107359" y="3288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53" name="Rectangle 52">
                    <a:extLst>
                      <a:ext uri="{FF2B5EF4-FFF2-40B4-BE49-F238E27FC236}">
                        <a16:creationId xmlns:a16="http://schemas.microsoft.com/office/drawing/2014/main" id="{6E298451-067F-94AA-52B8-DEA060E18911}"/>
                      </a:ext>
                    </a:extLst>
                  </p:cNvPr>
                  <p:cNvSpPr/>
                  <p:nvPr/>
                </p:nvSpPr>
                <p:spPr>
                  <a:xfrm>
                    <a:off x="3488359" y="3288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54" name="Rectangle 53">
                    <a:extLst>
                      <a:ext uri="{FF2B5EF4-FFF2-40B4-BE49-F238E27FC236}">
                        <a16:creationId xmlns:a16="http://schemas.microsoft.com/office/drawing/2014/main" id="{40C6E7A3-CE89-BA82-AEC1-AE994B8F4959}"/>
                      </a:ext>
                    </a:extLst>
                  </p:cNvPr>
                  <p:cNvSpPr/>
                  <p:nvPr/>
                </p:nvSpPr>
                <p:spPr>
                  <a:xfrm>
                    <a:off x="3869359" y="3288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55" name="Rectangle 54">
                    <a:extLst>
                      <a:ext uri="{FF2B5EF4-FFF2-40B4-BE49-F238E27FC236}">
                        <a16:creationId xmlns:a16="http://schemas.microsoft.com/office/drawing/2014/main" id="{D80D398F-D0CB-55B7-2998-093263B37DC5}"/>
                      </a:ext>
                    </a:extLst>
                  </p:cNvPr>
                  <p:cNvSpPr/>
                  <p:nvPr/>
                </p:nvSpPr>
                <p:spPr>
                  <a:xfrm>
                    <a:off x="4250359" y="3288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grpSp>
            <mc:AlternateContent xmlns:mc="http://schemas.openxmlformats.org/markup-compatibility/2006">
              <mc:Choice xmlns:a14="http://schemas.microsoft.com/office/drawing/2010/main" Requires="a14">
                <p:sp>
                  <p:nvSpPr>
                    <p:cNvPr id="19" name="TextBox 18">
                      <a:extLst>
                        <a:ext uri="{FF2B5EF4-FFF2-40B4-BE49-F238E27FC236}">
                          <a16:creationId xmlns:a16="http://schemas.microsoft.com/office/drawing/2014/main" id="{AE6AE8EA-F3A2-4429-46DA-FAD917748140}"/>
                        </a:ext>
                      </a:extLst>
                    </p:cNvPr>
                    <p:cNvSpPr txBox="1"/>
                    <p:nvPr/>
                  </p:nvSpPr>
                  <p:spPr>
                    <a:xfrm>
                      <a:off x="1622785" y="2635659"/>
                      <a:ext cx="422427" cy="545745"/>
                    </a:xfrm>
                    <a:prstGeom prst="rect">
                      <a:avLst/>
                    </a:prstGeom>
                    <a:noFill/>
                  </p:spPr>
                  <p:txBody>
                    <a:bodyPr wrap="none" rtlCol="0">
                      <a:spAutoFit/>
                    </a:bodyPr>
                    <a:lstStyle/>
                    <a:p>
                      <a:pPr/>
                      <a14:m>
                        <m:oMathPara xmlns:m="http://schemas.openxmlformats.org/officeDocument/2006/math">
                          <m:oMath>
                            <m:r>
                              <a:rPr lang="en-US" sz="2000" b="0" i="1" noProof="0" smtClean="0">
                                <a:latin typeface="Cambria Math" panose="02040503050406030204" pitchFamily="18" charset="0"/>
                              </a:rPr>
                              <m:t>⋅</m:t>
                            </m:r>
                          </m:oMath>
                        </m:oMathPara>
                      </a14:m>
                      <a:endParaRPr lang="en-US" sz="2000" noProof="0" dirty="0"/>
                    </a:p>
                  </p:txBody>
                </p:sp>
              </mc:Choice>
              <mc:Fallback>
                <p:sp>
                  <p:nvSpPr>
                    <p:cNvPr id="19" name="TextBox 18">
                      <a:extLst>
                        <a:ext uri="{FF2B5EF4-FFF2-40B4-BE49-F238E27FC236}">
                          <a16:creationId xmlns:a16="http://schemas.microsoft.com/office/drawing/2014/main" id="{AE6AE8EA-F3A2-4429-46DA-FAD917748140}"/>
                        </a:ext>
                      </a:extLst>
                    </p:cNvPr>
                    <p:cNvSpPr txBox="1">
                      <a:spLocks noRot="1" noChangeAspect="1" noMove="1" noResize="1" noEditPoints="1" noAdjustHandles="1" noChangeArrowheads="1" noChangeShapeType="1" noTextEdit="1"/>
                    </p:cNvSpPr>
                    <p:nvPr/>
                  </p:nvSpPr>
                  <p:spPr>
                    <a:xfrm>
                      <a:off x="1622785" y="2635659"/>
                      <a:ext cx="422427" cy="545745"/>
                    </a:xfrm>
                    <a:prstGeom prst="rect">
                      <a:avLst/>
                    </a:prstGeom>
                    <a:blipFill>
                      <a:blip r:embed="rId11"/>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0" name="TextBox 19">
                      <a:extLst>
                        <a:ext uri="{FF2B5EF4-FFF2-40B4-BE49-F238E27FC236}">
                          <a16:creationId xmlns:a16="http://schemas.microsoft.com/office/drawing/2014/main" id="{6DD7E9B2-E767-3D0E-8430-92B5D9AA07CD}"/>
                        </a:ext>
                      </a:extLst>
                    </p:cNvPr>
                    <p:cNvSpPr txBox="1"/>
                    <p:nvPr/>
                  </p:nvSpPr>
                  <p:spPr>
                    <a:xfrm>
                      <a:off x="3432966" y="2646411"/>
                      <a:ext cx="586414" cy="545745"/>
                    </a:xfrm>
                    <a:prstGeom prst="rect">
                      <a:avLst/>
                    </a:prstGeom>
                    <a:noFill/>
                  </p:spPr>
                  <p:txBody>
                    <a:bodyPr wrap="none" rtlCol="0">
                      <a:spAutoFit/>
                    </a:bodyPr>
                    <a:lstStyle/>
                    <a:p>
                      <a:pPr/>
                      <a14:m>
                        <m:oMathPara xmlns:m="http://schemas.openxmlformats.org/officeDocument/2006/math">
                          <m:oMath>
                            <m:r>
                              <a:rPr lang="en-US" sz="2000" b="0" i="1" noProof="0" smtClean="0">
                                <a:latin typeface="Cambria Math" panose="02040503050406030204" pitchFamily="18" charset="0"/>
                              </a:rPr>
                              <m:t>=</m:t>
                            </m:r>
                          </m:oMath>
                        </m:oMathPara>
                      </a14:m>
                      <a:endParaRPr lang="en-US" sz="2000" noProof="0" dirty="0"/>
                    </a:p>
                  </p:txBody>
                </p:sp>
              </mc:Choice>
              <mc:Fallback>
                <p:sp>
                  <p:nvSpPr>
                    <p:cNvPr id="20" name="TextBox 19">
                      <a:extLst>
                        <a:ext uri="{FF2B5EF4-FFF2-40B4-BE49-F238E27FC236}">
                          <a16:creationId xmlns:a16="http://schemas.microsoft.com/office/drawing/2014/main" id="{6DD7E9B2-E767-3D0E-8430-92B5D9AA07CD}"/>
                        </a:ext>
                      </a:extLst>
                    </p:cNvPr>
                    <p:cNvSpPr txBox="1">
                      <a:spLocks noRot="1" noChangeAspect="1" noMove="1" noResize="1" noEditPoints="1" noAdjustHandles="1" noChangeArrowheads="1" noChangeShapeType="1" noTextEdit="1"/>
                    </p:cNvSpPr>
                    <p:nvPr/>
                  </p:nvSpPr>
                  <p:spPr>
                    <a:xfrm>
                      <a:off x="3432966" y="2646411"/>
                      <a:ext cx="586414" cy="545745"/>
                    </a:xfrm>
                    <a:prstGeom prst="rect">
                      <a:avLst/>
                    </a:prstGeom>
                    <a:blipFill>
                      <a:blip r:embed="rId12"/>
                      <a:stretch>
                        <a:fillRect/>
                      </a:stretch>
                    </a:blipFill>
                  </p:spPr>
                  <p:txBody>
                    <a:bodyPr/>
                    <a:lstStyle/>
                    <a:p>
                      <a:r>
                        <a:rPr lang="en-US">
                          <a:noFill/>
                        </a:rPr>
                        <a:t> </a:t>
                      </a:r>
                    </a:p>
                  </p:txBody>
                </p:sp>
              </mc:Fallback>
            </mc:AlternateContent>
            <p:sp>
              <p:nvSpPr>
                <p:cNvPr id="22" name="TextBox 21">
                  <a:extLst>
                    <a:ext uri="{FF2B5EF4-FFF2-40B4-BE49-F238E27FC236}">
                      <a16:creationId xmlns:a16="http://schemas.microsoft.com/office/drawing/2014/main" id="{592E941E-9CFD-B1A8-8E40-876A28A38091}"/>
                    </a:ext>
                  </a:extLst>
                </p:cNvPr>
                <p:cNvSpPr txBox="1"/>
                <p:nvPr/>
              </p:nvSpPr>
              <p:spPr>
                <a:xfrm>
                  <a:off x="848108" y="3618449"/>
                  <a:ext cx="461785" cy="545746"/>
                </a:xfrm>
                <a:prstGeom prst="rect">
                  <a:avLst/>
                </a:prstGeom>
                <a:noFill/>
              </p:spPr>
              <p:txBody>
                <a:bodyPr wrap="none" rtlCol="0">
                  <a:spAutoFit/>
                </a:bodyPr>
                <a:lstStyle/>
                <a:p>
                  <a:pPr algn="ctr"/>
                  <a:r>
                    <a:rPr lang="en-US" sz="2000" noProof="0" dirty="0">
                      <a:solidFill>
                        <a:srgbClr val="001080"/>
                      </a:solidFill>
                      <a:latin typeface="Fira Code" panose="020B0809050000020004" pitchFamily="49" charset="0"/>
                    </a:rPr>
                    <a:t>A</a:t>
                  </a:r>
                </a:p>
              </p:txBody>
            </p:sp>
            <p:sp>
              <p:nvSpPr>
                <p:cNvPr id="24" name="TextBox 23">
                  <a:extLst>
                    <a:ext uri="{FF2B5EF4-FFF2-40B4-BE49-F238E27FC236}">
                      <a16:creationId xmlns:a16="http://schemas.microsoft.com/office/drawing/2014/main" id="{F6239C17-840D-0086-3E25-CEF991D4CFDC}"/>
                    </a:ext>
                  </a:extLst>
                </p:cNvPr>
                <p:cNvSpPr txBox="1"/>
                <p:nvPr/>
              </p:nvSpPr>
              <p:spPr>
                <a:xfrm>
                  <a:off x="2546351" y="3614686"/>
                  <a:ext cx="461785" cy="545746"/>
                </a:xfrm>
                <a:prstGeom prst="rect">
                  <a:avLst/>
                </a:prstGeom>
                <a:noFill/>
              </p:spPr>
              <p:txBody>
                <a:bodyPr wrap="none" rtlCol="0">
                  <a:spAutoFit/>
                </a:bodyPr>
                <a:lstStyle/>
                <a:p>
                  <a:pPr algn="ctr"/>
                  <a:r>
                    <a:rPr lang="en-US" sz="2000" noProof="0" dirty="0">
                      <a:solidFill>
                        <a:srgbClr val="001080"/>
                      </a:solidFill>
                      <a:latin typeface="Fira Code" panose="020B0809050000020004" pitchFamily="49" charset="0"/>
                    </a:rPr>
                    <a:t>B</a:t>
                  </a:r>
                </a:p>
              </p:txBody>
            </p:sp>
            <p:sp>
              <p:nvSpPr>
                <p:cNvPr id="28" name="TextBox 27">
                  <a:extLst>
                    <a:ext uri="{FF2B5EF4-FFF2-40B4-BE49-F238E27FC236}">
                      <a16:creationId xmlns:a16="http://schemas.microsoft.com/office/drawing/2014/main" id="{A14F5966-1709-E66B-D6A8-4739C6F0CEB5}"/>
                    </a:ext>
                  </a:extLst>
                </p:cNvPr>
                <p:cNvSpPr txBox="1"/>
                <p:nvPr/>
              </p:nvSpPr>
              <p:spPr>
                <a:xfrm>
                  <a:off x="4452752" y="3614686"/>
                  <a:ext cx="461785" cy="545746"/>
                </a:xfrm>
                <a:prstGeom prst="rect">
                  <a:avLst/>
                </a:prstGeom>
                <a:noFill/>
              </p:spPr>
              <p:txBody>
                <a:bodyPr wrap="none" rtlCol="0">
                  <a:spAutoFit/>
                </a:bodyPr>
                <a:lstStyle/>
                <a:p>
                  <a:pPr algn="ctr"/>
                  <a:r>
                    <a:rPr lang="en-US" sz="2000" noProof="0" dirty="0">
                      <a:solidFill>
                        <a:srgbClr val="001080"/>
                      </a:solidFill>
                      <a:latin typeface="Fira Code" panose="020B0809050000020004" pitchFamily="49" charset="0"/>
                    </a:rPr>
                    <a:t>C</a:t>
                  </a:r>
                </a:p>
              </p:txBody>
            </p:sp>
            <mc:AlternateContent xmlns:mc="http://schemas.openxmlformats.org/markup-compatibility/2006">
              <mc:Choice xmlns:a14="http://schemas.microsoft.com/office/drawing/2010/main" Requires="a14">
                <p:sp>
                  <p:nvSpPr>
                    <p:cNvPr id="30" name="TextBox 29">
                      <a:extLst>
                        <a:ext uri="{FF2B5EF4-FFF2-40B4-BE49-F238E27FC236}">
                          <a16:creationId xmlns:a16="http://schemas.microsoft.com/office/drawing/2014/main" id="{C43CE03B-E12C-3FE7-6183-56F902A74570}"/>
                        </a:ext>
                      </a:extLst>
                    </p:cNvPr>
                    <p:cNvSpPr txBox="1"/>
                    <p:nvPr/>
                  </p:nvSpPr>
                  <p:spPr>
                    <a:xfrm>
                      <a:off x="11255" y="1857073"/>
                      <a:ext cx="622972" cy="545745"/>
                    </a:xfrm>
                    <a:prstGeom prst="rect">
                      <a:avLst/>
                    </a:prstGeom>
                    <a:noFill/>
                  </p:spPr>
                  <p:txBody>
                    <a:bodyPr wrap="none" rtlCol="0">
                      <a:spAutoFit/>
                    </a:bodyPr>
                    <a:lstStyle/>
                    <a:p>
                      <a:pPr/>
                      <a14:m>
                        <m:oMathPara xmlns:m="http://schemas.openxmlformats.org/officeDocument/2006/math">
                          <m:oMath>
                            <m:r>
                              <a:rPr lang="en-US" sz="2000" i="1" noProof="0" smtClean="0">
                                <a:latin typeface="Cambria Math" panose="02040503050406030204" pitchFamily="18" charset="0"/>
                              </a:rPr>
                              <m:t>𝑚</m:t>
                            </m:r>
                          </m:oMath>
                        </m:oMathPara>
                      </a14:m>
                      <a:endParaRPr lang="en-US" sz="2000" noProof="0" dirty="0"/>
                    </a:p>
                  </p:txBody>
                </p:sp>
              </mc:Choice>
              <mc:Fallback>
                <p:sp>
                  <p:nvSpPr>
                    <p:cNvPr id="30" name="TextBox 29">
                      <a:extLst>
                        <a:ext uri="{FF2B5EF4-FFF2-40B4-BE49-F238E27FC236}">
                          <a16:creationId xmlns:a16="http://schemas.microsoft.com/office/drawing/2014/main" id="{C43CE03B-E12C-3FE7-6183-56F902A74570}"/>
                        </a:ext>
                      </a:extLst>
                    </p:cNvPr>
                    <p:cNvSpPr txBox="1">
                      <a:spLocks noRot="1" noChangeAspect="1" noMove="1" noResize="1" noEditPoints="1" noAdjustHandles="1" noChangeArrowheads="1" noChangeShapeType="1" noTextEdit="1"/>
                    </p:cNvSpPr>
                    <p:nvPr/>
                  </p:nvSpPr>
                  <p:spPr>
                    <a:xfrm>
                      <a:off x="11255" y="1857073"/>
                      <a:ext cx="622972" cy="545745"/>
                    </a:xfrm>
                    <a:prstGeom prst="rect">
                      <a:avLst/>
                    </a:prstGeom>
                    <a:blipFill>
                      <a:blip r:embed="rId13"/>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1" name="TextBox 30">
                      <a:extLst>
                        <a:ext uri="{FF2B5EF4-FFF2-40B4-BE49-F238E27FC236}">
                          <a16:creationId xmlns:a16="http://schemas.microsoft.com/office/drawing/2014/main" id="{B2318064-48CB-ADD5-6D22-6A347AFB73D4}"/>
                        </a:ext>
                      </a:extLst>
                    </p:cNvPr>
                    <p:cNvSpPr txBox="1"/>
                    <p:nvPr/>
                  </p:nvSpPr>
                  <p:spPr>
                    <a:xfrm>
                      <a:off x="835771" y="1673266"/>
                      <a:ext cx="526679" cy="545745"/>
                    </a:xfrm>
                    <a:prstGeom prst="rect">
                      <a:avLst/>
                    </a:prstGeom>
                    <a:noFill/>
                  </p:spPr>
                  <p:txBody>
                    <a:bodyPr wrap="none" rtlCol="0">
                      <a:spAutoFit/>
                    </a:bodyPr>
                    <a:lstStyle/>
                    <a:p>
                      <a:pPr/>
                      <a14:m>
                        <m:oMathPara xmlns:m="http://schemas.openxmlformats.org/officeDocument/2006/math">
                          <m:oMath>
                            <m:r>
                              <a:rPr lang="en-US" sz="2000" b="0" i="1" noProof="0" smtClean="0">
                                <a:latin typeface="Cambria Math" panose="02040503050406030204" pitchFamily="18" charset="0"/>
                              </a:rPr>
                              <m:t>𝑘</m:t>
                            </m:r>
                          </m:oMath>
                        </m:oMathPara>
                      </a14:m>
                      <a:endParaRPr lang="en-US" sz="2000" noProof="0" dirty="0"/>
                    </a:p>
                  </p:txBody>
                </p:sp>
              </mc:Choice>
              <mc:Fallback>
                <p:sp>
                  <p:nvSpPr>
                    <p:cNvPr id="31" name="TextBox 30">
                      <a:extLst>
                        <a:ext uri="{FF2B5EF4-FFF2-40B4-BE49-F238E27FC236}">
                          <a16:creationId xmlns:a16="http://schemas.microsoft.com/office/drawing/2014/main" id="{B2318064-48CB-ADD5-6D22-6A347AFB73D4}"/>
                        </a:ext>
                      </a:extLst>
                    </p:cNvPr>
                    <p:cNvSpPr txBox="1">
                      <a:spLocks noRot="1" noChangeAspect="1" noMove="1" noResize="1" noEditPoints="1" noAdjustHandles="1" noChangeArrowheads="1" noChangeShapeType="1" noTextEdit="1"/>
                    </p:cNvSpPr>
                    <p:nvPr/>
                  </p:nvSpPr>
                  <p:spPr>
                    <a:xfrm>
                      <a:off x="835771" y="1673266"/>
                      <a:ext cx="526679" cy="545745"/>
                    </a:xfrm>
                    <a:prstGeom prst="rect">
                      <a:avLst/>
                    </a:prstGeom>
                    <a:blipFill>
                      <a:blip r:embed="rId14"/>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2" name="TextBox 31">
                      <a:extLst>
                        <a:ext uri="{FF2B5EF4-FFF2-40B4-BE49-F238E27FC236}">
                          <a16:creationId xmlns:a16="http://schemas.microsoft.com/office/drawing/2014/main" id="{56E00BB2-9768-DF4B-6D99-295C8EB36058}"/>
                        </a:ext>
                      </a:extLst>
                    </p:cNvPr>
                    <p:cNvSpPr txBox="1"/>
                    <p:nvPr/>
                  </p:nvSpPr>
                  <p:spPr>
                    <a:xfrm>
                      <a:off x="1596035" y="1985521"/>
                      <a:ext cx="526679" cy="545745"/>
                    </a:xfrm>
                    <a:prstGeom prst="rect">
                      <a:avLst/>
                    </a:prstGeom>
                    <a:noFill/>
                  </p:spPr>
                  <p:txBody>
                    <a:bodyPr wrap="none" rtlCol="0">
                      <a:spAutoFit/>
                    </a:bodyPr>
                    <a:lstStyle/>
                    <a:p>
                      <a:pPr/>
                      <a14:m>
                        <m:oMathPara xmlns:m="http://schemas.openxmlformats.org/officeDocument/2006/math">
                          <m:oMath>
                            <m:r>
                              <a:rPr lang="en-US" sz="2000" b="0" i="1" noProof="0" smtClean="0">
                                <a:latin typeface="Cambria Math" panose="02040503050406030204" pitchFamily="18" charset="0"/>
                              </a:rPr>
                              <m:t>𝑘</m:t>
                            </m:r>
                          </m:oMath>
                        </m:oMathPara>
                      </a14:m>
                      <a:endParaRPr lang="en-US" sz="2000" noProof="0" dirty="0"/>
                    </a:p>
                  </p:txBody>
                </p:sp>
              </mc:Choice>
              <mc:Fallback>
                <p:sp>
                  <p:nvSpPr>
                    <p:cNvPr id="32" name="TextBox 31">
                      <a:extLst>
                        <a:ext uri="{FF2B5EF4-FFF2-40B4-BE49-F238E27FC236}">
                          <a16:creationId xmlns:a16="http://schemas.microsoft.com/office/drawing/2014/main" id="{56E00BB2-9768-DF4B-6D99-295C8EB36058}"/>
                        </a:ext>
                      </a:extLst>
                    </p:cNvPr>
                    <p:cNvSpPr txBox="1">
                      <a:spLocks noRot="1" noChangeAspect="1" noMove="1" noResize="1" noEditPoints="1" noAdjustHandles="1" noChangeArrowheads="1" noChangeShapeType="1" noTextEdit="1"/>
                    </p:cNvSpPr>
                    <p:nvPr/>
                  </p:nvSpPr>
                  <p:spPr>
                    <a:xfrm>
                      <a:off x="1596035" y="1985521"/>
                      <a:ext cx="526679" cy="545745"/>
                    </a:xfrm>
                    <a:prstGeom prst="rect">
                      <a:avLst/>
                    </a:prstGeom>
                    <a:blipFill>
                      <a:blip r:embed="rId15"/>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4" name="TextBox 33">
                      <a:extLst>
                        <a:ext uri="{FF2B5EF4-FFF2-40B4-BE49-F238E27FC236}">
                          <a16:creationId xmlns:a16="http://schemas.microsoft.com/office/drawing/2014/main" id="{96E19B0D-209B-81E1-FFD7-E6F3525EB4F7}"/>
                        </a:ext>
                      </a:extLst>
                    </p:cNvPr>
                    <p:cNvSpPr txBox="1"/>
                    <p:nvPr/>
                  </p:nvSpPr>
                  <p:spPr>
                    <a:xfrm>
                      <a:off x="2500887" y="1836429"/>
                      <a:ext cx="531140" cy="545745"/>
                    </a:xfrm>
                    <a:prstGeom prst="rect">
                      <a:avLst/>
                    </a:prstGeom>
                    <a:noFill/>
                  </p:spPr>
                  <p:txBody>
                    <a:bodyPr wrap="none" rtlCol="0">
                      <a:spAutoFit/>
                    </a:bodyPr>
                    <a:lstStyle/>
                    <a:p>
                      <a:pPr/>
                      <a14:m>
                        <m:oMathPara xmlns:m="http://schemas.openxmlformats.org/officeDocument/2006/math">
                          <m:oMath>
                            <m:r>
                              <a:rPr lang="en-US" sz="2000" b="0" i="1" noProof="0" smtClean="0">
                                <a:latin typeface="Cambria Math" panose="02040503050406030204" pitchFamily="18" charset="0"/>
                              </a:rPr>
                              <m:t>𝑛</m:t>
                            </m:r>
                          </m:oMath>
                        </m:oMathPara>
                      </a14:m>
                      <a:endParaRPr lang="en-US" sz="2000" noProof="0" dirty="0"/>
                    </a:p>
                  </p:txBody>
                </p:sp>
              </mc:Choice>
              <mc:Fallback>
                <p:sp>
                  <p:nvSpPr>
                    <p:cNvPr id="34" name="TextBox 33">
                      <a:extLst>
                        <a:ext uri="{FF2B5EF4-FFF2-40B4-BE49-F238E27FC236}">
                          <a16:creationId xmlns:a16="http://schemas.microsoft.com/office/drawing/2014/main" id="{96E19B0D-209B-81E1-FFD7-E6F3525EB4F7}"/>
                        </a:ext>
                      </a:extLst>
                    </p:cNvPr>
                    <p:cNvSpPr txBox="1">
                      <a:spLocks noRot="1" noChangeAspect="1" noMove="1" noResize="1" noEditPoints="1" noAdjustHandles="1" noChangeArrowheads="1" noChangeShapeType="1" noTextEdit="1"/>
                    </p:cNvSpPr>
                    <p:nvPr/>
                  </p:nvSpPr>
                  <p:spPr>
                    <a:xfrm>
                      <a:off x="2500887" y="1836429"/>
                      <a:ext cx="531140" cy="545745"/>
                    </a:xfrm>
                    <a:prstGeom prst="rect">
                      <a:avLst/>
                    </a:prstGeom>
                    <a:blipFill>
                      <a:blip r:embed="rId16"/>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6" name="TextBox 35">
                      <a:extLst>
                        <a:ext uri="{FF2B5EF4-FFF2-40B4-BE49-F238E27FC236}">
                          <a16:creationId xmlns:a16="http://schemas.microsoft.com/office/drawing/2014/main" id="{5B9BD1A5-B3AE-3C81-5716-56D19271BD2F}"/>
                        </a:ext>
                      </a:extLst>
                    </p:cNvPr>
                    <p:cNvSpPr txBox="1"/>
                    <p:nvPr/>
                  </p:nvSpPr>
                  <p:spPr>
                    <a:xfrm>
                      <a:off x="3405091" y="1862905"/>
                      <a:ext cx="622972" cy="545745"/>
                    </a:xfrm>
                    <a:prstGeom prst="rect">
                      <a:avLst/>
                    </a:prstGeom>
                    <a:noFill/>
                  </p:spPr>
                  <p:txBody>
                    <a:bodyPr wrap="none" rtlCol="0">
                      <a:spAutoFit/>
                    </a:bodyPr>
                    <a:lstStyle/>
                    <a:p>
                      <a:pPr/>
                      <a14:m>
                        <m:oMathPara xmlns:m="http://schemas.openxmlformats.org/officeDocument/2006/math">
                          <m:oMath>
                            <m:r>
                              <a:rPr lang="en-US" sz="2000" b="0" i="1" noProof="0" smtClean="0">
                                <a:latin typeface="Cambria Math" panose="02040503050406030204" pitchFamily="18" charset="0"/>
                              </a:rPr>
                              <m:t>𝑚</m:t>
                            </m:r>
                          </m:oMath>
                        </m:oMathPara>
                      </a14:m>
                      <a:endParaRPr lang="en-US" sz="2000" noProof="0" dirty="0"/>
                    </a:p>
                  </p:txBody>
                </p:sp>
              </mc:Choice>
              <mc:Fallback>
                <p:sp>
                  <p:nvSpPr>
                    <p:cNvPr id="36" name="TextBox 35">
                      <a:extLst>
                        <a:ext uri="{FF2B5EF4-FFF2-40B4-BE49-F238E27FC236}">
                          <a16:creationId xmlns:a16="http://schemas.microsoft.com/office/drawing/2014/main" id="{5B9BD1A5-B3AE-3C81-5716-56D19271BD2F}"/>
                        </a:ext>
                      </a:extLst>
                    </p:cNvPr>
                    <p:cNvSpPr txBox="1">
                      <a:spLocks noRot="1" noChangeAspect="1" noMove="1" noResize="1" noEditPoints="1" noAdjustHandles="1" noChangeArrowheads="1" noChangeShapeType="1" noTextEdit="1"/>
                    </p:cNvSpPr>
                    <p:nvPr/>
                  </p:nvSpPr>
                  <p:spPr>
                    <a:xfrm>
                      <a:off x="3405091" y="1862905"/>
                      <a:ext cx="622972" cy="545745"/>
                    </a:xfrm>
                    <a:prstGeom prst="rect">
                      <a:avLst/>
                    </a:prstGeom>
                    <a:blipFill>
                      <a:blip r:embed="rId17"/>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8" name="TextBox 37">
                      <a:extLst>
                        <a:ext uri="{FF2B5EF4-FFF2-40B4-BE49-F238E27FC236}">
                          <a16:creationId xmlns:a16="http://schemas.microsoft.com/office/drawing/2014/main" id="{957B4049-5429-535D-EEAC-3B0EB1CE0ACE}"/>
                        </a:ext>
                      </a:extLst>
                    </p:cNvPr>
                    <p:cNvSpPr txBox="1"/>
                    <p:nvPr/>
                  </p:nvSpPr>
                  <p:spPr>
                    <a:xfrm>
                      <a:off x="4417872" y="1643056"/>
                      <a:ext cx="531140" cy="545745"/>
                    </a:xfrm>
                    <a:prstGeom prst="rect">
                      <a:avLst/>
                    </a:prstGeom>
                    <a:noFill/>
                  </p:spPr>
                  <p:txBody>
                    <a:bodyPr wrap="none" rtlCol="0">
                      <a:spAutoFit/>
                    </a:bodyPr>
                    <a:lstStyle/>
                    <a:p>
                      <a:pPr/>
                      <a14:m>
                        <m:oMathPara xmlns:m="http://schemas.openxmlformats.org/officeDocument/2006/math">
                          <m:oMath>
                            <m:r>
                              <a:rPr lang="en-US" sz="2000" b="0" i="1" noProof="0" smtClean="0">
                                <a:latin typeface="Cambria Math" panose="02040503050406030204" pitchFamily="18" charset="0"/>
                              </a:rPr>
                              <m:t>𝑛</m:t>
                            </m:r>
                          </m:oMath>
                        </m:oMathPara>
                      </a14:m>
                      <a:endParaRPr lang="en-US" sz="2000" noProof="0" dirty="0"/>
                    </a:p>
                  </p:txBody>
                </p:sp>
              </mc:Choice>
              <mc:Fallback>
                <p:sp>
                  <p:nvSpPr>
                    <p:cNvPr id="38" name="TextBox 37">
                      <a:extLst>
                        <a:ext uri="{FF2B5EF4-FFF2-40B4-BE49-F238E27FC236}">
                          <a16:creationId xmlns:a16="http://schemas.microsoft.com/office/drawing/2014/main" id="{957B4049-5429-535D-EEAC-3B0EB1CE0ACE}"/>
                        </a:ext>
                      </a:extLst>
                    </p:cNvPr>
                    <p:cNvSpPr txBox="1">
                      <a:spLocks noRot="1" noChangeAspect="1" noMove="1" noResize="1" noEditPoints="1" noAdjustHandles="1" noChangeArrowheads="1" noChangeShapeType="1" noTextEdit="1"/>
                    </p:cNvSpPr>
                    <p:nvPr/>
                  </p:nvSpPr>
                  <p:spPr>
                    <a:xfrm>
                      <a:off x="4417872" y="1643056"/>
                      <a:ext cx="531140" cy="545745"/>
                    </a:xfrm>
                    <a:prstGeom prst="rect">
                      <a:avLst/>
                    </a:prstGeom>
                    <a:blipFill>
                      <a:blip r:embed="rId18"/>
                      <a:stretch>
                        <a:fillRect/>
                      </a:stretch>
                    </a:blipFill>
                  </p:spPr>
                  <p:txBody>
                    <a:bodyPr/>
                    <a:lstStyle/>
                    <a:p>
                      <a:r>
                        <a:rPr lang="en-US">
                          <a:noFill/>
                        </a:rPr>
                        <a:t> </a:t>
                      </a:r>
                    </a:p>
                  </p:txBody>
                </p:sp>
              </mc:Fallback>
            </mc:AlternateContent>
          </p:grpSp>
        </p:grpSp>
        <p:sp>
          <p:nvSpPr>
            <p:cNvPr id="80" name="Rectangle 79">
              <a:extLst>
                <a:ext uri="{FF2B5EF4-FFF2-40B4-BE49-F238E27FC236}">
                  <a16:creationId xmlns:a16="http://schemas.microsoft.com/office/drawing/2014/main" id="{B67384CC-1D86-A8E9-8BEC-871F9DFAE7AA}"/>
                </a:ext>
              </a:extLst>
            </p:cNvPr>
            <p:cNvSpPr/>
            <p:nvPr/>
          </p:nvSpPr>
          <p:spPr>
            <a:xfrm>
              <a:off x="4368316" y="4351020"/>
              <a:ext cx="870602" cy="571681"/>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000" noProof="0" dirty="0"/>
            </a:p>
          </p:txBody>
        </p:sp>
        <p:sp>
          <p:nvSpPr>
            <p:cNvPr id="82" name="Rectangle 81">
              <a:extLst>
                <a:ext uri="{FF2B5EF4-FFF2-40B4-BE49-F238E27FC236}">
                  <a16:creationId xmlns:a16="http://schemas.microsoft.com/office/drawing/2014/main" id="{797184A6-B8C9-8BE1-5775-E01C29201E1E}"/>
                </a:ext>
              </a:extLst>
            </p:cNvPr>
            <p:cNvSpPr/>
            <p:nvPr/>
          </p:nvSpPr>
          <p:spPr>
            <a:xfrm>
              <a:off x="5465795" y="4480396"/>
              <a:ext cx="558656" cy="842338"/>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000" noProof="0" dirty="0"/>
            </a:p>
          </p:txBody>
        </p:sp>
        <p:sp>
          <p:nvSpPr>
            <p:cNvPr id="84" name="Rectangle 83">
              <a:extLst>
                <a:ext uri="{FF2B5EF4-FFF2-40B4-BE49-F238E27FC236}">
                  <a16:creationId xmlns:a16="http://schemas.microsoft.com/office/drawing/2014/main" id="{CE42996D-A7D2-C278-F257-24477D27D231}"/>
                </a:ext>
              </a:extLst>
            </p:cNvPr>
            <p:cNvSpPr/>
            <p:nvPr/>
          </p:nvSpPr>
          <p:spPr>
            <a:xfrm>
              <a:off x="6868169" y="4334624"/>
              <a:ext cx="566444" cy="588077"/>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000" noProof="0" dirty="0"/>
            </a:p>
          </p:txBody>
        </p:sp>
      </p:grpSp>
      <p:sp>
        <p:nvSpPr>
          <p:cNvPr id="4" name="Title 3">
            <a:extLst>
              <a:ext uri="{FF2B5EF4-FFF2-40B4-BE49-F238E27FC236}">
                <a16:creationId xmlns:a16="http://schemas.microsoft.com/office/drawing/2014/main" id="{5EF9D386-01F8-3927-E59A-917ABFB77B04}"/>
              </a:ext>
            </a:extLst>
          </p:cNvPr>
          <p:cNvSpPr>
            <a:spLocks noGrp="1"/>
          </p:cNvSpPr>
          <p:nvPr>
            <p:ph type="title"/>
            <p:custDataLst>
              <p:tags r:id="rId3"/>
            </p:custDataLst>
          </p:nvPr>
        </p:nvSpPr>
        <p:spPr/>
        <p:txBody>
          <a:bodyPr/>
          <a:lstStyle/>
          <a:p>
            <a:r>
              <a:rPr lang="en-US" noProof="0" dirty="0"/>
              <a:t>Traversal transformations</a:t>
            </a:r>
          </a:p>
        </p:txBody>
      </p:sp>
      <p:sp>
        <p:nvSpPr>
          <p:cNvPr id="26" name="Date Placeholder 25">
            <a:extLst>
              <a:ext uri="{FF2B5EF4-FFF2-40B4-BE49-F238E27FC236}">
                <a16:creationId xmlns:a16="http://schemas.microsoft.com/office/drawing/2014/main" id="{E5787EB7-BD3B-CCF1-8AEA-70766F875185}"/>
              </a:ext>
            </a:extLst>
          </p:cNvPr>
          <p:cNvSpPr>
            <a:spLocks noGrp="1"/>
          </p:cNvSpPr>
          <p:nvPr>
            <p:ph type="dt" sz="half" idx="10"/>
            <p:custDataLst>
              <p:tags r:id="rId4"/>
            </p:custDataLst>
          </p:nvPr>
        </p:nvSpPr>
        <p:spPr/>
        <p:txBody>
          <a:bodyPr/>
          <a:lstStyle/>
          <a:p>
            <a:r>
              <a:rPr lang="en-US" noProof="0"/>
              <a:t>9/5/2026</a:t>
            </a:r>
            <a:endParaRPr lang="en-US" noProof="0" dirty="0"/>
          </a:p>
        </p:txBody>
      </p:sp>
      <p:sp>
        <p:nvSpPr>
          <p:cNvPr id="27" name="Slide Number Placeholder 26">
            <a:extLst>
              <a:ext uri="{FF2B5EF4-FFF2-40B4-BE49-F238E27FC236}">
                <a16:creationId xmlns:a16="http://schemas.microsoft.com/office/drawing/2014/main" id="{00AA8B2A-1815-9AD2-C837-8175AEC8FFF5}"/>
              </a:ext>
            </a:extLst>
          </p:cNvPr>
          <p:cNvSpPr>
            <a:spLocks noGrp="1"/>
          </p:cNvSpPr>
          <p:nvPr>
            <p:ph type="sldNum" sz="quarter" idx="12"/>
            <p:custDataLst>
              <p:tags r:id="rId5"/>
            </p:custDataLst>
          </p:nvPr>
        </p:nvSpPr>
        <p:spPr/>
        <p:txBody>
          <a:bodyPr/>
          <a:lstStyle/>
          <a:p>
            <a:r>
              <a:rPr lang="en-US" noProof="0"/>
              <a:t>8</a:t>
            </a:r>
            <a:endParaRPr lang="en-US" noProof="0" dirty="0"/>
          </a:p>
        </p:txBody>
      </p:sp>
      <p:sp>
        <p:nvSpPr>
          <p:cNvPr id="3" name="TextBox 2">
            <a:extLst>
              <a:ext uri="{FF2B5EF4-FFF2-40B4-BE49-F238E27FC236}">
                <a16:creationId xmlns:a16="http://schemas.microsoft.com/office/drawing/2014/main" id="{0FCBA717-9CCC-E582-9AD5-0BD4B28E0F5A}"/>
              </a:ext>
            </a:extLst>
          </p:cNvPr>
          <p:cNvSpPr txBox="1"/>
          <p:nvPr>
            <p:custDataLst>
              <p:tags r:id="rId6"/>
            </p:custDataLst>
          </p:nvPr>
        </p:nvSpPr>
        <p:spPr>
          <a:xfrm>
            <a:off x="1498604" y="3176471"/>
            <a:ext cx="9194792" cy="1124282"/>
          </a:xfrm>
          <a:prstGeom prst="rect">
            <a:avLst/>
          </a:prstGeom>
          <a:noFill/>
          <a:ln>
            <a:solidFill>
              <a:schemeClr val="tx1"/>
            </a:solidFill>
          </a:ln>
        </p:spPr>
        <p:txBody>
          <a:bodyPr wrap="none">
            <a:spAutoFit/>
          </a:bodyPr>
          <a:lstStyle/>
          <a:p>
            <a:pPr>
              <a:lnSpc>
                <a:spcPct val="113095"/>
              </a:lnSpc>
              <a:buNone/>
            </a:pPr>
            <a:r>
              <a:rPr lang="en-US" sz="2000" noProof="0" dirty="0">
                <a:solidFill>
                  <a:srgbClr val="000000"/>
                </a:solidFill>
                <a:latin typeface="Fira Code" panose="020B0809050000020004" pitchFamily="49" charset="0"/>
              </a:rPr>
              <a:t>(</a:t>
            </a:r>
            <a:r>
              <a:rPr lang="en-US" sz="2000" b="0" noProof="0" dirty="0">
                <a:solidFill>
                  <a:srgbClr val="795E26"/>
                </a:solidFill>
                <a:effectLst/>
                <a:latin typeface="Fira Code" panose="020B0809050000020004" pitchFamily="49" charset="0"/>
              </a:rPr>
              <a:t>traverser</a:t>
            </a:r>
            <a:r>
              <a:rPr lang="en-US" sz="2000" b="0" noProof="0" dirty="0">
                <a:solidFill>
                  <a:srgbClr val="000000"/>
                </a:solidFill>
                <a:effectLst/>
                <a:latin typeface="Fira Code" panose="020B0809050000020004" pitchFamily="49" charset="0"/>
              </a:rPr>
              <a:t>(</a:t>
            </a:r>
            <a:r>
              <a:rPr lang="en-US" sz="2000" b="0" noProof="0" dirty="0">
                <a:solidFill>
                  <a:srgbClr val="001080"/>
                </a:solidFill>
                <a:effectLst/>
                <a:latin typeface="Fira Code" panose="020B0809050000020004" pitchFamily="49" charset="0"/>
              </a:rPr>
              <a:t>C</a:t>
            </a:r>
            <a:r>
              <a:rPr lang="en-US" sz="2000" b="0" noProof="0" dirty="0">
                <a:solidFill>
                  <a:srgbClr val="000000"/>
                </a:solidFill>
                <a:effectLst/>
                <a:latin typeface="Fira Code" panose="020B0809050000020004" pitchFamily="49" charset="0"/>
              </a:rPr>
              <a:t>, </a:t>
            </a:r>
            <a:r>
              <a:rPr lang="en-US" sz="2000" b="0" noProof="0" dirty="0">
                <a:solidFill>
                  <a:srgbClr val="001080"/>
                </a:solidFill>
                <a:effectLst/>
                <a:latin typeface="Fira Code" panose="020B0809050000020004" pitchFamily="49" charset="0"/>
              </a:rPr>
              <a:t>B</a:t>
            </a:r>
            <a:r>
              <a:rPr lang="en-US" sz="2000" b="0" noProof="0" dirty="0">
                <a:solidFill>
                  <a:srgbClr val="000000"/>
                </a:solidFill>
                <a:effectLst/>
                <a:latin typeface="Fira Code" panose="020B0809050000020004" pitchFamily="49" charset="0"/>
              </a:rPr>
              <a:t>, </a:t>
            </a:r>
            <a:r>
              <a:rPr lang="en-US" sz="2000" b="0" noProof="0" dirty="0">
                <a:solidFill>
                  <a:srgbClr val="001080"/>
                </a:solidFill>
                <a:effectLst/>
                <a:latin typeface="Fira Code" panose="020B0809050000020004" pitchFamily="49" charset="0"/>
              </a:rPr>
              <a:t>A</a:t>
            </a:r>
            <a:r>
              <a:rPr lang="en-US" sz="2000" b="0" noProof="0" dirty="0">
                <a:solidFill>
                  <a:srgbClr val="000000"/>
                </a:solidFill>
                <a:effectLst/>
                <a:latin typeface="Fira Code" panose="020B0809050000020004" pitchFamily="49" charset="0"/>
              </a:rPr>
              <a:t>) ^ </a:t>
            </a:r>
            <a:r>
              <a:rPr lang="en-US" sz="2000" b="1" noProof="0" dirty="0" err="1">
                <a:solidFill>
                  <a:srgbClr val="001080"/>
                </a:solidFill>
                <a:effectLst/>
                <a:latin typeface="Fira Code" panose="020B0809050000020004" pitchFamily="49" charset="0"/>
              </a:rPr>
              <a:t>by_tiles</a:t>
            </a:r>
            <a:r>
              <a:rPr lang="en-US" sz="2000" b="0" noProof="0" dirty="0">
                <a:solidFill>
                  <a:srgbClr val="000000"/>
                </a:solidFill>
                <a:effectLst/>
                <a:latin typeface="Fira Code" panose="020B0809050000020004" pitchFamily="49" charset="0"/>
              </a:rPr>
              <a:t>).</a:t>
            </a:r>
            <a:r>
              <a:rPr lang="en-US" sz="2000" noProof="0" dirty="0">
                <a:solidFill>
                  <a:srgbClr val="795E26"/>
                </a:solidFill>
                <a:latin typeface="Fira Code" panose="020B0809050000020004" pitchFamily="49" charset="0"/>
              </a:rPr>
              <a:t>for_each</a:t>
            </a:r>
            <a:r>
              <a:rPr lang="en-US" sz="2000" b="0" noProof="0" dirty="0">
                <a:solidFill>
                  <a:srgbClr val="000000"/>
                </a:solidFill>
                <a:effectLst/>
                <a:latin typeface="Fira Code" panose="020B0809050000020004" pitchFamily="49" charset="0"/>
              </a:rPr>
              <a:t>([&amp;](</a:t>
            </a:r>
            <a:r>
              <a:rPr lang="en-US" sz="2000" b="0" noProof="0" dirty="0">
                <a:solidFill>
                  <a:srgbClr val="267F99"/>
                </a:solidFill>
                <a:effectLst/>
                <a:latin typeface="Fira Code" panose="020B0809050000020004" pitchFamily="49" charset="0"/>
              </a:rPr>
              <a:t>auto</a:t>
            </a:r>
            <a:r>
              <a:rPr lang="en-US" sz="2000" b="0" noProof="0" dirty="0">
                <a:solidFill>
                  <a:srgbClr val="000000"/>
                </a:solidFill>
                <a:effectLst/>
                <a:latin typeface="Fira Code" panose="020B0809050000020004" pitchFamily="49" charset="0"/>
              </a:rPr>
              <a:t> </a:t>
            </a:r>
            <a:r>
              <a:rPr lang="en-US" sz="2000" b="0" noProof="0" dirty="0">
                <a:solidFill>
                  <a:srgbClr val="001080"/>
                </a:solidFill>
                <a:effectLst/>
                <a:latin typeface="Fira Code" panose="020B0809050000020004" pitchFamily="49" charset="0"/>
              </a:rPr>
              <a:t>index</a:t>
            </a:r>
            <a:r>
              <a:rPr lang="en-US" sz="2000" b="0" noProof="0" dirty="0">
                <a:solidFill>
                  <a:srgbClr val="000000"/>
                </a:solidFill>
                <a:effectLst/>
                <a:latin typeface="Fira Code" panose="020B0809050000020004" pitchFamily="49" charset="0"/>
              </a:rPr>
              <a:t>) {</a:t>
            </a:r>
          </a:p>
          <a:p>
            <a:pPr>
              <a:lnSpc>
                <a:spcPct val="113095"/>
              </a:lnSpc>
              <a:buNone/>
            </a:pPr>
            <a:r>
              <a:rPr lang="en-US" sz="2000" b="0" noProof="0" dirty="0">
                <a:solidFill>
                  <a:srgbClr val="000000"/>
                </a:solidFill>
                <a:effectLst/>
                <a:latin typeface="Fira Code" panose="020B0809050000020004" pitchFamily="49" charset="0"/>
              </a:rPr>
              <a:t>    </a:t>
            </a:r>
            <a:r>
              <a:rPr lang="en-US" sz="2000" b="0" noProof="0" dirty="0">
                <a:solidFill>
                  <a:srgbClr val="001080"/>
                </a:solidFill>
                <a:effectLst/>
                <a:latin typeface="Fira Code" panose="020B0809050000020004" pitchFamily="49" charset="0"/>
              </a:rPr>
              <a:t>C</a:t>
            </a:r>
            <a:r>
              <a:rPr lang="en-US" sz="2000" b="0" noProof="0" dirty="0">
                <a:solidFill>
                  <a:srgbClr val="000000"/>
                </a:solidFill>
                <a:effectLst/>
                <a:latin typeface="Fira Code" panose="020B0809050000020004" pitchFamily="49" charset="0"/>
              </a:rPr>
              <a:t>[</a:t>
            </a:r>
            <a:r>
              <a:rPr lang="en-US" sz="2000" b="0" noProof="0" dirty="0">
                <a:solidFill>
                  <a:srgbClr val="001080"/>
                </a:solidFill>
                <a:effectLst/>
                <a:latin typeface="Fira Code" panose="020B0809050000020004" pitchFamily="49" charset="0"/>
              </a:rPr>
              <a:t>index</a:t>
            </a:r>
            <a:r>
              <a:rPr lang="en-US" sz="2000" b="0" noProof="0" dirty="0">
                <a:solidFill>
                  <a:srgbClr val="000000"/>
                </a:solidFill>
                <a:effectLst/>
                <a:latin typeface="Fira Code" panose="020B0809050000020004" pitchFamily="49" charset="0"/>
              </a:rPr>
              <a:t>] += </a:t>
            </a:r>
            <a:r>
              <a:rPr lang="en-US" sz="2000" b="0" noProof="0" dirty="0">
                <a:solidFill>
                  <a:srgbClr val="001080"/>
                </a:solidFill>
                <a:effectLst/>
                <a:latin typeface="Fira Code" panose="020B0809050000020004" pitchFamily="49" charset="0"/>
              </a:rPr>
              <a:t>A</a:t>
            </a:r>
            <a:r>
              <a:rPr lang="en-US" sz="2000" b="0" noProof="0" dirty="0">
                <a:solidFill>
                  <a:srgbClr val="000000"/>
                </a:solidFill>
                <a:effectLst/>
                <a:latin typeface="Fira Code" panose="020B0809050000020004" pitchFamily="49" charset="0"/>
              </a:rPr>
              <a:t>[</a:t>
            </a:r>
            <a:r>
              <a:rPr lang="en-US" sz="2000" b="0" noProof="0" dirty="0">
                <a:solidFill>
                  <a:srgbClr val="001080"/>
                </a:solidFill>
                <a:effectLst/>
                <a:latin typeface="Fira Code" panose="020B0809050000020004" pitchFamily="49" charset="0"/>
              </a:rPr>
              <a:t>index</a:t>
            </a:r>
            <a:r>
              <a:rPr lang="en-US" sz="2000" b="0" noProof="0" dirty="0">
                <a:solidFill>
                  <a:srgbClr val="000000"/>
                </a:solidFill>
                <a:effectLst/>
                <a:latin typeface="Fira Code" panose="020B0809050000020004" pitchFamily="49" charset="0"/>
              </a:rPr>
              <a:t>] * </a:t>
            </a:r>
            <a:r>
              <a:rPr lang="en-US" sz="2000" b="0" noProof="0" dirty="0">
                <a:solidFill>
                  <a:srgbClr val="001080"/>
                </a:solidFill>
                <a:effectLst/>
                <a:latin typeface="Fira Code" panose="020B0809050000020004" pitchFamily="49" charset="0"/>
              </a:rPr>
              <a:t>B</a:t>
            </a:r>
            <a:r>
              <a:rPr lang="en-US" sz="2000" b="0" noProof="0" dirty="0">
                <a:solidFill>
                  <a:srgbClr val="000000"/>
                </a:solidFill>
                <a:effectLst/>
                <a:latin typeface="Fira Code" panose="020B0809050000020004" pitchFamily="49" charset="0"/>
              </a:rPr>
              <a:t>[</a:t>
            </a:r>
            <a:r>
              <a:rPr lang="en-US" sz="2000" b="0" noProof="0" dirty="0">
                <a:solidFill>
                  <a:srgbClr val="001080"/>
                </a:solidFill>
                <a:effectLst/>
                <a:latin typeface="Fira Code" panose="020B0809050000020004" pitchFamily="49" charset="0"/>
              </a:rPr>
              <a:t>index</a:t>
            </a:r>
            <a:r>
              <a:rPr lang="en-US" sz="2000" b="0" noProof="0" dirty="0">
                <a:solidFill>
                  <a:srgbClr val="000000"/>
                </a:solidFill>
                <a:effectLst/>
                <a:latin typeface="Fira Code" panose="020B0809050000020004" pitchFamily="49" charset="0"/>
              </a:rPr>
              <a:t>];</a:t>
            </a:r>
          </a:p>
          <a:p>
            <a:pPr>
              <a:lnSpc>
                <a:spcPct val="113095"/>
              </a:lnSpc>
              <a:buNone/>
            </a:pPr>
            <a:r>
              <a:rPr lang="en-US" sz="2000" b="0" noProof="0" dirty="0">
                <a:solidFill>
                  <a:srgbClr val="000000"/>
                </a:solidFill>
                <a:effectLst/>
                <a:latin typeface="Fira Code" panose="020B0809050000020004" pitchFamily="49" charset="0"/>
              </a:rPr>
              <a:t>});</a:t>
            </a:r>
          </a:p>
        </p:txBody>
      </p:sp>
      <p:sp>
        <p:nvSpPr>
          <p:cNvPr id="43" name="TextBox 42">
            <a:extLst>
              <a:ext uri="{FF2B5EF4-FFF2-40B4-BE49-F238E27FC236}">
                <a16:creationId xmlns:a16="http://schemas.microsoft.com/office/drawing/2014/main" id="{F77E6586-7CA7-0470-44A7-FA4B38EA596E}"/>
              </a:ext>
            </a:extLst>
          </p:cNvPr>
          <p:cNvSpPr txBox="1"/>
          <p:nvPr>
            <p:custDataLst>
              <p:tags r:id="rId7"/>
            </p:custDataLst>
          </p:nvPr>
        </p:nvSpPr>
        <p:spPr>
          <a:xfrm>
            <a:off x="1498604" y="3176471"/>
            <a:ext cx="9194791" cy="1124282"/>
          </a:xfrm>
          <a:prstGeom prst="rect">
            <a:avLst/>
          </a:prstGeom>
          <a:solidFill>
            <a:schemeClr val="bg1"/>
          </a:solidFill>
          <a:ln>
            <a:solidFill>
              <a:schemeClr val="tx1"/>
            </a:solidFill>
          </a:ln>
        </p:spPr>
        <p:txBody>
          <a:bodyPr wrap="square">
            <a:spAutoFit/>
          </a:bodyPr>
          <a:lstStyle/>
          <a:p>
            <a:pPr>
              <a:lnSpc>
                <a:spcPct val="113095"/>
              </a:lnSpc>
              <a:buNone/>
            </a:pPr>
            <a:r>
              <a:rPr lang="en-US" sz="2000" b="0" noProof="0" dirty="0">
                <a:solidFill>
                  <a:srgbClr val="795E26"/>
                </a:solidFill>
                <a:effectLst/>
                <a:latin typeface="Fira Code" panose="020B0809050000020004" pitchFamily="49" charset="0"/>
              </a:rPr>
              <a:t>traverser</a:t>
            </a:r>
            <a:r>
              <a:rPr lang="en-US" sz="2000" b="0" noProof="0" dirty="0">
                <a:solidFill>
                  <a:srgbClr val="000000"/>
                </a:solidFill>
                <a:effectLst/>
                <a:latin typeface="Fira Code" panose="020B0809050000020004" pitchFamily="49" charset="0"/>
              </a:rPr>
              <a:t>(</a:t>
            </a:r>
            <a:r>
              <a:rPr lang="en-US" sz="2000" b="0" noProof="0" dirty="0">
                <a:solidFill>
                  <a:srgbClr val="001080"/>
                </a:solidFill>
                <a:effectLst/>
                <a:latin typeface="Fira Code" panose="020B0809050000020004" pitchFamily="49" charset="0"/>
              </a:rPr>
              <a:t>A</a:t>
            </a:r>
            <a:r>
              <a:rPr lang="en-US" sz="2000" b="0" noProof="0" dirty="0">
                <a:solidFill>
                  <a:srgbClr val="000000"/>
                </a:solidFill>
                <a:effectLst/>
                <a:latin typeface="Fira Code" panose="020B0809050000020004" pitchFamily="49" charset="0"/>
              </a:rPr>
              <a:t>, </a:t>
            </a:r>
            <a:r>
              <a:rPr lang="en-US" sz="2000" b="0" noProof="0" dirty="0">
                <a:solidFill>
                  <a:srgbClr val="001080"/>
                </a:solidFill>
                <a:effectLst/>
                <a:latin typeface="Fira Code" panose="020B0809050000020004" pitchFamily="49" charset="0"/>
              </a:rPr>
              <a:t>B</a:t>
            </a:r>
            <a:r>
              <a:rPr lang="en-US" sz="2000" b="0" noProof="0" dirty="0">
                <a:solidFill>
                  <a:srgbClr val="000000"/>
                </a:solidFill>
                <a:effectLst/>
                <a:latin typeface="Fira Code" panose="020B0809050000020004" pitchFamily="49" charset="0"/>
              </a:rPr>
              <a:t>, </a:t>
            </a:r>
            <a:r>
              <a:rPr lang="en-US" sz="2000" b="0" noProof="0" dirty="0">
                <a:solidFill>
                  <a:srgbClr val="001080"/>
                </a:solidFill>
                <a:effectLst/>
                <a:latin typeface="Fira Code" panose="020B0809050000020004" pitchFamily="49" charset="0"/>
              </a:rPr>
              <a:t>C</a:t>
            </a:r>
            <a:r>
              <a:rPr lang="en-US" sz="2000" b="0" noProof="0" dirty="0">
                <a:solidFill>
                  <a:srgbClr val="000000"/>
                </a:solidFill>
                <a:effectLst/>
                <a:latin typeface="Fira Code" panose="020B0809050000020004" pitchFamily="49" charset="0"/>
              </a:rPr>
              <a:t>).</a:t>
            </a:r>
            <a:r>
              <a:rPr lang="en-US" sz="2000" noProof="0" dirty="0">
                <a:solidFill>
                  <a:srgbClr val="795E26"/>
                </a:solidFill>
                <a:latin typeface="Fira Code" panose="020B0809050000020004" pitchFamily="49" charset="0"/>
              </a:rPr>
              <a:t>for_each</a:t>
            </a:r>
            <a:r>
              <a:rPr lang="en-US" sz="2000" b="0" noProof="0" dirty="0">
                <a:solidFill>
                  <a:srgbClr val="000000"/>
                </a:solidFill>
                <a:effectLst/>
                <a:latin typeface="Fira Code" panose="020B0809050000020004" pitchFamily="49" charset="0"/>
              </a:rPr>
              <a:t>([&amp;](</a:t>
            </a:r>
            <a:r>
              <a:rPr lang="en-US" sz="2000" b="0" noProof="0" dirty="0">
                <a:solidFill>
                  <a:srgbClr val="267F99"/>
                </a:solidFill>
                <a:effectLst/>
                <a:latin typeface="Fira Code" panose="020B0809050000020004" pitchFamily="49" charset="0"/>
              </a:rPr>
              <a:t>auto</a:t>
            </a:r>
            <a:r>
              <a:rPr lang="en-US" sz="2000" b="0" noProof="0" dirty="0">
                <a:solidFill>
                  <a:srgbClr val="000000"/>
                </a:solidFill>
                <a:effectLst/>
                <a:latin typeface="Fira Code" panose="020B0809050000020004" pitchFamily="49" charset="0"/>
              </a:rPr>
              <a:t> </a:t>
            </a:r>
            <a:r>
              <a:rPr lang="en-US" sz="2000" b="0" noProof="0" dirty="0">
                <a:solidFill>
                  <a:srgbClr val="001080"/>
                </a:solidFill>
                <a:effectLst/>
                <a:latin typeface="Fira Code" panose="020B0809050000020004" pitchFamily="49" charset="0"/>
              </a:rPr>
              <a:t>index</a:t>
            </a:r>
            <a:r>
              <a:rPr lang="en-US" sz="2000" b="0" noProof="0" dirty="0">
                <a:solidFill>
                  <a:srgbClr val="000000"/>
                </a:solidFill>
                <a:effectLst/>
                <a:latin typeface="Fira Code" panose="020B0809050000020004" pitchFamily="49" charset="0"/>
              </a:rPr>
              <a:t>) {</a:t>
            </a:r>
          </a:p>
          <a:p>
            <a:pPr>
              <a:lnSpc>
                <a:spcPct val="113095"/>
              </a:lnSpc>
              <a:buNone/>
            </a:pPr>
            <a:r>
              <a:rPr lang="en-US" sz="2000" b="0" noProof="0" dirty="0">
                <a:solidFill>
                  <a:srgbClr val="000000"/>
                </a:solidFill>
                <a:effectLst/>
                <a:latin typeface="Fira Code" panose="020B0809050000020004" pitchFamily="49" charset="0"/>
              </a:rPr>
              <a:t>    </a:t>
            </a:r>
            <a:r>
              <a:rPr lang="en-US" sz="2000" b="0" noProof="0" dirty="0">
                <a:solidFill>
                  <a:srgbClr val="001080"/>
                </a:solidFill>
                <a:effectLst/>
                <a:latin typeface="Fira Code" panose="020B0809050000020004" pitchFamily="49" charset="0"/>
              </a:rPr>
              <a:t>C</a:t>
            </a:r>
            <a:r>
              <a:rPr lang="en-US" sz="2000" b="0" noProof="0" dirty="0">
                <a:solidFill>
                  <a:srgbClr val="000000"/>
                </a:solidFill>
                <a:effectLst/>
                <a:latin typeface="Fira Code" panose="020B0809050000020004" pitchFamily="49" charset="0"/>
              </a:rPr>
              <a:t>[</a:t>
            </a:r>
            <a:r>
              <a:rPr lang="en-US" sz="2000" b="0" noProof="0" dirty="0">
                <a:solidFill>
                  <a:srgbClr val="001080"/>
                </a:solidFill>
                <a:effectLst/>
                <a:latin typeface="Fira Code" panose="020B0809050000020004" pitchFamily="49" charset="0"/>
              </a:rPr>
              <a:t>index</a:t>
            </a:r>
            <a:r>
              <a:rPr lang="en-US" sz="2000" b="0" noProof="0" dirty="0">
                <a:solidFill>
                  <a:srgbClr val="000000"/>
                </a:solidFill>
                <a:effectLst/>
                <a:latin typeface="Fira Code" panose="020B0809050000020004" pitchFamily="49" charset="0"/>
              </a:rPr>
              <a:t>] += </a:t>
            </a:r>
            <a:r>
              <a:rPr lang="en-US" sz="2000" b="0" noProof="0" dirty="0">
                <a:solidFill>
                  <a:srgbClr val="001080"/>
                </a:solidFill>
                <a:effectLst/>
                <a:latin typeface="Fira Code" panose="020B0809050000020004" pitchFamily="49" charset="0"/>
              </a:rPr>
              <a:t>A</a:t>
            </a:r>
            <a:r>
              <a:rPr lang="en-US" sz="2000" b="0" noProof="0" dirty="0">
                <a:solidFill>
                  <a:srgbClr val="000000"/>
                </a:solidFill>
                <a:effectLst/>
                <a:latin typeface="Fira Code" panose="020B0809050000020004" pitchFamily="49" charset="0"/>
              </a:rPr>
              <a:t>[</a:t>
            </a:r>
            <a:r>
              <a:rPr lang="en-US" sz="2000" b="0" noProof="0" dirty="0">
                <a:solidFill>
                  <a:srgbClr val="001080"/>
                </a:solidFill>
                <a:effectLst/>
                <a:latin typeface="Fira Code" panose="020B0809050000020004" pitchFamily="49" charset="0"/>
              </a:rPr>
              <a:t>index</a:t>
            </a:r>
            <a:r>
              <a:rPr lang="en-US" sz="2000" b="0" noProof="0" dirty="0">
                <a:solidFill>
                  <a:srgbClr val="000000"/>
                </a:solidFill>
                <a:effectLst/>
                <a:latin typeface="Fira Code" panose="020B0809050000020004" pitchFamily="49" charset="0"/>
              </a:rPr>
              <a:t>] * </a:t>
            </a:r>
            <a:r>
              <a:rPr lang="en-US" sz="2000" b="0" noProof="0" dirty="0">
                <a:solidFill>
                  <a:srgbClr val="001080"/>
                </a:solidFill>
                <a:effectLst/>
                <a:latin typeface="Fira Code" panose="020B0809050000020004" pitchFamily="49" charset="0"/>
              </a:rPr>
              <a:t>B</a:t>
            </a:r>
            <a:r>
              <a:rPr lang="en-US" sz="2000" b="0" noProof="0" dirty="0">
                <a:solidFill>
                  <a:srgbClr val="000000"/>
                </a:solidFill>
                <a:effectLst/>
                <a:latin typeface="Fira Code" panose="020B0809050000020004" pitchFamily="49" charset="0"/>
              </a:rPr>
              <a:t>[</a:t>
            </a:r>
            <a:r>
              <a:rPr lang="en-US" sz="2000" b="0" noProof="0" dirty="0">
                <a:solidFill>
                  <a:srgbClr val="001080"/>
                </a:solidFill>
                <a:effectLst/>
                <a:latin typeface="Fira Code" panose="020B0809050000020004" pitchFamily="49" charset="0"/>
              </a:rPr>
              <a:t>index</a:t>
            </a:r>
            <a:r>
              <a:rPr lang="en-US" sz="2000" b="0" noProof="0" dirty="0">
                <a:solidFill>
                  <a:srgbClr val="000000"/>
                </a:solidFill>
                <a:effectLst/>
                <a:latin typeface="Fira Code" panose="020B0809050000020004" pitchFamily="49" charset="0"/>
              </a:rPr>
              <a:t>];</a:t>
            </a:r>
          </a:p>
          <a:p>
            <a:pPr>
              <a:lnSpc>
                <a:spcPct val="113095"/>
              </a:lnSpc>
              <a:buNone/>
            </a:pPr>
            <a:r>
              <a:rPr lang="en-US" sz="2000" b="0" noProof="0" dirty="0">
                <a:solidFill>
                  <a:srgbClr val="000000"/>
                </a:solidFill>
                <a:effectLst/>
                <a:latin typeface="Fira Code" panose="020B0809050000020004" pitchFamily="49" charset="0"/>
              </a:rPr>
              <a:t>});</a:t>
            </a:r>
          </a:p>
        </p:txBody>
      </p:sp>
      <p:sp>
        <p:nvSpPr>
          <p:cNvPr id="83" name="TextBox 82">
            <a:extLst>
              <a:ext uri="{FF2B5EF4-FFF2-40B4-BE49-F238E27FC236}">
                <a16:creationId xmlns:a16="http://schemas.microsoft.com/office/drawing/2014/main" id="{1195DDFC-51FA-D6DB-4B8E-E4B9CB728047}"/>
              </a:ext>
            </a:extLst>
          </p:cNvPr>
          <p:cNvSpPr txBox="1"/>
          <p:nvPr>
            <p:custDataLst>
              <p:tags r:id="rId8"/>
            </p:custDataLst>
          </p:nvPr>
        </p:nvSpPr>
        <p:spPr>
          <a:xfrm>
            <a:off x="3698997" y="4382925"/>
            <a:ext cx="4610558" cy="400110"/>
          </a:xfrm>
          <a:prstGeom prst="rect">
            <a:avLst/>
          </a:prstGeom>
          <a:noFill/>
        </p:spPr>
        <p:txBody>
          <a:bodyPr wrap="none" rtlCol="0">
            <a:spAutoFit/>
          </a:bodyPr>
          <a:lstStyle/>
          <a:p>
            <a:pPr algn="ctr"/>
            <a:r>
              <a:rPr lang="en-US" sz="2000" noProof="0" dirty="0"/>
              <a:t>Common optimization: compute by tiles</a:t>
            </a:r>
          </a:p>
        </p:txBody>
      </p:sp>
    </p:spTree>
    <p:custDataLst>
      <p:tags r:id="rId1"/>
    </p:custDataLst>
    <p:extLst>
      <p:ext uri="{BB962C8B-B14F-4D97-AF65-F5344CB8AC3E}">
        <p14:creationId xmlns:p14="http://schemas.microsoft.com/office/powerpoint/2010/main" val="397870152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6A1B06-775C-3A79-A24D-CBA423531276}"/>
            </a:ext>
          </a:extLst>
        </p:cNvPr>
        <p:cNvGrpSpPr/>
        <p:nvPr/>
      </p:nvGrpSpPr>
      <p:grpSpPr>
        <a:xfrm>
          <a:off x="0" y="0"/>
          <a:ext cx="0" cy="0"/>
          <a:chOff x="0" y="0"/>
          <a:chExt cx="0" cy="0"/>
        </a:xfrm>
      </p:grpSpPr>
      <p:grpSp>
        <p:nvGrpSpPr>
          <p:cNvPr id="85" name="Group 84">
            <a:extLst>
              <a:ext uri="{FF2B5EF4-FFF2-40B4-BE49-F238E27FC236}">
                <a16:creationId xmlns:a16="http://schemas.microsoft.com/office/drawing/2014/main" id="{4D087898-5A6D-E4B9-2541-608728A090D8}"/>
              </a:ext>
            </a:extLst>
          </p:cNvPr>
          <p:cNvGrpSpPr/>
          <p:nvPr>
            <p:custDataLst>
              <p:tags r:id="rId2"/>
            </p:custDataLst>
          </p:nvPr>
        </p:nvGrpSpPr>
        <p:grpSpPr>
          <a:xfrm>
            <a:off x="3976409" y="4724706"/>
            <a:ext cx="4022551" cy="1848358"/>
            <a:chOff x="4018020" y="4013380"/>
            <a:chExt cx="4022551" cy="1848358"/>
          </a:xfrm>
        </p:grpSpPr>
        <p:grpSp>
          <p:nvGrpSpPr>
            <p:cNvPr id="2" name="Group 1">
              <a:extLst>
                <a:ext uri="{FF2B5EF4-FFF2-40B4-BE49-F238E27FC236}">
                  <a16:creationId xmlns:a16="http://schemas.microsoft.com/office/drawing/2014/main" id="{8530CF8B-DFD8-AEF9-83EF-2C0BA908A157}"/>
                </a:ext>
              </a:extLst>
            </p:cNvPr>
            <p:cNvGrpSpPr/>
            <p:nvPr/>
          </p:nvGrpSpPr>
          <p:grpSpPr>
            <a:xfrm>
              <a:off x="4018020" y="4013380"/>
              <a:ext cx="4022551" cy="1848358"/>
              <a:chOff x="1086921" y="1846567"/>
              <a:chExt cx="4022551" cy="1848358"/>
            </a:xfrm>
          </p:grpSpPr>
          <p:sp>
            <p:nvSpPr>
              <p:cNvPr id="5" name="Rectangle 4">
                <a:extLst>
                  <a:ext uri="{FF2B5EF4-FFF2-40B4-BE49-F238E27FC236}">
                    <a16:creationId xmlns:a16="http://schemas.microsoft.com/office/drawing/2014/main" id="{6AFDD0BC-16EC-6AFC-3238-92A545CEF3AB}"/>
                  </a:ext>
                </a:extLst>
              </p:cNvPr>
              <p:cNvSpPr/>
              <p:nvPr/>
            </p:nvSpPr>
            <p:spPr>
              <a:xfrm>
                <a:off x="1174826" y="1909733"/>
                <a:ext cx="3934646" cy="1705003"/>
              </a:xfrm>
              <a:prstGeom prst="rect">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000" noProof="0" dirty="0"/>
              </a:p>
            </p:txBody>
          </p:sp>
          <p:grpSp>
            <p:nvGrpSpPr>
              <p:cNvPr id="13" name="Group 12">
                <a:extLst>
                  <a:ext uri="{FF2B5EF4-FFF2-40B4-BE49-F238E27FC236}">
                    <a16:creationId xmlns:a16="http://schemas.microsoft.com/office/drawing/2014/main" id="{A4218266-FFDC-C285-F59C-65BDFBF9D205}"/>
                  </a:ext>
                </a:extLst>
              </p:cNvPr>
              <p:cNvGrpSpPr/>
              <p:nvPr/>
            </p:nvGrpSpPr>
            <p:grpSpPr>
              <a:xfrm>
                <a:off x="1086921" y="1846567"/>
                <a:ext cx="3975249" cy="1848358"/>
                <a:chOff x="11255" y="1643056"/>
                <a:chExt cx="5422196" cy="2521139"/>
              </a:xfrm>
            </p:grpSpPr>
            <p:grpSp>
              <p:nvGrpSpPr>
                <p:cNvPr id="16" name="Group 15">
                  <a:extLst>
                    <a:ext uri="{FF2B5EF4-FFF2-40B4-BE49-F238E27FC236}">
                      <a16:creationId xmlns:a16="http://schemas.microsoft.com/office/drawing/2014/main" id="{D3F61D01-231E-EE17-297A-54C1CC0C9047}"/>
                    </a:ext>
                  </a:extLst>
                </p:cNvPr>
                <p:cNvGrpSpPr/>
                <p:nvPr/>
              </p:nvGrpSpPr>
              <p:grpSpPr>
                <a:xfrm>
                  <a:off x="1986005" y="2286000"/>
                  <a:ext cx="1524000" cy="1143000"/>
                  <a:chOff x="1485283" y="2286000"/>
                  <a:chExt cx="1524000" cy="1143000"/>
                </a:xfrm>
              </p:grpSpPr>
              <p:sp>
                <p:nvSpPr>
                  <p:cNvPr id="68" name="Rectangle 67">
                    <a:extLst>
                      <a:ext uri="{FF2B5EF4-FFF2-40B4-BE49-F238E27FC236}">
                        <a16:creationId xmlns:a16="http://schemas.microsoft.com/office/drawing/2014/main" id="{B2D3CB05-E42E-6402-61F9-7B184E6B1228}"/>
                      </a:ext>
                    </a:extLst>
                  </p:cNvPr>
                  <p:cNvSpPr/>
                  <p:nvPr/>
                </p:nvSpPr>
                <p:spPr>
                  <a:xfrm>
                    <a:off x="1485283" y="2286000"/>
                    <a:ext cx="381000" cy="381000"/>
                  </a:xfrm>
                  <a:prstGeom prst="rect">
                    <a:avLst/>
                  </a:prstGeom>
                  <a:solidFill>
                    <a:srgbClr val="F8CECC"/>
                  </a:solidFill>
                  <a:ln w="9525" cap="flat">
                    <a:solidFill>
                      <a:srgbClr val="B85450"/>
                    </a:solidFill>
                    <a:prstDash val="solid"/>
                    <a:miter/>
                  </a:ln>
                </p:spPr>
                <p:txBody>
                  <a:bodyPr/>
                  <a:lstStyle/>
                  <a:p>
                    <a:endParaRPr lang="en-US" sz="2000" noProof="0" dirty="0"/>
                  </a:p>
                </p:txBody>
              </p:sp>
              <p:sp>
                <p:nvSpPr>
                  <p:cNvPr id="69" name="Rectangle 68">
                    <a:extLst>
                      <a:ext uri="{FF2B5EF4-FFF2-40B4-BE49-F238E27FC236}">
                        <a16:creationId xmlns:a16="http://schemas.microsoft.com/office/drawing/2014/main" id="{653592E7-74BB-6E96-4E97-570BB18A1A01}"/>
                      </a:ext>
                    </a:extLst>
                  </p:cNvPr>
                  <p:cNvSpPr/>
                  <p:nvPr/>
                </p:nvSpPr>
                <p:spPr>
                  <a:xfrm>
                    <a:off x="1866283" y="2286000"/>
                    <a:ext cx="381000" cy="381000"/>
                  </a:xfrm>
                  <a:prstGeom prst="rect">
                    <a:avLst/>
                  </a:prstGeom>
                  <a:solidFill>
                    <a:srgbClr val="F8CECC"/>
                  </a:solidFill>
                  <a:ln w="9525" cap="flat">
                    <a:solidFill>
                      <a:srgbClr val="B85450"/>
                    </a:solidFill>
                    <a:prstDash val="solid"/>
                    <a:miter/>
                  </a:ln>
                </p:spPr>
                <p:txBody>
                  <a:bodyPr/>
                  <a:lstStyle/>
                  <a:p>
                    <a:endParaRPr lang="en-US" sz="2000" noProof="0" dirty="0"/>
                  </a:p>
                </p:txBody>
              </p:sp>
              <p:sp>
                <p:nvSpPr>
                  <p:cNvPr id="70" name="Rectangle 69">
                    <a:extLst>
                      <a:ext uri="{FF2B5EF4-FFF2-40B4-BE49-F238E27FC236}">
                        <a16:creationId xmlns:a16="http://schemas.microsoft.com/office/drawing/2014/main" id="{BE927FF9-76A1-989E-3DEE-FCA5E7061CCA}"/>
                      </a:ext>
                    </a:extLst>
                  </p:cNvPr>
                  <p:cNvSpPr/>
                  <p:nvPr/>
                </p:nvSpPr>
                <p:spPr>
                  <a:xfrm>
                    <a:off x="2247283" y="2286000"/>
                    <a:ext cx="381000" cy="381000"/>
                  </a:xfrm>
                  <a:prstGeom prst="rect">
                    <a:avLst/>
                  </a:prstGeom>
                  <a:solidFill>
                    <a:srgbClr val="F8CECC"/>
                  </a:solidFill>
                  <a:ln w="9525" cap="flat">
                    <a:solidFill>
                      <a:srgbClr val="B85450"/>
                    </a:solidFill>
                    <a:prstDash val="solid"/>
                    <a:miter/>
                  </a:ln>
                </p:spPr>
                <p:txBody>
                  <a:bodyPr/>
                  <a:lstStyle/>
                  <a:p>
                    <a:endParaRPr lang="en-US" sz="2000" noProof="0" dirty="0"/>
                  </a:p>
                </p:txBody>
              </p:sp>
              <p:sp>
                <p:nvSpPr>
                  <p:cNvPr id="71" name="Rectangle 70">
                    <a:extLst>
                      <a:ext uri="{FF2B5EF4-FFF2-40B4-BE49-F238E27FC236}">
                        <a16:creationId xmlns:a16="http://schemas.microsoft.com/office/drawing/2014/main" id="{E578230D-1B6F-014C-CE75-390CBB3EE7E1}"/>
                      </a:ext>
                    </a:extLst>
                  </p:cNvPr>
                  <p:cNvSpPr/>
                  <p:nvPr/>
                </p:nvSpPr>
                <p:spPr>
                  <a:xfrm>
                    <a:off x="2628283" y="2286000"/>
                    <a:ext cx="381000" cy="381000"/>
                  </a:xfrm>
                  <a:prstGeom prst="rect">
                    <a:avLst/>
                  </a:prstGeom>
                  <a:solidFill>
                    <a:srgbClr val="F8CECC"/>
                  </a:solidFill>
                  <a:ln w="9525" cap="flat">
                    <a:solidFill>
                      <a:srgbClr val="B85450"/>
                    </a:solidFill>
                    <a:prstDash val="solid"/>
                    <a:miter/>
                  </a:ln>
                </p:spPr>
                <p:txBody>
                  <a:bodyPr/>
                  <a:lstStyle/>
                  <a:p>
                    <a:endParaRPr lang="en-US" sz="2000" noProof="0" dirty="0"/>
                  </a:p>
                </p:txBody>
              </p:sp>
              <p:sp>
                <p:nvSpPr>
                  <p:cNvPr id="72" name="Rectangle 71">
                    <a:extLst>
                      <a:ext uri="{FF2B5EF4-FFF2-40B4-BE49-F238E27FC236}">
                        <a16:creationId xmlns:a16="http://schemas.microsoft.com/office/drawing/2014/main" id="{AB32AE09-4C3C-F080-623E-7E97460FB2DE}"/>
                      </a:ext>
                    </a:extLst>
                  </p:cNvPr>
                  <p:cNvSpPr/>
                  <p:nvPr/>
                </p:nvSpPr>
                <p:spPr>
                  <a:xfrm>
                    <a:off x="1485283" y="2667000"/>
                    <a:ext cx="381000" cy="381000"/>
                  </a:xfrm>
                  <a:prstGeom prst="rect">
                    <a:avLst/>
                  </a:prstGeom>
                  <a:solidFill>
                    <a:srgbClr val="F8CECC"/>
                  </a:solidFill>
                  <a:ln w="9525" cap="flat">
                    <a:solidFill>
                      <a:srgbClr val="B85450"/>
                    </a:solidFill>
                    <a:prstDash val="solid"/>
                    <a:miter/>
                  </a:ln>
                </p:spPr>
                <p:txBody>
                  <a:bodyPr/>
                  <a:lstStyle/>
                  <a:p>
                    <a:endParaRPr lang="en-US" sz="2000" noProof="0" dirty="0"/>
                  </a:p>
                </p:txBody>
              </p:sp>
              <p:sp>
                <p:nvSpPr>
                  <p:cNvPr id="73" name="Rectangle 72">
                    <a:extLst>
                      <a:ext uri="{FF2B5EF4-FFF2-40B4-BE49-F238E27FC236}">
                        <a16:creationId xmlns:a16="http://schemas.microsoft.com/office/drawing/2014/main" id="{3D01201D-A0A2-1E44-C962-1B30F652E76F}"/>
                      </a:ext>
                    </a:extLst>
                  </p:cNvPr>
                  <p:cNvSpPr/>
                  <p:nvPr/>
                </p:nvSpPr>
                <p:spPr>
                  <a:xfrm>
                    <a:off x="1866283" y="2667000"/>
                    <a:ext cx="381000" cy="381000"/>
                  </a:xfrm>
                  <a:prstGeom prst="rect">
                    <a:avLst/>
                  </a:prstGeom>
                  <a:solidFill>
                    <a:srgbClr val="F8CECC"/>
                  </a:solidFill>
                  <a:ln w="9525" cap="flat">
                    <a:solidFill>
                      <a:srgbClr val="B85450"/>
                    </a:solidFill>
                    <a:prstDash val="solid"/>
                    <a:miter/>
                  </a:ln>
                </p:spPr>
                <p:txBody>
                  <a:bodyPr/>
                  <a:lstStyle/>
                  <a:p>
                    <a:endParaRPr lang="en-US" sz="2000" noProof="0" dirty="0"/>
                  </a:p>
                </p:txBody>
              </p:sp>
              <p:sp>
                <p:nvSpPr>
                  <p:cNvPr id="74" name="Rectangle 73">
                    <a:extLst>
                      <a:ext uri="{FF2B5EF4-FFF2-40B4-BE49-F238E27FC236}">
                        <a16:creationId xmlns:a16="http://schemas.microsoft.com/office/drawing/2014/main" id="{E1B73ABB-336A-1089-19F2-113FB466C161}"/>
                      </a:ext>
                    </a:extLst>
                  </p:cNvPr>
                  <p:cNvSpPr/>
                  <p:nvPr/>
                </p:nvSpPr>
                <p:spPr>
                  <a:xfrm>
                    <a:off x="2247283" y="2667000"/>
                    <a:ext cx="381000" cy="381000"/>
                  </a:xfrm>
                  <a:prstGeom prst="rect">
                    <a:avLst/>
                  </a:prstGeom>
                  <a:solidFill>
                    <a:srgbClr val="F8CECC"/>
                  </a:solidFill>
                  <a:ln w="9525" cap="flat">
                    <a:solidFill>
                      <a:srgbClr val="B85450"/>
                    </a:solidFill>
                    <a:prstDash val="solid"/>
                    <a:miter/>
                  </a:ln>
                </p:spPr>
                <p:txBody>
                  <a:bodyPr/>
                  <a:lstStyle/>
                  <a:p>
                    <a:endParaRPr lang="en-US" sz="2000" noProof="0" dirty="0"/>
                  </a:p>
                </p:txBody>
              </p:sp>
              <p:sp>
                <p:nvSpPr>
                  <p:cNvPr id="75" name="Rectangle 74">
                    <a:extLst>
                      <a:ext uri="{FF2B5EF4-FFF2-40B4-BE49-F238E27FC236}">
                        <a16:creationId xmlns:a16="http://schemas.microsoft.com/office/drawing/2014/main" id="{C613B5C7-5AED-69B0-F5B7-49A048CC9531}"/>
                      </a:ext>
                    </a:extLst>
                  </p:cNvPr>
                  <p:cNvSpPr/>
                  <p:nvPr/>
                </p:nvSpPr>
                <p:spPr>
                  <a:xfrm>
                    <a:off x="2628283" y="2667000"/>
                    <a:ext cx="381000" cy="381000"/>
                  </a:xfrm>
                  <a:prstGeom prst="rect">
                    <a:avLst/>
                  </a:prstGeom>
                  <a:solidFill>
                    <a:srgbClr val="F8CECC"/>
                  </a:solidFill>
                  <a:ln w="9525" cap="flat">
                    <a:solidFill>
                      <a:srgbClr val="B85450"/>
                    </a:solidFill>
                    <a:prstDash val="solid"/>
                    <a:miter/>
                  </a:ln>
                </p:spPr>
                <p:txBody>
                  <a:bodyPr/>
                  <a:lstStyle/>
                  <a:p>
                    <a:endParaRPr lang="en-US" sz="2000" noProof="0" dirty="0"/>
                  </a:p>
                </p:txBody>
              </p:sp>
              <p:sp>
                <p:nvSpPr>
                  <p:cNvPr id="76" name="Rectangle 75">
                    <a:extLst>
                      <a:ext uri="{FF2B5EF4-FFF2-40B4-BE49-F238E27FC236}">
                        <a16:creationId xmlns:a16="http://schemas.microsoft.com/office/drawing/2014/main" id="{07C41829-8992-B934-8D1A-27600154B492}"/>
                      </a:ext>
                    </a:extLst>
                  </p:cNvPr>
                  <p:cNvSpPr/>
                  <p:nvPr/>
                </p:nvSpPr>
                <p:spPr>
                  <a:xfrm>
                    <a:off x="1485283" y="3048000"/>
                    <a:ext cx="381000" cy="381000"/>
                  </a:xfrm>
                  <a:prstGeom prst="rect">
                    <a:avLst/>
                  </a:prstGeom>
                  <a:solidFill>
                    <a:srgbClr val="F8CECC"/>
                  </a:solidFill>
                  <a:ln w="9525" cap="flat">
                    <a:solidFill>
                      <a:srgbClr val="B85450"/>
                    </a:solidFill>
                    <a:prstDash val="solid"/>
                    <a:miter/>
                  </a:ln>
                </p:spPr>
                <p:txBody>
                  <a:bodyPr/>
                  <a:lstStyle/>
                  <a:p>
                    <a:endParaRPr lang="en-US" sz="2000" noProof="0" dirty="0"/>
                  </a:p>
                </p:txBody>
              </p:sp>
              <p:sp>
                <p:nvSpPr>
                  <p:cNvPr id="77" name="Rectangle 76">
                    <a:extLst>
                      <a:ext uri="{FF2B5EF4-FFF2-40B4-BE49-F238E27FC236}">
                        <a16:creationId xmlns:a16="http://schemas.microsoft.com/office/drawing/2014/main" id="{D0B09FB3-42CC-150A-43C6-B1E9F0B92F2A}"/>
                      </a:ext>
                    </a:extLst>
                  </p:cNvPr>
                  <p:cNvSpPr/>
                  <p:nvPr/>
                </p:nvSpPr>
                <p:spPr>
                  <a:xfrm>
                    <a:off x="1866283" y="3048000"/>
                    <a:ext cx="381000" cy="381000"/>
                  </a:xfrm>
                  <a:prstGeom prst="rect">
                    <a:avLst/>
                  </a:prstGeom>
                  <a:solidFill>
                    <a:srgbClr val="F8CECC"/>
                  </a:solidFill>
                  <a:ln w="9525" cap="flat">
                    <a:solidFill>
                      <a:srgbClr val="B85450"/>
                    </a:solidFill>
                    <a:prstDash val="solid"/>
                    <a:miter/>
                  </a:ln>
                </p:spPr>
                <p:txBody>
                  <a:bodyPr/>
                  <a:lstStyle/>
                  <a:p>
                    <a:endParaRPr lang="en-US" sz="2000" noProof="0" dirty="0"/>
                  </a:p>
                </p:txBody>
              </p:sp>
              <p:sp>
                <p:nvSpPr>
                  <p:cNvPr id="78" name="Rectangle 77">
                    <a:extLst>
                      <a:ext uri="{FF2B5EF4-FFF2-40B4-BE49-F238E27FC236}">
                        <a16:creationId xmlns:a16="http://schemas.microsoft.com/office/drawing/2014/main" id="{39A58CCF-32F4-387A-F6A0-3843F8787477}"/>
                      </a:ext>
                    </a:extLst>
                  </p:cNvPr>
                  <p:cNvSpPr/>
                  <p:nvPr/>
                </p:nvSpPr>
                <p:spPr>
                  <a:xfrm>
                    <a:off x="2247283" y="3048000"/>
                    <a:ext cx="381000" cy="381000"/>
                  </a:xfrm>
                  <a:prstGeom prst="rect">
                    <a:avLst/>
                  </a:prstGeom>
                  <a:solidFill>
                    <a:srgbClr val="F8CECC"/>
                  </a:solidFill>
                  <a:ln w="9525" cap="flat">
                    <a:solidFill>
                      <a:srgbClr val="B85450"/>
                    </a:solidFill>
                    <a:prstDash val="solid"/>
                    <a:miter/>
                  </a:ln>
                </p:spPr>
                <p:txBody>
                  <a:bodyPr/>
                  <a:lstStyle/>
                  <a:p>
                    <a:endParaRPr lang="en-US" sz="2000" noProof="0" dirty="0"/>
                  </a:p>
                </p:txBody>
              </p:sp>
              <p:sp>
                <p:nvSpPr>
                  <p:cNvPr id="79" name="Rectangle 78">
                    <a:extLst>
                      <a:ext uri="{FF2B5EF4-FFF2-40B4-BE49-F238E27FC236}">
                        <a16:creationId xmlns:a16="http://schemas.microsoft.com/office/drawing/2014/main" id="{68EBF358-977F-4CBC-2793-14CA11EEC6A7}"/>
                      </a:ext>
                    </a:extLst>
                  </p:cNvPr>
                  <p:cNvSpPr/>
                  <p:nvPr/>
                </p:nvSpPr>
                <p:spPr>
                  <a:xfrm>
                    <a:off x="2628283" y="3048000"/>
                    <a:ext cx="381000" cy="381000"/>
                  </a:xfrm>
                  <a:prstGeom prst="rect">
                    <a:avLst/>
                  </a:prstGeom>
                  <a:solidFill>
                    <a:srgbClr val="F8CECC"/>
                  </a:solidFill>
                  <a:ln w="9525" cap="flat">
                    <a:solidFill>
                      <a:srgbClr val="B85450"/>
                    </a:solidFill>
                    <a:prstDash val="solid"/>
                    <a:miter/>
                  </a:ln>
                </p:spPr>
                <p:txBody>
                  <a:bodyPr/>
                  <a:lstStyle/>
                  <a:p>
                    <a:endParaRPr lang="en-US" sz="2000" noProof="0" dirty="0"/>
                  </a:p>
                </p:txBody>
              </p:sp>
            </p:grpSp>
            <p:grpSp>
              <p:nvGrpSpPr>
                <p:cNvPr id="17" name="Group 16">
                  <a:extLst>
                    <a:ext uri="{FF2B5EF4-FFF2-40B4-BE49-F238E27FC236}">
                      <a16:creationId xmlns:a16="http://schemas.microsoft.com/office/drawing/2014/main" id="{CE0BB471-A7CA-89CB-5220-CD7A06B9DFBA}"/>
                    </a:ext>
                  </a:extLst>
                </p:cNvPr>
                <p:cNvGrpSpPr/>
                <p:nvPr/>
              </p:nvGrpSpPr>
              <p:grpSpPr>
                <a:xfrm>
                  <a:off x="507500" y="2097603"/>
                  <a:ext cx="1143000" cy="1524000"/>
                  <a:chOff x="151783" y="2071688"/>
                  <a:chExt cx="1143000" cy="1524000"/>
                </a:xfrm>
              </p:grpSpPr>
              <p:sp>
                <p:nvSpPr>
                  <p:cNvPr id="56" name="Rectangle 55">
                    <a:extLst>
                      <a:ext uri="{FF2B5EF4-FFF2-40B4-BE49-F238E27FC236}">
                        <a16:creationId xmlns:a16="http://schemas.microsoft.com/office/drawing/2014/main" id="{99024D56-2D0D-37E5-7C6E-2ED5A1AD21EA}"/>
                      </a:ext>
                    </a:extLst>
                  </p:cNvPr>
                  <p:cNvSpPr/>
                  <p:nvPr/>
                </p:nvSpPr>
                <p:spPr>
                  <a:xfrm>
                    <a:off x="151783" y="2071688"/>
                    <a:ext cx="381000" cy="381000"/>
                  </a:xfrm>
                  <a:prstGeom prst="rect">
                    <a:avLst/>
                  </a:prstGeom>
                  <a:solidFill>
                    <a:srgbClr val="D5E8D4"/>
                  </a:solidFill>
                  <a:ln w="9525" cap="flat">
                    <a:solidFill>
                      <a:srgbClr val="82B366"/>
                    </a:solidFill>
                    <a:prstDash val="solid"/>
                    <a:miter/>
                  </a:ln>
                </p:spPr>
                <p:txBody>
                  <a:bodyPr/>
                  <a:lstStyle/>
                  <a:p>
                    <a:endParaRPr lang="en-US" sz="2000" noProof="0" dirty="0"/>
                  </a:p>
                </p:txBody>
              </p:sp>
              <p:sp>
                <p:nvSpPr>
                  <p:cNvPr id="57" name="Rectangle 56">
                    <a:extLst>
                      <a:ext uri="{FF2B5EF4-FFF2-40B4-BE49-F238E27FC236}">
                        <a16:creationId xmlns:a16="http://schemas.microsoft.com/office/drawing/2014/main" id="{B7A06D45-1535-F905-679C-DA02E5E70ABF}"/>
                      </a:ext>
                    </a:extLst>
                  </p:cNvPr>
                  <p:cNvSpPr/>
                  <p:nvPr/>
                </p:nvSpPr>
                <p:spPr>
                  <a:xfrm>
                    <a:off x="532783" y="2071688"/>
                    <a:ext cx="381000" cy="381000"/>
                  </a:xfrm>
                  <a:prstGeom prst="rect">
                    <a:avLst/>
                  </a:prstGeom>
                  <a:solidFill>
                    <a:srgbClr val="D5E8D4"/>
                  </a:solidFill>
                  <a:ln w="9525" cap="flat">
                    <a:solidFill>
                      <a:srgbClr val="82B366"/>
                    </a:solidFill>
                    <a:prstDash val="solid"/>
                    <a:miter/>
                  </a:ln>
                </p:spPr>
                <p:txBody>
                  <a:bodyPr/>
                  <a:lstStyle/>
                  <a:p>
                    <a:endParaRPr lang="en-US" sz="2000" noProof="0" dirty="0"/>
                  </a:p>
                </p:txBody>
              </p:sp>
              <p:sp>
                <p:nvSpPr>
                  <p:cNvPr id="58" name="Rectangle 57">
                    <a:extLst>
                      <a:ext uri="{FF2B5EF4-FFF2-40B4-BE49-F238E27FC236}">
                        <a16:creationId xmlns:a16="http://schemas.microsoft.com/office/drawing/2014/main" id="{799F3E51-87E8-A003-F9D0-5A79568E1CAF}"/>
                      </a:ext>
                    </a:extLst>
                  </p:cNvPr>
                  <p:cNvSpPr/>
                  <p:nvPr/>
                </p:nvSpPr>
                <p:spPr>
                  <a:xfrm>
                    <a:off x="913783" y="2071688"/>
                    <a:ext cx="381000" cy="381000"/>
                  </a:xfrm>
                  <a:prstGeom prst="rect">
                    <a:avLst/>
                  </a:prstGeom>
                  <a:solidFill>
                    <a:srgbClr val="D5E8D4"/>
                  </a:solidFill>
                  <a:ln w="9525" cap="flat">
                    <a:solidFill>
                      <a:srgbClr val="82B366"/>
                    </a:solidFill>
                    <a:prstDash val="solid"/>
                    <a:miter/>
                  </a:ln>
                </p:spPr>
                <p:txBody>
                  <a:bodyPr/>
                  <a:lstStyle/>
                  <a:p>
                    <a:endParaRPr lang="en-US" sz="2000" noProof="0" dirty="0"/>
                  </a:p>
                </p:txBody>
              </p:sp>
              <p:sp>
                <p:nvSpPr>
                  <p:cNvPr id="59" name="Rectangle 58">
                    <a:extLst>
                      <a:ext uri="{FF2B5EF4-FFF2-40B4-BE49-F238E27FC236}">
                        <a16:creationId xmlns:a16="http://schemas.microsoft.com/office/drawing/2014/main" id="{C7BD5A93-8CE3-8F5F-090C-C7DD23855704}"/>
                      </a:ext>
                    </a:extLst>
                  </p:cNvPr>
                  <p:cNvSpPr/>
                  <p:nvPr/>
                </p:nvSpPr>
                <p:spPr>
                  <a:xfrm>
                    <a:off x="151783" y="2452688"/>
                    <a:ext cx="381000" cy="381000"/>
                  </a:xfrm>
                  <a:prstGeom prst="rect">
                    <a:avLst/>
                  </a:prstGeom>
                  <a:solidFill>
                    <a:srgbClr val="D5E8D4"/>
                  </a:solidFill>
                  <a:ln w="9525" cap="flat">
                    <a:solidFill>
                      <a:srgbClr val="82B366"/>
                    </a:solidFill>
                    <a:prstDash val="solid"/>
                    <a:miter/>
                  </a:ln>
                </p:spPr>
                <p:txBody>
                  <a:bodyPr/>
                  <a:lstStyle/>
                  <a:p>
                    <a:endParaRPr lang="en-US" sz="2000" noProof="0" dirty="0"/>
                  </a:p>
                </p:txBody>
              </p:sp>
              <p:sp>
                <p:nvSpPr>
                  <p:cNvPr id="60" name="Rectangle 59">
                    <a:extLst>
                      <a:ext uri="{FF2B5EF4-FFF2-40B4-BE49-F238E27FC236}">
                        <a16:creationId xmlns:a16="http://schemas.microsoft.com/office/drawing/2014/main" id="{71358AAE-4308-0E4B-E521-E5B9D9E606E0}"/>
                      </a:ext>
                    </a:extLst>
                  </p:cNvPr>
                  <p:cNvSpPr/>
                  <p:nvPr/>
                </p:nvSpPr>
                <p:spPr>
                  <a:xfrm>
                    <a:off x="532783" y="2452688"/>
                    <a:ext cx="381000" cy="381000"/>
                  </a:xfrm>
                  <a:prstGeom prst="rect">
                    <a:avLst/>
                  </a:prstGeom>
                  <a:solidFill>
                    <a:srgbClr val="D5E8D4"/>
                  </a:solidFill>
                  <a:ln w="9525" cap="flat">
                    <a:solidFill>
                      <a:srgbClr val="82B366"/>
                    </a:solidFill>
                    <a:prstDash val="solid"/>
                    <a:miter/>
                  </a:ln>
                </p:spPr>
                <p:txBody>
                  <a:bodyPr/>
                  <a:lstStyle/>
                  <a:p>
                    <a:endParaRPr lang="en-US" sz="2000" noProof="0" dirty="0"/>
                  </a:p>
                </p:txBody>
              </p:sp>
              <p:sp>
                <p:nvSpPr>
                  <p:cNvPr id="61" name="Rectangle 60">
                    <a:extLst>
                      <a:ext uri="{FF2B5EF4-FFF2-40B4-BE49-F238E27FC236}">
                        <a16:creationId xmlns:a16="http://schemas.microsoft.com/office/drawing/2014/main" id="{412EAA14-4F09-5E3B-7564-DB20A6AFFB61}"/>
                      </a:ext>
                    </a:extLst>
                  </p:cNvPr>
                  <p:cNvSpPr/>
                  <p:nvPr/>
                </p:nvSpPr>
                <p:spPr>
                  <a:xfrm>
                    <a:off x="913783" y="2452688"/>
                    <a:ext cx="381000" cy="381000"/>
                  </a:xfrm>
                  <a:prstGeom prst="rect">
                    <a:avLst/>
                  </a:prstGeom>
                  <a:solidFill>
                    <a:srgbClr val="D5E8D4"/>
                  </a:solidFill>
                  <a:ln w="9525" cap="flat">
                    <a:solidFill>
                      <a:srgbClr val="82B366"/>
                    </a:solidFill>
                    <a:prstDash val="solid"/>
                    <a:miter/>
                  </a:ln>
                </p:spPr>
                <p:txBody>
                  <a:bodyPr/>
                  <a:lstStyle/>
                  <a:p>
                    <a:endParaRPr lang="en-US" sz="2000" noProof="0" dirty="0"/>
                  </a:p>
                </p:txBody>
              </p:sp>
              <p:sp>
                <p:nvSpPr>
                  <p:cNvPr id="62" name="Rectangle 61">
                    <a:extLst>
                      <a:ext uri="{FF2B5EF4-FFF2-40B4-BE49-F238E27FC236}">
                        <a16:creationId xmlns:a16="http://schemas.microsoft.com/office/drawing/2014/main" id="{44E5EC01-BB2B-E060-EDA1-9A8D7617F1DA}"/>
                      </a:ext>
                    </a:extLst>
                  </p:cNvPr>
                  <p:cNvSpPr/>
                  <p:nvPr/>
                </p:nvSpPr>
                <p:spPr>
                  <a:xfrm>
                    <a:off x="151783" y="2833688"/>
                    <a:ext cx="381000" cy="381000"/>
                  </a:xfrm>
                  <a:prstGeom prst="rect">
                    <a:avLst/>
                  </a:prstGeom>
                  <a:solidFill>
                    <a:srgbClr val="D5E8D4"/>
                  </a:solidFill>
                  <a:ln w="9525" cap="flat">
                    <a:solidFill>
                      <a:srgbClr val="82B366"/>
                    </a:solidFill>
                    <a:prstDash val="solid"/>
                    <a:miter/>
                  </a:ln>
                </p:spPr>
                <p:txBody>
                  <a:bodyPr/>
                  <a:lstStyle/>
                  <a:p>
                    <a:endParaRPr lang="en-US" sz="2000" noProof="0" dirty="0"/>
                  </a:p>
                </p:txBody>
              </p:sp>
              <p:sp>
                <p:nvSpPr>
                  <p:cNvPr id="63" name="Rectangle 62">
                    <a:extLst>
                      <a:ext uri="{FF2B5EF4-FFF2-40B4-BE49-F238E27FC236}">
                        <a16:creationId xmlns:a16="http://schemas.microsoft.com/office/drawing/2014/main" id="{FC195A79-64E6-E07D-882E-4682D7560399}"/>
                      </a:ext>
                    </a:extLst>
                  </p:cNvPr>
                  <p:cNvSpPr/>
                  <p:nvPr/>
                </p:nvSpPr>
                <p:spPr>
                  <a:xfrm>
                    <a:off x="151783" y="3214688"/>
                    <a:ext cx="381000" cy="381000"/>
                  </a:xfrm>
                  <a:prstGeom prst="rect">
                    <a:avLst/>
                  </a:prstGeom>
                  <a:solidFill>
                    <a:srgbClr val="D5E8D4"/>
                  </a:solidFill>
                  <a:ln w="9525" cap="flat">
                    <a:solidFill>
                      <a:srgbClr val="82B366"/>
                    </a:solidFill>
                    <a:prstDash val="solid"/>
                    <a:miter/>
                  </a:ln>
                </p:spPr>
                <p:txBody>
                  <a:bodyPr/>
                  <a:lstStyle/>
                  <a:p>
                    <a:endParaRPr lang="en-US" sz="2000" noProof="0" dirty="0"/>
                  </a:p>
                </p:txBody>
              </p:sp>
              <p:sp>
                <p:nvSpPr>
                  <p:cNvPr id="64" name="Rectangle 63">
                    <a:extLst>
                      <a:ext uri="{FF2B5EF4-FFF2-40B4-BE49-F238E27FC236}">
                        <a16:creationId xmlns:a16="http://schemas.microsoft.com/office/drawing/2014/main" id="{569A29F6-8DC9-A37F-929A-869BFEAD7268}"/>
                      </a:ext>
                    </a:extLst>
                  </p:cNvPr>
                  <p:cNvSpPr/>
                  <p:nvPr/>
                </p:nvSpPr>
                <p:spPr>
                  <a:xfrm>
                    <a:off x="532783" y="2833688"/>
                    <a:ext cx="381000" cy="381000"/>
                  </a:xfrm>
                  <a:prstGeom prst="rect">
                    <a:avLst/>
                  </a:prstGeom>
                  <a:solidFill>
                    <a:srgbClr val="D5E8D4"/>
                  </a:solidFill>
                  <a:ln w="9525" cap="flat">
                    <a:solidFill>
                      <a:srgbClr val="82B366"/>
                    </a:solidFill>
                    <a:prstDash val="solid"/>
                    <a:miter/>
                  </a:ln>
                </p:spPr>
                <p:txBody>
                  <a:bodyPr/>
                  <a:lstStyle/>
                  <a:p>
                    <a:endParaRPr lang="en-US" sz="2000" noProof="0" dirty="0"/>
                  </a:p>
                </p:txBody>
              </p:sp>
              <p:sp>
                <p:nvSpPr>
                  <p:cNvPr id="65" name="Rectangle 64">
                    <a:extLst>
                      <a:ext uri="{FF2B5EF4-FFF2-40B4-BE49-F238E27FC236}">
                        <a16:creationId xmlns:a16="http://schemas.microsoft.com/office/drawing/2014/main" id="{7ECC0DB4-C6AA-AA7A-39FD-40385DC6ECAB}"/>
                      </a:ext>
                    </a:extLst>
                  </p:cNvPr>
                  <p:cNvSpPr/>
                  <p:nvPr/>
                </p:nvSpPr>
                <p:spPr>
                  <a:xfrm>
                    <a:off x="532783" y="3214688"/>
                    <a:ext cx="381000" cy="381000"/>
                  </a:xfrm>
                  <a:prstGeom prst="rect">
                    <a:avLst/>
                  </a:prstGeom>
                  <a:solidFill>
                    <a:srgbClr val="D5E8D4"/>
                  </a:solidFill>
                  <a:ln w="9525" cap="flat">
                    <a:solidFill>
                      <a:srgbClr val="82B366"/>
                    </a:solidFill>
                    <a:prstDash val="solid"/>
                    <a:miter/>
                  </a:ln>
                </p:spPr>
                <p:txBody>
                  <a:bodyPr/>
                  <a:lstStyle/>
                  <a:p>
                    <a:endParaRPr lang="en-US" sz="2000" noProof="0" dirty="0"/>
                  </a:p>
                </p:txBody>
              </p:sp>
              <p:sp>
                <p:nvSpPr>
                  <p:cNvPr id="66" name="Rectangle 65">
                    <a:extLst>
                      <a:ext uri="{FF2B5EF4-FFF2-40B4-BE49-F238E27FC236}">
                        <a16:creationId xmlns:a16="http://schemas.microsoft.com/office/drawing/2014/main" id="{14CF4B07-C9B6-1D94-B6BD-37A2B6EEB7E3}"/>
                      </a:ext>
                    </a:extLst>
                  </p:cNvPr>
                  <p:cNvSpPr/>
                  <p:nvPr/>
                </p:nvSpPr>
                <p:spPr>
                  <a:xfrm>
                    <a:off x="913783" y="2833688"/>
                    <a:ext cx="381000" cy="381000"/>
                  </a:xfrm>
                  <a:prstGeom prst="rect">
                    <a:avLst/>
                  </a:prstGeom>
                  <a:solidFill>
                    <a:srgbClr val="D5E8D4"/>
                  </a:solidFill>
                  <a:ln w="9525" cap="flat">
                    <a:solidFill>
                      <a:srgbClr val="82B366"/>
                    </a:solidFill>
                    <a:prstDash val="solid"/>
                    <a:miter/>
                  </a:ln>
                </p:spPr>
                <p:txBody>
                  <a:bodyPr/>
                  <a:lstStyle/>
                  <a:p>
                    <a:endParaRPr lang="en-US" sz="2000" noProof="0" dirty="0"/>
                  </a:p>
                </p:txBody>
              </p:sp>
              <p:sp>
                <p:nvSpPr>
                  <p:cNvPr id="67" name="Rectangle 66">
                    <a:extLst>
                      <a:ext uri="{FF2B5EF4-FFF2-40B4-BE49-F238E27FC236}">
                        <a16:creationId xmlns:a16="http://schemas.microsoft.com/office/drawing/2014/main" id="{2D7F35EE-1D9A-FD86-8AC9-22A90F108F1F}"/>
                      </a:ext>
                    </a:extLst>
                  </p:cNvPr>
                  <p:cNvSpPr/>
                  <p:nvPr/>
                </p:nvSpPr>
                <p:spPr>
                  <a:xfrm>
                    <a:off x="913783" y="3214688"/>
                    <a:ext cx="381000" cy="381000"/>
                  </a:xfrm>
                  <a:prstGeom prst="rect">
                    <a:avLst/>
                  </a:prstGeom>
                  <a:solidFill>
                    <a:srgbClr val="D5E8D4"/>
                  </a:solidFill>
                  <a:ln w="9525" cap="flat">
                    <a:solidFill>
                      <a:srgbClr val="82B366"/>
                    </a:solidFill>
                    <a:prstDash val="solid"/>
                    <a:miter/>
                  </a:ln>
                </p:spPr>
                <p:txBody>
                  <a:bodyPr/>
                  <a:lstStyle/>
                  <a:p>
                    <a:endParaRPr lang="en-US" sz="2000" noProof="0" dirty="0"/>
                  </a:p>
                </p:txBody>
              </p:sp>
            </p:grpSp>
            <p:grpSp>
              <p:nvGrpSpPr>
                <p:cNvPr id="18" name="Group 17">
                  <a:extLst>
                    <a:ext uri="{FF2B5EF4-FFF2-40B4-BE49-F238E27FC236}">
                      <a16:creationId xmlns:a16="http://schemas.microsoft.com/office/drawing/2014/main" id="{4E884ECF-3C7E-F758-E4A0-47904B7DDA10}"/>
                    </a:ext>
                  </a:extLst>
                </p:cNvPr>
                <p:cNvGrpSpPr/>
                <p:nvPr/>
              </p:nvGrpSpPr>
              <p:grpSpPr>
                <a:xfrm>
                  <a:off x="3909451" y="2095500"/>
                  <a:ext cx="1524000" cy="1524000"/>
                  <a:chOff x="3107359" y="2145800"/>
                  <a:chExt cx="1524000" cy="1524000"/>
                </a:xfrm>
              </p:grpSpPr>
              <p:sp>
                <p:nvSpPr>
                  <p:cNvPr id="39" name="Rectangle 38">
                    <a:extLst>
                      <a:ext uri="{FF2B5EF4-FFF2-40B4-BE49-F238E27FC236}">
                        <a16:creationId xmlns:a16="http://schemas.microsoft.com/office/drawing/2014/main" id="{63A1395F-BE2F-6ECC-AB82-C657CBB9A22E}"/>
                      </a:ext>
                    </a:extLst>
                  </p:cNvPr>
                  <p:cNvSpPr/>
                  <p:nvPr/>
                </p:nvSpPr>
                <p:spPr>
                  <a:xfrm>
                    <a:off x="3107359" y="2145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40" name="Rectangle 39">
                    <a:extLst>
                      <a:ext uri="{FF2B5EF4-FFF2-40B4-BE49-F238E27FC236}">
                        <a16:creationId xmlns:a16="http://schemas.microsoft.com/office/drawing/2014/main" id="{74D8802E-0BBA-B525-E374-CD772B5B22A6}"/>
                      </a:ext>
                    </a:extLst>
                  </p:cNvPr>
                  <p:cNvSpPr/>
                  <p:nvPr/>
                </p:nvSpPr>
                <p:spPr>
                  <a:xfrm>
                    <a:off x="3488359" y="2145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41" name="Rectangle 40">
                    <a:extLst>
                      <a:ext uri="{FF2B5EF4-FFF2-40B4-BE49-F238E27FC236}">
                        <a16:creationId xmlns:a16="http://schemas.microsoft.com/office/drawing/2014/main" id="{A9321AB8-DDD9-2B68-0D86-C717A55230E8}"/>
                      </a:ext>
                    </a:extLst>
                  </p:cNvPr>
                  <p:cNvSpPr/>
                  <p:nvPr/>
                </p:nvSpPr>
                <p:spPr>
                  <a:xfrm>
                    <a:off x="3869359" y="2145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42" name="Rectangle 41">
                    <a:extLst>
                      <a:ext uri="{FF2B5EF4-FFF2-40B4-BE49-F238E27FC236}">
                        <a16:creationId xmlns:a16="http://schemas.microsoft.com/office/drawing/2014/main" id="{0BDDDC71-4CC9-76C8-A410-2F7586BED029}"/>
                      </a:ext>
                    </a:extLst>
                  </p:cNvPr>
                  <p:cNvSpPr/>
                  <p:nvPr/>
                </p:nvSpPr>
                <p:spPr>
                  <a:xfrm>
                    <a:off x="4250359" y="2145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44" name="Rectangle 43">
                    <a:extLst>
                      <a:ext uri="{FF2B5EF4-FFF2-40B4-BE49-F238E27FC236}">
                        <a16:creationId xmlns:a16="http://schemas.microsoft.com/office/drawing/2014/main" id="{ECFEF596-44F3-23D1-9C03-D453DAA1A10E}"/>
                      </a:ext>
                    </a:extLst>
                  </p:cNvPr>
                  <p:cNvSpPr/>
                  <p:nvPr/>
                </p:nvSpPr>
                <p:spPr>
                  <a:xfrm>
                    <a:off x="3107359" y="2526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45" name="Rectangle 44">
                    <a:extLst>
                      <a:ext uri="{FF2B5EF4-FFF2-40B4-BE49-F238E27FC236}">
                        <a16:creationId xmlns:a16="http://schemas.microsoft.com/office/drawing/2014/main" id="{96F1BF7E-E9EA-6031-5D30-BE938887E882}"/>
                      </a:ext>
                    </a:extLst>
                  </p:cNvPr>
                  <p:cNvSpPr/>
                  <p:nvPr/>
                </p:nvSpPr>
                <p:spPr>
                  <a:xfrm>
                    <a:off x="3488359" y="2526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46" name="Rectangle 45">
                    <a:extLst>
                      <a:ext uri="{FF2B5EF4-FFF2-40B4-BE49-F238E27FC236}">
                        <a16:creationId xmlns:a16="http://schemas.microsoft.com/office/drawing/2014/main" id="{6B6FE00E-F1EB-B1D3-E50D-786FA260B9B5}"/>
                      </a:ext>
                    </a:extLst>
                  </p:cNvPr>
                  <p:cNvSpPr/>
                  <p:nvPr/>
                </p:nvSpPr>
                <p:spPr>
                  <a:xfrm>
                    <a:off x="3869359" y="2526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47" name="Rectangle 46">
                    <a:extLst>
                      <a:ext uri="{FF2B5EF4-FFF2-40B4-BE49-F238E27FC236}">
                        <a16:creationId xmlns:a16="http://schemas.microsoft.com/office/drawing/2014/main" id="{6F0B967E-4EBC-FBA9-D3C1-6F9ECF9541CF}"/>
                      </a:ext>
                    </a:extLst>
                  </p:cNvPr>
                  <p:cNvSpPr/>
                  <p:nvPr/>
                </p:nvSpPr>
                <p:spPr>
                  <a:xfrm>
                    <a:off x="4250359" y="2526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48" name="Rectangle 47">
                    <a:extLst>
                      <a:ext uri="{FF2B5EF4-FFF2-40B4-BE49-F238E27FC236}">
                        <a16:creationId xmlns:a16="http://schemas.microsoft.com/office/drawing/2014/main" id="{55CF4C0D-F34B-FB8F-84F6-1A08DA3BCBD7}"/>
                      </a:ext>
                    </a:extLst>
                  </p:cNvPr>
                  <p:cNvSpPr/>
                  <p:nvPr/>
                </p:nvSpPr>
                <p:spPr>
                  <a:xfrm>
                    <a:off x="3107359" y="2907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49" name="Rectangle 48">
                    <a:extLst>
                      <a:ext uri="{FF2B5EF4-FFF2-40B4-BE49-F238E27FC236}">
                        <a16:creationId xmlns:a16="http://schemas.microsoft.com/office/drawing/2014/main" id="{55C84C22-7485-BEEE-A163-BB04C8E905DE}"/>
                      </a:ext>
                    </a:extLst>
                  </p:cNvPr>
                  <p:cNvSpPr/>
                  <p:nvPr/>
                </p:nvSpPr>
                <p:spPr>
                  <a:xfrm>
                    <a:off x="3488359" y="2907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50" name="Rectangle 49">
                    <a:extLst>
                      <a:ext uri="{FF2B5EF4-FFF2-40B4-BE49-F238E27FC236}">
                        <a16:creationId xmlns:a16="http://schemas.microsoft.com/office/drawing/2014/main" id="{B490E4AF-9B12-6ECE-9AE6-2330164AE657}"/>
                      </a:ext>
                    </a:extLst>
                  </p:cNvPr>
                  <p:cNvSpPr/>
                  <p:nvPr/>
                </p:nvSpPr>
                <p:spPr>
                  <a:xfrm>
                    <a:off x="3869359" y="2907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51" name="Rectangle 50">
                    <a:extLst>
                      <a:ext uri="{FF2B5EF4-FFF2-40B4-BE49-F238E27FC236}">
                        <a16:creationId xmlns:a16="http://schemas.microsoft.com/office/drawing/2014/main" id="{82FCD4C7-0B4F-E271-462D-4700EE78BFFF}"/>
                      </a:ext>
                    </a:extLst>
                  </p:cNvPr>
                  <p:cNvSpPr/>
                  <p:nvPr/>
                </p:nvSpPr>
                <p:spPr>
                  <a:xfrm>
                    <a:off x="4250359" y="2907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52" name="Rectangle 51">
                    <a:extLst>
                      <a:ext uri="{FF2B5EF4-FFF2-40B4-BE49-F238E27FC236}">
                        <a16:creationId xmlns:a16="http://schemas.microsoft.com/office/drawing/2014/main" id="{540BF186-CAE9-85D6-0466-2B731FE84E95}"/>
                      </a:ext>
                    </a:extLst>
                  </p:cNvPr>
                  <p:cNvSpPr/>
                  <p:nvPr/>
                </p:nvSpPr>
                <p:spPr>
                  <a:xfrm>
                    <a:off x="3107359" y="3288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53" name="Rectangle 52">
                    <a:extLst>
                      <a:ext uri="{FF2B5EF4-FFF2-40B4-BE49-F238E27FC236}">
                        <a16:creationId xmlns:a16="http://schemas.microsoft.com/office/drawing/2014/main" id="{6E298451-067F-94AA-52B8-DEA060E18911}"/>
                      </a:ext>
                    </a:extLst>
                  </p:cNvPr>
                  <p:cNvSpPr/>
                  <p:nvPr/>
                </p:nvSpPr>
                <p:spPr>
                  <a:xfrm>
                    <a:off x="3488359" y="3288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54" name="Rectangle 53">
                    <a:extLst>
                      <a:ext uri="{FF2B5EF4-FFF2-40B4-BE49-F238E27FC236}">
                        <a16:creationId xmlns:a16="http://schemas.microsoft.com/office/drawing/2014/main" id="{40C6E7A3-CE89-BA82-AEC1-AE994B8F4959}"/>
                      </a:ext>
                    </a:extLst>
                  </p:cNvPr>
                  <p:cNvSpPr/>
                  <p:nvPr/>
                </p:nvSpPr>
                <p:spPr>
                  <a:xfrm>
                    <a:off x="3869359" y="3288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sp>
                <p:nvSpPr>
                  <p:cNvPr id="55" name="Rectangle 54">
                    <a:extLst>
                      <a:ext uri="{FF2B5EF4-FFF2-40B4-BE49-F238E27FC236}">
                        <a16:creationId xmlns:a16="http://schemas.microsoft.com/office/drawing/2014/main" id="{D80D398F-D0CB-55B7-2998-093263B37DC5}"/>
                      </a:ext>
                    </a:extLst>
                  </p:cNvPr>
                  <p:cNvSpPr/>
                  <p:nvPr/>
                </p:nvSpPr>
                <p:spPr>
                  <a:xfrm>
                    <a:off x="4250359" y="3288800"/>
                    <a:ext cx="381000" cy="381000"/>
                  </a:xfrm>
                  <a:prstGeom prst="rect">
                    <a:avLst/>
                  </a:prstGeom>
                  <a:solidFill>
                    <a:srgbClr val="DAE8FC"/>
                  </a:solidFill>
                  <a:ln w="9525" cap="flat">
                    <a:solidFill>
                      <a:srgbClr val="6C8EBF"/>
                    </a:solidFill>
                    <a:prstDash val="solid"/>
                    <a:miter/>
                  </a:ln>
                </p:spPr>
                <p:txBody>
                  <a:bodyPr/>
                  <a:lstStyle/>
                  <a:p>
                    <a:endParaRPr lang="en-US" sz="2000" noProof="0" dirty="0"/>
                  </a:p>
                </p:txBody>
              </p:sp>
            </p:grpSp>
            <mc:AlternateContent xmlns:mc="http://schemas.openxmlformats.org/markup-compatibility/2006">
              <mc:Choice xmlns:a14="http://schemas.microsoft.com/office/drawing/2010/main" Requires="a14">
                <p:sp>
                  <p:nvSpPr>
                    <p:cNvPr id="19" name="TextBox 18">
                      <a:extLst>
                        <a:ext uri="{FF2B5EF4-FFF2-40B4-BE49-F238E27FC236}">
                          <a16:creationId xmlns:a16="http://schemas.microsoft.com/office/drawing/2014/main" id="{AE6AE8EA-F3A2-4429-46DA-FAD917748140}"/>
                        </a:ext>
                      </a:extLst>
                    </p:cNvPr>
                    <p:cNvSpPr txBox="1"/>
                    <p:nvPr/>
                  </p:nvSpPr>
                  <p:spPr>
                    <a:xfrm>
                      <a:off x="1622785" y="2635659"/>
                      <a:ext cx="422427" cy="545745"/>
                    </a:xfrm>
                    <a:prstGeom prst="rect">
                      <a:avLst/>
                    </a:prstGeom>
                    <a:noFill/>
                  </p:spPr>
                  <p:txBody>
                    <a:bodyPr wrap="none" rtlCol="0">
                      <a:spAutoFit/>
                    </a:bodyPr>
                    <a:lstStyle/>
                    <a:p>
                      <a:pPr/>
                      <a14:m>
                        <m:oMathPara xmlns:m="http://schemas.openxmlformats.org/officeDocument/2006/math">
                          <m:oMath>
                            <m:r>
                              <a:rPr lang="en-US" sz="2000" b="0" i="1" noProof="0" smtClean="0">
                                <a:latin typeface="Cambria Math" panose="02040503050406030204" pitchFamily="18" charset="0"/>
                              </a:rPr>
                              <m:t>⋅</m:t>
                            </m:r>
                          </m:oMath>
                        </m:oMathPara>
                      </a14:m>
                      <a:endParaRPr lang="en-US" sz="2000" noProof="0" dirty="0"/>
                    </a:p>
                  </p:txBody>
                </p:sp>
              </mc:Choice>
              <mc:Fallback>
                <p:sp>
                  <p:nvSpPr>
                    <p:cNvPr id="19" name="TextBox 18">
                      <a:extLst>
                        <a:ext uri="{FF2B5EF4-FFF2-40B4-BE49-F238E27FC236}">
                          <a16:creationId xmlns:a16="http://schemas.microsoft.com/office/drawing/2014/main" id="{AE6AE8EA-F3A2-4429-46DA-FAD917748140}"/>
                        </a:ext>
                      </a:extLst>
                    </p:cNvPr>
                    <p:cNvSpPr txBox="1">
                      <a:spLocks noRot="1" noChangeAspect="1" noMove="1" noResize="1" noEditPoints="1" noAdjustHandles="1" noChangeArrowheads="1" noChangeShapeType="1" noTextEdit="1"/>
                    </p:cNvSpPr>
                    <p:nvPr/>
                  </p:nvSpPr>
                  <p:spPr>
                    <a:xfrm>
                      <a:off x="1622785" y="2635659"/>
                      <a:ext cx="422427" cy="545745"/>
                    </a:xfrm>
                    <a:prstGeom prst="rect">
                      <a:avLst/>
                    </a:prstGeom>
                    <a:blipFill>
                      <a:blip r:embed="rId15"/>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0" name="TextBox 19">
                      <a:extLst>
                        <a:ext uri="{FF2B5EF4-FFF2-40B4-BE49-F238E27FC236}">
                          <a16:creationId xmlns:a16="http://schemas.microsoft.com/office/drawing/2014/main" id="{6DD7E9B2-E767-3D0E-8430-92B5D9AA07CD}"/>
                        </a:ext>
                      </a:extLst>
                    </p:cNvPr>
                    <p:cNvSpPr txBox="1"/>
                    <p:nvPr/>
                  </p:nvSpPr>
                  <p:spPr>
                    <a:xfrm>
                      <a:off x="3432966" y="2646411"/>
                      <a:ext cx="586414" cy="545745"/>
                    </a:xfrm>
                    <a:prstGeom prst="rect">
                      <a:avLst/>
                    </a:prstGeom>
                    <a:noFill/>
                  </p:spPr>
                  <p:txBody>
                    <a:bodyPr wrap="none" rtlCol="0">
                      <a:spAutoFit/>
                    </a:bodyPr>
                    <a:lstStyle/>
                    <a:p>
                      <a:pPr/>
                      <a14:m>
                        <m:oMathPara xmlns:m="http://schemas.openxmlformats.org/officeDocument/2006/math">
                          <m:oMath>
                            <m:r>
                              <a:rPr lang="en-US" sz="2000" b="0" i="1" noProof="0" smtClean="0">
                                <a:latin typeface="Cambria Math" panose="02040503050406030204" pitchFamily="18" charset="0"/>
                              </a:rPr>
                              <m:t>=</m:t>
                            </m:r>
                          </m:oMath>
                        </m:oMathPara>
                      </a14:m>
                      <a:endParaRPr lang="en-US" sz="2000" noProof="0" dirty="0"/>
                    </a:p>
                  </p:txBody>
                </p:sp>
              </mc:Choice>
              <mc:Fallback>
                <p:sp>
                  <p:nvSpPr>
                    <p:cNvPr id="20" name="TextBox 19">
                      <a:extLst>
                        <a:ext uri="{FF2B5EF4-FFF2-40B4-BE49-F238E27FC236}">
                          <a16:creationId xmlns:a16="http://schemas.microsoft.com/office/drawing/2014/main" id="{6DD7E9B2-E767-3D0E-8430-92B5D9AA07CD}"/>
                        </a:ext>
                      </a:extLst>
                    </p:cNvPr>
                    <p:cNvSpPr txBox="1">
                      <a:spLocks noRot="1" noChangeAspect="1" noMove="1" noResize="1" noEditPoints="1" noAdjustHandles="1" noChangeArrowheads="1" noChangeShapeType="1" noTextEdit="1"/>
                    </p:cNvSpPr>
                    <p:nvPr/>
                  </p:nvSpPr>
                  <p:spPr>
                    <a:xfrm>
                      <a:off x="3432966" y="2646411"/>
                      <a:ext cx="586414" cy="545745"/>
                    </a:xfrm>
                    <a:prstGeom prst="rect">
                      <a:avLst/>
                    </a:prstGeom>
                    <a:blipFill>
                      <a:blip r:embed="rId16"/>
                      <a:stretch>
                        <a:fillRect/>
                      </a:stretch>
                    </a:blipFill>
                  </p:spPr>
                  <p:txBody>
                    <a:bodyPr/>
                    <a:lstStyle/>
                    <a:p>
                      <a:r>
                        <a:rPr lang="en-US">
                          <a:noFill/>
                        </a:rPr>
                        <a:t> </a:t>
                      </a:r>
                    </a:p>
                  </p:txBody>
                </p:sp>
              </mc:Fallback>
            </mc:AlternateContent>
            <p:sp>
              <p:nvSpPr>
                <p:cNvPr id="22" name="TextBox 21">
                  <a:extLst>
                    <a:ext uri="{FF2B5EF4-FFF2-40B4-BE49-F238E27FC236}">
                      <a16:creationId xmlns:a16="http://schemas.microsoft.com/office/drawing/2014/main" id="{592E941E-9CFD-B1A8-8E40-876A28A38091}"/>
                    </a:ext>
                  </a:extLst>
                </p:cNvPr>
                <p:cNvSpPr txBox="1"/>
                <p:nvPr/>
              </p:nvSpPr>
              <p:spPr>
                <a:xfrm>
                  <a:off x="848108" y="3618449"/>
                  <a:ext cx="461785" cy="545746"/>
                </a:xfrm>
                <a:prstGeom prst="rect">
                  <a:avLst/>
                </a:prstGeom>
                <a:noFill/>
              </p:spPr>
              <p:txBody>
                <a:bodyPr wrap="none" rtlCol="0">
                  <a:spAutoFit/>
                </a:bodyPr>
                <a:lstStyle/>
                <a:p>
                  <a:pPr algn="ctr"/>
                  <a:r>
                    <a:rPr lang="en-US" sz="2000" noProof="0" dirty="0">
                      <a:solidFill>
                        <a:srgbClr val="001080"/>
                      </a:solidFill>
                      <a:latin typeface="Fira Code" panose="020B0809050000020004" pitchFamily="49" charset="0"/>
                    </a:rPr>
                    <a:t>A</a:t>
                  </a:r>
                </a:p>
              </p:txBody>
            </p:sp>
            <p:sp>
              <p:nvSpPr>
                <p:cNvPr id="24" name="TextBox 23">
                  <a:extLst>
                    <a:ext uri="{FF2B5EF4-FFF2-40B4-BE49-F238E27FC236}">
                      <a16:creationId xmlns:a16="http://schemas.microsoft.com/office/drawing/2014/main" id="{F6239C17-840D-0086-3E25-CEF991D4CFDC}"/>
                    </a:ext>
                  </a:extLst>
                </p:cNvPr>
                <p:cNvSpPr txBox="1"/>
                <p:nvPr/>
              </p:nvSpPr>
              <p:spPr>
                <a:xfrm>
                  <a:off x="2546351" y="3614686"/>
                  <a:ext cx="461785" cy="545746"/>
                </a:xfrm>
                <a:prstGeom prst="rect">
                  <a:avLst/>
                </a:prstGeom>
                <a:noFill/>
              </p:spPr>
              <p:txBody>
                <a:bodyPr wrap="none" rtlCol="0">
                  <a:spAutoFit/>
                </a:bodyPr>
                <a:lstStyle/>
                <a:p>
                  <a:pPr algn="ctr"/>
                  <a:r>
                    <a:rPr lang="en-US" sz="2000" noProof="0" dirty="0">
                      <a:solidFill>
                        <a:srgbClr val="001080"/>
                      </a:solidFill>
                      <a:latin typeface="Fira Code" panose="020B0809050000020004" pitchFamily="49" charset="0"/>
                    </a:rPr>
                    <a:t>B</a:t>
                  </a:r>
                </a:p>
              </p:txBody>
            </p:sp>
            <p:sp>
              <p:nvSpPr>
                <p:cNvPr id="28" name="TextBox 27">
                  <a:extLst>
                    <a:ext uri="{FF2B5EF4-FFF2-40B4-BE49-F238E27FC236}">
                      <a16:creationId xmlns:a16="http://schemas.microsoft.com/office/drawing/2014/main" id="{A14F5966-1709-E66B-D6A8-4739C6F0CEB5}"/>
                    </a:ext>
                  </a:extLst>
                </p:cNvPr>
                <p:cNvSpPr txBox="1"/>
                <p:nvPr/>
              </p:nvSpPr>
              <p:spPr>
                <a:xfrm>
                  <a:off x="4452752" y="3614686"/>
                  <a:ext cx="461785" cy="545746"/>
                </a:xfrm>
                <a:prstGeom prst="rect">
                  <a:avLst/>
                </a:prstGeom>
                <a:noFill/>
              </p:spPr>
              <p:txBody>
                <a:bodyPr wrap="none" rtlCol="0">
                  <a:spAutoFit/>
                </a:bodyPr>
                <a:lstStyle/>
                <a:p>
                  <a:pPr algn="ctr"/>
                  <a:r>
                    <a:rPr lang="en-US" sz="2000" noProof="0" dirty="0">
                      <a:solidFill>
                        <a:srgbClr val="001080"/>
                      </a:solidFill>
                      <a:latin typeface="Fira Code" panose="020B0809050000020004" pitchFamily="49" charset="0"/>
                    </a:rPr>
                    <a:t>C</a:t>
                  </a:r>
                </a:p>
              </p:txBody>
            </p:sp>
            <mc:AlternateContent xmlns:mc="http://schemas.openxmlformats.org/markup-compatibility/2006">
              <mc:Choice xmlns:a14="http://schemas.microsoft.com/office/drawing/2010/main" Requires="a14">
                <p:sp>
                  <p:nvSpPr>
                    <p:cNvPr id="30" name="TextBox 29">
                      <a:extLst>
                        <a:ext uri="{FF2B5EF4-FFF2-40B4-BE49-F238E27FC236}">
                          <a16:creationId xmlns:a16="http://schemas.microsoft.com/office/drawing/2014/main" id="{C43CE03B-E12C-3FE7-6183-56F902A74570}"/>
                        </a:ext>
                      </a:extLst>
                    </p:cNvPr>
                    <p:cNvSpPr txBox="1"/>
                    <p:nvPr/>
                  </p:nvSpPr>
                  <p:spPr>
                    <a:xfrm>
                      <a:off x="11255" y="1857073"/>
                      <a:ext cx="622972" cy="545745"/>
                    </a:xfrm>
                    <a:prstGeom prst="rect">
                      <a:avLst/>
                    </a:prstGeom>
                    <a:noFill/>
                  </p:spPr>
                  <p:txBody>
                    <a:bodyPr wrap="none" rtlCol="0">
                      <a:spAutoFit/>
                    </a:bodyPr>
                    <a:lstStyle/>
                    <a:p>
                      <a:pPr/>
                      <a14:m>
                        <m:oMathPara xmlns:m="http://schemas.openxmlformats.org/officeDocument/2006/math">
                          <m:oMath>
                            <m:r>
                              <a:rPr lang="en-US" sz="2000" i="1" noProof="0" smtClean="0">
                                <a:latin typeface="Cambria Math" panose="02040503050406030204" pitchFamily="18" charset="0"/>
                              </a:rPr>
                              <m:t>𝑚</m:t>
                            </m:r>
                          </m:oMath>
                        </m:oMathPara>
                      </a14:m>
                      <a:endParaRPr lang="en-US" sz="2000" noProof="0" dirty="0"/>
                    </a:p>
                  </p:txBody>
                </p:sp>
              </mc:Choice>
              <mc:Fallback>
                <p:sp>
                  <p:nvSpPr>
                    <p:cNvPr id="30" name="TextBox 29">
                      <a:extLst>
                        <a:ext uri="{FF2B5EF4-FFF2-40B4-BE49-F238E27FC236}">
                          <a16:creationId xmlns:a16="http://schemas.microsoft.com/office/drawing/2014/main" id="{C43CE03B-E12C-3FE7-6183-56F902A74570}"/>
                        </a:ext>
                      </a:extLst>
                    </p:cNvPr>
                    <p:cNvSpPr txBox="1">
                      <a:spLocks noRot="1" noChangeAspect="1" noMove="1" noResize="1" noEditPoints="1" noAdjustHandles="1" noChangeArrowheads="1" noChangeShapeType="1" noTextEdit="1"/>
                    </p:cNvSpPr>
                    <p:nvPr/>
                  </p:nvSpPr>
                  <p:spPr>
                    <a:xfrm>
                      <a:off x="11255" y="1857073"/>
                      <a:ext cx="622972" cy="545745"/>
                    </a:xfrm>
                    <a:prstGeom prst="rect">
                      <a:avLst/>
                    </a:prstGeom>
                    <a:blipFill>
                      <a:blip r:embed="rId17"/>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1" name="TextBox 30">
                      <a:extLst>
                        <a:ext uri="{FF2B5EF4-FFF2-40B4-BE49-F238E27FC236}">
                          <a16:creationId xmlns:a16="http://schemas.microsoft.com/office/drawing/2014/main" id="{B2318064-48CB-ADD5-6D22-6A347AFB73D4}"/>
                        </a:ext>
                      </a:extLst>
                    </p:cNvPr>
                    <p:cNvSpPr txBox="1"/>
                    <p:nvPr/>
                  </p:nvSpPr>
                  <p:spPr>
                    <a:xfrm>
                      <a:off x="835771" y="1673266"/>
                      <a:ext cx="526679" cy="545745"/>
                    </a:xfrm>
                    <a:prstGeom prst="rect">
                      <a:avLst/>
                    </a:prstGeom>
                    <a:noFill/>
                  </p:spPr>
                  <p:txBody>
                    <a:bodyPr wrap="none" rtlCol="0">
                      <a:spAutoFit/>
                    </a:bodyPr>
                    <a:lstStyle/>
                    <a:p>
                      <a:pPr/>
                      <a14:m>
                        <m:oMathPara xmlns:m="http://schemas.openxmlformats.org/officeDocument/2006/math">
                          <m:oMath>
                            <m:r>
                              <a:rPr lang="en-US" sz="2000" b="0" i="1" noProof="0" smtClean="0">
                                <a:latin typeface="Cambria Math" panose="02040503050406030204" pitchFamily="18" charset="0"/>
                              </a:rPr>
                              <m:t>𝑘</m:t>
                            </m:r>
                          </m:oMath>
                        </m:oMathPara>
                      </a14:m>
                      <a:endParaRPr lang="en-US" sz="2000" noProof="0" dirty="0"/>
                    </a:p>
                  </p:txBody>
                </p:sp>
              </mc:Choice>
              <mc:Fallback>
                <p:sp>
                  <p:nvSpPr>
                    <p:cNvPr id="31" name="TextBox 30">
                      <a:extLst>
                        <a:ext uri="{FF2B5EF4-FFF2-40B4-BE49-F238E27FC236}">
                          <a16:creationId xmlns:a16="http://schemas.microsoft.com/office/drawing/2014/main" id="{B2318064-48CB-ADD5-6D22-6A347AFB73D4}"/>
                        </a:ext>
                      </a:extLst>
                    </p:cNvPr>
                    <p:cNvSpPr txBox="1">
                      <a:spLocks noRot="1" noChangeAspect="1" noMove="1" noResize="1" noEditPoints="1" noAdjustHandles="1" noChangeArrowheads="1" noChangeShapeType="1" noTextEdit="1"/>
                    </p:cNvSpPr>
                    <p:nvPr/>
                  </p:nvSpPr>
                  <p:spPr>
                    <a:xfrm>
                      <a:off x="835771" y="1673266"/>
                      <a:ext cx="526679" cy="545745"/>
                    </a:xfrm>
                    <a:prstGeom prst="rect">
                      <a:avLst/>
                    </a:prstGeom>
                    <a:blipFill>
                      <a:blip r:embed="rId18"/>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2" name="TextBox 31">
                      <a:extLst>
                        <a:ext uri="{FF2B5EF4-FFF2-40B4-BE49-F238E27FC236}">
                          <a16:creationId xmlns:a16="http://schemas.microsoft.com/office/drawing/2014/main" id="{56E00BB2-9768-DF4B-6D99-295C8EB36058}"/>
                        </a:ext>
                      </a:extLst>
                    </p:cNvPr>
                    <p:cNvSpPr txBox="1"/>
                    <p:nvPr/>
                  </p:nvSpPr>
                  <p:spPr>
                    <a:xfrm>
                      <a:off x="1596035" y="1985521"/>
                      <a:ext cx="526679" cy="545745"/>
                    </a:xfrm>
                    <a:prstGeom prst="rect">
                      <a:avLst/>
                    </a:prstGeom>
                    <a:noFill/>
                  </p:spPr>
                  <p:txBody>
                    <a:bodyPr wrap="none" rtlCol="0">
                      <a:spAutoFit/>
                    </a:bodyPr>
                    <a:lstStyle/>
                    <a:p>
                      <a:pPr/>
                      <a14:m>
                        <m:oMathPara xmlns:m="http://schemas.openxmlformats.org/officeDocument/2006/math">
                          <m:oMath>
                            <m:r>
                              <a:rPr lang="en-US" sz="2000" b="0" i="1" noProof="0" smtClean="0">
                                <a:latin typeface="Cambria Math" panose="02040503050406030204" pitchFamily="18" charset="0"/>
                              </a:rPr>
                              <m:t>𝑘</m:t>
                            </m:r>
                          </m:oMath>
                        </m:oMathPara>
                      </a14:m>
                      <a:endParaRPr lang="en-US" sz="2000" noProof="0" dirty="0"/>
                    </a:p>
                  </p:txBody>
                </p:sp>
              </mc:Choice>
              <mc:Fallback>
                <p:sp>
                  <p:nvSpPr>
                    <p:cNvPr id="32" name="TextBox 31">
                      <a:extLst>
                        <a:ext uri="{FF2B5EF4-FFF2-40B4-BE49-F238E27FC236}">
                          <a16:creationId xmlns:a16="http://schemas.microsoft.com/office/drawing/2014/main" id="{56E00BB2-9768-DF4B-6D99-295C8EB36058}"/>
                        </a:ext>
                      </a:extLst>
                    </p:cNvPr>
                    <p:cNvSpPr txBox="1">
                      <a:spLocks noRot="1" noChangeAspect="1" noMove="1" noResize="1" noEditPoints="1" noAdjustHandles="1" noChangeArrowheads="1" noChangeShapeType="1" noTextEdit="1"/>
                    </p:cNvSpPr>
                    <p:nvPr/>
                  </p:nvSpPr>
                  <p:spPr>
                    <a:xfrm>
                      <a:off x="1596035" y="1985521"/>
                      <a:ext cx="526679" cy="545745"/>
                    </a:xfrm>
                    <a:prstGeom prst="rect">
                      <a:avLst/>
                    </a:prstGeom>
                    <a:blipFill>
                      <a:blip r:embed="rId19"/>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4" name="TextBox 33">
                      <a:extLst>
                        <a:ext uri="{FF2B5EF4-FFF2-40B4-BE49-F238E27FC236}">
                          <a16:creationId xmlns:a16="http://schemas.microsoft.com/office/drawing/2014/main" id="{96E19B0D-209B-81E1-FFD7-E6F3525EB4F7}"/>
                        </a:ext>
                      </a:extLst>
                    </p:cNvPr>
                    <p:cNvSpPr txBox="1"/>
                    <p:nvPr/>
                  </p:nvSpPr>
                  <p:spPr>
                    <a:xfrm>
                      <a:off x="2500887" y="1836429"/>
                      <a:ext cx="531140" cy="545745"/>
                    </a:xfrm>
                    <a:prstGeom prst="rect">
                      <a:avLst/>
                    </a:prstGeom>
                    <a:noFill/>
                  </p:spPr>
                  <p:txBody>
                    <a:bodyPr wrap="none" rtlCol="0">
                      <a:spAutoFit/>
                    </a:bodyPr>
                    <a:lstStyle/>
                    <a:p>
                      <a:pPr/>
                      <a14:m>
                        <m:oMathPara xmlns:m="http://schemas.openxmlformats.org/officeDocument/2006/math">
                          <m:oMath>
                            <m:r>
                              <a:rPr lang="en-US" sz="2000" b="0" i="1" noProof="0" smtClean="0">
                                <a:latin typeface="Cambria Math" panose="02040503050406030204" pitchFamily="18" charset="0"/>
                              </a:rPr>
                              <m:t>𝑛</m:t>
                            </m:r>
                          </m:oMath>
                        </m:oMathPara>
                      </a14:m>
                      <a:endParaRPr lang="en-US" sz="2000" noProof="0" dirty="0"/>
                    </a:p>
                  </p:txBody>
                </p:sp>
              </mc:Choice>
              <mc:Fallback>
                <p:sp>
                  <p:nvSpPr>
                    <p:cNvPr id="34" name="TextBox 33">
                      <a:extLst>
                        <a:ext uri="{FF2B5EF4-FFF2-40B4-BE49-F238E27FC236}">
                          <a16:creationId xmlns:a16="http://schemas.microsoft.com/office/drawing/2014/main" id="{96E19B0D-209B-81E1-FFD7-E6F3525EB4F7}"/>
                        </a:ext>
                      </a:extLst>
                    </p:cNvPr>
                    <p:cNvSpPr txBox="1">
                      <a:spLocks noRot="1" noChangeAspect="1" noMove="1" noResize="1" noEditPoints="1" noAdjustHandles="1" noChangeArrowheads="1" noChangeShapeType="1" noTextEdit="1"/>
                    </p:cNvSpPr>
                    <p:nvPr/>
                  </p:nvSpPr>
                  <p:spPr>
                    <a:xfrm>
                      <a:off x="2500887" y="1836429"/>
                      <a:ext cx="531140" cy="545745"/>
                    </a:xfrm>
                    <a:prstGeom prst="rect">
                      <a:avLst/>
                    </a:prstGeom>
                    <a:blipFill>
                      <a:blip r:embed="rId20"/>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6" name="TextBox 35">
                      <a:extLst>
                        <a:ext uri="{FF2B5EF4-FFF2-40B4-BE49-F238E27FC236}">
                          <a16:creationId xmlns:a16="http://schemas.microsoft.com/office/drawing/2014/main" id="{5B9BD1A5-B3AE-3C81-5716-56D19271BD2F}"/>
                        </a:ext>
                      </a:extLst>
                    </p:cNvPr>
                    <p:cNvSpPr txBox="1"/>
                    <p:nvPr/>
                  </p:nvSpPr>
                  <p:spPr>
                    <a:xfrm>
                      <a:off x="3405091" y="1862905"/>
                      <a:ext cx="622972" cy="545745"/>
                    </a:xfrm>
                    <a:prstGeom prst="rect">
                      <a:avLst/>
                    </a:prstGeom>
                    <a:noFill/>
                  </p:spPr>
                  <p:txBody>
                    <a:bodyPr wrap="none" rtlCol="0">
                      <a:spAutoFit/>
                    </a:bodyPr>
                    <a:lstStyle/>
                    <a:p>
                      <a:pPr/>
                      <a14:m>
                        <m:oMathPara xmlns:m="http://schemas.openxmlformats.org/officeDocument/2006/math">
                          <m:oMath>
                            <m:r>
                              <a:rPr lang="en-US" sz="2000" b="0" i="1" noProof="0" smtClean="0">
                                <a:latin typeface="Cambria Math" panose="02040503050406030204" pitchFamily="18" charset="0"/>
                              </a:rPr>
                              <m:t>𝑚</m:t>
                            </m:r>
                          </m:oMath>
                        </m:oMathPara>
                      </a14:m>
                      <a:endParaRPr lang="en-US" sz="2000" noProof="0" dirty="0"/>
                    </a:p>
                  </p:txBody>
                </p:sp>
              </mc:Choice>
              <mc:Fallback>
                <p:sp>
                  <p:nvSpPr>
                    <p:cNvPr id="36" name="TextBox 35">
                      <a:extLst>
                        <a:ext uri="{FF2B5EF4-FFF2-40B4-BE49-F238E27FC236}">
                          <a16:creationId xmlns:a16="http://schemas.microsoft.com/office/drawing/2014/main" id="{5B9BD1A5-B3AE-3C81-5716-56D19271BD2F}"/>
                        </a:ext>
                      </a:extLst>
                    </p:cNvPr>
                    <p:cNvSpPr txBox="1">
                      <a:spLocks noRot="1" noChangeAspect="1" noMove="1" noResize="1" noEditPoints="1" noAdjustHandles="1" noChangeArrowheads="1" noChangeShapeType="1" noTextEdit="1"/>
                    </p:cNvSpPr>
                    <p:nvPr/>
                  </p:nvSpPr>
                  <p:spPr>
                    <a:xfrm>
                      <a:off x="3405091" y="1862905"/>
                      <a:ext cx="622972" cy="545745"/>
                    </a:xfrm>
                    <a:prstGeom prst="rect">
                      <a:avLst/>
                    </a:prstGeom>
                    <a:blipFill>
                      <a:blip r:embed="rId21"/>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8" name="TextBox 37">
                      <a:extLst>
                        <a:ext uri="{FF2B5EF4-FFF2-40B4-BE49-F238E27FC236}">
                          <a16:creationId xmlns:a16="http://schemas.microsoft.com/office/drawing/2014/main" id="{957B4049-5429-535D-EEAC-3B0EB1CE0ACE}"/>
                        </a:ext>
                      </a:extLst>
                    </p:cNvPr>
                    <p:cNvSpPr txBox="1"/>
                    <p:nvPr/>
                  </p:nvSpPr>
                  <p:spPr>
                    <a:xfrm>
                      <a:off x="4417872" y="1643056"/>
                      <a:ext cx="531140" cy="545745"/>
                    </a:xfrm>
                    <a:prstGeom prst="rect">
                      <a:avLst/>
                    </a:prstGeom>
                    <a:noFill/>
                  </p:spPr>
                  <p:txBody>
                    <a:bodyPr wrap="none" rtlCol="0">
                      <a:spAutoFit/>
                    </a:bodyPr>
                    <a:lstStyle/>
                    <a:p>
                      <a:pPr/>
                      <a14:m>
                        <m:oMathPara xmlns:m="http://schemas.openxmlformats.org/officeDocument/2006/math">
                          <m:oMath>
                            <m:r>
                              <a:rPr lang="en-US" sz="2000" b="0" i="1" noProof="0" smtClean="0">
                                <a:latin typeface="Cambria Math" panose="02040503050406030204" pitchFamily="18" charset="0"/>
                              </a:rPr>
                              <m:t>𝑛</m:t>
                            </m:r>
                          </m:oMath>
                        </m:oMathPara>
                      </a14:m>
                      <a:endParaRPr lang="en-US" sz="2000" noProof="0" dirty="0"/>
                    </a:p>
                  </p:txBody>
                </p:sp>
              </mc:Choice>
              <mc:Fallback>
                <p:sp>
                  <p:nvSpPr>
                    <p:cNvPr id="38" name="TextBox 37">
                      <a:extLst>
                        <a:ext uri="{FF2B5EF4-FFF2-40B4-BE49-F238E27FC236}">
                          <a16:creationId xmlns:a16="http://schemas.microsoft.com/office/drawing/2014/main" id="{957B4049-5429-535D-EEAC-3B0EB1CE0ACE}"/>
                        </a:ext>
                      </a:extLst>
                    </p:cNvPr>
                    <p:cNvSpPr txBox="1">
                      <a:spLocks noRot="1" noChangeAspect="1" noMove="1" noResize="1" noEditPoints="1" noAdjustHandles="1" noChangeArrowheads="1" noChangeShapeType="1" noTextEdit="1"/>
                    </p:cNvSpPr>
                    <p:nvPr/>
                  </p:nvSpPr>
                  <p:spPr>
                    <a:xfrm>
                      <a:off x="4417872" y="1643056"/>
                      <a:ext cx="531140" cy="545745"/>
                    </a:xfrm>
                    <a:prstGeom prst="rect">
                      <a:avLst/>
                    </a:prstGeom>
                    <a:blipFill>
                      <a:blip r:embed="rId22"/>
                      <a:stretch>
                        <a:fillRect/>
                      </a:stretch>
                    </a:blipFill>
                  </p:spPr>
                  <p:txBody>
                    <a:bodyPr/>
                    <a:lstStyle/>
                    <a:p>
                      <a:r>
                        <a:rPr lang="en-US">
                          <a:noFill/>
                        </a:rPr>
                        <a:t> </a:t>
                      </a:r>
                    </a:p>
                  </p:txBody>
                </p:sp>
              </mc:Fallback>
            </mc:AlternateContent>
          </p:grpSp>
        </p:grpSp>
        <p:sp>
          <p:nvSpPr>
            <p:cNvPr id="80" name="Rectangle 79">
              <a:extLst>
                <a:ext uri="{FF2B5EF4-FFF2-40B4-BE49-F238E27FC236}">
                  <a16:creationId xmlns:a16="http://schemas.microsoft.com/office/drawing/2014/main" id="{B67384CC-1D86-A8E9-8BEC-871F9DFAE7AA}"/>
                </a:ext>
              </a:extLst>
            </p:cNvPr>
            <p:cNvSpPr/>
            <p:nvPr/>
          </p:nvSpPr>
          <p:spPr>
            <a:xfrm>
              <a:off x="4368316" y="4351020"/>
              <a:ext cx="870602" cy="571681"/>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000" noProof="0" dirty="0"/>
            </a:p>
          </p:txBody>
        </p:sp>
        <p:sp>
          <p:nvSpPr>
            <p:cNvPr id="82" name="Rectangle 81">
              <a:extLst>
                <a:ext uri="{FF2B5EF4-FFF2-40B4-BE49-F238E27FC236}">
                  <a16:creationId xmlns:a16="http://schemas.microsoft.com/office/drawing/2014/main" id="{797184A6-B8C9-8BE1-5775-E01C29201E1E}"/>
                </a:ext>
              </a:extLst>
            </p:cNvPr>
            <p:cNvSpPr/>
            <p:nvPr/>
          </p:nvSpPr>
          <p:spPr>
            <a:xfrm>
              <a:off x="5465795" y="4480396"/>
              <a:ext cx="558656" cy="842338"/>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000" noProof="0" dirty="0"/>
            </a:p>
          </p:txBody>
        </p:sp>
        <p:sp>
          <p:nvSpPr>
            <p:cNvPr id="84" name="Rectangle 83">
              <a:extLst>
                <a:ext uri="{FF2B5EF4-FFF2-40B4-BE49-F238E27FC236}">
                  <a16:creationId xmlns:a16="http://schemas.microsoft.com/office/drawing/2014/main" id="{CE42996D-A7D2-C278-F257-24477D27D231}"/>
                </a:ext>
              </a:extLst>
            </p:cNvPr>
            <p:cNvSpPr/>
            <p:nvPr/>
          </p:nvSpPr>
          <p:spPr>
            <a:xfrm>
              <a:off x="6868169" y="4334624"/>
              <a:ext cx="566444" cy="588077"/>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000" noProof="0" dirty="0"/>
            </a:p>
          </p:txBody>
        </p:sp>
      </p:grpSp>
      <p:sp>
        <p:nvSpPr>
          <p:cNvPr id="4" name="Title 3">
            <a:extLst>
              <a:ext uri="{FF2B5EF4-FFF2-40B4-BE49-F238E27FC236}">
                <a16:creationId xmlns:a16="http://schemas.microsoft.com/office/drawing/2014/main" id="{5EF9D386-01F8-3927-E59A-917ABFB77B04}"/>
              </a:ext>
            </a:extLst>
          </p:cNvPr>
          <p:cNvSpPr>
            <a:spLocks noGrp="1"/>
          </p:cNvSpPr>
          <p:nvPr>
            <p:ph type="title"/>
            <p:custDataLst>
              <p:tags r:id="rId3"/>
            </p:custDataLst>
          </p:nvPr>
        </p:nvSpPr>
        <p:spPr/>
        <p:txBody>
          <a:bodyPr/>
          <a:lstStyle/>
          <a:p>
            <a:r>
              <a:rPr lang="en-US" noProof="0" dirty="0"/>
              <a:t>Traversal transformations</a:t>
            </a:r>
          </a:p>
        </p:txBody>
      </p:sp>
      <p:sp>
        <p:nvSpPr>
          <p:cNvPr id="26" name="Date Placeholder 25">
            <a:extLst>
              <a:ext uri="{FF2B5EF4-FFF2-40B4-BE49-F238E27FC236}">
                <a16:creationId xmlns:a16="http://schemas.microsoft.com/office/drawing/2014/main" id="{E5787EB7-BD3B-CCF1-8AEA-70766F875185}"/>
              </a:ext>
            </a:extLst>
          </p:cNvPr>
          <p:cNvSpPr>
            <a:spLocks noGrp="1"/>
          </p:cNvSpPr>
          <p:nvPr>
            <p:ph type="dt" sz="half" idx="10"/>
            <p:custDataLst>
              <p:tags r:id="rId4"/>
            </p:custDataLst>
          </p:nvPr>
        </p:nvSpPr>
        <p:spPr/>
        <p:txBody>
          <a:bodyPr/>
          <a:lstStyle/>
          <a:p>
            <a:r>
              <a:rPr lang="en-US" noProof="0"/>
              <a:t>9/5/2026</a:t>
            </a:r>
            <a:endParaRPr lang="en-US" noProof="0" dirty="0"/>
          </a:p>
        </p:txBody>
      </p:sp>
      <p:sp>
        <p:nvSpPr>
          <p:cNvPr id="27" name="Slide Number Placeholder 26">
            <a:extLst>
              <a:ext uri="{FF2B5EF4-FFF2-40B4-BE49-F238E27FC236}">
                <a16:creationId xmlns:a16="http://schemas.microsoft.com/office/drawing/2014/main" id="{00AA8B2A-1815-9AD2-C837-8175AEC8FFF5}"/>
              </a:ext>
            </a:extLst>
          </p:cNvPr>
          <p:cNvSpPr>
            <a:spLocks noGrp="1"/>
          </p:cNvSpPr>
          <p:nvPr>
            <p:ph type="sldNum" sz="quarter" idx="12"/>
            <p:custDataLst>
              <p:tags r:id="rId5"/>
            </p:custDataLst>
          </p:nvPr>
        </p:nvSpPr>
        <p:spPr/>
        <p:txBody>
          <a:bodyPr/>
          <a:lstStyle/>
          <a:p>
            <a:r>
              <a:rPr lang="en-US" noProof="0"/>
              <a:t>8</a:t>
            </a:r>
            <a:endParaRPr lang="en-US" noProof="0" dirty="0"/>
          </a:p>
        </p:txBody>
      </p:sp>
      <p:sp>
        <p:nvSpPr>
          <p:cNvPr id="6" name="Rectangle 5">
            <a:extLst>
              <a:ext uri="{FF2B5EF4-FFF2-40B4-BE49-F238E27FC236}">
                <a16:creationId xmlns:a16="http://schemas.microsoft.com/office/drawing/2014/main" id="{94315874-4365-BD7E-38E9-6E300532D1B0}"/>
              </a:ext>
            </a:extLst>
          </p:cNvPr>
          <p:cNvSpPr/>
          <p:nvPr>
            <p:custDataLst>
              <p:tags r:id="rId6"/>
            </p:custDataLst>
          </p:nvPr>
        </p:nvSpPr>
        <p:spPr>
          <a:xfrm>
            <a:off x="6914245" y="1534018"/>
            <a:ext cx="1383566" cy="273019"/>
          </a:xfrm>
          <a:prstGeom prst="rect">
            <a:avLst/>
          </a:prstGeom>
          <a:solidFill>
            <a:srgbClr val="C0C0C0">
              <a:alpha val="2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noProof="0" dirty="0"/>
          </a:p>
        </p:txBody>
      </p:sp>
      <p:sp>
        <p:nvSpPr>
          <p:cNvPr id="10" name="Rectangle 9">
            <a:extLst>
              <a:ext uri="{FF2B5EF4-FFF2-40B4-BE49-F238E27FC236}">
                <a16:creationId xmlns:a16="http://schemas.microsoft.com/office/drawing/2014/main" id="{FD7BF336-2D6B-75E5-35D1-BB6F556A8522}"/>
              </a:ext>
            </a:extLst>
          </p:cNvPr>
          <p:cNvSpPr/>
          <p:nvPr>
            <p:custDataLst>
              <p:tags r:id="rId7"/>
            </p:custDataLst>
          </p:nvPr>
        </p:nvSpPr>
        <p:spPr>
          <a:xfrm>
            <a:off x="6914245" y="1878964"/>
            <a:ext cx="1383566" cy="273019"/>
          </a:xfrm>
          <a:prstGeom prst="rect">
            <a:avLst/>
          </a:prstGeom>
          <a:solidFill>
            <a:srgbClr val="C0C0C0">
              <a:alpha val="2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noProof="0" dirty="0"/>
          </a:p>
        </p:txBody>
      </p:sp>
      <p:sp>
        <p:nvSpPr>
          <p:cNvPr id="12" name="Rectangle 11">
            <a:extLst>
              <a:ext uri="{FF2B5EF4-FFF2-40B4-BE49-F238E27FC236}">
                <a16:creationId xmlns:a16="http://schemas.microsoft.com/office/drawing/2014/main" id="{6B5E3D72-639F-DBE8-60C5-E7360CC97F9F}"/>
              </a:ext>
            </a:extLst>
          </p:cNvPr>
          <p:cNvSpPr/>
          <p:nvPr>
            <p:custDataLst>
              <p:tags r:id="rId8"/>
            </p:custDataLst>
          </p:nvPr>
        </p:nvSpPr>
        <p:spPr>
          <a:xfrm>
            <a:off x="6007392" y="2222371"/>
            <a:ext cx="1383566" cy="273019"/>
          </a:xfrm>
          <a:prstGeom prst="rect">
            <a:avLst/>
          </a:prstGeom>
          <a:solidFill>
            <a:srgbClr val="C0C0C0">
              <a:alpha val="2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noProof="0" dirty="0"/>
          </a:p>
        </p:txBody>
      </p:sp>
      <p:sp>
        <p:nvSpPr>
          <p:cNvPr id="8" name="TextBox 7">
            <a:extLst>
              <a:ext uri="{FF2B5EF4-FFF2-40B4-BE49-F238E27FC236}">
                <a16:creationId xmlns:a16="http://schemas.microsoft.com/office/drawing/2014/main" id="{D8CA8669-3DF0-4485-E218-6A9F90B6F725}"/>
              </a:ext>
            </a:extLst>
          </p:cNvPr>
          <p:cNvSpPr txBox="1"/>
          <p:nvPr>
            <p:custDataLst>
              <p:tags r:id="rId9"/>
            </p:custDataLst>
          </p:nvPr>
        </p:nvSpPr>
        <p:spPr>
          <a:xfrm>
            <a:off x="2667000" y="1431917"/>
            <a:ext cx="6858000" cy="1124282"/>
          </a:xfrm>
          <a:prstGeom prst="rect">
            <a:avLst/>
          </a:prstGeom>
          <a:noFill/>
          <a:ln>
            <a:solidFill>
              <a:schemeClr val="tx1"/>
            </a:solidFill>
          </a:ln>
        </p:spPr>
        <p:txBody>
          <a:bodyPr wrap="none">
            <a:spAutoFit/>
          </a:bodyPr>
          <a:lstStyle/>
          <a:p>
            <a:pPr>
              <a:lnSpc>
                <a:spcPct val="113095"/>
              </a:lnSpc>
              <a:buNone/>
            </a:pPr>
            <a:r>
              <a:rPr lang="en-US" sz="2000" b="0" noProof="0" dirty="0">
                <a:solidFill>
                  <a:srgbClr val="267F99"/>
                </a:solidFill>
                <a:effectLst/>
                <a:latin typeface="Fira Code" panose="020B0809050000020004" pitchFamily="49" charset="0"/>
              </a:rPr>
              <a:t>auto</a:t>
            </a:r>
            <a:r>
              <a:rPr lang="en-US" sz="2000" b="0" noProof="0" dirty="0">
                <a:solidFill>
                  <a:srgbClr val="000000"/>
                </a:solidFill>
                <a:effectLst/>
                <a:latin typeface="Fira Code" panose="020B0809050000020004" pitchFamily="49" charset="0"/>
              </a:rPr>
              <a:t> </a:t>
            </a:r>
            <a:r>
              <a:rPr lang="en-US" sz="2000" b="0" noProof="0" dirty="0" err="1">
                <a:solidFill>
                  <a:srgbClr val="001080"/>
                </a:solidFill>
                <a:effectLst/>
                <a:latin typeface="Fira Code" panose="020B0809050000020004" pitchFamily="49" charset="0"/>
              </a:rPr>
              <a:t>by_tiles</a:t>
            </a:r>
            <a:r>
              <a:rPr lang="en-US" sz="2000" b="0" noProof="0" dirty="0">
                <a:solidFill>
                  <a:srgbClr val="000000"/>
                </a:solidFill>
                <a:effectLst/>
                <a:latin typeface="Fira Code" panose="020B0809050000020004" pitchFamily="49" charset="0"/>
              </a:rPr>
              <a:t> = </a:t>
            </a:r>
            <a:r>
              <a:rPr lang="en-US" sz="2000" b="0" noProof="0" dirty="0" err="1">
                <a:solidFill>
                  <a:srgbClr val="795E26"/>
                </a:solidFill>
                <a:effectLst/>
                <a:latin typeface="Fira Code" panose="020B0809050000020004" pitchFamily="49" charset="0"/>
              </a:rPr>
              <a:t>into_blocks</a:t>
            </a:r>
            <a:r>
              <a:rPr lang="en-US" sz="600" b="0" noProof="0" dirty="0">
                <a:solidFill>
                  <a:srgbClr val="795E26"/>
                </a:solidFill>
                <a:effectLst/>
                <a:latin typeface="Fira Code" panose="020B0809050000020004" pitchFamily="49" charset="0"/>
              </a:rPr>
              <a:t> </a:t>
            </a:r>
            <a:r>
              <a:rPr lang="en-US" sz="2000" b="0" noProof="0" dirty="0">
                <a:solidFill>
                  <a:srgbClr val="000000"/>
                </a:solidFill>
                <a:effectLst/>
                <a:latin typeface="Fira Code" panose="020B0809050000020004" pitchFamily="49" charset="0"/>
              </a:rPr>
              <a:t>&lt;</a:t>
            </a:r>
            <a:r>
              <a:rPr lang="en-US" sz="2000" b="0" noProof="0" dirty="0">
                <a:solidFill>
                  <a:srgbClr val="A31515"/>
                </a:solidFill>
                <a:effectLst/>
                <a:latin typeface="Fira Code" panose="020B0809050000020004" pitchFamily="49" charset="0"/>
              </a:rPr>
              <a:t>'</a:t>
            </a:r>
            <a:r>
              <a:rPr lang="en-US" sz="2000" b="0" noProof="0" dirty="0" err="1">
                <a:solidFill>
                  <a:srgbClr val="A31515"/>
                </a:solidFill>
                <a:effectLst/>
                <a:latin typeface="Fira Code" panose="020B0809050000020004" pitchFamily="49" charset="0"/>
              </a:rPr>
              <a:t>m'</a:t>
            </a:r>
            <a:r>
              <a:rPr lang="en-US" sz="2000" b="0" noProof="0" dirty="0" err="1">
                <a:solidFill>
                  <a:srgbClr val="000000"/>
                </a:solidFill>
                <a:effectLst/>
                <a:latin typeface="Fira Code" panose="020B0809050000020004" pitchFamily="49" charset="0"/>
              </a:rPr>
              <a:t>,</a:t>
            </a:r>
            <a:r>
              <a:rPr lang="en-US" sz="2000" b="0" noProof="0" dirty="0" err="1">
                <a:solidFill>
                  <a:srgbClr val="A31515"/>
                </a:solidFill>
                <a:effectLst/>
                <a:latin typeface="Fira Code" panose="020B0809050000020004" pitchFamily="49" charset="0"/>
              </a:rPr>
              <a:t>'M</a:t>
            </a:r>
            <a:r>
              <a:rPr lang="en-US" sz="2000" b="0" noProof="0" dirty="0">
                <a:solidFill>
                  <a:srgbClr val="A31515"/>
                </a:solidFill>
                <a:effectLst/>
                <a:latin typeface="Fira Code" panose="020B0809050000020004" pitchFamily="49" charset="0"/>
              </a:rPr>
              <a:t>'</a:t>
            </a:r>
            <a:r>
              <a:rPr lang="en-US" sz="2000" b="0" noProof="0" dirty="0">
                <a:solidFill>
                  <a:srgbClr val="000000"/>
                </a:solidFill>
                <a:effectLst/>
                <a:latin typeface="Fira Code" panose="020B0809050000020004" pitchFamily="49" charset="0"/>
              </a:rPr>
              <a:t>&gt;</a:t>
            </a:r>
            <a:r>
              <a:rPr lang="en-US" sz="600" b="0" noProof="0" dirty="0">
                <a:solidFill>
                  <a:srgbClr val="000000"/>
                </a:solidFill>
                <a:effectLst/>
                <a:latin typeface="Fira Code" panose="020B0809050000020004" pitchFamily="49" charset="0"/>
              </a:rPr>
              <a:t> </a:t>
            </a:r>
            <a:r>
              <a:rPr lang="en-US" sz="2000" b="0" noProof="0" dirty="0">
                <a:solidFill>
                  <a:srgbClr val="000000"/>
                </a:solidFill>
                <a:effectLst/>
                <a:latin typeface="Fira Code" panose="020B0809050000020004" pitchFamily="49" charset="0"/>
              </a:rPr>
              <a:t>(</a:t>
            </a:r>
            <a:r>
              <a:rPr lang="en-US" sz="2000" b="0" noProof="0" dirty="0">
                <a:solidFill>
                  <a:srgbClr val="098658"/>
                </a:solidFill>
                <a:effectLst/>
                <a:latin typeface="Fira Code" panose="020B0809050000020004" pitchFamily="49" charset="0"/>
              </a:rPr>
              <a:t>16</a:t>
            </a:r>
            <a:r>
              <a:rPr lang="en-US" sz="2000" b="0" noProof="0" dirty="0">
                <a:solidFill>
                  <a:srgbClr val="000000"/>
                </a:solidFill>
                <a:effectLst/>
                <a:latin typeface="Fira Code" panose="020B0809050000020004" pitchFamily="49" charset="0"/>
              </a:rPr>
              <a:t>) ^</a:t>
            </a:r>
          </a:p>
          <a:p>
            <a:pPr>
              <a:lnSpc>
                <a:spcPct val="113095"/>
              </a:lnSpc>
              <a:buNone/>
            </a:pPr>
            <a:r>
              <a:rPr lang="en-US" sz="2000" b="0" noProof="0" dirty="0">
                <a:solidFill>
                  <a:srgbClr val="000000"/>
                </a:solidFill>
                <a:effectLst/>
                <a:latin typeface="Fira Code" panose="020B0809050000020004" pitchFamily="49" charset="0"/>
              </a:rPr>
              <a:t>                </a:t>
            </a:r>
            <a:r>
              <a:rPr lang="en-US" sz="2000" b="0" noProof="0" dirty="0" err="1">
                <a:solidFill>
                  <a:srgbClr val="795E26"/>
                </a:solidFill>
                <a:effectLst/>
                <a:latin typeface="Fira Code" panose="020B0809050000020004" pitchFamily="49" charset="0"/>
              </a:rPr>
              <a:t>into_blocks</a:t>
            </a:r>
            <a:r>
              <a:rPr lang="en-US" sz="600" b="0" noProof="0" dirty="0">
                <a:solidFill>
                  <a:srgbClr val="795E26"/>
                </a:solidFill>
                <a:effectLst/>
                <a:latin typeface="Fira Code" panose="020B0809050000020004" pitchFamily="49" charset="0"/>
              </a:rPr>
              <a:t> </a:t>
            </a:r>
            <a:r>
              <a:rPr lang="en-US" sz="2000" b="0" noProof="0" dirty="0">
                <a:solidFill>
                  <a:srgbClr val="000000"/>
                </a:solidFill>
                <a:effectLst/>
                <a:latin typeface="Fira Code" panose="020B0809050000020004" pitchFamily="49" charset="0"/>
              </a:rPr>
              <a:t>&lt;</a:t>
            </a:r>
            <a:r>
              <a:rPr lang="en-US" sz="2000" b="0" noProof="0" dirty="0">
                <a:solidFill>
                  <a:srgbClr val="A31515"/>
                </a:solidFill>
                <a:effectLst/>
                <a:latin typeface="Fira Code" panose="020B0809050000020004" pitchFamily="49" charset="0"/>
              </a:rPr>
              <a:t>'</a:t>
            </a:r>
            <a:r>
              <a:rPr lang="en-US" sz="2000" b="0" noProof="0" dirty="0" err="1">
                <a:solidFill>
                  <a:srgbClr val="A31515"/>
                </a:solidFill>
                <a:effectLst/>
                <a:latin typeface="Fira Code" panose="020B0809050000020004" pitchFamily="49" charset="0"/>
              </a:rPr>
              <a:t>n'</a:t>
            </a:r>
            <a:r>
              <a:rPr lang="en-US" sz="2000" b="0" noProof="0" dirty="0" err="1">
                <a:solidFill>
                  <a:srgbClr val="000000"/>
                </a:solidFill>
                <a:effectLst/>
                <a:latin typeface="Fira Code" panose="020B0809050000020004" pitchFamily="49" charset="0"/>
              </a:rPr>
              <a:t>,</a:t>
            </a:r>
            <a:r>
              <a:rPr lang="en-US" sz="2000" b="0" noProof="0" dirty="0" err="1">
                <a:solidFill>
                  <a:srgbClr val="A31515"/>
                </a:solidFill>
                <a:effectLst/>
                <a:latin typeface="Fira Code" panose="020B0809050000020004" pitchFamily="49" charset="0"/>
              </a:rPr>
              <a:t>'N</a:t>
            </a:r>
            <a:r>
              <a:rPr lang="en-US" sz="2000" b="0" noProof="0" dirty="0">
                <a:solidFill>
                  <a:srgbClr val="A31515"/>
                </a:solidFill>
                <a:effectLst/>
                <a:latin typeface="Fira Code" panose="020B0809050000020004" pitchFamily="49" charset="0"/>
              </a:rPr>
              <a:t>'</a:t>
            </a:r>
            <a:r>
              <a:rPr lang="en-US" sz="2000" b="0" noProof="0" dirty="0">
                <a:solidFill>
                  <a:srgbClr val="000000"/>
                </a:solidFill>
                <a:effectLst/>
                <a:latin typeface="Fira Code" panose="020B0809050000020004" pitchFamily="49" charset="0"/>
              </a:rPr>
              <a:t>&gt;</a:t>
            </a:r>
            <a:r>
              <a:rPr lang="en-US" sz="600" b="0" noProof="0" dirty="0">
                <a:solidFill>
                  <a:srgbClr val="000000"/>
                </a:solidFill>
                <a:effectLst/>
                <a:latin typeface="Fira Code" panose="020B0809050000020004" pitchFamily="49" charset="0"/>
              </a:rPr>
              <a:t> </a:t>
            </a:r>
            <a:r>
              <a:rPr lang="en-US" sz="2000" b="0" noProof="0" dirty="0">
                <a:solidFill>
                  <a:srgbClr val="000000"/>
                </a:solidFill>
                <a:effectLst/>
                <a:latin typeface="Fira Code" panose="020B0809050000020004" pitchFamily="49" charset="0"/>
              </a:rPr>
              <a:t>(</a:t>
            </a:r>
            <a:r>
              <a:rPr lang="en-US" sz="2000" b="0" noProof="0" dirty="0">
                <a:solidFill>
                  <a:srgbClr val="098658"/>
                </a:solidFill>
                <a:effectLst/>
                <a:latin typeface="Fira Code" panose="020B0809050000020004" pitchFamily="49" charset="0"/>
              </a:rPr>
              <a:t>16</a:t>
            </a:r>
            <a:r>
              <a:rPr lang="en-US" sz="2000" b="0" noProof="0" dirty="0">
                <a:solidFill>
                  <a:srgbClr val="000000"/>
                </a:solidFill>
                <a:effectLst/>
                <a:latin typeface="Fira Code" panose="020B0809050000020004" pitchFamily="49" charset="0"/>
              </a:rPr>
              <a:t>) ^</a:t>
            </a:r>
          </a:p>
          <a:p>
            <a:pPr>
              <a:lnSpc>
                <a:spcPct val="113095"/>
              </a:lnSpc>
              <a:buNone/>
            </a:pPr>
            <a:r>
              <a:rPr lang="en-US" sz="2000" b="0" noProof="0" dirty="0">
                <a:solidFill>
                  <a:srgbClr val="000000"/>
                </a:solidFill>
                <a:effectLst/>
                <a:latin typeface="Fira Code" panose="020B0809050000020004" pitchFamily="49" charset="0"/>
              </a:rPr>
              <a:t>                </a:t>
            </a:r>
            <a:r>
              <a:rPr lang="en-US" sz="2000" b="0" noProof="0" dirty="0">
                <a:solidFill>
                  <a:srgbClr val="795E26"/>
                </a:solidFill>
                <a:effectLst/>
                <a:latin typeface="Fira Code" panose="020B0809050000020004" pitchFamily="49" charset="0"/>
              </a:rPr>
              <a:t>hoist</a:t>
            </a:r>
            <a:r>
              <a:rPr lang="en-US" sz="600" b="0" noProof="0" dirty="0">
                <a:solidFill>
                  <a:srgbClr val="795E26"/>
                </a:solidFill>
                <a:effectLst/>
                <a:latin typeface="Fira Code" panose="020B0809050000020004" pitchFamily="49" charset="0"/>
              </a:rPr>
              <a:t> </a:t>
            </a:r>
            <a:r>
              <a:rPr lang="en-US" sz="2000" b="0" noProof="0" dirty="0">
                <a:solidFill>
                  <a:srgbClr val="000000"/>
                </a:solidFill>
                <a:effectLst/>
                <a:latin typeface="Fira Code" panose="020B0809050000020004" pitchFamily="49" charset="0"/>
              </a:rPr>
              <a:t>&lt;</a:t>
            </a:r>
            <a:r>
              <a:rPr lang="en-US" sz="2000" b="0" noProof="0" dirty="0">
                <a:solidFill>
                  <a:srgbClr val="A31515"/>
                </a:solidFill>
                <a:effectLst/>
                <a:latin typeface="Fira Code" panose="020B0809050000020004" pitchFamily="49" charset="0"/>
              </a:rPr>
              <a:t>'M'</a:t>
            </a:r>
            <a:r>
              <a:rPr lang="en-US" sz="2000" b="0" noProof="0" dirty="0">
                <a:solidFill>
                  <a:srgbClr val="000000"/>
                </a:solidFill>
                <a:effectLst/>
                <a:latin typeface="Fira Code" panose="020B0809050000020004" pitchFamily="49" charset="0"/>
              </a:rPr>
              <a:t>,</a:t>
            </a:r>
            <a:r>
              <a:rPr lang="en-US" sz="2000" b="0" noProof="0" dirty="0">
                <a:solidFill>
                  <a:srgbClr val="A31515"/>
                </a:solidFill>
                <a:effectLst/>
                <a:latin typeface="Fira Code" panose="020B0809050000020004" pitchFamily="49" charset="0"/>
              </a:rPr>
              <a:t>'N'</a:t>
            </a:r>
            <a:r>
              <a:rPr lang="en-US" sz="2000" b="0" noProof="0" dirty="0">
                <a:solidFill>
                  <a:srgbClr val="000000"/>
                </a:solidFill>
                <a:effectLst/>
                <a:latin typeface="Fira Code" panose="020B0809050000020004" pitchFamily="49" charset="0"/>
              </a:rPr>
              <a:t>&gt;</a:t>
            </a:r>
            <a:r>
              <a:rPr lang="en-US" sz="600" b="0" noProof="0" dirty="0">
                <a:solidFill>
                  <a:srgbClr val="000000"/>
                </a:solidFill>
                <a:effectLst/>
                <a:latin typeface="Fira Code" panose="020B0809050000020004" pitchFamily="49" charset="0"/>
              </a:rPr>
              <a:t> </a:t>
            </a:r>
            <a:r>
              <a:rPr lang="en-US" sz="2000" b="0" noProof="0" dirty="0">
                <a:solidFill>
                  <a:srgbClr val="000000"/>
                </a:solidFill>
                <a:effectLst/>
                <a:latin typeface="Fira Code" panose="020B0809050000020004" pitchFamily="49" charset="0"/>
              </a:rPr>
              <a:t>();</a:t>
            </a:r>
          </a:p>
        </p:txBody>
      </p:sp>
      <p:sp>
        <p:nvSpPr>
          <p:cNvPr id="3" name="TextBox 2">
            <a:extLst>
              <a:ext uri="{FF2B5EF4-FFF2-40B4-BE49-F238E27FC236}">
                <a16:creationId xmlns:a16="http://schemas.microsoft.com/office/drawing/2014/main" id="{0FCBA717-9CCC-E582-9AD5-0BD4B28E0F5A}"/>
              </a:ext>
            </a:extLst>
          </p:cNvPr>
          <p:cNvSpPr txBox="1"/>
          <p:nvPr>
            <p:custDataLst>
              <p:tags r:id="rId10"/>
            </p:custDataLst>
          </p:nvPr>
        </p:nvSpPr>
        <p:spPr>
          <a:xfrm>
            <a:off x="1498604" y="3176471"/>
            <a:ext cx="9194792" cy="1124282"/>
          </a:xfrm>
          <a:prstGeom prst="rect">
            <a:avLst/>
          </a:prstGeom>
          <a:noFill/>
          <a:ln>
            <a:solidFill>
              <a:schemeClr val="tx1"/>
            </a:solidFill>
          </a:ln>
        </p:spPr>
        <p:txBody>
          <a:bodyPr wrap="none">
            <a:spAutoFit/>
          </a:bodyPr>
          <a:lstStyle/>
          <a:p>
            <a:pPr>
              <a:lnSpc>
                <a:spcPct val="113095"/>
              </a:lnSpc>
              <a:buNone/>
            </a:pPr>
            <a:r>
              <a:rPr lang="en-US" sz="2000" noProof="0" dirty="0">
                <a:solidFill>
                  <a:srgbClr val="000000"/>
                </a:solidFill>
                <a:latin typeface="Fira Code" panose="020B0809050000020004" pitchFamily="49" charset="0"/>
              </a:rPr>
              <a:t>(</a:t>
            </a:r>
            <a:r>
              <a:rPr lang="en-US" sz="2000" b="0" noProof="0" dirty="0">
                <a:solidFill>
                  <a:srgbClr val="795E26"/>
                </a:solidFill>
                <a:effectLst/>
                <a:latin typeface="Fira Code" panose="020B0809050000020004" pitchFamily="49" charset="0"/>
              </a:rPr>
              <a:t>traverser</a:t>
            </a:r>
            <a:r>
              <a:rPr lang="en-US" sz="2000" b="0" noProof="0" dirty="0">
                <a:solidFill>
                  <a:srgbClr val="000000"/>
                </a:solidFill>
                <a:effectLst/>
                <a:latin typeface="Fira Code" panose="020B0809050000020004" pitchFamily="49" charset="0"/>
              </a:rPr>
              <a:t>(</a:t>
            </a:r>
            <a:r>
              <a:rPr lang="en-US" sz="2000" b="0" noProof="0" dirty="0">
                <a:solidFill>
                  <a:srgbClr val="001080"/>
                </a:solidFill>
                <a:effectLst/>
                <a:latin typeface="Fira Code" panose="020B0809050000020004" pitchFamily="49" charset="0"/>
              </a:rPr>
              <a:t>C</a:t>
            </a:r>
            <a:r>
              <a:rPr lang="en-US" sz="2000" b="0" noProof="0" dirty="0">
                <a:solidFill>
                  <a:srgbClr val="000000"/>
                </a:solidFill>
                <a:effectLst/>
                <a:latin typeface="Fira Code" panose="020B0809050000020004" pitchFamily="49" charset="0"/>
              </a:rPr>
              <a:t>, </a:t>
            </a:r>
            <a:r>
              <a:rPr lang="en-US" sz="2000" b="0" noProof="0" dirty="0">
                <a:solidFill>
                  <a:srgbClr val="001080"/>
                </a:solidFill>
                <a:effectLst/>
                <a:latin typeface="Fira Code" panose="020B0809050000020004" pitchFamily="49" charset="0"/>
              </a:rPr>
              <a:t>B</a:t>
            </a:r>
            <a:r>
              <a:rPr lang="en-US" sz="2000" b="0" noProof="0" dirty="0">
                <a:solidFill>
                  <a:srgbClr val="000000"/>
                </a:solidFill>
                <a:effectLst/>
                <a:latin typeface="Fira Code" panose="020B0809050000020004" pitchFamily="49" charset="0"/>
              </a:rPr>
              <a:t>, </a:t>
            </a:r>
            <a:r>
              <a:rPr lang="en-US" sz="2000" b="0" noProof="0" dirty="0">
                <a:solidFill>
                  <a:srgbClr val="001080"/>
                </a:solidFill>
                <a:effectLst/>
                <a:latin typeface="Fira Code" panose="020B0809050000020004" pitchFamily="49" charset="0"/>
              </a:rPr>
              <a:t>A</a:t>
            </a:r>
            <a:r>
              <a:rPr lang="en-US" sz="2000" b="0" noProof="0" dirty="0">
                <a:solidFill>
                  <a:srgbClr val="000000"/>
                </a:solidFill>
                <a:effectLst/>
                <a:latin typeface="Fira Code" panose="020B0809050000020004" pitchFamily="49" charset="0"/>
              </a:rPr>
              <a:t>) ^ </a:t>
            </a:r>
            <a:r>
              <a:rPr lang="en-US" sz="2000" b="1" noProof="0" dirty="0" err="1">
                <a:solidFill>
                  <a:srgbClr val="001080"/>
                </a:solidFill>
                <a:effectLst/>
                <a:latin typeface="Fira Code" panose="020B0809050000020004" pitchFamily="49" charset="0"/>
              </a:rPr>
              <a:t>by_tiles</a:t>
            </a:r>
            <a:r>
              <a:rPr lang="en-US" sz="2000" b="0" noProof="0" dirty="0">
                <a:solidFill>
                  <a:srgbClr val="000000"/>
                </a:solidFill>
                <a:effectLst/>
                <a:latin typeface="Fira Code" panose="020B0809050000020004" pitchFamily="49" charset="0"/>
              </a:rPr>
              <a:t>).</a:t>
            </a:r>
            <a:r>
              <a:rPr lang="en-US" sz="2000" noProof="0" dirty="0">
                <a:solidFill>
                  <a:srgbClr val="795E26"/>
                </a:solidFill>
                <a:latin typeface="Fira Code" panose="020B0809050000020004" pitchFamily="49" charset="0"/>
              </a:rPr>
              <a:t>for_each</a:t>
            </a:r>
            <a:r>
              <a:rPr lang="en-US" sz="2000" b="0" noProof="0" dirty="0">
                <a:solidFill>
                  <a:srgbClr val="000000"/>
                </a:solidFill>
                <a:effectLst/>
                <a:latin typeface="Fira Code" panose="020B0809050000020004" pitchFamily="49" charset="0"/>
              </a:rPr>
              <a:t>([&amp;](</a:t>
            </a:r>
            <a:r>
              <a:rPr lang="en-US" sz="2000" b="0" noProof="0" dirty="0">
                <a:solidFill>
                  <a:srgbClr val="267F99"/>
                </a:solidFill>
                <a:effectLst/>
                <a:latin typeface="Fira Code" panose="020B0809050000020004" pitchFamily="49" charset="0"/>
              </a:rPr>
              <a:t>auto</a:t>
            </a:r>
            <a:r>
              <a:rPr lang="en-US" sz="2000" b="0" noProof="0" dirty="0">
                <a:solidFill>
                  <a:srgbClr val="000000"/>
                </a:solidFill>
                <a:effectLst/>
                <a:latin typeface="Fira Code" panose="020B0809050000020004" pitchFamily="49" charset="0"/>
              </a:rPr>
              <a:t> </a:t>
            </a:r>
            <a:r>
              <a:rPr lang="en-US" sz="2000" b="0" noProof="0" dirty="0">
                <a:solidFill>
                  <a:srgbClr val="001080"/>
                </a:solidFill>
                <a:effectLst/>
                <a:latin typeface="Fira Code" panose="020B0809050000020004" pitchFamily="49" charset="0"/>
              </a:rPr>
              <a:t>index</a:t>
            </a:r>
            <a:r>
              <a:rPr lang="en-US" sz="2000" b="0" noProof="0" dirty="0">
                <a:solidFill>
                  <a:srgbClr val="000000"/>
                </a:solidFill>
                <a:effectLst/>
                <a:latin typeface="Fira Code" panose="020B0809050000020004" pitchFamily="49" charset="0"/>
              </a:rPr>
              <a:t>) {</a:t>
            </a:r>
          </a:p>
          <a:p>
            <a:pPr>
              <a:lnSpc>
                <a:spcPct val="113095"/>
              </a:lnSpc>
              <a:buNone/>
            </a:pPr>
            <a:r>
              <a:rPr lang="en-US" sz="2000" b="0" noProof="0" dirty="0">
                <a:solidFill>
                  <a:srgbClr val="000000"/>
                </a:solidFill>
                <a:effectLst/>
                <a:latin typeface="Fira Code" panose="020B0809050000020004" pitchFamily="49" charset="0"/>
              </a:rPr>
              <a:t>    </a:t>
            </a:r>
            <a:r>
              <a:rPr lang="en-US" sz="2000" b="0" noProof="0" dirty="0">
                <a:solidFill>
                  <a:srgbClr val="001080"/>
                </a:solidFill>
                <a:effectLst/>
                <a:latin typeface="Fira Code" panose="020B0809050000020004" pitchFamily="49" charset="0"/>
              </a:rPr>
              <a:t>C</a:t>
            </a:r>
            <a:r>
              <a:rPr lang="en-US" sz="2000" b="0" noProof="0" dirty="0">
                <a:solidFill>
                  <a:srgbClr val="000000"/>
                </a:solidFill>
                <a:effectLst/>
                <a:latin typeface="Fira Code" panose="020B0809050000020004" pitchFamily="49" charset="0"/>
              </a:rPr>
              <a:t>[</a:t>
            </a:r>
            <a:r>
              <a:rPr lang="en-US" sz="2000" b="0" noProof="0" dirty="0">
                <a:solidFill>
                  <a:srgbClr val="001080"/>
                </a:solidFill>
                <a:effectLst/>
                <a:latin typeface="Fira Code" panose="020B0809050000020004" pitchFamily="49" charset="0"/>
              </a:rPr>
              <a:t>index</a:t>
            </a:r>
            <a:r>
              <a:rPr lang="en-US" sz="2000" b="0" noProof="0" dirty="0">
                <a:solidFill>
                  <a:srgbClr val="000000"/>
                </a:solidFill>
                <a:effectLst/>
                <a:latin typeface="Fira Code" panose="020B0809050000020004" pitchFamily="49" charset="0"/>
              </a:rPr>
              <a:t>] += </a:t>
            </a:r>
            <a:r>
              <a:rPr lang="en-US" sz="2000" b="0" noProof="0" dirty="0">
                <a:solidFill>
                  <a:srgbClr val="001080"/>
                </a:solidFill>
                <a:effectLst/>
                <a:latin typeface="Fira Code" panose="020B0809050000020004" pitchFamily="49" charset="0"/>
              </a:rPr>
              <a:t>A</a:t>
            </a:r>
            <a:r>
              <a:rPr lang="en-US" sz="2000" b="0" noProof="0" dirty="0">
                <a:solidFill>
                  <a:srgbClr val="000000"/>
                </a:solidFill>
                <a:effectLst/>
                <a:latin typeface="Fira Code" panose="020B0809050000020004" pitchFamily="49" charset="0"/>
              </a:rPr>
              <a:t>[</a:t>
            </a:r>
            <a:r>
              <a:rPr lang="en-US" sz="2000" b="0" noProof="0" dirty="0">
                <a:solidFill>
                  <a:srgbClr val="001080"/>
                </a:solidFill>
                <a:effectLst/>
                <a:latin typeface="Fira Code" panose="020B0809050000020004" pitchFamily="49" charset="0"/>
              </a:rPr>
              <a:t>index</a:t>
            </a:r>
            <a:r>
              <a:rPr lang="en-US" sz="2000" b="0" noProof="0" dirty="0">
                <a:solidFill>
                  <a:srgbClr val="000000"/>
                </a:solidFill>
                <a:effectLst/>
                <a:latin typeface="Fira Code" panose="020B0809050000020004" pitchFamily="49" charset="0"/>
              </a:rPr>
              <a:t>] * </a:t>
            </a:r>
            <a:r>
              <a:rPr lang="en-US" sz="2000" b="0" noProof="0" dirty="0">
                <a:solidFill>
                  <a:srgbClr val="001080"/>
                </a:solidFill>
                <a:effectLst/>
                <a:latin typeface="Fira Code" panose="020B0809050000020004" pitchFamily="49" charset="0"/>
              </a:rPr>
              <a:t>B</a:t>
            </a:r>
            <a:r>
              <a:rPr lang="en-US" sz="2000" b="0" noProof="0" dirty="0">
                <a:solidFill>
                  <a:srgbClr val="000000"/>
                </a:solidFill>
                <a:effectLst/>
                <a:latin typeface="Fira Code" panose="020B0809050000020004" pitchFamily="49" charset="0"/>
              </a:rPr>
              <a:t>[</a:t>
            </a:r>
            <a:r>
              <a:rPr lang="en-US" sz="2000" b="0" noProof="0" dirty="0">
                <a:solidFill>
                  <a:srgbClr val="001080"/>
                </a:solidFill>
                <a:effectLst/>
                <a:latin typeface="Fira Code" panose="020B0809050000020004" pitchFamily="49" charset="0"/>
              </a:rPr>
              <a:t>index</a:t>
            </a:r>
            <a:r>
              <a:rPr lang="en-US" sz="2000" b="0" noProof="0" dirty="0">
                <a:solidFill>
                  <a:srgbClr val="000000"/>
                </a:solidFill>
                <a:effectLst/>
                <a:latin typeface="Fira Code" panose="020B0809050000020004" pitchFamily="49" charset="0"/>
              </a:rPr>
              <a:t>];</a:t>
            </a:r>
          </a:p>
          <a:p>
            <a:pPr>
              <a:lnSpc>
                <a:spcPct val="113095"/>
              </a:lnSpc>
              <a:buNone/>
            </a:pPr>
            <a:r>
              <a:rPr lang="en-US" sz="2000" b="0" noProof="0" dirty="0">
                <a:solidFill>
                  <a:srgbClr val="000000"/>
                </a:solidFill>
                <a:effectLst/>
                <a:latin typeface="Fira Code" panose="020B0809050000020004" pitchFamily="49" charset="0"/>
              </a:rPr>
              <a:t>});</a:t>
            </a:r>
          </a:p>
        </p:txBody>
      </p:sp>
      <p:cxnSp>
        <p:nvCxnSpPr>
          <p:cNvPr id="7" name="Straight Arrow Connector 6">
            <a:extLst>
              <a:ext uri="{FF2B5EF4-FFF2-40B4-BE49-F238E27FC236}">
                <a16:creationId xmlns:a16="http://schemas.microsoft.com/office/drawing/2014/main" id="{DF00CA29-CB8D-E775-A70D-52850554C362}"/>
              </a:ext>
            </a:extLst>
          </p:cNvPr>
          <p:cNvCxnSpPr>
            <a:cxnSpLocks/>
            <a:stCxn id="8" idx="2"/>
            <a:endCxn id="3" idx="0"/>
          </p:cNvCxnSpPr>
          <p:nvPr>
            <p:custDataLst>
              <p:tags r:id="rId11"/>
            </p:custDataLst>
          </p:nvPr>
        </p:nvCxnSpPr>
        <p:spPr>
          <a:xfrm>
            <a:off x="6096000" y="2556199"/>
            <a:ext cx="0" cy="620272"/>
          </a:xfrm>
          <a:prstGeom prst="straightConnector1">
            <a:avLst/>
          </a:prstGeom>
          <a:ln w="1270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83" name="TextBox 82">
            <a:extLst>
              <a:ext uri="{FF2B5EF4-FFF2-40B4-BE49-F238E27FC236}">
                <a16:creationId xmlns:a16="http://schemas.microsoft.com/office/drawing/2014/main" id="{1195DDFC-51FA-D6DB-4B8E-E4B9CB728047}"/>
              </a:ext>
            </a:extLst>
          </p:cNvPr>
          <p:cNvSpPr txBox="1"/>
          <p:nvPr>
            <p:custDataLst>
              <p:tags r:id="rId12"/>
            </p:custDataLst>
          </p:nvPr>
        </p:nvSpPr>
        <p:spPr>
          <a:xfrm>
            <a:off x="3698997" y="4382925"/>
            <a:ext cx="4610558" cy="400110"/>
          </a:xfrm>
          <a:prstGeom prst="rect">
            <a:avLst/>
          </a:prstGeom>
          <a:noFill/>
        </p:spPr>
        <p:txBody>
          <a:bodyPr wrap="none" rtlCol="0">
            <a:spAutoFit/>
          </a:bodyPr>
          <a:lstStyle/>
          <a:p>
            <a:pPr algn="ctr"/>
            <a:r>
              <a:rPr lang="en-US" sz="2000" noProof="0" dirty="0"/>
              <a:t>Common optimization: compute by tiles</a:t>
            </a:r>
          </a:p>
        </p:txBody>
      </p:sp>
    </p:spTree>
    <p:custDataLst>
      <p:tags r:id="rId1"/>
    </p:custDataLst>
    <p:extLst>
      <p:ext uri="{BB962C8B-B14F-4D97-AF65-F5344CB8AC3E}">
        <p14:creationId xmlns:p14="http://schemas.microsoft.com/office/powerpoint/2010/main" val="389463424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DD9D588-D364-AF9C-5071-96FEC8DBE285}"/>
              </a:ext>
            </a:extLst>
          </p:cNvPr>
          <p:cNvSpPr>
            <a:spLocks noGrp="1"/>
          </p:cNvSpPr>
          <p:nvPr>
            <p:ph type="title"/>
            <p:custDataLst>
              <p:tags r:id="rId2"/>
            </p:custDataLst>
          </p:nvPr>
        </p:nvSpPr>
        <p:spPr/>
        <p:txBody>
          <a:bodyPr/>
          <a:lstStyle/>
          <a:p>
            <a:r>
              <a:rPr lang="en-US" noProof="0" dirty="0"/>
              <a:t>Traversal parallelization</a:t>
            </a:r>
          </a:p>
        </p:txBody>
      </p:sp>
      <p:sp>
        <p:nvSpPr>
          <p:cNvPr id="95" name="Content Placeholder 94">
            <a:extLst>
              <a:ext uri="{FF2B5EF4-FFF2-40B4-BE49-F238E27FC236}">
                <a16:creationId xmlns:a16="http://schemas.microsoft.com/office/drawing/2014/main" id="{93C01887-40CB-9411-BE90-232F3AF5F29E}"/>
              </a:ext>
            </a:extLst>
          </p:cNvPr>
          <p:cNvSpPr>
            <a:spLocks noGrp="1"/>
          </p:cNvSpPr>
          <p:nvPr>
            <p:ph idx="1"/>
            <p:custDataLst>
              <p:tags r:id="rId3"/>
            </p:custDataLst>
          </p:nvPr>
        </p:nvSpPr>
        <p:spPr/>
        <p:txBody>
          <a:bodyPr/>
          <a:lstStyle/>
          <a:p>
            <a:r>
              <a:rPr lang="en-US" noProof="0" dirty="0"/>
              <a:t>CPU</a:t>
            </a:r>
          </a:p>
          <a:p>
            <a:pPr lvl="1"/>
            <a:r>
              <a:rPr lang="en-US" noProof="0" dirty="0"/>
              <a:t>OpenMP</a:t>
            </a:r>
          </a:p>
          <a:p>
            <a:pPr marL="457200" lvl="1" indent="0">
              <a:buNone/>
            </a:pPr>
            <a:r>
              <a:rPr lang="en-US" noProof="0" dirty="0" err="1">
                <a:solidFill>
                  <a:srgbClr val="795E26"/>
                </a:solidFill>
                <a:latin typeface="Fira Code" panose="020B0809050000020004" pitchFamily="49" charset="0"/>
              </a:rPr>
              <a:t>omp_for_each</a:t>
            </a:r>
            <a:r>
              <a:rPr lang="en-US" noProof="0" dirty="0">
                <a:latin typeface="Fira Code" panose="020B0809050000020004" pitchFamily="49" charset="0"/>
              </a:rPr>
              <a:t>(</a:t>
            </a:r>
            <a:r>
              <a:rPr lang="en-US" noProof="0" dirty="0">
                <a:solidFill>
                  <a:srgbClr val="001080"/>
                </a:solidFill>
                <a:latin typeface="Fira Code" panose="020B0809050000020004" pitchFamily="49" charset="0"/>
              </a:rPr>
              <a:t>traverser</a:t>
            </a:r>
            <a:r>
              <a:rPr lang="en-US" noProof="0" dirty="0">
                <a:latin typeface="Fira Code" panose="020B0809050000020004" pitchFamily="49" charset="0"/>
              </a:rPr>
              <a:t>, …)</a:t>
            </a:r>
            <a:endParaRPr lang="en-US" noProof="0" dirty="0"/>
          </a:p>
          <a:p>
            <a:pPr lvl="1"/>
            <a:endParaRPr lang="en-US" noProof="0" dirty="0"/>
          </a:p>
          <a:p>
            <a:pPr lvl="1"/>
            <a:r>
              <a:rPr lang="en-US" noProof="0" dirty="0" err="1"/>
              <a:t>oneTBB</a:t>
            </a:r>
            <a:endParaRPr lang="en-US" noProof="0" dirty="0"/>
          </a:p>
          <a:p>
            <a:pPr marL="457200" lvl="1" indent="0">
              <a:buNone/>
            </a:pPr>
            <a:r>
              <a:rPr lang="en-US" noProof="0" dirty="0" err="1">
                <a:solidFill>
                  <a:srgbClr val="795E26"/>
                </a:solidFill>
                <a:latin typeface="Fira Code" panose="020B0809050000020004" pitchFamily="49" charset="0"/>
              </a:rPr>
              <a:t>tbb_for_each</a:t>
            </a:r>
            <a:r>
              <a:rPr lang="en-US" noProof="0" dirty="0">
                <a:latin typeface="Fira Code" panose="020B0809050000020004" pitchFamily="49" charset="0"/>
              </a:rPr>
              <a:t>(</a:t>
            </a:r>
            <a:r>
              <a:rPr lang="en-US" noProof="0" dirty="0">
                <a:solidFill>
                  <a:srgbClr val="001080"/>
                </a:solidFill>
                <a:latin typeface="Fira Code" panose="020B0809050000020004" pitchFamily="49" charset="0"/>
              </a:rPr>
              <a:t>traverser</a:t>
            </a:r>
            <a:r>
              <a:rPr lang="en-US" noProof="0" dirty="0">
                <a:latin typeface="Fira Code" panose="020B0809050000020004" pitchFamily="49" charset="0"/>
              </a:rPr>
              <a:t>, …)</a:t>
            </a:r>
            <a:r>
              <a:rPr lang="en-US" noProof="0" dirty="0"/>
              <a:t>	</a:t>
            </a:r>
          </a:p>
          <a:p>
            <a:endParaRPr lang="en-US" noProof="0" dirty="0"/>
          </a:p>
          <a:p>
            <a:pPr>
              <a:buSzPts val="100"/>
            </a:pPr>
            <a:r>
              <a:rPr lang="en-US" noProof="0" dirty="0">
                <a:solidFill>
                  <a:schemeClr val="tx1">
                    <a:alpha val="0"/>
                  </a:schemeClr>
                </a:solidFill>
              </a:rPr>
              <a:t>GPU</a:t>
            </a:r>
          </a:p>
          <a:p>
            <a:pPr marL="457200" lvl="1" indent="0">
              <a:buSzPts val="100"/>
              <a:buNone/>
            </a:pPr>
            <a:r>
              <a:rPr lang="en-US" noProof="0" dirty="0" err="1">
                <a:solidFill>
                  <a:srgbClr val="001080">
                    <a:alpha val="0"/>
                  </a:srgbClr>
                </a:solidFill>
                <a:latin typeface="Fira Code" panose="020B0809050000020004" pitchFamily="49" charset="0"/>
              </a:rPr>
              <a:t>cuda_traverser</a:t>
            </a:r>
            <a:r>
              <a:rPr lang="en-US" noProof="0" dirty="0">
                <a:solidFill>
                  <a:schemeClr val="tx1">
                    <a:alpha val="0"/>
                  </a:schemeClr>
                </a:solidFill>
                <a:latin typeface="Fira Code" panose="020B0809050000020004" pitchFamily="49" charset="0"/>
              </a:rPr>
              <a:t> = </a:t>
            </a:r>
            <a:r>
              <a:rPr lang="en-US" noProof="0" dirty="0" err="1">
                <a:solidFill>
                  <a:srgbClr val="795E26">
                    <a:alpha val="0"/>
                  </a:srgbClr>
                </a:solidFill>
                <a:latin typeface="Fira Code" panose="020B0809050000020004" pitchFamily="49" charset="0"/>
              </a:rPr>
              <a:t>cuda_threads</a:t>
            </a:r>
            <a:r>
              <a:rPr lang="en-US" sz="400" noProof="0" dirty="0">
                <a:solidFill>
                  <a:srgbClr val="795E26">
                    <a:alpha val="0"/>
                  </a:srgbClr>
                </a:solidFill>
                <a:latin typeface="Fira Code" panose="020B0809050000020004" pitchFamily="49" charset="0"/>
              </a:rPr>
              <a:t> </a:t>
            </a:r>
            <a:r>
              <a:rPr lang="en-US" noProof="0" dirty="0">
                <a:solidFill>
                  <a:schemeClr val="tx1">
                    <a:alpha val="0"/>
                  </a:schemeClr>
                </a:solidFill>
                <a:latin typeface="Fira Code" panose="020B0809050000020004" pitchFamily="49" charset="0"/>
              </a:rPr>
              <a:t>&lt;</a:t>
            </a:r>
            <a:r>
              <a:rPr lang="en-US" noProof="0" dirty="0">
                <a:solidFill>
                  <a:srgbClr val="FF0000">
                    <a:alpha val="0"/>
                  </a:srgbClr>
                </a:solidFill>
                <a:latin typeface="Fira Code" panose="020B0809050000020004" pitchFamily="49" charset="0"/>
              </a:rPr>
              <a:t>'</a:t>
            </a:r>
            <a:r>
              <a:rPr lang="en-US" noProof="0" dirty="0" err="1">
                <a:solidFill>
                  <a:srgbClr val="FF0000">
                    <a:alpha val="0"/>
                  </a:srgbClr>
                </a:solidFill>
                <a:latin typeface="Fira Code" panose="020B0809050000020004" pitchFamily="49" charset="0"/>
              </a:rPr>
              <a:t>t'</a:t>
            </a:r>
            <a:r>
              <a:rPr lang="en-US" noProof="0" dirty="0" err="1">
                <a:solidFill>
                  <a:schemeClr val="tx1">
                    <a:alpha val="0"/>
                  </a:schemeClr>
                </a:solidFill>
                <a:latin typeface="Fira Code" panose="020B0809050000020004" pitchFamily="49" charset="0"/>
              </a:rPr>
              <a:t>,</a:t>
            </a:r>
            <a:r>
              <a:rPr lang="en-US" noProof="0" dirty="0" err="1">
                <a:solidFill>
                  <a:srgbClr val="FF0000">
                    <a:alpha val="0"/>
                  </a:srgbClr>
                </a:solidFill>
                <a:latin typeface="Fira Code" panose="020B0809050000020004" pitchFamily="49" charset="0"/>
              </a:rPr>
              <a:t>'b</a:t>
            </a:r>
            <a:r>
              <a:rPr lang="en-US" noProof="0" dirty="0">
                <a:solidFill>
                  <a:srgbClr val="FF0000">
                    <a:alpha val="0"/>
                  </a:srgbClr>
                </a:solidFill>
                <a:latin typeface="Fira Code" panose="020B0809050000020004" pitchFamily="49" charset="0"/>
              </a:rPr>
              <a:t>'</a:t>
            </a:r>
            <a:r>
              <a:rPr lang="en-US" noProof="0" dirty="0">
                <a:solidFill>
                  <a:schemeClr val="tx1">
                    <a:alpha val="0"/>
                  </a:schemeClr>
                </a:solidFill>
                <a:latin typeface="Fira Code" panose="020B0809050000020004" pitchFamily="49" charset="0"/>
              </a:rPr>
              <a:t>&gt;</a:t>
            </a:r>
            <a:r>
              <a:rPr lang="en-US" sz="400" noProof="0" dirty="0">
                <a:solidFill>
                  <a:schemeClr val="tx1">
                    <a:alpha val="0"/>
                  </a:schemeClr>
                </a:solidFill>
                <a:latin typeface="Fira Code" panose="020B0809050000020004" pitchFamily="49" charset="0"/>
              </a:rPr>
              <a:t> </a:t>
            </a:r>
            <a:r>
              <a:rPr lang="en-US" noProof="0" dirty="0">
                <a:solidFill>
                  <a:schemeClr val="tx1">
                    <a:alpha val="0"/>
                  </a:schemeClr>
                </a:solidFill>
                <a:latin typeface="Fira Code" panose="020B0809050000020004" pitchFamily="49" charset="0"/>
              </a:rPr>
              <a:t>(</a:t>
            </a:r>
            <a:r>
              <a:rPr lang="en-US" noProof="0" dirty="0">
                <a:solidFill>
                  <a:srgbClr val="001080">
                    <a:alpha val="0"/>
                  </a:srgbClr>
                </a:solidFill>
                <a:latin typeface="Fira Code" panose="020B0809050000020004" pitchFamily="49" charset="0"/>
              </a:rPr>
              <a:t>traverser</a:t>
            </a:r>
            <a:r>
              <a:rPr lang="en-US" noProof="0" dirty="0">
                <a:solidFill>
                  <a:schemeClr val="tx1">
                    <a:alpha val="0"/>
                  </a:schemeClr>
                </a:solidFill>
                <a:latin typeface="Fira Code" panose="020B0809050000020004" pitchFamily="49" charset="0"/>
              </a:rPr>
              <a:t>)</a:t>
            </a:r>
          </a:p>
          <a:p>
            <a:pPr marL="457200" lvl="1" indent="0">
              <a:buSzPts val="100"/>
              <a:buNone/>
            </a:pPr>
            <a:r>
              <a:rPr lang="en-US" noProof="0" dirty="0" err="1">
                <a:solidFill>
                  <a:srgbClr val="001080">
                    <a:alpha val="0"/>
                  </a:srgbClr>
                </a:solidFill>
                <a:latin typeface="Fira Code" panose="020B0809050000020004" pitchFamily="49" charset="0"/>
              </a:rPr>
              <a:t>cuda_traverser</a:t>
            </a:r>
            <a:r>
              <a:rPr lang="en-US" noProof="0" dirty="0" err="1">
                <a:solidFill>
                  <a:schemeClr val="tx1">
                    <a:alpha val="0"/>
                  </a:schemeClr>
                </a:solidFill>
                <a:latin typeface="Fira Code" panose="020B0809050000020004" pitchFamily="49" charset="0"/>
              </a:rPr>
              <a:t>.</a:t>
            </a:r>
            <a:r>
              <a:rPr lang="en-US" noProof="0" dirty="0" err="1">
                <a:solidFill>
                  <a:srgbClr val="795E26">
                    <a:alpha val="0"/>
                  </a:srgbClr>
                </a:solidFill>
                <a:latin typeface="Fira Code" panose="020B0809050000020004" pitchFamily="49" charset="0"/>
              </a:rPr>
              <a:t>simple_run</a:t>
            </a:r>
            <a:r>
              <a:rPr lang="en-US" noProof="0" dirty="0">
                <a:solidFill>
                  <a:schemeClr val="tx1">
                    <a:alpha val="0"/>
                  </a:schemeClr>
                </a:solidFill>
                <a:latin typeface="Fira Code" panose="020B0809050000020004" pitchFamily="49" charset="0"/>
              </a:rPr>
              <a:t>(…)</a:t>
            </a:r>
          </a:p>
        </p:txBody>
      </p:sp>
      <p:sp>
        <p:nvSpPr>
          <p:cNvPr id="26" name="Date Placeholder 25">
            <a:extLst>
              <a:ext uri="{FF2B5EF4-FFF2-40B4-BE49-F238E27FC236}">
                <a16:creationId xmlns:a16="http://schemas.microsoft.com/office/drawing/2014/main" id="{FE517BC7-E591-4BF3-D827-EFF2CD30D196}"/>
              </a:ext>
            </a:extLst>
          </p:cNvPr>
          <p:cNvSpPr>
            <a:spLocks noGrp="1"/>
          </p:cNvSpPr>
          <p:nvPr>
            <p:ph type="dt" sz="half" idx="10"/>
            <p:custDataLst>
              <p:tags r:id="rId4"/>
            </p:custDataLst>
          </p:nvPr>
        </p:nvSpPr>
        <p:spPr/>
        <p:txBody>
          <a:bodyPr/>
          <a:lstStyle/>
          <a:p>
            <a:r>
              <a:rPr lang="en-US" noProof="0"/>
              <a:t>9/5/2026</a:t>
            </a:r>
            <a:endParaRPr lang="en-US" noProof="0" dirty="0"/>
          </a:p>
        </p:txBody>
      </p:sp>
      <p:sp>
        <p:nvSpPr>
          <p:cNvPr id="27" name="Slide Number Placeholder 26">
            <a:extLst>
              <a:ext uri="{FF2B5EF4-FFF2-40B4-BE49-F238E27FC236}">
                <a16:creationId xmlns:a16="http://schemas.microsoft.com/office/drawing/2014/main" id="{B740945D-1B4C-1335-1A43-458E59CE57FB}"/>
              </a:ext>
            </a:extLst>
          </p:cNvPr>
          <p:cNvSpPr>
            <a:spLocks noGrp="1"/>
          </p:cNvSpPr>
          <p:nvPr>
            <p:ph type="sldNum" sz="quarter" idx="12"/>
            <p:custDataLst>
              <p:tags r:id="rId5"/>
            </p:custDataLst>
          </p:nvPr>
        </p:nvSpPr>
        <p:spPr/>
        <p:txBody>
          <a:bodyPr/>
          <a:lstStyle/>
          <a:p>
            <a:r>
              <a:rPr lang="en-US" noProof="0"/>
              <a:t>9</a:t>
            </a:r>
            <a:endParaRPr lang="en-US" noProof="0" dirty="0"/>
          </a:p>
        </p:txBody>
      </p:sp>
    </p:spTree>
    <p:custDataLst>
      <p:tags r:id="rId1"/>
    </p:custDataLst>
    <p:extLst>
      <p:ext uri="{BB962C8B-B14F-4D97-AF65-F5344CB8AC3E}">
        <p14:creationId xmlns:p14="http://schemas.microsoft.com/office/powerpoint/2010/main" val="173444102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 name="Rectangle 95">
            <a:extLst>
              <a:ext uri="{FF2B5EF4-FFF2-40B4-BE49-F238E27FC236}">
                <a16:creationId xmlns:a16="http://schemas.microsoft.com/office/drawing/2014/main" id="{2EF9E071-1389-EE9C-0095-6F47C9FA3FA8}"/>
              </a:ext>
            </a:extLst>
          </p:cNvPr>
          <p:cNvSpPr/>
          <p:nvPr>
            <p:custDataLst>
              <p:tags r:id="rId2"/>
            </p:custDataLst>
          </p:nvPr>
        </p:nvSpPr>
        <p:spPr>
          <a:xfrm>
            <a:off x="6365700" y="4813730"/>
            <a:ext cx="1636420" cy="326688"/>
          </a:xfrm>
          <a:prstGeom prst="rect">
            <a:avLst/>
          </a:prstGeom>
          <a:solidFill>
            <a:srgbClr val="C0C0C0">
              <a:alpha val="2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noProof="0" dirty="0"/>
          </a:p>
        </p:txBody>
      </p:sp>
      <p:sp>
        <p:nvSpPr>
          <p:cNvPr id="4" name="Title 3">
            <a:extLst>
              <a:ext uri="{FF2B5EF4-FFF2-40B4-BE49-F238E27FC236}">
                <a16:creationId xmlns:a16="http://schemas.microsoft.com/office/drawing/2014/main" id="{1DD9D588-D364-AF9C-5071-96FEC8DBE285}"/>
              </a:ext>
            </a:extLst>
          </p:cNvPr>
          <p:cNvSpPr>
            <a:spLocks noGrp="1"/>
          </p:cNvSpPr>
          <p:nvPr>
            <p:ph type="title"/>
            <p:custDataLst>
              <p:tags r:id="rId3"/>
            </p:custDataLst>
          </p:nvPr>
        </p:nvSpPr>
        <p:spPr/>
        <p:txBody>
          <a:bodyPr/>
          <a:lstStyle/>
          <a:p>
            <a:r>
              <a:rPr lang="en-US" noProof="0" dirty="0"/>
              <a:t>Traversal parallelization</a:t>
            </a:r>
          </a:p>
        </p:txBody>
      </p:sp>
      <p:sp>
        <p:nvSpPr>
          <p:cNvPr id="95" name="Content Placeholder 94">
            <a:extLst>
              <a:ext uri="{FF2B5EF4-FFF2-40B4-BE49-F238E27FC236}">
                <a16:creationId xmlns:a16="http://schemas.microsoft.com/office/drawing/2014/main" id="{93C01887-40CB-9411-BE90-232F3AF5F29E}"/>
              </a:ext>
            </a:extLst>
          </p:cNvPr>
          <p:cNvSpPr>
            <a:spLocks noGrp="1"/>
          </p:cNvSpPr>
          <p:nvPr>
            <p:ph idx="1"/>
            <p:custDataLst>
              <p:tags r:id="rId4"/>
            </p:custDataLst>
          </p:nvPr>
        </p:nvSpPr>
        <p:spPr/>
        <p:txBody>
          <a:bodyPr/>
          <a:lstStyle/>
          <a:p>
            <a:r>
              <a:rPr lang="en-US" noProof="0" dirty="0"/>
              <a:t>CPU</a:t>
            </a:r>
          </a:p>
          <a:p>
            <a:pPr lvl="1"/>
            <a:r>
              <a:rPr lang="en-US" noProof="0" dirty="0"/>
              <a:t>OpenMP</a:t>
            </a:r>
          </a:p>
          <a:p>
            <a:pPr marL="457200" lvl="1" indent="0">
              <a:buNone/>
            </a:pPr>
            <a:r>
              <a:rPr lang="en-US" noProof="0" dirty="0" err="1">
                <a:solidFill>
                  <a:srgbClr val="795E26"/>
                </a:solidFill>
                <a:latin typeface="Fira Code" panose="020B0809050000020004" pitchFamily="49" charset="0"/>
              </a:rPr>
              <a:t>omp_for_each</a:t>
            </a:r>
            <a:r>
              <a:rPr lang="en-US" noProof="0" dirty="0">
                <a:latin typeface="Fira Code" panose="020B0809050000020004" pitchFamily="49" charset="0"/>
              </a:rPr>
              <a:t>(</a:t>
            </a:r>
            <a:r>
              <a:rPr lang="en-US" noProof="0" dirty="0">
                <a:solidFill>
                  <a:srgbClr val="001080"/>
                </a:solidFill>
                <a:latin typeface="Fira Code" panose="020B0809050000020004" pitchFamily="49" charset="0"/>
              </a:rPr>
              <a:t>traverser</a:t>
            </a:r>
            <a:r>
              <a:rPr lang="en-US" noProof="0" dirty="0">
                <a:latin typeface="Fira Code" panose="020B0809050000020004" pitchFamily="49" charset="0"/>
              </a:rPr>
              <a:t>, …)</a:t>
            </a:r>
            <a:endParaRPr lang="en-US" noProof="0" dirty="0"/>
          </a:p>
          <a:p>
            <a:pPr lvl="1"/>
            <a:endParaRPr lang="en-US" noProof="0" dirty="0"/>
          </a:p>
          <a:p>
            <a:pPr lvl="1"/>
            <a:r>
              <a:rPr lang="en-US" noProof="0" dirty="0" err="1"/>
              <a:t>oneTBB</a:t>
            </a:r>
            <a:endParaRPr lang="en-US" noProof="0" dirty="0"/>
          </a:p>
          <a:p>
            <a:pPr marL="457200" lvl="1" indent="0">
              <a:buNone/>
            </a:pPr>
            <a:r>
              <a:rPr lang="en-US" noProof="0" dirty="0" err="1">
                <a:solidFill>
                  <a:srgbClr val="795E26"/>
                </a:solidFill>
                <a:latin typeface="Fira Code" panose="020B0809050000020004" pitchFamily="49" charset="0"/>
              </a:rPr>
              <a:t>tbb_for_each</a:t>
            </a:r>
            <a:r>
              <a:rPr lang="en-US" noProof="0" dirty="0">
                <a:latin typeface="Fira Code" panose="020B0809050000020004" pitchFamily="49" charset="0"/>
              </a:rPr>
              <a:t>(</a:t>
            </a:r>
            <a:r>
              <a:rPr lang="en-US" noProof="0" dirty="0">
                <a:solidFill>
                  <a:srgbClr val="001080"/>
                </a:solidFill>
                <a:latin typeface="Fira Code" panose="020B0809050000020004" pitchFamily="49" charset="0"/>
              </a:rPr>
              <a:t>traverser</a:t>
            </a:r>
            <a:r>
              <a:rPr lang="en-US" noProof="0" dirty="0">
                <a:latin typeface="Fira Code" panose="020B0809050000020004" pitchFamily="49" charset="0"/>
              </a:rPr>
              <a:t>, …)</a:t>
            </a:r>
            <a:r>
              <a:rPr lang="en-US" noProof="0" dirty="0"/>
              <a:t>	</a:t>
            </a:r>
          </a:p>
          <a:p>
            <a:endParaRPr lang="en-US" noProof="0" dirty="0"/>
          </a:p>
          <a:p>
            <a:r>
              <a:rPr lang="en-US" noProof="0" dirty="0"/>
              <a:t>GPU</a:t>
            </a:r>
          </a:p>
          <a:p>
            <a:pPr marL="457200" lvl="1" indent="0">
              <a:buNone/>
            </a:pPr>
            <a:r>
              <a:rPr lang="en-US" noProof="0" dirty="0" err="1">
                <a:solidFill>
                  <a:srgbClr val="001080"/>
                </a:solidFill>
                <a:latin typeface="Fira Code" panose="020B0809050000020004" pitchFamily="49" charset="0"/>
              </a:rPr>
              <a:t>cuda_traverser</a:t>
            </a:r>
            <a:r>
              <a:rPr lang="en-US" noProof="0" dirty="0">
                <a:latin typeface="Fira Code" panose="020B0809050000020004" pitchFamily="49" charset="0"/>
              </a:rPr>
              <a:t> = </a:t>
            </a:r>
            <a:r>
              <a:rPr lang="en-US" noProof="0" dirty="0" err="1">
                <a:solidFill>
                  <a:srgbClr val="795E26"/>
                </a:solidFill>
                <a:latin typeface="Fira Code" panose="020B0809050000020004" pitchFamily="49" charset="0"/>
              </a:rPr>
              <a:t>cuda_threads</a:t>
            </a:r>
            <a:r>
              <a:rPr lang="en-US" sz="400" noProof="0" dirty="0">
                <a:solidFill>
                  <a:srgbClr val="795E26"/>
                </a:solidFill>
                <a:latin typeface="Fira Code" panose="020B0809050000020004" pitchFamily="49" charset="0"/>
              </a:rPr>
              <a:t> </a:t>
            </a:r>
            <a:r>
              <a:rPr lang="en-US" noProof="0" dirty="0">
                <a:latin typeface="Fira Code" panose="020B0809050000020004" pitchFamily="49" charset="0"/>
              </a:rPr>
              <a:t>&lt;</a:t>
            </a:r>
            <a:r>
              <a:rPr lang="en-US" noProof="0" dirty="0">
                <a:solidFill>
                  <a:srgbClr val="FF0000"/>
                </a:solidFill>
                <a:latin typeface="Fira Code" panose="020B0809050000020004" pitchFamily="49" charset="0"/>
              </a:rPr>
              <a:t>'</a:t>
            </a:r>
            <a:r>
              <a:rPr lang="en-US" noProof="0" dirty="0" err="1">
                <a:solidFill>
                  <a:srgbClr val="FF0000"/>
                </a:solidFill>
                <a:latin typeface="Fira Code" panose="020B0809050000020004" pitchFamily="49" charset="0"/>
              </a:rPr>
              <a:t>t'</a:t>
            </a:r>
            <a:r>
              <a:rPr lang="en-US" noProof="0" dirty="0" err="1">
                <a:latin typeface="Fira Code" panose="020B0809050000020004" pitchFamily="49" charset="0"/>
              </a:rPr>
              <a:t>,</a:t>
            </a:r>
            <a:r>
              <a:rPr lang="en-US" noProof="0" dirty="0" err="1">
                <a:solidFill>
                  <a:srgbClr val="FF0000"/>
                </a:solidFill>
                <a:latin typeface="Fira Code" panose="020B0809050000020004" pitchFamily="49" charset="0"/>
              </a:rPr>
              <a:t>'b</a:t>
            </a:r>
            <a:r>
              <a:rPr lang="en-US" noProof="0" dirty="0">
                <a:solidFill>
                  <a:srgbClr val="FF0000"/>
                </a:solidFill>
                <a:latin typeface="Fira Code" panose="020B0809050000020004" pitchFamily="49" charset="0"/>
              </a:rPr>
              <a:t>'</a:t>
            </a:r>
            <a:r>
              <a:rPr lang="en-US" noProof="0" dirty="0">
                <a:latin typeface="Fira Code" panose="020B0809050000020004" pitchFamily="49" charset="0"/>
              </a:rPr>
              <a:t>&gt;</a:t>
            </a:r>
            <a:r>
              <a:rPr lang="en-US" sz="400" noProof="0" dirty="0">
                <a:latin typeface="Fira Code" panose="020B0809050000020004" pitchFamily="49" charset="0"/>
              </a:rPr>
              <a:t> </a:t>
            </a:r>
            <a:r>
              <a:rPr lang="en-US" noProof="0" dirty="0">
                <a:latin typeface="Fira Code" panose="020B0809050000020004" pitchFamily="49" charset="0"/>
              </a:rPr>
              <a:t>(</a:t>
            </a:r>
            <a:r>
              <a:rPr lang="en-US" noProof="0" dirty="0">
                <a:solidFill>
                  <a:srgbClr val="001080"/>
                </a:solidFill>
                <a:latin typeface="Fira Code" panose="020B0809050000020004" pitchFamily="49" charset="0"/>
              </a:rPr>
              <a:t>traverser</a:t>
            </a:r>
            <a:r>
              <a:rPr lang="en-US" noProof="0" dirty="0">
                <a:latin typeface="Fira Code" panose="020B0809050000020004" pitchFamily="49" charset="0"/>
              </a:rPr>
              <a:t>)</a:t>
            </a:r>
          </a:p>
          <a:p>
            <a:pPr marL="457200" lvl="1" indent="0">
              <a:buNone/>
            </a:pPr>
            <a:r>
              <a:rPr lang="en-US" noProof="0" dirty="0" err="1">
                <a:solidFill>
                  <a:srgbClr val="001080"/>
                </a:solidFill>
                <a:latin typeface="Fira Code" panose="020B0809050000020004" pitchFamily="49" charset="0"/>
              </a:rPr>
              <a:t>cuda_traverser</a:t>
            </a:r>
            <a:r>
              <a:rPr lang="en-US" noProof="0" dirty="0" err="1">
                <a:latin typeface="Fira Code" panose="020B0809050000020004" pitchFamily="49" charset="0"/>
              </a:rPr>
              <a:t>.</a:t>
            </a:r>
            <a:r>
              <a:rPr lang="en-US" noProof="0" dirty="0" err="1">
                <a:solidFill>
                  <a:srgbClr val="795E26"/>
                </a:solidFill>
                <a:latin typeface="Fira Code" panose="020B0809050000020004" pitchFamily="49" charset="0"/>
              </a:rPr>
              <a:t>simple_run</a:t>
            </a:r>
            <a:r>
              <a:rPr lang="en-US" noProof="0" dirty="0">
                <a:latin typeface="Fira Code" panose="020B0809050000020004" pitchFamily="49" charset="0"/>
              </a:rPr>
              <a:t>(…)</a:t>
            </a:r>
            <a:endParaRPr lang="en-US" noProof="0" dirty="0">
              <a:solidFill>
                <a:srgbClr val="001080"/>
              </a:solidFill>
              <a:latin typeface="Fira Code" panose="020B0809050000020004" pitchFamily="49" charset="0"/>
            </a:endParaRPr>
          </a:p>
        </p:txBody>
      </p:sp>
      <p:sp>
        <p:nvSpPr>
          <p:cNvPr id="26" name="Date Placeholder 25">
            <a:extLst>
              <a:ext uri="{FF2B5EF4-FFF2-40B4-BE49-F238E27FC236}">
                <a16:creationId xmlns:a16="http://schemas.microsoft.com/office/drawing/2014/main" id="{FE517BC7-E591-4BF3-D827-EFF2CD30D196}"/>
              </a:ext>
            </a:extLst>
          </p:cNvPr>
          <p:cNvSpPr>
            <a:spLocks noGrp="1"/>
          </p:cNvSpPr>
          <p:nvPr>
            <p:ph type="dt" sz="half" idx="10"/>
            <p:custDataLst>
              <p:tags r:id="rId5"/>
            </p:custDataLst>
          </p:nvPr>
        </p:nvSpPr>
        <p:spPr/>
        <p:txBody>
          <a:bodyPr/>
          <a:lstStyle/>
          <a:p>
            <a:r>
              <a:rPr lang="en-US" noProof="0"/>
              <a:t>9/5/2026</a:t>
            </a:r>
            <a:endParaRPr lang="en-US" noProof="0" dirty="0"/>
          </a:p>
        </p:txBody>
      </p:sp>
      <p:sp>
        <p:nvSpPr>
          <p:cNvPr id="27" name="Slide Number Placeholder 26">
            <a:extLst>
              <a:ext uri="{FF2B5EF4-FFF2-40B4-BE49-F238E27FC236}">
                <a16:creationId xmlns:a16="http://schemas.microsoft.com/office/drawing/2014/main" id="{B740945D-1B4C-1335-1A43-458E59CE57FB}"/>
              </a:ext>
            </a:extLst>
          </p:cNvPr>
          <p:cNvSpPr>
            <a:spLocks noGrp="1"/>
          </p:cNvSpPr>
          <p:nvPr>
            <p:ph type="sldNum" sz="quarter" idx="12"/>
            <p:custDataLst>
              <p:tags r:id="rId6"/>
            </p:custDataLst>
          </p:nvPr>
        </p:nvSpPr>
        <p:spPr/>
        <p:txBody>
          <a:bodyPr/>
          <a:lstStyle/>
          <a:p>
            <a:r>
              <a:rPr lang="en-US" noProof="0"/>
              <a:t>9</a:t>
            </a:r>
            <a:endParaRPr lang="en-US" noProof="0" dirty="0"/>
          </a:p>
        </p:txBody>
      </p:sp>
    </p:spTree>
    <p:custDataLst>
      <p:tags r:id="rId1"/>
    </p:custDataLst>
    <p:extLst>
      <p:ext uri="{BB962C8B-B14F-4D97-AF65-F5344CB8AC3E}">
        <p14:creationId xmlns:p14="http://schemas.microsoft.com/office/powerpoint/2010/main" val="284720212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B9F1F4AB-2185-6145-DDA4-1F034DCDFC56}"/>
              </a:ext>
            </a:extLst>
          </p:cNvPr>
          <p:cNvSpPr>
            <a:spLocks noGrp="1"/>
          </p:cNvSpPr>
          <p:nvPr>
            <p:ph type="title"/>
            <p:custDataLst>
              <p:tags r:id="rId2"/>
            </p:custDataLst>
          </p:nvPr>
        </p:nvSpPr>
        <p:spPr/>
        <p:txBody>
          <a:bodyPr/>
          <a:lstStyle/>
          <a:p>
            <a:r>
              <a:rPr lang="en-US" noProof="0" dirty="0"/>
              <a:t>Autotuning</a:t>
            </a:r>
          </a:p>
        </p:txBody>
      </p:sp>
      <p:sp>
        <p:nvSpPr>
          <p:cNvPr id="2" name="Date Placeholder 1">
            <a:extLst>
              <a:ext uri="{FF2B5EF4-FFF2-40B4-BE49-F238E27FC236}">
                <a16:creationId xmlns:a16="http://schemas.microsoft.com/office/drawing/2014/main" id="{44FA33F8-BA09-FE20-AA3F-F979C5E8EF66}"/>
              </a:ext>
            </a:extLst>
          </p:cNvPr>
          <p:cNvSpPr>
            <a:spLocks noGrp="1"/>
          </p:cNvSpPr>
          <p:nvPr>
            <p:ph type="dt" sz="half" idx="10"/>
            <p:custDataLst>
              <p:tags r:id="rId3"/>
            </p:custDataLst>
          </p:nvPr>
        </p:nvSpPr>
        <p:spPr/>
        <p:txBody>
          <a:bodyPr/>
          <a:lstStyle/>
          <a:p>
            <a:r>
              <a:rPr lang="en-US" noProof="0"/>
              <a:t>9/5/2026</a:t>
            </a:r>
            <a:endParaRPr lang="en-US" noProof="0" dirty="0"/>
          </a:p>
        </p:txBody>
      </p:sp>
      <p:sp>
        <p:nvSpPr>
          <p:cNvPr id="3" name="Slide Number Placeholder 2">
            <a:extLst>
              <a:ext uri="{FF2B5EF4-FFF2-40B4-BE49-F238E27FC236}">
                <a16:creationId xmlns:a16="http://schemas.microsoft.com/office/drawing/2014/main" id="{9CFF31DD-3BF8-7967-3565-500F50D5E9D9}"/>
              </a:ext>
            </a:extLst>
          </p:cNvPr>
          <p:cNvSpPr>
            <a:spLocks noGrp="1"/>
          </p:cNvSpPr>
          <p:nvPr>
            <p:ph type="sldNum" sz="quarter" idx="12"/>
            <p:custDataLst>
              <p:tags r:id="rId4"/>
            </p:custDataLst>
          </p:nvPr>
        </p:nvSpPr>
        <p:spPr/>
        <p:txBody>
          <a:bodyPr/>
          <a:lstStyle/>
          <a:p>
            <a:r>
              <a:rPr lang="en-US" noProof="0"/>
              <a:t>10</a:t>
            </a:r>
            <a:endParaRPr lang="en-US" noProof="0" dirty="0"/>
          </a:p>
        </p:txBody>
      </p:sp>
    </p:spTree>
    <p:custDataLst>
      <p:tags r:id="rId1"/>
    </p:custDataLst>
    <p:extLst>
      <p:ext uri="{BB962C8B-B14F-4D97-AF65-F5344CB8AC3E}">
        <p14:creationId xmlns:p14="http://schemas.microsoft.com/office/powerpoint/2010/main" val="293177894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B9F1F4AB-2185-6145-DDA4-1F034DCDFC56}"/>
              </a:ext>
            </a:extLst>
          </p:cNvPr>
          <p:cNvSpPr>
            <a:spLocks noGrp="1"/>
          </p:cNvSpPr>
          <p:nvPr>
            <p:ph type="title"/>
            <p:custDataLst>
              <p:tags r:id="rId2"/>
            </p:custDataLst>
          </p:nvPr>
        </p:nvSpPr>
        <p:spPr/>
        <p:txBody>
          <a:bodyPr/>
          <a:lstStyle/>
          <a:p>
            <a:r>
              <a:rPr lang="en-US" noProof="0" dirty="0"/>
              <a:t>Autotuning</a:t>
            </a:r>
          </a:p>
        </p:txBody>
      </p:sp>
      <p:sp>
        <p:nvSpPr>
          <p:cNvPr id="2" name="Date Placeholder 1">
            <a:extLst>
              <a:ext uri="{FF2B5EF4-FFF2-40B4-BE49-F238E27FC236}">
                <a16:creationId xmlns:a16="http://schemas.microsoft.com/office/drawing/2014/main" id="{44FA33F8-BA09-FE20-AA3F-F979C5E8EF66}"/>
              </a:ext>
            </a:extLst>
          </p:cNvPr>
          <p:cNvSpPr>
            <a:spLocks noGrp="1"/>
          </p:cNvSpPr>
          <p:nvPr>
            <p:ph type="dt" sz="half" idx="10"/>
            <p:custDataLst>
              <p:tags r:id="rId3"/>
            </p:custDataLst>
          </p:nvPr>
        </p:nvSpPr>
        <p:spPr/>
        <p:txBody>
          <a:bodyPr/>
          <a:lstStyle/>
          <a:p>
            <a:r>
              <a:rPr lang="en-US" noProof="0"/>
              <a:t>9/5/2026</a:t>
            </a:r>
            <a:endParaRPr lang="en-US" noProof="0" dirty="0"/>
          </a:p>
        </p:txBody>
      </p:sp>
      <p:sp>
        <p:nvSpPr>
          <p:cNvPr id="3" name="Slide Number Placeholder 2">
            <a:extLst>
              <a:ext uri="{FF2B5EF4-FFF2-40B4-BE49-F238E27FC236}">
                <a16:creationId xmlns:a16="http://schemas.microsoft.com/office/drawing/2014/main" id="{9CFF31DD-3BF8-7967-3565-500F50D5E9D9}"/>
              </a:ext>
            </a:extLst>
          </p:cNvPr>
          <p:cNvSpPr>
            <a:spLocks noGrp="1"/>
          </p:cNvSpPr>
          <p:nvPr>
            <p:ph type="sldNum" sz="quarter" idx="12"/>
            <p:custDataLst>
              <p:tags r:id="rId4"/>
            </p:custDataLst>
          </p:nvPr>
        </p:nvSpPr>
        <p:spPr/>
        <p:txBody>
          <a:bodyPr/>
          <a:lstStyle/>
          <a:p>
            <a:r>
              <a:rPr lang="en-US" noProof="0"/>
              <a:t>10</a:t>
            </a:r>
            <a:endParaRPr lang="en-US" noProof="0" dirty="0"/>
          </a:p>
        </p:txBody>
      </p:sp>
      <p:sp>
        <p:nvSpPr>
          <p:cNvPr id="35" name="Speech Bubble: Rectangle with Corners Rounded 34">
            <a:extLst>
              <a:ext uri="{FF2B5EF4-FFF2-40B4-BE49-F238E27FC236}">
                <a16:creationId xmlns:a16="http://schemas.microsoft.com/office/drawing/2014/main" id="{1FDBB004-242D-F064-134B-A20DA6C00791}"/>
              </a:ext>
            </a:extLst>
          </p:cNvPr>
          <p:cNvSpPr/>
          <p:nvPr>
            <p:custDataLst>
              <p:tags r:id="rId5"/>
            </p:custDataLst>
          </p:nvPr>
        </p:nvSpPr>
        <p:spPr>
          <a:xfrm>
            <a:off x="98450" y="2280208"/>
            <a:ext cx="2407303" cy="842437"/>
          </a:xfrm>
          <a:prstGeom prst="wedgeRoundRectCallout">
            <a:avLst>
              <a:gd name="adj1" fmla="val 54139"/>
              <a:gd name="adj2" fmla="val -39354"/>
              <a:gd name="adj3" fmla="val 16667"/>
            </a:avLst>
          </a:prstGeom>
          <a:gradFill>
            <a:gsLst>
              <a:gs pos="0">
                <a:srgbClr val="D7ADD0"/>
              </a:gs>
              <a:gs pos="50000">
                <a:srgbClr val="CD9FC6"/>
              </a:gs>
              <a:gs pos="100000">
                <a:srgbClr val="C88CBE"/>
              </a:gs>
            </a:gsLst>
          </a:gradFill>
        </p:spPr>
        <p:style>
          <a:lnRef idx="1">
            <a:schemeClr val="accent5"/>
          </a:lnRef>
          <a:fillRef idx="2">
            <a:schemeClr val="accent5"/>
          </a:fillRef>
          <a:effectRef idx="1">
            <a:schemeClr val="accent5"/>
          </a:effectRef>
          <a:fontRef idx="minor">
            <a:schemeClr val="dk1"/>
          </a:fontRef>
        </p:style>
        <p:txBody>
          <a:bodyPr rtlCol="0" anchor="ctr"/>
          <a:lstStyle/>
          <a:p>
            <a:pPr algn="ctr"/>
            <a:r>
              <a:rPr lang="en-US" sz="2400" noProof="0" dirty="0"/>
              <a:t>Tile</a:t>
            </a:r>
            <a:r>
              <a:rPr lang="en-US" sz="1600" noProof="0" dirty="0"/>
              <a:t> </a:t>
            </a:r>
            <a:r>
              <a:rPr lang="en-US" sz="2400" noProof="0" dirty="0"/>
              <a:t>size</a:t>
            </a:r>
            <a:r>
              <a:rPr lang="en-US" sz="1600" noProof="0" dirty="0"/>
              <a:t> </a:t>
            </a:r>
            <a:r>
              <a:rPr lang="en-US" sz="2400" noProof="0" dirty="0"/>
              <a:t>for</a:t>
            </a:r>
            <a:r>
              <a:rPr lang="en-US" sz="1600" noProof="0" dirty="0"/>
              <a:t> </a:t>
            </a:r>
            <a:r>
              <a:rPr lang="en-US" sz="2400" noProof="0" dirty="0"/>
              <a:t>tiling</a:t>
            </a:r>
            <a:br>
              <a:rPr lang="en-US" sz="2400" noProof="0" dirty="0"/>
            </a:br>
            <a:endParaRPr lang="en-US" sz="2400" noProof="0" dirty="0">
              <a:latin typeface="Fira Code" panose="020B0809050000020004" pitchFamily="49" charset="0"/>
              <a:ea typeface="Fira Code" panose="020B0809050000020004" pitchFamily="49" charset="0"/>
              <a:cs typeface="Fira Code" panose="020B0809050000020004" pitchFamily="49" charset="0"/>
            </a:endParaRPr>
          </a:p>
        </p:txBody>
      </p:sp>
      <p:sp>
        <p:nvSpPr>
          <p:cNvPr id="4" name="Flowchart: Process 3">
            <a:extLst>
              <a:ext uri="{FF2B5EF4-FFF2-40B4-BE49-F238E27FC236}">
                <a16:creationId xmlns:a16="http://schemas.microsoft.com/office/drawing/2014/main" id="{1A3646A4-0501-E64C-9EBA-2A5D70FCC45E}"/>
              </a:ext>
            </a:extLst>
          </p:cNvPr>
          <p:cNvSpPr/>
          <p:nvPr>
            <p:custDataLst>
              <p:tags r:id="rId6"/>
            </p:custDataLst>
          </p:nvPr>
        </p:nvSpPr>
        <p:spPr>
          <a:xfrm>
            <a:off x="2623518" y="1690418"/>
            <a:ext cx="2279575" cy="842437"/>
          </a:xfrm>
          <a:prstGeom prst="flowChartProcess">
            <a:avLst/>
          </a:prstGeom>
          <a:gradFill>
            <a:gsLst>
              <a:gs pos="0">
                <a:srgbClr val="E96733"/>
              </a:gs>
              <a:gs pos="50000">
                <a:schemeClr val="accent2">
                  <a:satMod val="110000"/>
                  <a:lumMod val="100000"/>
                  <a:shade val="100000"/>
                </a:schemeClr>
              </a:gs>
              <a:gs pos="100000">
                <a:schemeClr val="accent2">
                  <a:lumMod val="99000"/>
                  <a:satMod val="120000"/>
                  <a:shade val="78000"/>
                </a:schemeClr>
              </a:gs>
            </a:gsLst>
          </a:gradFill>
          <a:ln>
            <a:solidFill>
              <a:schemeClr val="tx1"/>
            </a:solidFill>
          </a:ln>
        </p:spPr>
        <p:style>
          <a:lnRef idx="1">
            <a:schemeClr val="accent2"/>
          </a:lnRef>
          <a:fillRef idx="3">
            <a:schemeClr val="accent2"/>
          </a:fillRef>
          <a:effectRef idx="2">
            <a:schemeClr val="accent2"/>
          </a:effectRef>
          <a:fontRef idx="minor">
            <a:schemeClr val="lt1"/>
          </a:fontRef>
        </p:style>
        <p:txBody>
          <a:bodyPr rtlCol="0" anchor="ctr"/>
          <a:lstStyle/>
          <a:p>
            <a:pPr algn="ctr"/>
            <a:r>
              <a:rPr lang="en-US" sz="2400" noProof="0" dirty="0"/>
              <a:t>Parameters in the </a:t>
            </a:r>
            <a:r>
              <a:rPr lang="en-US" sz="2400" b="1" noProof="0" dirty="0"/>
              <a:t>application</a:t>
            </a:r>
          </a:p>
        </p:txBody>
      </p:sp>
      <p:sp>
        <p:nvSpPr>
          <p:cNvPr id="10" name="Speech Bubble: Rectangle with Corners Rounded 9">
            <a:extLst>
              <a:ext uri="{FF2B5EF4-FFF2-40B4-BE49-F238E27FC236}">
                <a16:creationId xmlns:a16="http://schemas.microsoft.com/office/drawing/2014/main" id="{80AB9894-F662-FFB1-44B2-4C81DBE8BFD6}"/>
              </a:ext>
            </a:extLst>
          </p:cNvPr>
          <p:cNvSpPr/>
          <p:nvPr>
            <p:custDataLst>
              <p:tags r:id="rId7"/>
            </p:custDataLst>
          </p:nvPr>
        </p:nvSpPr>
        <p:spPr>
          <a:xfrm>
            <a:off x="102038" y="1343818"/>
            <a:ext cx="2407305" cy="842437"/>
          </a:xfrm>
          <a:prstGeom prst="wedgeRoundRectCallout">
            <a:avLst>
              <a:gd name="adj1" fmla="val 54538"/>
              <a:gd name="adj2" fmla="val 25624"/>
              <a:gd name="adj3" fmla="val 16667"/>
            </a:avLst>
          </a:prstGeom>
          <a:gradFill>
            <a:gsLst>
              <a:gs pos="0">
                <a:srgbClr val="B5DCAE"/>
              </a:gs>
              <a:gs pos="50000">
                <a:srgbClr val="A8D1A1"/>
              </a:gs>
              <a:gs pos="100000">
                <a:srgbClr val="97CC8C"/>
              </a:gs>
            </a:gsLst>
          </a:gradFill>
        </p:spPr>
        <p:style>
          <a:lnRef idx="1">
            <a:schemeClr val="accent6"/>
          </a:lnRef>
          <a:fillRef idx="2">
            <a:schemeClr val="accent6"/>
          </a:fillRef>
          <a:effectRef idx="1">
            <a:schemeClr val="accent6"/>
          </a:effectRef>
          <a:fontRef idx="minor">
            <a:schemeClr val="dk1"/>
          </a:fontRef>
        </p:style>
        <p:txBody>
          <a:bodyPr rtlCol="0" anchor="ctr"/>
          <a:lstStyle/>
          <a:p>
            <a:pPr algn="ctr"/>
            <a:r>
              <a:rPr lang="en-US" sz="2400" noProof="0" dirty="0"/>
              <a:t>Choice</a:t>
            </a:r>
            <a:r>
              <a:rPr lang="en-US" sz="1600" noProof="0" dirty="0"/>
              <a:t> </a:t>
            </a:r>
            <a:r>
              <a:rPr lang="en-US" sz="2400" noProof="0" dirty="0"/>
              <a:t>of</a:t>
            </a:r>
            <a:r>
              <a:rPr lang="en-US" sz="1600" noProof="0" dirty="0"/>
              <a:t> </a:t>
            </a:r>
            <a:r>
              <a:rPr lang="en-US" sz="2400" noProof="0" dirty="0"/>
              <a:t>layout</a:t>
            </a:r>
          </a:p>
          <a:p>
            <a:pPr algn="ctr"/>
            <a:endParaRPr lang="en-US" sz="2400" noProof="0" dirty="0"/>
          </a:p>
        </p:txBody>
      </p:sp>
    </p:spTree>
    <p:custDataLst>
      <p:tags r:id="rId1"/>
    </p:custDataLst>
    <p:extLst>
      <p:ext uri="{BB962C8B-B14F-4D97-AF65-F5344CB8AC3E}">
        <p14:creationId xmlns:p14="http://schemas.microsoft.com/office/powerpoint/2010/main" val="120253794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B9F1F4AB-2185-6145-DDA4-1F034DCDFC56}"/>
              </a:ext>
            </a:extLst>
          </p:cNvPr>
          <p:cNvSpPr>
            <a:spLocks noGrp="1"/>
          </p:cNvSpPr>
          <p:nvPr>
            <p:ph type="title"/>
            <p:custDataLst>
              <p:tags r:id="rId2"/>
            </p:custDataLst>
          </p:nvPr>
        </p:nvSpPr>
        <p:spPr/>
        <p:txBody>
          <a:bodyPr/>
          <a:lstStyle/>
          <a:p>
            <a:r>
              <a:rPr lang="en-US" noProof="0" dirty="0"/>
              <a:t>Autotuning</a:t>
            </a:r>
          </a:p>
        </p:txBody>
      </p:sp>
      <p:sp>
        <p:nvSpPr>
          <p:cNvPr id="2" name="Date Placeholder 1">
            <a:extLst>
              <a:ext uri="{FF2B5EF4-FFF2-40B4-BE49-F238E27FC236}">
                <a16:creationId xmlns:a16="http://schemas.microsoft.com/office/drawing/2014/main" id="{44FA33F8-BA09-FE20-AA3F-F979C5E8EF66}"/>
              </a:ext>
            </a:extLst>
          </p:cNvPr>
          <p:cNvSpPr>
            <a:spLocks noGrp="1"/>
          </p:cNvSpPr>
          <p:nvPr>
            <p:ph type="dt" sz="half" idx="10"/>
            <p:custDataLst>
              <p:tags r:id="rId3"/>
            </p:custDataLst>
          </p:nvPr>
        </p:nvSpPr>
        <p:spPr/>
        <p:txBody>
          <a:bodyPr/>
          <a:lstStyle/>
          <a:p>
            <a:r>
              <a:rPr lang="en-US" noProof="0"/>
              <a:t>9/5/2026</a:t>
            </a:r>
            <a:endParaRPr lang="en-US" noProof="0" dirty="0"/>
          </a:p>
        </p:txBody>
      </p:sp>
      <p:sp>
        <p:nvSpPr>
          <p:cNvPr id="3" name="Slide Number Placeholder 2">
            <a:extLst>
              <a:ext uri="{FF2B5EF4-FFF2-40B4-BE49-F238E27FC236}">
                <a16:creationId xmlns:a16="http://schemas.microsoft.com/office/drawing/2014/main" id="{9CFF31DD-3BF8-7967-3565-500F50D5E9D9}"/>
              </a:ext>
            </a:extLst>
          </p:cNvPr>
          <p:cNvSpPr>
            <a:spLocks noGrp="1"/>
          </p:cNvSpPr>
          <p:nvPr>
            <p:ph type="sldNum" sz="quarter" idx="12"/>
            <p:custDataLst>
              <p:tags r:id="rId4"/>
            </p:custDataLst>
          </p:nvPr>
        </p:nvSpPr>
        <p:spPr/>
        <p:txBody>
          <a:bodyPr/>
          <a:lstStyle/>
          <a:p>
            <a:r>
              <a:rPr lang="en-US" noProof="0"/>
              <a:t>10</a:t>
            </a:r>
            <a:endParaRPr lang="en-US" noProof="0" dirty="0"/>
          </a:p>
        </p:txBody>
      </p:sp>
      <p:sp>
        <p:nvSpPr>
          <p:cNvPr id="35" name="Speech Bubble: Rectangle with Corners Rounded 34">
            <a:extLst>
              <a:ext uri="{FF2B5EF4-FFF2-40B4-BE49-F238E27FC236}">
                <a16:creationId xmlns:a16="http://schemas.microsoft.com/office/drawing/2014/main" id="{1FDBB004-242D-F064-134B-A20DA6C00791}"/>
              </a:ext>
            </a:extLst>
          </p:cNvPr>
          <p:cNvSpPr/>
          <p:nvPr>
            <p:custDataLst>
              <p:tags r:id="rId5"/>
            </p:custDataLst>
          </p:nvPr>
        </p:nvSpPr>
        <p:spPr>
          <a:xfrm>
            <a:off x="98450" y="2280208"/>
            <a:ext cx="2407303" cy="842437"/>
          </a:xfrm>
          <a:prstGeom prst="wedgeRoundRectCallout">
            <a:avLst>
              <a:gd name="adj1" fmla="val 54139"/>
              <a:gd name="adj2" fmla="val -39354"/>
              <a:gd name="adj3" fmla="val 16667"/>
            </a:avLst>
          </a:prstGeom>
          <a:gradFill>
            <a:gsLst>
              <a:gs pos="0">
                <a:srgbClr val="D7ADD0"/>
              </a:gs>
              <a:gs pos="50000">
                <a:srgbClr val="CD9FC6"/>
              </a:gs>
              <a:gs pos="100000">
                <a:srgbClr val="C88CBE"/>
              </a:gs>
            </a:gsLst>
          </a:gradFill>
        </p:spPr>
        <p:style>
          <a:lnRef idx="1">
            <a:schemeClr val="accent5"/>
          </a:lnRef>
          <a:fillRef idx="2">
            <a:schemeClr val="accent5"/>
          </a:fillRef>
          <a:effectRef idx="1">
            <a:schemeClr val="accent5"/>
          </a:effectRef>
          <a:fontRef idx="minor">
            <a:schemeClr val="dk1"/>
          </a:fontRef>
        </p:style>
        <p:txBody>
          <a:bodyPr rtlCol="0" anchor="ctr"/>
          <a:lstStyle/>
          <a:p>
            <a:pPr algn="ctr"/>
            <a:r>
              <a:rPr lang="en-US" sz="2400" noProof="0" dirty="0"/>
              <a:t>Tile</a:t>
            </a:r>
            <a:r>
              <a:rPr lang="en-US" sz="1600" noProof="0" dirty="0"/>
              <a:t> </a:t>
            </a:r>
            <a:r>
              <a:rPr lang="en-US" sz="2400" noProof="0" dirty="0"/>
              <a:t>size</a:t>
            </a:r>
            <a:r>
              <a:rPr lang="en-US" sz="1600" noProof="0" dirty="0"/>
              <a:t> </a:t>
            </a:r>
            <a:r>
              <a:rPr lang="en-US" sz="2400" noProof="0" dirty="0"/>
              <a:t>for</a:t>
            </a:r>
            <a:r>
              <a:rPr lang="en-US" sz="1600" noProof="0" dirty="0"/>
              <a:t> </a:t>
            </a:r>
            <a:r>
              <a:rPr lang="en-US" sz="2400" noProof="0" dirty="0"/>
              <a:t>tiling</a:t>
            </a:r>
            <a:br>
              <a:rPr lang="en-US" sz="2400" noProof="0" dirty="0"/>
            </a:br>
            <a:endParaRPr lang="en-US" sz="2400" noProof="0" dirty="0">
              <a:latin typeface="Fira Code" panose="020B0809050000020004" pitchFamily="49" charset="0"/>
              <a:ea typeface="Fira Code" panose="020B0809050000020004" pitchFamily="49" charset="0"/>
              <a:cs typeface="Fira Code" panose="020B0809050000020004" pitchFamily="49" charset="0"/>
            </a:endParaRPr>
          </a:p>
        </p:txBody>
      </p:sp>
      <p:sp>
        <p:nvSpPr>
          <p:cNvPr id="4" name="Flowchart: Process 3">
            <a:extLst>
              <a:ext uri="{FF2B5EF4-FFF2-40B4-BE49-F238E27FC236}">
                <a16:creationId xmlns:a16="http://schemas.microsoft.com/office/drawing/2014/main" id="{1A3646A4-0501-E64C-9EBA-2A5D70FCC45E}"/>
              </a:ext>
            </a:extLst>
          </p:cNvPr>
          <p:cNvSpPr/>
          <p:nvPr>
            <p:custDataLst>
              <p:tags r:id="rId6"/>
            </p:custDataLst>
          </p:nvPr>
        </p:nvSpPr>
        <p:spPr>
          <a:xfrm>
            <a:off x="2623518" y="1690418"/>
            <a:ext cx="2279575" cy="842437"/>
          </a:xfrm>
          <a:prstGeom prst="flowChartProcess">
            <a:avLst/>
          </a:prstGeom>
          <a:gradFill>
            <a:gsLst>
              <a:gs pos="0">
                <a:srgbClr val="E96733"/>
              </a:gs>
              <a:gs pos="50000">
                <a:schemeClr val="accent2">
                  <a:satMod val="110000"/>
                  <a:lumMod val="100000"/>
                  <a:shade val="100000"/>
                </a:schemeClr>
              </a:gs>
              <a:gs pos="100000">
                <a:schemeClr val="accent2">
                  <a:lumMod val="99000"/>
                  <a:satMod val="120000"/>
                  <a:shade val="78000"/>
                </a:schemeClr>
              </a:gs>
            </a:gsLst>
          </a:gradFill>
          <a:ln>
            <a:solidFill>
              <a:schemeClr val="tx1"/>
            </a:solidFill>
          </a:ln>
        </p:spPr>
        <p:style>
          <a:lnRef idx="1">
            <a:schemeClr val="accent2"/>
          </a:lnRef>
          <a:fillRef idx="3">
            <a:schemeClr val="accent2"/>
          </a:fillRef>
          <a:effectRef idx="2">
            <a:schemeClr val="accent2"/>
          </a:effectRef>
          <a:fontRef idx="minor">
            <a:schemeClr val="lt1"/>
          </a:fontRef>
        </p:style>
        <p:txBody>
          <a:bodyPr rtlCol="0" anchor="ctr"/>
          <a:lstStyle/>
          <a:p>
            <a:pPr algn="ctr"/>
            <a:r>
              <a:rPr lang="en-US" sz="2400" noProof="0" dirty="0"/>
              <a:t>Parameters in the </a:t>
            </a:r>
            <a:r>
              <a:rPr lang="en-US" sz="2400" b="1" noProof="0" dirty="0"/>
              <a:t>application</a:t>
            </a:r>
          </a:p>
        </p:txBody>
      </p:sp>
      <p:sp>
        <p:nvSpPr>
          <p:cNvPr id="6" name="Flowchart: Process 5">
            <a:extLst>
              <a:ext uri="{FF2B5EF4-FFF2-40B4-BE49-F238E27FC236}">
                <a16:creationId xmlns:a16="http://schemas.microsoft.com/office/drawing/2014/main" id="{09D4644A-2975-4E43-85E5-AC04135744E4}"/>
              </a:ext>
            </a:extLst>
          </p:cNvPr>
          <p:cNvSpPr/>
          <p:nvPr>
            <p:custDataLst>
              <p:tags r:id="rId7"/>
            </p:custDataLst>
          </p:nvPr>
        </p:nvSpPr>
        <p:spPr>
          <a:xfrm>
            <a:off x="7021773" y="1685974"/>
            <a:ext cx="2426983" cy="842437"/>
          </a:xfrm>
          <a:prstGeom prst="flowChartProcess">
            <a:avLst/>
          </a:prstGeom>
          <a:gradFill>
            <a:gsLst>
              <a:gs pos="0">
                <a:srgbClr val="E96733"/>
              </a:gs>
              <a:gs pos="50000">
                <a:schemeClr val="accent2">
                  <a:satMod val="110000"/>
                  <a:lumMod val="100000"/>
                  <a:shade val="100000"/>
                </a:schemeClr>
              </a:gs>
              <a:gs pos="100000">
                <a:schemeClr val="accent2">
                  <a:lumMod val="99000"/>
                  <a:satMod val="120000"/>
                  <a:shade val="78000"/>
                </a:schemeClr>
              </a:gs>
            </a:gsLst>
          </a:gradFill>
          <a:ln>
            <a:solidFill>
              <a:schemeClr val="tx1"/>
            </a:solidFill>
          </a:ln>
        </p:spPr>
        <p:style>
          <a:lnRef idx="1">
            <a:schemeClr val="accent2"/>
          </a:lnRef>
          <a:fillRef idx="3">
            <a:schemeClr val="accent2"/>
          </a:fillRef>
          <a:effectRef idx="2">
            <a:schemeClr val="accent2"/>
          </a:effectRef>
          <a:fontRef idx="minor">
            <a:schemeClr val="lt1"/>
          </a:fontRef>
        </p:style>
        <p:txBody>
          <a:bodyPr rtlCol="0" anchor="ctr"/>
          <a:lstStyle/>
          <a:p>
            <a:pPr algn="ctr"/>
            <a:r>
              <a:rPr lang="en-US" sz="2400" noProof="0" dirty="0"/>
              <a:t>Parameters in an </a:t>
            </a:r>
            <a:r>
              <a:rPr lang="en-US" sz="2400" b="1" noProof="0" dirty="0"/>
              <a:t>autotuner script</a:t>
            </a:r>
          </a:p>
        </p:txBody>
      </p:sp>
      <p:sp>
        <p:nvSpPr>
          <p:cNvPr id="10" name="Speech Bubble: Rectangle with Corners Rounded 9">
            <a:extLst>
              <a:ext uri="{FF2B5EF4-FFF2-40B4-BE49-F238E27FC236}">
                <a16:creationId xmlns:a16="http://schemas.microsoft.com/office/drawing/2014/main" id="{80AB9894-F662-FFB1-44B2-4C81DBE8BFD6}"/>
              </a:ext>
            </a:extLst>
          </p:cNvPr>
          <p:cNvSpPr/>
          <p:nvPr>
            <p:custDataLst>
              <p:tags r:id="rId8"/>
            </p:custDataLst>
          </p:nvPr>
        </p:nvSpPr>
        <p:spPr>
          <a:xfrm>
            <a:off x="102038" y="1343818"/>
            <a:ext cx="2407305" cy="842437"/>
          </a:xfrm>
          <a:prstGeom prst="wedgeRoundRectCallout">
            <a:avLst>
              <a:gd name="adj1" fmla="val 54538"/>
              <a:gd name="adj2" fmla="val 25624"/>
              <a:gd name="adj3" fmla="val 16667"/>
            </a:avLst>
          </a:prstGeom>
          <a:gradFill>
            <a:gsLst>
              <a:gs pos="0">
                <a:srgbClr val="B5DCAE"/>
              </a:gs>
              <a:gs pos="50000">
                <a:srgbClr val="A8D1A1"/>
              </a:gs>
              <a:gs pos="100000">
                <a:srgbClr val="97CC8C"/>
              </a:gs>
            </a:gsLst>
          </a:gradFill>
        </p:spPr>
        <p:style>
          <a:lnRef idx="1">
            <a:schemeClr val="accent6"/>
          </a:lnRef>
          <a:fillRef idx="2">
            <a:schemeClr val="accent6"/>
          </a:fillRef>
          <a:effectRef idx="1">
            <a:schemeClr val="accent6"/>
          </a:effectRef>
          <a:fontRef idx="minor">
            <a:schemeClr val="dk1"/>
          </a:fontRef>
        </p:style>
        <p:txBody>
          <a:bodyPr rtlCol="0" anchor="ctr"/>
          <a:lstStyle/>
          <a:p>
            <a:pPr algn="ctr"/>
            <a:r>
              <a:rPr lang="en-US" sz="2400" noProof="0" dirty="0"/>
              <a:t>Choice</a:t>
            </a:r>
            <a:r>
              <a:rPr lang="en-US" sz="1600" noProof="0" dirty="0"/>
              <a:t> </a:t>
            </a:r>
            <a:r>
              <a:rPr lang="en-US" sz="2400" noProof="0" dirty="0"/>
              <a:t>of</a:t>
            </a:r>
            <a:r>
              <a:rPr lang="en-US" sz="1600" noProof="0" dirty="0"/>
              <a:t> </a:t>
            </a:r>
            <a:r>
              <a:rPr lang="en-US" sz="2400" noProof="0" dirty="0"/>
              <a:t>layout</a:t>
            </a:r>
          </a:p>
          <a:p>
            <a:pPr algn="ctr"/>
            <a:endParaRPr lang="en-US" sz="2400" noProof="0" dirty="0"/>
          </a:p>
        </p:txBody>
      </p:sp>
      <p:sp>
        <p:nvSpPr>
          <p:cNvPr id="14" name="Speech Bubble: Rectangle with Corners Rounded 13">
            <a:extLst>
              <a:ext uri="{FF2B5EF4-FFF2-40B4-BE49-F238E27FC236}">
                <a16:creationId xmlns:a16="http://schemas.microsoft.com/office/drawing/2014/main" id="{20CE95B9-03F1-05B9-5C53-ED658F5D3701}"/>
              </a:ext>
            </a:extLst>
          </p:cNvPr>
          <p:cNvSpPr/>
          <p:nvPr>
            <p:custDataLst>
              <p:tags r:id="rId9"/>
            </p:custDataLst>
          </p:nvPr>
        </p:nvSpPr>
        <p:spPr>
          <a:xfrm>
            <a:off x="9561798" y="1496321"/>
            <a:ext cx="2543412" cy="537432"/>
          </a:xfrm>
          <a:prstGeom prst="wedgeRoundRectCallout">
            <a:avLst>
              <a:gd name="adj1" fmla="val -53824"/>
              <a:gd name="adj2" fmla="val 29339"/>
              <a:gd name="adj3" fmla="val 16667"/>
            </a:avLst>
          </a:prstGeom>
          <a:gradFill>
            <a:gsLst>
              <a:gs pos="0">
                <a:srgbClr val="B5DCAE"/>
              </a:gs>
              <a:gs pos="50000">
                <a:srgbClr val="A8D1A1"/>
              </a:gs>
              <a:gs pos="100000">
                <a:srgbClr val="97CC8C"/>
              </a:gs>
            </a:gsLst>
          </a:gradFill>
        </p:spPr>
        <p:style>
          <a:lnRef idx="1">
            <a:schemeClr val="accent6"/>
          </a:lnRef>
          <a:fillRef idx="2">
            <a:schemeClr val="accent6"/>
          </a:fillRef>
          <a:effectRef idx="1">
            <a:schemeClr val="accent6"/>
          </a:effectRef>
          <a:fontRef idx="minor">
            <a:schemeClr val="dk1"/>
          </a:fontRef>
        </p:style>
        <p:txBody>
          <a:bodyPr rtlCol="0" anchor="ctr"/>
          <a:lstStyle/>
          <a:p>
            <a:pPr algn="ctr"/>
            <a:r>
              <a:rPr lang="en-US" sz="2400" noProof="0" dirty="0"/>
              <a:t>Categorical value</a:t>
            </a:r>
          </a:p>
        </p:txBody>
      </p:sp>
      <p:sp>
        <p:nvSpPr>
          <p:cNvPr id="40" name="Speech Bubble: Rectangle with Corners Rounded 39">
            <a:extLst>
              <a:ext uri="{FF2B5EF4-FFF2-40B4-BE49-F238E27FC236}">
                <a16:creationId xmlns:a16="http://schemas.microsoft.com/office/drawing/2014/main" id="{FA9C8980-73EE-E008-CB22-42AB34A781C3}"/>
              </a:ext>
            </a:extLst>
          </p:cNvPr>
          <p:cNvSpPr/>
          <p:nvPr>
            <p:custDataLst>
              <p:tags r:id="rId10"/>
            </p:custDataLst>
          </p:nvPr>
        </p:nvSpPr>
        <p:spPr>
          <a:xfrm>
            <a:off x="9561798" y="2338760"/>
            <a:ext cx="2543412" cy="537432"/>
          </a:xfrm>
          <a:prstGeom prst="wedgeRoundRectCallout">
            <a:avLst>
              <a:gd name="adj1" fmla="val -53454"/>
              <a:gd name="adj2" fmla="val -34984"/>
              <a:gd name="adj3" fmla="val 16667"/>
            </a:avLst>
          </a:prstGeom>
          <a:gradFill>
            <a:gsLst>
              <a:gs pos="0">
                <a:srgbClr val="D7ADD0"/>
              </a:gs>
              <a:gs pos="50000">
                <a:srgbClr val="CD9FC6"/>
              </a:gs>
              <a:gs pos="100000">
                <a:srgbClr val="C88CBE"/>
              </a:gs>
            </a:gsLst>
          </a:gradFill>
        </p:spPr>
        <p:style>
          <a:lnRef idx="1">
            <a:schemeClr val="accent5"/>
          </a:lnRef>
          <a:fillRef idx="2">
            <a:schemeClr val="accent5"/>
          </a:fillRef>
          <a:effectRef idx="1">
            <a:schemeClr val="accent5"/>
          </a:effectRef>
          <a:fontRef idx="minor">
            <a:schemeClr val="dk1"/>
          </a:fontRef>
        </p:style>
        <p:txBody>
          <a:bodyPr rtlCol="0" anchor="ctr"/>
          <a:lstStyle/>
          <a:p>
            <a:pPr algn="ctr"/>
            <a:r>
              <a:rPr lang="en-US" sz="2400" noProof="0" dirty="0"/>
              <a:t>Numerical value</a:t>
            </a:r>
            <a:endParaRPr lang="en-US" sz="2400" noProof="0" dirty="0">
              <a:effectLst/>
            </a:endParaRPr>
          </a:p>
        </p:txBody>
      </p:sp>
    </p:spTree>
    <p:custDataLst>
      <p:tags r:id="rId1"/>
    </p:custDataLst>
    <p:extLst>
      <p:ext uri="{BB962C8B-B14F-4D97-AF65-F5344CB8AC3E}">
        <p14:creationId xmlns:p14="http://schemas.microsoft.com/office/powerpoint/2010/main" val="179873158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B9F1F4AB-2185-6145-DDA4-1F034DCDFC56}"/>
              </a:ext>
            </a:extLst>
          </p:cNvPr>
          <p:cNvSpPr>
            <a:spLocks noGrp="1"/>
          </p:cNvSpPr>
          <p:nvPr>
            <p:ph type="title"/>
            <p:custDataLst>
              <p:tags r:id="rId2"/>
            </p:custDataLst>
          </p:nvPr>
        </p:nvSpPr>
        <p:spPr/>
        <p:txBody>
          <a:bodyPr/>
          <a:lstStyle/>
          <a:p>
            <a:r>
              <a:rPr lang="en-US" noProof="0" dirty="0"/>
              <a:t>Autotuning</a:t>
            </a:r>
          </a:p>
        </p:txBody>
      </p:sp>
      <p:sp>
        <p:nvSpPr>
          <p:cNvPr id="2" name="Date Placeholder 1">
            <a:extLst>
              <a:ext uri="{FF2B5EF4-FFF2-40B4-BE49-F238E27FC236}">
                <a16:creationId xmlns:a16="http://schemas.microsoft.com/office/drawing/2014/main" id="{44FA33F8-BA09-FE20-AA3F-F979C5E8EF66}"/>
              </a:ext>
            </a:extLst>
          </p:cNvPr>
          <p:cNvSpPr>
            <a:spLocks noGrp="1"/>
          </p:cNvSpPr>
          <p:nvPr>
            <p:ph type="dt" sz="half" idx="10"/>
            <p:custDataLst>
              <p:tags r:id="rId3"/>
            </p:custDataLst>
          </p:nvPr>
        </p:nvSpPr>
        <p:spPr/>
        <p:txBody>
          <a:bodyPr/>
          <a:lstStyle/>
          <a:p>
            <a:r>
              <a:rPr lang="en-US" noProof="0"/>
              <a:t>9/5/2026</a:t>
            </a:r>
            <a:endParaRPr lang="en-US" noProof="0" dirty="0"/>
          </a:p>
        </p:txBody>
      </p:sp>
      <p:sp>
        <p:nvSpPr>
          <p:cNvPr id="3" name="Slide Number Placeholder 2">
            <a:extLst>
              <a:ext uri="{FF2B5EF4-FFF2-40B4-BE49-F238E27FC236}">
                <a16:creationId xmlns:a16="http://schemas.microsoft.com/office/drawing/2014/main" id="{9CFF31DD-3BF8-7967-3565-500F50D5E9D9}"/>
              </a:ext>
            </a:extLst>
          </p:cNvPr>
          <p:cNvSpPr>
            <a:spLocks noGrp="1"/>
          </p:cNvSpPr>
          <p:nvPr>
            <p:ph type="sldNum" sz="quarter" idx="12"/>
            <p:custDataLst>
              <p:tags r:id="rId4"/>
            </p:custDataLst>
          </p:nvPr>
        </p:nvSpPr>
        <p:spPr/>
        <p:txBody>
          <a:bodyPr/>
          <a:lstStyle/>
          <a:p>
            <a:r>
              <a:rPr lang="en-US" noProof="0"/>
              <a:t>10</a:t>
            </a:r>
            <a:endParaRPr lang="en-US" noProof="0" dirty="0"/>
          </a:p>
        </p:txBody>
      </p:sp>
      <p:sp>
        <p:nvSpPr>
          <p:cNvPr id="35" name="Speech Bubble: Rectangle with Corners Rounded 34">
            <a:extLst>
              <a:ext uri="{FF2B5EF4-FFF2-40B4-BE49-F238E27FC236}">
                <a16:creationId xmlns:a16="http://schemas.microsoft.com/office/drawing/2014/main" id="{1FDBB004-242D-F064-134B-A20DA6C00791}"/>
              </a:ext>
            </a:extLst>
          </p:cNvPr>
          <p:cNvSpPr/>
          <p:nvPr>
            <p:custDataLst>
              <p:tags r:id="rId5"/>
            </p:custDataLst>
          </p:nvPr>
        </p:nvSpPr>
        <p:spPr>
          <a:xfrm>
            <a:off x="98450" y="2280208"/>
            <a:ext cx="2407303" cy="842437"/>
          </a:xfrm>
          <a:prstGeom prst="wedgeRoundRectCallout">
            <a:avLst>
              <a:gd name="adj1" fmla="val 54139"/>
              <a:gd name="adj2" fmla="val -39354"/>
              <a:gd name="adj3" fmla="val 16667"/>
            </a:avLst>
          </a:prstGeom>
          <a:gradFill>
            <a:gsLst>
              <a:gs pos="0">
                <a:srgbClr val="D7ADD0"/>
              </a:gs>
              <a:gs pos="50000">
                <a:srgbClr val="CD9FC6"/>
              </a:gs>
              <a:gs pos="100000">
                <a:srgbClr val="C88CBE"/>
              </a:gs>
            </a:gsLst>
          </a:gradFill>
        </p:spPr>
        <p:style>
          <a:lnRef idx="1">
            <a:schemeClr val="accent5"/>
          </a:lnRef>
          <a:fillRef idx="2">
            <a:schemeClr val="accent5"/>
          </a:fillRef>
          <a:effectRef idx="1">
            <a:schemeClr val="accent5"/>
          </a:effectRef>
          <a:fontRef idx="minor">
            <a:schemeClr val="dk1"/>
          </a:fontRef>
        </p:style>
        <p:txBody>
          <a:bodyPr rtlCol="0" anchor="ctr"/>
          <a:lstStyle/>
          <a:p>
            <a:pPr algn="ctr"/>
            <a:r>
              <a:rPr lang="en-US" sz="2400" noProof="0" dirty="0"/>
              <a:t>Tile</a:t>
            </a:r>
            <a:r>
              <a:rPr lang="en-US" sz="1600" noProof="0" dirty="0"/>
              <a:t> </a:t>
            </a:r>
            <a:r>
              <a:rPr lang="en-US" sz="2400" noProof="0" dirty="0"/>
              <a:t>size</a:t>
            </a:r>
            <a:r>
              <a:rPr lang="en-US" sz="1600" noProof="0" dirty="0"/>
              <a:t> </a:t>
            </a:r>
            <a:r>
              <a:rPr lang="en-US" sz="2400" noProof="0" dirty="0"/>
              <a:t>for</a:t>
            </a:r>
            <a:r>
              <a:rPr lang="en-US" sz="1600" noProof="0" dirty="0"/>
              <a:t> </a:t>
            </a:r>
            <a:r>
              <a:rPr lang="en-US" sz="2400" noProof="0" dirty="0"/>
              <a:t>tiling</a:t>
            </a:r>
            <a:br>
              <a:rPr lang="en-US" sz="2400" noProof="0" dirty="0"/>
            </a:br>
            <a:endParaRPr lang="en-US" sz="2400" noProof="0" dirty="0">
              <a:latin typeface="Fira Code" panose="020B0809050000020004" pitchFamily="49" charset="0"/>
              <a:ea typeface="Fira Code" panose="020B0809050000020004" pitchFamily="49" charset="0"/>
              <a:cs typeface="Fira Code" panose="020B0809050000020004" pitchFamily="49" charset="0"/>
            </a:endParaRPr>
          </a:p>
        </p:txBody>
      </p:sp>
      <p:sp>
        <p:nvSpPr>
          <p:cNvPr id="4" name="Flowchart: Process 3">
            <a:extLst>
              <a:ext uri="{FF2B5EF4-FFF2-40B4-BE49-F238E27FC236}">
                <a16:creationId xmlns:a16="http://schemas.microsoft.com/office/drawing/2014/main" id="{1A3646A4-0501-E64C-9EBA-2A5D70FCC45E}"/>
              </a:ext>
            </a:extLst>
          </p:cNvPr>
          <p:cNvSpPr/>
          <p:nvPr>
            <p:custDataLst>
              <p:tags r:id="rId6"/>
            </p:custDataLst>
          </p:nvPr>
        </p:nvSpPr>
        <p:spPr>
          <a:xfrm>
            <a:off x="2623518" y="1690418"/>
            <a:ext cx="2279575" cy="842437"/>
          </a:xfrm>
          <a:prstGeom prst="flowChartProcess">
            <a:avLst/>
          </a:prstGeom>
          <a:gradFill>
            <a:gsLst>
              <a:gs pos="0">
                <a:srgbClr val="E96733"/>
              </a:gs>
              <a:gs pos="50000">
                <a:schemeClr val="accent2">
                  <a:satMod val="110000"/>
                  <a:lumMod val="100000"/>
                  <a:shade val="100000"/>
                </a:schemeClr>
              </a:gs>
              <a:gs pos="100000">
                <a:schemeClr val="accent2">
                  <a:lumMod val="99000"/>
                  <a:satMod val="120000"/>
                  <a:shade val="78000"/>
                </a:schemeClr>
              </a:gs>
            </a:gsLst>
          </a:gradFill>
          <a:ln>
            <a:solidFill>
              <a:schemeClr val="tx1"/>
            </a:solidFill>
          </a:ln>
        </p:spPr>
        <p:style>
          <a:lnRef idx="1">
            <a:schemeClr val="accent2"/>
          </a:lnRef>
          <a:fillRef idx="3">
            <a:schemeClr val="accent2"/>
          </a:fillRef>
          <a:effectRef idx="2">
            <a:schemeClr val="accent2"/>
          </a:effectRef>
          <a:fontRef idx="minor">
            <a:schemeClr val="lt1"/>
          </a:fontRef>
        </p:style>
        <p:txBody>
          <a:bodyPr rtlCol="0" anchor="ctr"/>
          <a:lstStyle/>
          <a:p>
            <a:pPr algn="ctr"/>
            <a:r>
              <a:rPr lang="en-US" sz="2400" noProof="0" dirty="0"/>
              <a:t>Parameters in the </a:t>
            </a:r>
            <a:r>
              <a:rPr lang="en-US" sz="2400" b="1" noProof="0" dirty="0"/>
              <a:t>application</a:t>
            </a:r>
          </a:p>
        </p:txBody>
      </p:sp>
      <p:sp>
        <p:nvSpPr>
          <p:cNvPr id="6" name="Flowchart: Process 5">
            <a:extLst>
              <a:ext uri="{FF2B5EF4-FFF2-40B4-BE49-F238E27FC236}">
                <a16:creationId xmlns:a16="http://schemas.microsoft.com/office/drawing/2014/main" id="{09D4644A-2975-4E43-85E5-AC04135744E4}"/>
              </a:ext>
            </a:extLst>
          </p:cNvPr>
          <p:cNvSpPr/>
          <p:nvPr>
            <p:custDataLst>
              <p:tags r:id="rId7"/>
            </p:custDataLst>
          </p:nvPr>
        </p:nvSpPr>
        <p:spPr>
          <a:xfrm>
            <a:off x="7021773" y="1685974"/>
            <a:ext cx="2426983" cy="842437"/>
          </a:xfrm>
          <a:prstGeom prst="flowChartProcess">
            <a:avLst/>
          </a:prstGeom>
          <a:gradFill>
            <a:gsLst>
              <a:gs pos="0">
                <a:srgbClr val="E96733"/>
              </a:gs>
              <a:gs pos="50000">
                <a:schemeClr val="accent2">
                  <a:satMod val="110000"/>
                  <a:lumMod val="100000"/>
                  <a:shade val="100000"/>
                </a:schemeClr>
              </a:gs>
              <a:gs pos="100000">
                <a:schemeClr val="accent2">
                  <a:lumMod val="99000"/>
                  <a:satMod val="120000"/>
                  <a:shade val="78000"/>
                </a:schemeClr>
              </a:gs>
            </a:gsLst>
          </a:gradFill>
          <a:ln>
            <a:solidFill>
              <a:schemeClr val="tx1"/>
            </a:solidFill>
          </a:ln>
        </p:spPr>
        <p:style>
          <a:lnRef idx="1">
            <a:schemeClr val="accent2"/>
          </a:lnRef>
          <a:fillRef idx="3">
            <a:schemeClr val="accent2"/>
          </a:fillRef>
          <a:effectRef idx="2">
            <a:schemeClr val="accent2"/>
          </a:effectRef>
          <a:fontRef idx="minor">
            <a:schemeClr val="lt1"/>
          </a:fontRef>
        </p:style>
        <p:txBody>
          <a:bodyPr rtlCol="0" anchor="ctr"/>
          <a:lstStyle/>
          <a:p>
            <a:pPr algn="ctr"/>
            <a:r>
              <a:rPr lang="en-US" sz="2400" noProof="0" dirty="0"/>
              <a:t>Parameters in an </a:t>
            </a:r>
            <a:r>
              <a:rPr lang="en-US" sz="2400" b="1" noProof="0" dirty="0"/>
              <a:t>autotuner script</a:t>
            </a:r>
          </a:p>
        </p:txBody>
      </p:sp>
      <p:sp>
        <p:nvSpPr>
          <p:cNvPr id="8" name="Arrow: Left-Right 7">
            <a:extLst>
              <a:ext uri="{FF2B5EF4-FFF2-40B4-BE49-F238E27FC236}">
                <a16:creationId xmlns:a16="http://schemas.microsoft.com/office/drawing/2014/main" id="{87FD7390-E206-0701-B169-9DA704B413EE}"/>
              </a:ext>
            </a:extLst>
          </p:cNvPr>
          <p:cNvSpPr/>
          <p:nvPr>
            <p:custDataLst>
              <p:tags r:id="rId8"/>
            </p:custDataLst>
          </p:nvPr>
        </p:nvSpPr>
        <p:spPr>
          <a:xfrm>
            <a:off x="4909444" y="1774066"/>
            <a:ext cx="2098330" cy="690836"/>
          </a:xfrm>
          <a:prstGeom prst="leftRightArrow">
            <a:avLst>
              <a:gd name="adj1" fmla="val 46405"/>
              <a:gd name="adj2" fmla="val 45816"/>
            </a:avLst>
          </a:prstGeom>
          <a:gradFill flip="none" rotWithShape="1">
            <a:gsLst>
              <a:gs pos="0">
                <a:schemeClr val="accent2">
                  <a:lumMod val="67000"/>
                </a:schemeClr>
              </a:gs>
              <a:gs pos="48000">
                <a:schemeClr val="accent2">
                  <a:lumMod val="97000"/>
                  <a:lumOff val="3000"/>
                </a:schemeClr>
              </a:gs>
              <a:gs pos="100000">
                <a:srgbClr val="EE9360"/>
              </a:gs>
            </a:gsLst>
            <a:lin ang="16200000" scaled="1"/>
            <a:tileRect/>
          </a:gradFill>
          <a:ln>
            <a:solidFill>
              <a:schemeClr val="tx1"/>
            </a:solidFill>
          </a:ln>
        </p:spPr>
        <p:style>
          <a:lnRef idx="0">
            <a:scrgbClr r="0" g="0" b="0"/>
          </a:lnRef>
          <a:fillRef idx="0">
            <a:scrgbClr r="0" g="0" b="0"/>
          </a:fillRef>
          <a:effectRef idx="0">
            <a:scrgbClr r="0" g="0" b="0"/>
          </a:effectRef>
          <a:fontRef idx="minor">
            <a:schemeClr val="lt1"/>
          </a:fontRef>
        </p:style>
        <p:txBody>
          <a:bodyPr wrap="none" rtlCol="0" anchor="ctr"/>
          <a:lstStyle/>
          <a:p>
            <a:pPr algn="ctr"/>
            <a:r>
              <a:rPr lang="en-US" sz="2000" noProof="0" dirty="0"/>
              <a:t>Communication</a:t>
            </a:r>
          </a:p>
        </p:txBody>
      </p:sp>
      <p:sp>
        <p:nvSpPr>
          <p:cNvPr id="10" name="Speech Bubble: Rectangle with Corners Rounded 9">
            <a:extLst>
              <a:ext uri="{FF2B5EF4-FFF2-40B4-BE49-F238E27FC236}">
                <a16:creationId xmlns:a16="http://schemas.microsoft.com/office/drawing/2014/main" id="{80AB9894-F662-FFB1-44B2-4C81DBE8BFD6}"/>
              </a:ext>
            </a:extLst>
          </p:cNvPr>
          <p:cNvSpPr/>
          <p:nvPr>
            <p:custDataLst>
              <p:tags r:id="rId9"/>
            </p:custDataLst>
          </p:nvPr>
        </p:nvSpPr>
        <p:spPr>
          <a:xfrm>
            <a:off x="102038" y="1343818"/>
            <a:ext cx="2407305" cy="842437"/>
          </a:xfrm>
          <a:prstGeom prst="wedgeRoundRectCallout">
            <a:avLst>
              <a:gd name="adj1" fmla="val 54538"/>
              <a:gd name="adj2" fmla="val 25624"/>
              <a:gd name="adj3" fmla="val 16667"/>
            </a:avLst>
          </a:prstGeom>
          <a:gradFill>
            <a:gsLst>
              <a:gs pos="0">
                <a:srgbClr val="B5DCAE"/>
              </a:gs>
              <a:gs pos="50000">
                <a:srgbClr val="A8D1A1"/>
              </a:gs>
              <a:gs pos="100000">
                <a:srgbClr val="97CC8C"/>
              </a:gs>
            </a:gsLst>
          </a:gradFill>
        </p:spPr>
        <p:style>
          <a:lnRef idx="1">
            <a:schemeClr val="accent6"/>
          </a:lnRef>
          <a:fillRef idx="2">
            <a:schemeClr val="accent6"/>
          </a:fillRef>
          <a:effectRef idx="1">
            <a:schemeClr val="accent6"/>
          </a:effectRef>
          <a:fontRef idx="minor">
            <a:schemeClr val="dk1"/>
          </a:fontRef>
        </p:style>
        <p:txBody>
          <a:bodyPr rtlCol="0" anchor="ctr"/>
          <a:lstStyle/>
          <a:p>
            <a:pPr algn="ctr"/>
            <a:r>
              <a:rPr lang="en-US" sz="2400" noProof="0" dirty="0"/>
              <a:t>Choice</a:t>
            </a:r>
            <a:r>
              <a:rPr lang="en-US" sz="1600" noProof="0" dirty="0"/>
              <a:t> </a:t>
            </a:r>
            <a:r>
              <a:rPr lang="en-US" sz="2400" noProof="0" dirty="0"/>
              <a:t>of</a:t>
            </a:r>
            <a:r>
              <a:rPr lang="en-US" sz="1600" noProof="0" dirty="0"/>
              <a:t> </a:t>
            </a:r>
            <a:r>
              <a:rPr lang="en-US" sz="2400" noProof="0" dirty="0"/>
              <a:t>layout</a:t>
            </a:r>
          </a:p>
          <a:p>
            <a:pPr algn="ctr"/>
            <a:endParaRPr lang="en-US" sz="2400" noProof="0" dirty="0"/>
          </a:p>
        </p:txBody>
      </p:sp>
      <p:sp>
        <p:nvSpPr>
          <p:cNvPr id="14" name="Speech Bubble: Rectangle with Corners Rounded 13">
            <a:extLst>
              <a:ext uri="{FF2B5EF4-FFF2-40B4-BE49-F238E27FC236}">
                <a16:creationId xmlns:a16="http://schemas.microsoft.com/office/drawing/2014/main" id="{20CE95B9-03F1-05B9-5C53-ED658F5D3701}"/>
              </a:ext>
            </a:extLst>
          </p:cNvPr>
          <p:cNvSpPr/>
          <p:nvPr>
            <p:custDataLst>
              <p:tags r:id="rId10"/>
            </p:custDataLst>
          </p:nvPr>
        </p:nvSpPr>
        <p:spPr>
          <a:xfrm>
            <a:off x="9561798" y="1496321"/>
            <a:ext cx="2543412" cy="537432"/>
          </a:xfrm>
          <a:prstGeom prst="wedgeRoundRectCallout">
            <a:avLst>
              <a:gd name="adj1" fmla="val -53824"/>
              <a:gd name="adj2" fmla="val 29339"/>
              <a:gd name="adj3" fmla="val 16667"/>
            </a:avLst>
          </a:prstGeom>
          <a:gradFill>
            <a:gsLst>
              <a:gs pos="0">
                <a:srgbClr val="B5DCAE"/>
              </a:gs>
              <a:gs pos="50000">
                <a:srgbClr val="A8D1A1"/>
              </a:gs>
              <a:gs pos="100000">
                <a:srgbClr val="97CC8C"/>
              </a:gs>
            </a:gsLst>
          </a:gradFill>
        </p:spPr>
        <p:style>
          <a:lnRef idx="1">
            <a:schemeClr val="accent6"/>
          </a:lnRef>
          <a:fillRef idx="2">
            <a:schemeClr val="accent6"/>
          </a:fillRef>
          <a:effectRef idx="1">
            <a:schemeClr val="accent6"/>
          </a:effectRef>
          <a:fontRef idx="minor">
            <a:schemeClr val="dk1"/>
          </a:fontRef>
        </p:style>
        <p:txBody>
          <a:bodyPr rtlCol="0" anchor="ctr"/>
          <a:lstStyle/>
          <a:p>
            <a:pPr algn="ctr"/>
            <a:r>
              <a:rPr lang="en-US" sz="2400" noProof="0" dirty="0"/>
              <a:t>Categorical value</a:t>
            </a:r>
          </a:p>
        </p:txBody>
      </p:sp>
      <p:sp>
        <p:nvSpPr>
          <p:cNvPr id="40" name="Speech Bubble: Rectangle with Corners Rounded 39">
            <a:extLst>
              <a:ext uri="{FF2B5EF4-FFF2-40B4-BE49-F238E27FC236}">
                <a16:creationId xmlns:a16="http://schemas.microsoft.com/office/drawing/2014/main" id="{FA9C8980-73EE-E008-CB22-42AB34A781C3}"/>
              </a:ext>
            </a:extLst>
          </p:cNvPr>
          <p:cNvSpPr/>
          <p:nvPr>
            <p:custDataLst>
              <p:tags r:id="rId11"/>
            </p:custDataLst>
          </p:nvPr>
        </p:nvSpPr>
        <p:spPr>
          <a:xfrm>
            <a:off x="9561798" y="2338760"/>
            <a:ext cx="2543412" cy="537432"/>
          </a:xfrm>
          <a:prstGeom prst="wedgeRoundRectCallout">
            <a:avLst>
              <a:gd name="adj1" fmla="val -53454"/>
              <a:gd name="adj2" fmla="val -34984"/>
              <a:gd name="adj3" fmla="val 16667"/>
            </a:avLst>
          </a:prstGeom>
          <a:gradFill>
            <a:gsLst>
              <a:gs pos="0">
                <a:srgbClr val="D7ADD0"/>
              </a:gs>
              <a:gs pos="50000">
                <a:srgbClr val="CD9FC6"/>
              </a:gs>
              <a:gs pos="100000">
                <a:srgbClr val="C88CBE"/>
              </a:gs>
            </a:gsLst>
          </a:gradFill>
        </p:spPr>
        <p:style>
          <a:lnRef idx="1">
            <a:schemeClr val="accent5"/>
          </a:lnRef>
          <a:fillRef idx="2">
            <a:schemeClr val="accent5"/>
          </a:fillRef>
          <a:effectRef idx="1">
            <a:schemeClr val="accent5"/>
          </a:effectRef>
          <a:fontRef idx="minor">
            <a:schemeClr val="dk1"/>
          </a:fontRef>
        </p:style>
        <p:txBody>
          <a:bodyPr rtlCol="0" anchor="ctr"/>
          <a:lstStyle/>
          <a:p>
            <a:pPr algn="ctr"/>
            <a:r>
              <a:rPr lang="en-US" sz="2400" noProof="0" dirty="0"/>
              <a:t>Numerical value</a:t>
            </a:r>
            <a:endParaRPr lang="en-US" sz="2400" noProof="0" dirty="0">
              <a:effectLst/>
            </a:endParaRPr>
          </a:p>
        </p:txBody>
      </p:sp>
    </p:spTree>
    <p:custDataLst>
      <p:tags r:id="rId1"/>
    </p:custDataLst>
    <p:extLst>
      <p:ext uri="{BB962C8B-B14F-4D97-AF65-F5344CB8AC3E}">
        <p14:creationId xmlns:p14="http://schemas.microsoft.com/office/powerpoint/2010/main" val="403854166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B9F1F4AB-2185-6145-DDA4-1F034DCDFC56}"/>
              </a:ext>
            </a:extLst>
          </p:cNvPr>
          <p:cNvSpPr>
            <a:spLocks noGrp="1"/>
          </p:cNvSpPr>
          <p:nvPr>
            <p:ph type="title"/>
            <p:custDataLst>
              <p:tags r:id="rId2"/>
            </p:custDataLst>
          </p:nvPr>
        </p:nvSpPr>
        <p:spPr/>
        <p:txBody>
          <a:bodyPr/>
          <a:lstStyle/>
          <a:p>
            <a:r>
              <a:rPr lang="en-US" noProof="0" dirty="0"/>
              <a:t>Autotuning</a:t>
            </a:r>
          </a:p>
        </p:txBody>
      </p:sp>
      <p:sp>
        <p:nvSpPr>
          <p:cNvPr id="2" name="Date Placeholder 1">
            <a:extLst>
              <a:ext uri="{FF2B5EF4-FFF2-40B4-BE49-F238E27FC236}">
                <a16:creationId xmlns:a16="http://schemas.microsoft.com/office/drawing/2014/main" id="{44FA33F8-BA09-FE20-AA3F-F979C5E8EF66}"/>
              </a:ext>
            </a:extLst>
          </p:cNvPr>
          <p:cNvSpPr>
            <a:spLocks noGrp="1"/>
          </p:cNvSpPr>
          <p:nvPr>
            <p:ph type="dt" sz="half" idx="10"/>
            <p:custDataLst>
              <p:tags r:id="rId3"/>
            </p:custDataLst>
          </p:nvPr>
        </p:nvSpPr>
        <p:spPr/>
        <p:txBody>
          <a:bodyPr/>
          <a:lstStyle/>
          <a:p>
            <a:r>
              <a:rPr lang="en-US" noProof="0"/>
              <a:t>9/5/2026</a:t>
            </a:r>
            <a:endParaRPr lang="en-US" noProof="0" dirty="0"/>
          </a:p>
        </p:txBody>
      </p:sp>
      <p:sp>
        <p:nvSpPr>
          <p:cNvPr id="3" name="Slide Number Placeholder 2">
            <a:extLst>
              <a:ext uri="{FF2B5EF4-FFF2-40B4-BE49-F238E27FC236}">
                <a16:creationId xmlns:a16="http://schemas.microsoft.com/office/drawing/2014/main" id="{9CFF31DD-3BF8-7967-3565-500F50D5E9D9}"/>
              </a:ext>
            </a:extLst>
          </p:cNvPr>
          <p:cNvSpPr>
            <a:spLocks noGrp="1"/>
          </p:cNvSpPr>
          <p:nvPr>
            <p:ph type="sldNum" sz="quarter" idx="12"/>
            <p:custDataLst>
              <p:tags r:id="rId4"/>
            </p:custDataLst>
          </p:nvPr>
        </p:nvSpPr>
        <p:spPr/>
        <p:txBody>
          <a:bodyPr/>
          <a:lstStyle/>
          <a:p>
            <a:r>
              <a:rPr lang="en-US" noProof="0"/>
              <a:t>10</a:t>
            </a:r>
            <a:endParaRPr lang="en-US" noProof="0" dirty="0"/>
          </a:p>
        </p:txBody>
      </p:sp>
      <p:sp>
        <p:nvSpPr>
          <p:cNvPr id="35" name="Speech Bubble: Rectangle with Corners Rounded 34">
            <a:extLst>
              <a:ext uri="{FF2B5EF4-FFF2-40B4-BE49-F238E27FC236}">
                <a16:creationId xmlns:a16="http://schemas.microsoft.com/office/drawing/2014/main" id="{1FDBB004-242D-F064-134B-A20DA6C00791}"/>
              </a:ext>
            </a:extLst>
          </p:cNvPr>
          <p:cNvSpPr/>
          <p:nvPr>
            <p:custDataLst>
              <p:tags r:id="rId5"/>
            </p:custDataLst>
          </p:nvPr>
        </p:nvSpPr>
        <p:spPr>
          <a:xfrm>
            <a:off x="98450" y="2280208"/>
            <a:ext cx="2407303" cy="842437"/>
          </a:xfrm>
          <a:prstGeom prst="wedgeRoundRectCallout">
            <a:avLst>
              <a:gd name="adj1" fmla="val 54139"/>
              <a:gd name="adj2" fmla="val -39354"/>
              <a:gd name="adj3" fmla="val 16667"/>
            </a:avLst>
          </a:prstGeom>
          <a:gradFill>
            <a:gsLst>
              <a:gs pos="0">
                <a:srgbClr val="D7ADD0"/>
              </a:gs>
              <a:gs pos="50000">
                <a:srgbClr val="CD9FC6"/>
              </a:gs>
              <a:gs pos="100000">
                <a:srgbClr val="C88CBE"/>
              </a:gs>
            </a:gsLst>
          </a:gradFill>
        </p:spPr>
        <p:style>
          <a:lnRef idx="1">
            <a:schemeClr val="accent5"/>
          </a:lnRef>
          <a:fillRef idx="2">
            <a:schemeClr val="accent5"/>
          </a:fillRef>
          <a:effectRef idx="1">
            <a:schemeClr val="accent5"/>
          </a:effectRef>
          <a:fontRef idx="minor">
            <a:schemeClr val="dk1"/>
          </a:fontRef>
        </p:style>
        <p:txBody>
          <a:bodyPr rtlCol="0" anchor="ctr"/>
          <a:lstStyle/>
          <a:p>
            <a:pPr algn="ctr"/>
            <a:r>
              <a:rPr lang="en-US" sz="2400" noProof="0" dirty="0"/>
              <a:t>Tile</a:t>
            </a:r>
            <a:r>
              <a:rPr lang="en-US" sz="1600" noProof="0" dirty="0"/>
              <a:t> </a:t>
            </a:r>
            <a:r>
              <a:rPr lang="en-US" sz="2400" noProof="0" dirty="0"/>
              <a:t>size</a:t>
            </a:r>
            <a:r>
              <a:rPr lang="en-US" sz="1600" noProof="0" dirty="0"/>
              <a:t> </a:t>
            </a:r>
            <a:r>
              <a:rPr lang="en-US" sz="2400" noProof="0" dirty="0"/>
              <a:t>for</a:t>
            </a:r>
            <a:r>
              <a:rPr lang="en-US" sz="1600" noProof="0" dirty="0"/>
              <a:t> </a:t>
            </a:r>
            <a:r>
              <a:rPr lang="en-US" sz="2400" noProof="0" dirty="0"/>
              <a:t>tiling</a:t>
            </a:r>
            <a:br>
              <a:rPr lang="en-US" sz="2400" noProof="0" dirty="0"/>
            </a:br>
            <a:endParaRPr lang="en-US" sz="2400" noProof="0" dirty="0">
              <a:latin typeface="Fira Code" panose="020B0809050000020004" pitchFamily="49" charset="0"/>
              <a:ea typeface="Fira Code" panose="020B0809050000020004" pitchFamily="49" charset="0"/>
              <a:cs typeface="Fira Code" panose="020B0809050000020004" pitchFamily="49" charset="0"/>
            </a:endParaRPr>
          </a:p>
        </p:txBody>
      </p:sp>
      <p:sp>
        <p:nvSpPr>
          <p:cNvPr id="4" name="Flowchart: Process 3">
            <a:extLst>
              <a:ext uri="{FF2B5EF4-FFF2-40B4-BE49-F238E27FC236}">
                <a16:creationId xmlns:a16="http://schemas.microsoft.com/office/drawing/2014/main" id="{1A3646A4-0501-E64C-9EBA-2A5D70FCC45E}"/>
              </a:ext>
            </a:extLst>
          </p:cNvPr>
          <p:cNvSpPr/>
          <p:nvPr>
            <p:custDataLst>
              <p:tags r:id="rId6"/>
            </p:custDataLst>
          </p:nvPr>
        </p:nvSpPr>
        <p:spPr>
          <a:xfrm>
            <a:off x="2623518" y="1690418"/>
            <a:ext cx="2279575" cy="842437"/>
          </a:xfrm>
          <a:prstGeom prst="flowChartProcess">
            <a:avLst/>
          </a:prstGeom>
          <a:gradFill>
            <a:gsLst>
              <a:gs pos="0">
                <a:srgbClr val="E96733"/>
              </a:gs>
              <a:gs pos="50000">
                <a:schemeClr val="accent2">
                  <a:satMod val="110000"/>
                  <a:lumMod val="100000"/>
                  <a:shade val="100000"/>
                </a:schemeClr>
              </a:gs>
              <a:gs pos="100000">
                <a:schemeClr val="accent2">
                  <a:lumMod val="99000"/>
                  <a:satMod val="120000"/>
                  <a:shade val="78000"/>
                </a:schemeClr>
              </a:gs>
            </a:gsLst>
          </a:gradFill>
          <a:ln>
            <a:solidFill>
              <a:schemeClr val="tx1"/>
            </a:solidFill>
          </a:ln>
        </p:spPr>
        <p:style>
          <a:lnRef idx="1">
            <a:schemeClr val="accent2"/>
          </a:lnRef>
          <a:fillRef idx="3">
            <a:schemeClr val="accent2"/>
          </a:fillRef>
          <a:effectRef idx="2">
            <a:schemeClr val="accent2"/>
          </a:effectRef>
          <a:fontRef idx="minor">
            <a:schemeClr val="lt1"/>
          </a:fontRef>
        </p:style>
        <p:txBody>
          <a:bodyPr rtlCol="0" anchor="ctr"/>
          <a:lstStyle/>
          <a:p>
            <a:pPr algn="ctr"/>
            <a:r>
              <a:rPr lang="en-US" sz="2400" noProof="0" dirty="0"/>
              <a:t>Parameters in the </a:t>
            </a:r>
            <a:r>
              <a:rPr lang="en-US" sz="2400" b="1" noProof="0" dirty="0"/>
              <a:t>application</a:t>
            </a:r>
          </a:p>
        </p:txBody>
      </p:sp>
      <p:sp>
        <p:nvSpPr>
          <p:cNvPr id="6" name="Flowchart: Process 5">
            <a:extLst>
              <a:ext uri="{FF2B5EF4-FFF2-40B4-BE49-F238E27FC236}">
                <a16:creationId xmlns:a16="http://schemas.microsoft.com/office/drawing/2014/main" id="{09D4644A-2975-4E43-85E5-AC04135744E4}"/>
              </a:ext>
            </a:extLst>
          </p:cNvPr>
          <p:cNvSpPr/>
          <p:nvPr>
            <p:custDataLst>
              <p:tags r:id="rId7"/>
            </p:custDataLst>
          </p:nvPr>
        </p:nvSpPr>
        <p:spPr>
          <a:xfrm>
            <a:off x="7021773" y="1685974"/>
            <a:ext cx="2426983" cy="842437"/>
          </a:xfrm>
          <a:prstGeom prst="flowChartProcess">
            <a:avLst/>
          </a:prstGeom>
          <a:gradFill>
            <a:gsLst>
              <a:gs pos="0">
                <a:srgbClr val="E96733"/>
              </a:gs>
              <a:gs pos="50000">
                <a:schemeClr val="accent2">
                  <a:satMod val="110000"/>
                  <a:lumMod val="100000"/>
                  <a:shade val="100000"/>
                </a:schemeClr>
              </a:gs>
              <a:gs pos="100000">
                <a:schemeClr val="accent2">
                  <a:lumMod val="99000"/>
                  <a:satMod val="120000"/>
                  <a:shade val="78000"/>
                </a:schemeClr>
              </a:gs>
            </a:gsLst>
          </a:gradFill>
          <a:ln>
            <a:solidFill>
              <a:schemeClr val="tx1"/>
            </a:solidFill>
          </a:ln>
        </p:spPr>
        <p:style>
          <a:lnRef idx="1">
            <a:schemeClr val="accent2"/>
          </a:lnRef>
          <a:fillRef idx="3">
            <a:schemeClr val="accent2"/>
          </a:fillRef>
          <a:effectRef idx="2">
            <a:schemeClr val="accent2"/>
          </a:effectRef>
          <a:fontRef idx="minor">
            <a:schemeClr val="lt1"/>
          </a:fontRef>
        </p:style>
        <p:txBody>
          <a:bodyPr rtlCol="0" anchor="ctr"/>
          <a:lstStyle/>
          <a:p>
            <a:pPr algn="ctr"/>
            <a:r>
              <a:rPr lang="en-US" sz="2400" noProof="0" dirty="0"/>
              <a:t>Parameters in an </a:t>
            </a:r>
            <a:r>
              <a:rPr lang="en-US" sz="2400" b="1" noProof="0" dirty="0"/>
              <a:t>autotuner script</a:t>
            </a:r>
          </a:p>
        </p:txBody>
      </p:sp>
      <p:sp>
        <p:nvSpPr>
          <p:cNvPr id="8" name="Arrow: Left-Right 7">
            <a:extLst>
              <a:ext uri="{FF2B5EF4-FFF2-40B4-BE49-F238E27FC236}">
                <a16:creationId xmlns:a16="http://schemas.microsoft.com/office/drawing/2014/main" id="{87FD7390-E206-0701-B169-9DA704B413EE}"/>
              </a:ext>
            </a:extLst>
          </p:cNvPr>
          <p:cNvSpPr/>
          <p:nvPr>
            <p:custDataLst>
              <p:tags r:id="rId8"/>
            </p:custDataLst>
          </p:nvPr>
        </p:nvSpPr>
        <p:spPr>
          <a:xfrm>
            <a:off x="4909444" y="1774066"/>
            <a:ext cx="2098330" cy="690836"/>
          </a:xfrm>
          <a:prstGeom prst="leftRightArrow">
            <a:avLst>
              <a:gd name="adj1" fmla="val 46405"/>
              <a:gd name="adj2" fmla="val 45816"/>
            </a:avLst>
          </a:prstGeom>
          <a:gradFill flip="none" rotWithShape="1">
            <a:gsLst>
              <a:gs pos="0">
                <a:schemeClr val="accent2">
                  <a:lumMod val="67000"/>
                </a:schemeClr>
              </a:gs>
              <a:gs pos="48000">
                <a:schemeClr val="accent2">
                  <a:lumMod val="97000"/>
                  <a:lumOff val="3000"/>
                </a:schemeClr>
              </a:gs>
              <a:gs pos="100000">
                <a:srgbClr val="EE9360"/>
              </a:gs>
            </a:gsLst>
            <a:lin ang="16200000" scaled="1"/>
            <a:tileRect/>
          </a:gradFill>
          <a:ln>
            <a:solidFill>
              <a:schemeClr val="tx1"/>
            </a:solidFill>
          </a:ln>
        </p:spPr>
        <p:style>
          <a:lnRef idx="0">
            <a:scrgbClr r="0" g="0" b="0"/>
          </a:lnRef>
          <a:fillRef idx="0">
            <a:scrgbClr r="0" g="0" b="0"/>
          </a:fillRef>
          <a:effectRef idx="0">
            <a:scrgbClr r="0" g="0" b="0"/>
          </a:effectRef>
          <a:fontRef idx="minor">
            <a:schemeClr val="lt1"/>
          </a:fontRef>
        </p:style>
        <p:txBody>
          <a:bodyPr wrap="none" rtlCol="0" anchor="ctr"/>
          <a:lstStyle/>
          <a:p>
            <a:pPr algn="ctr"/>
            <a:r>
              <a:rPr lang="en-US" sz="2000" noProof="0" dirty="0"/>
              <a:t>Communication</a:t>
            </a:r>
          </a:p>
        </p:txBody>
      </p:sp>
      <p:sp>
        <p:nvSpPr>
          <p:cNvPr id="10" name="Speech Bubble: Rectangle with Corners Rounded 9">
            <a:extLst>
              <a:ext uri="{FF2B5EF4-FFF2-40B4-BE49-F238E27FC236}">
                <a16:creationId xmlns:a16="http://schemas.microsoft.com/office/drawing/2014/main" id="{80AB9894-F662-FFB1-44B2-4C81DBE8BFD6}"/>
              </a:ext>
            </a:extLst>
          </p:cNvPr>
          <p:cNvSpPr/>
          <p:nvPr>
            <p:custDataLst>
              <p:tags r:id="rId9"/>
            </p:custDataLst>
          </p:nvPr>
        </p:nvSpPr>
        <p:spPr>
          <a:xfrm>
            <a:off x="102038" y="1343818"/>
            <a:ext cx="2407305" cy="842437"/>
          </a:xfrm>
          <a:prstGeom prst="wedgeRoundRectCallout">
            <a:avLst>
              <a:gd name="adj1" fmla="val 54538"/>
              <a:gd name="adj2" fmla="val 25624"/>
              <a:gd name="adj3" fmla="val 16667"/>
            </a:avLst>
          </a:prstGeom>
          <a:gradFill>
            <a:gsLst>
              <a:gs pos="0">
                <a:srgbClr val="B5DCAE"/>
              </a:gs>
              <a:gs pos="50000">
                <a:srgbClr val="A8D1A1"/>
              </a:gs>
              <a:gs pos="100000">
                <a:srgbClr val="97CC8C"/>
              </a:gs>
            </a:gsLst>
          </a:gradFill>
        </p:spPr>
        <p:style>
          <a:lnRef idx="1">
            <a:schemeClr val="accent6"/>
          </a:lnRef>
          <a:fillRef idx="2">
            <a:schemeClr val="accent6"/>
          </a:fillRef>
          <a:effectRef idx="1">
            <a:schemeClr val="accent6"/>
          </a:effectRef>
          <a:fontRef idx="minor">
            <a:schemeClr val="dk1"/>
          </a:fontRef>
        </p:style>
        <p:txBody>
          <a:bodyPr rtlCol="0" anchor="ctr"/>
          <a:lstStyle/>
          <a:p>
            <a:pPr algn="ctr"/>
            <a:r>
              <a:rPr lang="en-US" sz="2400" noProof="0" dirty="0"/>
              <a:t>Choice</a:t>
            </a:r>
            <a:r>
              <a:rPr lang="en-US" sz="1600" noProof="0" dirty="0"/>
              <a:t> </a:t>
            </a:r>
            <a:r>
              <a:rPr lang="en-US" sz="2400" noProof="0" dirty="0"/>
              <a:t>of</a:t>
            </a:r>
            <a:r>
              <a:rPr lang="en-US" sz="1600" noProof="0" dirty="0"/>
              <a:t> </a:t>
            </a:r>
            <a:r>
              <a:rPr lang="en-US" sz="2400" noProof="0" dirty="0"/>
              <a:t>layout</a:t>
            </a:r>
          </a:p>
          <a:p>
            <a:pPr algn="ctr"/>
            <a:endParaRPr lang="en-US" sz="2400" noProof="0" dirty="0"/>
          </a:p>
        </p:txBody>
      </p:sp>
      <p:sp>
        <p:nvSpPr>
          <p:cNvPr id="14" name="Speech Bubble: Rectangle with Corners Rounded 13">
            <a:extLst>
              <a:ext uri="{FF2B5EF4-FFF2-40B4-BE49-F238E27FC236}">
                <a16:creationId xmlns:a16="http://schemas.microsoft.com/office/drawing/2014/main" id="{20CE95B9-03F1-05B9-5C53-ED658F5D3701}"/>
              </a:ext>
            </a:extLst>
          </p:cNvPr>
          <p:cNvSpPr/>
          <p:nvPr>
            <p:custDataLst>
              <p:tags r:id="rId10"/>
            </p:custDataLst>
          </p:nvPr>
        </p:nvSpPr>
        <p:spPr>
          <a:xfrm>
            <a:off x="9561798" y="1496321"/>
            <a:ext cx="2543412" cy="537432"/>
          </a:xfrm>
          <a:prstGeom prst="wedgeRoundRectCallout">
            <a:avLst>
              <a:gd name="adj1" fmla="val -53824"/>
              <a:gd name="adj2" fmla="val 29339"/>
              <a:gd name="adj3" fmla="val 16667"/>
            </a:avLst>
          </a:prstGeom>
          <a:gradFill>
            <a:gsLst>
              <a:gs pos="0">
                <a:srgbClr val="B5DCAE"/>
              </a:gs>
              <a:gs pos="50000">
                <a:srgbClr val="A8D1A1"/>
              </a:gs>
              <a:gs pos="100000">
                <a:srgbClr val="97CC8C"/>
              </a:gs>
            </a:gsLst>
          </a:gradFill>
        </p:spPr>
        <p:style>
          <a:lnRef idx="1">
            <a:schemeClr val="accent6"/>
          </a:lnRef>
          <a:fillRef idx="2">
            <a:schemeClr val="accent6"/>
          </a:fillRef>
          <a:effectRef idx="1">
            <a:schemeClr val="accent6"/>
          </a:effectRef>
          <a:fontRef idx="minor">
            <a:schemeClr val="dk1"/>
          </a:fontRef>
        </p:style>
        <p:txBody>
          <a:bodyPr rtlCol="0" anchor="ctr"/>
          <a:lstStyle/>
          <a:p>
            <a:pPr algn="ctr"/>
            <a:r>
              <a:rPr lang="en-US" sz="2400" noProof="0" dirty="0"/>
              <a:t>Categorical value</a:t>
            </a:r>
          </a:p>
        </p:txBody>
      </p:sp>
      <p:sp>
        <p:nvSpPr>
          <p:cNvPr id="40" name="Speech Bubble: Rectangle with Corners Rounded 39">
            <a:extLst>
              <a:ext uri="{FF2B5EF4-FFF2-40B4-BE49-F238E27FC236}">
                <a16:creationId xmlns:a16="http://schemas.microsoft.com/office/drawing/2014/main" id="{FA9C8980-73EE-E008-CB22-42AB34A781C3}"/>
              </a:ext>
            </a:extLst>
          </p:cNvPr>
          <p:cNvSpPr/>
          <p:nvPr>
            <p:custDataLst>
              <p:tags r:id="rId11"/>
            </p:custDataLst>
          </p:nvPr>
        </p:nvSpPr>
        <p:spPr>
          <a:xfrm>
            <a:off x="9561798" y="2338760"/>
            <a:ext cx="2543412" cy="537432"/>
          </a:xfrm>
          <a:prstGeom prst="wedgeRoundRectCallout">
            <a:avLst>
              <a:gd name="adj1" fmla="val -53454"/>
              <a:gd name="adj2" fmla="val -34984"/>
              <a:gd name="adj3" fmla="val 16667"/>
            </a:avLst>
          </a:prstGeom>
          <a:gradFill>
            <a:gsLst>
              <a:gs pos="0">
                <a:srgbClr val="D7ADD0"/>
              </a:gs>
              <a:gs pos="50000">
                <a:srgbClr val="CD9FC6"/>
              </a:gs>
              <a:gs pos="100000">
                <a:srgbClr val="C88CBE"/>
              </a:gs>
            </a:gsLst>
          </a:gradFill>
        </p:spPr>
        <p:style>
          <a:lnRef idx="1">
            <a:schemeClr val="accent5"/>
          </a:lnRef>
          <a:fillRef idx="2">
            <a:schemeClr val="accent5"/>
          </a:fillRef>
          <a:effectRef idx="1">
            <a:schemeClr val="accent5"/>
          </a:effectRef>
          <a:fontRef idx="minor">
            <a:schemeClr val="dk1"/>
          </a:fontRef>
        </p:style>
        <p:txBody>
          <a:bodyPr rtlCol="0" anchor="ctr"/>
          <a:lstStyle/>
          <a:p>
            <a:pPr algn="ctr"/>
            <a:r>
              <a:rPr lang="en-US" sz="2400" noProof="0" dirty="0"/>
              <a:t>Numerical value</a:t>
            </a:r>
            <a:endParaRPr lang="en-US" sz="2400" noProof="0" dirty="0">
              <a:effectLst/>
            </a:endParaRPr>
          </a:p>
        </p:txBody>
      </p:sp>
      <p:sp>
        <p:nvSpPr>
          <p:cNvPr id="12" name="TextBox 11">
            <a:extLst>
              <a:ext uri="{FF2B5EF4-FFF2-40B4-BE49-F238E27FC236}">
                <a16:creationId xmlns:a16="http://schemas.microsoft.com/office/drawing/2014/main" id="{2BC01B5D-4669-EF57-53C5-76363EAAF56F}"/>
              </a:ext>
            </a:extLst>
          </p:cNvPr>
          <p:cNvSpPr txBox="1"/>
          <p:nvPr>
            <p:custDataLst>
              <p:tags r:id="rId12"/>
            </p:custDataLst>
          </p:nvPr>
        </p:nvSpPr>
        <p:spPr>
          <a:xfrm>
            <a:off x="-106641" y="1765036"/>
            <a:ext cx="2824662" cy="461665"/>
          </a:xfrm>
          <a:prstGeom prst="rect">
            <a:avLst/>
          </a:prstGeom>
          <a:noFill/>
        </p:spPr>
        <p:txBody>
          <a:bodyPr wrap="square">
            <a:spAutoFit/>
          </a:bodyPr>
          <a:lstStyle/>
          <a:p>
            <a:pPr algn="ctr"/>
            <a:r>
              <a:rPr lang="en-US" sz="2400" noProof="0" dirty="0">
                <a:latin typeface="Fira Code" panose="020B0809050000020004" pitchFamily="49" charset="0"/>
                <a:ea typeface="Fira Code" panose="020B0809050000020004" pitchFamily="49" charset="0"/>
                <a:cs typeface="Fira Code" panose="020B0809050000020004" pitchFamily="49" charset="0"/>
              </a:rPr>
              <a:t>#if</a:t>
            </a:r>
            <a:r>
              <a:rPr lang="en-US" sz="900" noProof="0" dirty="0">
                <a:latin typeface="Fira Code" panose="020B0809050000020004" pitchFamily="49" charset="0"/>
                <a:ea typeface="Fira Code" panose="020B0809050000020004" pitchFamily="49" charset="0"/>
                <a:cs typeface="Fira Code" panose="020B0809050000020004" pitchFamily="49" charset="0"/>
              </a:rPr>
              <a:t> </a:t>
            </a:r>
            <a:r>
              <a:rPr lang="en-US" sz="2400" noProof="0" dirty="0">
                <a:latin typeface="Fira Code" panose="020B0809050000020004" pitchFamily="49" charset="0"/>
                <a:ea typeface="Fira Code" panose="020B0809050000020004" pitchFamily="49" charset="0"/>
                <a:cs typeface="Fira Code" panose="020B0809050000020004" pitchFamily="49" charset="0"/>
              </a:rPr>
              <a:t>CHOICE</a:t>
            </a:r>
            <a:r>
              <a:rPr lang="en-US" sz="900" noProof="0" dirty="0">
                <a:latin typeface="Fira Code" panose="020B0809050000020004" pitchFamily="49" charset="0"/>
                <a:ea typeface="Fira Code" panose="020B0809050000020004" pitchFamily="49" charset="0"/>
                <a:cs typeface="Fira Code" panose="020B0809050000020004" pitchFamily="49" charset="0"/>
              </a:rPr>
              <a:t> </a:t>
            </a:r>
            <a:r>
              <a:rPr lang="en-US" sz="2400" noProof="0" dirty="0">
                <a:latin typeface="Fira Code" panose="020B0809050000020004" pitchFamily="49" charset="0"/>
                <a:ea typeface="Fira Code" panose="020B0809050000020004" pitchFamily="49" charset="0"/>
                <a:cs typeface="Fira Code" panose="020B0809050000020004" pitchFamily="49" charset="0"/>
              </a:rPr>
              <a:t>=</a:t>
            </a:r>
            <a:r>
              <a:rPr lang="en-US" sz="100" baseline="-25000" noProof="0" dirty="0">
                <a:latin typeface="Fira Code" panose="020B0809050000020004" pitchFamily="49" charset="0"/>
                <a:ea typeface="Fira Code" panose="020B0809050000020004" pitchFamily="49" charset="0"/>
                <a:cs typeface="Fira Code" panose="020B0809050000020004" pitchFamily="49" charset="0"/>
              </a:rPr>
              <a:t> </a:t>
            </a:r>
            <a:r>
              <a:rPr lang="en-US" sz="2400" noProof="0" dirty="0">
                <a:latin typeface="Fira Code" panose="020B0809050000020004" pitchFamily="49" charset="0"/>
                <a:ea typeface="Fira Code" panose="020B0809050000020004" pitchFamily="49" charset="0"/>
                <a:cs typeface="Fira Code" panose="020B0809050000020004" pitchFamily="49" charset="0"/>
              </a:rPr>
              <a:t>=</a:t>
            </a:r>
            <a:r>
              <a:rPr lang="en-US" sz="900" noProof="0" dirty="0">
                <a:latin typeface="Fira Code" panose="020B0809050000020004" pitchFamily="49" charset="0"/>
                <a:ea typeface="Fira Code" panose="020B0809050000020004" pitchFamily="49" charset="0"/>
                <a:cs typeface="Fira Code" panose="020B0809050000020004" pitchFamily="49" charset="0"/>
              </a:rPr>
              <a:t> </a:t>
            </a:r>
            <a:r>
              <a:rPr lang="en-US" sz="2400" noProof="0" dirty="0">
                <a:latin typeface="Fira Code" panose="020B0809050000020004" pitchFamily="49" charset="0"/>
                <a:ea typeface="Fira Code" panose="020B0809050000020004" pitchFamily="49" charset="0"/>
                <a:cs typeface="Fira Code" panose="020B0809050000020004" pitchFamily="49" charset="0"/>
              </a:rPr>
              <a:t>1</a:t>
            </a:r>
          </a:p>
        </p:txBody>
      </p:sp>
      <p:sp>
        <p:nvSpPr>
          <p:cNvPr id="24" name="TextBox 23">
            <a:extLst>
              <a:ext uri="{FF2B5EF4-FFF2-40B4-BE49-F238E27FC236}">
                <a16:creationId xmlns:a16="http://schemas.microsoft.com/office/drawing/2014/main" id="{77BB89F9-EDA8-A4C1-2332-B3536B1F2FB3}"/>
              </a:ext>
            </a:extLst>
          </p:cNvPr>
          <p:cNvSpPr txBox="1"/>
          <p:nvPr>
            <p:custDataLst>
              <p:tags r:id="rId13"/>
            </p:custDataLst>
          </p:nvPr>
        </p:nvSpPr>
        <p:spPr>
          <a:xfrm>
            <a:off x="78828" y="2660980"/>
            <a:ext cx="2446546" cy="461665"/>
          </a:xfrm>
          <a:prstGeom prst="rect">
            <a:avLst/>
          </a:prstGeom>
          <a:noFill/>
        </p:spPr>
        <p:txBody>
          <a:bodyPr wrap="square">
            <a:spAutoFit/>
          </a:bodyPr>
          <a:lstStyle/>
          <a:p>
            <a:pPr algn="ctr"/>
            <a:r>
              <a:rPr lang="en-US" sz="2400" noProof="0" dirty="0"/>
              <a:t>I</a:t>
            </a:r>
            <a:r>
              <a:rPr lang="en-US" sz="1000" noProof="0" dirty="0"/>
              <a:t> </a:t>
            </a:r>
            <a:r>
              <a:rPr lang="en-US" sz="2400" noProof="0" dirty="0"/>
              <a:t>+=</a:t>
            </a:r>
            <a:r>
              <a:rPr lang="en-US" sz="1000" noProof="0" dirty="0"/>
              <a:t> </a:t>
            </a:r>
            <a:r>
              <a:rPr lang="en-US" sz="2400" noProof="0" dirty="0"/>
              <a:t>TILE_SIZE</a:t>
            </a:r>
            <a:endParaRPr lang="en-US" sz="2400" noProof="0" dirty="0">
              <a:latin typeface="Fira Code" panose="020B0809050000020004" pitchFamily="49" charset="0"/>
              <a:ea typeface="Fira Code" panose="020B0809050000020004" pitchFamily="49" charset="0"/>
              <a:cs typeface="Fira Code" panose="020B0809050000020004" pitchFamily="49" charset="0"/>
            </a:endParaRPr>
          </a:p>
        </p:txBody>
      </p:sp>
    </p:spTree>
    <p:custDataLst>
      <p:tags r:id="rId1"/>
    </p:custDataLst>
    <p:extLst>
      <p:ext uri="{BB962C8B-B14F-4D97-AF65-F5344CB8AC3E}">
        <p14:creationId xmlns:p14="http://schemas.microsoft.com/office/powerpoint/2010/main" val="319156266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B9F1F4AB-2185-6145-DDA4-1F034DCDFC56}"/>
              </a:ext>
            </a:extLst>
          </p:cNvPr>
          <p:cNvSpPr>
            <a:spLocks noGrp="1"/>
          </p:cNvSpPr>
          <p:nvPr>
            <p:ph type="title"/>
            <p:custDataLst>
              <p:tags r:id="rId2"/>
            </p:custDataLst>
          </p:nvPr>
        </p:nvSpPr>
        <p:spPr/>
        <p:txBody>
          <a:bodyPr/>
          <a:lstStyle/>
          <a:p>
            <a:r>
              <a:rPr lang="en-US" noProof="0" dirty="0"/>
              <a:t>Autotuning</a:t>
            </a:r>
          </a:p>
        </p:txBody>
      </p:sp>
      <p:sp>
        <p:nvSpPr>
          <p:cNvPr id="2" name="Date Placeholder 1">
            <a:extLst>
              <a:ext uri="{FF2B5EF4-FFF2-40B4-BE49-F238E27FC236}">
                <a16:creationId xmlns:a16="http://schemas.microsoft.com/office/drawing/2014/main" id="{44FA33F8-BA09-FE20-AA3F-F979C5E8EF66}"/>
              </a:ext>
            </a:extLst>
          </p:cNvPr>
          <p:cNvSpPr>
            <a:spLocks noGrp="1"/>
          </p:cNvSpPr>
          <p:nvPr>
            <p:ph type="dt" sz="half" idx="10"/>
            <p:custDataLst>
              <p:tags r:id="rId3"/>
            </p:custDataLst>
          </p:nvPr>
        </p:nvSpPr>
        <p:spPr/>
        <p:txBody>
          <a:bodyPr/>
          <a:lstStyle/>
          <a:p>
            <a:r>
              <a:rPr lang="en-US" noProof="0"/>
              <a:t>9/5/2026</a:t>
            </a:r>
            <a:endParaRPr lang="en-US" noProof="0" dirty="0"/>
          </a:p>
        </p:txBody>
      </p:sp>
      <p:sp>
        <p:nvSpPr>
          <p:cNvPr id="3" name="Slide Number Placeholder 2">
            <a:extLst>
              <a:ext uri="{FF2B5EF4-FFF2-40B4-BE49-F238E27FC236}">
                <a16:creationId xmlns:a16="http://schemas.microsoft.com/office/drawing/2014/main" id="{9CFF31DD-3BF8-7967-3565-500F50D5E9D9}"/>
              </a:ext>
            </a:extLst>
          </p:cNvPr>
          <p:cNvSpPr>
            <a:spLocks noGrp="1"/>
          </p:cNvSpPr>
          <p:nvPr>
            <p:ph type="sldNum" sz="quarter" idx="12"/>
            <p:custDataLst>
              <p:tags r:id="rId4"/>
            </p:custDataLst>
          </p:nvPr>
        </p:nvSpPr>
        <p:spPr/>
        <p:txBody>
          <a:bodyPr/>
          <a:lstStyle/>
          <a:p>
            <a:r>
              <a:rPr lang="en-US" noProof="0"/>
              <a:t>10</a:t>
            </a:r>
            <a:endParaRPr lang="en-US" noProof="0" dirty="0"/>
          </a:p>
        </p:txBody>
      </p:sp>
      <p:sp>
        <p:nvSpPr>
          <p:cNvPr id="35" name="Speech Bubble: Rectangle with Corners Rounded 34">
            <a:extLst>
              <a:ext uri="{FF2B5EF4-FFF2-40B4-BE49-F238E27FC236}">
                <a16:creationId xmlns:a16="http://schemas.microsoft.com/office/drawing/2014/main" id="{1FDBB004-242D-F064-134B-A20DA6C00791}"/>
              </a:ext>
            </a:extLst>
          </p:cNvPr>
          <p:cNvSpPr/>
          <p:nvPr>
            <p:custDataLst>
              <p:tags r:id="rId5"/>
            </p:custDataLst>
          </p:nvPr>
        </p:nvSpPr>
        <p:spPr>
          <a:xfrm>
            <a:off x="98450" y="2280208"/>
            <a:ext cx="2407303" cy="842437"/>
          </a:xfrm>
          <a:prstGeom prst="wedgeRoundRectCallout">
            <a:avLst>
              <a:gd name="adj1" fmla="val 54139"/>
              <a:gd name="adj2" fmla="val -39354"/>
              <a:gd name="adj3" fmla="val 16667"/>
            </a:avLst>
          </a:prstGeom>
          <a:gradFill>
            <a:gsLst>
              <a:gs pos="0">
                <a:srgbClr val="D7ADD0"/>
              </a:gs>
              <a:gs pos="50000">
                <a:srgbClr val="CD9FC6"/>
              </a:gs>
              <a:gs pos="100000">
                <a:srgbClr val="C88CBE"/>
              </a:gs>
            </a:gsLst>
          </a:gradFill>
        </p:spPr>
        <p:style>
          <a:lnRef idx="1">
            <a:schemeClr val="accent5"/>
          </a:lnRef>
          <a:fillRef idx="2">
            <a:schemeClr val="accent5"/>
          </a:fillRef>
          <a:effectRef idx="1">
            <a:schemeClr val="accent5"/>
          </a:effectRef>
          <a:fontRef idx="minor">
            <a:schemeClr val="dk1"/>
          </a:fontRef>
        </p:style>
        <p:txBody>
          <a:bodyPr rtlCol="0" anchor="ctr"/>
          <a:lstStyle/>
          <a:p>
            <a:pPr algn="ctr"/>
            <a:r>
              <a:rPr lang="en-US" sz="2400" noProof="0" dirty="0"/>
              <a:t>Tile</a:t>
            </a:r>
            <a:r>
              <a:rPr lang="en-US" sz="1600" noProof="0" dirty="0"/>
              <a:t> </a:t>
            </a:r>
            <a:r>
              <a:rPr lang="en-US" sz="2400" noProof="0" dirty="0"/>
              <a:t>size</a:t>
            </a:r>
            <a:r>
              <a:rPr lang="en-US" sz="1600" noProof="0" dirty="0"/>
              <a:t> </a:t>
            </a:r>
            <a:r>
              <a:rPr lang="en-US" sz="2400" noProof="0" dirty="0"/>
              <a:t>for</a:t>
            </a:r>
            <a:r>
              <a:rPr lang="en-US" sz="1600" noProof="0" dirty="0"/>
              <a:t> </a:t>
            </a:r>
            <a:r>
              <a:rPr lang="en-US" sz="2400" noProof="0" dirty="0"/>
              <a:t>tiling</a:t>
            </a:r>
            <a:br>
              <a:rPr lang="en-US" sz="2400" noProof="0" dirty="0"/>
            </a:br>
            <a:endParaRPr lang="en-US" sz="2400" noProof="0" dirty="0">
              <a:latin typeface="Fira Code" panose="020B0809050000020004" pitchFamily="49" charset="0"/>
              <a:ea typeface="Fira Code" panose="020B0809050000020004" pitchFamily="49" charset="0"/>
              <a:cs typeface="Fira Code" panose="020B0809050000020004" pitchFamily="49" charset="0"/>
            </a:endParaRPr>
          </a:p>
        </p:txBody>
      </p:sp>
      <p:sp>
        <p:nvSpPr>
          <p:cNvPr id="4" name="Flowchart: Process 3">
            <a:extLst>
              <a:ext uri="{FF2B5EF4-FFF2-40B4-BE49-F238E27FC236}">
                <a16:creationId xmlns:a16="http://schemas.microsoft.com/office/drawing/2014/main" id="{1A3646A4-0501-E64C-9EBA-2A5D70FCC45E}"/>
              </a:ext>
            </a:extLst>
          </p:cNvPr>
          <p:cNvSpPr/>
          <p:nvPr>
            <p:custDataLst>
              <p:tags r:id="rId6"/>
            </p:custDataLst>
          </p:nvPr>
        </p:nvSpPr>
        <p:spPr>
          <a:xfrm>
            <a:off x="2623518" y="1690418"/>
            <a:ext cx="2279575" cy="842437"/>
          </a:xfrm>
          <a:prstGeom prst="flowChartProcess">
            <a:avLst/>
          </a:prstGeom>
          <a:gradFill>
            <a:gsLst>
              <a:gs pos="0">
                <a:srgbClr val="E96733"/>
              </a:gs>
              <a:gs pos="50000">
                <a:schemeClr val="accent2">
                  <a:satMod val="110000"/>
                  <a:lumMod val="100000"/>
                  <a:shade val="100000"/>
                </a:schemeClr>
              </a:gs>
              <a:gs pos="100000">
                <a:schemeClr val="accent2">
                  <a:lumMod val="99000"/>
                  <a:satMod val="120000"/>
                  <a:shade val="78000"/>
                </a:schemeClr>
              </a:gs>
            </a:gsLst>
          </a:gradFill>
          <a:ln>
            <a:solidFill>
              <a:schemeClr val="tx1"/>
            </a:solidFill>
          </a:ln>
        </p:spPr>
        <p:style>
          <a:lnRef idx="1">
            <a:schemeClr val="accent2"/>
          </a:lnRef>
          <a:fillRef idx="3">
            <a:schemeClr val="accent2"/>
          </a:fillRef>
          <a:effectRef idx="2">
            <a:schemeClr val="accent2"/>
          </a:effectRef>
          <a:fontRef idx="minor">
            <a:schemeClr val="lt1"/>
          </a:fontRef>
        </p:style>
        <p:txBody>
          <a:bodyPr rtlCol="0" anchor="ctr"/>
          <a:lstStyle/>
          <a:p>
            <a:pPr algn="ctr"/>
            <a:r>
              <a:rPr lang="en-US" sz="2400" noProof="0" dirty="0"/>
              <a:t>Parameters in the </a:t>
            </a:r>
            <a:r>
              <a:rPr lang="en-US" sz="2400" b="1" noProof="0" dirty="0"/>
              <a:t>application</a:t>
            </a:r>
          </a:p>
        </p:txBody>
      </p:sp>
      <p:sp>
        <p:nvSpPr>
          <p:cNvPr id="6" name="Flowchart: Process 5">
            <a:extLst>
              <a:ext uri="{FF2B5EF4-FFF2-40B4-BE49-F238E27FC236}">
                <a16:creationId xmlns:a16="http://schemas.microsoft.com/office/drawing/2014/main" id="{09D4644A-2975-4E43-85E5-AC04135744E4}"/>
              </a:ext>
            </a:extLst>
          </p:cNvPr>
          <p:cNvSpPr/>
          <p:nvPr>
            <p:custDataLst>
              <p:tags r:id="rId7"/>
            </p:custDataLst>
          </p:nvPr>
        </p:nvSpPr>
        <p:spPr>
          <a:xfrm>
            <a:off x="7021773" y="1685974"/>
            <a:ext cx="2426983" cy="842437"/>
          </a:xfrm>
          <a:prstGeom prst="flowChartProcess">
            <a:avLst/>
          </a:prstGeom>
          <a:gradFill>
            <a:gsLst>
              <a:gs pos="0">
                <a:srgbClr val="E96733"/>
              </a:gs>
              <a:gs pos="50000">
                <a:schemeClr val="accent2">
                  <a:satMod val="110000"/>
                  <a:lumMod val="100000"/>
                  <a:shade val="100000"/>
                </a:schemeClr>
              </a:gs>
              <a:gs pos="100000">
                <a:schemeClr val="accent2">
                  <a:lumMod val="99000"/>
                  <a:satMod val="120000"/>
                  <a:shade val="78000"/>
                </a:schemeClr>
              </a:gs>
            </a:gsLst>
          </a:gradFill>
          <a:ln>
            <a:solidFill>
              <a:schemeClr val="tx1"/>
            </a:solidFill>
          </a:ln>
        </p:spPr>
        <p:style>
          <a:lnRef idx="1">
            <a:schemeClr val="accent2"/>
          </a:lnRef>
          <a:fillRef idx="3">
            <a:schemeClr val="accent2"/>
          </a:fillRef>
          <a:effectRef idx="2">
            <a:schemeClr val="accent2"/>
          </a:effectRef>
          <a:fontRef idx="minor">
            <a:schemeClr val="lt1"/>
          </a:fontRef>
        </p:style>
        <p:txBody>
          <a:bodyPr rtlCol="0" anchor="ctr"/>
          <a:lstStyle/>
          <a:p>
            <a:pPr algn="ctr"/>
            <a:r>
              <a:rPr lang="en-US" sz="2400" noProof="0" dirty="0"/>
              <a:t>Parameters in an </a:t>
            </a:r>
            <a:r>
              <a:rPr lang="en-US" sz="2400" b="1" noProof="0" dirty="0"/>
              <a:t>autotuner script</a:t>
            </a:r>
          </a:p>
        </p:txBody>
      </p:sp>
      <p:sp>
        <p:nvSpPr>
          <p:cNvPr id="8" name="Arrow: Left-Right 7">
            <a:extLst>
              <a:ext uri="{FF2B5EF4-FFF2-40B4-BE49-F238E27FC236}">
                <a16:creationId xmlns:a16="http://schemas.microsoft.com/office/drawing/2014/main" id="{87FD7390-E206-0701-B169-9DA704B413EE}"/>
              </a:ext>
            </a:extLst>
          </p:cNvPr>
          <p:cNvSpPr/>
          <p:nvPr>
            <p:custDataLst>
              <p:tags r:id="rId8"/>
            </p:custDataLst>
          </p:nvPr>
        </p:nvSpPr>
        <p:spPr>
          <a:xfrm>
            <a:off x="4909444" y="1774066"/>
            <a:ext cx="2098330" cy="690836"/>
          </a:xfrm>
          <a:prstGeom prst="leftRightArrow">
            <a:avLst>
              <a:gd name="adj1" fmla="val 46405"/>
              <a:gd name="adj2" fmla="val 45816"/>
            </a:avLst>
          </a:prstGeom>
          <a:gradFill flip="none" rotWithShape="1">
            <a:gsLst>
              <a:gs pos="0">
                <a:schemeClr val="accent2">
                  <a:lumMod val="67000"/>
                </a:schemeClr>
              </a:gs>
              <a:gs pos="48000">
                <a:schemeClr val="accent2">
                  <a:lumMod val="97000"/>
                  <a:lumOff val="3000"/>
                </a:schemeClr>
              </a:gs>
              <a:gs pos="100000">
                <a:srgbClr val="EE9360"/>
              </a:gs>
            </a:gsLst>
            <a:lin ang="16200000" scaled="1"/>
            <a:tileRect/>
          </a:gradFill>
          <a:ln>
            <a:solidFill>
              <a:schemeClr val="tx1"/>
            </a:solidFill>
          </a:ln>
        </p:spPr>
        <p:style>
          <a:lnRef idx="0">
            <a:scrgbClr r="0" g="0" b="0"/>
          </a:lnRef>
          <a:fillRef idx="0">
            <a:scrgbClr r="0" g="0" b="0"/>
          </a:fillRef>
          <a:effectRef idx="0">
            <a:scrgbClr r="0" g="0" b="0"/>
          </a:effectRef>
          <a:fontRef idx="minor">
            <a:schemeClr val="lt1"/>
          </a:fontRef>
        </p:style>
        <p:txBody>
          <a:bodyPr wrap="none" rtlCol="0" anchor="ctr"/>
          <a:lstStyle/>
          <a:p>
            <a:pPr algn="ctr"/>
            <a:r>
              <a:rPr lang="en-US" sz="2000" noProof="0" dirty="0"/>
              <a:t>Communication</a:t>
            </a:r>
          </a:p>
        </p:txBody>
      </p:sp>
      <p:sp>
        <p:nvSpPr>
          <p:cNvPr id="11" name="Right Brace 10">
            <a:extLst>
              <a:ext uri="{FF2B5EF4-FFF2-40B4-BE49-F238E27FC236}">
                <a16:creationId xmlns:a16="http://schemas.microsoft.com/office/drawing/2014/main" id="{0E210CDB-EAA6-0C9F-CAB9-B16CAFD1D4A6}"/>
              </a:ext>
            </a:extLst>
          </p:cNvPr>
          <p:cNvSpPr/>
          <p:nvPr>
            <p:custDataLst>
              <p:tags r:id="rId9"/>
            </p:custDataLst>
          </p:nvPr>
        </p:nvSpPr>
        <p:spPr>
          <a:xfrm rot="5400000">
            <a:off x="5962407" y="-690971"/>
            <a:ext cx="147459" cy="6825238"/>
          </a:xfrm>
          <a:prstGeom prst="rightBrace">
            <a:avLst/>
          </a:prstGeom>
          <a:ln>
            <a:solidFill>
              <a:schemeClr val="tx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2400" noProof="0" dirty="0"/>
          </a:p>
        </p:txBody>
      </p:sp>
      <p:sp>
        <p:nvSpPr>
          <p:cNvPr id="13" name="TextBox 12">
            <a:extLst>
              <a:ext uri="{FF2B5EF4-FFF2-40B4-BE49-F238E27FC236}">
                <a16:creationId xmlns:a16="http://schemas.microsoft.com/office/drawing/2014/main" id="{41D587DC-555E-F024-2296-A3954C42F0E6}"/>
              </a:ext>
            </a:extLst>
          </p:cNvPr>
          <p:cNvSpPr txBox="1"/>
          <p:nvPr>
            <p:custDataLst>
              <p:tags r:id="rId10"/>
            </p:custDataLst>
          </p:nvPr>
        </p:nvSpPr>
        <p:spPr>
          <a:xfrm>
            <a:off x="4190470" y="2765605"/>
            <a:ext cx="3879652" cy="400110"/>
          </a:xfrm>
          <a:prstGeom prst="rect">
            <a:avLst/>
          </a:prstGeom>
          <a:noFill/>
        </p:spPr>
        <p:txBody>
          <a:bodyPr wrap="none" rtlCol="0">
            <a:spAutoFit/>
          </a:bodyPr>
          <a:lstStyle/>
          <a:p>
            <a:pPr algn="ctr"/>
            <a:r>
              <a:rPr lang="en-US" sz="2000" noProof="0" dirty="0"/>
              <a:t>Too much boilerplate, error-prone</a:t>
            </a:r>
          </a:p>
        </p:txBody>
      </p:sp>
      <p:sp>
        <p:nvSpPr>
          <p:cNvPr id="10" name="Speech Bubble: Rectangle with Corners Rounded 9">
            <a:extLst>
              <a:ext uri="{FF2B5EF4-FFF2-40B4-BE49-F238E27FC236}">
                <a16:creationId xmlns:a16="http://schemas.microsoft.com/office/drawing/2014/main" id="{80AB9894-F662-FFB1-44B2-4C81DBE8BFD6}"/>
              </a:ext>
            </a:extLst>
          </p:cNvPr>
          <p:cNvSpPr/>
          <p:nvPr>
            <p:custDataLst>
              <p:tags r:id="rId11"/>
            </p:custDataLst>
          </p:nvPr>
        </p:nvSpPr>
        <p:spPr>
          <a:xfrm>
            <a:off x="102038" y="1343818"/>
            <a:ext cx="2407305" cy="842437"/>
          </a:xfrm>
          <a:prstGeom prst="wedgeRoundRectCallout">
            <a:avLst>
              <a:gd name="adj1" fmla="val 54538"/>
              <a:gd name="adj2" fmla="val 25624"/>
              <a:gd name="adj3" fmla="val 16667"/>
            </a:avLst>
          </a:prstGeom>
          <a:gradFill>
            <a:gsLst>
              <a:gs pos="0">
                <a:srgbClr val="B5DCAE"/>
              </a:gs>
              <a:gs pos="50000">
                <a:srgbClr val="A8D1A1"/>
              </a:gs>
              <a:gs pos="100000">
                <a:srgbClr val="97CC8C"/>
              </a:gs>
            </a:gsLst>
          </a:gradFill>
        </p:spPr>
        <p:style>
          <a:lnRef idx="1">
            <a:schemeClr val="accent6"/>
          </a:lnRef>
          <a:fillRef idx="2">
            <a:schemeClr val="accent6"/>
          </a:fillRef>
          <a:effectRef idx="1">
            <a:schemeClr val="accent6"/>
          </a:effectRef>
          <a:fontRef idx="minor">
            <a:schemeClr val="dk1"/>
          </a:fontRef>
        </p:style>
        <p:txBody>
          <a:bodyPr rtlCol="0" anchor="ctr"/>
          <a:lstStyle/>
          <a:p>
            <a:pPr algn="ctr"/>
            <a:r>
              <a:rPr lang="en-US" sz="2400" noProof="0" dirty="0"/>
              <a:t>Choice</a:t>
            </a:r>
            <a:r>
              <a:rPr lang="en-US" sz="1600" noProof="0" dirty="0"/>
              <a:t> </a:t>
            </a:r>
            <a:r>
              <a:rPr lang="en-US" sz="2400" noProof="0" dirty="0"/>
              <a:t>of</a:t>
            </a:r>
            <a:r>
              <a:rPr lang="en-US" sz="1600" noProof="0" dirty="0"/>
              <a:t> </a:t>
            </a:r>
            <a:r>
              <a:rPr lang="en-US" sz="2400" noProof="0" dirty="0"/>
              <a:t>layout</a:t>
            </a:r>
          </a:p>
          <a:p>
            <a:pPr algn="ctr"/>
            <a:endParaRPr lang="en-US" sz="2400" noProof="0" dirty="0"/>
          </a:p>
        </p:txBody>
      </p:sp>
      <p:sp>
        <p:nvSpPr>
          <p:cNvPr id="14" name="Speech Bubble: Rectangle with Corners Rounded 13">
            <a:extLst>
              <a:ext uri="{FF2B5EF4-FFF2-40B4-BE49-F238E27FC236}">
                <a16:creationId xmlns:a16="http://schemas.microsoft.com/office/drawing/2014/main" id="{20CE95B9-03F1-05B9-5C53-ED658F5D3701}"/>
              </a:ext>
            </a:extLst>
          </p:cNvPr>
          <p:cNvSpPr/>
          <p:nvPr>
            <p:custDataLst>
              <p:tags r:id="rId12"/>
            </p:custDataLst>
          </p:nvPr>
        </p:nvSpPr>
        <p:spPr>
          <a:xfrm>
            <a:off x="9561798" y="1496321"/>
            <a:ext cx="2543412" cy="537432"/>
          </a:xfrm>
          <a:prstGeom prst="wedgeRoundRectCallout">
            <a:avLst>
              <a:gd name="adj1" fmla="val -53824"/>
              <a:gd name="adj2" fmla="val 29339"/>
              <a:gd name="adj3" fmla="val 16667"/>
            </a:avLst>
          </a:prstGeom>
          <a:gradFill>
            <a:gsLst>
              <a:gs pos="0">
                <a:srgbClr val="B5DCAE"/>
              </a:gs>
              <a:gs pos="50000">
                <a:srgbClr val="A8D1A1"/>
              </a:gs>
              <a:gs pos="100000">
                <a:srgbClr val="97CC8C"/>
              </a:gs>
            </a:gsLst>
          </a:gradFill>
        </p:spPr>
        <p:style>
          <a:lnRef idx="1">
            <a:schemeClr val="accent6"/>
          </a:lnRef>
          <a:fillRef idx="2">
            <a:schemeClr val="accent6"/>
          </a:fillRef>
          <a:effectRef idx="1">
            <a:schemeClr val="accent6"/>
          </a:effectRef>
          <a:fontRef idx="minor">
            <a:schemeClr val="dk1"/>
          </a:fontRef>
        </p:style>
        <p:txBody>
          <a:bodyPr rtlCol="0" anchor="ctr"/>
          <a:lstStyle/>
          <a:p>
            <a:pPr algn="ctr"/>
            <a:r>
              <a:rPr lang="en-US" sz="2400" noProof="0" dirty="0"/>
              <a:t>Categorical value</a:t>
            </a:r>
          </a:p>
        </p:txBody>
      </p:sp>
      <p:sp>
        <p:nvSpPr>
          <p:cNvPr id="40" name="Speech Bubble: Rectangle with Corners Rounded 39">
            <a:extLst>
              <a:ext uri="{FF2B5EF4-FFF2-40B4-BE49-F238E27FC236}">
                <a16:creationId xmlns:a16="http://schemas.microsoft.com/office/drawing/2014/main" id="{FA9C8980-73EE-E008-CB22-42AB34A781C3}"/>
              </a:ext>
            </a:extLst>
          </p:cNvPr>
          <p:cNvSpPr/>
          <p:nvPr>
            <p:custDataLst>
              <p:tags r:id="rId13"/>
            </p:custDataLst>
          </p:nvPr>
        </p:nvSpPr>
        <p:spPr>
          <a:xfrm>
            <a:off x="9561798" y="2338760"/>
            <a:ext cx="2543412" cy="537432"/>
          </a:xfrm>
          <a:prstGeom prst="wedgeRoundRectCallout">
            <a:avLst>
              <a:gd name="adj1" fmla="val -53454"/>
              <a:gd name="adj2" fmla="val -34984"/>
              <a:gd name="adj3" fmla="val 16667"/>
            </a:avLst>
          </a:prstGeom>
          <a:gradFill>
            <a:gsLst>
              <a:gs pos="0">
                <a:srgbClr val="D7ADD0"/>
              </a:gs>
              <a:gs pos="50000">
                <a:srgbClr val="CD9FC6"/>
              </a:gs>
              <a:gs pos="100000">
                <a:srgbClr val="C88CBE"/>
              </a:gs>
            </a:gsLst>
          </a:gradFill>
        </p:spPr>
        <p:style>
          <a:lnRef idx="1">
            <a:schemeClr val="accent5"/>
          </a:lnRef>
          <a:fillRef idx="2">
            <a:schemeClr val="accent5"/>
          </a:fillRef>
          <a:effectRef idx="1">
            <a:schemeClr val="accent5"/>
          </a:effectRef>
          <a:fontRef idx="minor">
            <a:schemeClr val="dk1"/>
          </a:fontRef>
        </p:style>
        <p:txBody>
          <a:bodyPr rtlCol="0" anchor="ctr"/>
          <a:lstStyle/>
          <a:p>
            <a:pPr algn="ctr"/>
            <a:r>
              <a:rPr lang="en-US" sz="2400" noProof="0" dirty="0"/>
              <a:t>Numerical value</a:t>
            </a:r>
            <a:endParaRPr lang="en-US" sz="2400" noProof="0" dirty="0">
              <a:effectLst/>
            </a:endParaRPr>
          </a:p>
        </p:txBody>
      </p:sp>
      <p:sp>
        <p:nvSpPr>
          <p:cNvPr id="12" name="TextBox 11">
            <a:extLst>
              <a:ext uri="{FF2B5EF4-FFF2-40B4-BE49-F238E27FC236}">
                <a16:creationId xmlns:a16="http://schemas.microsoft.com/office/drawing/2014/main" id="{2BC01B5D-4669-EF57-53C5-76363EAAF56F}"/>
              </a:ext>
            </a:extLst>
          </p:cNvPr>
          <p:cNvSpPr txBox="1"/>
          <p:nvPr>
            <p:custDataLst>
              <p:tags r:id="rId14"/>
            </p:custDataLst>
          </p:nvPr>
        </p:nvSpPr>
        <p:spPr>
          <a:xfrm>
            <a:off x="-106641" y="1765036"/>
            <a:ext cx="2824662" cy="461665"/>
          </a:xfrm>
          <a:prstGeom prst="rect">
            <a:avLst/>
          </a:prstGeom>
          <a:noFill/>
        </p:spPr>
        <p:txBody>
          <a:bodyPr wrap="square">
            <a:spAutoFit/>
          </a:bodyPr>
          <a:lstStyle/>
          <a:p>
            <a:pPr algn="ctr"/>
            <a:r>
              <a:rPr lang="en-US" sz="2400" noProof="0" dirty="0">
                <a:latin typeface="Fira Code" panose="020B0809050000020004" pitchFamily="49" charset="0"/>
                <a:ea typeface="Fira Code" panose="020B0809050000020004" pitchFamily="49" charset="0"/>
                <a:cs typeface="Fira Code" panose="020B0809050000020004" pitchFamily="49" charset="0"/>
              </a:rPr>
              <a:t>#if</a:t>
            </a:r>
            <a:r>
              <a:rPr lang="en-US" sz="900" noProof="0" dirty="0">
                <a:latin typeface="Fira Code" panose="020B0809050000020004" pitchFamily="49" charset="0"/>
                <a:ea typeface="Fira Code" panose="020B0809050000020004" pitchFamily="49" charset="0"/>
                <a:cs typeface="Fira Code" panose="020B0809050000020004" pitchFamily="49" charset="0"/>
              </a:rPr>
              <a:t> </a:t>
            </a:r>
            <a:r>
              <a:rPr lang="en-US" sz="2400" noProof="0" dirty="0">
                <a:latin typeface="Fira Code" panose="020B0809050000020004" pitchFamily="49" charset="0"/>
                <a:ea typeface="Fira Code" panose="020B0809050000020004" pitchFamily="49" charset="0"/>
                <a:cs typeface="Fira Code" panose="020B0809050000020004" pitchFamily="49" charset="0"/>
              </a:rPr>
              <a:t>CHOICE</a:t>
            </a:r>
            <a:r>
              <a:rPr lang="en-US" sz="900" noProof="0" dirty="0">
                <a:latin typeface="Fira Code" panose="020B0809050000020004" pitchFamily="49" charset="0"/>
                <a:ea typeface="Fira Code" panose="020B0809050000020004" pitchFamily="49" charset="0"/>
                <a:cs typeface="Fira Code" panose="020B0809050000020004" pitchFamily="49" charset="0"/>
              </a:rPr>
              <a:t> </a:t>
            </a:r>
            <a:r>
              <a:rPr lang="en-US" sz="2400" noProof="0" dirty="0">
                <a:latin typeface="Fira Code" panose="020B0809050000020004" pitchFamily="49" charset="0"/>
                <a:ea typeface="Fira Code" panose="020B0809050000020004" pitchFamily="49" charset="0"/>
                <a:cs typeface="Fira Code" panose="020B0809050000020004" pitchFamily="49" charset="0"/>
              </a:rPr>
              <a:t>=</a:t>
            </a:r>
            <a:r>
              <a:rPr lang="en-US" sz="100" baseline="-25000" noProof="0" dirty="0">
                <a:latin typeface="Fira Code" panose="020B0809050000020004" pitchFamily="49" charset="0"/>
                <a:ea typeface="Fira Code" panose="020B0809050000020004" pitchFamily="49" charset="0"/>
                <a:cs typeface="Fira Code" panose="020B0809050000020004" pitchFamily="49" charset="0"/>
              </a:rPr>
              <a:t> </a:t>
            </a:r>
            <a:r>
              <a:rPr lang="en-US" sz="2400" noProof="0" dirty="0">
                <a:latin typeface="Fira Code" panose="020B0809050000020004" pitchFamily="49" charset="0"/>
                <a:ea typeface="Fira Code" panose="020B0809050000020004" pitchFamily="49" charset="0"/>
                <a:cs typeface="Fira Code" panose="020B0809050000020004" pitchFamily="49" charset="0"/>
              </a:rPr>
              <a:t>=</a:t>
            </a:r>
            <a:r>
              <a:rPr lang="en-US" sz="900" noProof="0" dirty="0">
                <a:latin typeface="Fira Code" panose="020B0809050000020004" pitchFamily="49" charset="0"/>
                <a:ea typeface="Fira Code" panose="020B0809050000020004" pitchFamily="49" charset="0"/>
                <a:cs typeface="Fira Code" panose="020B0809050000020004" pitchFamily="49" charset="0"/>
              </a:rPr>
              <a:t> </a:t>
            </a:r>
            <a:r>
              <a:rPr lang="en-US" sz="2400" noProof="0" dirty="0">
                <a:latin typeface="Fira Code" panose="020B0809050000020004" pitchFamily="49" charset="0"/>
                <a:ea typeface="Fira Code" panose="020B0809050000020004" pitchFamily="49" charset="0"/>
                <a:cs typeface="Fira Code" panose="020B0809050000020004" pitchFamily="49" charset="0"/>
              </a:rPr>
              <a:t>1</a:t>
            </a:r>
          </a:p>
        </p:txBody>
      </p:sp>
      <p:sp>
        <p:nvSpPr>
          <p:cNvPr id="24" name="TextBox 23">
            <a:extLst>
              <a:ext uri="{FF2B5EF4-FFF2-40B4-BE49-F238E27FC236}">
                <a16:creationId xmlns:a16="http://schemas.microsoft.com/office/drawing/2014/main" id="{77BB89F9-EDA8-A4C1-2332-B3536B1F2FB3}"/>
              </a:ext>
            </a:extLst>
          </p:cNvPr>
          <p:cNvSpPr txBox="1"/>
          <p:nvPr>
            <p:custDataLst>
              <p:tags r:id="rId15"/>
            </p:custDataLst>
          </p:nvPr>
        </p:nvSpPr>
        <p:spPr>
          <a:xfrm>
            <a:off x="78828" y="2660980"/>
            <a:ext cx="2446546" cy="461665"/>
          </a:xfrm>
          <a:prstGeom prst="rect">
            <a:avLst/>
          </a:prstGeom>
          <a:noFill/>
        </p:spPr>
        <p:txBody>
          <a:bodyPr wrap="square">
            <a:spAutoFit/>
          </a:bodyPr>
          <a:lstStyle/>
          <a:p>
            <a:pPr algn="ctr"/>
            <a:r>
              <a:rPr lang="en-US" sz="2400" noProof="0" dirty="0"/>
              <a:t>I</a:t>
            </a:r>
            <a:r>
              <a:rPr lang="en-US" sz="1000" noProof="0" dirty="0"/>
              <a:t> </a:t>
            </a:r>
            <a:r>
              <a:rPr lang="en-US" sz="2400" noProof="0" dirty="0"/>
              <a:t>+=</a:t>
            </a:r>
            <a:r>
              <a:rPr lang="en-US" sz="1000" noProof="0" dirty="0"/>
              <a:t> </a:t>
            </a:r>
            <a:r>
              <a:rPr lang="en-US" sz="2400" noProof="0" dirty="0"/>
              <a:t>TILE_SIZE</a:t>
            </a:r>
            <a:endParaRPr lang="en-US" sz="2400" noProof="0" dirty="0">
              <a:latin typeface="Fira Code" panose="020B0809050000020004" pitchFamily="49" charset="0"/>
              <a:ea typeface="Fira Code" panose="020B0809050000020004" pitchFamily="49" charset="0"/>
              <a:cs typeface="Fira Code" panose="020B0809050000020004" pitchFamily="49" charset="0"/>
            </a:endParaRPr>
          </a:p>
        </p:txBody>
      </p:sp>
    </p:spTree>
    <p:custDataLst>
      <p:tags r:id="rId1"/>
    </p:custDataLst>
    <p:extLst>
      <p:ext uri="{BB962C8B-B14F-4D97-AF65-F5344CB8AC3E}">
        <p14:creationId xmlns:p14="http://schemas.microsoft.com/office/powerpoint/2010/main" val="261751108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248C6C-35FD-2FEA-9242-821C217B844A}"/>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FD7FB453-EC7A-D91F-E119-90F829C062FE}"/>
              </a:ext>
            </a:extLst>
          </p:cNvPr>
          <p:cNvSpPr>
            <a:spLocks noGrp="1"/>
          </p:cNvSpPr>
          <p:nvPr>
            <p:ph type="title"/>
            <p:custDataLst>
              <p:tags r:id="rId2"/>
            </p:custDataLst>
          </p:nvPr>
        </p:nvSpPr>
        <p:spPr/>
        <p:txBody>
          <a:bodyPr/>
          <a:lstStyle/>
          <a:p>
            <a:r>
              <a:rPr lang="en-US" noProof="0" dirty="0"/>
              <a:t>Autotuning</a:t>
            </a:r>
          </a:p>
        </p:txBody>
      </p:sp>
      <p:pic>
        <p:nvPicPr>
          <p:cNvPr id="9" name="Picture 8">
            <a:extLst>
              <a:ext uri="{FF2B5EF4-FFF2-40B4-BE49-F238E27FC236}">
                <a16:creationId xmlns:a16="http://schemas.microsoft.com/office/drawing/2014/main" id="{BA534CF3-92A6-3AD8-EC33-C0E5B76AC7F1}"/>
              </a:ext>
            </a:extLst>
          </p:cNvPr>
          <p:cNvPicPr>
            <a:picLocks noChangeAspect="1"/>
          </p:cNvPicPr>
          <p:nvPr>
            <p:custDataLst>
              <p:tags r:id="rId3"/>
            </p:custDataLst>
          </p:nvPr>
        </p:nvPicPr>
        <p:blipFill>
          <a:blip r:embed="rId18">
            <a:extLst>
              <a:ext uri="{28A0092B-C50C-407E-A947-70E740481C1C}">
                <a14:useLocalDpi xmlns:a14="http://schemas.microsoft.com/office/drawing/2010/main" val="0"/>
              </a:ext>
            </a:extLst>
          </a:blip>
          <a:srcRect l="9936" t="1446" r="3272" b="70120"/>
          <a:stretch>
            <a:fillRect/>
          </a:stretch>
        </p:blipFill>
        <p:spPr>
          <a:xfrm>
            <a:off x="2499553" y="3948155"/>
            <a:ext cx="6637132" cy="3075322"/>
          </a:xfrm>
          <a:prstGeom prst="rect">
            <a:avLst/>
          </a:prstGeom>
        </p:spPr>
      </p:pic>
      <p:sp>
        <p:nvSpPr>
          <p:cNvPr id="2" name="Date Placeholder 1">
            <a:extLst>
              <a:ext uri="{FF2B5EF4-FFF2-40B4-BE49-F238E27FC236}">
                <a16:creationId xmlns:a16="http://schemas.microsoft.com/office/drawing/2014/main" id="{28B895D9-C1B5-7C62-7214-2B741688C85D}"/>
              </a:ext>
            </a:extLst>
          </p:cNvPr>
          <p:cNvSpPr>
            <a:spLocks noGrp="1"/>
          </p:cNvSpPr>
          <p:nvPr>
            <p:ph type="dt" sz="half" idx="10"/>
            <p:custDataLst>
              <p:tags r:id="rId4"/>
            </p:custDataLst>
          </p:nvPr>
        </p:nvSpPr>
        <p:spPr/>
        <p:txBody>
          <a:bodyPr/>
          <a:lstStyle/>
          <a:p>
            <a:r>
              <a:rPr lang="en-US" noProof="0"/>
              <a:t>9/5/2026</a:t>
            </a:r>
            <a:endParaRPr lang="en-US" noProof="0" dirty="0"/>
          </a:p>
        </p:txBody>
      </p:sp>
      <p:sp>
        <p:nvSpPr>
          <p:cNvPr id="3" name="Slide Number Placeholder 2">
            <a:extLst>
              <a:ext uri="{FF2B5EF4-FFF2-40B4-BE49-F238E27FC236}">
                <a16:creationId xmlns:a16="http://schemas.microsoft.com/office/drawing/2014/main" id="{B3EF265E-E404-43CC-D6E4-8A6E2C58BC68}"/>
              </a:ext>
            </a:extLst>
          </p:cNvPr>
          <p:cNvSpPr>
            <a:spLocks noGrp="1"/>
          </p:cNvSpPr>
          <p:nvPr>
            <p:ph type="sldNum" sz="quarter" idx="12"/>
            <p:custDataLst>
              <p:tags r:id="rId5"/>
            </p:custDataLst>
          </p:nvPr>
        </p:nvSpPr>
        <p:spPr/>
        <p:txBody>
          <a:bodyPr/>
          <a:lstStyle/>
          <a:p>
            <a:r>
              <a:rPr lang="en-US" noProof="0"/>
              <a:t>11</a:t>
            </a:r>
            <a:endParaRPr lang="en-US" noProof="0" dirty="0"/>
          </a:p>
        </p:txBody>
      </p:sp>
      <p:sp>
        <p:nvSpPr>
          <p:cNvPr id="15" name="Arrow: Down 14">
            <a:extLst>
              <a:ext uri="{FF2B5EF4-FFF2-40B4-BE49-F238E27FC236}">
                <a16:creationId xmlns:a16="http://schemas.microsoft.com/office/drawing/2014/main" id="{71F4EF2F-6E0C-390A-B96B-78A98DF8198D}"/>
              </a:ext>
            </a:extLst>
          </p:cNvPr>
          <p:cNvSpPr/>
          <p:nvPr>
            <p:custDataLst>
              <p:tags r:id="rId6"/>
            </p:custDataLst>
          </p:nvPr>
        </p:nvSpPr>
        <p:spPr>
          <a:xfrm>
            <a:off x="5546381" y="3265015"/>
            <a:ext cx="1099238" cy="610800"/>
          </a:xfrm>
          <a:prstGeom prst="downArrow">
            <a:avLst/>
          </a:prstGeom>
        </p:spPr>
        <p:style>
          <a:lnRef idx="1">
            <a:schemeClr val="accent6"/>
          </a:lnRef>
          <a:fillRef idx="3">
            <a:schemeClr val="accent6"/>
          </a:fillRef>
          <a:effectRef idx="2">
            <a:schemeClr val="accent6"/>
          </a:effectRef>
          <a:fontRef idx="minor">
            <a:schemeClr val="lt1"/>
          </a:fontRef>
        </p:style>
        <p:txBody>
          <a:bodyPr rtlCol="0" anchor="ctr"/>
          <a:lstStyle/>
          <a:p>
            <a:pPr algn="ctr"/>
            <a:endParaRPr lang="en-US" noProof="0" dirty="0"/>
          </a:p>
        </p:txBody>
      </p:sp>
      <p:sp>
        <p:nvSpPr>
          <p:cNvPr id="20" name="TextBox 19">
            <a:extLst>
              <a:ext uri="{FF2B5EF4-FFF2-40B4-BE49-F238E27FC236}">
                <a16:creationId xmlns:a16="http://schemas.microsoft.com/office/drawing/2014/main" id="{21D9C4A4-9547-55DA-3089-374CEE7F784A}"/>
              </a:ext>
            </a:extLst>
          </p:cNvPr>
          <p:cNvSpPr txBox="1"/>
          <p:nvPr>
            <p:custDataLst>
              <p:tags r:id="rId7"/>
            </p:custDataLst>
          </p:nvPr>
        </p:nvSpPr>
        <p:spPr>
          <a:xfrm>
            <a:off x="229487" y="4164317"/>
            <a:ext cx="3157188" cy="442674"/>
          </a:xfrm>
          <a:prstGeom prst="roundRect">
            <a:avLst/>
          </a:prstGeom>
        </p:spPr>
        <p:style>
          <a:lnRef idx="1">
            <a:schemeClr val="accent4"/>
          </a:lnRef>
          <a:fillRef idx="2">
            <a:schemeClr val="accent4"/>
          </a:fillRef>
          <a:effectRef idx="1">
            <a:schemeClr val="accent4"/>
          </a:effectRef>
          <a:fontRef idx="minor">
            <a:schemeClr val="dk1"/>
          </a:fontRef>
        </p:style>
        <p:txBody>
          <a:bodyPr wrap="none" rtlCol="0">
            <a:spAutoFit/>
          </a:bodyPr>
          <a:lstStyle/>
          <a:p>
            <a:r>
              <a:rPr lang="en-US" sz="2000" noProof="0" dirty="0"/>
              <a:t>Parameters specified once</a:t>
            </a:r>
          </a:p>
        </p:txBody>
      </p:sp>
      <p:cxnSp>
        <p:nvCxnSpPr>
          <p:cNvPr id="27" name="Straight Connector 26">
            <a:extLst>
              <a:ext uri="{FF2B5EF4-FFF2-40B4-BE49-F238E27FC236}">
                <a16:creationId xmlns:a16="http://schemas.microsoft.com/office/drawing/2014/main" id="{D3BA2628-9E75-68E1-5FDB-1B2501B5D07A}"/>
              </a:ext>
            </a:extLst>
          </p:cNvPr>
          <p:cNvCxnSpPr>
            <a:endCxn id="20" idx="2"/>
          </p:cNvCxnSpPr>
          <p:nvPr>
            <p:custDataLst>
              <p:tags r:id="rId8"/>
            </p:custDataLst>
          </p:nvPr>
        </p:nvCxnSpPr>
        <p:spPr>
          <a:xfrm flipH="1" flipV="1">
            <a:off x="1808081" y="4606991"/>
            <a:ext cx="818861" cy="635999"/>
          </a:xfrm>
          <a:prstGeom prst="line">
            <a:avLst/>
          </a:prstGeom>
          <a:ln w="19050">
            <a:solidFill>
              <a:schemeClr val="tx1"/>
            </a:solidFill>
            <a:prstDash val="sysDot"/>
          </a:ln>
        </p:spPr>
        <p:style>
          <a:lnRef idx="2">
            <a:schemeClr val="accent1"/>
          </a:lnRef>
          <a:fillRef idx="0">
            <a:schemeClr val="accent1"/>
          </a:fillRef>
          <a:effectRef idx="1">
            <a:schemeClr val="accent1"/>
          </a:effectRef>
          <a:fontRef idx="minor">
            <a:schemeClr val="tx1"/>
          </a:fontRef>
        </p:style>
      </p:cxnSp>
      <p:sp>
        <p:nvSpPr>
          <p:cNvPr id="8" name="Right Brace 7">
            <a:extLst>
              <a:ext uri="{FF2B5EF4-FFF2-40B4-BE49-F238E27FC236}">
                <a16:creationId xmlns:a16="http://schemas.microsoft.com/office/drawing/2014/main" id="{F6515878-1DFA-03A8-4EEB-60F2CDE02676}"/>
              </a:ext>
            </a:extLst>
          </p:cNvPr>
          <p:cNvSpPr/>
          <p:nvPr>
            <p:custDataLst>
              <p:tags r:id="rId9"/>
            </p:custDataLst>
          </p:nvPr>
        </p:nvSpPr>
        <p:spPr>
          <a:xfrm rot="5400000">
            <a:off x="5962407" y="-690971"/>
            <a:ext cx="147459" cy="6825238"/>
          </a:xfrm>
          <a:prstGeom prst="rightBrace">
            <a:avLst/>
          </a:prstGeom>
          <a:ln>
            <a:solidFill>
              <a:schemeClr val="tx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2400" noProof="0" dirty="0"/>
          </a:p>
        </p:txBody>
      </p:sp>
      <p:sp>
        <p:nvSpPr>
          <p:cNvPr id="10" name="TextBox 9">
            <a:extLst>
              <a:ext uri="{FF2B5EF4-FFF2-40B4-BE49-F238E27FC236}">
                <a16:creationId xmlns:a16="http://schemas.microsoft.com/office/drawing/2014/main" id="{97A718B6-DF4F-3AB7-40D5-7116112700F5}"/>
              </a:ext>
            </a:extLst>
          </p:cNvPr>
          <p:cNvSpPr txBox="1"/>
          <p:nvPr>
            <p:custDataLst>
              <p:tags r:id="rId10"/>
            </p:custDataLst>
          </p:nvPr>
        </p:nvSpPr>
        <p:spPr>
          <a:xfrm>
            <a:off x="4190470" y="2765605"/>
            <a:ext cx="3879652" cy="400110"/>
          </a:xfrm>
          <a:prstGeom prst="rect">
            <a:avLst/>
          </a:prstGeom>
          <a:noFill/>
        </p:spPr>
        <p:txBody>
          <a:bodyPr wrap="none" rtlCol="0">
            <a:spAutoFit/>
          </a:bodyPr>
          <a:lstStyle/>
          <a:p>
            <a:pPr algn="ctr"/>
            <a:r>
              <a:rPr lang="en-US" sz="2000" noProof="0" dirty="0"/>
              <a:t>Too much boilerplate, error-prone</a:t>
            </a:r>
          </a:p>
        </p:txBody>
      </p:sp>
      <p:sp>
        <p:nvSpPr>
          <p:cNvPr id="11" name="Flowchart: Process 10">
            <a:extLst>
              <a:ext uri="{FF2B5EF4-FFF2-40B4-BE49-F238E27FC236}">
                <a16:creationId xmlns:a16="http://schemas.microsoft.com/office/drawing/2014/main" id="{26E37F59-4196-7649-B7D2-BB801E53E504}"/>
              </a:ext>
            </a:extLst>
          </p:cNvPr>
          <p:cNvSpPr/>
          <p:nvPr>
            <p:custDataLst>
              <p:tags r:id="rId11"/>
            </p:custDataLst>
          </p:nvPr>
        </p:nvSpPr>
        <p:spPr>
          <a:xfrm>
            <a:off x="2623518" y="1690418"/>
            <a:ext cx="2279575" cy="842437"/>
          </a:xfrm>
          <a:prstGeom prst="flowChartProcess">
            <a:avLst/>
          </a:prstGeom>
          <a:gradFill>
            <a:gsLst>
              <a:gs pos="0">
                <a:srgbClr val="E96733"/>
              </a:gs>
              <a:gs pos="50000">
                <a:schemeClr val="accent2">
                  <a:satMod val="110000"/>
                  <a:lumMod val="100000"/>
                  <a:shade val="100000"/>
                </a:schemeClr>
              </a:gs>
              <a:gs pos="100000">
                <a:schemeClr val="accent2">
                  <a:lumMod val="99000"/>
                  <a:satMod val="120000"/>
                  <a:shade val="78000"/>
                </a:schemeClr>
              </a:gs>
            </a:gsLst>
          </a:gradFill>
          <a:ln>
            <a:solidFill>
              <a:schemeClr val="tx1"/>
            </a:solidFill>
          </a:ln>
        </p:spPr>
        <p:style>
          <a:lnRef idx="1">
            <a:schemeClr val="accent2"/>
          </a:lnRef>
          <a:fillRef idx="3">
            <a:schemeClr val="accent2"/>
          </a:fillRef>
          <a:effectRef idx="2">
            <a:schemeClr val="accent2"/>
          </a:effectRef>
          <a:fontRef idx="minor">
            <a:schemeClr val="lt1"/>
          </a:fontRef>
        </p:style>
        <p:txBody>
          <a:bodyPr rtlCol="0" anchor="ctr"/>
          <a:lstStyle/>
          <a:p>
            <a:pPr algn="ctr"/>
            <a:r>
              <a:rPr lang="en-US" sz="2400" noProof="0" dirty="0"/>
              <a:t>Parameters in the </a:t>
            </a:r>
            <a:r>
              <a:rPr lang="en-US" sz="2400" b="1" noProof="0" dirty="0"/>
              <a:t>application</a:t>
            </a:r>
          </a:p>
        </p:txBody>
      </p:sp>
      <p:sp>
        <p:nvSpPr>
          <p:cNvPr id="12" name="Flowchart: Process 11">
            <a:extLst>
              <a:ext uri="{FF2B5EF4-FFF2-40B4-BE49-F238E27FC236}">
                <a16:creationId xmlns:a16="http://schemas.microsoft.com/office/drawing/2014/main" id="{9F2F22A6-86BF-4BFC-64C7-6A15CEB87151}"/>
              </a:ext>
            </a:extLst>
          </p:cNvPr>
          <p:cNvSpPr/>
          <p:nvPr>
            <p:custDataLst>
              <p:tags r:id="rId12"/>
            </p:custDataLst>
          </p:nvPr>
        </p:nvSpPr>
        <p:spPr>
          <a:xfrm>
            <a:off x="7021773" y="1685974"/>
            <a:ext cx="2426983" cy="842437"/>
          </a:xfrm>
          <a:prstGeom prst="flowChartProcess">
            <a:avLst/>
          </a:prstGeom>
          <a:gradFill>
            <a:gsLst>
              <a:gs pos="0">
                <a:srgbClr val="E96733"/>
              </a:gs>
              <a:gs pos="50000">
                <a:schemeClr val="accent2">
                  <a:satMod val="110000"/>
                  <a:lumMod val="100000"/>
                  <a:shade val="100000"/>
                </a:schemeClr>
              </a:gs>
              <a:gs pos="100000">
                <a:schemeClr val="accent2">
                  <a:lumMod val="99000"/>
                  <a:satMod val="120000"/>
                  <a:shade val="78000"/>
                </a:schemeClr>
              </a:gs>
            </a:gsLst>
          </a:gradFill>
          <a:ln>
            <a:solidFill>
              <a:schemeClr val="tx1"/>
            </a:solidFill>
          </a:ln>
        </p:spPr>
        <p:style>
          <a:lnRef idx="1">
            <a:schemeClr val="accent2"/>
          </a:lnRef>
          <a:fillRef idx="3">
            <a:schemeClr val="accent2"/>
          </a:fillRef>
          <a:effectRef idx="2">
            <a:schemeClr val="accent2"/>
          </a:effectRef>
          <a:fontRef idx="minor">
            <a:schemeClr val="lt1"/>
          </a:fontRef>
        </p:style>
        <p:txBody>
          <a:bodyPr rtlCol="0" anchor="ctr"/>
          <a:lstStyle/>
          <a:p>
            <a:pPr algn="ctr"/>
            <a:r>
              <a:rPr lang="en-US" sz="2400" noProof="0" dirty="0"/>
              <a:t>Parameters in an </a:t>
            </a:r>
            <a:r>
              <a:rPr lang="en-US" sz="2400" b="1" noProof="0" dirty="0"/>
              <a:t>autotuner script</a:t>
            </a:r>
          </a:p>
        </p:txBody>
      </p:sp>
      <p:sp>
        <p:nvSpPr>
          <p:cNvPr id="13" name="Arrow: Left-Right 12">
            <a:extLst>
              <a:ext uri="{FF2B5EF4-FFF2-40B4-BE49-F238E27FC236}">
                <a16:creationId xmlns:a16="http://schemas.microsoft.com/office/drawing/2014/main" id="{92459CEA-1CC1-7AFE-25A7-DEEB6918DF18}"/>
              </a:ext>
            </a:extLst>
          </p:cNvPr>
          <p:cNvSpPr/>
          <p:nvPr>
            <p:custDataLst>
              <p:tags r:id="rId13"/>
            </p:custDataLst>
          </p:nvPr>
        </p:nvSpPr>
        <p:spPr>
          <a:xfrm>
            <a:off x="4909444" y="1774066"/>
            <a:ext cx="2098330" cy="690836"/>
          </a:xfrm>
          <a:prstGeom prst="leftRightArrow">
            <a:avLst>
              <a:gd name="adj1" fmla="val 46405"/>
              <a:gd name="adj2" fmla="val 45816"/>
            </a:avLst>
          </a:prstGeom>
          <a:gradFill flip="none" rotWithShape="1">
            <a:gsLst>
              <a:gs pos="0">
                <a:schemeClr val="accent2">
                  <a:lumMod val="67000"/>
                </a:schemeClr>
              </a:gs>
              <a:gs pos="48000">
                <a:schemeClr val="accent2">
                  <a:lumMod val="97000"/>
                  <a:lumOff val="3000"/>
                </a:schemeClr>
              </a:gs>
              <a:gs pos="100000">
                <a:srgbClr val="EE9360"/>
              </a:gs>
            </a:gsLst>
            <a:lin ang="16200000" scaled="1"/>
            <a:tileRect/>
          </a:gradFill>
          <a:ln>
            <a:solidFill>
              <a:schemeClr val="tx1"/>
            </a:solidFill>
          </a:ln>
        </p:spPr>
        <p:style>
          <a:lnRef idx="0">
            <a:scrgbClr r="0" g="0" b="0"/>
          </a:lnRef>
          <a:fillRef idx="0">
            <a:scrgbClr r="0" g="0" b="0"/>
          </a:fillRef>
          <a:effectRef idx="0">
            <a:scrgbClr r="0" g="0" b="0"/>
          </a:effectRef>
          <a:fontRef idx="minor">
            <a:schemeClr val="lt1"/>
          </a:fontRef>
        </p:style>
        <p:txBody>
          <a:bodyPr wrap="none" rtlCol="0" anchor="ctr"/>
          <a:lstStyle/>
          <a:p>
            <a:pPr algn="ctr"/>
            <a:r>
              <a:rPr lang="en-US" sz="2000" noProof="0" dirty="0"/>
              <a:t>Communication</a:t>
            </a:r>
          </a:p>
        </p:txBody>
      </p:sp>
      <p:cxnSp>
        <p:nvCxnSpPr>
          <p:cNvPr id="14" name="Straight Connector 13">
            <a:extLst>
              <a:ext uri="{FF2B5EF4-FFF2-40B4-BE49-F238E27FC236}">
                <a16:creationId xmlns:a16="http://schemas.microsoft.com/office/drawing/2014/main" id="{E43CE43A-8545-77B8-3811-4F92BAE947E3}"/>
              </a:ext>
            </a:extLst>
          </p:cNvPr>
          <p:cNvCxnSpPr>
            <a:cxnSpLocks/>
            <a:endCxn id="32" idx="0"/>
          </p:cNvCxnSpPr>
          <p:nvPr>
            <p:custDataLst>
              <p:tags r:id="rId14"/>
            </p:custDataLst>
          </p:nvPr>
        </p:nvCxnSpPr>
        <p:spPr>
          <a:xfrm flipH="1">
            <a:off x="1494066" y="5242990"/>
            <a:ext cx="1129451" cy="635999"/>
          </a:xfrm>
          <a:prstGeom prst="line">
            <a:avLst/>
          </a:prstGeom>
          <a:ln w="19050">
            <a:solidFill>
              <a:schemeClr val="tx1"/>
            </a:solidFill>
            <a:prstDash val="sysDot"/>
          </a:ln>
        </p:spPr>
        <p:style>
          <a:lnRef idx="2">
            <a:schemeClr val="accent1"/>
          </a:lnRef>
          <a:fillRef idx="0">
            <a:schemeClr val="accent1"/>
          </a:fillRef>
          <a:effectRef idx="1">
            <a:schemeClr val="accent1"/>
          </a:effectRef>
          <a:fontRef idx="minor">
            <a:schemeClr val="tx1"/>
          </a:fontRef>
        </p:style>
      </p:cxnSp>
      <p:sp>
        <p:nvSpPr>
          <p:cNvPr id="32" name="TextBox 31">
            <a:extLst>
              <a:ext uri="{FF2B5EF4-FFF2-40B4-BE49-F238E27FC236}">
                <a16:creationId xmlns:a16="http://schemas.microsoft.com/office/drawing/2014/main" id="{816BAB3F-2C66-7B11-FCB8-A349105AB726}"/>
              </a:ext>
            </a:extLst>
          </p:cNvPr>
          <p:cNvSpPr txBox="1"/>
          <p:nvPr>
            <p:custDataLst>
              <p:tags r:id="rId15"/>
            </p:custDataLst>
          </p:nvPr>
        </p:nvSpPr>
        <p:spPr>
          <a:xfrm>
            <a:off x="141578" y="5878989"/>
            <a:ext cx="2704976" cy="442674"/>
          </a:xfrm>
          <a:prstGeom prst="roundRect">
            <a:avLst/>
          </a:prstGeom>
        </p:spPr>
        <p:style>
          <a:lnRef idx="1">
            <a:schemeClr val="accent4"/>
          </a:lnRef>
          <a:fillRef idx="2">
            <a:schemeClr val="accent4"/>
          </a:fillRef>
          <a:effectRef idx="1">
            <a:schemeClr val="accent4"/>
          </a:effectRef>
          <a:fontRef idx="minor">
            <a:schemeClr val="dk1"/>
          </a:fontRef>
        </p:style>
        <p:txBody>
          <a:bodyPr wrap="none" rtlCol="0">
            <a:spAutoFit/>
          </a:bodyPr>
          <a:lstStyle/>
          <a:p>
            <a:r>
              <a:rPr lang="en-US" sz="2000" noProof="0" dirty="0"/>
              <a:t>Used as regular values</a:t>
            </a:r>
          </a:p>
        </p:txBody>
      </p:sp>
    </p:spTree>
    <p:custDataLst>
      <p:tags r:id="rId1"/>
    </p:custDataLst>
    <p:extLst>
      <p:ext uri="{BB962C8B-B14F-4D97-AF65-F5344CB8AC3E}">
        <p14:creationId xmlns:p14="http://schemas.microsoft.com/office/powerpoint/2010/main" val="116971027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248C6C-35FD-2FEA-9242-821C217B844A}"/>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FD7FB453-EC7A-D91F-E119-90F829C062FE}"/>
              </a:ext>
            </a:extLst>
          </p:cNvPr>
          <p:cNvSpPr>
            <a:spLocks noGrp="1"/>
          </p:cNvSpPr>
          <p:nvPr>
            <p:ph type="title"/>
            <p:custDataLst>
              <p:tags r:id="rId2"/>
            </p:custDataLst>
          </p:nvPr>
        </p:nvSpPr>
        <p:spPr/>
        <p:txBody>
          <a:bodyPr/>
          <a:lstStyle/>
          <a:p>
            <a:r>
              <a:rPr lang="en-US" noProof="0" dirty="0"/>
              <a:t>Autotuning</a:t>
            </a:r>
          </a:p>
        </p:txBody>
      </p:sp>
      <p:pic>
        <p:nvPicPr>
          <p:cNvPr id="9" name="Picture 8">
            <a:extLst>
              <a:ext uri="{FF2B5EF4-FFF2-40B4-BE49-F238E27FC236}">
                <a16:creationId xmlns:a16="http://schemas.microsoft.com/office/drawing/2014/main" id="{BA534CF3-92A6-3AD8-EC33-C0E5B76AC7F1}"/>
              </a:ext>
            </a:extLst>
          </p:cNvPr>
          <p:cNvPicPr>
            <a:picLocks noChangeAspect="1"/>
          </p:cNvPicPr>
          <p:nvPr>
            <p:custDataLst>
              <p:tags r:id="rId3"/>
            </p:custDataLst>
          </p:nvPr>
        </p:nvPicPr>
        <p:blipFill>
          <a:blip r:embed="rId24">
            <a:extLst>
              <a:ext uri="{28A0092B-C50C-407E-A947-70E740481C1C}">
                <a14:useLocalDpi xmlns:a14="http://schemas.microsoft.com/office/drawing/2010/main" val="0"/>
              </a:ext>
            </a:extLst>
          </a:blip>
          <a:srcRect l="9936" t="1446" r="3272" b="70120"/>
          <a:stretch>
            <a:fillRect/>
          </a:stretch>
        </p:blipFill>
        <p:spPr>
          <a:xfrm>
            <a:off x="2499553" y="3948155"/>
            <a:ext cx="6637132" cy="3075322"/>
          </a:xfrm>
          <a:prstGeom prst="rect">
            <a:avLst/>
          </a:prstGeom>
        </p:spPr>
      </p:pic>
      <p:pic>
        <p:nvPicPr>
          <p:cNvPr id="17" name="Picture 16" descr="OpenTuner - An extensible framework for program autotuning">
            <a:extLst>
              <a:ext uri="{FF2B5EF4-FFF2-40B4-BE49-F238E27FC236}">
                <a16:creationId xmlns:a16="http://schemas.microsoft.com/office/drawing/2014/main" id="{FE3C7D25-A0C7-30BA-2165-6EA2D87D81BB}"/>
              </a:ext>
            </a:extLst>
          </p:cNvPr>
          <p:cNvPicPr>
            <a:picLocks noChangeAspect="1"/>
          </p:cNvPicPr>
          <p:nvPr>
            <p:custDataLst>
              <p:tags r:id="rId4"/>
            </p:custDataLst>
          </p:nvPr>
        </p:nvPicPr>
        <p:blipFill>
          <a:blip r:embed="rId25"/>
          <a:stretch>
            <a:fillRect/>
          </a:stretch>
        </p:blipFill>
        <p:spPr>
          <a:xfrm>
            <a:off x="9640027" y="5107245"/>
            <a:ext cx="2455817" cy="842437"/>
          </a:xfrm>
          <a:prstGeom prst="rect">
            <a:avLst/>
          </a:prstGeom>
        </p:spPr>
      </p:pic>
      <p:pic>
        <p:nvPicPr>
          <p:cNvPr id="18" name="Picture 17" descr="Optuna: A hyperparameter optimization framework — Optuna 4.9.0 documentation">
            <a:extLst>
              <a:ext uri="{FF2B5EF4-FFF2-40B4-BE49-F238E27FC236}">
                <a16:creationId xmlns:a16="http://schemas.microsoft.com/office/drawing/2014/main" id="{276F9629-B02B-A507-E094-FF65209AF28B}"/>
              </a:ext>
            </a:extLst>
          </p:cNvPr>
          <p:cNvPicPr>
            <a:picLocks noChangeAspect="1"/>
          </p:cNvPicPr>
          <p:nvPr>
            <p:custDataLst>
              <p:tags r:id="rId5"/>
            </p:custDataLst>
          </p:nvPr>
        </p:nvPicPr>
        <p:blipFill>
          <a:blip r:embed="rId26"/>
          <a:stretch>
            <a:fillRect/>
          </a:stretch>
        </p:blipFill>
        <p:spPr>
          <a:xfrm>
            <a:off x="9640027" y="4293832"/>
            <a:ext cx="2455817" cy="515722"/>
          </a:xfrm>
          <a:prstGeom prst="rect">
            <a:avLst/>
          </a:prstGeom>
        </p:spPr>
      </p:pic>
      <p:pic>
        <p:nvPicPr>
          <p:cNvPr id="19" name="Picture 18" descr="Auto-Tuning Framework (ATF) · GitHub">
            <a:extLst>
              <a:ext uri="{FF2B5EF4-FFF2-40B4-BE49-F238E27FC236}">
                <a16:creationId xmlns:a16="http://schemas.microsoft.com/office/drawing/2014/main" id="{C5F993FA-C874-B590-DD09-C0C58ACA9323}"/>
              </a:ext>
            </a:extLst>
          </p:cNvPr>
          <p:cNvPicPr>
            <a:picLocks noChangeAspect="1"/>
          </p:cNvPicPr>
          <p:nvPr>
            <p:custDataLst>
              <p:tags r:id="rId6"/>
            </p:custDataLst>
          </p:nvPr>
        </p:nvPicPr>
        <p:blipFill>
          <a:blip r:embed="rId27"/>
          <a:srcRect/>
          <a:stretch>
            <a:fillRect/>
          </a:stretch>
        </p:blipFill>
        <p:spPr>
          <a:xfrm>
            <a:off x="10048422" y="2962990"/>
            <a:ext cx="1099238" cy="1099238"/>
          </a:xfrm>
          <a:prstGeom prst="rect">
            <a:avLst/>
          </a:prstGeom>
        </p:spPr>
      </p:pic>
      <p:sp>
        <p:nvSpPr>
          <p:cNvPr id="2" name="Date Placeholder 1">
            <a:extLst>
              <a:ext uri="{FF2B5EF4-FFF2-40B4-BE49-F238E27FC236}">
                <a16:creationId xmlns:a16="http://schemas.microsoft.com/office/drawing/2014/main" id="{28B895D9-C1B5-7C62-7214-2B741688C85D}"/>
              </a:ext>
            </a:extLst>
          </p:cNvPr>
          <p:cNvSpPr>
            <a:spLocks noGrp="1"/>
          </p:cNvSpPr>
          <p:nvPr>
            <p:ph type="dt" sz="half" idx="10"/>
            <p:custDataLst>
              <p:tags r:id="rId7"/>
            </p:custDataLst>
          </p:nvPr>
        </p:nvSpPr>
        <p:spPr/>
        <p:txBody>
          <a:bodyPr/>
          <a:lstStyle/>
          <a:p>
            <a:r>
              <a:rPr lang="en-US" noProof="0"/>
              <a:t>9/5/2026</a:t>
            </a:r>
            <a:endParaRPr lang="en-US" noProof="0" dirty="0"/>
          </a:p>
        </p:txBody>
      </p:sp>
      <p:sp>
        <p:nvSpPr>
          <p:cNvPr id="3" name="Slide Number Placeholder 2">
            <a:extLst>
              <a:ext uri="{FF2B5EF4-FFF2-40B4-BE49-F238E27FC236}">
                <a16:creationId xmlns:a16="http://schemas.microsoft.com/office/drawing/2014/main" id="{B3EF265E-E404-43CC-D6E4-8A6E2C58BC68}"/>
              </a:ext>
            </a:extLst>
          </p:cNvPr>
          <p:cNvSpPr>
            <a:spLocks noGrp="1"/>
          </p:cNvSpPr>
          <p:nvPr>
            <p:ph type="sldNum" sz="quarter" idx="12"/>
            <p:custDataLst>
              <p:tags r:id="rId8"/>
            </p:custDataLst>
          </p:nvPr>
        </p:nvSpPr>
        <p:spPr/>
        <p:txBody>
          <a:bodyPr/>
          <a:lstStyle/>
          <a:p>
            <a:r>
              <a:rPr lang="en-US" noProof="0"/>
              <a:t>11</a:t>
            </a:r>
            <a:endParaRPr lang="en-US" noProof="0" dirty="0"/>
          </a:p>
        </p:txBody>
      </p:sp>
      <p:cxnSp>
        <p:nvCxnSpPr>
          <p:cNvPr id="21" name="Straight Arrow Connector 20">
            <a:extLst>
              <a:ext uri="{FF2B5EF4-FFF2-40B4-BE49-F238E27FC236}">
                <a16:creationId xmlns:a16="http://schemas.microsoft.com/office/drawing/2014/main" id="{080E3B3C-6DC3-23E1-F613-5CB890D9FCC4}"/>
              </a:ext>
            </a:extLst>
          </p:cNvPr>
          <p:cNvCxnSpPr>
            <a:cxnSpLocks/>
            <a:endCxn id="19" idx="1"/>
          </p:cNvCxnSpPr>
          <p:nvPr>
            <p:custDataLst>
              <p:tags r:id="rId9"/>
            </p:custDataLst>
          </p:nvPr>
        </p:nvCxnSpPr>
        <p:spPr>
          <a:xfrm flipV="1">
            <a:off x="8831481" y="3512609"/>
            <a:ext cx="1216941" cy="993575"/>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3" name="Straight Arrow Connector 22">
            <a:extLst>
              <a:ext uri="{FF2B5EF4-FFF2-40B4-BE49-F238E27FC236}">
                <a16:creationId xmlns:a16="http://schemas.microsoft.com/office/drawing/2014/main" id="{2A3FB999-0F83-3972-3202-236033B9D716}"/>
              </a:ext>
            </a:extLst>
          </p:cNvPr>
          <p:cNvCxnSpPr>
            <a:cxnSpLocks/>
            <a:endCxn id="18" idx="1"/>
          </p:cNvCxnSpPr>
          <p:nvPr>
            <p:custDataLst>
              <p:tags r:id="rId10"/>
            </p:custDataLst>
          </p:nvPr>
        </p:nvCxnSpPr>
        <p:spPr>
          <a:xfrm>
            <a:off x="8831481" y="4534677"/>
            <a:ext cx="808546" cy="17016"/>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5" name="Straight Arrow Connector 24">
            <a:extLst>
              <a:ext uri="{FF2B5EF4-FFF2-40B4-BE49-F238E27FC236}">
                <a16:creationId xmlns:a16="http://schemas.microsoft.com/office/drawing/2014/main" id="{AAB5D227-F743-8DE9-B931-2D340212DED2}"/>
              </a:ext>
            </a:extLst>
          </p:cNvPr>
          <p:cNvCxnSpPr>
            <a:cxnSpLocks/>
            <a:endCxn id="17" idx="1"/>
          </p:cNvCxnSpPr>
          <p:nvPr>
            <p:custDataLst>
              <p:tags r:id="rId11"/>
            </p:custDataLst>
          </p:nvPr>
        </p:nvCxnSpPr>
        <p:spPr>
          <a:xfrm>
            <a:off x="8831481" y="4551693"/>
            <a:ext cx="808546" cy="976771"/>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5" name="Arrow: Down 14">
            <a:extLst>
              <a:ext uri="{FF2B5EF4-FFF2-40B4-BE49-F238E27FC236}">
                <a16:creationId xmlns:a16="http://schemas.microsoft.com/office/drawing/2014/main" id="{71F4EF2F-6E0C-390A-B96B-78A98DF8198D}"/>
              </a:ext>
            </a:extLst>
          </p:cNvPr>
          <p:cNvSpPr/>
          <p:nvPr>
            <p:custDataLst>
              <p:tags r:id="rId12"/>
            </p:custDataLst>
          </p:nvPr>
        </p:nvSpPr>
        <p:spPr>
          <a:xfrm>
            <a:off x="5546381" y="3265015"/>
            <a:ext cx="1099238" cy="610800"/>
          </a:xfrm>
          <a:prstGeom prst="downArrow">
            <a:avLst/>
          </a:prstGeom>
        </p:spPr>
        <p:style>
          <a:lnRef idx="1">
            <a:schemeClr val="accent6"/>
          </a:lnRef>
          <a:fillRef idx="3">
            <a:schemeClr val="accent6"/>
          </a:fillRef>
          <a:effectRef idx="2">
            <a:schemeClr val="accent6"/>
          </a:effectRef>
          <a:fontRef idx="minor">
            <a:schemeClr val="lt1"/>
          </a:fontRef>
        </p:style>
        <p:txBody>
          <a:bodyPr rtlCol="0" anchor="ctr"/>
          <a:lstStyle/>
          <a:p>
            <a:pPr algn="ctr"/>
            <a:endParaRPr lang="en-US" noProof="0" dirty="0"/>
          </a:p>
        </p:txBody>
      </p:sp>
      <p:sp>
        <p:nvSpPr>
          <p:cNvPr id="20" name="TextBox 19">
            <a:extLst>
              <a:ext uri="{FF2B5EF4-FFF2-40B4-BE49-F238E27FC236}">
                <a16:creationId xmlns:a16="http://schemas.microsoft.com/office/drawing/2014/main" id="{21D9C4A4-9547-55DA-3089-374CEE7F784A}"/>
              </a:ext>
            </a:extLst>
          </p:cNvPr>
          <p:cNvSpPr txBox="1"/>
          <p:nvPr>
            <p:custDataLst>
              <p:tags r:id="rId13"/>
            </p:custDataLst>
          </p:nvPr>
        </p:nvSpPr>
        <p:spPr>
          <a:xfrm>
            <a:off x="229487" y="4164317"/>
            <a:ext cx="3157188" cy="442674"/>
          </a:xfrm>
          <a:prstGeom prst="roundRect">
            <a:avLst/>
          </a:prstGeom>
        </p:spPr>
        <p:style>
          <a:lnRef idx="1">
            <a:schemeClr val="accent4"/>
          </a:lnRef>
          <a:fillRef idx="2">
            <a:schemeClr val="accent4"/>
          </a:fillRef>
          <a:effectRef idx="1">
            <a:schemeClr val="accent4"/>
          </a:effectRef>
          <a:fontRef idx="minor">
            <a:schemeClr val="dk1"/>
          </a:fontRef>
        </p:style>
        <p:txBody>
          <a:bodyPr wrap="none" rtlCol="0">
            <a:spAutoFit/>
          </a:bodyPr>
          <a:lstStyle/>
          <a:p>
            <a:r>
              <a:rPr lang="en-US" sz="2000" noProof="0" dirty="0"/>
              <a:t>Parameters specified once</a:t>
            </a:r>
          </a:p>
        </p:txBody>
      </p:sp>
      <p:cxnSp>
        <p:nvCxnSpPr>
          <p:cNvPr id="27" name="Straight Connector 26">
            <a:extLst>
              <a:ext uri="{FF2B5EF4-FFF2-40B4-BE49-F238E27FC236}">
                <a16:creationId xmlns:a16="http://schemas.microsoft.com/office/drawing/2014/main" id="{D3BA2628-9E75-68E1-5FDB-1B2501B5D07A}"/>
              </a:ext>
            </a:extLst>
          </p:cNvPr>
          <p:cNvCxnSpPr>
            <a:endCxn id="20" idx="2"/>
          </p:cNvCxnSpPr>
          <p:nvPr>
            <p:custDataLst>
              <p:tags r:id="rId14"/>
            </p:custDataLst>
          </p:nvPr>
        </p:nvCxnSpPr>
        <p:spPr>
          <a:xfrm flipH="1" flipV="1">
            <a:off x="1808081" y="4606991"/>
            <a:ext cx="818861" cy="635999"/>
          </a:xfrm>
          <a:prstGeom prst="line">
            <a:avLst/>
          </a:prstGeom>
          <a:ln w="19050">
            <a:solidFill>
              <a:schemeClr val="tx1"/>
            </a:solidFill>
            <a:prstDash val="sysDot"/>
          </a:ln>
        </p:spPr>
        <p:style>
          <a:lnRef idx="2">
            <a:schemeClr val="accent1"/>
          </a:lnRef>
          <a:fillRef idx="0">
            <a:schemeClr val="accent1"/>
          </a:fillRef>
          <a:effectRef idx="1">
            <a:schemeClr val="accent1"/>
          </a:effectRef>
          <a:fontRef idx="minor">
            <a:schemeClr val="tx1"/>
          </a:fontRef>
        </p:style>
      </p:cxnSp>
      <p:sp>
        <p:nvSpPr>
          <p:cNvPr id="8" name="Right Brace 7">
            <a:extLst>
              <a:ext uri="{FF2B5EF4-FFF2-40B4-BE49-F238E27FC236}">
                <a16:creationId xmlns:a16="http://schemas.microsoft.com/office/drawing/2014/main" id="{F6515878-1DFA-03A8-4EEB-60F2CDE02676}"/>
              </a:ext>
            </a:extLst>
          </p:cNvPr>
          <p:cNvSpPr/>
          <p:nvPr>
            <p:custDataLst>
              <p:tags r:id="rId15"/>
            </p:custDataLst>
          </p:nvPr>
        </p:nvSpPr>
        <p:spPr>
          <a:xfrm rot="5400000">
            <a:off x="5962407" y="-690971"/>
            <a:ext cx="147459" cy="6825238"/>
          </a:xfrm>
          <a:prstGeom prst="rightBrace">
            <a:avLst/>
          </a:prstGeom>
          <a:ln>
            <a:solidFill>
              <a:schemeClr val="tx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2400" noProof="0" dirty="0"/>
          </a:p>
        </p:txBody>
      </p:sp>
      <p:sp>
        <p:nvSpPr>
          <p:cNvPr id="10" name="TextBox 9">
            <a:extLst>
              <a:ext uri="{FF2B5EF4-FFF2-40B4-BE49-F238E27FC236}">
                <a16:creationId xmlns:a16="http://schemas.microsoft.com/office/drawing/2014/main" id="{97A718B6-DF4F-3AB7-40D5-7116112700F5}"/>
              </a:ext>
            </a:extLst>
          </p:cNvPr>
          <p:cNvSpPr txBox="1"/>
          <p:nvPr>
            <p:custDataLst>
              <p:tags r:id="rId16"/>
            </p:custDataLst>
          </p:nvPr>
        </p:nvSpPr>
        <p:spPr>
          <a:xfrm>
            <a:off x="4190470" y="2765605"/>
            <a:ext cx="3879652" cy="400110"/>
          </a:xfrm>
          <a:prstGeom prst="rect">
            <a:avLst/>
          </a:prstGeom>
          <a:noFill/>
        </p:spPr>
        <p:txBody>
          <a:bodyPr wrap="none" rtlCol="0">
            <a:spAutoFit/>
          </a:bodyPr>
          <a:lstStyle/>
          <a:p>
            <a:pPr algn="ctr"/>
            <a:r>
              <a:rPr lang="en-US" sz="2000" noProof="0" dirty="0"/>
              <a:t>Too much boilerplate, error-prone</a:t>
            </a:r>
          </a:p>
        </p:txBody>
      </p:sp>
      <p:sp>
        <p:nvSpPr>
          <p:cNvPr id="11" name="Flowchart: Process 10">
            <a:extLst>
              <a:ext uri="{FF2B5EF4-FFF2-40B4-BE49-F238E27FC236}">
                <a16:creationId xmlns:a16="http://schemas.microsoft.com/office/drawing/2014/main" id="{26E37F59-4196-7649-B7D2-BB801E53E504}"/>
              </a:ext>
            </a:extLst>
          </p:cNvPr>
          <p:cNvSpPr/>
          <p:nvPr>
            <p:custDataLst>
              <p:tags r:id="rId17"/>
            </p:custDataLst>
          </p:nvPr>
        </p:nvSpPr>
        <p:spPr>
          <a:xfrm>
            <a:off x="2623518" y="1690418"/>
            <a:ext cx="2279575" cy="842437"/>
          </a:xfrm>
          <a:prstGeom prst="flowChartProcess">
            <a:avLst/>
          </a:prstGeom>
          <a:gradFill>
            <a:gsLst>
              <a:gs pos="0">
                <a:srgbClr val="E96733"/>
              </a:gs>
              <a:gs pos="50000">
                <a:schemeClr val="accent2">
                  <a:satMod val="110000"/>
                  <a:lumMod val="100000"/>
                  <a:shade val="100000"/>
                </a:schemeClr>
              </a:gs>
              <a:gs pos="100000">
                <a:schemeClr val="accent2">
                  <a:lumMod val="99000"/>
                  <a:satMod val="120000"/>
                  <a:shade val="78000"/>
                </a:schemeClr>
              </a:gs>
            </a:gsLst>
          </a:gradFill>
          <a:ln>
            <a:solidFill>
              <a:schemeClr val="tx1"/>
            </a:solidFill>
          </a:ln>
        </p:spPr>
        <p:style>
          <a:lnRef idx="1">
            <a:schemeClr val="accent2"/>
          </a:lnRef>
          <a:fillRef idx="3">
            <a:schemeClr val="accent2"/>
          </a:fillRef>
          <a:effectRef idx="2">
            <a:schemeClr val="accent2"/>
          </a:effectRef>
          <a:fontRef idx="minor">
            <a:schemeClr val="lt1"/>
          </a:fontRef>
        </p:style>
        <p:txBody>
          <a:bodyPr rtlCol="0" anchor="ctr"/>
          <a:lstStyle/>
          <a:p>
            <a:pPr algn="ctr"/>
            <a:r>
              <a:rPr lang="en-US" sz="2400" noProof="0" dirty="0"/>
              <a:t>Parameters in the </a:t>
            </a:r>
            <a:r>
              <a:rPr lang="en-US" sz="2400" b="1" noProof="0" dirty="0"/>
              <a:t>application</a:t>
            </a:r>
          </a:p>
        </p:txBody>
      </p:sp>
      <p:sp>
        <p:nvSpPr>
          <p:cNvPr id="12" name="Flowchart: Process 11">
            <a:extLst>
              <a:ext uri="{FF2B5EF4-FFF2-40B4-BE49-F238E27FC236}">
                <a16:creationId xmlns:a16="http://schemas.microsoft.com/office/drawing/2014/main" id="{9F2F22A6-86BF-4BFC-64C7-6A15CEB87151}"/>
              </a:ext>
            </a:extLst>
          </p:cNvPr>
          <p:cNvSpPr/>
          <p:nvPr>
            <p:custDataLst>
              <p:tags r:id="rId18"/>
            </p:custDataLst>
          </p:nvPr>
        </p:nvSpPr>
        <p:spPr>
          <a:xfrm>
            <a:off x="7021773" y="1685974"/>
            <a:ext cx="2426983" cy="842437"/>
          </a:xfrm>
          <a:prstGeom prst="flowChartProcess">
            <a:avLst/>
          </a:prstGeom>
          <a:gradFill>
            <a:gsLst>
              <a:gs pos="0">
                <a:srgbClr val="E96733"/>
              </a:gs>
              <a:gs pos="50000">
                <a:schemeClr val="accent2">
                  <a:satMod val="110000"/>
                  <a:lumMod val="100000"/>
                  <a:shade val="100000"/>
                </a:schemeClr>
              </a:gs>
              <a:gs pos="100000">
                <a:schemeClr val="accent2">
                  <a:lumMod val="99000"/>
                  <a:satMod val="120000"/>
                  <a:shade val="78000"/>
                </a:schemeClr>
              </a:gs>
            </a:gsLst>
          </a:gradFill>
          <a:ln>
            <a:solidFill>
              <a:schemeClr val="tx1"/>
            </a:solidFill>
          </a:ln>
        </p:spPr>
        <p:style>
          <a:lnRef idx="1">
            <a:schemeClr val="accent2"/>
          </a:lnRef>
          <a:fillRef idx="3">
            <a:schemeClr val="accent2"/>
          </a:fillRef>
          <a:effectRef idx="2">
            <a:schemeClr val="accent2"/>
          </a:effectRef>
          <a:fontRef idx="minor">
            <a:schemeClr val="lt1"/>
          </a:fontRef>
        </p:style>
        <p:txBody>
          <a:bodyPr rtlCol="0" anchor="ctr"/>
          <a:lstStyle/>
          <a:p>
            <a:pPr algn="ctr"/>
            <a:r>
              <a:rPr lang="en-US" sz="2400" noProof="0" dirty="0"/>
              <a:t>Parameters in an </a:t>
            </a:r>
            <a:r>
              <a:rPr lang="en-US" sz="2400" b="1" noProof="0" dirty="0"/>
              <a:t>autotuner script</a:t>
            </a:r>
          </a:p>
        </p:txBody>
      </p:sp>
      <p:sp>
        <p:nvSpPr>
          <p:cNvPr id="13" name="Arrow: Left-Right 12">
            <a:extLst>
              <a:ext uri="{FF2B5EF4-FFF2-40B4-BE49-F238E27FC236}">
                <a16:creationId xmlns:a16="http://schemas.microsoft.com/office/drawing/2014/main" id="{92459CEA-1CC1-7AFE-25A7-DEEB6918DF18}"/>
              </a:ext>
            </a:extLst>
          </p:cNvPr>
          <p:cNvSpPr/>
          <p:nvPr>
            <p:custDataLst>
              <p:tags r:id="rId19"/>
            </p:custDataLst>
          </p:nvPr>
        </p:nvSpPr>
        <p:spPr>
          <a:xfrm>
            <a:off x="4909444" y="1774066"/>
            <a:ext cx="2098330" cy="690836"/>
          </a:xfrm>
          <a:prstGeom prst="leftRightArrow">
            <a:avLst>
              <a:gd name="adj1" fmla="val 46405"/>
              <a:gd name="adj2" fmla="val 45816"/>
            </a:avLst>
          </a:prstGeom>
          <a:gradFill flip="none" rotWithShape="1">
            <a:gsLst>
              <a:gs pos="0">
                <a:schemeClr val="accent2">
                  <a:lumMod val="67000"/>
                </a:schemeClr>
              </a:gs>
              <a:gs pos="48000">
                <a:schemeClr val="accent2">
                  <a:lumMod val="97000"/>
                  <a:lumOff val="3000"/>
                </a:schemeClr>
              </a:gs>
              <a:gs pos="100000">
                <a:srgbClr val="EE9360"/>
              </a:gs>
            </a:gsLst>
            <a:lin ang="16200000" scaled="1"/>
            <a:tileRect/>
          </a:gradFill>
          <a:ln>
            <a:solidFill>
              <a:schemeClr val="tx1"/>
            </a:solidFill>
          </a:ln>
        </p:spPr>
        <p:style>
          <a:lnRef idx="0">
            <a:scrgbClr r="0" g="0" b="0"/>
          </a:lnRef>
          <a:fillRef idx="0">
            <a:scrgbClr r="0" g="0" b="0"/>
          </a:fillRef>
          <a:effectRef idx="0">
            <a:scrgbClr r="0" g="0" b="0"/>
          </a:effectRef>
          <a:fontRef idx="minor">
            <a:schemeClr val="lt1"/>
          </a:fontRef>
        </p:style>
        <p:txBody>
          <a:bodyPr wrap="none" rtlCol="0" anchor="ctr"/>
          <a:lstStyle/>
          <a:p>
            <a:pPr algn="ctr"/>
            <a:r>
              <a:rPr lang="en-US" sz="2000" noProof="0" dirty="0"/>
              <a:t>Communication</a:t>
            </a:r>
          </a:p>
        </p:txBody>
      </p:sp>
      <p:cxnSp>
        <p:nvCxnSpPr>
          <p:cNvPr id="14" name="Straight Connector 13">
            <a:extLst>
              <a:ext uri="{FF2B5EF4-FFF2-40B4-BE49-F238E27FC236}">
                <a16:creationId xmlns:a16="http://schemas.microsoft.com/office/drawing/2014/main" id="{E43CE43A-8545-77B8-3811-4F92BAE947E3}"/>
              </a:ext>
            </a:extLst>
          </p:cNvPr>
          <p:cNvCxnSpPr>
            <a:cxnSpLocks/>
            <a:endCxn id="32" idx="0"/>
          </p:cNvCxnSpPr>
          <p:nvPr>
            <p:custDataLst>
              <p:tags r:id="rId20"/>
            </p:custDataLst>
          </p:nvPr>
        </p:nvCxnSpPr>
        <p:spPr>
          <a:xfrm flipH="1">
            <a:off x="1494066" y="5242990"/>
            <a:ext cx="1129451" cy="635999"/>
          </a:xfrm>
          <a:prstGeom prst="line">
            <a:avLst/>
          </a:prstGeom>
          <a:ln w="19050">
            <a:solidFill>
              <a:schemeClr val="tx1"/>
            </a:solidFill>
            <a:prstDash val="sysDot"/>
          </a:ln>
        </p:spPr>
        <p:style>
          <a:lnRef idx="2">
            <a:schemeClr val="accent1"/>
          </a:lnRef>
          <a:fillRef idx="0">
            <a:schemeClr val="accent1"/>
          </a:fillRef>
          <a:effectRef idx="1">
            <a:schemeClr val="accent1"/>
          </a:effectRef>
          <a:fontRef idx="minor">
            <a:schemeClr val="tx1"/>
          </a:fontRef>
        </p:style>
      </p:cxnSp>
      <p:sp>
        <p:nvSpPr>
          <p:cNvPr id="32" name="TextBox 31">
            <a:extLst>
              <a:ext uri="{FF2B5EF4-FFF2-40B4-BE49-F238E27FC236}">
                <a16:creationId xmlns:a16="http://schemas.microsoft.com/office/drawing/2014/main" id="{816BAB3F-2C66-7B11-FCB8-A349105AB726}"/>
              </a:ext>
            </a:extLst>
          </p:cNvPr>
          <p:cNvSpPr txBox="1"/>
          <p:nvPr>
            <p:custDataLst>
              <p:tags r:id="rId21"/>
            </p:custDataLst>
          </p:nvPr>
        </p:nvSpPr>
        <p:spPr>
          <a:xfrm>
            <a:off x="141578" y="5878989"/>
            <a:ext cx="2704976" cy="442674"/>
          </a:xfrm>
          <a:prstGeom prst="roundRect">
            <a:avLst/>
          </a:prstGeom>
        </p:spPr>
        <p:style>
          <a:lnRef idx="1">
            <a:schemeClr val="accent4"/>
          </a:lnRef>
          <a:fillRef idx="2">
            <a:schemeClr val="accent4"/>
          </a:fillRef>
          <a:effectRef idx="1">
            <a:schemeClr val="accent4"/>
          </a:effectRef>
          <a:fontRef idx="minor">
            <a:schemeClr val="dk1"/>
          </a:fontRef>
        </p:style>
        <p:txBody>
          <a:bodyPr wrap="none" rtlCol="0">
            <a:spAutoFit/>
          </a:bodyPr>
          <a:lstStyle/>
          <a:p>
            <a:r>
              <a:rPr lang="en-US" sz="2000" noProof="0" dirty="0"/>
              <a:t>Used as regular values</a:t>
            </a:r>
          </a:p>
        </p:txBody>
      </p:sp>
    </p:spTree>
    <p:custDataLst>
      <p:tags r:id="rId1"/>
    </p:custDataLst>
    <p:extLst>
      <p:ext uri="{BB962C8B-B14F-4D97-AF65-F5344CB8AC3E}">
        <p14:creationId xmlns:p14="http://schemas.microsoft.com/office/powerpoint/2010/main" val="358699669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4391B7BB-BC4C-DBA7-B522-2D603B3BF5B1}"/>
              </a:ext>
            </a:extLst>
          </p:cNvPr>
          <p:cNvPicPr>
            <a:picLocks noChangeAspect="1"/>
          </p:cNvPicPr>
          <p:nvPr/>
        </p:nvPicPr>
        <p:blipFill>
          <a:blip r:embed="rId4"/>
          <a:stretch>
            <a:fillRect/>
          </a:stretch>
        </p:blipFill>
        <p:spPr>
          <a:xfrm>
            <a:off x="1984828" y="1291017"/>
            <a:ext cx="8222343" cy="5138960"/>
          </a:xfrm>
          <a:prstGeom prst="rect">
            <a:avLst/>
          </a:prstGeom>
        </p:spPr>
      </p:pic>
      <p:sp>
        <p:nvSpPr>
          <p:cNvPr id="2" name="Title 1">
            <a:extLst>
              <a:ext uri="{FF2B5EF4-FFF2-40B4-BE49-F238E27FC236}">
                <a16:creationId xmlns:a16="http://schemas.microsoft.com/office/drawing/2014/main" id="{19C5CD64-6486-850E-0A2A-48532AE26434}"/>
              </a:ext>
            </a:extLst>
          </p:cNvPr>
          <p:cNvSpPr>
            <a:spLocks noGrp="1"/>
          </p:cNvSpPr>
          <p:nvPr>
            <p:ph type="title"/>
          </p:nvPr>
        </p:nvSpPr>
        <p:spPr/>
        <p:txBody>
          <a:bodyPr/>
          <a:lstStyle/>
          <a:p>
            <a:r>
              <a:rPr lang="en-US" noProof="0" dirty="0"/>
              <a:t>No measurable runtime overhead</a:t>
            </a:r>
          </a:p>
        </p:txBody>
      </p:sp>
      <p:sp>
        <p:nvSpPr>
          <p:cNvPr id="3" name="Date Placeholder 2">
            <a:extLst>
              <a:ext uri="{FF2B5EF4-FFF2-40B4-BE49-F238E27FC236}">
                <a16:creationId xmlns:a16="http://schemas.microsoft.com/office/drawing/2014/main" id="{D4D7C34B-EFD9-4F73-1FB8-ECD089B16A5C}"/>
              </a:ext>
            </a:extLst>
          </p:cNvPr>
          <p:cNvSpPr>
            <a:spLocks noGrp="1"/>
          </p:cNvSpPr>
          <p:nvPr>
            <p:ph type="dt" sz="half" idx="10"/>
          </p:nvPr>
        </p:nvSpPr>
        <p:spPr/>
        <p:txBody>
          <a:bodyPr/>
          <a:lstStyle/>
          <a:p>
            <a:r>
              <a:rPr lang="en-US" noProof="0"/>
              <a:t>9/5/2026</a:t>
            </a:r>
            <a:endParaRPr lang="en-US" noProof="0" dirty="0"/>
          </a:p>
        </p:txBody>
      </p:sp>
      <p:sp>
        <p:nvSpPr>
          <p:cNvPr id="4" name="Slide Number Placeholder 3">
            <a:extLst>
              <a:ext uri="{FF2B5EF4-FFF2-40B4-BE49-F238E27FC236}">
                <a16:creationId xmlns:a16="http://schemas.microsoft.com/office/drawing/2014/main" id="{C7F7263E-02F8-A021-8D87-59864096B5E6}"/>
              </a:ext>
            </a:extLst>
          </p:cNvPr>
          <p:cNvSpPr>
            <a:spLocks noGrp="1"/>
          </p:cNvSpPr>
          <p:nvPr>
            <p:ph type="sldNum" sz="quarter" idx="12"/>
          </p:nvPr>
        </p:nvSpPr>
        <p:spPr/>
        <p:txBody>
          <a:bodyPr/>
          <a:lstStyle/>
          <a:p>
            <a:r>
              <a:rPr lang="en-US" noProof="0"/>
              <a:t>12</a:t>
            </a:r>
            <a:endParaRPr lang="en-US" noProof="0" dirty="0"/>
          </a:p>
        </p:txBody>
      </p:sp>
      <p:sp>
        <p:nvSpPr>
          <p:cNvPr id="6" name="TextBox 5">
            <a:extLst>
              <a:ext uri="{FF2B5EF4-FFF2-40B4-BE49-F238E27FC236}">
                <a16:creationId xmlns:a16="http://schemas.microsoft.com/office/drawing/2014/main" id="{C48EE12D-A54F-6CFD-63D4-ED8425AA5254}"/>
              </a:ext>
            </a:extLst>
          </p:cNvPr>
          <p:cNvSpPr txBox="1"/>
          <p:nvPr/>
        </p:nvSpPr>
        <p:spPr>
          <a:xfrm>
            <a:off x="5072321" y="6378080"/>
            <a:ext cx="2047355" cy="461665"/>
          </a:xfrm>
          <a:prstGeom prst="rect">
            <a:avLst/>
          </a:prstGeom>
          <a:noFill/>
        </p:spPr>
        <p:txBody>
          <a:bodyPr wrap="none" rtlCol="0">
            <a:spAutoFit/>
          </a:bodyPr>
          <a:lstStyle/>
          <a:p>
            <a:pPr algn="ctr"/>
            <a:r>
              <a:rPr lang="en-US" sz="2400" noProof="0" dirty="0"/>
              <a:t>Serial runtime</a:t>
            </a:r>
          </a:p>
        </p:txBody>
      </p:sp>
      <p:sp>
        <p:nvSpPr>
          <p:cNvPr id="10" name="TextBox 9">
            <a:extLst>
              <a:ext uri="{FF2B5EF4-FFF2-40B4-BE49-F238E27FC236}">
                <a16:creationId xmlns:a16="http://schemas.microsoft.com/office/drawing/2014/main" id="{5C94ADD4-4CFC-E812-3B36-B6402C655DF5}"/>
              </a:ext>
            </a:extLst>
          </p:cNvPr>
          <p:cNvSpPr txBox="1"/>
          <p:nvPr/>
        </p:nvSpPr>
        <p:spPr>
          <a:xfrm>
            <a:off x="5072321" y="965353"/>
            <a:ext cx="2302302" cy="461665"/>
          </a:xfrm>
          <a:prstGeom prst="rect">
            <a:avLst/>
          </a:prstGeom>
          <a:noFill/>
        </p:spPr>
        <p:txBody>
          <a:bodyPr wrap="square" rtlCol="0" anchor="b">
            <a:spAutoFit/>
          </a:bodyPr>
          <a:lstStyle/>
          <a:p>
            <a:pPr algn="ctr"/>
            <a:r>
              <a:rPr lang="en-US" sz="2400" noProof="0" dirty="0" err="1"/>
              <a:t>PolyBench</a:t>
            </a:r>
            <a:r>
              <a:rPr lang="en-US" sz="2400" noProof="0" dirty="0"/>
              <a:t>/C</a:t>
            </a:r>
          </a:p>
        </p:txBody>
      </p:sp>
    </p:spTree>
    <p:custDataLst>
      <p:tags r:id="rId1"/>
    </p:custDataLst>
    <p:extLst>
      <p:ext uri="{BB962C8B-B14F-4D97-AF65-F5344CB8AC3E}">
        <p14:creationId xmlns:p14="http://schemas.microsoft.com/office/powerpoint/2010/main" val="5220486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084B52-9DD9-A429-012A-A49C5D8EA8E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A004940-8761-D376-5D89-223EF87A2B46}"/>
              </a:ext>
            </a:extLst>
          </p:cNvPr>
          <p:cNvSpPr>
            <a:spLocks noGrp="1"/>
          </p:cNvSpPr>
          <p:nvPr>
            <p:ph type="title"/>
          </p:nvPr>
        </p:nvSpPr>
        <p:spPr/>
        <p:txBody>
          <a:bodyPr/>
          <a:lstStyle/>
          <a:p>
            <a:r>
              <a:rPr lang="en-US" noProof="0" dirty="0"/>
              <a:t>Parallel computation</a:t>
            </a:r>
          </a:p>
        </p:txBody>
      </p:sp>
      <p:sp>
        <p:nvSpPr>
          <p:cNvPr id="3" name="Date Placeholder 2">
            <a:extLst>
              <a:ext uri="{FF2B5EF4-FFF2-40B4-BE49-F238E27FC236}">
                <a16:creationId xmlns:a16="http://schemas.microsoft.com/office/drawing/2014/main" id="{4FFBC0BB-6204-6A99-7FFA-79E9F93FE637}"/>
              </a:ext>
            </a:extLst>
          </p:cNvPr>
          <p:cNvSpPr>
            <a:spLocks noGrp="1"/>
          </p:cNvSpPr>
          <p:nvPr>
            <p:ph type="dt" sz="half" idx="10"/>
          </p:nvPr>
        </p:nvSpPr>
        <p:spPr/>
        <p:txBody>
          <a:bodyPr/>
          <a:lstStyle/>
          <a:p>
            <a:r>
              <a:rPr lang="en-US" noProof="0"/>
              <a:t>9/5/2026</a:t>
            </a:r>
            <a:endParaRPr lang="en-US" noProof="0" dirty="0"/>
          </a:p>
        </p:txBody>
      </p:sp>
      <p:sp>
        <p:nvSpPr>
          <p:cNvPr id="4" name="Slide Number Placeholder 3">
            <a:extLst>
              <a:ext uri="{FF2B5EF4-FFF2-40B4-BE49-F238E27FC236}">
                <a16:creationId xmlns:a16="http://schemas.microsoft.com/office/drawing/2014/main" id="{B837290D-EEA3-A479-2D49-8B742B58976D}"/>
              </a:ext>
            </a:extLst>
          </p:cNvPr>
          <p:cNvSpPr>
            <a:spLocks noGrp="1"/>
          </p:cNvSpPr>
          <p:nvPr>
            <p:ph type="sldNum" sz="quarter" idx="12"/>
          </p:nvPr>
        </p:nvSpPr>
        <p:spPr/>
        <p:txBody>
          <a:bodyPr/>
          <a:lstStyle/>
          <a:p>
            <a:r>
              <a:rPr lang="en-US" noProof="0"/>
              <a:t>13</a:t>
            </a:r>
            <a:endParaRPr lang="en-US" noProof="0" dirty="0"/>
          </a:p>
        </p:txBody>
      </p:sp>
      <p:sp>
        <p:nvSpPr>
          <p:cNvPr id="10" name="TextBox 9">
            <a:extLst>
              <a:ext uri="{FF2B5EF4-FFF2-40B4-BE49-F238E27FC236}">
                <a16:creationId xmlns:a16="http://schemas.microsoft.com/office/drawing/2014/main" id="{8F4ACCF0-5C1C-5E73-7132-0B2A17F92827}"/>
              </a:ext>
            </a:extLst>
          </p:cNvPr>
          <p:cNvSpPr txBox="1"/>
          <p:nvPr/>
        </p:nvSpPr>
        <p:spPr>
          <a:xfrm>
            <a:off x="3695213" y="1134007"/>
            <a:ext cx="2127171" cy="461665"/>
          </a:xfrm>
          <a:prstGeom prst="rect">
            <a:avLst/>
          </a:prstGeom>
          <a:noFill/>
        </p:spPr>
        <p:txBody>
          <a:bodyPr wrap="square" rtlCol="0" anchor="b">
            <a:spAutoFit/>
          </a:bodyPr>
          <a:lstStyle/>
          <a:p>
            <a:pPr algn="ctr"/>
            <a:r>
              <a:rPr lang="en-US" sz="2400" noProof="0" dirty="0" err="1"/>
              <a:t>PolyBench</a:t>
            </a:r>
            <a:r>
              <a:rPr lang="en-US" sz="2400" noProof="0" dirty="0"/>
              <a:t>/C</a:t>
            </a:r>
          </a:p>
        </p:txBody>
      </p:sp>
      <p:sp>
        <p:nvSpPr>
          <p:cNvPr id="11" name="Right Brace 10">
            <a:extLst>
              <a:ext uri="{FF2B5EF4-FFF2-40B4-BE49-F238E27FC236}">
                <a16:creationId xmlns:a16="http://schemas.microsoft.com/office/drawing/2014/main" id="{A39CFA25-A759-FD09-8613-F03A145A7D85}"/>
              </a:ext>
            </a:extLst>
          </p:cNvPr>
          <p:cNvSpPr/>
          <p:nvPr/>
        </p:nvSpPr>
        <p:spPr>
          <a:xfrm rot="16200000">
            <a:off x="4663077" y="-1118335"/>
            <a:ext cx="191445" cy="5540685"/>
          </a:xfrm>
          <a:prstGeom prst="rightBrace">
            <a:avLst/>
          </a:prstGeom>
          <a:ln>
            <a:solidFill>
              <a:schemeClr val="tx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noProof="0" dirty="0"/>
          </a:p>
        </p:txBody>
      </p:sp>
      <p:pic>
        <p:nvPicPr>
          <p:cNvPr id="9" name="Picture 8">
            <a:extLst>
              <a:ext uri="{FF2B5EF4-FFF2-40B4-BE49-F238E27FC236}">
                <a16:creationId xmlns:a16="http://schemas.microsoft.com/office/drawing/2014/main" id="{D61DA4FA-2AF0-0F8F-FB51-4B45F895D17D}"/>
              </a:ext>
            </a:extLst>
          </p:cNvPr>
          <p:cNvPicPr>
            <a:picLocks noChangeAspect="1"/>
          </p:cNvPicPr>
          <p:nvPr/>
        </p:nvPicPr>
        <p:blipFill>
          <a:blip r:embed="rId4"/>
          <a:stretch>
            <a:fillRect/>
          </a:stretch>
        </p:blipFill>
        <p:spPr>
          <a:xfrm>
            <a:off x="1377582" y="1747731"/>
            <a:ext cx="2599332" cy="4417175"/>
          </a:xfrm>
          <a:prstGeom prst="rect">
            <a:avLst/>
          </a:prstGeom>
        </p:spPr>
      </p:pic>
      <p:pic>
        <p:nvPicPr>
          <p:cNvPr id="12" name="Picture 11">
            <a:extLst>
              <a:ext uri="{FF2B5EF4-FFF2-40B4-BE49-F238E27FC236}">
                <a16:creationId xmlns:a16="http://schemas.microsoft.com/office/drawing/2014/main" id="{D6CEF4D3-5BA9-BD97-BEB4-6E66A3F6E546}"/>
              </a:ext>
            </a:extLst>
          </p:cNvPr>
          <p:cNvPicPr>
            <a:picLocks noChangeAspect="1"/>
          </p:cNvPicPr>
          <p:nvPr/>
        </p:nvPicPr>
        <p:blipFill>
          <a:blip r:embed="rId5"/>
          <a:stretch>
            <a:fillRect/>
          </a:stretch>
        </p:blipFill>
        <p:spPr>
          <a:xfrm>
            <a:off x="4929810" y="1747731"/>
            <a:ext cx="2599332" cy="4417173"/>
          </a:xfrm>
          <a:prstGeom prst="rect">
            <a:avLst/>
          </a:prstGeom>
        </p:spPr>
      </p:pic>
      <p:pic>
        <p:nvPicPr>
          <p:cNvPr id="13" name="Picture 12">
            <a:extLst>
              <a:ext uri="{FF2B5EF4-FFF2-40B4-BE49-F238E27FC236}">
                <a16:creationId xmlns:a16="http://schemas.microsoft.com/office/drawing/2014/main" id="{1929BE2B-B750-862E-E7F8-E5055850943F}"/>
              </a:ext>
            </a:extLst>
          </p:cNvPr>
          <p:cNvPicPr>
            <a:picLocks noChangeAspect="1"/>
          </p:cNvPicPr>
          <p:nvPr/>
        </p:nvPicPr>
        <p:blipFill>
          <a:blip r:embed="rId6"/>
          <a:stretch>
            <a:fillRect/>
          </a:stretch>
        </p:blipFill>
        <p:spPr>
          <a:xfrm>
            <a:off x="8215088" y="1751360"/>
            <a:ext cx="2599330" cy="4417170"/>
          </a:xfrm>
          <a:prstGeom prst="rect">
            <a:avLst/>
          </a:prstGeom>
        </p:spPr>
      </p:pic>
      <p:sp>
        <p:nvSpPr>
          <p:cNvPr id="14" name="TextBox 13">
            <a:extLst>
              <a:ext uri="{FF2B5EF4-FFF2-40B4-BE49-F238E27FC236}">
                <a16:creationId xmlns:a16="http://schemas.microsoft.com/office/drawing/2014/main" id="{F6688653-755E-3CE2-5C89-C6F464C4D86D}"/>
              </a:ext>
            </a:extLst>
          </p:cNvPr>
          <p:cNvSpPr txBox="1"/>
          <p:nvPr/>
        </p:nvSpPr>
        <p:spPr>
          <a:xfrm>
            <a:off x="2314048" y="6125517"/>
            <a:ext cx="1337226" cy="461665"/>
          </a:xfrm>
          <a:prstGeom prst="rect">
            <a:avLst/>
          </a:prstGeom>
          <a:noFill/>
        </p:spPr>
        <p:txBody>
          <a:bodyPr wrap="none" rtlCol="0">
            <a:spAutoFit/>
          </a:bodyPr>
          <a:lstStyle/>
          <a:p>
            <a:pPr algn="ctr"/>
            <a:r>
              <a:rPr lang="en-US" sz="2400" noProof="0" dirty="0"/>
              <a:t>OpenMP</a:t>
            </a:r>
          </a:p>
        </p:txBody>
      </p:sp>
      <p:sp>
        <p:nvSpPr>
          <p:cNvPr id="17" name="TextBox 16">
            <a:extLst>
              <a:ext uri="{FF2B5EF4-FFF2-40B4-BE49-F238E27FC236}">
                <a16:creationId xmlns:a16="http://schemas.microsoft.com/office/drawing/2014/main" id="{667B5F2B-0CBE-6E78-3B10-333B35B0B297}"/>
              </a:ext>
            </a:extLst>
          </p:cNvPr>
          <p:cNvSpPr txBox="1"/>
          <p:nvPr/>
        </p:nvSpPr>
        <p:spPr>
          <a:xfrm>
            <a:off x="6216107" y="6077247"/>
            <a:ext cx="704039" cy="461665"/>
          </a:xfrm>
          <a:prstGeom prst="rect">
            <a:avLst/>
          </a:prstGeom>
          <a:noFill/>
        </p:spPr>
        <p:txBody>
          <a:bodyPr wrap="none" rtlCol="0">
            <a:spAutoFit/>
          </a:bodyPr>
          <a:lstStyle/>
          <a:p>
            <a:pPr algn="ctr"/>
            <a:r>
              <a:rPr lang="en-US" sz="2400" noProof="0" dirty="0"/>
              <a:t>TBB</a:t>
            </a:r>
          </a:p>
        </p:txBody>
      </p:sp>
      <p:sp>
        <p:nvSpPr>
          <p:cNvPr id="19" name="TextBox 18">
            <a:extLst>
              <a:ext uri="{FF2B5EF4-FFF2-40B4-BE49-F238E27FC236}">
                <a16:creationId xmlns:a16="http://schemas.microsoft.com/office/drawing/2014/main" id="{20442BAB-9C7C-A7E7-E003-E192B24A9990}"/>
              </a:ext>
            </a:extLst>
          </p:cNvPr>
          <p:cNvSpPr txBox="1"/>
          <p:nvPr/>
        </p:nvSpPr>
        <p:spPr>
          <a:xfrm>
            <a:off x="9484980" y="6125516"/>
            <a:ext cx="994439" cy="461665"/>
          </a:xfrm>
          <a:prstGeom prst="rect">
            <a:avLst/>
          </a:prstGeom>
          <a:noFill/>
        </p:spPr>
        <p:txBody>
          <a:bodyPr wrap="none" rtlCol="0">
            <a:spAutoFit/>
          </a:bodyPr>
          <a:lstStyle/>
          <a:p>
            <a:pPr algn="ctr"/>
            <a:r>
              <a:rPr lang="en-US" sz="2400" noProof="0" dirty="0"/>
              <a:t>CUDA</a:t>
            </a:r>
          </a:p>
        </p:txBody>
      </p:sp>
      <p:sp>
        <p:nvSpPr>
          <p:cNvPr id="15" name="TextBox 14">
            <a:extLst>
              <a:ext uri="{FF2B5EF4-FFF2-40B4-BE49-F238E27FC236}">
                <a16:creationId xmlns:a16="http://schemas.microsoft.com/office/drawing/2014/main" id="{2E799F0C-B061-4025-3DCB-D375FEAC5ADD}"/>
              </a:ext>
            </a:extLst>
          </p:cNvPr>
          <p:cNvSpPr txBox="1"/>
          <p:nvPr/>
        </p:nvSpPr>
        <p:spPr>
          <a:xfrm>
            <a:off x="8365923" y="1092101"/>
            <a:ext cx="2721384" cy="461665"/>
          </a:xfrm>
          <a:prstGeom prst="rect">
            <a:avLst/>
          </a:prstGeom>
          <a:noFill/>
        </p:spPr>
        <p:txBody>
          <a:bodyPr wrap="square" rtlCol="0" anchor="b">
            <a:spAutoFit/>
          </a:bodyPr>
          <a:lstStyle/>
          <a:p>
            <a:pPr algn="ctr"/>
            <a:r>
              <a:rPr lang="en-US" sz="2400" noProof="0" dirty="0" err="1"/>
              <a:t>PolyBench</a:t>
            </a:r>
            <a:r>
              <a:rPr lang="en-US" sz="2400" noProof="0" dirty="0"/>
              <a:t>/GPU</a:t>
            </a:r>
          </a:p>
        </p:txBody>
      </p:sp>
    </p:spTree>
    <p:custDataLst>
      <p:tags r:id="rId1"/>
    </p:custDataLst>
    <p:extLst>
      <p:ext uri="{BB962C8B-B14F-4D97-AF65-F5344CB8AC3E}">
        <p14:creationId xmlns:p14="http://schemas.microsoft.com/office/powerpoint/2010/main" val="47193038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F9F778-9FB2-2C54-1D76-BC106C3A2E0C}"/>
            </a:ext>
          </a:extLst>
        </p:cNvPr>
        <p:cNvGrpSpPr/>
        <p:nvPr/>
      </p:nvGrpSpPr>
      <p:grpSpPr>
        <a:xfrm>
          <a:off x="0" y="0"/>
          <a:ext cx="0" cy="0"/>
          <a:chOff x="0" y="0"/>
          <a:chExt cx="0" cy="0"/>
        </a:xfrm>
      </p:grpSpPr>
      <p:pic>
        <p:nvPicPr>
          <p:cNvPr id="13" name="Picture 12">
            <a:extLst>
              <a:ext uri="{FF2B5EF4-FFF2-40B4-BE49-F238E27FC236}">
                <a16:creationId xmlns:a16="http://schemas.microsoft.com/office/drawing/2014/main" id="{070AC3FA-1C78-CE3D-4F65-A3A7613718DC}"/>
              </a:ext>
            </a:extLst>
          </p:cNvPr>
          <p:cNvPicPr>
            <a:picLocks noChangeAspect="1"/>
          </p:cNvPicPr>
          <p:nvPr>
            <p:custDataLst>
              <p:tags r:id="rId2"/>
            </p:custDataLst>
          </p:nvPr>
        </p:nvPicPr>
        <p:blipFill>
          <a:blip r:embed="rId8"/>
          <a:stretch>
            <a:fillRect/>
          </a:stretch>
        </p:blipFill>
        <p:spPr>
          <a:xfrm>
            <a:off x="93090" y="1394231"/>
            <a:ext cx="10180320" cy="4113183"/>
          </a:xfrm>
          <a:prstGeom prst="rect">
            <a:avLst/>
          </a:prstGeom>
        </p:spPr>
      </p:pic>
      <p:sp>
        <p:nvSpPr>
          <p:cNvPr id="2" name="Title 1">
            <a:extLst>
              <a:ext uri="{FF2B5EF4-FFF2-40B4-BE49-F238E27FC236}">
                <a16:creationId xmlns:a16="http://schemas.microsoft.com/office/drawing/2014/main" id="{0B31333D-65C9-99FE-A895-52D7BE3D9857}"/>
              </a:ext>
            </a:extLst>
          </p:cNvPr>
          <p:cNvSpPr>
            <a:spLocks noGrp="1"/>
          </p:cNvSpPr>
          <p:nvPr>
            <p:ph type="title"/>
            <p:custDataLst>
              <p:tags r:id="rId3"/>
            </p:custDataLst>
          </p:nvPr>
        </p:nvSpPr>
        <p:spPr/>
        <p:txBody>
          <a:bodyPr/>
          <a:lstStyle/>
          <a:p>
            <a:r>
              <a:rPr lang="en-US" noProof="0" dirty="0"/>
              <a:t>Code metrics</a:t>
            </a:r>
          </a:p>
        </p:txBody>
      </p:sp>
      <p:sp>
        <p:nvSpPr>
          <p:cNvPr id="3" name="Date Placeholder 2">
            <a:extLst>
              <a:ext uri="{FF2B5EF4-FFF2-40B4-BE49-F238E27FC236}">
                <a16:creationId xmlns:a16="http://schemas.microsoft.com/office/drawing/2014/main" id="{D982A217-522C-9881-8C78-59994DAABF60}"/>
              </a:ext>
            </a:extLst>
          </p:cNvPr>
          <p:cNvSpPr>
            <a:spLocks noGrp="1"/>
          </p:cNvSpPr>
          <p:nvPr>
            <p:ph type="dt" sz="half" idx="10"/>
            <p:custDataLst>
              <p:tags r:id="rId4"/>
            </p:custDataLst>
          </p:nvPr>
        </p:nvSpPr>
        <p:spPr/>
        <p:txBody>
          <a:bodyPr/>
          <a:lstStyle/>
          <a:p>
            <a:r>
              <a:rPr lang="en-US" noProof="0"/>
              <a:t>9/5/2026</a:t>
            </a:r>
            <a:endParaRPr lang="en-US" noProof="0" dirty="0"/>
          </a:p>
        </p:txBody>
      </p:sp>
      <p:sp>
        <p:nvSpPr>
          <p:cNvPr id="4" name="Slide Number Placeholder 3">
            <a:extLst>
              <a:ext uri="{FF2B5EF4-FFF2-40B4-BE49-F238E27FC236}">
                <a16:creationId xmlns:a16="http://schemas.microsoft.com/office/drawing/2014/main" id="{8399985D-B777-F27B-0FBA-73D193377E2B}"/>
              </a:ext>
            </a:extLst>
          </p:cNvPr>
          <p:cNvSpPr>
            <a:spLocks noGrp="1"/>
          </p:cNvSpPr>
          <p:nvPr>
            <p:ph type="sldNum" sz="quarter" idx="12"/>
            <p:custDataLst>
              <p:tags r:id="rId5"/>
            </p:custDataLst>
          </p:nvPr>
        </p:nvSpPr>
        <p:spPr/>
        <p:txBody>
          <a:bodyPr/>
          <a:lstStyle/>
          <a:p>
            <a:r>
              <a:rPr lang="en-US" noProof="0"/>
              <a:t>14</a:t>
            </a:r>
            <a:endParaRPr lang="en-US" noProof="0" dirty="0"/>
          </a:p>
        </p:txBody>
      </p:sp>
    </p:spTree>
    <p:custDataLst>
      <p:tags r:id="rId1"/>
    </p:custDataLst>
    <p:extLst>
      <p:ext uri="{BB962C8B-B14F-4D97-AF65-F5344CB8AC3E}">
        <p14:creationId xmlns:p14="http://schemas.microsoft.com/office/powerpoint/2010/main" val="72405175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F9F778-9FB2-2C54-1D76-BC106C3A2E0C}"/>
            </a:ext>
          </a:extLst>
        </p:cNvPr>
        <p:cNvGrpSpPr/>
        <p:nvPr/>
      </p:nvGrpSpPr>
      <p:grpSpPr>
        <a:xfrm>
          <a:off x="0" y="0"/>
          <a:ext cx="0" cy="0"/>
          <a:chOff x="0" y="0"/>
          <a:chExt cx="0" cy="0"/>
        </a:xfrm>
      </p:grpSpPr>
      <p:pic>
        <p:nvPicPr>
          <p:cNvPr id="13" name="Picture 12">
            <a:extLst>
              <a:ext uri="{FF2B5EF4-FFF2-40B4-BE49-F238E27FC236}">
                <a16:creationId xmlns:a16="http://schemas.microsoft.com/office/drawing/2014/main" id="{070AC3FA-1C78-CE3D-4F65-A3A7613718DC}"/>
              </a:ext>
            </a:extLst>
          </p:cNvPr>
          <p:cNvPicPr>
            <a:picLocks noChangeAspect="1"/>
          </p:cNvPicPr>
          <p:nvPr>
            <p:custDataLst>
              <p:tags r:id="rId2"/>
            </p:custDataLst>
          </p:nvPr>
        </p:nvPicPr>
        <p:blipFill>
          <a:blip r:embed="rId17"/>
          <a:stretch>
            <a:fillRect/>
          </a:stretch>
        </p:blipFill>
        <p:spPr>
          <a:xfrm>
            <a:off x="93090" y="1394231"/>
            <a:ext cx="10180320" cy="4113183"/>
          </a:xfrm>
          <a:prstGeom prst="rect">
            <a:avLst/>
          </a:prstGeom>
        </p:spPr>
      </p:pic>
      <p:sp>
        <p:nvSpPr>
          <p:cNvPr id="6" name="Oval 5">
            <a:extLst>
              <a:ext uri="{FF2B5EF4-FFF2-40B4-BE49-F238E27FC236}">
                <a16:creationId xmlns:a16="http://schemas.microsoft.com/office/drawing/2014/main" id="{A32B97BC-3800-ACC5-7BFA-50147B7B6D49}"/>
              </a:ext>
            </a:extLst>
          </p:cNvPr>
          <p:cNvSpPr/>
          <p:nvPr>
            <p:custDataLst>
              <p:tags r:id="rId3"/>
            </p:custDataLst>
          </p:nvPr>
        </p:nvSpPr>
        <p:spPr>
          <a:xfrm>
            <a:off x="8447434" y="2257837"/>
            <a:ext cx="1449255" cy="946081"/>
          </a:xfrm>
          <a:prstGeom prst="ellipse">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2" name="Oval 11">
            <a:extLst>
              <a:ext uri="{FF2B5EF4-FFF2-40B4-BE49-F238E27FC236}">
                <a16:creationId xmlns:a16="http://schemas.microsoft.com/office/drawing/2014/main" id="{8A10C763-DA46-14E6-7C8A-BA0BEDAC3678}"/>
              </a:ext>
            </a:extLst>
          </p:cNvPr>
          <p:cNvSpPr/>
          <p:nvPr>
            <p:custDataLst>
              <p:tags r:id="rId4"/>
            </p:custDataLst>
          </p:nvPr>
        </p:nvSpPr>
        <p:spPr>
          <a:xfrm>
            <a:off x="8372690" y="3629267"/>
            <a:ext cx="1523999" cy="891516"/>
          </a:xfrm>
          <a:prstGeom prst="ellipse">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0B31333D-65C9-99FE-A895-52D7BE3D9857}"/>
              </a:ext>
            </a:extLst>
          </p:cNvPr>
          <p:cNvSpPr>
            <a:spLocks noGrp="1"/>
          </p:cNvSpPr>
          <p:nvPr>
            <p:ph type="title"/>
            <p:custDataLst>
              <p:tags r:id="rId5"/>
            </p:custDataLst>
          </p:nvPr>
        </p:nvSpPr>
        <p:spPr/>
        <p:txBody>
          <a:bodyPr/>
          <a:lstStyle/>
          <a:p>
            <a:r>
              <a:rPr lang="en-US" noProof="0" dirty="0"/>
              <a:t>Code metrics</a:t>
            </a:r>
          </a:p>
        </p:txBody>
      </p:sp>
      <p:sp>
        <p:nvSpPr>
          <p:cNvPr id="3" name="Date Placeholder 2">
            <a:extLst>
              <a:ext uri="{FF2B5EF4-FFF2-40B4-BE49-F238E27FC236}">
                <a16:creationId xmlns:a16="http://schemas.microsoft.com/office/drawing/2014/main" id="{D982A217-522C-9881-8C78-59994DAABF60}"/>
              </a:ext>
            </a:extLst>
          </p:cNvPr>
          <p:cNvSpPr>
            <a:spLocks noGrp="1"/>
          </p:cNvSpPr>
          <p:nvPr>
            <p:ph type="dt" sz="half" idx="10"/>
            <p:custDataLst>
              <p:tags r:id="rId6"/>
            </p:custDataLst>
          </p:nvPr>
        </p:nvSpPr>
        <p:spPr/>
        <p:txBody>
          <a:bodyPr/>
          <a:lstStyle/>
          <a:p>
            <a:r>
              <a:rPr lang="en-US" noProof="0"/>
              <a:t>9/5/2026</a:t>
            </a:r>
            <a:endParaRPr lang="en-US" noProof="0" dirty="0"/>
          </a:p>
        </p:txBody>
      </p:sp>
      <p:sp>
        <p:nvSpPr>
          <p:cNvPr id="4" name="Slide Number Placeholder 3">
            <a:extLst>
              <a:ext uri="{FF2B5EF4-FFF2-40B4-BE49-F238E27FC236}">
                <a16:creationId xmlns:a16="http://schemas.microsoft.com/office/drawing/2014/main" id="{8399985D-B777-F27B-0FBA-73D193377E2B}"/>
              </a:ext>
            </a:extLst>
          </p:cNvPr>
          <p:cNvSpPr>
            <a:spLocks noGrp="1"/>
          </p:cNvSpPr>
          <p:nvPr>
            <p:ph type="sldNum" sz="quarter" idx="12"/>
            <p:custDataLst>
              <p:tags r:id="rId7"/>
            </p:custDataLst>
          </p:nvPr>
        </p:nvSpPr>
        <p:spPr/>
        <p:txBody>
          <a:bodyPr/>
          <a:lstStyle/>
          <a:p>
            <a:r>
              <a:rPr lang="en-US" noProof="0"/>
              <a:t>14</a:t>
            </a:r>
            <a:endParaRPr lang="en-US" noProof="0" dirty="0"/>
          </a:p>
        </p:txBody>
      </p:sp>
      <p:sp>
        <p:nvSpPr>
          <p:cNvPr id="7" name="TextBox 6">
            <a:extLst>
              <a:ext uri="{FF2B5EF4-FFF2-40B4-BE49-F238E27FC236}">
                <a16:creationId xmlns:a16="http://schemas.microsoft.com/office/drawing/2014/main" id="{7859C2BD-F5BA-A488-11E4-2C22ACB78A0F}"/>
              </a:ext>
            </a:extLst>
          </p:cNvPr>
          <p:cNvSpPr txBox="1"/>
          <p:nvPr>
            <p:custDataLst>
              <p:tags r:id="rId8"/>
            </p:custDataLst>
          </p:nvPr>
        </p:nvSpPr>
        <p:spPr>
          <a:xfrm>
            <a:off x="4494780" y="643135"/>
            <a:ext cx="3527048" cy="578882"/>
          </a:xfrm>
          <a:prstGeom prst="roundRect">
            <a:avLst/>
          </a:prstGeom>
          <a:gradFill>
            <a:gsLst>
              <a:gs pos="0">
                <a:srgbClr val="E1A3A3"/>
              </a:gs>
              <a:gs pos="50000">
                <a:srgbClr val="D69696"/>
              </a:gs>
              <a:gs pos="100000">
                <a:srgbClr val="DC9696"/>
              </a:gs>
            </a:gsLst>
          </a:gradFill>
          <a:ln w="19050">
            <a:solidFill>
              <a:srgbClr val="FF0000"/>
            </a:solidFill>
          </a:ln>
        </p:spPr>
        <p:style>
          <a:lnRef idx="1">
            <a:schemeClr val="accent5"/>
          </a:lnRef>
          <a:fillRef idx="2">
            <a:schemeClr val="accent5"/>
          </a:fillRef>
          <a:effectRef idx="1">
            <a:schemeClr val="accent5"/>
          </a:effectRef>
          <a:fontRef idx="minor">
            <a:schemeClr val="dk1"/>
          </a:fontRef>
        </p:style>
        <p:txBody>
          <a:bodyPr wrap="none" rtlCol="0">
            <a:spAutoFit/>
          </a:bodyPr>
          <a:lstStyle/>
          <a:p>
            <a:pPr algn="ctr"/>
            <a:r>
              <a:rPr lang="en-US" sz="2800" dirty="0"/>
              <a:t>Slightly more verbose</a:t>
            </a:r>
          </a:p>
        </p:txBody>
      </p:sp>
      <p:cxnSp>
        <p:nvCxnSpPr>
          <p:cNvPr id="11" name="Straight Connector 10">
            <a:extLst>
              <a:ext uri="{FF2B5EF4-FFF2-40B4-BE49-F238E27FC236}">
                <a16:creationId xmlns:a16="http://schemas.microsoft.com/office/drawing/2014/main" id="{CA8136D9-C585-21C8-F43F-1916F4B73BA7}"/>
              </a:ext>
            </a:extLst>
          </p:cNvPr>
          <p:cNvCxnSpPr>
            <a:cxnSpLocks/>
            <a:stCxn id="6" idx="1"/>
            <a:endCxn id="7" idx="2"/>
          </p:cNvCxnSpPr>
          <p:nvPr>
            <p:custDataLst>
              <p:tags r:id="rId9"/>
            </p:custDataLst>
          </p:nvPr>
        </p:nvCxnSpPr>
        <p:spPr>
          <a:xfrm flipH="1" flipV="1">
            <a:off x="6258304" y="1222017"/>
            <a:ext cx="2401368" cy="1174370"/>
          </a:xfrm>
          <a:prstGeom prst="line">
            <a:avLst/>
          </a:prstGeom>
          <a:ln w="28575">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C6FA21F2-553A-B049-D946-099C05E7CF52}"/>
              </a:ext>
            </a:extLst>
          </p:cNvPr>
          <p:cNvCxnSpPr>
            <a:cxnSpLocks/>
            <a:stCxn id="12" idx="1"/>
            <a:endCxn id="7" idx="2"/>
          </p:cNvCxnSpPr>
          <p:nvPr>
            <p:custDataLst>
              <p:tags r:id="rId10"/>
            </p:custDataLst>
          </p:nvPr>
        </p:nvCxnSpPr>
        <p:spPr>
          <a:xfrm flipH="1" flipV="1">
            <a:off x="6258304" y="1222017"/>
            <a:ext cx="2337570" cy="2537809"/>
          </a:xfrm>
          <a:prstGeom prst="line">
            <a:avLst/>
          </a:prstGeom>
          <a:ln w="28575">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49" name="Straight Connector 48">
            <a:extLst>
              <a:ext uri="{FF2B5EF4-FFF2-40B4-BE49-F238E27FC236}">
                <a16:creationId xmlns:a16="http://schemas.microsoft.com/office/drawing/2014/main" id="{4B538ECA-EA93-B903-6AE2-0B4D637D5317}"/>
              </a:ext>
            </a:extLst>
          </p:cNvPr>
          <p:cNvCxnSpPr>
            <a:cxnSpLocks/>
          </p:cNvCxnSpPr>
          <p:nvPr>
            <p:custDataLst>
              <p:tags r:id="rId11"/>
            </p:custDataLst>
          </p:nvPr>
        </p:nvCxnSpPr>
        <p:spPr>
          <a:xfrm flipH="1">
            <a:off x="443756" y="4444715"/>
            <a:ext cx="2139900" cy="0"/>
          </a:xfrm>
          <a:prstGeom prst="line">
            <a:avLst/>
          </a:prstGeom>
          <a:ln w="28575">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53" name="Straight Connector 52">
            <a:extLst>
              <a:ext uri="{FF2B5EF4-FFF2-40B4-BE49-F238E27FC236}">
                <a16:creationId xmlns:a16="http://schemas.microsoft.com/office/drawing/2014/main" id="{FEBC69EF-7343-1C60-8471-2A3B60BC25A3}"/>
              </a:ext>
            </a:extLst>
          </p:cNvPr>
          <p:cNvCxnSpPr>
            <a:cxnSpLocks/>
          </p:cNvCxnSpPr>
          <p:nvPr>
            <p:custDataLst>
              <p:tags r:id="rId12"/>
            </p:custDataLst>
          </p:nvPr>
        </p:nvCxnSpPr>
        <p:spPr>
          <a:xfrm flipH="1">
            <a:off x="424706" y="4008946"/>
            <a:ext cx="2668538" cy="0"/>
          </a:xfrm>
          <a:prstGeom prst="line">
            <a:avLst/>
          </a:prstGeom>
          <a:ln w="28575">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55" name="Straight Connector 54">
            <a:extLst>
              <a:ext uri="{FF2B5EF4-FFF2-40B4-BE49-F238E27FC236}">
                <a16:creationId xmlns:a16="http://schemas.microsoft.com/office/drawing/2014/main" id="{5A9EB04D-E001-1A10-94AE-94E7BF017C11}"/>
              </a:ext>
            </a:extLst>
          </p:cNvPr>
          <p:cNvCxnSpPr>
            <a:cxnSpLocks/>
          </p:cNvCxnSpPr>
          <p:nvPr>
            <p:custDataLst>
              <p:tags r:id="rId13"/>
            </p:custDataLst>
          </p:nvPr>
        </p:nvCxnSpPr>
        <p:spPr>
          <a:xfrm flipH="1">
            <a:off x="443756" y="2637346"/>
            <a:ext cx="2368500" cy="0"/>
          </a:xfrm>
          <a:prstGeom prst="line">
            <a:avLst/>
          </a:prstGeom>
          <a:ln w="28575">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57" name="Straight Connector 56">
            <a:extLst>
              <a:ext uri="{FF2B5EF4-FFF2-40B4-BE49-F238E27FC236}">
                <a16:creationId xmlns:a16="http://schemas.microsoft.com/office/drawing/2014/main" id="{0FBD0A64-EC84-1B63-0414-355DA48CE37C}"/>
              </a:ext>
            </a:extLst>
          </p:cNvPr>
          <p:cNvCxnSpPr>
            <a:cxnSpLocks/>
          </p:cNvCxnSpPr>
          <p:nvPr>
            <p:custDataLst>
              <p:tags r:id="rId14"/>
            </p:custDataLst>
          </p:nvPr>
        </p:nvCxnSpPr>
        <p:spPr>
          <a:xfrm flipH="1">
            <a:off x="424706" y="3073115"/>
            <a:ext cx="1763663" cy="0"/>
          </a:xfrm>
          <a:prstGeom prst="line">
            <a:avLst/>
          </a:prstGeom>
          <a:ln w="28575">
            <a:solidFill>
              <a:srgbClr val="FF0000"/>
            </a:solidFill>
          </a:ln>
        </p:spPr>
        <p:style>
          <a:lnRef idx="2">
            <a:schemeClr val="accent1"/>
          </a:lnRef>
          <a:fillRef idx="0">
            <a:schemeClr val="accent1"/>
          </a:fillRef>
          <a:effectRef idx="1">
            <a:schemeClr val="accent1"/>
          </a:effectRef>
          <a:fontRef idx="minor">
            <a:schemeClr val="tx1"/>
          </a:fontRef>
        </p:style>
      </p:cxnSp>
    </p:spTree>
    <p:custDataLst>
      <p:tags r:id="rId1"/>
    </p:custDataLst>
    <p:extLst>
      <p:ext uri="{BB962C8B-B14F-4D97-AF65-F5344CB8AC3E}">
        <p14:creationId xmlns:p14="http://schemas.microsoft.com/office/powerpoint/2010/main" val="88052757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F9F778-9FB2-2C54-1D76-BC106C3A2E0C}"/>
            </a:ext>
          </a:extLst>
        </p:cNvPr>
        <p:cNvGrpSpPr/>
        <p:nvPr/>
      </p:nvGrpSpPr>
      <p:grpSpPr>
        <a:xfrm>
          <a:off x="0" y="0"/>
          <a:ext cx="0" cy="0"/>
          <a:chOff x="0" y="0"/>
          <a:chExt cx="0" cy="0"/>
        </a:xfrm>
      </p:grpSpPr>
      <p:pic>
        <p:nvPicPr>
          <p:cNvPr id="13" name="Picture 12">
            <a:extLst>
              <a:ext uri="{FF2B5EF4-FFF2-40B4-BE49-F238E27FC236}">
                <a16:creationId xmlns:a16="http://schemas.microsoft.com/office/drawing/2014/main" id="{070AC3FA-1C78-CE3D-4F65-A3A7613718DC}"/>
              </a:ext>
            </a:extLst>
          </p:cNvPr>
          <p:cNvPicPr>
            <a:picLocks noChangeAspect="1"/>
          </p:cNvPicPr>
          <p:nvPr>
            <p:custDataLst>
              <p:tags r:id="rId2"/>
            </p:custDataLst>
          </p:nvPr>
        </p:nvPicPr>
        <p:blipFill>
          <a:blip r:embed="rId21"/>
          <a:stretch>
            <a:fillRect/>
          </a:stretch>
        </p:blipFill>
        <p:spPr>
          <a:xfrm>
            <a:off x="93090" y="1394231"/>
            <a:ext cx="10180320" cy="4113183"/>
          </a:xfrm>
          <a:prstGeom prst="rect">
            <a:avLst/>
          </a:prstGeom>
        </p:spPr>
      </p:pic>
      <p:sp>
        <p:nvSpPr>
          <p:cNvPr id="6" name="Oval 5">
            <a:extLst>
              <a:ext uri="{FF2B5EF4-FFF2-40B4-BE49-F238E27FC236}">
                <a16:creationId xmlns:a16="http://schemas.microsoft.com/office/drawing/2014/main" id="{A32B97BC-3800-ACC5-7BFA-50147B7B6D49}"/>
              </a:ext>
            </a:extLst>
          </p:cNvPr>
          <p:cNvSpPr/>
          <p:nvPr>
            <p:custDataLst>
              <p:tags r:id="rId3"/>
            </p:custDataLst>
          </p:nvPr>
        </p:nvSpPr>
        <p:spPr>
          <a:xfrm>
            <a:off x="8447434" y="2257837"/>
            <a:ext cx="1449255" cy="946081"/>
          </a:xfrm>
          <a:prstGeom prst="ellipse">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Oval 9">
            <a:extLst>
              <a:ext uri="{FF2B5EF4-FFF2-40B4-BE49-F238E27FC236}">
                <a16:creationId xmlns:a16="http://schemas.microsoft.com/office/drawing/2014/main" id="{D26600D9-4B00-4F31-3A6D-E2596CFC7619}"/>
              </a:ext>
            </a:extLst>
          </p:cNvPr>
          <p:cNvSpPr/>
          <p:nvPr>
            <p:custDataLst>
              <p:tags r:id="rId4"/>
            </p:custDataLst>
          </p:nvPr>
        </p:nvSpPr>
        <p:spPr>
          <a:xfrm>
            <a:off x="8417978" y="3220336"/>
            <a:ext cx="1433421" cy="433747"/>
          </a:xfrm>
          <a:prstGeom prst="ellipse">
            <a:avLst/>
          </a:prstGeom>
          <a:noFill/>
          <a:ln w="3810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2" name="Oval 11">
            <a:extLst>
              <a:ext uri="{FF2B5EF4-FFF2-40B4-BE49-F238E27FC236}">
                <a16:creationId xmlns:a16="http://schemas.microsoft.com/office/drawing/2014/main" id="{8A10C763-DA46-14E6-7C8A-BA0BEDAC3678}"/>
              </a:ext>
            </a:extLst>
          </p:cNvPr>
          <p:cNvSpPr/>
          <p:nvPr>
            <p:custDataLst>
              <p:tags r:id="rId5"/>
            </p:custDataLst>
          </p:nvPr>
        </p:nvSpPr>
        <p:spPr>
          <a:xfrm>
            <a:off x="8372690" y="3629267"/>
            <a:ext cx="1523999" cy="891516"/>
          </a:xfrm>
          <a:prstGeom prst="ellipse">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0B31333D-65C9-99FE-A895-52D7BE3D9857}"/>
              </a:ext>
            </a:extLst>
          </p:cNvPr>
          <p:cNvSpPr>
            <a:spLocks noGrp="1"/>
          </p:cNvSpPr>
          <p:nvPr>
            <p:ph type="title"/>
            <p:custDataLst>
              <p:tags r:id="rId6"/>
            </p:custDataLst>
          </p:nvPr>
        </p:nvSpPr>
        <p:spPr/>
        <p:txBody>
          <a:bodyPr/>
          <a:lstStyle/>
          <a:p>
            <a:r>
              <a:rPr lang="en-US" noProof="0" dirty="0"/>
              <a:t>Code metrics</a:t>
            </a:r>
          </a:p>
        </p:txBody>
      </p:sp>
      <p:sp>
        <p:nvSpPr>
          <p:cNvPr id="3" name="Date Placeholder 2">
            <a:extLst>
              <a:ext uri="{FF2B5EF4-FFF2-40B4-BE49-F238E27FC236}">
                <a16:creationId xmlns:a16="http://schemas.microsoft.com/office/drawing/2014/main" id="{D982A217-522C-9881-8C78-59994DAABF60}"/>
              </a:ext>
            </a:extLst>
          </p:cNvPr>
          <p:cNvSpPr>
            <a:spLocks noGrp="1"/>
          </p:cNvSpPr>
          <p:nvPr>
            <p:ph type="dt" sz="half" idx="10"/>
            <p:custDataLst>
              <p:tags r:id="rId7"/>
            </p:custDataLst>
          </p:nvPr>
        </p:nvSpPr>
        <p:spPr/>
        <p:txBody>
          <a:bodyPr/>
          <a:lstStyle/>
          <a:p>
            <a:r>
              <a:rPr lang="en-US" noProof="0"/>
              <a:t>9/5/2026</a:t>
            </a:r>
            <a:endParaRPr lang="en-US" noProof="0" dirty="0"/>
          </a:p>
        </p:txBody>
      </p:sp>
      <p:sp>
        <p:nvSpPr>
          <p:cNvPr id="4" name="Slide Number Placeholder 3">
            <a:extLst>
              <a:ext uri="{FF2B5EF4-FFF2-40B4-BE49-F238E27FC236}">
                <a16:creationId xmlns:a16="http://schemas.microsoft.com/office/drawing/2014/main" id="{8399985D-B777-F27B-0FBA-73D193377E2B}"/>
              </a:ext>
            </a:extLst>
          </p:cNvPr>
          <p:cNvSpPr>
            <a:spLocks noGrp="1"/>
          </p:cNvSpPr>
          <p:nvPr>
            <p:ph type="sldNum" sz="quarter" idx="12"/>
            <p:custDataLst>
              <p:tags r:id="rId8"/>
            </p:custDataLst>
          </p:nvPr>
        </p:nvSpPr>
        <p:spPr/>
        <p:txBody>
          <a:bodyPr/>
          <a:lstStyle/>
          <a:p>
            <a:r>
              <a:rPr lang="en-US" noProof="0"/>
              <a:t>14</a:t>
            </a:r>
            <a:endParaRPr lang="en-US" noProof="0" dirty="0"/>
          </a:p>
        </p:txBody>
      </p:sp>
      <p:sp>
        <p:nvSpPr>
          <p:cNvPr id="7" name="TextBox 6">
            <a:extLst>
              <a:ext uri="{FF2B5EF4-FFF2-40B4-BE49-F238E27FC236}">
                <a16:creationId xmlns:a16="http://schemas.microsoft.com/office/drawing/2014/main" id="{7859C2BD-F5BA-A488-11E4-2C22ACB78A0F}"/>
              </a:ext>
            </a:extLst>
          </p:cNvPr>
          <p:cNvSpPr txBox="1"/>
          <p:nvPr>
            <p:custDataLst>
              <p:tags r:id="rId9"/>
            </p:custDataLst>
          </p:nvPr>
        </p:nvSpPr>
        <p:spPr>
          <a:xfrm>
            <a:off x="4494780" y="643135"/>
            <a:ext cx="3527048" cy="578882"/>
          </a:xfrm>
          <a:prstGeom prst="roundRect">
            <a:avLst/>
          </a:prstGeom>
          <a:gradFill>
            <a:gsLst>
              <a:gs pos="0">
                <a:srgbClr val="E1A3A3"/>
              </a:gs>
              <a:gs pos="50000">
                <a:srgbClr val="D69696"/>
              </a:gs>
              <a:gs pos="100000">
                <a:srgbClr val="DC9696"/>
              </a:gs>
            </a:gsLst>
          </a:gradFill>
          <a:ln w="19050">
            <a:solidFill>
              <a:srgbClr val="FF0000"/>
            </a:solidFill>
          </a:ln>
        </p:spPr>
        <p:style>
          <a:lnRef idx="1">
            <a:schemeClr val="accent5"/>
          </a:lnRef>
          <a:fillRef idx="2">
            <a:schemeClr val="accent5"/>
          </a:fillRef>
          <a:effectRef idx="1">
            <a:schemeClr val="accent5"/>
          </a:effectRef>
          <a:fontRef idx="minor">
            <a:schemeClr val="dk1"/>
          </a:fontRef>
        </p:style>
        <p:txBody>
          <a:bodyPr wrap="none" rtlCol="0">
            <a:spAutoFit/>
          </a:bodyPr>
          <a:lstStyle/>
          <a:p>
            <a:pPr algn="ctr"/>
            <a:r>
              <a:rPr lang="en-US" sz="2800" dirty="0"/>
              <a:t>Slightly more verbose</a:t>
            </a:r>
          </a:p>
        </p:txBody>
      </p:sp>
      <p:cxnSp>
        <p:nvCxnSpPr>
          <p:cNvPr id="11" name="Straight Connector 10">
            <a:extLst>
              <a:ext uri="{FF2B5EF4-FFF2-40B4-BE49-F238E27FC236}">
                <a16:creationId xmlns:a16="http://schemas.microsoft.com/office/drawing/2014/main" id="{CA8136D9-C585-21C8-F43F-1916F4B73BA7}"/>
              </a:ext>
            </a:extLst>
          </p:cNvPr>
          <p:cNvCxnSpPr>
            <a:cxnSpLocks/>
            <a:stCxn id="6" idx="1"/>
            <a:endCxn id="7" idx="2"/>
          </p:cNvCxnSpPr>
          <p:nvPr>
            <p:custDataLst>
              <p:tags r:id="rId10"/>
            </p:custDataLst>
          </p:nvPr>
        </p:nvCxnSpPr>
        <p:spPr>
          <a:xfrm flipH="1" flipV="1">
            <a:off x="6258304" y="1222017"/>
            <a:ext cx="2401368" cy="1174370"/>
          </a:xfrm>
          <a:prstGeom prst="line">
            <a:avLst/>
          </a:prstGeom>
          <a:ln w="28575">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C6FA21F2-553A-B049-D946-099C05E7CF52}"/>
              </a:ext>
            </a:extLst>
          </p:cNvPr>
          <p:cNvCxnSpPr>
            <a:cxnSpLocks/>
            <a:stCxn id="12" idx="1"/>
            <a:endCxn id="7" idx="2"/>
          </p:cNvCxnSpPr>
          <p:nvPr>
            <p:custDataLst>
              <p:tags r:id="rId11"/>
            </p:custDataLst>
          </p:nvPr>
        </p:nvCxnSpPr>
        <p:spPr>
          <a:xfrm flipH="1" flipV="1">
            <a:off x="6258304" y="1222017"/>
            <a:ext cx="2337570" cy="2537809"/>
          </a:xfrm>
          <a:prstGeom prst="line">
            <a:avLst/>
          </a:prstGeom>
          <a:ln w="28575">
            <a:solidFill>
              <a:srgbClr val="FF0000"/>
            </a:solidFill>
          </a:ln>
        </p:spPr>
        <p:style>
          <a:lnRef idx="2">
            <a:schemeClr val="accent1"/>
          </a:lnRef>
          <a:fillRef idx="0">
            <a:schemeClr val="accent1"/>
          </a:fillRef>
          <a:effectRef idx="1">
            <a:schemeClr val="accent1"/>
          </a:effectRef>
          <a:fontRef idx="minor">
            <a:schemeClr val="tx1"/>
          </a:fontRef>
        </p:style>
      </p:cxnSp>
      <p:sp>
        <p:nvSpPr>
          <p:cNvPr id="23" name="TextBox 22">
            <a:extLst>
              <a:ext uri="{FF2B5EF4-FFF2-40B4-BE49-F238E27FC236}">
                <a16:creationId xmlns:a16="http://schemas.microsoft.com/office/drawing/2014/main" id="{E9B890DD-3E8E-4986-8252-8F93582597DE}"/>
              </a:ext>
            </a:extLst>
          </p:cNvPr>
          <p:cNvSpPr txBox="1"/>
          <p:nvPr>
            <p:custDataLst>
              <p:tags r:id="rId12"/>
            </p:custDataLst>
          </p:nvPr>
        </p:nvSpPr>
        <p:spPr>
          <a:xfrm>
            <a:off x="2886552" y="5523148"/>
            <a:ext cx="4250521" cy="578882"/>
          </a:xfrm>
          <a:prstGeom prst="roundRect">
            <a:avLst/>
          </a:prstGeom>
          <a:gradFill>
            <a:gsLst>
              <a:gs pos="0">
                <a:srgbClr val="B5DCAE"/>
              </a:gs>
              <a:gs pos="50000">
                <a:srgbClr val="A8D1A1"/>
              </a:gs>
              <a:gs pos="100000">
                <a:srgbClr val="97CC8C"/>
              </a:gs>
            </a:gsLst>
          </a:gradFill>
          <a:ln w="19050">
            <a:solidFill>
              <a:srgbClr val="4EA72E"/>
            </a:solidFill>
          </a:ln>
        </p:spPr>
        <p:style>
          <a:lnRef idx="1">
            <a:schemeClr val="accent6"/>
          </a:lnRef>
          <a:fillRef idx="2">
            <a:schemeClr val="accent6"/>
          </a:fillRef>
          <a:effectRef idx="1">
            <a:schemeClr val="accent6"/>
          </a:effectRef>
          <a:fontRef idx="minor">
            <a:schemeClr val="dk1"/>
          </a:fontRef>
        </p:style>
        <p:txBody>
          <a:bodyPr wrap="none" rtlCol="0">
            <a:spAutoFit/>
          </a:bodyPr>
          <a:lstStyle/>
          <a:p>
            <a:pPr algn="ctr"/>
            <a:r>
              <a:rPr lang="en-US" sz="2800" dirty="0"/>
              <a:t>Less complex control flow</a:t>
            </a:r>
          </a:p>
        </p:txBody>
      </p:sp>
      <p:cxnSp>
        <p:nvCxnSpPr>
          <p:cNvPr id="30" name="Straight Connector 29">
            <a:extLst>
              <a:ext uri="{FF2B5EF4-FFF2-40B4-BE49-F238E27FC236}">
                <a16:creationId xmlns:a16="http://schemas.microsoft.com/office/drawing/2014/main" id="{5B97DB35-61F2-17C7-4287-77006A04D535}"/>
              </a:ext>
            </a:extLst>
          </p:cNvPr>
          <p:cNvCxnSpPr>
            <a:stCxn id="23" idx="3"/>
            <a:endCxn id="10" idx="3"/>
          </p:cNvCxnSpPr>
          <p:nvPr>
            <p:custDataLst>
              <p:tags r:id="rId13"/>
            </p:custDataLst>
          </p:nvPr>
        </p:nvCxnSpPr>
        <p:spPr>
          <a:xfrm flipV="1">
            <a:off x="7137073" y="3590562"/>
            <a:ext cx="1490825" cy="2222027"/>
          </a:xfrm>
          <a:prstGeom prst="line">
            <a:avLst/>
          </a:prstGeom>
          <a:noFill/>
          <a:ln w="38100">
            <a:solidFill>
              <a:schemeClr val="accent6"/>
            </a:solidFill>
          </a:ln>
        </p:spPr>
        <p:style>
          <a:lnRef idx="2">
            <a:schemeClr val="accent1">
              <a:shade val="15000"/>
            </a:schemeClr>
          </a:lnRef>
          <a:fillRef idx="1">
            <a:schemeClr val="accent1"/>
          </a:fillRef>
          <a:effectRef idx="0">
            <a:schemeClr val="accent1"/>
          </a:effectRef>
          <a:fontRef idx="minor">
            <a:schemeClr val="lt1"/>
          </a:fontRef>
        </p:style>
      </p:cxnSp>
      <p:cxnSp>
        <p:nvCxnSpPr>
          <p:cNvPr id="49" name="Straight Connector 48">
            <a:extLst>
              <a:ext uri="{FF2B5EF4-FFF2-40B4-BE49-F238E27FC236}">
                <a16:creationId xmlns:a16="http://schemas.microsoft.com/office/drawing/2014/main" id="{4B538ECA-EA93-B903-6AE2-0B4D637D5317}"/>
              </a:ext>
            </a:extLst>
          </p:cNvPr>
          <p:cNvCxnSpPr>
            <a:cxnSpLocks/>
          </p:cNvCxnSpPr>
          <p:nvPr>
            <p:custDataLst>
              <p:tags r:id="rId14"/>
            </p:custDataLst>
          </p:nvPr>
        </p:nvCxnSpPr>
        <p:spPr>
          <a:xfrm flipH="1">
            <a:off x="443756" y="4444715"/>
            <a:ext cx="2139900" cy="0"/>
          </a:xfrm>
          <a:prstGeom prst="line">
            <a:avLst/>
          </a:prstGeom>
          <a:ln w="28575">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53" name="Straight Connector 52">
            <a:extLst>
              <a:ext uri="{FF2B5EF4-FFF2-40B4-BE49-F238E27FC236}">
                <a16:creationId xmlns:a16="http://schemas.microsoft.com/office/drawing/2014/main" id="{FEBC69EF-7343-1C60-8471-2A3B60BC25A3}"/>
              </a:ext>
            </a:extLst>
          </p:cNvPr>
          <p:cNvCxnSpPr>
            <a:cxnSpLocks/>
          </p:cNvCxnSpPr>
          <p:nvPr>
            <p:custDataLst>
              <p:tags r:id="rId15"/>
            </p:custDataLst>
          </p:nvPr>
        </p:nvCxnSpPr>
        <p:spPr>
          <a:xfrm flipH="1">
            <a:off x="424706" y="4008946"/>
            <a:ext cx="2668538" cy="0"/>
          </a:xfrm>
          <a:prstGeom prst="line">
            <a:avLst/>
          </a:prstGeom>
          <a:ln w="28575">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55" name="Straight Connector 54">
            <a:extLst>
              <a:ext uri="{FF2B5EF4-FFF2-40B4-BE49-F238E27FC236}">
                <a16:creationId xmlns:a16="http://schemas.microsoft.com/office/drawing/2014/main" id="{5A9EB04D-E001-1A10-94AE-94E7BF017C11}"/>
              </a:ext>
            </a:extLst>
          </p:cNvPr>
          <p:cNvCxnSpPr>
            <a:cxnSpLocks/>
          </p:cNvCxnSpPr>
          <p:nvPr>
            <p:custDataLst>
              <p:tags r:id="rId16"/>
            </p:custDataLst>
          </p:nvPr>
        </p:nvCxnSpPr>
        <p:spPr>
          <a:xfrm flipH="1">
            <a:off x="443756" y="2637346"/>
            <a:ext cx="2368500" cy="0"/>
          </a:xfrm>
          <a:prstGeom prst="line">
            <a:avLst/>
          </a:prstGeom>
          <a:ln w="28575">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57" name="Straight Connector 56">
            <a:extLst>
              <a:ext uri="{FF2B5EF4-FFF2-40B4-BE49-F238E27FC236}">
                <a16:creationId xmlns:a16="http://schemas.microsoft.com/office/drawing/2014/main" id="{0FBD0A64-EC84-1B63-0414-355DA48CE37C}"/>
              </a:ext>
            </a:extLst>
          </p:cNvPr>
          <p:cNvCxnSpPr>
            <a:cxnSpLocks/>
          </p:cNvCxnSpPr>
          <p:nvPr>
            <p:custDataLst>
              <p:tags r:id="rId17"/>
            </p:custDataLst>
          </p:nvPr>
        </p:nvCxnSpPr>
        <p:spPr>
          <a:xfrm flipH="1">
            <a:off x="424706" y="3073115"/>
            <a:ext cx="1763663" cy="0"/>
          </a:xfrm>
          <a:prstGeom prst="line">
            <a:avLst/>
          </a:prstGeom>
          <a:ln w="28575">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60" name="Straight Connector 59">
            <a:extLst>
              <a:ext uri="{FF2B5EF4-FFF2-40B4-BE49-F238E27FC236}">
                <a16:creationId xmlns:a16="http://schemas.microsoft.com/office/drawing/2014/main" id="{ACAC765E-E823-B48A-C7B1-7D1D771C0FF1}"/>
              </a:ext>
            </a:extLst>
          </p:cNvPr>
          <p:cNvCxnSpPr>
            <a:cxnSpLocks/>
          </p:cNvCxnSpPr>
          <p:nvPr>
            <p:custDataLst>
              <p:tags r:id="rId18"/>
            </p:custDataLst>
          </p:nvPr>
        </p:nvCxnSpPr>
        <p:spPr>
          <a:xfrm>
            <a:off x="411732" y="3604140"/>
            <a:ext cx="2872012" cy="0"/>
          </a:xfrm>
          <a:prstGeom prst="line">
            <a:avLst/>
          </a:prstGeom>
          <a:noFill/>
          <a:ln w="38100">
            <a:solidFill>
              <a:schemeClr val="accent6"/>
            </a:solidFill>
          </a:ln>
        </p:spPr>
        <p:style>
          <a:lnRef idx="2">
            <a:schemeClr val="accent1">
              <a:shade val="15000"/>
            </a:schemeClr>
          </a:lnRef>
          <a:fillRef idx="1">
            <a:schemeClr val="accent1"/>
          </a:fillRef>
          <a:effectRef idx="0">
            <a:schemeClr val="accent1"/>
          </a:effectRef>
          <a:fontRef idx="minor">
            <a:schemeClr val="lt1"/>
          </a:fontRef>
        </p:style>
      </p:cxnSp>
    </p:spTree>
    <p:custDataLst>
      <p:tags r:id="rId1"/>
    </p:custDataLst>
    <p:extLst>
      <p:ext uri="{BB962C8B-B14F-4D97-AF65-F5344CB8AC3E}">
        <p14:creationId xmlns:p14="http://schemas.microsoft.com/office/powerpoint/2010/main" val="226718033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F9F778-9FB2-2C54-1D76-BC106C3A2E0C}"/>
            </a:ext>
          </a:extLst>
        </p:cNvPr>
        <p:cNvGrpSpPr/>
        <p:nvPr/>
      </p:nvGrpSpPr>
      <p:grpSpPr>
        <a:xfrm>
          <a:off x="0" y="0"/>
          <a:ext cx="0" cy="0"/>
          <a:chOff x="0" y="0"/>
          <a:chExt cx="0" cy="0"/>
        </a:xfrm>
      </p:grpSpPr>
      <p:pic>
        <p:nvPicPr>
          <p:cNvPr id="13" name="Picture 12">
            <a:extLst>
              <a:ext uri="{FF2B5EF4-FFF2-40B4-BE49-F238E27FC236}">
                <a16:creationId xmlns:a16="http://schemas.microsoft.com/office/drawing/2014/main" id="{070AC3FA-1C78-CE3D-4F65-A3A7613718DC}"/>
              </a:ext>
            </a:extLst>
          </p:cNvPr>
          <p:cNvPicPr>
            <a:picLocks noChangeAspect="1"/>
          </p:cNvPicPr>
          <p:nvPr>
            <p:custDataLst>
              <p:tags r:id="rId2"/>
            </p:custDataLst>
          </p:nvPr>
        </p:nvPicPr>
        <p:blipFill>
          <a:blip r:embed="rId26"/>
          <a:stretch>
            <a:fillRect/>
          </a:stretch>
        </p:blipFill>
        <p:spPr>
          <a:xfrm>
            <a:off x="93090" y="1394231"/>
            <a:ext cx="10180320" cy="4113183"/>
          </a:xfrm>
          <a:prstGeom prst="rect">
            <a:avLst/>
          </a:prstGeom>
        </p:spPr>
      </p:pic>
      <p:sp>
        <p:nvSpPr>
          <p:cNvPr id="6" name="Oval 5">
            <a:extLst>
              <a:ext uri="{FF2B5EF4-FFF2-40B4-BE49-F238E27FC236}">
                <a16:creationId xmlns:a16="http://schemas.microsoft.com/office/drawing/2014/main" id="{A32B97BC-3800-ACC5-7BFA-50147B7B6D49}"/>
              </a:ext>
            </a:extLst>
          </p:cNvPr>
          <p:cNvSpPr/>
          <p:nvPr>
            <p:custDataLst>
              <p:tags r:id="rId3"/>
            </p:custDataLst>
          </p:nvPr>
        </p:nvSpPr>
        <p:spPr>
          <a:xfrm>
            <a:off x="8447434" y="2257837"/>
            <a:ext cx="1449255" cy="946081"/>
          </a:xfrm>
          <a:prstGeom prst="ellipse">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Oval 9">
            <a:extLst>
              <a:ext uri="{FF2B5EF4-FFF2-40B4-BE49-F238E27FC236}">
                <a16:creationId xmlns:a16="http://schemas.microsoft.com/office/drawing/2014/main" id="{D26600D9-4B00-4F31-3A6D-E2596CFC7619}"/>
              </a:ext>
            </a:extLst>
          </p:cNvPr>
          <p:cNvSpPr/>
          <p:nvPr>
            <p:custDataLst>
              <p:tags r:id="rId4"/>
            </p:custDataLst>
          </p:nvPr>
        </p:nvSpPr>
        <p:spPr>
          <a:xfrm>
            <a:off x="8417978" y="3220336"/>
            <a:ext cx="1433421" cy="433747"/>
          </a:xfrm>
          <a:prstGeom prst="ellipse">
            <a:avLst/>
          </a:prstGeom>
          <a:noFill/>
          <a:ln w="3810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2" name="Oval 11">
            <a:extLst>
              <a:ext uri="{FF2B5EF4-FFF2-40B4-BE49-F238E27FC236}">
                <a16:creationId xmlns:a16="http://schemas.microsoft.com/office/drawing/2014/main" id="{8A10C763-DA46-14E6-7C8A-BA0BEDAC3678}"/>
              </a:ext>
            </a:extLst>
          </p:cNvPr>
          <p:cNvSpPr/>
          <p:nvPr>
            <p:custDataLst>
              <p:tags r:id="rId5"/>
            </p:custDataLst>
          </p:nvPr>
        </p:nvSpPr>
        <p:spPr>
          <a:xfrm>
            <a:off x="8372690" y="3629267"/>
            <a:ext cx="1523999" cy="891516"/>
          </a:xfrm>
          <a:prstGeom prst="ellipse">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4" name="Oval 13">
            <a:extLst>
              <a:ext uri="{FF2B5EF4-FFF2-40B4-BE49-F238E27FC236}">
                <a16:creationId xmlns:a16="http://schemas.microsoft.com/office/drawing/2014/main" id="{1370E709-4729-0F29-3C2F-A7DF2A616475}"/>
              </a:ext>
            </a:extLst>
          </p:cNvPr>
          <p:cNvSpPr/>
          <p:nvPr>
            <p:custDataLst>
              <p:tags r:id="rId6"/>
            </p:custDataLst>
          </p:nvPr>
        </p:nvSpPr>
        <p:spPr>
          <a:xfrm>
            <a:off x="8447434" y="4587549"/>
            <a:ext cx="1433421" cy="906813"/>
          </a:xfrm>
          <a:prstGeom prst="ellipse">
            <a:avLst/>
          </a:prstGeom>
          <a:noFill/>
          <a:ln w="3810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0B31333D-65C9-99FE-A895-52D7BE3D9857}"/>
              </a:ext>
            </a:extLst>
          </p:cNvPr>
          <p:cNvSpPr>
            <a:spLocks noGrp="1"/>
          </p:cNvSpPr>
          <p:nvPr>
            <p:ph type="title"/>
            <p:custDataLst>
              <p:tags r:id="rId7"/>
            </p:custDataLst>
          </p:nvPr>
        </p:nvSpPr>
        <p:spPr/>
        <p:txBody>
          <a:bodyPr/>
          <a:lstStyle/>
          <a:p>
            <a:r>
              <a:rPr lang="en-US" noProof="0" dirty="0"/>
              <a:t>Code metrics</a:t>
            </a:r>
          </a:p>
        </p:txBody>
      </p:sp>
      <p:sp>
        <p:nvSpPr>
          <p:cNvPr id="3" name="Date Placeholder 2">
            <a:extLst>
              <a:ext uri="{FF2B5EF4-FFF2-40B4-BE49-F238E27FC236}">
                <a16:creationId xmlns:a16="http://schemas.microsoft.com/office/drawing/2014/main" id="{D982A217-522C-9881-8C78-59994DAABF60}"/>
              </a:ext>
            </a:extLst>
          </p:cNvPr>
          <p:cNvSpPr>
            <a:spLocks noGrp="1"/>
          </p:cNvSpPr>
          <p:nvPr>
            <p:ph type="dt" sz="half" idx="10"/>
            <p:custDataLst>
              <p:tags r:id="rId8"/>
            </p:custDataLst>
          </p:nvPr>
        </p:nvSpPr>
        <p:spPr/>
        <p:txBody>
          <a:bodyPr/>
          <a:lstStyle/>
          <a:p>
            <a:r>
              <a:rPr lang="en-US" noProof="0"/>
              <a:t>9/5/2026</a:t>
            </a:r>
            <a:endParaRPr lang="en-US" noProof="0" dirty="0"/>
          </a:p>
        </p:txBody>
      </p:sp>
      <p:sp>
        <p:nvSpPr>
          <p:cNvPr id="4" name="Slide Number Placeholder 3">
            <a:extLst>
              <a:ext uri="{FF2B5EF4-FFF2-40B4-BE49-F238E27FC236}">
                <a16:creationId xmlns:a16="http://schemas.microsoft.com/office/drawing/2014/main" id="{8399985D-B777-F27B-0FBA-73D193377E2B}"/>
              </a:ext>
            </a:extLst>
          </p:cNvPr>
          <p:cNvSpPr>
            <a:spLocks noGrp="1"/>
          </p:cNvSpPr>
          <p:nvPr>
            <p:ph type="sldNum" sz="quarter" idx="12"/>
            <p:custDataLst>
              <p:tags r:id="rId9"/>
            </p:custDataLst>
          </p:nvPr>
        </p:nvSpPr>
        <p:spPr/>
        <p:txBody>
          <a:bodyPr/>
          <a:lstStyle/>
          <a:p>
            <a:r>
              <a:rPr lang="en-US" noProof="0"/>
              <a:t>14</a:t>
            </a:r>
            <a:endParaRPr lang="en-US" noProof="0" dirty="0"/>
          </a:p>
        </p:txBody>
      </p:sp>
      <p:sp>
        <p:nvSpPr>
          <p:cNvPr id="7" name="TextBox 6">
            <a:extLst>
              <a:ext uri="{FF2B5EF4-FFF2-40B4-BE49-F238E27FC236}">
                <a16:creationId xmlns:a16="http://schemas.microsoft.com/office/drawing/2014/main" id="{7859C2BD-F5BA-A488-11E4-2C22ACB78A0F}"/>
              </a:ext>
            </a:extLst>
          </p:cNvPr>
          <p:cNvSpPr txBox="1"/>
          <p:nvPr>
            <p:custDataLst>
              <p:tags r:id="rId10"/>
            </p:custDataLst>
          </p:nvPr>
        </p:nvSpPr>
        <p:spPr>
          <a:xfrm>
            <a:off x="4494780" y="643135"/>
            <a:ext cx="3527048" cy="578882"/>
          </a:xfrm>
          <a:prstGeom prst="roundRect">
            <a:avLst/>
          </a:prstGeom>
          <a:gradFill>
            <a:gsLst>
              <a:gs pos="0">
                <a:srgbClr val="E1A3A3"/>
              </a:gs>
              <a:gs pos="50000">
                <a:srgbClr val="D69696"/>
              </a:gs>
              <a:gs pos="100000">
                <a:srgbClr val="DC9696"/>
              </a:gs>
            </a:gsLst>
          </a:gradFill>
          <a:ln w="19050">
            <a:solidFill>
              <a:srgbClr val="FF0000"/>
            </a:solidFill>
          </a:ln>
        </p:spPr>
        <p:style>
          <a:lnRef idx="1">
            <a:schemeClr val="accent5"/>
          </a:lnRef>
          <a:fillRef idx="2">
            <a:schemeClr val="accent5"/>
          </a:fillRef>
          <a:effectRef idx="1">
            <a:schemeClr val="accent5"/>
          </a:effectRef>
          <a:fontRef idx="minor">
            <a:schemeClr val="dk1"/>
          </a:fontRef>
        </p:style>
        <p:txBody>
          <a:bodyPr wrap="none" rtlCol="0">
            <a:spAutoFit/>
          </a:bodyPr>
          <a:lstStyle/>
          <a:p>
            <a:pPr algn="ctr"/>
            <a:r>
              <a:rPr lang="en-US" sz="2800" dirty="0"/>
              <a:t>Slightly more verbose</a:t>
            </a:r>
          </a:p>
        </p:txBody>
      </p:sp>
      <p:cxnSp>
        <p:nvCxnSpPr>
          <p:cNvPr id="11" name="Straight Connector 10">
            <a:extLst>
              <a:ext uri="{FF2B5EF4-FFF2-40B4-BE49-F238E27FC236}">
                <a16:creationId xmlns:a16="http://schemas.microsoft.com/office/drawing/2014/main" id="{CA8136D9-C585-21C8-F43F-1916F4B73BA7}"/>
              </a:ext>
            </a:extLst>
          </p:cNvPr>
          <p:cNvCxnSpPr>
            <a:cxnSpLocks/>
            <a:stCxn id="6" idx="1"/>
            <a:endCxn id="7" idx="2"/>
          </p:cNvCxnSpPr>
          <p:nvPr>
            <p:custDataLst>
              <p:tags r:id="rId11"/>
            </p:custDataLst>
          </p:nvPr>
        </p:nvCxnSpPr>
        <p:spPr>
          <a:xfrm flipH="1" flipV="1">
            <a:off x="6258304" y="1222017"/>
            <a:ext cx="2401368" cy="1174370"/>
          </a:xfrm>
          <a:prstGeom prst="line">
            <a:avLst/>
          </a:prstGeom>
          <a:ln w="28575">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C6FA21F2-553A-B049-D946-099C05E7CF52}"/>
              </a:ext>
            </a:extLst>
          </p:cNvPr>
          <p:cNvCxnSpPr>
            <a:cxnSpLocks/>
            <a:stCxn id="12" idx="1"/>
            <a:endCxn id="7" idx="2"/>
          </p:cNvCxnSpPr>
          <p:nvPr>
            <p:custDataLst>
              <p:tags r:id="rId12"/>
            </p:custDataLst>
          </p:nvPr>
        </p:nvCxnSpPr>
        <p:spPr>
          <a:xfrm flipH="1" flipV="1">
            <a:off x="6258304" y="1222017"/>
            <a:ext cx="2337570" cy="2537809"/>
          </a:xfrm>
          <a:prstGeom prst="line">
            <a:avLst/>
          </a:prstGeom>
          <a:ln w="28575">
            <a:solidFill>
              <a:srgbClr val="FF0000"/>
            </a:solidFill>
          </a:ln>
        </p:spPr>
        <p:style>
          <a:lnRef idx="2">
            <a:schemeClr val="accent1"/>
          </a:lnRef>
          <a:fillRef idx="0">
            <a:schemeClr val="accent1"/>
          </a:fillRef>
          <a:effectRef idx="1">
            <a:schemeClr val="accent1"/>
          </a:effectRef>
          <a:fontRef idx="minor">
            <a:schemeClr val="tx1"/>
          </a:fontRef>
        </p:style>
      </p:cxnSp>
      <p:sp>
        <p:nvSpPr>
          <p:cNvPr id="18" name="TextBox 17">
            <a:extLst>
              <a:ext uri="{FF2B5EF4-FFF2-40B4-BE49-F238E27FC236}">
                <a16:creationId xmlns:a16="http://schemas.microsoft.com/office/drawing/2014/main" id="{E727AB4C-67A7-AAC7-2305-D1A2D7D919D3}"/>
              </a:ext>
            </a:extLst>
          </p:cNvPr>
          <p:cNvSpPr txBox="1"/>
          <p:nvPr>
            <p:custDataLst>
              <p:tags r:id="rId13"/>
            </p:custDataLst>
          </p:nvPr>
        </p:nvSpPr>
        <p:spPr>
          <a:xfrm>
            <a:off x="9053524" y="5523148"/>
            <a:ext cx="2882718" cy="578882"/>
          </a:xfrm>
          <a:prstGeom prst="roundRect">
            <a:avLst/>
          </a:prstGeom>
          <a:gradFill>
            <a:gsLst>
              <a:gs pos="0">
                <a:srgbClr val="AFD8F7"/>
              </a:gs>
              <a:gs pos="50000">
                <a:srgbClr val="A2CDEE"/>
              </a:gs>
              <a:gs pos="100000">
                <a:srgbClr val="8CC8F0"/>
              </a:gs>
            </a:gsLst>
          </a:gradFill>
          <a:ln w="19050">
            <a:solidFill>
              <a:srgbClr val="0F9ED5"/>
            </a:solidFill>
          </a:ln>
        </p:spPr>
        <p:style>
          <a:lnRef idx="1">
            <a:schemeClr val="accent4"/>
          </a:lnRef>
          <a:fillRef idx="2">
            <a:schemeClr val="accent4"/>
          </a:fillRef>
          <a:effectRef idx="1">
            <a:schemeClr val="accent4"/>
          </a:effectRef>
          <a:fontRef idx="minor">
            <a:schemeClr val="dk1"/>
          </a:fontRef>
        </p:style>
        <p:txBody>
          <a:bodyPr wrap="none" rtlCol="0">
            <a:spAutoFit/>
          </a:bodyPr>
          <a:lstStyle/>
          <a:p>
            <a:pPr algn="ctr"/>
            <a:r>
              <a:rPr lang="en-US" sz="2800" dirty="0">
                <a:solidFill>
                  <a:schemeClr val="tx1"/>
                </a:solidFill>
              </a:rPr>
              <a:t>Easier indexation</a:t>
            </a:r>
          </a:p>
        </p:txBody>
      </p:sp>
      <p:cxnSp>
        <p:nvCxnSpPr>
          <p:cNvPr id="21" name="Straight Connector 20">
            <a:extLst>
              <a:ext uri="{FF2B5EF4-FFF2-40B4-BE49-F238E27FC236}">
                <a16:creationId xmlns:a16="http://schemas.microsoft.com/office/drawing/2014/main" id="{81DDF38D-7C2E-B78B-A18E-D27404334146}"/>
              </a:ext>
            </a:extLst>
          </p:cNvPr>
          <p:cNvCxnSpPr>
            <a:cxnSpLocks/>
            <a:stCxn id="14" idx="5"/>
            <a:endCxn id="18" idx="0"/>
          </p:cNvCxnSpPr>
          <p:nvPr>
            <p:custDataLst>
              <p:tags r:id="rId14"/>
            </p:custDataLst>
          </p:nvPr>
        </p:nvCxnSpPr>
        <p:spPr>
          <a:xfrm>
            <a:off x="9670935" y="5361562"/>
            <a:ext cx="823948" cy="161586"/>
          </a:xfrm>
          <a:prstGeom prst="line">
            <a:avLst/>
          </a:prstGeom>
          <a:noFill/>
          <a:ln w="38100">
            <a:solidFill>
              <a:schemeClr val="accent4"/>
            </a:solidFill>
          </a:ln>
        </p:spPr>
        <p:style>
          <a:lnRef idx="2">
            <a:schemeClr val="accent1">
              <a:shade val="15000"/>
            </a:schemeClr>
          </a:lnRef>
          <a:fillRef idx="1">
            <a:schemeClr val="accent1"/>
          </a:fillRef>
          <a:effectRef idx="0">
            <a:schemeClr val="accent1"/>
          </a:effectRef>
          <a:fontRef idx="minor">
            <a:schemeClr val="lt1"/>
          </a:fontRef>
        </p:style>
      </p:cxnSp>
      <p:sp>
        <p:nvSpPr>
          <p:cNvPr id="23" name="TextBox 22">
            <a:extLst>
              <a:ext uri="{FF2B5EF4-FFF2-40B4-BE49-F238E27FC236}">
                <a16:creationId xmlns:a16="http://schemas.microsoft.com/office/drawing/2014/main" id="{E9B890DD-3E8E-4986-8252-8F93582597DE}"/>
              </a:ext>
            </a:extLst>
          </p:cNvPr>
          <p:cNvSpPr txBox="1"/>
          <p:nvPr>
            <p:custDataLst>
              <p:tags r:id="rId15"/>
            </p:custDataLst>
          </p:nvPr>
        </p:nvSpPr>
        <p:spPr>
          <a:xfrm>
            <a:off x="2886552" y="5523148"/>
            <a:ext cx="4250521" cy="578882"/>
          </a:xfrm>
          <a:prstGeom prst="roundRect">
            <a:avLst/>
          </a:prstGeom>
          <a:gradFill>
            <a:gsLst>
              <a:gs pos="0">
                <a:srgbClr val="B5DCAE"/>
              </a:gs>
              <a:gs pos="50000">
                <a:srgbClr val="A8D1A1"/>
              </a:gs>
              <a:gs pos="100000">
                <a:srgbClr val="97CC8C"/>
              </a:gs>
            </a:gsLst>
          </a:gradFill>
          <a:ln w="19050">
            <a:solidFill>
              <a:srgbClr val="4EA72E"/>
            </a:solidFill>
          </a:ln>
        </p:spPr>
        <p:style>
          <a:lnRef idx="1">
            <a:schemeClr val="accent6"/>
          </a:lnRef>
          <a:fillRef idx="2">
            <a:schemeClr val="accent6"/>
          </a:fillRef>
          <a:effectRef idx="1">
            <a:schemeClr val="accent6"/>
          </a:effectRef>
          <a:fontRef idx="minor">
            <a:schemeClr val="dk1"/>
          </a:fontRef>
        </p:style>
        <p:txBody>
          <a:bodyPr wrap="none" rtlCol="0">
            <a:spAutoFit/>
          </a:bodyPr>
          <a:lstStyle/>
          <a:p>
            <a:pPr algn="ctr"/>
            <a:r>
              <a:rPr lang="en-US" sz="2800" dirty="0"/>
              <a:t>Less complex control flow</a:t>
            </a:r>
          </a:p>
        </p:txBody>
      </p:sp>
      <p:cxnSp>
        <p:nvCxnSpPr>
          <p:cNvPr id="30" name="Straight Connector 29">
            <a:extLst>
              <a:ext uri="{FF2B5EF4-FFF2-40B4-BE49-F238E27FC236}">
                <a16:creationId xmlns:a16="http://schemas.microsoft.com/office/drawing/2014/main" id="{5B97DB35-61F2-17C7-4287-77006A04D535}"/>
              </a:ext>
            </a:extLst>
          </p:cNvPr>
          <p:cNvCxnSpPr>
            <a:stCxn id="23" idx="3"/>
            <a:endCxn id="10" idx="3"/>
          </p:cNvCxnSpPr>
          <p:nvPr>
            <p:custDataLst>
              <p:tags r:id="rId16"/>
            </p:custDataLst>
          </p:nvPr>
        </p:nvCxnSpPr>
        <p:spPr>
          <a:xfrm flipV="1">
            <a:off x="7137073" y="3590562"/>
            <a:ext cx="1490825" cy="2222027"/>
          </a:xfrm>
          <a:prstGeom prst="line">
            <a:avLst/>
          </a:prstGeom>
          <a:noFill/>
          <a:ln w="38100">
            <a:solidFill>
              <a:schemeClr val="accent6"/>
            </a:solidFill>
          </a:ln>
        </p:spPr>
        <p:style>
          <a:lnRef idx="2">
            <a:schemeClr val="accent1">
              <a:shade val="15000"/>
            </a:schemeClr>
          </a:lnRef>
          <a:fillRef idx="1">
            <a:schemeClr val="accent1"/>
          </a:fillRef>
          <a:effectRef idx="0">
            <a:schemeClr val="accent1"/>
          </a:effectRef>
          <a:fontRef idx="minor">
            <a:schemeClr val="lt1"/>
          </a:fontRef>
        </p:style>
      </p:cxnSp>
      <p:cxnSp>
        <p:nvCxnSpPr>
          <p:cNvPr id="47" name="Straight Connector 46">
            <a:extLst>
              <a:ext uri="{FF2B5EF4-FFF2-40B4-BE49-F238E27FC236}">
                <a16:creationId xmlns:a16="http://schemas.microsoft.com/office/drawing/2014/main" id="{C1EB5605-1755-DC29-A293-2C533F0575EC}"/>
              </a:ext>
            </a:extLst>
          </p:cNvPr>
          <p:cNvCxnSpPr/>
          <p:nvPr>
            <p:custDataLst>
              <p:tags r:id="rId17"/>
            </p:custDataLst>
          </p:nvPr>
        </p:nvCxnSpPr>
        <p:spPr>
          <a:xfrm>
            <a:off x="381898" y="5404364"/>
            <a:ext cx="3077582" cy="0"/>
          </a:xfrm>
          <a:prstGeom prst="line">
            <a:avLst/>
          </a:prstGeom>
          <a:noFill/>
          <a:ln w="38100">
            <a:solidFill>
              <a:schemeClr val="accent4"/>
            </a:solidFill>
          </a:ln>
        </p:spPr>
        <p:style>
          <a:lnRef idx="2">
            <a:schemeClr val="accent1">
              <a:shade val="15000"/>
            </a:schemeClr>
          </a:lnRef>
          <a:fillRef idx="1">
            <a:schemeClr val="accent1"/>
          </a:fillRef>
          <a:effectRef idx="0">
            <a:schemeClr val="accent1"/>
          </a:effectRef>
          <a:fontRef idx="minor">
            <a:schemeClr val="lt1"/>
          </a:fontRef>
        </p:style>
      </p:cxnSp>
      <p:cxnSp>
        <p:nvCxnSpPr>
          <p:cNvPr id="48" name="Straight Connector 47">
            <a:extLst>
              <a:ext uri="{FF2B5EF4-FFF2-40B4-BE49-F238E27FC236}">
                <a16:creationId xmlns:a16="http://schemas.microsoft.com/office/drawing/2014/main" id="{F9331A32-DD4A-A8DD-55FF-2595D30008DA}"/>
              </a:ext>
            </a:extLst>
          </p:cNvPr>
          <p:cNvCxnSpPr/>
          <p:nvPr>
            <p:custDataLst>
              <p:tags r:id="rId18"/>
            </p:custDataLst>
          </p:nvPr>
        </p:nvCxnSpPr>
        <p:spPr>
          <a:xfrm>
            <a:off x="443756" y="4966539"/>
            <a:ext cx="3077582" cy="0"/>
          </a:xfrm>
          <a:prstGeom prst="line">
            <a:avLst/>
          </a:prstGeom>
          <a:noFill/>
          <a:ln w="38100">
            <a:solidFill>
              <a:schemeClr val="accent4"/>
            </a:solidFill>
          </a:ln>
        </p:spPr>
        <p:style>
          <a:lnRef idx="2">
            <a:schemeClr val="accent1">
              <a:shade val="15000"/>
            </a:schemeClr>
          </a:lnRef>
          <a:fillRef idx="1">
            <a:schemeClr val="accent1"/>
          </a:fillRef>
          <a:effectRef idx="0">
            <a:schemeClr val="accent1"/>
          </a:effectRef>
          <a:fontRef idx="minor">
            <a:schemeClr val="lt1"/>
          </a:fontRef>
        </p:style>
      </p:cxnSp>
      <p:cxnSp>
        <p:nvCxnSpPr>
          <p:cNvPr id="49" name="Straight Connector 48">
            <a:extLst>
              <a:ext uri="{FF2B5EF4-FFF2-40B4-BE49-F238E27FC236}">
                <a16:creationId xmlns:a16="http://schemas.microsoft.com/office/drawing/2014/main" id="{4B538ECA-EA93-B903-6AE2-0B4D637D5317}"/>
              </a:ext>
            </a:extLst>
          </p:cNvPr>
          <p:cNvCxnSpPr>
            <a:cxnSpLocks/>
          </p:cNvCxnSpPr>
          <p:nvPr>
            <p:custDataLst>
              <p:tags r:id="rId19"/>
            </p:custDataLst>
          </p:nvPr>
        </p:nvCxnSpPr>
        <p:spPr>
          <a:xfrm flipH="1">
            <a:off x="443756" y="4444715"/>
            <a:ext cx="2139900" cy="0"/>
          </a:xfrm>
          <a:prstGeom prst="line">
            <a:avLst/>
          </a:prstGeom>
          <a:ln w="28575">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53" name="Straight Connector 52">
            <a:extLst>
              <a:ext uri="{FF2B5EF4-FFF2-40B4-BE49-F238E27FC236}">
                <a16:creationId xmlns:a16="http://schemas.microsoft.com/office/drawing/2014/main" id="{FEBC69EF-7343-1C60-8471-2A3B60BC25A3}"/>
              </a:ext>
            </a:extLst>
          </p:cNvPr>
          <p:cNvCxnSpPr>
            <a:cxnSpLocks/>
          </p:cNvCxnSpPr>
          <p:nvPr>
            <p:custDataLst>
              <p:tags r:id="rId20"/>
            </p:custDataLst>
          </p:nvPr>
        </p:nvCxnSpPr>
        <p:spPr>
          <a:xfrm flipH="1">
            <a:off x="424706" y="4008946"/>
            <a:ext cx="2668538" cy="0"/>
          </a:xfrm>
          <a:prstGeom prst="line">
            <a:avLst/>
          </a:prstGeom>
          <a:ln w="28575">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55" name="Straight Connector 54">
            <a:extLst>
              <a:ext uri="{FF2B5EF4-FFF2-40B4-BE49-F238E27FC236}">
                <a16:creationId xmlns:a16="http://schemas.microsoft.com/office/drawing/2014/main" id="{5A9EB04D-E001-1A10-94AE-94E7BF017C11}"/>
              </a:ext>
            </a:extLst>
          </p:cNvPr>
          <p:cNvCxnSpPr>
            <a:cxnSpLocks/>
          </p:cNvCxnSpPr>
          <p:nvPr>
            <p:custDataLst>
              <p:tags r:id="rId21"/>
            </p:custDataLst>
          </p:nvPr>
        </p:nvCxnSpPr>
        <p:spPr>
          <a:xfrm flipH="1">
            <a:off x="443756" y="2637346"/>
            <a:ext cx="2368500" cy="0"/>
          </a:xfrm>
          <a:prstGeom prst="line">
            <a:avLst/>
          </a:prstGeom>
          <a:ln w="28575">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57" name="Straight Connector 56">
            <a:extLst>
              <a:ext uri="{FF2B5EF4-FFF2-40B4-BE49-F238E27FC236}">
                <a16:creationId xmlns:a16="http://schemas.microsoft.com/office/drawing/2014/main" id="{0FBD0A64-EC84-1B63-0414-355DA48CE37C}"/>
              </a:ext>
            </a:extLst>
          </p:cNvPr>
          <p:cNvCxnSpPr>
            <a:cxnSpLocks/>
          </p:cNvCxnSpPr>
          <p:nvPr>
            <p:custDataLst>
              <p:tags r:id="rId22"/>
            </p:custDataLst>
          </p:nvPr>
        </p:nvCxnSpPr>
        <p:spPr>
          <a:xfrm flipH="1">
            <a:off x="424706" y="3073115"/>
            <a:ext cx="1763663" cy="0"/>
          </a:xfrm>
          <a:prstGeom prst="line">
            <a:avLst/>
          </a:prstGeom>
          <a:ln w="28575">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60" name="Straight Connector 59">
            <a:extLst>
              <a:ext uri="{FF2B5EF4-FFF2-40B4-BE49-F238E27FC236}">
                <a16:creationId xmlns:a16="http://schemas.microsoft.com/office/drawing/2014/main" id="{ACAC765E-E823-B48A-C7B1-7D1D771C0FF1}"/>
              </a:ext>
            </a:extLst>
          </p:cNvPr>
          <p:cNvCxnSpPr>
            <a:cxnSpLocks/>
          </p:cNvCxnSpPr>
          <p:nvPr>
            <p:custDataLst>
              <p:tags r:id="rId23"/>
            </p:custDataLst>
          </p:nvPr>
        </p:nvCxnSpPr>
        <p:spPr>
          <a:xfrm>
            <a:off x="411732" y="3604140"/>
            <a:ext cx="2872012" cy="0"/>
          </a:xfrm>
          <a:prstGeom prst="line">
            <a:avLst/>
          </a:prstGeom>
          <a:noFill/>
          <a:ln w="38100">
            <a:solidFill>
              <a:schemeClr val="accent6"/>
            </a:solidFill>
          </a:ln>
        </p:spPr>
        <p:style>
          <a:lnRef idx="2">
            <a:schemeClr val="accent1">
              <a:shade val="15000"/>
            </a:schemeClr>
          </a:lnRef>
          <a:fillRef idx="1">
            <a:schemeClr val="accent1"/>
          </a:fillRef>
          <a:effectRef idx="0">
            <a:schemeClr val="accent1"/>
          </a:effectRef>
          <a:fontRef idx="minor">
            <a:schemeClr val="lt1"/>
          </a:fontRef>
        </p:style>
      </p:cxnSp>
    </p:spTree>
    <p:custDataLst>
      <p:tags r:id="rId1"/>
    </p:custDataLst>
    <p:extLst>
      <p:ext uri="{BB962C8B-B14F-4D97-AF65-F5344CB8AC3E}">
        <p14:creationId xmlns:p14="http://schemas.microsoft.com/office/powerpoint/2010/main" val="69927546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F9F778-9FB2-2C54-1D76-BC106C3A2E0C}"/>
            </a:ext>
          </a:extLst>
        </p:cNvPr>
        <p:cNvGrpSpPr/>
        <p:nvPr/>
      </p:nvGrpSpPr>
      <p:grpSpPr>
        <a:xfrm>
          <a:off x="0" y="0"/>
          <a:ext cx="0" cy="0"/>
          <a:chOff x="0" y="0"/>
          <a:chExt cx="0" cy="0"/>
        </a:xfrm>
      </p:grpSpPr>
      <p:pic>
        <p:nvPicPr>
          <p:cNvPr id="13" name="Picture 12">
            <a:extLst>
              <a:ext uri="{FF2B5EF4-FFF2-40B4-BE49-F238E27FC236}">
                <a16:creationId xmlns:a16="http://schemas.microsoft.com/office/drawing/2014/main" id="{070AC3FA-1C78-CE3D-4F65-A3A7613718DC}"/>
              </a:ext>
            </a:extLst>
          </p:cNvPr>
          <p:cNvPicPr>
            <a:picLocks noChangeAspect="1"/>
          </p:cNvPicPr>
          <p:nvPr>
            <p:custDataLst>
              <p:tags r:id="rId2"/>
            </p:custDataLst>
          </p:nvPr>
        </p:nvPicPr>
        <p:blipFill>
          <a:blip r:embed="rId28"/>
          <a:stretch>
            <a:fillRect/>
          </a:stretch>
        </p:blipFill>
        <p:spPr>
          <a:xfrm>
            <a:off x="93090" y="1394231"/>
            <a:ext cx="10180320" cy="4113183"/>
          </a:xfrm>
          <a:prstGeom prst="rect">
            <a:avLst/>
          </a:prstGeom>
        </p:spPr>
      </p:pic>
      <p:sp>
        <p:nvSpPr>
          <p:cNvPr id="6" name="Oval 5">
            <a:extLst>
              <a:ext uri="{FF2B5EF4-FFF2-40B4-BE49-F238E27FC236}">
                <a16:creationId xmlns:a16="http://schemas.microsoft.com/office/drawing/2014/main" id="{A32B97BC-3800-ACC5-7BFA-50147B7B6D49}"/>
              </a:ext>
            </a:extLst>
          </p:cNvPr>
          <p:cNvSpPr/>
          <p:nvPr>
            <p:custDataLst>
              <p:tags r:id="rId3"/>
            </p:custDataLst>
          </p:nvPr>
        </p:nvSpPr>
        <p:spPr>
          <a:xfrm>
            <a:off x="8447434" y="2257837"/>
            <a:ext cx="1449255" cy="946081"/>
          </a:xfrm>
          <a:prstGeom prst="ellipse">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Oval 9">
            <a:extLst>
              <a:ext uri="{FF2B5EF4-FFF2-40B4-BE49-F238E27FC236}">
                <a16:creationId xmlns:a16="http://schemas.microsoft.com/office/drawing/2014/main" id="{D26600D9-4B00-4F31-3A6D-E2596CFC7619}"/>
              </a:ext>
            </a:extLst>
          </p:cNvPr>
          <p:cNvSpPr/>
          <p:nvPr>
            <p:custDataLst>
              <p:tags r:id="rId4"/>
            </p:custDataLst>
          </p:nvPr>
        </p:nvSpPr>
        <p:spPr>
          <a:xfrm>
            <a:off x="8417978" y="3220336"/>
            <a:ext cx="1433421" cy="433747"/>
          </a:xfrm>
          <a:prstGeom prst="ellipse">
            <a:avLst/>
          </a:prstGeom>
          <a:noFill/>
          <a:ln w="3810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2" name="Oval 11">
            <a:extLst>
              <a:ext uri="{FF2B5EF4-FFF2-40B4-BE49-F238E27FC236}">
                <a16:creationId xmlns:a16="http://schemas.microsoft.com/office/drawing/2014/main" id="{8A10C763-DA46-14E6-7C8A-BA0BEDAC3678}"/>
              </a:ext>
            </a:extLst>
          </p:cNvPr>
          <p:cNvSpPr/>
          <p:nvPr>
            <p:custDataLst>
              <p:tags r:id="rId5"/>
            </p:custDataLst>
          </p:nvPr>
        </p:nvSpPr>
        <p:spPr>
          <a:xfrm>
            <a:off x="8372690" y="3629267"/>
            <a:ext cx="1523999" cy="891516"/>
          </a:xfrm>
          <a:prstGeom prst="ellipse">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4" name="Oval 13">
            <a:extLst>
              <a:ext uri="{FF2B5EF4-FFF2-40B4-BE49-F238E27FC236}">
                <a16:creationId xmlns:a16="http://schemas.microsoft.com/office/drawing/2014/main" id="{1370E709-4729-0F29-3C2F-A7DF2A616475}"/>
              </a:ext>
            </a:extLst>
          </p:cNvPr>
          <p:cNvSpPr/>
          <p:nvPr>
            <p:custDataLst>
              <p:tags r:id="rId6"/>
            </p:custDataLst>
          </p:nvPr>
        </p:nvSpPr>
        <p:spPr>
          <a:xfrm>
            <a:off x="8447434" y="4587549"/>
            <a:ext cx="1433421" cy="906813"/>
          </a:xfrm>
          <a:prstGeom prst="ellipse">
            <a:avLst/>
          </a:prstGeom>
          <a:noFill/>
          <a:ln w="3810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0B31333D-65C9-99FE-A895-52D7BE3D9857}"/>
              </a:ext>
            </a:extLst>
          </p:cNvPr>
          <p:cNvSpPr>
            <a:spLocks noGrp="1"/>
          </p:cNvSpPr>
          <p:nvPr>
            <p:ph type="title"/>
            <p:custDataLst>
              <p:tags r:id="rId7"/>
            </p:custDataLst>
          </p:nvPr>
        </p:nvSpPr>
        <p:spPr/>
        <p:txBody>
          <a:bodyPr/>
          <a:lstStyle/>
          <a:p>
            <a:r>
              <a:rPr lang="en-US" noProof="0" dirty="0"/>
              <a:t>Code metrics</a:t>
            </a:r>
          </a:p>
        </p:txBody>
      </p:sp>
      <p:sp>
        <p:nvSpPr>
          <p:cNvPr id="3" name="Date Placeholder 2">
            <a:extLst>
              <a:ext uri="{FF2B5EF4-FFF2-40B4-BE49-F238E27FC236}">
                <a16:creationId xmlns:a16="http://schemas.microsoft.com/office/drawing/2014/main" id="{D982A217-522C-9881-8C78-59994DAABF60}"/>
              </a:ext>
            </a:extLst>
          </p:cNvPr>
          <p:cNvSpPr>
            <a:spLocks noGrp="1"/>
          </p:cNvSpPr>
          <p:nvPr>
            <p:ph type="dt" sz="half" idx="10"/>
            <p:custDataLst>
              <p:tags r:id="rId8"/>
            </p:custDataLst>
          </p:nvPr>
        </p:nvSpPr>
        <p:spPr/>
        <p:txBody>
          <a:bodyPr/>
          <a:lstStyle/>
          <a:p>
            <a:r>
              <a:rPr lang="en-US" noProof="0"/>
              <a:t>9/5/2026</a:t>
            </a:r>
            <a:endParaRPr lang="en-US" noProof="0" dirty="0"/>
          </a:p>
        </p:txBody>
      </p:sp>
      <p:sp>
        <p:nvSpPr>
          <p:cNvPr id="4" name="Slide Number Placeholder 3">
            <a:extLst>
              <a:ext uri="{FF2B5EF4-FFF2-40B4-BE49-F238E27FC236}">
                <a16:creationId xmlns:a16="http://schemas.microsoft.com/office/drawing/2014/main" id="{8399985D-B777-F27B-0FBA-73D193377E2B}"/>
              </a:ext>
            </a:extLst>
          </p:cNvPr>
          <p:cNvSpPr>
            <a:spLocks noGrp="1"/>
          </p:cNvSpPr>
          <p:nvPr>
            <p:ph type="sldNum" sz="quarter" idx="12"/>
            <p:custDataLst>
              <p:tags r:id="rId9"/>
            </p:custDataLst>
          </p:nvPr>
        </p:nvSpPr>
        <p:spPr/>
        <p:txBody>
          <a:bodyPr/>
          <a:lstStyle/>
          <a:p>
            <a:r>
              <a:rPr lang="en-US" noProof="0"/>
              <a:t>14</a:t>
            </a:r>
            <a:endParaRPr lang="en-US" noProof="0" dirty="0"/>
          </a:p>
        </p:txBody>
      </p:sp>
      <p:sp>
        <p:nvSpPr>
          <p:cNvPr id="7" name="TextBox 6">
            <a:extLst>
              <a:ext uri="{FF2B5EF4-FFF2-40B4-BE49-F238E27FC236}">
                <a16:creationId xmlns:a16="http://schemas.microsoft.com/office/drawing/2014/main" id="{7859C2BD-F5BA-A488-11E4-2C22ACB78A0F}"/>
              </a:ext>
            </a:extLst>
          </p:cNvPr>
          <p:cNvSpPr txBox="1"/>
          <p:nvPr>
            <p:custDataLst>
              <p:tags r:id="rId10"/>
            </p:custDataLst>
          </p:nvPr>
        </p:nvSpPr>
        <p:spPr>
          <a:xfrm>
            <a:off x="4494780" y="643135"/>
            <a:ext cx="3527048" cy="578882"/>
          </a:xfrm>
          <a:prstGeom prst="roundRect">
            <a:avLst/>
          </a:prstGeom>
          <a:gradFill>
            <a:gsLst>
              <a:gs pos="0">
                <a:srgbClr val="E1A3A3"/>
              </a:gs>
              <a:gs pos="50000">
                <a:srgbClr val="D69696"/>
              </a:gs>
              <a:gs pos="100000">
                <a:srgbClr val="DC9696"/>
              </a:gs>
            </a:gsLst>
          </a:gradFill>
          <a:ln w="19050">
            <a:solidFill>
              <a:srgbClr val="FF0000"/>
            </a:solidFill>
          </a:ln>
        </p:spPr>
        <p:style>
          <a:lnRef idx="1">
            <a:schemeClr val="accent5"/>
          </a:lnRef>
          <a:fillRef idx="2">
            <a:schemeClr val="accent5"/>
          </a:fillRef>
          <a:effectRef idx="1">
            <a:schemeClr val="accent5"/>
          </a:effectRef>
          <a:fontRef idx="minor">
            <a:schemeClr val="dk1"/>
          </a:fontRef>
        </p:style>
        <p:txBody>
          <a:bodyPr wrap="none" rtlCol="0">
            <a:spAutoFit/>
          </a:bodyPr>
          <a:lstStyle/>
          <a:p>
            <a:pPr algn="ctr"/>
            <a:r>
              <a:rPr lang="en-US" sz="2800" dirty="0"/>
              <a:t>Slightly more verbose</a:t>
            </a:r>
          </a:p>
        </p:txBody>
      </p:sp>
      <p:cxnSp>
        <p:nvCxnSpPr>
          <p:cNvPr id="11" name="Straight Connector 10">
            <a:extLst>
              <a:ext uri="{FF2B5EF4-FFF2-40B4-BE49-F238E27FC236}">
                <a16:creationId xmlns:a16="http://schemas.microsoft.com/office/drawing/2014/main" id="{CA8136D9-C585-21C8-F43F-1916F4B73BA7}"/>
              </a:ext>
            </a:extLst>
          </p:cNvPr>
          <p:cNvCxnSpPr>
            <a:cxnSpLocks/>
            <a:stCxn id="6" idx="1"/>
            <a:endCxn id="7" idx="2"/>
          </p:cNvCxnSpPr>
          <p:nvPr>
            <p:custDataLst>
              <p:tags r:id="rId11"/>
            </p:custDataLst>
          </p:nvPr>
        </p:nvCxnSpPr>
        <p:spPr>
          <a:xfrm flipH="1" flipV="1">
            <a:off x="6258304" y="1222017"/>
            <a:ext cx="2401368" cy="1174370"/>
          </a:xfrm>
          <a:prstGeom prst="line">
            <a:avLst/>
          </a:prstGeom>
          <a:ln w="28575">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C6FA21F2-553A-B049-D946-099C05E7CF52}"/>
              </a:ext>
            </a:extLst>
          </p:cNvPr>
          <p:cNvCxnSpPr>
            <a:cxnSpLocks/>
            <a:stCxn id="12" idx="1"/>
            <a:endCxn id="7" idx="2"/>
          </p:cNvCxnSpPr>
          <p:nvPr>
            <p:custDataLst>
              <p:tags r:id="rId12"/>
            </p:custDataLst>
          </p:nvPr>
        </p:nvCxnSpPr>
        <p:spPr>
          <a:xfrm flipH="1" flipV="1">
            <a:off x="6258304" y="1222017"/>
            <a:ext cx="2337570" cy="2537809"/>
          </a:xfrm>
          <a:prstGeom prst="line">
            <a:avLst/>
          </a:prstGeom>
          <a:ln w="28575">
            <a:solidFill>
              <a:srgbClr val="FF0000"/>
            </a:solidFill>
          </a:ln>
        </p:spPr>
        <p:style>
          <a:lnRef idx="2">
            <a:schemeClr val="accent1"/>
          </a:lnRef>
          <a:fillRef idx="0">
            <a:schemeClr val="accent1"/>
          </a:fillRef>
          <a:effectRef idx="1">
            <a:schemeClr val="accent1"/>
          </a:effectRef>
          <a:fontRef idx="minor">
            <a:schemeClr val="tx1"/>
          </a:fontRef>
        </p:style>
      </p:cxnSp>
      <p:sp>
        <p:nvSpPr>
          <p:cNvPr id="18" name="TextBox 17">
            <a:extLst>
              <a:ext uri="{FF2B5EF4-FFF2-40B4-BE49-F238E27FC236}">
                <a16:creationId xmlns:a16="http://schemas.microsoft.com/office/drawing/2014/main" id="{E727AB4C-67A7-AAC7-2305-D1A2D7D919D3}"/>
              </a:ext>
            </a:extLst>
          </p:cNvPr>
          <p:cNvSpPr txBox="1"/>
          <p:nvPr>
            <p:custDataLst>
              <p:tags r:id="rId13"/>
            </p:custDataLst>
          </p:nvPr>
        </p:nvSpPr>
        <p:spPr>
          <a:xfrm>
            <a:off x="9053524" y="5523148"/>
            <a:ext cx="2882718" cy="578882"/>
          </a:xfrm>
          <a:prstGeom prst="roundRect">
            <a:avLst/>
          </a:prstGeom>
          <a:gradFill>
            <a:gsLst>
              <a:gs pos="0">
                <a:srgbClr val="AFD8F7"/>
              </a:gs>
              <a:gs pos="50000">
                <a:srgbClr val="A2CDEE"/>
              </a:gs>
              <a:gs pos="100000">
                <a:srgbClr val="8CC8F0"/>
              </a:gs>
            </a:gsLst>
          </a:gradFill>
          <a:ln w="19050">
            <a:solidFill>
              <a:srgbClr val="0F9ED5"/>
            </a:solidFill>
          </a:ln>
        </p:spPr>
        <p:style>
          <a:lnRef idx="1">
            <a:schemeClr val="accent4"/>
          </a:lnRef>
          <a:fillRef idx="2">
            <a:schemeClr val="accent4"/>
          </a:fillRef>
          <a:effectRef idx="1">
            <a:schemeClr val="accent4"/>
          </a:effectRef>
          <a:fontRef idx="minor">
            <a:schemeClr val="dk1"/>
          </a:fontRef>
        </p:style>
        <p:txBody>
          <a:bodyPr wrap="none" rtlCol="0">
            <a:spAutoFit/>
          </a:bodyPr>
          <a:lstStyle/>
          <a:p>
            <a:pPr algn="ctr"/>
            <a:r>
              <a:rPr lang="en-US" sz="2800" dirty="0">
                <a:solidFill>
                  <a:schemeClr val="tx1"/>
                </a:solidFill>
              </a:rPr>
              <a:t>Easier indexation</a:t>
            </a:r>
          </a:p>
        </p:txBody>
      </p:sp>
      <p:cxnSp>
        <p:nvCxnSpPr>
          <p:cNvPr id="21" name="Straight Connector 20">
            <a:extLst>
              <a:ext uri="{FF2B5EF4-FFF2-40B4-BE49-F238E27FC236}">
                <a16:creationId xmlns:a16="http://schemas.microsoft.com/office/drawing/2014/main" id="{81DDF38D-7C2E-B78B-A18E-D27404334146}"/>
              </a:ext>
            </a:extLst>
          </p:cNvPr>
          <p:cNvCxnSpPr>
            <a:cxnSpLocks/>
            <a:stCxn id="14" idx="5"/>
            <a:endCxn id="18" idx="0"/>
          </p:cNvCxnSpPr>
          <p:nvPr>
            <p:custDataLst>
              <p:tags r:id="rId14"/>
            </p:custDataLst>
          </p:nvPr>
        </p:nvCxnSpPr>
        <p:spPr>
          <a:xfrm>
            <a:off x="9670935" y="5361562"/>
            <a:ext cx="823948" cy="161586"/>
          </a:xfrm>
          <a:prstGeom prst="line">
            <a:avLst/>
          </a:prstGeom>
          <a:noFill/>
          <a:ln w="38100">
            <a:solidFill>
              <a:schemeClr val="accent4"/>
            </a:solidFill>
          </a:ln>
        </p:spPr>
        <p:style>
          <a:lnRef idx="2">
            <a:schemeClr val="accent1">
              <a:shade val="15000"/>
            </a:schemeClr>
          </a:lnRef>
          <a:fillRef idx="1">
            <a:schemeClr val="accent1"/>
          </a:fillRef>
          <a:effectRef idx="0">
            <a:schemeClr val="accent1"/>
          </a:effectRef>
          <a:fontRef idx="minor">
            <a:schemeClr val="lt1"/>
          </a:fontRef>
        </p:style>
      </p:cxnSp>
      <p:sp>
        <p:nvSpPr>
          <p:cNvPr id="23" name="TextBox 22">
            <a:extLst>
              <a:ext uri="{FF2B5EF4-FFF2-40B4-BE49-F238E27FC236}">
                <a16:creationId xmlns:a16="http://schemas.microsoft.com/office/drawing/2014/main" id="{E9B890DD-3E8E-4986-8252-8F93582597DE}"/>
              </a:ext>
            </a:extLst>
          </p:cNvPr>
          <p:cNvSpPr txBox="1"/>
          <p:nvPr>
            <p:custDataLst>
              <p:tags r:id="rId15"/>
            </p:custDataLst>
          </p:nvPr>
        </p:nvSpPr>
        <p:spPr>
          <a:xfrm>
            <a:off x="2886552" y="5523148"/>
            <a:ext cx="4250521" cy="578882"/>
          </a:xfrm>
          <a:prstGeom prst="roundRect">
            <a:avLst/>
          </a:prstGeom>
          <a:gradFill>
            <a:gsLst>
              <a:gs pos="0">
                <a:srgbClr val="B5DCAE"/>
              </a:gs>
              <a:gs pos="50000">
                <a:srgbClr val="A8D1A1"/>
              </a:gs>
              <a:gs pos="100000">
                <a:srgbClr val="97CC8C"/>
              </a:gs>
            </a:gsLst>
          </a:gradFill>
          <a:ln w="19050">
            <a:solidFill>
              <a:srgbClr val="4EA72E"/>
            </a:solidFill>
          </a:ln>
        </p:spPr>
        <p:style>
          <a:lnRef idx="1">
            <a:schemeClr val="accent6"/>
          </a:lnRef>
          <a:fillRef idx="2">
            <a:schemeClr val="accent6"/>
          </a:fillRef>
          <a:effectRef idx="1">
            <a:schemeClr val="accent6"/>
          </a:effectRef>
          <a:fontRef idx="minor">
            <a:schemeClr val="dk1"/>
          </a:fontRef>
        </p:style>
        <p:txBody>
          <a:bodyPr wrap="none" rtlCol="0">
            <a:spAutoFit/>
          </a:bodyPr>
          <a:lstStyle/>
          <a:p>
            <a:pPr algn="ctr"/>
            <a:r>
              <a:rPr lang="en-US" sz="2800" dirty="0"/>
              <a:t>Less complex control flow</a:t>
            </a:r>
          </a:p>
        </p:txBody>
      </p:sp>
      <p:cxnSp>
        <p:nvCxnSpPr>
          <p:cNvPr id="30" name="Straight Connector 29">
            <a:extLst>
              <a:ext uri="{FF2B5EF4-FFF2-40B4-BE49-F238E27FC236}">
                <a16:creationId xmlns:a16="http://schemas.microsoft.com/office/drawing/2014/main" id="{5B97DB35-61F2-17C7-4287-77006A04D535}"/>
              </a:ext>
            </a:extLst>
          </p:cNvPr>
          <p:cNvCxnSpPr>
            <a:stCxn id="23" idx="3"/>
            <a:endCxn id="10" idx="3"/>
          </p:cNvCxnSpPr>
          <p:nvPr>
            <p:custDataLst>
              <p:tags r:id="rId16"/>
            </p:custDataLst>
          </p:nvPr>
        </p:nvCxnSpPr>
        <p:spPr>
          <a:xfrm flipV="1">
            <a:off x="7137073" y="3590562"/>
            <a:ext cx="1490825" cy="2222027"/>
          </a:xfrm>
          <a:prstGeom prst="line">
            <a:avLst/>
          </a:prstGeom>
          <a:noFill/>
          <a:ln w="38100">
            <a:solidFill>
              <a:schemeClr val="accent6"/>
            </a:solidFill>
          </a:ln>
        </p:spPr>
        <p:style>
          <a:lnRef idx="2">
            <a:schemeClr val="accent1">
              <a:shade val="15000"/>
            </a:schemeClr>
          </a:lnRef>
          <a:fillRef idx="1">
            <a:schemeClr val="accent1"/>
          </a:fillRef>
          <a:effectRef idx="0">
            <a:schemeClr val="accent1"/>
          </a:effectRef>
          <a:fontRef idx="minor">
            <a:schemeClr val="lt1"/>
          </a:fontRef>
        </p:style>
      </p:cxnSp>
      <p:sp>
        <p:nvSpPr>
          <p:cNvPr id="31" name="TextBox 30">
            <a:extLst>
              <a:ext uri="{FF2B5EF4-FFF2-40B4-BE49-F238E27FC236}">
                <a16:creationId xmlns:a16="http://schemas.microsoft.com/office/drawing/2014/main" id="{CF6AD224-7830-5869-6729-C63C5D8E0FFF}"/>
              </a:ext>
            </a:extLst>
          </p:cNvPr>
          <p:cNvSpPr txBox="1"/>
          <p:nvPr>
            <p:custDataLst>
              <p:tags r:id="rId17"/>
            </p:custDataLst>
          </p:nvPr>
        </p:nvSpPr>
        <p:spPr>
          <a:xfrm>
            <a:off x="3784386" y="6214865"/>
            <a:ext cx="2104438" cy="578882"/>
          </a:xfrm>
          <a:prstGeom prst="roundRect">
            <a:avLst/>
          </a:prstGeom>
          <a:gradFill>
            <a:gsLst>
              <a:gs pos="0">
                <a:srgbClr val="B5DCAE"/>
              </a:gs>
              <a:gs pos="50000">
                <a:srgbClr val="A8D1A1"/>
              </a:gs>
              <a:gs pos="100000">
                <a:srgbClr val="97CC8C"/>
              </a:gs>
            </a:gsLst>
          </a:gradFill>
          <a:ln w="19050">
            <a:solidFill>
              <a:srgbClr val="4EA72E"/>
            </a:solidFill>
          </a:ln>
        </p:spPr>
        <p:style>
          <a:lnRef idx="1">
            <a:schemeClr val="accent6"/>
          </a:lnRef>
          <a:fillRef idx="2">
            <a:schemeClr val="accent6"/>
          </a:fillRef>
          <a:effectRef idx="1">
            <a:schemeClr val="accent6"/>
          </a:effectRef>
          <a:fontRef idx="minor">
            <a:schemeClr val="dk1"/>
          </a:fontRef>
        </p:style>
        <p:txBody>
          <a:bodyPr wrap="square" rtlCol="0">
            <a:spAutoFit/>
          </a:bodyPr>
          <a:lstStyle/>
          <a:p>
            <a:pPr algn="ctr"/>
            <a:r>
              <a:rPr lang="en-US" sz="2800" dirty="0"/>
              <a:t>+ Flexibility</a:t>
            </a:r>
          </a:p>
        </p:txBody>
      </p:sp>
      <p:sp>
        <p:nvSpPr>
          <p:cNvPr id="32" name="TextBox 31">
            <a:extLst>
              <a:ext uri="{FF2B5EF4-FFF2-40B4-BE49-F238E27FC236}">
                <a16:creationId xmlns:a16="http://schemas.microsoft.com/office/drawing/2014/main" id="{77520BB6-B4CA-E0DE-29CF-16475D0921A2}"/>
              </a:ext>
            </a:extLst>
          </p:cNvPr>
          <p:cNvSpPr txBox="1"/>
          <p:nvPr>
            <p:custDataLst>
              <p:tags r:id="rId18"/>
            </p:custDataLst>
          </p:nvPr>
        </p:nvSpPr>
        <p:spPr>
          <a:xfrm>
            <a:off x="6303178" y="6221520"/>
            <a:ext cx="2211141" cy="578882"/>
          </a:xfrm>
          <a:prstGeom prst="roundRect">
            <a:avLst/>
          </a:prstGeom>
          <a:gradFill>
            <a:gsLst>
              <a:gs pos="0">
                <a:srgbClr val="B5DCAE"/>
              </a:gs>
              <a:gs pos="50000">
                <a:srgbClr val="A8D1A1"/>
              </a:gs>
              <a:gs pos="100000">
                <a:srgbClr val="97CC8C"/>
              </a:gs>
            </a:gsLst>
          </a:gradFill>
          <a:ln w="19050">
            <a:solidFill>
              <a:srgbClr val="4EA72E"/>
            </a:solidFill>
          </a:ln>
        </p:spPr>
        <p:style>
          <a:lnRef idx="1">
            <a:schemeClr val="accent6"/>
          </a:lnRef>
          <a:fillRef idx="2">
            <a:schemeClr val="accent6"/>
          </a:fillRef>
          <a:effectRef idx="1">
            <a:schemeClr val="accent6"/>
          </a:effectRef>
          <a:fontRef idx="minor">
            <a:schemeClr val="dk1"/>
          </a:fontRef>
        </p:style>
        <p:txBody>
          <a:bodyPr wrap="none" rtlCol="0">
            <a:spAutoFit/>
          </a:bodyPr>
          <a:lstStyle/>
          <a:p>
            <a:pPr algn="ctr"/>
            <a:r>
              <a:rPr lang="en-US" sz="2800" dirty="0"/>
              <a:t>+ Type safety</a:t>
            </a:r>
          </a:p>
        </p:txBody>
      </p:sp>
      <p:cxnSp>
        <p:nvCxnSpPr>
          <p:cNvPr id="47" name="Straight Connector 46">
            <a:extLst>
              <a:ext uri="{FF2B5EF4-FFF2-40B4-BE49-F238E27FC236}">
                <a16:creationId xmlns:a16="http://schemas.microsoft.com/office/drawing/2014/main" id="{C1EB5605-1755-DC29-A293-2C533F0575EC}"/>
              </a:ext>
            </a:extLst>
          </p:cNvPr>
          <p:cNvCxnSpPr/>
          <p:nvPr>
            <p:custDataLst>
              <p:tags r:id="rId19"/>
            </p:custDataLst>
          </p:nvPr>
        </p:nvCxnSpPr>
        <p:spPr>
          <a:xfrm>
            <a:off x="381898" y="5404364"/>
            <a:ext cx="3077582" cy="0"/>
          </a:xfrm>
          <a:prstGeom prst="line">
            <a:avLst/>
          </a:prstGeom>
          <a:noFill/>
          <a:ln w="38100">
            <a:solidFill>
              <a:schemeClr val="accent4"/>
            </a:solidFill>
          </a:ln>
        </p:spPr>
        <p:style>
          <a:lnRef idx="2">
            <a:schemeClr val="accent1">
              <a:shade val="15000"/>
            </a:schemeClr>
          </a:lnRef>
          <a:fillRef idx="1">
            <a:schemeClr val="accent1"/>
          </a:fillRef>
          <a:effectRef idx="0">
            <a:schemeClr val="accent1"/>
          </a:effectRef>
          <a:fontRef idx="minor">
            <a:schemeClr val="lt1"/>
          </a:fontRef>
        </p:style>
      </p:cxnSp>
      <p:cxnSp>
        <p:nvCxnSpPr>
          <p:cNvPr id="48" name="Straight Connector 47">
            <a:extLst>
              <a:ext uri="{FF2B5EF4-FFF2-40B4-BE49-F238E27FC236}">
                <a16:creationId xmlns:a16="http://schemas.microsoft.com/office/drawing/2014/main" id="{F9331A32-DD4A-A8DD-55FF-2595D30008DA}"/>
              </a:ext>
            </a:extLst>
          </p:cNvPr>
          <p:cNvCxnSpPr/>
          <p:nvPr>
            <p:custDataLst>
              <p:tags r:id="rId20"/>
            </p:custDataLst>
          </p:nvPr>
        </p:nvCxnSpPr>
        <p:spPr>
          <a:xfrm>
            <a:off x="443756" y="4966539"/>
            <a:ext cx="3077582" cy="0"/>
          </a:xfrm>
          <a:prstGeom prst="line">
            <a:avLst/>
          </a:prstGeom>
          <a:noFill/>
          <a:ln w="38100">
            <a:solidFill>
              <a:schemeClr val="accent4"/>
            </a:solidFill>
          </a:ln>
        </p:spPr>
        <p:style>
          <a:lnRef idx="2">
            <a:schemeClr val="accent1">
              <a:shade val="15000"/>
            </a:schemeClr>
          </a:lnRef>
          <a:fillRef idx="1">
            <a:schemeClr val="accent1"/>
          </a:fillRef>
          <a:effectRef idx="0">
            <a:schemeClr val="accent1"/>
          </a:effectRef>
          <a:fontRef idx="minor">
            <a:schemeClr val="lt1"/>
          </a:fontRef>
        </p:style>
      </p:cxnSp>
      <p:cxnSp>
        <p:nvCxnSpPr>
          <p:cNvPr id="49" name="Straight Connector 48">
            <a:extLst>
              <a:ext uri="{FF2B5EF4-FFF2-40B4-BE49-F238E27FC236}">
                <a16:creationId xmlns:a16="http://schemas.microsoft.com/office/drawing/2014/main" id="{4B538ECA-EA93-B903-6AE2-0B4D637D5317}"/>
              </a:ext>
            </a:extLst>
          </p:cNvPr>
          <p:cNvCxnSpPr>
            <a:cxnSpLocks/>
          </p:cNvCxnSpPr>
          <p:nvPr>
            <p:custDataLst>
              <p:tags r:id="rId21"/>
            </p:custDataLst>
          </p:nvPr>
        </p:nvCxnSpPr>
        <p:spPr>
          <a:xfrm flipH="1">
            <a:off x="443756" y="4444715"/>
            <a:ext cx="2139900" cy="0"/>
          </a:xfrm>
          <a:prstGeom prst="line">
            <a:avLst/>
          </a:prstGeom>
          <a:ln w="28575">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53" name="Straight Connector 52">
            <a:extLst>
              <a:ext uri="{FF2B5EF4-FFF2-40B4-BE49-F238E27FC236}">
                <a16:creationId xmlns:a16="http://schemas.microsoft.com/office/drawing/2014/main" id="{FEBC69EF-7343-1C60-8471-2A3B60BC25A3}"/>
              </a:ext>
            </a:extLst>
          </p:cNvPr>
          <p:cNvCxnSpPr>
            <a:cxnSpLocks/>
          </p:cNvCxnSpPr>
          <p:nvPr>
            <p:custDataLst>
              <p:tags r:id="rId22"/>
            </p:custDataLst>
          </p:nvPr>
        </p:nvCxnSpPr>
        <p:spPr>
          <a:xfrm flipH="1">
            <a:off x="424706" y="4008946"/>
            <a:ext cx="2668538" cy="0"/>
          </a:xfrm>
          <a:prstGeom prst="line">
            <a:avLst/>
          </a:prstGeom>
          <a:ln w="28575">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55" name="Straight Connector 54">
            <a:extLst>
              <a:ext uri="{FF2B5EF4-FFF2-40B4-BE49-F238E27FC236}">
                <a16:creationId xmlns:a16="http://schemas.microsoft.com/office/drawing/2014/main" id="{5A9EB04D-E001-1A10-94AE-94E7BF017C11}"/>
              </a:ext>
            </a:extLst>
          </p:cNvPr>
          <p:cNvCxnSpPr>
            <a:cxnSpLocks/>
          </p:cNvCxnSpPr>
          <p:nvPr>
            <p:custDataLst>
              <p:tags r:id="rId23"/>
            </p:custDataLst>
          </p:nvPr>
        </p:nvCxnSpPr>
        <p:spPr>
          <a:xfrm flipH="1">
            <a:off x="443756" y="2637346"/>
            <a:ext cx="2368500" cy="0"/>
          </a:xfrm>
          <a:prstGeom prst="line">
            <a:avLst/>
          </a:prstGeom>
          <a:ln w="28575">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57" name="Straight Connector 56">
            <a:extLst>
              <a:ext uri="{FF2B5EF4-FFF2-40B4-BE49-F238E27FC236}">
                <a16:creationId xmlns:a16="http://schemas.microsoft.com/office/drawing/2014/main" id="{0FBD0A64-EC84-1B63-0414-355DA48CE37C}"/>
              </a:ext>
            </a:extLst>
          </p:cNvPr>
          <p:cNvCxnSpPr>
            <a:cxnSpLocks/>
          </p:cNvCxnSpPr>
          <p:nvPr>
            <p:custDataLst>
              <p:tags r:id="rId24"/>
            </p:custDataLst>
          </p:nvPr>
        </p:nvCxnSpPr>
        <p:spPr>
          <a:xfrm flipH="1">
            <a:off x="424706" y="3073115"/>
            <a:ext cx="1763663" cy="0"/>
          </a:xfrm>
          <a:prstGeom prst="line">
            <a:avLst/>
          </a:prstGeom>
          <a:ln w="28575">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60" name="Straight Connector 59">
            <a:extLst>
              <a:ext uri="{FF2B5EF4-FFF2-40B4-BE49-F238E27FC236}">
                <a16:creationId xmlns:a16="http://schemas.microsoft.com/office/drawing/2014/main" id="{ACAC765E-E823-B48A-C7B1-7D1D771C0FF1}"/>
              </a:ext>
            </a:extLst>
          </p:cNvPr>
          <p:cNvCxnSpPr>
            <a:cxnSpLocks/>
          </p:cNvCxnSpPr>
          <p:nvPr>
            <p:custDataLst>
              <p:tags r:id="rId25"/>
            </p:custDataLst>
          </p:nvPr>
        </p:nvCxnSpPr>
        <p:spPr>
          <a:xfrm>
            <a:off x="411732" y="3604140"/>
            <a:ext cx="2872012" cy="0"/>
          </a:xfrm>
          <a:prstGeom prst="line">
            <a:avLst/>
          </a:prstGeom>
          <a:noFill/>
          <a:ln w="38100">
            <a:solidFill>
              <a:schemeClr val="accent6"/>
            </a:solidFill>
          </a:ln>
        </p:spPr>
        <p:style>
          <a:lnRef idx="2">
            <a:schemeClr val="accent1">
              <a:shade val="15000"/>
            </a:schemeClr>
          </a:lnRef>
          <a:fillRef idx="1">
            <a:schemeClr val="accent1"/>
          </a:fillRef>
          <a:effectRef idx="0">
            <a:schemeClr val="accent1"/>
          </a:effectRef>
          <a:fontRef idx="minor">
            <a:schemeClr val="lt1"/>
          </a:fontRef>
        </p:style>
      </p:cxnSp>
    </p:spTree>
    <p:custDataLst>
      <p:tags r:id="rId1"/>
    </p:custDataLst>
    <p:extLst>
      <p:ext uri="{BB962C8B-B14F-4D97-AF65-F5344CB8AC3E}">
        <p14:creationId xmlns:p14="http://schemas.microsoft.com/office/powerpoint/2010/main" val="305095235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5C74C628-CAA0-C24C-645A-3BB03B369C7A}"/>
              </a:ext>
            </a:extLst>
          </p:cNvPr>
          <p:cNvSpPr txBox="1"/>
          <p:nvPr>
            <p:custDataLst>
              <p:tags r:id="rId2"/>
            </p:custDataLst>
          </p:nvPr>
        </p:nvSpPr>
        <p:spPr>
          <a:xfrm>
            <a:off x="690570" y="1416337"/>
            <a:ext cx="7003310" cy="1124282"/>
          </a:xfrm>
          <a:prstGeom prst="rect">
            <a:avLst/>
          </a:prstGeom>
          <a:noFill/>
          <a:ln>
            <a:solidFill>
              <a:schemeClr val="tx1"/>
            </a:solidFill>
          </a:ln>
        </p:spPr>
        <p:txBody>
          <a:bodyPr wrap="none">
            <a:noAutofit/>
          </a:bodyPr>
          <a:lstStyle/>
          <a:p>
            <a:pPr>
              <a:lnSpc>
                <a:spcPct val="113095"/>
              </a:lnSpc>
              <a:buNone/>
            </a:pPr>
            <a:r>
              <a:rPr lang="en-US" sz="2000" b="0" noProof="0" dirty="0">
                <a:solidFill>
                  <a:srgbClr val="795E26"/>
                </a:solidFill>
                <a:effectLst/>
                <a:latin typeface="Fira Code" panose="020B0809050000020004" pitchFamily="49" charset="0"/>
              </a:rPr>
              <a:t>traverser</a:t>
            </a:r>
            <a:r>
              <a:rPr lang="en-US" sz="2000" b="0" noProof="0" dirty="0">
                <a:solidFill>
                  <a:srgbClr val="000000"/>
                </a:solidFill>
                <a:effectLst/>
                <a:latin typeface="Fira Code" panose="020B0809050000020004" pitchFamily="49" charset="0"/>
              </a:rPr>
              <a:t>(</a:t>
            </a:r>
            <a:r>
              <a:rPr lang="en-US" sz="2000" b="0" noProof="0" dirty="0">
                <a:solidFill>
                  <a:srgbClr val="001080"/>
                </a:solidFill>
                <a:effectLst/>
                <a:latin typeface="Fira Code" panose="020B0809050000020004" pitchFamily="49" charset="0"/>
              </a:rPr>
              <a:t>matrix</a:t>
            </a:r>
            <a:r>
              <a:rPr lang="en-US" sz="2000" b="0" noProof="0" dirty="0">
                <a:solidFill>
                  <a:srgbClr val="000000"/>
                </a:solidFill>
                <a:effectLst/>
                <a:latin typeface="Fira Code" panose="020B0809050000020004" pitchFamily="49" charset="0"/>
              </a:rPr>
              <a:t>).</a:t>
            </a:r>
            <a:r>
              <a:rPr lang="en-US" sz="2000" noProof="0" dirty="0">
                <a:solidFill>
                  <a:srgbClr val="795E26"/>
                </a:solidFill>
                <a:latin typeface="Fira Code" panose="020B0809050000020004" pitchFamily="49" charset="0"/>
              </a:rPr>
              <a:t>for_each</a:t>
            </a:r>
            <a:r>
              <a:rPr lang="en-US" sz="2000" b="0" noProof="0" dirty="0">
                <a:solidFill>
                  <a:srgbClr val="000000"/>
                </a:solidFill>
                <a:effectLst/>
                <a:latin typeface="Fira Code" panose="020B0809050000020004" pitchFamily="49" charset="0"/>
              </a:rPr>
              <a:t>([&amp;](</a:t>
            </a:r>
            <a:r>
              <a:rPr lang="en-US" sz="2000" b="0" noProof="0" dirty="0">
                <a:solidFill>
                  <a:srgbClr val="267F99"/>
                </a:solidFill>
                <a:effectLst/>
                <a:latin typeface="Fira Code" panose="020B0809050000020004" pitchFamily="49" charset="0"/>
              </a:rPr>
              <a:t>auto</a:t>
            </a:r>
            <a:r>
              <a:rPr lang="en-US" sz="2000" b="0" noProof="0" dirty="0">
                <a:solidFill>
                  <a:srgbClr val="000000"/>
                </a:solidFill>
                <a:effectLst/>
                <a:latin typeface="Fira Code" panose="020B0809050000020004" pitchFamily="49" charset="0"/>
              </a:rPr>
              <a:t> </a:t>
            </a:r>
            <a:r>
              <a:rPr lang="en-US" sz="2000" b="0" noProof="0" dirty="0">
                <a:solidFill>
                  <a:srgbClr val="001080"/>
                </a:solidFill>
                <a:effectLst/>
                <a:latin typeface="Fira Code" panose="020B0809050000020004" pitchFamily="49" charset="0"/>
              </a:rPr>
              <a:t>index</a:t>
            </a:r>
            <a:r>
              <a:rPr lang="en-US" sz="2000" b="0" noProof="0" dirty="0">
                <a:solidFill>
                  <a:srgbClr val="000000"/>
                </a:solidFill>
                <a:effectLst/>
                <a:latin typeface="Fira Code" panose="020B0809050000020004" pitchFamily="49" charset="0"/>
              </a:rPr>
              <a:t>) {</a:t>
            </a:r>
          </a:p>
          <a:p>
            <a:pPr>
              <a:lnSpc>
                <a:spcPct val="113095"/>
              </a:lnSpc>
              <a:buNone/>
            </a:pPr>
            <a:r>
              <a:rPr lang="en-US" sz="2000" b="0" noProof="0" dirty="0">
                <a:solidFill>
                  <a:srgbClr val="000000"/>
                </a:solidFill>
                <a:effectLst/>
                <a:latin typeface="Fira Code" panose="020B0809050000020004" pitchFamily="49" charset="0"/>
              </a:rPr>
              <a:t>    </a:t>
            </a:r>
            <a:r>
              <a:rPr lang="en-US" sz="2000" b="0" noProof="0" dirty="0">
                <a:solidFill>
                  <a:srgbClr val="001080"/>
                </a:solidFill>
                <a:effectLst/>
                <a:latin typeface="Fira Code" panose="020B0809050000020004" pitchFamily="49" charset="0"/>
              </a:rPr>
              <a:t>matrix</a:t>
            </a:r>
            <a:r>
              <a:rPr lang="en-US" sz="2000" b="0" noProof="0" dirty="0">
                <a:solidFill>
                  <a:srgbClr val="000000"/>
                </a:solidFill>
                <a:effectLst/>
                <a:latin typeface="Fira Code" panose="020B0809050000020004" pitchFamily="49" charset="0"/>
              </a:rPr>
              <a:t>[</a:t>
            </a:r>
            <a:r>
              <a:rPr lang="en-US" sz="2000" b="0" noProof="0" dirty="0">
                <a:solidFill>
                  <a:srgbClr val="001080"/>
                </a:solidFill>
                <a:effectLst/>
                <a:latin typeface="Fira Code" panose="020B0809050000020004" pitchFamily="49" charset="0"/>
              </a:rPr>
              <a:t>index</a:t>
            </a:r>
            <a:r>
              <a:rPr lang="en-US" sz="2000" b="0" noProof="0" dirty="0">
                <a:solidFill>
                  <a:srgbClr val="000000"/>
                </a:solidFill>
                <a:effectLst/>
                <a:latin typeface="Fira Code" panose="020B0809050000020004" pitchFamily="49" charset="0"/>
              </a:rPr>
              <a:t>] = </a:t>
            </a:r>
            <a:r>
              <a:rPr lang="en-US" sz="2000" noProof="0" dirty="0" err="1">
                <a:solidFill>
                  <a:srgbClr val="795E26"/>
                </a:solidFill>
                <a:latin typeface="Fira Code" panose="020B0809050000020004" pitchFamily="49" charset="0"/>
              </a:rPr>
              <a:t>init</a:t>
            </a:r>
            <a:r>
              <a:rPr lang="en-US" sz="2000" noProof="0" dirty="0">
                <a:solidFill>
                  <a:srgbClr val="000000"/>
                </a:solidFill>
                <a:latin typeface="Fira Code" panose="020B0809050000020004" pitchFamily="49" charset="0"/>
              </a:rPr>
              <a:t>(</a:t>
            </a:r>
            <a:r>
              <a:rPr lang="en-US" sz="2000" noProof="0" dirty="0">
                <a:solidFill>
                  <a:srgbClr val="001080"/>
                </a:solidFill>
                <a:latin typeface="Fira Code" panose="020B0809050000020004" pitchFamily="49" charset="0"/>
              </a:rPr>
              <a:t>index</a:t>
            </a:r>
            <a:r>
              <a:rPr lang="en-US" sz="2000" noProof="0" dirty="0">
                <a:solidFill>
                  <a:srgbClr val="000000"/>
                </a:solidFill>
                <a:latin typeface="Fira Code" panose="020B0809050000020004" pitchFamily="49" charset="0"/>
              </a:rPr>
              <a:t>)</a:t>
            </a:r>
            <a:r>
              <a:rPr lang="en-US" sz="2000" b="0" noProof="0" dirty="0">
                <a:solidFill>
                  <a:srgbClr val="000000"/>
                </a:solidFill>
                <a:effectLst/>
                <a:latin typeface="Fira Code" panose="020B0809050000020004" pitchFamily="49" charset="0"/>
              </a:rPr>
              <a:t>;</a:t>
            </a:r>
          </a:p>
          <a:p>
            <a:pPr>
              <a:lnSpc>
                <a:spcPct val="113095"/>
              </a:lnSpc>
              <a:buNone/>
            </a:pPr>
            <a:r>
              <a:rPr lang="en-US" sz="2000" b="0" noProof="0" dirty="0">
                <a:solidFill>
                  <a:srgbClr val="000000"/>
                </a:solidFill>
                <a:effectLst/>
                <a:latin typeface="Fira Code" panose="020B0809050000020004" pitchFamily="49" charset="0"/>
              </a:rPr>
              <a:t>})</a:t>
            </a:r>
            <a:r>
              <a:rPr lang="en-US" sz="2000" noProof="0" dirty="0">
                <a:solidFill>
                  <a:srgbClr val="000000"/>
                </a:solidFill>
                <a:latin typeface="Fira Code" panose="020B0809050000020004" pitchFamily="49" charset="0"/>
              </a:rPr>
              <a:t>;</a:t>
            </a:r>
          </a:p>
        </p:txBody>
      </p:sp>
      <p:sp>
        <p:nvSpPr>
          <p:cNvPr id="4" name="Title 3">
            <a:extLst>
              <a:ext uri="{FF2B5EF4-FFF2-40B4-BE49-F238E27FC236}">
                <a16:creationId xmlns:a16="http://schemas.microsoft.com/office/drawing/2014/main" id="{7CDFDB58-EA38-9006-322B-F713E3FA8103}"/>
              </a:ext>
            </a:extLst>
          </p:cNvPr>
          <p:cNvSpPr>
            <a:spLocks noGrp="1"/>
          </p:cNvSpPr>
          <p:nvPr>
            <p:ph type="title"/>
            <p:custDataLst>
              <p:tags r:id="rId3"/>
            </p:custDataLst>
          </p:nvPr>
        </p:nvSpPr>
        <p:spPr/>
        <p:txBody>
          <a:bodyPr/>
          <a:lstStyle/>
          <a:p>
            <a:r>
              <a:rPr lang="en-US" noProof="0" dirty="0"/>
              <a:t>Distributed initialization using MPI</a:t>
            </a:r>
          </a:p>
        </p:txBody>
      </p:sp>
      <p:sp>
        <p:nvSpPr>
          <p:cNvPr id="2" name="Date Placeholder 1">
            <a:extLst>
              <a:ext uri="{FF2B5EF4-FFF2-40B4-BE49-F238E27FC236}">
                <a16:creationId xmlns:a16="http://schemas.microsoft.com/office/drawing/2014/main" id="{29057125-4E7B-776B-DCD0-38C2BDDEA0EE}"/>
              </a:ext>
            </a:extLst>
          </p:cNvPr>
          <p:cNvSpPr>
            <a:spLocks noGrp="1"/>
          </p:cNvSpPr>
          <p:nvPr>
            <p:ph type="dt" sz="half" idx="10"/>
            <p:custDataLst>
              <p:tags r:id="rId4"/>
            </p:custDataLst>
          </p:nvPr>
        </p:nvSpPr>
        <p:spPr/>
        <p:txBody>
          <a:bodyPr/>
          <a:lstStyle/>
          <a:p>
            <a:r>
              <a:rPr lang="en-US" noProof="0"/>
              <a:t>9/5/2026</a:t>
            </a:r>
            <a:endParaRPr lang="en-US" noProof="0" dirty="0"/>
          </a:p>
        </p:txBody>
      </p:sp>
      <p:sp>
        <p:nvSpPr>
          <p:cNvPr id="3" name="Slide Number Placeholder 2">
            <a:extLst>
              <a:ext uri="{FF2B5EF4-FFF2-40B4-BE49-F238E27FC236}">
                <a16:creationId xmlns:a16="http://schemas.microsoft.com/office/drawing/2014/main" id="{850D6802-E8E6-C834-23FA-38D2C05CB2AB}"/>
              </a:ext>
            </a:extLst>
          </p:cNvPr>
          <p:cNvSpPr>
            <a:spLocks noGrp="1"/>
          </p:cNvSpPr>
          <p:nvPr>
            <p:ph type="sldNum" sz="quarter" idx="12"/>
            <p:custDataLst>
              <p:tags r:id="rId5"/>
            </p:custDataLst>
          </p:nvPr>
        </p:nvSpPr>
        <p:spPr/>
        <p:txBody>
          <a:bodyPr/>
          <a:lstStyle/>
          <a:p>
            <a:r>
              <a:rPr lang="en-US" noProof="0"/>
              <a:t>15</a:t>
            </a:r>
            <a:endParaRPr lang="en-US" noProof="0" dirty="0"/>
          </a:p>
        </p:txBody>
      </p:sp>
      <p:pic>
        <p:nvPicPr>
          <p:cNvPr id="6" name="Graphic 5" descr="Server with solid fill">
            <a:extLst>
              <a:ext uri="{FF2B5EF4-FFF2-40B4-BE49-F238E27FC236}">
                <a16:creationId xmlns:a16="http://schemas.microsoft.com/office/drawing/2014/main" id="{AE5C4A6A-2A3F-D5E7-21AA-E055A392DE65}"/>
              </a:ext>
            </a:extLst>
          </p:cNvPr>
          <p:cNvPicPr>
            <a:picLocks noChangeAspect="1"/>
          </p:cNvPicPr>
          <p:nvPr>
            <p:custDataLst>
              <p:tags r:id="rId6"/>
            </p:custDataLst>
          </p:nvPr>
        </p:nvPicPr>
        <p:blipFill>
          <a:blip>
            <a:extLst>
              <a:ext uri="{96DAC541-7B7A-43D3-8B79-37D633B846F1}">
                <asvg:svgBlip xmlns:asvg="http://schemas.microsoft.com/office/drawing/2016/SVG/main" r:embed="rId24"/>
              </a:ext>
            </a:extLst>
          </a:blip>
          <a:stretch>
            <a:fillRect/>
          </a:stretch>
        </p:blipFill>
        <p:spPr>
          <a:xfrm flipH="1">
            <a:off x="412156" y="3162420"/>
            <a:ext cx="521160" cy="521160"/>
          </a:xfrm>
          <a:prstGeom prst="rect">
            <a:avLst/>
          </a:prstGeom>
        </p:spPr>
      </p:pic>
      <p:pic>
        <p:nvPicPr>
          <p:cNvPr id="12" name="Graphic 11">
            <a:extLst>
              <a:ext uri="{FF2B5EF4-FFF2-40B4-BE49-F238E27FC236}">
                <a16:creationId xmlns:a16="http://schemas.microsoft.com/office/drawing/2014/main" id="{DD2275A2-A9C6-807A-E3FF-34B66CDA2517}"/>
              </a:ext>
            </a:extLst>
          </p:cNvPr>
          <p:cNvPicPr>
            <a:picLocks noChangeAspect="1"/>
          </p:cNvPicPr>
          <p:nvPr>
            <p:custDataLst>
              <p:tags r:id="rId7"/>
            </p:custDataLst>
          </p:nvPr>
        </p:nvPicPr>
        <p:blipFill>
          <a:blip>
            <a:extLst>
              <a:ext uri="{96DAC541-7B7A-43D3-8B79-37D633B846F1}">
                <asvg:svgBlip xmlns:asvg="http://schemas.microsoft.com/office/drawing/2016/SVG/main" r:embed="rId25"/>
              </a:ext>
            </a:extLst>
          </a:blip>
          <a:stretch>
            <a:fillRect/>
          </a:stretch>
        </p:blipFill>
        <p:spPr>
          <a:xfrm>
            <a:off x="1078885" y="3049108"/>
            <a:ext cx="1543050" cy="3067050"/>
          </a:xfrm>
          <a:prstGeom prst="rect">
            <a:avLst/>
          </a:prstGeom>
        </p:spPr>
      </p:pic>
      <p:pic>
        <p:nvPicPr>
          <p:cNvPr id="16" name="Graphic 15" descr="Server with solid fill">
            <a:extLst>
              <a:ext uri="{FF2B5EF4-FFF2-40B4-BE49-F238E27FC236}">
                <a16:creationId xmlns:a16="http://schemas.microsoft.com/office/drawing/2014/main" id="{082AF5A3-AB88-5B95-D0E8-599F0C027E9E}"/>
              </a:ext>
            </a:extLst>
          </p:cNvPr>
          <p:cNvPicPr>
            <a:picLocks noChangeAspect="1"/>
          </p:cNvPicPr>
          <p:nvPr>
            <p:custDataLst>
              <p:tags r:id="rId8"/>
            </p:custDataLst>
          </p:nvPr>
        </p:nvPicPr>
        <p:blipFill>
          <a:blip>
            <a:extLst>
              <a:ext uri="{96DAC541-7B7A-43D3-8B79-37D633B846F1}">
                <asvg:svgBlip xmlns:asvg="http://schemas.microsoft.com/office/drawing/2016/SVG/main" r:embed="rId26"/>
              </a:ext>
            </a:extLst>
          </a:blip>
          <a:stretch>
            <a:fillRect/>
          </a:stretch>
        </p:blipFill>
        <p:spPr>
          <a:xfrm flipH="1">
            <a:off x="412156" y="3988961"/>
            <a:ext cx="521160" cy="521160"/>
          </a:xfrm>
          <a:prstGeom prst="rect">
            <a:avLst/>
          </a:prstGeom>
        </p:spPr>
      </p:pic>
      <p:pic>
        <p:nvPicPr>
          <p:cNvPr id="19" name="Graphic 18" descr="Server with solid fill">
            <a:extLst>
              <a:ext uri="{FF2B5EF4-FFF2-40B4-BE49-F238E27FC236}">
                <a16:creationId xmlns:a16="http://schemas.microsoft.com/office/drawing/2014/main" id="{71641C04-2032-47B1-3172-33AD1DEB3448}"/>
              </a:ext>
            </a:extLst>
          </p:cNvPr>
          <p:cNvPicPr>
            <a:picLocks noChangeAspect="1"/>
          </p:cNvPicPr>
          <p:nvPr>
            <p:custDataLst>
              <p:tags r:id="rId9"/>
            </p:custDataLst>
          </p:nvPr>
        </p:nvPicPr>
        <p:blipFill>
          <a:blip>
            <a:extLst>
              <a:ext uri="{96DAC541-7B7A-43D3-8B79-37D633B846F1}">
                <asvg:svgBlip xmlns:asvg="http://schemas.microsoft.com/office/drawing/2016/SVG/main" r:embed="rId27"/>
              </a:ext>
            </a:extLst>
          </a:blip>
          <a:stretch>
            <a:fillRect/>
          </a:stretch>
        </p:blipFill>
        <p:spPr>
          <a:xfrm flipH="1">
            <a:off x="412156" y="4696523"/>
            <a:ext cx="521160" cy="521160"/>
          </a:xfrm>
          <a:prstGeom prst="rect">
            <a:avLst/>
          </a:prstGeom>
        </p:spPr>
      </p:pic>
      <p:pic>
        <p:nvPicPr>
          <p:cNvPr id="23" name="Graphic 22" descr="Server with solid fill">
            <a:extLst>
              <a:ext uri="{FF2B5EF4-FFF2-40B4-BE49-F238E27FC236}">
                <a16:creationId xmlns:a16="http://schemas.microsoft.com/office/drawing/2014/main" id="{7E15CA50-90A7-5F5F-4D61-40F7516A3207}"/>
              </a:ext>
            </a:extLst>
          </p:cNvPr>
          <p:cNvPicPr>
            <a:picLocks noChangeAspect="1"/>
          </p:cNvPicPr>
          <p:nvPr>
            <p:custDataLst>
              <p:tags r:id="rId10"/>
            </p:custDataLst>
          </p:nvPr>
        </p:nvPicPr>
        <p:blipFill>
          <a:blip>
            <a:extLst>
              <a:ext uri="{96DAC541-7B7A-43D3-8B79-37D633B846F1}">
                <asvg:svgBlip xmlns:asvg="http://schemas.microsoft.com/office/drawing/2016/SVG/main" r:embed="rId28"/>
              </a:ext>
            </a:extLst>
          </a:blip>
          <a:stretch>
            <a:fillRect/>
          </a:stretch>
        </p:blipFill>
        <p:spPr>
          <a:xfrm flipH="1">
            <a:off x="412156" y="5407427"/>
            <a:ext cx="521160" cy="521160"/>
          </a:xfrm>
          <a:prstGeom prst="rect">
            <a:avLst/>
          </a:prstGeom>
        </p:spPr>
      </p:pic>
      <mc:AlternateContent xmlns:mc="http://schemas.openxmlformats.org/markup-compatibility/2006">
        <mc:Choice xmlns:a14="http://schemas.microsoft.com/office/drawing/2010/main" Requires="a14">
          <p:sp>
            <p:nvSpPr>
              <p:cNvPr id="31" name="TextBox 30">
                <a:extLst>
                  <a:ext uri="{FF2B5EF4-FFF2-40B4-BE49-F238E27FC236}">
                    <a16:creationId xmlns:a16="http://schemas.microsoft.com/office/drawing/2014/main" id="{EE10E03B-CD42-27DC-6DF5-CB9596382EE5}"/>
                  </a:ext>
                </a:extLst>
              </p:cNvPr>
              <p:cNvSpPr txBox="1"/>
              <p:nvPr>
                <p:custDataLst>
                  <p:tags r:id="rId11"/>
                </p:custDataLst>
              </p:nvPr>
            </p:nvSpPr>
            <p:spPr>
              <a:xfrm>
                <a:off x="2848591" y="4397966"/>
                <a:ext cx="1567391" cy="369332"/>
              </a:xfrm>
              <a:prstGeom prst="rect">
                <a:avLst/>
              </a:prstGeom>
              <a:noFill/>
            </p:spPr>
            <p:txBody>
              <a:bodyPr wrap="square" rtlCol="0">
                <a:spAutoFit/>
              </a:bodyPr>
              <a:lstStyle/>
              <a:p>
                <a14:m>
                  <m:oMath xmlns:m="http://schemas.openxmlformats.org/officeDocument/2006/math">
                    <m:r>
                      <a:rPr lang="en-US" i="1" noProof="0" smtClean="0">
                        <a:solidFill>
                          <a:srgbClr val="FF0000"/>
                        </a:solidFill>
                        <a:latin typeface="Cambria Math" panose="02040503050406030204" pitchFamily="18" charset="0"/>
                      </a:rPr>
                      <m:t>𝑀</m:t>
                    </m:r>
                  </m:oMath>
                </a14:m>
                <a:r>
                  <a:rPr lang="en-US" noProof="0" dirty="0"/>
                  <a:t> blocks of </a:t>
                </a:r>
                <a14:m>
                  <m:oMath xmlns:m="http://schemas.openxmlformats.org/officeDocument/2006/math">
                    <m:r>
                      <a:rPr lang="en-US" i="1" noProof="0" smtClean="0">
                        <a:solidFill>
                          <a:srgbClr val="FF0000"/>
                        </a:solidFill>
                        <a:latin typeface="Cambria Math" panose="02040503050406030204" pitchFamily="18" charset="0"/>
                      </a:rPr>
                      <m:t>𝑚</m:t>
                    </m:r>
                  </m:oMath>
                </a14:m>
                <a:endParaRPr lang="en-US" noProof="0" dirty="0"/>
              </a:p>
            </p:txBody>
          </p:sp>
        </mc:Choice>
        <mc:Fallback>
          <p:sp>
            <p:nvSpPr>
              <p:cNvPr id="31" name="TextBox 30">
                <a:extLst>
                  <a:ext uri="{FF2B5EF4-FFF2-40B4-BE49-F238E27FC236}">
                    <a16:creationId xmlns:a16="http://schemas.microsoft.com/office/drawing/2014/main" id="{EE10E03B-CD42-27DC-6DF5-CB9596382EE5}"/>
                  </a:ext>
                </a:extLst>
              </p:cNvPr>
              <p:cNvSpPr txBox="1">
                <a:spLocks noRot="1" noChangeAspect="1" noMove="1" noResize="1" noEditPoints="1" noAdjustHandles="1" noChangeArrowheads="1" noChangeShapeType="1" noTextEdit="1"/>
              </p:cNvSpPr>
              <p:nvPr>
                <p:custDataLst>
                  <p:tags r:id="rId11"/>
                </p:custDataLst>
              </p:nvPr>
            </p:nvSpPr>
            <p:spPr>
              <a:xfrm>
                <a:off x="2848591" y="4397966"/>
                <a:ext cx="1567391" cy="369332"/>
              </a:xfrm>
              <a:prstGeom prst="rect">
                <a:avLst/>
              </a:prstGeom>
              <a:blipFill>
                <a:blip r:embed="rId29"/>
                <a:stretch>
                  <a:fillRect t="-6557" b="-26230"/>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3" name="TextBox 32">
                <a:extLst>
                  <a:ext uri="{FF2B5EF4-FFF2-40B4-BE49-F238E27FC236}">
                    <a16:creationId xmlns:a16="http://schemas.microsoft.com/office/drawing/2014/main" id="{830D2A10-C3C9-5980-4B7C-1920E7A6499E}"/>
                  </a:ext>
                </a:extLst>
              </p:cNvPr>
              <p:cNvSpPr txBox="1"/>
              <p:nvPr>
                <p:custDataLst>
                  <p:tags r:id="rId12"/>
                </p:custDataLst>
              </p:nvPr>
            </p:nvSpPr>
            <p:spPr>
              <a:xfrm>
                <a:off x="1033705" y="2614207"/>
                <a:ext cx="1567391" cy="369332"/>
              </a:xfrm>
              <a:prstGeom prst="rect">
                <a:avLst/>
              </a:prstGeom>
              <a:noFill/>
            </p:spPr>
            <p:txBody>
              <a:bodyPr wrap="square" rtlCol="0">
                <a:spAutoFit/>
              </a:bodyPr>
              <a:lstStyle/>
              <a:p>
                <a:pPr/>
                <a14:m>
                  <m:oMathPara xmlns:m="http://schemas.openxmlformats.org/officeDocument/2006/math">
                    <m:oMath>
                      <m:r>
                        <a:rPr lang="en-US" b="0" i="1" noProof="0" smtClean="0">
                          <a:solidFill>
                            <a:srgbClr val="FF0000"/>
                          </a:solidFill>
                          <a:latin typeface="Cambria Math" panose="02040503050406030204" pitchFamily="18" charset="0"/>
                        </a:rPr>
                        <m:t>𝑛</m:t>
                      </m:r>
                    </m:oMath>
                  </m:oMathPara>
                </a14:m>
                <a:endParaRPr lang="en-US" noProof="0" dirty="0"/>
              </a:p>
            </p:txBody>
          </p:sp>
        </mc:Choice>
        <mc:Fallback>
          <p:sp>
            <p:nvSpPr>
              <p:cNvPr id="33" name="TextBox 32">
                <a:extLst>
                  <a:ext uri="{FF2B5EF4-FFF2-40B4-BE49-F238E27FC236}">
                    <a16:creationId xmlns:a16="http://schemas.microsoft.com/office/drawing/2014/main" id="{830D2A10-C3C9-5980-4B7C-1920E7A6499E}"/>
                  </a:ext>
                </a:extLst>
              </p:cNvPr>
              <p:cNvSpPr txBox="1">
                <a:spLocks noRot="1" noChangeAspect="1" noMove="1" noResize="1" noEditPoints="1" noAdjustHandles="1" noChangeArrowheads="1" noChangeShapeType="1" noTextEdit="1"/>
              </p:cNvSpPr>
              <p:nvPr>
                <p:custDataLst>
                  <p:tags r:id="rId12"/>
                </p:custDataLst>
              </p:nvPr>
            </p:nvSpPr>
            <p:spPr>
              <a:xfrm>
                <a:off x="1033705" y="2614207"/>
                <a:ext cx="1567391" cy="369332"/>
              </a:xfrm>
              <a:prstGeom prst="rect">
                <a:avLst/>
              </a:prstGeom>
              <a:blipFill>
                <a:blip r:embed="rId30"/>
                <a:stretch>
                  <a:fillRect/>
                </a:stretch>
              </a:blipFill>
            </p:spPr>
            <p:txBody>
              <a:bodyPr/>
              <a:lstStyle/>
              <a:p>
                <a:r>
                  <a:rPr lang="en-US">
                    <a:noFill/>
                  </a:rPr>
                  <a:t> </a:t>
                </a:r>
              </a:p>
            </p:txBody>
          </p:sp>
        </mc:Fallback>
      </mc:AlternateContent>
      <p:cxnSp>
        <p:nvCxnSpPr>
          <p:cNvPr id="37" name="Straight Connector 36">
            <a:extLst>
              <a:ext uri="{FF2B5EF4-FFF2-40B4-BE49-F238E27FC236}">
                <a16:creationId xmlns:a16="http://schemas.microsoft.com/office/drawing/2014/main" id="{4A4A075C-DE25-365C-6E81-3128C8CB92C4}"/>
              </a:ext>
            </a:extLst>
          </p:cNvPr>
          <p:cNvCxnSpPr>
            <a:cxnSpLocks/>
          </p:cNvCxnSpPr>
          <p:nvPr>
            <p:custDataLst>
              <p:tags r:id="rId13"/>
            </p:custDataLst>
          </p:nvPr>
        </p:nvCxnSpPr>
        <p:spPr>
          <a:xfrm flipH="1">
            <a:off x="904990" y="3406997"/>
            <a:ext cx="131071" cy="0"/>
          </a:xfrm>
          <a:prstGeom prst="line">
            <a:avLst/>
          </a:prstGeom>
          <a:ln w="12700">
            <a:solidFill>
              <a:schemeClr val="tx1"/>
            </a:solidFill>
            <a:prstDash val="sysDot"/>
          </a:ln>
        </p:spPr>
        <p:style>
          <a:lnRef idx="2">
            <a:schemeClr val="accent1"/>
          </a:lnRef>
          <a:fillRef idx="0">
            <a:schemeClr val="accent1"/>
          </a:fillRef>
          <a:effectRef idx="1">
            <a:schemeClr val="accent1"/>
          </a:effectRef>
          <a:fontRef idx="minor">
            <a:schemeClr val="tx1"/>
          </a:fontRef>
        </p:style>
      </p:cxnSp>
      <p:cxnSp>
        <p:nvCxnSpPr>
          <p:cNvPr id="42" name="Straight Connector 41">
            <a:extLst>
              <a:ext uri="{FF2B5EF4-FFF2-40B4-BE49-F238E27FC236}">
                <a16:creationId xmlns:a16="http://schemas.microsoft.com/office/drawing/2014/main" id="{3AD1030F-B6DD-00FB-A2C5-AE5590588854}"/>
              </a:ext>
            </a:extLst>
          </p:cNvPr>
          <p:cNvCxnSpPr>
            <a:cxnSpLocks/>
          </p:cNvCxnSpPr>
          <p:nvPr>
            <p:custDataLst>
              <p:tags r:id="rId14"/>
            </p:custDataLst>
          </p:nvPr>
        </p:nvCxnSpPr>
        <p:spPr>
          <a:xfrm flipH="1">
            <a:off x="904990" y="4199953"/>
            <a:ext cx="131071" cy="0"/>
          </a:xfrm>
          <a:prstGeom prst="line">
            <a:avLst/>
          </a:prstGeom>
          <a:ln w="12700">
            <a:solidFill>
              <a:schemeClr val="tx1"/>
            </a:solidFill>
            <a:prstDash val="sysDot"/>
          </a:ln>
        </p:spPr>
        <p:style>
          <a:lnRef idx="2">
            <a:schemeClr val="accent1"/>
          </a:lnRef>
          <a:fillRef idx="0">
            <a:schemeClr val="accent1"/>
          </a:fillRef>
          <a:effectRef idx="1">
            <a:schemeClr val="accent1"/>
          </a:effectRef>
          <a:fontRef idx="minor">
            <a:schemeClr val="tx1"/>
          </a:fontRef>
        </p:style>
      </p:cxnSp>
      <p:cxnSp>
        <p:nvCxnSpPr>
          <p:cNvPr id="44" name="Straight Connector 43">
            <a:extLst>
              <a:ext uri="{FF2B5EF4-FFF2-40B4-BE49-F238E27FC236}">
                <a16:creationId xmlns:a16="http://schemas.microsoft.com/office/drawing/2014/main" id="{00B751AB-0537-2DC4-981F-1F8596A37ABB}"/>
              </a:ext>
            </a:extLst>
          </p:cNvPr>
          <p:cNvCxnSpPr>
            <a:cxnSpLocks/>
          </p:cNvCxnSpPr>
          <p:nvPr>
            <p:custDataLst>
              <p:tags r:id="rId15"/>
            </p:custDataLst>
          </p:nvPr>
        </p:nvCxnSpPr>
        <p:spPr>
          <a:xfrm flipH="1">
            <a:off x="904990" y="4957103"/>
            <a:ext cx="156471" cy="0"/>
          </a:xfrm>
          <a:prstGeom prst="line">
            <a:avLst/>
          </a:prstGeom>
          <a:ln w="12700">
            <a:solidFill>
              <a:schemeClr val="tx1"/>
            </a:solidFill>
            <a:prstDash val="sysDot"/>
          </a:ln>
        </p:spPr>
        <p:style>
          <a:lnRef idx="2">
            <a:schemeClr val="accent1"/>
          </a:lnRef>
          <a:fillRef idx="0">
            <a:schemeClr val="accent1"/>
          </a:fillRef>
          <a:effectRef idx="1">
            <a:schemeClr val="accent1"/>
          </a:effectRef>
          <a:fontRef idx="minor">
            <a:schemeClr val="tx1"/>
          </a:fontRef>
        </p:style>
      </p:cxnSp>
      <p:cxnSp>
        <p:nvCxnSpPr>
          <p:cNvPr id="46" name="Straight Connector 45">
            <a:extLst>
              <a:ext uri="{FF2B5EF4-FFF2-40B4-BE49-F238E27FC236}">
                <a16:creationId xmlns:a16="http://schemas.microsoft.com/office/drawing/2014/main" id="{CD19B355-FA91-A9A5-2FEF-259C20C86AF7}"/>
              </a:ext>
            </a:extLst>
          </p:cNvPr>
          <p:cNvCxnSpPr>
            <a:cxnSpLocks/>
          </p:cNvCxnSpPr>
          <p:nvPr>
            <p:custDataLst>
              <p:tags r:id="rId16"/>
            </p:custDataLst>
          </p:nvPr>
        </p:nvCxnSpPr>
        <p:spPr>
          <a:xfrm flipH="1">
            <a:off x="904990" y="5719407"/>
            <a:ext cx="156471" cy="0"/>
          </a:xfrm>
          <a:prstGeom prst="line">
            <a:avLst/>
          </a:prstGeom>
          <a:ln w="12700">
            <a:solidFill>
              <a:schemeClr val="tx1"/>
            </a:solidFill>
            <a:prstDash val="sysDot"/>
          </a:ln>
        </p:spPr>
        <p:style>
          <a:lnRef idx="2">
            <a:schemeClr val="accent1"/>
          </a:lnRef>
          <a:fillRef idx="0">
            <a:schemeClr val="accent1"/>
          </a:fillRef>
          <a:effectRef idx="1">
            <a:schemeClr val="accent1"/>
          </a:effectRef>
          <a:fontRef idx="minor">
            <a:schemeClr val="tx1"/>
          </a:fontRef>
        </p:style>
      </p:cxnSp>
      <p:sp>
        <p:nvSpPr>
          <p:cNvPr id="48" name="TextBox 47">
            <a:extLst>
              <a:ext uri="{FF2B5EF4-FFF2-40B4-BE49-F238E27FC236}">
                <a16:creationId xmlns:a16="http://schemas.microsoft.com/office/drawing/2014/main" id="{D675D228-CE77-DE58-39D4-695A05595AAD}"/>
              </a:ext>
            </a:extLst>
          </p:cNvPr>
          <p:cNvSpPr txBox="1"/>
          <p:nvPr>
            <p:custDataLst>
              <p:tags r:id="rId17"/>
            </p:custDataLst>
          </p:nvPr>
        </p:nvSpPr>
        <p:spPr>
          <a:xfrm>
            <a:off x="1466876" y="6116157"/>
            <a:ext cx="920750" cy="369332"/>
          </a:xfrm>
          <a:prstGeom prst="rect">
            <a:avLst/>
          </a:prstGeom>
          <a:noFill/>
        </p:spPr>
        <p:txBody>
          <a:bodyPr wrap="square">
            <a:spAutoFit/>
          </a:bodyPr>
          <a:lstStyle/>
          <a:p>
            <a:r>
              <a:rPr lang="en-US" sz="1800" noProof="0" dirty="0">
                <a:solidFill>
                  <a:srgbClr val="0070C1"/>
                </a:solidFill>
                <a:latin typeface="Fira Code" panose="020B0809050000020004" pitchFamily="49" charset="0"/>
              </a:rPr>
              <a:t>Data</a:t>
            </a:r>
            <a:endParaRPr lang="en-US" noProof="0" dirty="0"/>
          </a:p>
        </p:txBody>
      </p:sp>
      <p:sp>
        <p:nvSpPr>
          <p:cNvPr id="50" name="Left Brace 49">
            <a:extLst>
              <a:ext uri="{FF2B5EF4-FFF2-40B4-BE49-F238E27FC236}">
                <a16:creationId xmlns:a16="http://schemas.microsoft.com/office/drawing/2014/main" id="{E95766C1-B5D9-13B5-FB19-BBB779E706C4}"/>
              </a:ext>
            </a:extLst>
          </p:cNvPr>
          <p:cNvSpPr/>
          <p:nvPr>
            <p:custDataLst>
              <p:tags r:id="rId18"/>
            </p:custDataLst>
          </p:nvPr>
        </p:nvSpPr>
        <p:spPr>
          <a:xfrm>
            <a:off x="338460" y="3049108"/>
            <a:ext cx="122402" cy="3111531"/>
          </a:xfrm>
          <a:prstGeom prst="leftBrace">
            <a:avLst/>
          </a:prstGeom>
          <a:ln>
            <a:solidFill>
              <a:schemeClr val="tx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noProof="0" dirty="0"/>
          </a:p>
        </p:txBody>
      </p:sp>
      <p:sp>
        <p:nvSpPr>
          <p:cNvPr id="51" name="TextBox 50">
            <a:extLst>
              <a:ext uri="{FF2B5EF4-FFF2-40B4-BE49-F238E27FC236}">
                <a16:creationId xmlns:a16="http://schemas.microsoft.com/office/drawing/2014/main" id="{9978308B-BCCF-A96E-398B-794D49740CFD}"/>
              </a:ext>
            </a:extLst>
          </p:cNvPr>
          <p:cNvSpPr txBox="1"/>
          <p:nvPr>
            <p:custDataLst>
              <p:tags r:id="rId19"/>
            </p:custDataLst>
          </p:nvPr>
        </p:nvSpPr>
        <p:spPr>
          <a:xfrm rot="16200000">
            <a:off x="-634661" y="4368896"/>
            <a:ext cx="1638654" cy="369332"/>
          </a:xfrm>
          <a:prstGeom prst="rect">
            <a:avLst/>
          </a:prstGeom>
          <a:noFill/>
        </p:spPr>
        <p:txBody>
          <a:bodyPr wrap="none" rtlCol="0">
            <a:spAutoFit/>
          </a:bodyPr>
          <a:lstStyle/>
          <a:p>
            <a:r>
              <a:rPr lang="en-US" noProof="0" dirty="0"/>
              <a:t>MPI processes</a:t>
            </a:r>
          </a:p>
        </p:txBody>
      </p:sp>
      <p:sp>
        <p:nvSpPr>
          <p:cNvPr id="24" name="TextBox 23">
            <a:extLst>
              <a:ext uri="{FF2B5EF4-FFF2-40B4-BE49-F238E27FC236}">
                <a16:creationId xmlns:a16="http://schemas.microsoft.com/office/drawing/2014/main" id="{FA059D70-FCD1-6DBE-F6AD-CD030885F585}"/>
              </a:ext>
            </a:extLst>
          </p:cNvPr>
          <p:cNvSpPr txBox="1"/>
          <p:nvPr>
            <p:custDataLst>
              <p:tags r:id="rId20"/>
            </p:custDataLst>
          </p:nvPr>
        </p:nvSpPr>
        <p:spPr>
          <a:xfrm>
            <a:off x="2555373" y="960896"/>
            <a:ext cx="3084499" cy="461665"/>
          </a:xfrm>
          <a:prstGeom prst="rect">
            <a:avLst/>
          </a:prstGeom>
          <a:noFill/>
        </p:spPr>
        <p:txBody>
          <a:bodyPr wrap="none" rtlCol="0" anchor="b">
            <a:spAutoFit/>
          </a:bodyPr>
          <a:lstStyle/>
          <a:p>
            <a:pPr algn="ctr"/>
            <a:r>
              <a:rPr lang="en-US" sz="2400" noProof="0" dirty="0"/>
              <a:t>We want to distribute:</a:t>
            </a:r>
          </a:p>
        </p:txBody>
      </p:sp>
      <p:sp>
        <p:nvSpPr>
          <p:cNvPr id="5" name="Right Brace 4">
            <a:extLst>
              <a:ext uri="{FF2B5EF4-FFF2-40B4-BE49-F238E27FC236}">
                <a16:creationId xmlns:a16="http://schemas.microsoft.com/office/drawing/2014/main" id="{77506296-0DDC-BC41-92BD-0C2E58DAA530}"/>
              </a:ext>
            </a:extLst>
          </p:cNvPr>
          <p:cNvSpPr/>
          <p:nvPr>
            <p:custDataLst>
              <p:tags r:id="rId21"/>
            </p:custDataLst>
          </p:nvPr>
        </p:nvSpPr>
        <p:spPr>
          <a:xfrm>
            <a:off x="2684016" y="3049108"/>
            <a:ext cx="212320" cy="3067049"/>
          </a:xfrm>
          <a:prstGeom prst="rightBrace">
            <a:avLst/>
          </a:prstGeom>
          <a:ln>
            <a:solidFill>
              <a:schemeClr val="tx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62112353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5C74C628-CAA0-C24C-645A-3BB03B369C7A}"/>
              </a:ext>
            </a:extLst>
          </p:cNvPr>
          <p:cNvSpPr txBox="1"/>
          <p:nvPr>
            <p:custDataLst>
              <p:tags r:id="rId2"/>
            </p:custDataLst>
          </p:nvPr>
        </p:nvSpPr>
        <p:spPr>
          <a:xfrm>
            <a:off x="690570" y="1416337"/>
            <a:ext cx="7003310" cy="1124282"/>
          </a:xfrm>
          <a:prstGeom prst="rect">
            <a:avLst/>
          </a:prstGeom>
          <a:noFill/>
          <a:ln>
            <a:solidFill>
              <a:schemeClr val="tx1"/>
            </a:solidFill>
          </a:ln>
        </p:spPr>
        <p:txBody>
          <a:bodyPr wrap="none">
            <a:noAutofit/>
          </a:bodyPr>
          <a:lstStyle/>
          <a:p>
            <a:pPr>
              <a:lnSpc>
                <a:spcPct val="113095"/>
              </a:lnSpc>
              <a:buNone/>
            </a:pPr>
            <a:r>
              <a:rPr lang="en-US" sz="2000" b="0" noProof="0" dirty="0">
                <a:solidFill>
                  <a:srgbClr val="795E26"/>
                </a:solidFill>
                <a:effectLst/>
                <a:latin typeface="Fira Code" panose="020B0809050000020004" pitchFamily="49" charset="0"/>
              </a:rPr>
              <a:t>traverser</a:t>
            </a:r>
            <a:r>
              <a:rPr lang="en-US" sz="2000" b="0" noProof="0" dirty="0">
                <a:solidFill>
                  <a:srgbClr val="000000"/>
                </a:solidFill>
                <a:effectLst/>
                <a:latin typeface="Fira Code" panose="020B0809050000020004" pitchFamily="49" charset="0"/>
              </a:rPr>
              <a:t>(</a:t>
            </a:r>
            <a:r>
              <a:rPr lang="en-US" sz="2000" b="0" noProof="0" dirty="0">
                <a:solidFill>
                  <a:srgbClr val="001080"/>
                </a:solidFill>
                <a:effectLst/>
                <a:latin typeface="Fira Code" panose="020B0809050000020004" pitchFamily="49" charset="0"/>
              </a:rPr>
              <a:t>matrix</a:t>
            </a:r>
            <a:r>
              <a:rPr lang="en-US" sz="2000" b="0" noProof="0" dirty="0">
                <a:solidFill>
                  <a:srgbClr val="000000"/>
                </a:solidFill>
                <a:effectLst/>
                <a:latin typeface="Fira Code" panose="020B0809050000020004" pitchFamily="49" charset="0"/>
              </a:rPr>
              <a:t>).</a:t>
            </a:r>
            <a:r>
              <a:rPr lang="en-US" sz="2000" noProof="0" dirty="0">
                <a:solidFill>
                  <a:srgbClr val="795E26"/>
                </a:solidFill>
                <a:latin typeface="Fira Code" panose="020B0809050000020004" pitchFamily="49" charset="0"/>
              </a:rPr>
              <a:t>for_each</a:t>
            </a:r>
            <a:r>
              <a:rPr lang="en-US" sz="2000" b="0" noProof="0" dirty="0">
                <a:solidFill>
                  <a:srgbClr val="000000"/>
                </a:solidFill>
                <a:effectLst/>
                <a:latin typeface="Fira Code" panose="020B0809050000020004" pitchFamily="49" charset="0"/>
              </a:rPr>
              <a:t>([&amp;](</a:t>
            </a:r>
            <a:r>
              <a:rPr lang="en-US" sz="2000" b="0" noProof="0" dirty="0">
                <a:solidFill>
                  <a:srgbClr val="267F99"/>
                </a:solidFill>
                <a:effectLst/>
                <a:latin typeface="Fira Code" panose="020B0809050000020004" pitchFamily="49" charset="0"/>
              </a:rPr>
              <a:t>auto</a:t>
            </a:r>
            <a:r>
              <a:rPr lang="en-US" sz="2000" b="0" noProof="0" dirty="0">
                <a:solidFill>
                  <a:srgbClr val="000000"/>
                </a:solidFill>
                <a:effectLst/>
                <a:latin typeface="Fira Code" panose="020B0809050000020004" pitchFamily="49" charset="0"/>
              </a:rPr>
              <a:t> </a:t>
            </a:r>
            <a:r>
              <a:rPr lang="en-US" sz="2000" b="0" noProof="0" dirty="0">
                <a:solidFill>
                  <a:srgbClr val="001080"/>
                </a:solidFill>
                <a:effectLst/>
                <a:latin typeface="Fira Code" panose="020B0809050000020004" pitchFamily="49" charset="0"/>
              </a:rPr>
              <a:t>index</a:t>
            </a:r>
            <a:r>
              <a:rPr lang="en-US" sz="2000" b="0" noProof="0" dirty="0">
                <a:solidFill>
                  <a:srgbClr val="000000"/>
                </a:solidFill>
                <a:effectLst/>
                <a:latin typeface="Fira Code" panose="020B0809050000020004" pitchFamily="49" charset="0"/>
              </a:rPr>
              <a:t>) {</a:t>
            </a:r>
          </a:p>
          <a:p>
            <a:pPr>
              <a:lnSpc>
                <a:spcPct val="113095"/>
              </a:lnSpc>
              <a:buNone/>
            </a:pPr>
            <a:r>
              <a:rPr lang="en-US" sz="2000" b="0" noProof="0" dirty="0">
                <a:solidFill>
                  <a:srgbClr val="000000"/>
                </a:solidFill>
                <a:effectLst/>
                <a:latin typeface="Fira Code" panose="020B0809050000020004" pitchFamily="49" charset="0"/>
              </a:rPr>
              <a:t>    </a:t>
            </a:r>
            <a:r>
              <a:rPr lang="en-US" sz="2000" b="0" noProof="0" dirty="0">
                <a:solidFill>
                  <a:srgbClr val="001080"/>
                </a:solidFill>
                <a:effectLst/>
                <a:latin typeface="Fira Code" panose="020B0809050000020004" pitchFamily="49" charset="0"/>
              </a:rPr>
              <a:t>matrix</a:t>
            </a:r>
            <a:r>
              <a:rPr lang="en-US" sz="2000" b="0" noProof="0" dirty="0">
                <a:solidFill>
                  <a:srgbClr val="000000"/>
                </a:solidFill>
                <a:effectLst/>
                <a:latin typeface="Fira Code" panose="020B0809050000020004" pitchFamily="49" charset="0"/>
              </a:rPr>
              <a:t>[</a:t>
            </a:r>
            <a:r>
              <a:rPr lang="en-US" sz="2000" b="0" noProof="0" dirty="0">
                <a:solidFill>
                  <a:srgbClr val="001080"/>
                </a:solidFill>
                <a:effectLst/>
                <a:latin typeface="Fira Code" panose="020B0809050000020004" pitchFamily="49" charset="0"/>
              </a:rPr>
              <a:t>index</a:t>
            </a:r>
            <a:r>
              <a:rPr lang="en-US" sz="2000" b="0" noProof="0" dirty="0">
                <a:solidFill>
                  <a:srgbClr val="000000"/>
                </a:solidFill>
                <a:effectLst/>
                <a:latin typeface="Fira Code" panose="020B0809050000020004" pitchFamily="49" charset="0"/>
              </a:rPr>
              <a:t>] = </a:t>
            </a:r>
            <a:r>
              <a:rPr lang="en-US" sz="2000" noProof="0" dirty="0" err="1">
                <a:solidFill>
                  <a:srgbClr val="795E26"/>
                </a:solidFill>
                <a:latin typeface="Fira Code" panose="020B0809050000020004" pitchFamily="49" charset="0"/>
              </a:rPr>
              <a:t>init</a:t>
            </a:r>
            <a:r>
              <a:rPr lang="en-US" sz="2000" noProof="0" dirty="0">
                <a:solidFill>
                  <a:srgbClr val="000000"/>
                </a:solidFill>
                <a:latin typeface="Fira Code" panose="020B0809050000020004" pitchFamily="49" charset="0"/>
              </a:rPr>
              <a:t>(</a:t>
            </a:r>
            <a:r>
              <a:rPr lang="en-US" sz="2000" noProof="0" dirty="0">
                <a:solidFill>
                  <a:srgbClr val="001080"/>
                </a:solidFill>
                <a:latin typeface="Fira Code" panose="020B0809050000020004" pitchFamily="49" charset="0"/>
              </a:rPr>
              <a:t>index</a:t>
            </a:r>
            <a:r>
              <a:rPr lang="en-US" sz="2000" noProof="0" dirty="0">
                <a:solidFill>
                  <a:srgbClr val="000000"/>
                </a:solidFill>
                <a:latin typeface="Fira Code" panose="020B0809050000020004" pitchFamily="49" charset="0"/>
              </a:rPr>
              <a:t>)</a:t>
            </a:r>
            <a:r>
              <a:rPr lang="en-US" sz="2000" b="0" noProof="0" dirty="0">
                <a:solidFill>
                  <a:srgbClr val="000000"/>
                </a:solidFill>
                <a:effectLst/>
                <a:latin typeface="Fira Code" panose="020B0809050000020004" pitchFamily="49" charset="0"/>
              </a:rPr>
              <a:t>;</a:t>
            </a:r>
          </a:p>
          <a:p>
            <a:pPr>
              <a:lnSpc>
                <a:spcPct val="113095"/>
              </a:lnSpc>
              <a:buNone/>
            </a:pPr>
            <a:r>
              <a:rPr lang="en-US" sz="2000" b="0" noProof="0" dirty="0">
                <a:solidFill>
                  <a:srgbClr val="000000"/>
                </a:solidFill>
                <a:effectLst/>
                <a:latin typeface="Fira Code" panose="020B0809050000020004" pitchFamily="49" charset="0"/>
              </a:rPr>
              <a:t>})</a:t>
            </a:r>
            <a:r>
              <a:rPr lang="en-US" sz="2000" noProof="0" dirty="0">
                <a:solidFill>
                  <a:srgbClr val="000000"/>
                </a:solidFill>
                <a:latin typeface="Fira Code" panose="020B0809050000020004" pitchFamily="49" charset="0"/>
              </a:rPr>
              <a:t>;</a:t>
            </a:r>
          </a:p>
        </p:txBody>
      </p:sp>
      <p:sp>
        <p:nvSpPr>
          <p:cNvPr id="4" name="Title 3">
            <a:extLst>
              <a:ext uri="{FF2B5EF4-FFF2-40B4-BE49-F238E27FC236}">
                <a16:creationId xmlns:a16="http://schemas.microsoft.com/office/drawing/2014/main" id="{7CDFDB58-EA38-9006-322B-F713E3FA8103}"/>
              </a:ext>
            </a:extLst>
          </p:cNvPr>
          <p:cNvSpPr>
            <a:spLocks noGrp="1"/>
          </p:cNvSpPr>
          <p:nvPr>
            <p:ph type="title"/>
            <p:custDataLst>
              <p:tags r:id="rId3"/>
            </p:custDataLst>
          </p:nvPr>
        </p:nvSpPr>
        <p:spPr/>
        <p:txBody>
          <a:bodyPr/>
          <a:lstStyle/>
          <a:p>
            <a:r>
              <a:rPr lang="en-US" noProof="0" dirty="0"/>
              <a:t>Distributed initialization using MPI</a:t>
            </a:r>
          </a:p>
        </p:txBody>
      </p:sp>
      <p:sp>
        <p:nvSpPr>
          <p:cNvPr id="43" name="TextBox 42">
            <a:extLst>
              <a:ext uri="{FF2B5EF4-FFF2-40B4-BE49-F238E27FC236}">
                <a16:creationId xmlns:a16="http://schemas.microsoft.com/office/drawing/2014/main" id="{3C95CC93-9CA9-7209-C22C-7D083498E953}"/>
              </a:ext>
            </a:extLst>
          </p:cNvPr>
          <p:cNvSpPr txBox="1"/>
          <p:nvPr>
            <p:custDataLst>
              <p:tags r:id="rId4"/>
            </p:custDataLst>
          </p:nvPr>
        </p:nvSpPr>
        <p:spPr>
          <a:xfrm>
            <a:off x="5303351" y="2574520"/>
            <a:ext cx="5703806" cy="461665"/>
          </a:xfrm>
          <a:prstGeom prst="rect">
            <a:avLst/>
          </a:prstGeom>
          <a:noFill/>
        </p:spPr>
        <p:txBody>
          <a:bodyPr wrap="none" rtlCol="0" anchor="b">
            <a:spAutoFit/>
          </a:bodyPr>
          <a:lstStyle/>
          <a:p>
            <a:pPr algn="ctr"/>
            <a:r>
              <a:rPr lang="en-US" sz="2400" noProof="0" dirty="0"/>
              <a:t>Binding traversal to an MPI communicator</a:t>
            </a:r>
          </a:p>
        </p:txBody>
      </p:sp>
      <p:sp>
        <p:nvSpPr>
          <p:cNvPr id="2" name="Date Placeholder 1">
            <a:extLst>
              <a:ext uri="{FF2B5EF4-FFF2-40B4-BE49-F238E27FC236}">
                <a16:creationId xmlns:a16="http://schemas.microsoft.com/office/drawing/2014/main" id="{29057125-4E7B-776B-DCD0-38C2BDDEA0EE}"/>
              </a:ext>
            </a:extLst>
          </p:cNvPr>
          <p:cNvSpPr>
            <a:spLocks noGrp="1"/>
          </p:cNvSpPr>
          <p:nvPr>
            <p:ph type="dt" sz="half" idx="10"/>
            <p:custDataLst>
              <p:tags r:id="rId5"/>
            </p:custDataLst>
          </p:nvPr>
        </p:nvSpPr>
        <p:spPr/>
        <p:txBody>
          <a:bodyPr/>
          <a:lstStyle/>
          <a:p>
            <a:r>
              <a:rPr lang="en-US" noProof="0"/>
              <a:t>9/5/2026</a:t>
            </a:r>
            <a:endParaRPr lang="en-US" noProof="0" dirty="0"/>
          </a:p>
        </p:txBody>
      </p:sp>
      <p:sp>
        <p:nvSpPr>
          <p:cNvPr id="3" name="Slide Number Placeholder 2">
            <a:extLst>
              <a:ext uri="{FF2B5EF4-FFF2-40B4-BE49-F238E27FC236}">
                <a16:creationId xmlns:a16="http://schemas.microsoft.com/office/drawing/2014/main" id="{850D6802-E8E6-C834-23FA-38D2C05CB2AB}"/>
              </a:ext>
            </a:extLst>
          </p:cNvPr>
          <p:cNvSpPr>
            <a:spLocks noGrp="1"/>
          </p:cNvSpPr>
          <p:nvPr>
            <p:ph type="sldNum" sz="quarter" idx="12"/>
            <p:custDataLst>
              <p:tags r:id="rId6"/>
            </p:custDataLst>
          </p:nvPr>
        </p:nvSpPr>
        <p:spPr/>
        <p:txBody>
          <a:bodyPr/>
          <a:lstStyle/>
          <a:p>
            <a:r>
              <a:rPr lang="en-US" noProof="0"/>
              <a:t>15</a:t>
            </a:r>
            <a:endParaRPr lang="en-US" noProof="0" dirty="0"/>
          </a:p>
        </p:txBody>
      </p:sp>
      <p:pic>
        <p:nvPicPr>
          <p:cNvPr id="6" name="Graphic 5" descr="Server with solid fill">
            <a:extLst>
              <a:ext uri="{FF2B5EF4-FFF2-40B4-BE49-F238E27FC236}">
                <a16:creationId xmlns:a16="http://schemas.microsoft.com/office/drawing/2014/main" id="{AE5C4A6A-2A3F-D5E7-21AA-E055A392DE65}"/>
              </a:ext>
            </a:extLst>
          </p:cNvPr>
          <p:cNvPicPr>
            <a:picLocks noChangeAspect="1"/>
          </p:cNvPicPr>
          <p:nvPr>
            <p:custDataLst>
              <p:tags r:id="rId7"/>
            </p:custDataLst>
          </p:nvPr>
        </p:nvPicPr>
        <p:blipFill>
          <a:blip>
            <a:extLst>
              <a:ext uri="{96DAC541-7B7A-43D3-8B79-37D633B846F1}">
                <asvg:svgBlip xmlns:asvg="http://schemas.microsoft.com/office/drawing/2016/SVG/main" r:embed="rId25"/>
              </a:ext>
            </a:extLst>
          </a:blip>
          <a:stretch>
            <a:fillRect/>
          </a:stretch>
        </p:blipFill>
        <p:spPr>
          <a:xfrm flipH="1">
            <a:off x="412156" y="3162420"/>
            <a:ext cx="521160" cy="521160"/>
          </a:xfrm>
          <a:prstGeom prst="rect">
            <a:avLst/>
          </a:prstGeom>
        </p:spPr>
      </p:pic>
      <p:pic>
        <p:nvPicPr>
          <p:cNvPr id="12" name="Graphic 11">
            <a:extLst>
              <a:ext uri="{FF2B5EF4-FFF2-40B4-BE49-F238E27FC236}">
                <a16:creationId xmlns:a16="http://schemas.microsoft.com/office/drawing/2014/main" id="{DD2275A2-A9C6-807A-E3FF-34B66CDA2517}"/>
              </a:ext>
            </a:extLst>
          </p:cNvPr>
          <p:cNvPicPr>
            <a:picLocks noChangeAspect="1"/>
          </p:cNvPicPr>
          <p:nvPr>
            <p:custDataLst>
              <p:tags r:id="rId8"/>
            </p:custDataLst>
          </p:nvPr>
        </p:nvPicPr>
        <p:blipFill>
          <a:blip>
            <a:extLst>
              <a:ext uri="{96DAC541-7B7A-43D3-8B79-37D633B846F1}">
                <asvg:svgBlip xmlns:asvg="http://schemas.microsoft.com/office/drawing/2016/SVG/main" r:embed="rId26"/>
              </a:ext>
            </a:extLst>
          </a:blip>
          <a:stretch>
            <a:fillRect/>
          </a:stretch>
        </p:blipFill>
        <p:spPr>
          <a:xfrm>
            <a:off x="1078885" y="3049108"/>
            <a:ext cx="1543050" cy="3067050"/>
          </a:xfrm>
          <a:prstGeom prst="rect">
            <a:avLst/>
          </a:prstGeom>
        </p:spPr>
      </p:pic>
      <p:pic>
        <p:nvPicPr>
          <p:cNvPr id="16" name="Graphic 15" descr="Server with solid fill">
            <a:extLst>
              <a:ext uri="{FF2B5EF4-FFF2-40B4-BE49-F238E27FC236}">
                <a16:creationId xmlns:a16="http://schemas.microsoft.com/office/drawing/2014/main" id="{082AF5A3-AB88-5B95-D0E8-599F0C027E9E}"/>
              </a:ext>
            </a:extLst>
          </p:cNvPr>
          <p:cNvPicPr>
            <a:picLocks noChangeAspect="1"/>
          </p:cNvPicPr>
          <p:nvPr>
            <p:custDataLst>
              <p:tags r:id="rId9"/>
            </p:custDataLst>
          </p:nvPr>
        </p:nvPicPr>
        <p:blipFill>
          <a:blip>
            <a:extLst>
              <a:ext uri="{96DAC541-7B7A-43D3-8B79-37D633B846F1}">
                <asvg:svgBlip xmlns:asvg="http://schemas.microsoft.com/office/drawing/2016/SVG/main" r:embed="rId27"/>
              </a:ext>
            </a:extLst>
          </a:blip>
          <a:stretch>
            <a:fillRect/>
          </a:stretch>
        </p:blipFill>
        <p:spPr>
          <a:xfrm flipH="1">
            <a:off x="412156" y="3988961"/>
            <a:ext cx="521160" cy="521160"/>
          </a:xfrm>
          <a:prstGeom prst="rect">
            <a:avLst/>
          </a:prstGeom>
        </p:spPr>
      </p:pic>
      <p:pic>
        <p:nvPicPr>
          <p:cNvPr id="19" name="Graphic 18" descr="Server with solid fill">
            <a:extLst>
              <a:ext uri="{FF2B5EF4-FFF2-40B4-BE49-F238E27FC236}">
                <a16:creationId xmlns:a16="http://schemas.microsoft.com/office/drawing/2014/main" id="{71641C04-2032-47B1-3172-33AD1DEB3448}"/>
              </a:ext>
            </a:extLst>
          </p:cNvPr>
          <p:cNvPicPr>
            <a:picLocks noChangeAspect="1"/>
          </p:cNvPicPr>
          <p:nvPr>
            <p:custDataLst>
              <p:tags r:id="rId10"/>
            </p:custDataLst>
          </p:nvPr>
        </p:nvPicPr>
        <p:blipFill>
          <a:blip>
            <a:extLst>
              <a:ext uri="{96DAC541-7B7A-43D3-8B79-37D633B846F1}">
                <asvg:svgBlip xmlns:asvg="http://schemas.microsoft.com/office/drawing/2016/SVG/main" r:embed="rId28"/>
              </a:ext>
            </a:extLst>
          </a:blip>
          <a:stretch>
            <a:fillRect/>
          </a:stretch>
        </p:blipFill>
        <p:spPr>
          <a:xfrm flipH="1">
            <a:off x="412156" y="4696523"/>
            <a:ext cx="521160" cy="521160"/>
          </a:xfrm>
          <a:prstGeom prst="rect">
            <a:avLst/>
          </a:prstGeom>
        </p:spPr>
      </p:pic>
      <p:pic>
        <p:nvPicPr>
          <p:cNvPr id="23" name="Graphic 22" descr="Server with solid fill">
            <a:extLst>
              <a:ext uri="{FF2B5EF4-FFF2-40B4-BE49-F238E27FC236}">
                <a16:creationId xmlns:a16="http://schemas.microsoft.com/office/drawing/2014/main" id="{7E15CA50-90A7-5F5F-4D61-40F7516A3207}"/>
              </a:ext>
            </a:extLst>
          </p:cNvPr>
          <p:cNvPicPr>
            <a:picLocks noChangeAspect="1"/>
          </p:cNvPicPr>
          <p:nvPr>
            <p:custDataLst>
              <p:tags r:id="rId11"/>
            </p:custDataLst>
          </p:nvPr>
        </p:nvPicPr>
        <p:blipFill>
          <a:blip>
            <a:extLst>
              <a:ext uri="{96DAC541-7B7A-43D3-8B79-37D633B846F1}">
                <asvg:svgBlip xmlns:asvg="http://schemas.microsoft.com/office/drawing/2016/SVG/main" r:embed="rId29"/>
              </a:ext>
            </a:extLst>
          </a:blip>
          <a:stretch>
            <a:fillRect/>
          </a:stretch>
        </p:blipFill>
        <p:spPr>
          <a:xfrm flipH="1">
            <a:off x="412156" y="5407427"/>
            <a:ext cx="521160" cy="521160"/>
          </a:xfrm>
          <a:prstGeom prst="rect">
            <a:avLst/>
          </a:prstGeom>
        </p:spPr>
      </p:pic>
      <mc:AlternateContent xmlns:mc="http://schemas.openxmlformats.org/markup-compatibility/2006">
        <mc:Choice xmlns:a14="http://schemas.microsoft.com/office/drawing/2010/main" Requires="a14">
          <p:sp>
            <p:nvSpPr>
              <p:cNvPr id="31" name="TextBox 30">
                <a:extLst>
                  <a:ext uri="{FF2B5EF4-FFF2-40B4-BE49-F238E27FC236}">
                    <a16:creationId xmlns:a16="http://schemas.microsoft.com/office/drawing/2014/main" id="{EE10E03B-CD42-27DC-6DF5-CB9596382EE5}"/>
                  </a:ext>
                </a:extLst>
              </p:cNvPr>
              <p:cNvSpPr txBox="1"/>
              <p:nvPr>
                <p:custDataLst>
                  <p:tags r:id="rId12"/>
                </p:custDataLst>
              </p:nvPr>
            </p:nvSpPr>
            <p:spPr>
              <a:xfrm>
                <a:off x="2848591" y="4397966"/>
                <a:ext cx="1567391" cy="369332"/>
              </a:xfrm>
              <a:prstGeom prst="rect">
                <a:avLst/>
              </a:prstGeom>
              <a:noFill/>
            </p:spPr>
            <p:txBody>
              <a:bodyPr wrap="square" rtlCol="0">
                <a:spAutoFit/>
              </a:bodyPr>
              <a:lstStyle/>
              <a:p>
                <a14:m>
                  <m:oMath xmlns:m="http://schemas.openxmlformats.org/officeDocument/2006/math">
                    <m:r>
                      <a:rPr lang="en-US" i="1" noProof="0" smtClean="0">
                        <a:solidFill>
                          <a:srgbClr val="FF0000"/>
                        </a:solidFill>
                        <a:latin typeface="Cambria Math" panose="02040503050406030204" pitchFamily="18" charset="0"/>
                      </a:rPr>
                      <m:t>𝑀</m:t>
                    </m:r>
                  </m:oMath>
                </a14:m>
                <a:r>
                  <a:rPr lang="en-US" noProof="0" dirty="0"/>
                  <a:t> blocks of </a:t>
                </a:r>
                <a14:m>
                  <m:oMath xmlns:m="http://schemas.openxmlformats.org/officeDocument/2006/math">
                    <m:r>
                      <a:rPr lang="en-US" i="1" noProof="0" smtClean="0">
                        <a:solidFill>
                          <a:srgbClr val="FF0000"/>
                        </a:solidFill>
                        <a:latin typeface="Cambria Math" panose="02040503050406030204" pitchFamily="18" charset="0"/>
                      </a:rPr>
                      <m:t>𝑚</m:t>
                    </m:r>
                  </m:oMath>
                </a14:m>
                <a:endParaRPr lang="en-US" noProof="0" dirty="0"/>
              </a:p>
            </p:txBody>
          </p:sp>
        </mc:Choice>
        <mc:Fallback>
          <p:sp>
            <p:nvSpPr>
              <p:cNvPr id="31" name="TextBox 30">
                <a:extLst>
                  <a:ext uri="{FF2B5EF4-FFF2-40B4-BE49-F238E27FC236}">
                    <a16:creationId xmlns:a16="http://schemas.microsoft.com/office/drawing/2014/main" id="{EE10E03B-CD42-27DC-6DF5-CB9596382EE5}"/>
                  </a:ext>
                </a:extLst>
              </p:cNvPr>
              <p:cNvSpPr txBox="1">
                <a:spLocks noRot="1" noChangeAspect="1" noMove="1" noResize="1" noEditPoints="1" noAdjustHandles="1" noChangeArrowheads="1" noChangeShapeType="1" noTextEdit="1"/>
              </p:cNvSpPr>
              <p:nvPr>
                <p:custDataLst>
                  <p:tags r:id="rId12"/>
                </p:custDataLst>
              </p:nvPr>
            </p:nvSpPr>
            <p:spPr>
              <a:xfrm>
                <a:off x="2848591" y="4397966"/>
                <a:ext cx="1567391" cy="369332"/>
              </a:xfrm>
              <a:prstGeom prst="rect">
                <a:avLst/>
              </a:prstGeom>
              <a:blipFill>
                <a:blip r:embed="rId30"/>
                <a:stretch>
                  <a:fillRect t="-6557" b="-26230"/>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3" name="TextBox 32">
                <a:extLst>
                  <a:ext uri="{FF2B5EF4-FFF2-40B4-BE49-F238E27FC236}">
                    <a16:creationId xmlns:a16="http://schemas.microsoft.com/office/drawing/2014/main" id="{830D2A10-C3C9-5980-4B7C-1920E7A6499E}"/>
                  </a:ext>
                </a:extLst>
              </p:cNvPr>
              <p:cNvSpPr txBox="1"/>
              <p:nvPr>
                <p:custDataLst>
                  <p:tags r:id="rId13"/>
                </p:custDataLst>
              </p:nvPr>
            </p:nvSpPr>
            <p:spPr>
              <a:xfrm>
                <a:off x="1033705" y="2614207"/>
                <a:ext cx="1567391" cy="369332"/>
              </a:xfrm>
              <a:prstGeom prst="rect">
                <a:avLst/>
              </a:prstGeom>
              <a:noFill/>
            </p:spPr>
            <p:txBody>
              <a:bodyPr wrap="square" rtlCol="0">
                <a:spAutoFit/>
              </a:bodyPr>
              <a:lstStyle/>
              <a:p>
                <a:pPr/>
                <a14:m>
                  <m:oMathPara xmlns:m="http://schemas.openxmlformats.org/officeDocument/2006/math">
                    <m:oMath>
                      <m:r>
                        <a:rPr lang="en-US" b="0" i="1" noProof="0" smtClean="0">
                          <a:solidFill>
                            <a:srgbClr val="FF0000"/>
                          </a:solidFill>
                          <a:latin typeface="Cambria Math" panose="02040503050406030204" pitchFamily="18" charset="0"/>
                        </a:rPr>
                        <m:t>𝑛</m:t>
                      </m:r>
                    </m:oMath>
                  </m:oMathPara>
                </a14:m>
                <a:endParaRPr lang="en-US" noProof="0" dirty="0"/>
              </a:p>
            </p:txBody>
          </p:sp>
        </mc:Choice>
        <mc:Fallback>
          <p:sp>
            <p:nvSpPr>
              <p:cNvPr id="33" name="TextBox 32">
                <a:extLst>
                  <a:ext uri="{FF2B5EF4-FFF2-40B4-BE49-F238E27FC236}">
                    <a16:creationId xmlns:a16="http://schemas.microsoft.com/office/drawing/2014/main" id="{830D2A10-C3C9-5980-4B7C-1920E7A6499E}"/>
                  </a:ext>
                </a:extLst>
              </p:cNvPr>
              <p:cNvSpPr txBox="1">
                <a:spLocks noRot="1" noChangeAspect="1" noMove="1" noResize="1" noEditPoints="1" noAdjustHandles="1" noChangeArrowheads="1" noChangeShapeType="1" noTextEdit="1"/>
              </p:cNvSpPr>
              <p:nvPr>
                <p:custDataLst>
                  <p:tags r:id="rId13"/>
                </p:custDataLst>
              </p:nvPr>
            </p:nvSpPr>
            <p:spPr>
              <a:xfrm>
                <a:off x="1033705" y="2614207"/>
                <a:ext cx="1567391" cy="369332"/>
              </a:xfrm>
              <a:prstGeom prst="rect">
                <a:avLst/>
              </a:prstGeom>
              <a:blipFill>
                <a:blip r:embed="rId31"/>
                <a:stretch>
                  <a:fillRect/>
                </a:stretch>
              </a:blipFill>
            </p:spPr>
            <p:txBody>
              <a:bodyPr/>
              <a:lstStyle/>
              <a:p>
                <a:r>
                  <a:rPr lang="en-US">
                    <a:noFill/>
                  </a:rPr>
                  <a:t> </a:t>
                </a:r>
              </a:p>
            </p:txBody>
          </p:sp>
        </mc:Fallback>
      </mc:AlternateContent>
      <p:cxnSp>
        <p:nvCxnSpPr>
          <p:cNvPr id="37" name="Straight Connector 36">
            <a:extLst>
              <a:ext uri="{FF2B5EF4-FFF2-40B4-BE49-F238E27FC236}">
                <a16:creationId xmlns:a16="http://schemas.microsoft.com/office/drawing/2014/main" id="{4A4A075C-DE25-365C-6E81-3128C8CB92C4}"/>
              </a:ext>
            </a:extLst>
          </p:cNvPr>
          <p:cNvCxnSpPr>
            <a:cxnSpLocks/>
          </p:cNvCxnSpPr>
          <p:nvPr>
            <p:custDataLst>
              <p:tags r:id="rId14"/>
            </p:custDataLst>
          </p:nvPr>
        </p:nvCxnSpPr>
        <p:spPr>
          <a:xfrm flipH="1">
            <a:off x="904990" y="3406997"/>
            <a:ext cx="131071" cy="0"/>
          </a:xfrm>
          <a:prstGeom prst="line">
            <a:avLst/>
          </a:prstGeom>
          <a:ln w="12700">
            <a:solidFill>
              <a:schemeClr val="tx1"/>
            </a:solidFill>
            <a:prstDash val="sysDot"/>
          </a:ln>
        </p:spPr>
        <p:style>
          <a:lnRef idx="2">
            <a:schemeClr val="accent1"/>
          </a:lnRef>
          <a:fillRef idx="0">
            <a:schemeClr val="accent1"/>
          </a:fillRef>
          <a:effectRef idx="1">
            <a:schemeClr val="accent1"/>
          </a:effectRef>
          <a:fontRef idx="minor">
            <a:schemeClr val="tx1"/>
          </a:fontRef>
        </p:style>
      </p:cxnSp>
      <p:cxnSp>
        <p:nvCxnSpPr>
          <p:cNvPr id="42" name="Straight Connector 41">
            <a:extLst>
              <a:ext uri="{FF2B5EF4-FFF2-40B4-BE49-F238E27FC236}">
                <a16:creationId xmlns:a16="http://schemas.microsoft.com/office/drawing/2014/main" id="{3AD1030F-B6DD-00FB-A2C5-AE5590588854}"/>
              </a:ext>
            </a:extLst>
          </p:cNvPr>
          <p:cNvCxnSpPr>
            <a:cxnSpLocks/>
          </p:cNvCxnSpPr>
          <p:nvPr>
            <p:custDataLst>
              <p:tags r:id="rId15"/>
            </p:custDataLst>
          </p:nvPr>
        </p:nvCxnSpPr>
        <p:spPr>
          <a:xfrm flipH="1">
            <a:off x="904990" y="4199953"/>
            <a:ext cx="131071" cy="0"/>
          </a:xfrm>
          <a:prstGeom prst="line">
            <a:avLst/>
          </a:prstGeom>
          <a:ln w="12700">
            <a:solidFill>
              <a:schemeClr val="tx1"/>
            </a:solidFill>
            <a:prstDash val="sysDot"/>
          </a:ln>
        </p:spPr>
        <p:style>
          <a:lnRef idx="2">
            <a:schemeClr val="accent1"/>
          </a:lnRef>
          <a:fillRef idx="0">
            <a:schemeClr val="accent1"/>
          </a:fillRef>
          <a:effectRef idx="1">
            <a:schemeClr val="accent1"/>
          </a:effectRef>
          <a:fontRef idx="minor">
            <a:schemeClr val="tx1"/>
          </a:fontRef>
        </p:style>
      </p:cxnSp>
      <p:cxnSp>
        <p:nvCxnSpPr>
          <p:cNvPr id="44" name="Straight Connector 43">
            <a:extLst>
              <a:ext uri="{FF2B5EF4-FFF2-40B4-BE49-F238E27FC236}">
                <a16:creationId xmlns:a16="http://schemas.microsoft.com/office/drawing/2014/main" id="{00B751AB-0537-2DC4-981F-1F8596A37ABB}"/>
              </a:ext>
            </a:extLst>
          </p:cNvPr>
          <p:cNvCxnSpPr>
            <a:cxnSpLocks/>
          </p:cNvCxnSpPr>
          <p:nvPr>
            <p:custDataLst>
              <p:tags r:id="rId16"/>
            </p:custDataLst>
          </p:nvPr>
        </p:nvCxnSpPr>
        <p:spPr>
          <a:xfrm flipH="1">
            <a:off x="904990" y="4957103"/>
            <a:ext cx="156471" cy="0"/>
          </a:xfrm>
          <a:prstGeom prst="line">
            <a:avLst/>
          </a:prstGeom>
          <a:ln w="12700">
            <a:solidFill>
              <a:schemeClr val="tx1"/>
            </a:solidFill>
            <a:prstDash val="sysDot"/>
          </a:ln>
        </p:spPr>
        <p:style>
          <a:lnRef idx="2">
            <a:schemeClr val="accent1"/>
          </a:lnRef>
          <a:fillRef idx="0">
            <a:schemeClr val="accent1"/>
          </a:fillRef>
          <a:effectRef idx="1">
            <a:schemeClr val="accent1"/>
          </a:effectRef>
          <a:fontRef idx="minor">
            <a:schemeClr val="tx1"/>
          </a:fontRef>
        </p:style>
      </p:cxnSp>
      <p:cxnSp>
        <p:nvCxnSpPr>
          <p:cNvPr id="46" name="Straight Connector 45">
            <a:extLst>
              <a:ext uri="{FF2B5EF4-FFF2-40B4-BE49-F238E27FC236}">
                <a16:creationId xmlns:a16="http://schemas.microsoft.com/office/drawing/2014/main" id="{CD19B355-FA91-A9A5-2FEF-259C20C86AF7}"/>
              </a:ext>
            </a:extLst>
          </p:cNvPr>
          <p:cNvCxnSpPr>
            <a:cxnSpLocks/>
          </p:cNvCxnSpPr>
          <p:nvPr>
            <p:custDataLst>
              <p:tags r:id="rId17"/>
            </p:custDataLst>
          </p:nvPr>
        </p:nvCxnSpPr>
        <p:spPr>
          <a:xfrm flipH="1">
            <a:off x="904990" y="5719407"/>
            <a:ext cx="156471" cy="0"/>
          </a:xfrm>
          <a:prstGeom prst="line">
            <a:avLst/>
          </a:prstGeom>
          <a:ln w="12700">
            <a:solidFill>
              <a:schemeClr val="tx1"/>
            </a:solidFill>
            <a:prstDash val="sysDot"/>
          </a:ln>
        </p:spPr>
        <p:style>
          <a:lnRef idx="2">
            <a:schemeClr val="accent1"/>
          </a:lnRef>
          <a:fillRef idx="0">
            <a:schemeClr val="accent1"/>
          </a:fillRef>
          <a:effectRef idx="1">
            <a:schemeClr val="accent1"/>
          </a:effectRef>
          <a:fontRef idx="minor">
            <a:schemeClr val="tx1"/>
          </a:fontRef>
        </p:style>
      </p:cxnSp>
      <p:sp>
        <p:nvSpPr>
          <p:cNvPr id="48" name="TextBox 47">
            <a:extLst>
              <a:ext uri="{FF2B5EF4-FFF2-40B4-BE49-F238E27FC236}">
                <a16:creationId xmlns:a16="http://schemas.microsoft.com/office/drawing/2014/main" id="{D675D228-CE77-DE58-39D4-695A05595AAD}"/>
              </a:ext>
            </a:extLst>
          </p:cNvPr>
          <p:cNvSpPr txBox="1"/>
          <p:nvPr>
            <p:custDataLst>
              <p:tags r:id="rId18"/>
            </p:custDataLst>
          </p:nvPr>
        </p:nvSpPr>
        <p:spPr>
          <a:xfrm>
            <a:off x="1466876" y="6116157"/>
            <a:ext cx="920750" cy="369332"/>
          </a:xfrm>
          <a:prstGeom prst="rect">
            <a:avLst/>
          </a:prstGeom>
          <a:noFill/>
        </p:spPr>
        <p:txBody>
          <a:bodyPr wrap="square">
            <a:spAutoFit/>
          </a:bodyPr>
          <a:lstStyle/>
          <a:p>
            <a:r>
              <a:rPr lang="en-US" sz="1800" noProof="0" dirty="0">
                <a:solidFill>
                  <a:srgbClr val="0070C1"/>
                </a:solidFill>
                <a:latin typeface="Fira Code" panose="020B0809050000020004" pitchFamily="49" charset="0"/>
              </a:rPr>
              <a:t>Data</a:t>
            </a:r>
            <a:endParaRPr lang="en-US" noProof="0" dirty="0"/>
          </a:p>
        </p:txBody>
      </p:sp>
      <p:sp>
        <p:nvSpPr>
          <p:cNvPr id="50" name="Left Brace 49">
            <a:extLst>
              <a:ext uri="{FF2B5EF4-FFF2-40B4-BE49-F238E27FC236}">
                <a16:creationId xmlns:a16="http://schemas.microsoft.com/office/drawing/2014/main" id="{E95766C1-B5D9-13B5-FB19-BBB779E706C4}"/>
              </a:ext>
            </a:extLst>
          </p:cNvPr>
          <p:cNvSpPr/>
          <p:nvPr>
            <p:custDataLst>
              <p:tags r:id="rId19"/>
            </p:custDataLst>
          </p:nvPr>
        </p:nvSpPr>
        <p:spPr>
          <a:xfrm>
            <a:off x="338460" y="3049108"/>
            <a:ext cx="122402" cy="3111531"/>
          </a:xfrm>
          <a:prstGeom prst="leftBrace">
            <a:avLst/>
          </a:prstGeom>
          <a:ln>
            <a:solidFill>
              <a:schemeClr val="tx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noProof="0" dirty="0"/>
          </a:p>
        </p:txBody>
      </p:sp>
      <p:sp>
        <p:nvSpPr>
          <p:cNvPr id="51" name="TextBox 50">
            <a:extLst>
              <a:ext uri="{FF2B5EF4-FFF2-40B4-BE49-F238E27FC236}">
                <a16:creationId xmlns:a16="http://schemas.microsoft.com/office/drawing/2014/main" id="{9978308B-BCCF-A96E-398B-794D49740CFD}"/>
              </a:ext>
            </a:extLst>
          </p:cNvPr>
          <p:cNvSpPr txBox="1"/>
          <p:nvPr>
            <p:custDataLst>
              <p:tags r:id="rId20"/>
            </p:custDataLst>
          </p:nvPr>
        </p:nvSpPr>
        <p:spPr>
          <a:xfrm rot="16200000">
            <a:off x="-634661" y="4368896"/>
            <a:ext cx="1638654" cy="369332"/>
          </a:xfrm>
          <a:prstGeom prst="rect">
            <a:avLst/>
          </a:prstGeom>
          <a:noFill/>
        </p:spPr>
        <p:txBody>
          <a:bodyPr wrap="none" rtlCol="0">
            <a:spAutoFit/>
          </a:bodyPr>
          <a:lstStyle/>
          <a:p>
            <a:r>
              <a:rPr lang="en-US" noProof="0" dirty="0"/>
              <a:t>MPI processes</a:t>
            </a:r>
          </a:p>
        </p:txBody>
      </p:sp>
      <p:sp>
        <p:nvSpPr>
          <p:cNvPr id="24" name="TextBox 23">
            <a:extLst>
              <a:ext uri="{FF2B5EF4-FFF2-40B4-BE49-F238E27FC236}">
                <a16:creationId xmlns:a16="http://schemas.microsoft.com/office/drawing/2014/main" id="{FA059D70-FCD1-6DBE-F6AD-CD030885F585}"/>
              </a:ext>
            </a:extLst>
          </p:cNvPr>
          <p:cNvSpPr txBox="1"/>
          <p:nvPr>
            <p:custDataLst>
              <p:tags r:id="rId21"/>
            </p:custDataLst>
          </p:nvPr>
        </p:nvSpPr>
        <p:spPr>
          <a:xfrm>
            <a:off x="2555373" y="960896"/>
            <a:ext cx="3084499" cy="461665"/>
          </a:xfrm>
          <a:prstGeom prst="rect">
            <a:avLst/>
          </a:prstGeom>
          <a:noFill/>
        </p:spPr>
        <p:txBody>
          <a:bodyPr wrap="none" rtlCol="0" anchor="b">
            <a:spAutoFit/>
          </a:bodyPr>
          <a:lstStyle/>
          <a:p>
            <a:pPr algn="ctr"/>
            <a:r>
              <a:rPr lang="en-US" sz="2400" noProof="0" dirty="0"/>
              <a:t>We want to distribute:</a:t>
            </a:r>
          </a:p>
        </p:txBody>
      </p:sp>
      <p:sp>
        <p:nvSpPr>
          <p:cNvPr id="5" name="Right Brace 4">
            <a:extLst>
              <a:ext uri="{FF2B5EF4-FFF2-40B4-BE49-F238E27FC236}">
                <a16:creationId xmlns:a16="http://schemas.microsoft.com/office/drawing/2014/main" id="{77506296-0DDC-BC41-92BD-0C2E58DAA530}"/>
              </a:ext>
            </a:extLst>
          </p:cNvPr>
          <p:cNvSpPr/>
          <p:nvPr>
            <p:custDataLst>
              <p:tags r:id="rId22"/>
            </p:custDataLst>
          </p:nvPr>
        </p:nvSpPr>
        <p:spPr>
          <a:xfrm>
            <a:off x="2684016" y="3049108"/>
            <a:ext cx="212320" cy="3067049"/>
          </a:xfrm>
          <a:prstGeom prst="rightBrace">
            <a:avLst/>
          </a:prstGeom>
          <a:ln>
            <a:solidFill>
              <a:schemeClr val="tx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410622370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5C74C628-CAA0-C24C-645A-3BB03B369C7A}"/>
              </a:ext>
            </a:extLst>
          </p:cNvPr>
          <p:cNvSpPr txBox="1"/>
          <p:nvPr>
            <p:custDataLst>
              <p:tags r:id="rId2"/>
            </p:custDataLst>
          </p:nvPr>
        </p:nvSpPr>
        <p:spPr>
          <a:xfrm>
            <a:off x="690570" y="1416337"/>
            <a:ext cx="7003310" cy="1124282"/>
          </a:xfrm>
          <a:prstGeom prst="rect">
            <a:avLst/>
          </a:prstGeom>
          <a:noFill/>
          <a:ln>
            <a:solidFill>
              <a:schemeClr val="tx1"/>
            </a:solidFill>
          </a:ln>
        </p:spPr>
        <p:txBody>
          <a:bodyPr wrap="none">
            <a:noAutofit/>
          </a:bodyPr>
          <a:lstStyle/>
          <a:p>
            <a:pPr>
              <a:lnSpc>
                <a:spcPct val="113095"/>
              </a:lnSpc>
              <a:buNone/>
            </a:pPr>
            <a:r>
              <a:rPr lang="en-US" sz="2000" b="0" noProof="0" dirty="0">
                <a:solidFill>
                  <a:srgbClr val="795E26"/>
                </a:solidFill>
                <a:effectLst/>
                <a:latin typeface="Fira Code" panose="020B0809050000020004" pitchFamily="49" charset="0"/>
              </a:rPr>
              <a:t>traverser</a:t>
            </a:r>
            <a:r>
              <a:rPr lang="en-US" sz="2000" b="0" noProof="0" dirty="0">
                <a:solidFill>
                  <a:srgbClr val="000000"/>
                </a:solidFill>
                <a:effectLst/>
                <a:latin typeface="Fira Code" panose="020B0809050000020004" pitchFamily="49" charset="0"/>
              </a:rPr>
              <a:t>(</a:t>
            </a:r>
            <a:r>
              <a:rPr lang="en-US" sz="2000" b="0" noProof="0" dirty="0">
                <a:solidFill>
                  <a:srgbClr val="001080"/>
                </a:solidFill>
                <a:effectLst/>
                <a:latin typeface="Fira Code" panose="020B0809050000020004" pitchFamily="49" charset="0"/>
              </a:rPr>
              <a:t>matrix</a:t>
            </a:r>
            <a:r>
              <a:rPr lang="en-US" sz="2000" b="0" noProof="0" dirty="0">
                <a:solidFill>
                  <a:srgbClr val="000000"/>
                </a:solidFill>
                <a:effectLst/>
                <a:latin typeface="Fira Code" panose="020B0809050000020004" pitchFamily="49" charset="0"/>
              </a:rPr>
              <a:t>).</a:t>
            </a:r>
            <a:r>
              <a:rPr lang="en-US" sz="2000" noProof="0" dirty="0">
                <a:solidFill>
                  <a:srgbClr val="795E26"/>
                </a:solidFill>
                <a:latin typeface="Fira Code" panose="020B0809050000020004" pitchFamily="49" charset="0"/>
              </a:rPr>
              <a:t>for_each</a:t>
            </a:r>
            <a:r>
              <a:rPr lang="en-US" sz="2000" b="0" noProof="0" dirty="0">
                <a:solidFill>
                  <a:srgbClr val="000000"/>
                </a:solidFill>
                <a:effectLst/>
                <a:latin typeface="Fira Code" panose="020B0809050000020004" pitchFamily="49" charset="0"/>
              </a:rPr>
              <a:t>([&amp;](</a:t>
            </a:r>
            <a:r>
              <a:rPr lang="en-US" sz="2000" b="0" noProof="0" dirty="0">
                <a:solidFill>
                  <a:srgbClr val="267F99"/>
                </a:solidFill>
                <a:effectLst/>
                <a:latin typeface="Fira Code" panose="020B0809050000020004" pitchFamily="49" charset="0"/>
              </a:rPr>
              <a:t>auto</a:t>
            </a:r>
            <a:r>
              <a:rPr lang="en-US" sz="2000" b="0" noProof="0" dirty="0">
                <a:solidFill>
                  <a:srgbClr val="000000"/>
                </a:solidFill>
                <a:effectLst/>
                <a:latin typeface="Fira Code" panose="020B0809050000020004" pitchFamily="49" charset="0"/>
              </a:rPr>
              <a:t> </a:t>
            </a:r>
            <a:r>
              <a:rPr lang="en-US" sz="2000" b="0" noProof="0" dirty="0">
                <a:solidFill>
                  <a:srgbClr val="001080"/>
                </a:solidFill>
                <a:effectLst/>
                <a:latin typeface="Fira Code" panose="020B0809050000020004" pitchFamily="49" charset="0"/>
              </a:rPr>
              <a:t>index</a:t>
            </a:r>
            <a:r>
              <a:rPr lang="en-US" sz="2000" b="0" noProof="0" dirty="0">
                <a:solidFill>
                  <a:srgbClr val="000000"/>
                </a:solidFill>
                <a:effectLst/>
                <a:latin typeface="Fira Code" panose="020B0809050000020004" pitchFamily="49" charset="0"/>
              </a:rPr>
              <a:t>) {</a:t>
            </a:r>
          </a:p>
          <a:p>
            <a:pPr>
              <a:lnSpc>
                <a:spcPct val="113095"/>
              </a:lnSpc>
              <a:buNone/>
            </a:pPr>
            <a:r>
              <a:rPr lang="en-US" sz="2000" b="0" noProof="0" dirty="0">
                <a:solidFill>
                  <a:srgbClr val="000000"/>
                </a:solidFill>
                <a:effectLst/>
                <a:latin typeface="Fira Code" panose="020B0809050000020004" pitchFamily="49" charset="0"/>
              </a:rPr>
              <a:t>    </a:t>
            </a:r>
            <a:r>
              <a:rPr lang="en-US" sz="2000" b="0" noProof="0" dirty="0">
                <a:solidFill>
                  <a:srgbClr val="001080"/>
                </a:solidFill>
                <a:effectLst/>
                <a:latin typeface="Fira Code" panose="020B0809050000020004" pitchFamily="49" charset="0"/>
              </a:rPr>
              <a:t>matrix</a:t>
            </a:r>
            <a:r>
              <a:rPr lang="en-US" sz="2000" b="0" noProof="0" dirty="0">
                <a:solidFill>
                  <a:srgbClr val="000000"/>
                </a:solidFill>
                <a:effectLst/>
                <a:latin typeface="Fira Code" panose="020B0809050000020004" pitchFamily="49" charset="0"/>
              </a:rPr>
              <a:t>[</a:t>
            </a:r>
            <a:r>
              <a:rPr lang="en-US" sz="2000" b="0" noProof="0" dirty="0">
                <a:solidFill>
                  <a:srgbClr val="001080"/>
                </a:solidFill>
                <a:effectLst/>
                <a:latin typeface="Fira Code" panose="020B0809050000020004" pitchFamily="49" charset="0"/>
              </a:rPr>
              <a:t>index</a:t>
            </a:r>
            <a:r>
              <a:rPr lang="en-US" sz="2000" b="0" noProof="0" dirty="0">
                <a:solidFill>
                  <a:srgbClr val="000000"/>
                </a:solidFill>
                <a:effectLst/>
                <a:latin typeface="Fira Code" panose="020B0809050000020004" pitchFamily="49" charset="0"/>
              </a:rPr>
              <a:t>] = </a:t>
            </a:r>
            <a:r>
              <a:rPr lang="en-US" sz="2000" noProof="0" dirty="0" err="1">
                <a:solidFill>
                  <a:srgbClr val="795E26"/>
                </a:solidFill>
                <a:latin typeface="Fira Code" panose="020B0809050000020004" pitchFamily="49" charset="0"/>
              </a:rPr>
              <a:t>init</a:t>
            </a:r>
            <a:r>
              <a:rPr lang="en-US" sz="2000" noProof="0" dirty="0">
                <a:solidFill>
                  <a:srgbClr val="000000"/>
                </a:solidFill>
                <a:latin typeface="Fira Code" panose="020B0809050000020004" pitchFamily="49" charset="0"/>
              </a:rPr>
              <a:t>(</a:t>
            </a:r>
            <a:r>
              <a:rPr lang="en-US" sz="2000" noProof="0" dirty="0">
                <a:solidFill>
                  <a:srgbClr val="001080"/>
                </a:solidFill>
                <a:latin typeface="Fira Code" panose="020B0809050000020004" pitchFamily="49" charset="0"/>
              </a:rPr>
              <a:t>index</a:t>
            </a:r>
            <a:r>
              <a:rPr lang="en-US" sz="2000" noProof="0" dirty="0">
                <a:solidFill>
                  <a:srgbClr val="000000"/>
                </a:solidFill>
                <a:latin typeface="Fira Code" panose="020B0809050000020004" pitchFamily="49" charset="0"/>
              </a:rPr>
              <a:t>)</a:t>
            </a:r>
            <a:r>
              <a:rPr lang="en-US" sz="2000" b="0" noProof="0" dirty="0">
                <a:solidFill>
                  <a:srgbClr val="000000"/>
                </a:solidFill>
                <a:effectLst/>
                <a:latin typeface="Fira Code" panose="020B0809050000020004" pitchFamily="49" charset="0"/>
              </a:rPr>
              <a:t>;</a:t>
            </a:r>
          </a:p>
          <a:p>
            <a:pPr>
              <a:lnSpc>
                <a:spcPct val="113095"/>
              </a:lnSpc>
              <a:buNone/>
            </a:pPr>
            <a:r>
              <a:rPr lang="en-US" sz="2000" b="0" noProof="0" dirty="0">
                <a:solidFill>
                  <a:srgbClr val="000000"/>
                </a:solidFill>
                <a:effectLst/>
                <a:latin typeface="Fira Code" panose="020B0809050000020004" pitchFamily="49" charset="0"/>
              </a:rPr>
              <a:t>})</a:t>
            </a:r>
            <a:r>
              <a:rPr lang="en-US" sz="2000" noProof="0" dirty="0">
                <a:solidFill>
                  <a:srgbClr val="000000"/>
                </a:solidFill>
                <a:latin typeface="Fira Code" panose="020B0809050000020004" pitchFamily="49" charset="0"/>
              </a:rPr>
              <a:t>;</a:t>
            </a:r>
          </a:p>
        </p:txBody>
      </p:sp>
      <p:sp>
        <p:nvSpPr>
          <p:cNvPr id="55" name="Rectangle 54">
            <a:extLst>
              <a:ext uri="{FF2B5EF4-FFF2-40B4-BE49-F238E27FC236}">
                <a16:creationId xmlns:a16="http://schemas.microsoft.com/office/drawing/2014/main" id="{EE3B59AB-A2B0-AC08-2ABA-C28A804C1D65}"/>
              </a:ext>
            </a:extLst>
          </p:cNvPr>
          <p:cNvSpPr/>
          <p:nvPr>
            <p:custDataLst>
              <p:tags r:id="rId3"/>
            </p:custDataLst>
          </p:nvPr>
        </p:nvSpPr>
        <p:spPr>
          <a:xfrm>
            <a:off x="7134062" y="3483908"/>
            <a:ext cx="757025" cy="217083"/>
          </a:xfrm>
          <a:prstGeom prst="rect">
            <a:avLst/>
          </a:prstGeom>
          <a:solidFill>
            <a:srgbClr val="C0C0C0">
              <a:alpha val="2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000" noProof="0" dirty="0"/>
          </a:p>
        </p:txBody>
      </p:sp>
      <p:sp>
        <p:nvSpPr>
          <p:cNvPr id="4" name="Title 3">
            <a:extLst>
              <a:ext uri="{FF2B5EF4-FFF2-40B4-BE49-F238E27FC236}">
                <a16:creationId xmlns:a16="http://schemas.microsoft.com/office/drawing/2014/main" id="{7CDFDB58-EA38-9006-322B-F713E3FA8103}"/>
              </a:ext>
            </a:extLst>
          </p:cNvPr>
          <p:cNvSpPr>
            <a:spLocks noGrp="1"/>
          </p:cNvSpPr>
          <p:nvPr>
            <p:ph type="title"/>
            <p:custDataLst>
              <p:tags r:id="rId4"/>
            </p:custDataLst>
          </p:nvPr>
        </p:nvSpPr>
        <p:spPr/>
        <p:txBody>
          <a:bodyPr/>
          <a:lstStyle/>
          <a:p>
            <a:r>
              <a:rPr lang="en-US" noProof="0" dirty="0"/>
              <a:t>Distributed initialization using MPI</a:t>
            </a:r>
          </a:p>
        </p:txBody>
      </p:sp>
      <p:sp>
        <p:nvSpPr>
          <p:cNvPr id="43" name="TextBox 42">
            <a:extLst>
              <a:ext uri="{FF2B5EF4-FFF2-40B4-BE49-F238E27FC236}">
                <a16:creationId xmlns:a16="http://schemas.microsoft.com/office/drawing/2014/main" id="{3C95CC93-9CA9-7209-C22C-7D083498E953}"/>
              </a:ext>
            </a:extLst>
          </p:cNvPr>
          <p:cNvSpPr txBox="1"/>
          <p:nvPr>
            <p:custDataLst>
              <p:tags r:id="rId5"/>
            </p:custDataLst>
          </p:nvPr>
        </p:nvSpPr>
        <p:spPr>
          <a:xfrm>
            <a:off x="5303351" y="2574520"/>
            <a:ext cx="5703806" cy="461665"/>
          </a:xfrm>
          <a:prstGeom prst="rect">
            <a:avLst/>
          </a:prstGeom>
          <a:noFill/>
        </p:spPr>
        <p:txBody>
          <a:bodyPr wrap="none" rtlCol="0" anchor="b">
            <a:spAutoFit/>
          </a:bodyPr>
          <a:lstStyle/>
          <a:p>
            <a:pPr algn="ctr"/>
            <a:r>
              <a:rPr lang="en-US" sz="2400" noProof="0" dirty="0"/>
              <a:t>Binding traversal to an MPI communicator</a:t>
            </a:r>
          </a:p>
        </p:txBody>
      </p:sp>
      <p:sp>
        <p:nvSpPr>
          <p:cNvPr id="2" name="Date Placeholder 1">
            <a:extLst>
              <a:ext uri="{FF2B5EF4-FFF2-40B4-BE49-F238E27FC236}">
                <a16:creationId xmlns:a16="http://schemas.microsoft.com/office/drawing/2014/main" id="{29057125-4E7B-776B-DCD0-38C2BDDEA0EE}"/>
              </a:ext>
            </a:extLst>
          </p:cNvPr>
          <p:cNvSpPr>
            <a:spLocks noGrp="1"/>
          </p:cNvSpPr>
          <p:nvPr>
            <p:ph type="dt" sz="half" idx="10"/>
            <p:custDataLst>
              <p:tags r:id="rId6"/>
            </p:custDataLst>
          </p:nvPr>
        </p:nvSpPr>
        <p:spPr/>
        <p:txBody>
          <a:bodyPr/>
          <a:lstStyle/>
          <a:p>
            <a:r>
              <a:rPr lang="en-US" noProof="0"/>
              <a:t>9/5/2026</a:t>
            </a:r>
            <a:endParaRPr lang="en-US" noProof="0" dirty="0"/>
          </a:p>
        </p:txBody>
      </p:sp>
      <p:sp>
        <p:nvSpPr>
          <p:cNvPr id="3" name="Slide Number Placeholder 2">
            <a:extLst>
              <a:ext uri="{FF2B5EF4-FFF2-40B4-BE49-F238E27FC236}">
                <a16:creationId xmlns:a16="http://schemas.microsoft.com/office/drawing/2014/main" id="{850D6802-E8E6-C834-23FA-38D2C05CB2AB}"/>
              </a:ext>
            </a:extLst>
          </p:cNvPr>
          <p:cNvSpPr>
            <a:spLocks noGrp="1"/>
          </p:cNvSpPr>
          <p:nvPr>
            <p:ph type="sldNum" sz="quarter" idx="12"/>
            <p:custDataLst>
              <p:tags r:id="rId7"/>
            </p:custDataLst>
          </p:nvPr>
        </p:nvSpPr>
        <p:spPr/>
        <p:txBody>
          <a:bodyPr/>
          <a:lstStyle/>
          <a:p>
            <a:r>
              <a:rPr lang="en-US" noProof="0"/>
              <a:t>15</a:t>
            </a:r>
            <a:endParaRPr lang="en-US" noProof="0" dirty="0"/>
          </a:p>
        </p:txBody>
      </p:sp>
      <p:sp>
        <p:nvSpPr>
          <p:cNvPr id="25" name="TextBox 24">
            <a:extLst>
              <a:ext uri="{FF2B5EF4-FFF2-40B4-BE49-F238E27FC236}">
                <a16:creationId xmlns:a16="http://schemas.microsoft.com/office/drawing/2014/main" id="{770A04A5-C71E-DF2C-A354-3E03F875058A}"/>
              </a:ext>
            </a:extLst>
          </p:cNvPr>
          <p:cNvSpPr txBox="1"/>
          <p:nvPr>
            <p:custDataLst>
              <p:tags r:id="rId8"/>
            </p:custDataLst>
          </p:nvPr>
        </p:nvSpPr>
        <p:spPr>
          <a:xfrm>
            <a:off x="4418827" y="3026655"/>
            <a:ext cx="7472855" cy="3225555"/>
          </a:xfrm>
          <a:prstGeom prst="rect">
            <a:avLst/>
          </a:prstGeom>
          <a:noFill/>
          <a:ln>
            <a:solidFill>
              <a:schemeClr val="tx1"/>
            </a:solidFill>
          </a:ln>
        </p:spPr>
        <p:txBody>
          <a:bodyPr wrap="none">
            <a:noAutofit/>
          </a:bodyPr>
          <a:lstStyle/>
          <a:p>
            <a:pPr>
              <a:lnSpc>
                <a:spcPct val="113095"/>
              </a:lnSpc>
              <a:buNone/>
            </a:pPr>
            <a:r>
              <a:rPr lang="en-US" sz="2000" b="0" noProof="0" dirty="0">
                <a:solidFill>
                  <a:srgbClr val="267F99"/>
                </a:solidFill>
                <a:effectLst/>
                <a:latin typeface="Fira Code" panose="020B0809050000020004" pitchFamily="49" charset="0"/>
              </a:rPr>
              <a:t>auto</a:t>
            </a:r>
            <a:r>
              <a:rPr lang="en-US" sz="2000" b="0" noProof="0" dirty="0">
                <a:solidFill>
                  <a:srgbClr val="000000"/>
                </a:solidFill>
                <a:effectLst/>
                <a:latin typeface="Fira Code" panose="020B0809050000020004" pitchFamily="49" charset="0"/>
              </a:rPr>
              <a:t> </a:t>
            </a:r>
            <a:r>
              <a:rPr lang="en-US" sz="2000" noProof="0" dirty="0" err="1">
                <a:solidFill>
                  <a:srgbClr val="001080"/>
                </a:solidFill>
                <a:effectLst/>
                <a:latin typeface="Fira Code" panose="020B0809050000020004" pitchFamily="49" charset="0"/>
              </a:rPr>
              <a:t>MPItrav</a:t>
            </a:r>
            <a:r>
              <a:rPr lang="en-US" sz="1000" b="0" noProof="0" dirty="0">
                <a:solidFill>
                  <a:srgbClr val="000000"/>
                </a:solidFill>
                <a:effectLst/>
                <a:latin typeface="Fira Code" panose="020B0809050000020004" pitchFamily="49" charset="0"/>
              </a:rPr>
              <a:t> </a:t>
            </a:r>
            <a:r>
              <a:rPr lang="en-US" sz="2000" b="0" noProof="0" dirty="0">
                <a:solidFill>
                  <a:srgbClr val="000000"/>
                </a:solidFill>
                <a:effectLst/>
                <a:latin typeface="Fira Code" panose="020B0809050000020004" pitchFamily="49" charset="0"/>
              </a:rPr>
              <a:t>=</a:t>
            </a:r>
          </a:p>
          <a:p>
            <a:pPr>
              <a:lnSpc>
                <a:spcPct val="113095"/>
              </a:lnSpc>
              <a:buNone/>
            </a:pPr>
            <a:r>
              <a:rPr lang="en-US" sz="2000" dirty="0">
                <a:solidFill>
                  <a:srgbClr val="000000"/>
                </a:solidFill>
                <a:latin typeface="Fira Code" panose="020B0809050000020004" pitchFamily="49" charset="0"/>
              </a:rPr>
              <a:t>    </a:t>
            </a:r>
            <a:r>
              <a:rPr lang="en-US" sz="2000" b="0" noProof="0" dirty="0" err="1">
                <a:solidFill>
                  <a:srgbClr val="795E26"/>
                </a:solidFill>
                <a:effectLst/>
                <a:latin typeface="Fira Code" panose="020B0809050000020004" pitchFamily="49" charset="0"/>
              </a:rPr>
              <a:t>mpi_traverser</a:t>
            </a:r>
            <a:r>
              <a:rPr lang="en-US" sz="400" b="0" noProof="0" dirty="0">
                <a:solidFill>
                  <a:srgbClr val="795E26"/>
                </a:solidFill>
                <a:effectLst/>
                <a:latin typeface="Fira Code" panose="020B0809050000020004" pitchFamily="49" charset="0"/>
              </a:rPr>
              <a:t> </a:t>
            </a:r>
            <a:r>
              <a:rPr lang="en-US" sz="2000" b="0" noProof="0" dirty="0">
                <a:solidFill>
                  <a:srgbClr val="000000"/>
                </a:solidFill>
                <a:effectLst/>
                <a:latin typeface="Fira Code" panose="020B0809050000020004" pitchFamily="49" charset="0"/>
              </a:rPr>
              <a:t>&lt;</a:t>
            </a:r>
            <a:r>
              <a:rPr lang="en-US" sz="2000" b="0" noProof="0" dirty="0">
                <a:solidFill>
                  <a:srgbClr val="A31515"/>
                </a:solidFill>
                <a:effectLst/>
                <a:latin typeface="Fira Code" panose="020B0809050000020004" pitchFamily="49" charset="0"/>
              </a:rPr>
              <a:t>'M'</a:t>
            </a:r>
            <a:r>
              <a:rPr lang="en-US" sz="2000" b="0" noProof="0" dirty="0">
                <a:solidFill>
                  <a:srgbClr val="000000"/>
                </a:solidFill>
                <a:effectLst/>
                <a:latin typeface="Fira Code" panose="020B0809050000020004" pitchFamily="49" charset="0"/>
              </a:rPr>
              <a:t>&gt;</a:t>
            </a:r>
            <a:r>
              <a:rPr lang="en-US" sz="400" b="0" noProof="0" dirty="0">
                <a:solidFill>
                  <a:srgbClr val="000000"/>
                </a:solidFill>
                <a:effectLst/>
                <a:latin typeface="Fira Code" panose="020B0809050000020004" pitchFamily="49" charset="0"/>
              </a:rPr>
              <a:t> </a:t>
            </a:r>
            <a:r>
              <a:rPr lang="en-US" sz="2000" b="0" noProof="0" dirty="0">
                <a:solidFill>
                  <a:srgbClr val="000000"/>
                </a:solidFill>
                <a:effectLst/>
                <a:latin typeface="Fira Code" panose="020B0809050000020004" pitchFamily="49" charset="0"/>
              </a:rPr>
              <a:t>(</a:t>
            </a:r>
            <a:r>
              <a:rPr lang="en-US" sz="2000" b="0" noProof="0" dirty="0">
                <a:solidFill>
                  <a:srgbClr val="001080"/>
                </a:solidFill>
                <a:effectLst/>
                <a:latin typeface="Fira Code" panose="020B0809050000020004" pitchFamily="49" charset="0"/>
              </a:rPr>
              <a:t>traverser</a:t>
            </a:r>
            <a:r>
              <a:rPr lang="en-US" sz="2000" b="0" noProof="0" dirty="0">
                <a:solidFill>
                  <a:srgbClr val="000000"/>
                </a:solidFill>
                <a:effectLst/>
                <a:latin typeface="Fira Code" panose="020B0809050000020004" pitchFamily="49" charset="0"/>
              </a:rPr>
              <a:t>,</a:t>
            </a:r>
            <a:r>
              <a:rPr lang="en-US" sz="1000" b="0" noProof="0" dirty="0">
                <a:solidFill>
                  <a:srgbClr val="000000"/>
                </a:solidFill>
                <a:effectLst/>
                <a:latin typeface="Fira Code" panose="020B0809050000020004" pitchFamily="49" charset="0"/>
              </a:rPr>
              <a:t> </a:t>
            </a:r>
            <a:r>
              <a:rPr lang="en-US" b="0" noProof="0" dirty="0">
                <a:solidFill>
                  <a:srgbClr val="0000FF"/>
                </a:solidFill>
                <a:effectLst/>
                <a:latin typeface="Fira Code" panose="020B0809050000020004" pitchFamily="49" charset="0"/>
              </a:rPr>
              <a:t>MPI_COMM_WORLD</a:t>
            </a:r>
            <a:r>
              <a:rPr lang="en-US" sz="2000" b="0" noProof="0" dirty="0">
                <a:solidFill>
                  <a:srgbClr val="000000"/>
                </a:solidFill>
                <a:effectLst/>
                <a:latin typeface="Fira Code" panose="020B0809050000020004" pitchFamily="49" charset="0"/>
              </a:rPr>
              <a:t>);</a:t>
            </a:r>
            <a:endParaRPr lang="en-US" sz="2000" dirty="0">
              <a:solidFill>
                <a:srgbClr val="000000"/>
              </a:solidFill>
              <a:latin typeface="Fira Code" panose="020B0809050000020004" pitchFamily="49" charset="0"/>
            </a:endParaRPr>
          </a:p>
          <a:p>
            <a:pPr>
              <a:lnSpc>
                <a:spcPct val="113095"/>
              </a:lnSpc>
              <a:buNone/>
            </a:pPr>
            <a:endParaRPr lang="en-US" sz="2000" dirty="0">
              <a:solidFill>
                <a:srgbClr val="267F99"/>
              </a:solidFill>
              <a:latin typeface="Fira Code" panose="020B0809050000020004" pitchFamily="49" charset="0"/>
            </a:endParaRPr>
          </a:p>
          <a:p>
            <a:pPr>
              <a:lnSpc>
                <a:spcPct val="113095"/>
              </a:lnSpc>
              <a:buSzPts val="100"/>
              <a:buNone/>
            </a:pPr>
            <a:r>
              <a:rPr lang="en-US" sz="2000" dirty="0">
                <a:solidFill>
                  <a:srgbClr val="267F99">
                    <a:alpha val="0"/>
                  </a:srgbClr>
                </a:solidFill>
                <a:latin typeface="Fira Code" panose="020B0809050000020004" pitchFamily="49" charset="0"/>
              </a:rPr>
              <a:t>auto Tile</a:t>
            </a:r>
            <a:r>
              <a:rPr lang="en-US" sz="2000" dirty="0">
                <a:solidFill>
                  <a:srgbClr val="000000">
                    <a:alpha val="0"/>
                  </a:srgbClr>
                </a:solidFill>
                <a:latin typeface="Fira Code" panose="020B0809050000020004" pitchFamily="49" charset="0"/>
              </a:rPr>
              <a:t> = …</a:t>
            </a:r>
          </a:p>
          <a:p>
            <a:pPr>
              <a:lnSpc>
                <a:spcPct val="113095"/>
              </a:lnSpc>
              <a:buSzPts val="100"/>
              <a:buNone/>
            </a:pPr>
            <a:r>
              <a:rPr lang="en-US" sz="2000" dirty="0" err="1">
                <a:solidFill>
                  <a:srgbClr val="001080">
                    <a:alpha val="0"/>
                  </a:srgbClr>
                </a:solidFill>
                <a:latin typeface="Fira Code" panose="020B0809050000020004" pitchFamily="49" charset="0"/>
              </a:rPr>
              <a:t>MPItrav</a:t>
            </a:r>
            <a:r>
              <a:rPr lang="en-US" sz="2000" dirty="0" err="1">
                <a:solidFill>
                  <a:srgbClr val="000000">
                    <a:alpha val="0"/>
                  </a:srgbClr>
                </a:solidFill>
                <a:latin typeface="Fira Code" panose="020B0809050000020004" pitchFamily="49" charset="0"/>
              </a:rPr>
              <a:t>.</a:t>
            </a:r>
            <a:r>
              <a:rPr lang="en-US" sz="2000" dirty="0" err="1">
                <a:solidFill>
                  <a:srgbClr val="795E26">
                    <a:alpha val="0"/>
                  </a:srgbClr>
                </a:solidFill>
                <a:latin typeface="Fira Code" panose="020B0809050000020004" pitchFamily="49" charset="0"/>
              </a:rPr>
              <a:t>for_each</a:t>
            </a:r>
            <a:r>
              <a:rPr lang="en-US" sz="2000" dirty="0">
                <a:solidFill>
                  <a:srgbClr val="000000">
                    <a:alpha val="0"/>
                  </a:srgbClr>
                </a:solidFill>
                <a:latin typeface="Fira Code" panose="020B0809050000020004" pitchFamily="49" charset="0"/>
              </a:rPr>
              <a:t>([&amp;](</a:t>
            </a:r>
            <a:r>
              <a:rPr lang="en-US" sz="2000" dirty="0">
                <a:solidFill>
                  <a:srgbClr val="267F99">
                    <a:alpha val="0"/>
                  </a:srgbClr>
                </a:solidFill>
                <a:latin typeface="Fira Code" panose="020B0809050000020004" pitchFamily="49" charset="0"/>
              </a:rPr>
              <a:t>auto</a:t>
            </a:r>
            <a:r>
              <a:rPr lang="en-US" sz="2000" dirty="0">
                <a:solidFill>
                  <a:srgbClr val="000000">
                    <a:alpha val="0"/>
                  </a:srgbClr>
                </a:solidFill>
                <a:latin typeface="Fira Code" panose="020B0809050000020004" pitchFamily="49" charset="0"/>
              </a:rPr>
              <a:t> </a:t>
            </a:r>
            <a:r>
              <a:rPr lang="en-US" sz="2000" dirty="0">
                <a:solidFill>
                  <a:srgbClr val="001080">
                    <a:alpha val="0"/>
                  </a:srgbClr>
                </a:solidFill>
                <a:latin typeface="Fira Code" panose="020B0809050000020004" pitchFamily="49" charset="0"/>
              </a:rPr>
              <a:t>index</a:t>
            </a:r>
            <a:r>
              <a:rPr lang="en-US" sz="2000" dirty="0">
                <a:solidFill>
                  <a:srgbClr val="000000">
                    <a:alpha val="0"/>
                  </a:srgbClr>
                </a:solidFill>
                <a:latin typeface="Fira Code" panose="020B0809050000020004" pitchFamily="49" charset="0"/>
              </a:rPr>
              <a:t>) {</a:t>
            </a:r>
          </a:p>
          <a:p>
            <a:pPr>
              <a:lnSpc>
                <a:spcPct val="113095"/>
              </a:lnSpc>
              <a:buSzPts val="100"/>
              <a:buNone/>
            </a:pPr>
            <a:r>
              <a:rPr lang="en-US" sz="2000" dirty="0">
                <a:solidFill>
                  <a:srgbClr val="000000">
                    <a:alpha val="0"/>
                  </a:srgbClr>
                </a:solidFill>
                <a:latin typeface="Fira Code" panose="020B0809050000020004" pitchFamily="49" charset="0"/>
              </a:rPr>
              <a:t>    </a:t>
            </a:r>
            <a:r>
              <a:rPr lang="en-US" sz="2000" dirty="0">
                <a:solidFill>
                  <a:srgbClr val="0070C1">
                    <a:alpha val="0"/>
                  </a:srgbClr>
                </a:solidFill>
                <a:latin typeface="Fira Code" panose="020B0809050000020004" pitchFamily="49" charset="0"/>
              </a:rPr>
              <a:t>Tile</a:t>
            </a:r>
            <a:r>
              <a:rPr lang="en-US" sz="2000" dirty="0">
                <a:solidFill>
                  <a:srgbClr val="000000">
                    <a:alpha val="0"/>
                  </a:srgbClr>
                </a:solidFill>
                <a:latin typeface="Fira Code" panose="020B0809050000020004" pitchFamily="49" charset="0"/>
              </a:rPr>
              <a:t>[</a:t>
            </a:r>
            <a:r>
              <a:rPr lang="en-US" sz="2000" dirty="0">
                <a:solidFill>
                  <a:srgbClr val="001080">
                    <a:alpha val="0"/>
                  </a:srgbClr>
                </a:solidFill>
                <a:latin typeface="Fira Code" panose="020B0809050000020004" pitchFamily="49" charset="0"/>
              </a:rPr>
              <a:t>index</a:t>
            </a:r>
            <a:r>
              <a:rPr lang="en-US" sz="2000" dirty="0">
                <a:solidFill>
                  <a:srgbClr val="000000">
                    <a:alpha val="0"/>
                  </a:srgbClr>
                </a:solidFill>
                <a:latin typeface="Fira Code" panose="020B0809050000020004" pitchFamily="49" charset="0"/>
              </a:rPr>
              <a:t>] = </a:t>
            </a:r>
            <a:r>
              <a:rPr lang="en-US" sz="2000" dirty="0" err="1">
                <a:solidFill>
                  <a:srgbClr val="795E26">
                    <a:alpha val="0"/>
                  </a:srgbClr>
                </a:solidFill>
                <a:latin typeface="Fira Code" panose="020B0809050000020004" pitchFamily="49" charset="0"/>
              </a:rPr>
              <a:t>init</a:t>
            </a:r>
            <a:r>
              <a:rPr lang="en-US" sz="2000" dirty="0">
                <a:solidFill>
                  <a:srgbClr val="000000">
                    <a:alpha val="0"/>
                  </a:srgbClr>
                </a:solidFill>
                <a:latin typeface="Fira Code" panose="020B0809050000020004" pitchFamily="49" charset="0"/>
              </a:rPr>
              <a:t>(</a:t>
            </a:r>
            <a:r>
              <a:rPr lang="en-US" sz="2000" dirty="0">
                <a:solidFill>
                  <a:srgbClr val="001080">
                    <a:alpha val="0"/>
                  </a:srgbClr>
                </a:solidFill>
                <a:latin typeface="Fira Code" panose="020B0809050000020004" pitchFamily="49" charset="0"/>
              </a:rPr>
              <a:t>index</a:t>
            </a:r>
            <a:r>
              <a:rPr lang="en-US" sz="2000" dirty="0">
                <a:solidFill>
                  <a:srgbClr val="000000">
                    <a:alpha val="0"/>
                  </a:srgbClr>
                </a:solidFill>
                <a:latin typeface="Fira Code" panose="020B0809050000020004" pitchFamily="49" charset="0"/>
              </a:rPr>
              <a:t>);</a:t>
            </a:r>
          </a:p>
          <a:p>
            <a:pPr>
              <a:lnSpc>
                <a:spcPct val="113095"/>
              </a:lnSpc>
              <a:buSzPts val="100"/>
              <a:buNone/>
            </a:pPr>
            <a:r>
              <a:rPr lang="en-US" sz="2000" dirty="0">
                <a:solidFill>
                  <a:srgbClr val="000000">
                    <a:alpha val="0"/>
                  </a:srgbClr>
                </a:solidFill>
                <a:latin typeface="Fira Code" panose="020B0809050000020004" pitchFamily="49" charset="0"/>
              </a:rPr>
              <a:t>});</a:t>
            </a:r>
          </a:p>
          <a:p>
            <a:pPr>
              <a:lnSpc>
                <a:spcPct val="113095"/>
              </a:lnSpc>
              <a:buNone/>
            </a:pPr>
            <a:endParaRPr lang="en-US" sz="2000" dirty="0">
              <a:solidFill>
                <a:srgbClr val="000000"/>
              </a:solidFill>
              <a:latin typeface="Fira Code" panose="020B0809050000020004" pitchFamily="49" charset="0"/>
            </a:endParaRPr>
          </a:p>
          <a:p>
            <a:pPr>
              <a:lnSpc>
                <a:spcPct val="113095"/>
              </a:lnSpc>
              <a:buSzPts val="100"/>
            </a:pPr>
            <a:r>
              <a:rPr lang="en-US" sz="2000" dirty="0">
                <a:solidFill>
                  <a:srgbClr val="795E26">
                    <a:alpha val="0"/>
                  </a:srgbClr>
                </a:solidFill>
                <a:latin typeface="Fira Code" panose="020B0809050000020004" pitchFamily="49" charset="0"/>
              </a:rPr>
              <a:t>gather</a:t>
            </a:r>
            <a:r>
              <a:rPr lang="en-US" sz="2000" dirty="0">
                <a:solidFill>
                  <a:srgbClr val="000000">
                    <a:alpha val="0"/>
                  </a:srgbClr>
                </a:solidFill>
                <a:latin typeface="Fira Code" panose="020B0809050000020004" pitchFamily="49" charset="0"/>
              </a:rPr>
              <a:t>(</a:t>
            </a:r>
            <a:r>
              <a:rPr lang="en-US" sz="2000" dirty="0">
                <a:solidFill>
                  <a:srgbClr val="0070C1">
                    <a:alpha val="0"/>
                  </a:srgbClr>
                </a:solidFill>
                <a:latin typeface="Fira Code" panose="020B0809050000020004" pitchFamily="49" charset="0"/>
              </a:rPr>
              <a:t>Tile</a:t>
            </a:r>
            <a:r>
              <a:rPr lang="en-US" sz="2000" dirty="0">
                <a:solidFill>
                  <a:srgbClr val="000000">
                    <a:alpha val="0"/>
                  </a:srgbClr>
                </a:solidFill>
                <a:latin typeface="Fira Code" panose="020B0809050000020004" pitchFamily="49" charset="0"/>
              </a:rPr>
              <a:t>, </a:t>
            </a:r>
            <a:r>
              <a:rPr lang="en-US" sz="2000" dirty="0">
                <a:solidFill>
                  <a:srgbClr val="0070C1">
                    <a:alpha val="0"/>
                  </a:srgbClr>
                </a:solidFill>
                <a:latin typeface="Fira Code" panose="020B0809050000020004" pitchFamily="49" charset="0"/>
              </a:rPr>
              <a:t>Data</a:t>
            </a:r>
            <a:r>
              <a:rPr lang="en-US" sz="2000" dirty="0">
                <a:solidFill>
                  <a:srgbClr val="000000">
                    <a:alpha val="0"/>
                  </a:srgbClr>
                </a:solidFill>
                <a:latin typeface="Fira Code" panose="020B0809050000020004" pitchFamily="49" charset="0"/>
              </a:rPr>
              <a:t>, </a:t>
            </a:r>
            <a:r>
              <a:rPr lang="en-US" sz="2000" dirty="0">
                <a:solidFill>
                  <a:srgbClr val="0070C1">
                    <a:alpha val="0"/>
                  </a:srgbClr>
                </a:solidFill>
                <a:latin typeface="Fira Code" panose="020B0809050000020004" pitchFamily="49" charset="0"/>
              </a:rPr>
              <a:t>root</a:t>
            </a:r>
            <a:r>
              <a:rPr lang="en-US" sz="2000" dirty="0">
                <a:solidFill>
                  <a:srgbClr val="000000">
                    <a:alpha val="0"/>
                  </a:srgbClr>
                </a:solidFill>
                <a:latin typeface="Fira Code" panose="020B0809050000020004" pitchFamily="49" charset="0"/>
              </a:rPr>
              <a:t>, </a:t>
            </a:r>
            <a:r>
              <a:rPr lang="en-US" sz="2000" dirty="0" err="1">
                <a:solidFill>
                  <a:srgbClr val="001080">
                    <a:alpha val="0"/>
                  </a:srgbClr>
                </a:solidFill>
                <a:latin typeface="Fira Code" panose="020B0809050000020004" pitchFamily="49" charset="0"/>
              </a:rPr>
              <a:t>MPItrav</a:t>
            </a:r>
            <a:r>
              <a:rPr lang="en-US" sz="2000" dirty="0">
                <a:solidFill>
                  <a:srgbClr val="000000">
                    <a:alpha val="0"/>
                  </a:srgbClr>
                </a:solidFill>
                <a:latin typeface="Fira Code" panose="020B0809050000020004" pitchFamily="49" charset="0"/>
              </a:rPr>
              <a:t>);</a:t>
            </a:r>
          </a:p>
          <a:p>
            <a:pPr>
              <a:lnSpc>
                <a:spcPct val="113095"/>
              </a:lnSpc>
              <a:buNone/>
            </a:pPr>
            <a:endParaRPr lang="en-US" sz="2000" b="0" noProof="0" dirty="0">
              <a:solidFill>
                <a:srgbClr val="000000"/>
              </a:solidFill>
              <a:effectLst/>
              <a:latin typeface="Fira Code" panose="020B0809050000020004" pitchFamily="49" charset="0"/>
            </a:endParaRPr>
          </a:p>
          <a:p>
            <a:pPr>
              <a:lnSpc>
                <a:spcPct val="113095"/>
              </a:lnSpc>
              <a:buNone/>
            </a:pPr>
            <a:endParaRPr lang="en-US" sz="2000" noProof="0" dirty="0">
              <a:solidFill>
                <a:srgbClr val="000000"/>
              </a:solidFill>
              <a:latin typeface="Fira Code" panose="020B0809050000020004" pitchFamily="49" charset="0"/>
            </a:endParaRPr>
          </a:p>
          <a:p>
            <a:pPr>
              <a:lnSpc>
                <a:spcPct val="113095"/>
              </a:lnSpc>
              <a:buNone/>
            </a:pPr>
            <a:endParaRPr lang="en-US" sz="2000" noProof="0" dirty="0">
              <a:solidFill>
                <a:srgbClr val="000000"/>
              </a:solidFill>
              <a:latin typeface="Fira Code" panose="020B0809050000020004" pitchFamily="49" charset="0"/>
            </a:endParaRPr>
          </a:p>
          <a:p>
            <a:pPr>
              <a:lnSpc>
                <a:spcPct val="113095"/>
              </a:lnSpc>
              <a:buNone/>
            </a:pPr>
            <a:endParaRPr lang="en-US" sz="2000" noProof="0" dirty="0">
              <a:solidFill>
                <a:srgbClr val="000000"/>
              </a:solidFill>
              <a:latin typeface="Fira Code" panose="020B0809050000020004" pitchFamily="49" charset="0"/>
            </a:endParaRPr>
          </a:p>
          <a:p>
            <a:pPr>
              <a:lnSpc>
                <a:spcPct val="113095"/>
              </a:lnSpc>
              <a:buNone/>
            </a:pPr>
            <a:endParaRPr lang="en-US" sz="2000" noProof="0" dirty="0">
              <a:solidFill>
                <a:srgbClr val="000000"/>
              </a:solidFill>
              <a:latin typeface="Fira Code" panose="020B0809050000020004" pitchFamily="49" charset="0"/>
            </a:endParaRPr>
          </a:p>
          <a:p>
            <a:pPr>
              <a:lnSpc>
                <a:spcPct val="113095"/>
              </a:lnSpc>
              <a:buNone/>
            </a:pPr>
            <a:endParaRPr lang="en-US" sz="2000" noProof="0" dirty="0">
              <a:solidFill>
                <a:srgbClr val="000000"/>
              </a:solidFill>
              <a:latin typeface="Fira Code" panose="020B0809050000020004" pitchFamily="49" charset="0"/>
            </a:endParaRPr>
          </a:p>
        </p:txBody>
      </p:sp>
      <p:pic>
        <p:nvPicPr>
          <p:cNvPr id="6" name="Graphic 5" descr="Server with solid fill">
            <a:extLst>
              <a:ext uri="{FF2B5EF4-FFF2-40B4-BE49-F238E27FC236}">
                <a16:creationId xmlns:a16="http://schemas.microsoft.com/office/drawing/2014/main" id="{AE5C4A6A-2A3F-D5E7-21AA-E055A392DE65}"/>
              </a:ext>
            </a:extLst>
          </p:cNvPr>
          <p:cNvPicPr>
            <a:picLocks noChangeAspect="1"/>
          </p:cNvPicPr>
          <p:nvPr>
            <p:custDataLst>
              <p:tags r:id="rId9"/>
            </p:custDataLst>
          </p:nvPr>
        </p:nvPicPr>
        <p:blipFill>
          <a:blip>
            <a:extLst>
              <a:ext uri="{96DAC541-7B7A-43D3-8B79-37D633B846F1}">
                <asvg:svgBlip xmlns:asvg="http://schemas.microsoft.com/office/drawing/2016/SVG/main" r:embed="rId27"/>
              </a:ext>
            </a:extLst>
          </a:blip>
          <a:stretch>
            <a:fillRect/>
          </a:stretch>
        </p:blipFill>
        <p:spPr>
          <a:xfrm flipH="1">
            <a:off x="412156" y="3162420"/>
            <a:ext cx="521160" cy="521160"/>
          </a:xfrm>
          <a:prstGeom prst="rect">
            <a:avLst/>
          </a:prstGeom>
        </p:spPr>
      </p:pic>
      <p:pic>
        <p:nvPicPr>
          <p:cNvPr id="12" name="Graphic 11">
            <a:extLst>
              <a:ext uri="{FF2B5EF4-FFF2-40B4-BE49-F238E27FC236}">
                <a16:creationId xmlns:a16="http://schemas.microsoft.com/office/drawing/2014/main" id="{DD2275A2-A9C6-807A-E3FF-34B66CDA2517}"/>
              </a:ext>
            </a:extLst>
          </p:cNvPr>
          <p:cNvPicPr>
            <a:picLocks noChangeAspect="1"/>
          </p:cNvPicPr>
          <p:nvPr>
            <p:custDataLst>
              <p:tags r:id="rId10"/>
            </p:custDataLst>
          </p:nvPr>
        </p:nvPicPr>
        <p:blipFill>
          <a:blip>
            <a:extLst>
              <a:ext uri="{96DAC541-7B7A-43D3-8B79-37D633B846F1}">
                <asvg:svgBlip xmlns:asvg="http://schemas.microsoft.com/office/drawing/2016/SVG/main" r:embed="rId28"/>
              </a:ext>
            </a:extLst>
          </a:blip>
          <a:stretch>
            <a:fillRect/>
          </a:stretch>
        </p:blipFill>
        <p:spPr>
          <a:xfrm>
            <a:off x="1078885" y="3049108"/>
            <a:ext cx="1543050" cy="3067050"/>
          </a:xfrm>
          <a:prstGeom prst="rect">
            <a:avLst/>
          </a:prstGeom>
        </p:spPr>
      </p:pic>
      <p:pic>
        <p:nvPicPr>
          <p:cNvPr id="16" name="Graphic 15" descr="Server with solid fill">
            <a:extLst>
              <a:ext uri="{FF2B5EF4-FFF2-40B4-BE49-F238E27FC236}">
                <a16:creationId xmlns:a16="http://schemas.microsoft.com/office/drawing/2014/main" id="{082AF5A3-AB88-5B95-D0E8-599F0C027E9E}"/>
              </a:ext>
            </a:extLst>
          </p:cNvPr>
          <p:cNvPicPr>
            <a:picLocks noChangeAspect="1"/>
          </p:cNvPicPr>
          <p:nvPr>
            <p:custDataLst>
              <p:tags r:id="rId11"/>
            </p:custDataLst>
          </p:nvPr>
        </p:nvPicPr>
        <p:blipFill>
          <a:blip>
            <a:extLst>
              <a:ext uri="{96DAC541-7B7A-43D3-8B79-37D633B846F1}">
                <asvg:svgBlip xmlns:asvg="http://schemas.microsoft.com/office/drawing/2016/SVG/main" r:embed="rId29"/>
              </a:ext>
            </a:extLst>
          </a:blip>
          <a:stretch>
            <a:fillRect/>
          </a:stretch>
        </p:blipFill>
        <p:spPr>
          <a:xfrm flipH="1">
            <a:off x="412156" y="3988961"/>
            <a:ext cx="521160" cy="521160"/>
          </a:xfrm>
          <a:prstGeom prst="rect">
            <a:avLst/>
          </a:prstGeom>
        </p:spPr>
      </p:pic>
      <p:pic>
        <p:nvPicPr>
          <p:cNvPr id="19" name="Graphic 18" descr="Server with solid fill">
            <a:extLst>
              <a:ext uri="{FF2B5EF4-FFF2-40B4-BE49-F238E27FC236}">
                <a16:creationId xmlns:a16="http://schemas.microsoft.com/office/drawing/2014/main" id="{71641C04-2032-47B1-3172-33AD1DEB3448}"/>
              </a:ext>
            </a:extLst>
          </p:cNvPr>
          <p:cNvPicPr>
            <a:picLocks noChangeAspect="1"/>
          </p:cNvPicPr>
          <p:nvPr>
            <p:custDataLst>
              <p:tags r:id="rId12"/>
            </p:custDataLst>
          </p:nvPr>
        </p:nvPicPr>
        <p:blipFill>
          <a:blip>
            <a:extLst>
              <a:ext uri="{96DAC541-7B7A-43D3-8B79-37D633B846F1}">
                <asvg:svgBlip xmlns:asvg="http://schemas.microsoft.com/office/drawing/2016/SVG/main" r:embed="rId30"/>
              </a:ext>
            </a:extLst>
          </a:blip>
          <a:stretch>
            <a:fillRect/>
          </a:stretch>
        </p:blipFill>
        <p:spPr>
          <a:xfrm flipH="1">
            <a:off x="412156" y="4696523"/>
            <a:ext cx="521160" cy="521160"/>
          </a:xfrm>
          <a:prstGeom prst="rect">
            <a:avLst/>
          </a:prstGeom>
        </p:spPr>
      </p:pic>
      <p:pic>
        <p:nvPicPr>
          <p:cNvPr id="23" name="Graphic 22" descr="Server with solid fill">
            <a:extLst>
              <a:ext uri="{FF2B5EF4-FFF2-40B4-BE49-F238E27FC236}">
                <a16:creationId xmlns:a16="http://schemas.microsoft.com/office/drawing/2014/main" id="{7E15CA50-90A7-5F5F-4D61-40F7516A3207}"/>
              </a:ext>
            </a:extLst>
          </p:cNvPr>
          <p:cNvPicPr>
            <a:picLocks noChangeAspect="1"/>
          </p:cNvPicPr>
          <p:nvPr>
            <p:custDataLst>
              <p:tags r:id="rId13"/>
            </p:custDataLst>
          </p:nvPr>
        </p:nvPicPr>
        <p:blipFill>
          <a:blip>
            <a:extLst>
              <a:ext uri="{96DAC541-7B7A-43D3-8B79-37D633B846F1}">
                <asvg:svgBlip xmlns:asvg="http://schemas.microsoft.com/office/drawing/2016/SVG/main" r:embed="rId31"/>
              </a:ext>
            </a:extLst>
          </a:blip>
          <a:stretch>
            <a:fillRect/>
          </a:stretch>
        </p:blipFill>
        <p:spPr>
          <a:xfrm flipH="1">
            <a:off x="412156" y="5407427"/>
            <a:ext cx="521160" cy="521160"/>
          </a:xfrm>
          <a:prstGeom prst="rect">
            <a:avLst/>
          </a:prstGeom>
        </p:spPr>
      </p:pic>
      <mc:AlternateContent xmlns:mc="http://schemas.openxmlformats.org/markup-compatibility/2006">
        <mc:Choice xmlns:a14="http://schemas.microsoft.com/office/drawing/2010/main" Requires="a14">
          <p:sp>
            <p:nvSpPr>
              <p:cNvPr id="31" name="TextBox 30">
                <a:extLst>
                  <a:ext uri="{FF2B5EF4-FFF2-40B4-BE49-F238E27FC236}">
                    <a16:creationId xmlns:a16="http://schemas.microsoft.com/office/drawing/2014/main" id="{EE10E03B-CD42-27DC-6DF5-CB9596382EE5}"/>
                  </a:ext>
                </a:extLst>
              </p:cNvPr>
              <p:cNvSpPr txBox="1"/>
              <p:nvPr>
                <p:custDataLst>
                  <p:tags r:id="rId14"/>
                </p:custDataLst>
              </p:nvPr>
            </p:nvSpPr>
            <p:spPr>
              <a:xfrm>
                <a:off x="2848591" y="4397966"/>
                <a:ext cx="1567391" cy="369332"/>
              </a:xfrm>
              <a:prstGeom prst="rect">
                <a:avLst/>
              </a:prstGeom>
              <a:noFill/>
            </p:spPr>
            <p:txBody>
              <a:bodyPr wrap="square" rtlCol="0">
                <a:spAutoFit/>
              </a:bodyPr>
              <a:lstStyle/>
              <a:p>
                <a14:m>
                  <m:oMath xmlns:m="http://schemas.openxmlformats.org/officeDocument/2006/math">
                    <m:r>
                      <a:rPr lang="en-US" i="1" noProof="0" smtClean="0">
                        <a:solidFill>
                          <a:srgbClr val="FF0000"/>
                        </a:solidFill>
                        <a:latin typeface="Cambria Math" panose="02040503050406030204" pitchFamily="18" charset="0"/>
                      </a:rPr>
                      <m:t>𝑀</m:t>
                    </m:r>
                  </m:oMath>
                </a14:m>
                <a:r>
                  <a:rPr lang="en-US" noProof="0" dirty="0"/>
                  <a:t> blocks of </a:t>
                </a:r>
                <a14:m>
                  <m:oMath xmlns:m="http://schemas.openxmlformats.org/officeDocument/2006/math">
                    <m:r>
                      <a:rPr lang="en-US" i="1" noProof="0" smtClean="0">
                        <a:solidFill>
                          <a:srgbClr val="FF0000"/>
                        </a:solidFill>
                        <a:latin typeface="Cambria Math" panose="02040503050406030204" pitchFamily="18" charset="0"/>
                      </a:rPr>
                      <m:t>𝑚</m:t>
                    </m:r>
                  </m:oMath>
                </a14:m>
                <a:endParaRPr lang="en-US" noProof="0" dirty="0"/>
              </a:p>
            </p:txBody>
          </p:sp>
        </mc:Choice>
        <mc:Fallback>
          <p:sp>
            <p:nvSpPr>
              <p:cNvPr id="31" name="TextBox 30">
                <a:extLst>
                  <a:ext uri="{FF2B5EF4-FFF2-40B4-BE49-F238E27FC236}">
                    <a16:creationId xmlns:a16="http://schemas.microsoft.com/office/drawing/2014/main" id="{EE10E03B-CD42-27DC-6DF5-CB9596382EE5}"/>
                  </a:ext>
                </a:extLst>
              </p:cNvPr>
              <p:cNvSpPr txBox="1">
                <a:spLocks noRot="1" noChangeAspect="1" noMove="1" noResize="1" noEditPoints="1" noAdjustHandles="1" noChangeArrowheads="1" noChangeShapeType="1" noTextEdit="1"/>
              </p:cNvSpPr>
              <p:nvPr>
                <p:custDataLst>
                  <p:tags r:id="rId14"/>
                </p:custDataLst>
              </p:nvPr>
            </p:nvSpPr>
            <p:spPr>
              <a:xfrm>
                <a:off x="2848591" y="4397966"/>
                <a:ext cx="1567391" cy="369332"/>
              </a:xfrm>
              <a:prstGeom prst="rect">
                <a:avLst/>
              </a:prstGeom>
              <a:blipFill>
                <a:blip r:embed="rId32"/>
                <a:stretch>
                  <a:fillRect t="-6557" b="-26230"/>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3" name="TextBox 32">
                <a:extLst>
                  <a:ext uri="{FF2B5EF4-FFF2-40B4-BE49-F238E27FC236}">
                    <a16:creationId xmlns:a16="http://schemas.microsoft.com/office/drawing/2014/main" id="{830D2A10-C3C9-5980-4B7C-1920E7A6499E}"/>
                  </a:ext>
                </a:extLst>
              </p:cNvPr>
              <p:cNvSpPr txBox="1"/>
              <p:nvPr>
                <p:custDataLst>
                  <p:tags r:id="rId15"/>
                </p:custDataLst>
              </p:nvPr>
            </p:nvSpPr>
            <p:spPr>
              <a:xfrm>
                <a:off x="1033705" y="2614207"/>
                <a:ext cx="1567391" cy="369332"/>
              </a:xfrm>
              <a:prstGeom prst="rect">
                <a:avLst/>
              </a:prstGeom>
              <a:noFill/>
            </p:spPr>
            <p:txBody>
              <a:bodyPr wrap="square" rtlCol="0">
                <a:spAutoFit/>
              </a:bodyPr>
              <a:lstStyle/>
              <a:p>
                <a:pPr/>
                <a14:m>
                  <m:oMathPara xmlns:m="http://schemas.openxmlformats.org/officeDocument/2006/math">
                    <m:oMath>
                      <m:r>
                        <a:rPr lang="en-US" b="0" i="1" noProof="0" smtClean="0">
                          <a:solidFill>
                            <a:srgbClr val="FF0000"/>
                          </a:solidFill>
                          <a:latin typeface="Cambria Math" panose="02040503050406030204" pitchFamily="18" charset="0"/>
                        </a:rPr>
                        <m:t>𝑛</m:t>
                      </m:r>
                    </m:oMath>
                  </m:oMathPara>
                </a14:m>
                <a:endParaRPr lang="en-US" noProof="0" dirty="0"/>
              </a:p>
            </p:txBody>
          </p:sp>
        </mc:Choice>
        <mc:Fallback>
          <p:sp>
            <p:nvSpPr>
              <p:cNvPr id="33" name="TextBox 32">
                <a:extLst>
                  <a:ext uri="{FF2B5EF4-FFF2-40B4-BE49-F238E27FC236}">
                    <a16:creationId xmlns:a16="http://schemas.microsoft.com/office/drawing/2014/main" id="{830D2A10-C3C9-5980-4B7C-1920E7A6499E}"/>
                  </a:ext>
                </a:extLst>
              </p:cNvPr>
              <p:cNvSpPr txBox="1">
                <a:spLocks noRot="1" noChangeAspect="1" noMove="1" noResize="1" noEditPoints="1" noAdjustHandles="1" noChangeArrowheads="1" noChangeShapeType="1" noTextEdit="1"/>
              </p:cNvSpPr>
              <p:nvPr>
                <p:custDataLst>
                  <p:tags r:id="rId15"/>
                </p:custDataLst>
              </p:nvPr>
            </p:nvSpPr>
            <p:spPr>
              <a:xfrm>
                <a:off x="1033705" y="2614207"/>
                <a:ext cx="1567391" cy="369332"/>
              </a:xfrm>
              <a:prstGeom prst="rect">
                <a:avLst/>
              </a:prstGeom>
              <a:blipFill>
                <a:blip r:embed="rId33"/>
                <a:stretch>
                  <a:fillRect/>
                </a:stretch>
              </a:blipFill>
            </p:spPr>
            <p:txBody>
              <a:bodyPr/>
              <a:lstStyle/>
              <a:p>
                <a:r>
                  <a:rPr lang="en-US">
                    <a:noFill/>
                  </a:rPr>
                  <a:t> </a:t>
                </a:r>
              </a:p>
            </p:txBody>
          </p:sp>
        </mc:Fallback>
      </mc:AlternateContent>
      <p:cxnSp>
        <p:nvCxnSpPr>
          <p:cNvPr id="37" name="Straight Connector 36">
            <a:extLst>
              <a:ext uri="{FF2B5EF4-FFF2-40B4-BE49-F238E27FC236}">
                <a16:creationId xmlns:a16="http://schemas.microsoft.com/office/drawing/2014/main" id="{4A4A075C-DE25-365C-6E81-3128C8CB92C4}"/>
              </a:ext>
            </a:extLst>
          </p:cNvPr>
          <p:cNvCxnSpPr>
            <a:cxnSpLocks/>
          </p:cNvCxnSpPr>
          <p:nvPr>
            <p:custDataLst>
              <p:tags r:id="rId16"/>
            </p:custDataLst>
          </p:nvPr>
        </p:nvCxnSpPr>
        <p:spPr>
          <a:xfrm flipH="1">
            <a:off x="904990" y="3406997"/>
            <a:ext cx="131071" cy="0"/>
          </a:xfrm>
          <a:prstGeom prst="line">
            <a:avLst/>
          </a:prstGeom>
          <a:ln w="12700">
            <a:solidFill>
              <a:schemeClr val="tx1"/>
            </a:solidFill>
            <a:prstDash val="sysDot"/>
          </a:ln>
        </p:spPr>
        <p:style>
          <a:lnRef idx="2">
            <a:schemeClr val="accent1"/>
          </a:lnRef>
          <a:fillRef idx="0">
            <a:schemeClr val="accent1"/>
          </a:fillRef>
          <a:effectRef idx="1">
            <a:schemeClr val="accent1"/>
          </a:effectRef>
          <a:fontRef idx="minor">
            <a:schemeClr val="tx1"/>
          </a:fontRef>
        </p:style>
      </p:cxnSp>
      <p:cxnSp>
        <p:nvCxnSpPr>
          <p:cNvPr id="42" name="Straight Connector 41">
            <a:extLst>
              <a:ext uri="{FF2B5EF4-FFF2-40B4-BE49-F238E27FC236}">
                <a16:creationId xmlns:a16="http://schemas.microsoft.com/office/drawing/2014/main" id="{3AD1030F-B6DD-00FB-A2C5-AE5590588854}"/>
              </a:ext>
            </a:extLst>
          </p:cNvPr>
          <p:cNvCxnSpPr>
            <a:cxnSpLocks/>
          </p:cNvCxnSpPr>
          <p:nvPr>
            <p:custDataLst>
              <p:tags r:id="rId17"/>
            </p:custDataLst>
          </p:nvPr>
        </p:nvCxnSpPr>
        <p:spPr>
          <a:xfrm flipH="1">
            <a:off x="904990" y="4199953"/>
            <a:ext cx="131071" cy="0"/>
          </a:xfrm>
          <a:prstGeom prst="line">
            <a:avLst/>
          </a:prstGeom>
          <a:ln w="12700">
            <a:solidFill>
              <a:schemeClr val="tx1"/>
            </a:solidFill>
            <a:prstDash val="sysDot"/>
          </a:ln>
        </p:spPr>
        <p:style>
          <a:lnRef idx="2">
            <a:schemeClr val="accent1"/>
          </a:lnRef>
          <a:fillRef idx="0">
            <a:schemeClr val="accent1"/>
          </a:fillRef>
          <a:effectRef idx="1">
            <a:schemeClr val="accent1"/>
          </a:effectRef>
          <a:fontRef idx="minor">
            <a:schemeClr val="tx1"/>
          </a:fontRef>
        </p:style>
      </p:cxnSp>
      <p:cxnSp>
        <p:nvCxnSpPr>
          <p:cNvPr id="44" name="Straight Connector 43">
            <a:extLst>
              <a:ext uri="{FF2B5EF4-FFF2-40B4-BE49-F238E27FC236}">
                <a16:creationId xmlns:a16="http://schemas.microsoft.com/office/drawing/2014/main" id="{00B751AB-0537-2DC4-981F-1F8596A37ABB}"/>
              </a:ext>
            </a:extLst>
          </p:cNvPr>
          <p:cNvCxnSpPr>
            <a:cxnSpLocks/>
          </p:cNvCxnSpPr>
          <p:nvPr>
            <p:custDataLst>
              <p:tags r:id="rId18"/>
            </p:custDataLst>
          </p:nvPr>
        </p:nvCxnSpPr>
        <p:spPr>
          <a:xfrm flipH="1">
            <a:off x="904990" y="4957103"/>
            <a:ext cx="156471" cy="0"/>
          </a:xfrm>
          <a:prstGeom prst="line">
            <a:avLst/>
          </a:prstGeom>
          <a:ln w="12700">
            <a:solidFill>
              <a:schemeClr val="tx1"/>
            </a:solidFill>
            <a:prstDash val="sysDot"/>
          </a:ln>
        </p:spPr>
        <p:style>
          <a:lnRef idx="2">
            <a:schemeClr val="accent1"/>
          </a:lnRef>
          <a:fillRef idx="0">
            <a:schemeClr val="accent1"/>
          </a:fillRef>
          <a:effectRef idx="1">
            <a:schemeClr val="accent1"/>
          </a:effectRef>
          <a:fontRef idx="minor">
            <a:schemeClr val="tx1"/>
          </a:fontRef>
        </p:style>
      </p:cxnSp>
      <p:cxnSp>
        <p:nvCxnSpPr>
          <p:cNvPr id="46" name="Straight Connector 45">
            <a:extLst>
              <a:ext uri="{FF2B5EF4-FFF2-40B4-BE49-F238E27FC236}">
                <a16:creationId xmlns:a16="http://schemas.microsoft.com/office/drawing/2014/main" id="{CD19B355-FA91-A9A5-2FEF-259C20C86AF7}"/>
              </a:ext>
            </a:extLst>
          </p:cNvPr>
          <p:cNvCxnSpPr>
            <a:cxnSpLocks/>
          </p:cNvCxnSpPr>
          <p:nvPr>
            <p:custDataLst>
              <p:tags r:id="rId19"/>
            </p:custDataLst>
          </p:nvPr>
        </p:nvCxnSpPr>
        <p:spPr>
          <a:xfrm flipH="1">
            <a:off x="904990" y="5719407"/>
            <a:ext cx="156471" cy="0"/>
          </a:xfrm>
          <a:prstGeom prst="line">
            <a:avLst/>
          </a:prstGeom>
          <a:ln w="12700">
            <a:solidFill>
              <a:schemeClr val="tx1"/>
            </a:solidFill>
            <a:prstDash val="sysDot"/>
          </a:ln>
        </p:spPr>
        <p:style>
          <a:lnRef idx="2">
            <a:schemeClr val="accent1"/>
          </a:lnRef>
          <a:fillRef idx="0">
            <a:schemeClr val="accent1"/>
          </a:fillRef>
          <a:effectRef idx="1">
            <a:schemeClr val="accent1"/>
          </a:effectRef>
          <a:fontRef idx="minor">
            <a:schemeClr val="tx1"/>
          </a:fontRef>
        </p:style>
      </p:cxnSp>
      <p:sp>
        <p:nvSpPr>
          <p:cNvPr id="48" name="TextBox 47">
            <a:extLst>
              <a:ext uri="{FF2B5EF4-FFF2-40B4-BE49-F238E27FC236}">
                <a16:creationId xmlns:a16="http://schemas.microsoft.com/office/drawing/2014/main" id="{D675D228-CE77-DE58-39D4-695A05595AAD}"/>
              </a:ext>
            </a:extLst>
          </p:cNvPr>
          <p:cNvSpPr txBox="1"/>
          <p:nvPr>
            <p:custDataLst>
              <p:tags r:id="rId20"/>
            </p:custDataLst>
          </p:nvPr>
        </p:nvSpPr>
        <p:spPr>
          <a:xfrm>
            <a:off x="1466876" y="6116157"/>
            <a:ext cx="920750" cy="369332"/>
          </a:xfrm>
          <a:prstGeom prst="rect">
            <a:avLst/>
          </a:prstGeom>
          <a:noFill/>
        </p:spPr>
        <p:txBody>
          <a:bodyPr wrap="square">
            <a:spAutoFit/>
          </a:bodyPr>
          <a:lstStyle/>
          <a:p>
            <a:r>
              <a:rPr lang="en-US" sz="1800" noProof="0" dirty="0">
                <a:solidFill>
                  <a:srgbClr val="0070C1"/>
                </a:solidFill>
                <a:latin typeface="Fira Code" panose="020B0809050000020004" pitchFamily="49" charset="0"/>
              </a:rPr>
              <a:t>Data</a:t>
            </a:r>
            <a:endParaRPr lang="en-US" noProof="0" dirty="0"/>
          </a:p>
        </p:txBody>
      </p:sp>
      <p:sp>
        <p:nvSpPr>
          <p:cNvPr id="50" name="Left Brace 49">
            <a:extLst>
              <a:ext uri="{FF2B5EF4-FFF2-40B4-BE49-F238E27FC236}">
                <a16:creationId xmlns:a16="http://schemas.microsoft.com/office/drawing/2014/main" id="{E95766C1-B5D9-13B5-FB19-BBB779E706C4}"/>
              </a:ext>
            </a:extLst>
          </p:cNvPr>
          <p:cNvSpPr/>
          <p:nvPr>
            <p:custDataLst>
              <p:tags r:id="rId21"/>
            </p:custDataLst>
          </p:nvPr>
        </p:nvSpPr>
        <p:spPr>
          <a:xfrm>
            <a:off x="338460" y="3049108"/>
            <a:ext cx="122402" cy="3111531"/>
          </a:xfrm>
          <a:prstGeom prst="leftBrace">
            <a:avLst/>
          </a:prstGeom>
          <a:ln>
            <a:solidFill>
              <a:schemeClr val="tx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noProof="0" dirty="0"/>
          </a:p>
        </p:txBody>
      </p:sp>
      <p:sp>
        <p:nvSpPr>
          <p:cNvPr id="51" name="TextBox 50">
            <a:extLst>
              <a:ext uri="{FF2B5EF4-FFF2-40B4-BE49-F238E27FC236}">
                <a16:creationId xmlns:a16="http://schemas.microsoft.com/office/drawing/2014/main" id="{9978308B-BCCF-A96E-398B-794D49740CFD}"/>
              </a:ext>
            </a:extLst>
          </p:cNvPr>
          <p:cNvSpPr txBox="1"/>
          <p:nvPr>
            <p:custDataLst>
              <p:tags r:id="rId22"/>
            </p:custDataLst>
          </p:nvPr>
        </p:nvSpPr>
        <p:spPr>
          <a:xfrm rot="16200000">
            <a:off x="-634661" y="4368896"/>
            <a:ext cx="1638654" cy="369332"/>
          </a:xfrm>
          <a:prstGeom prst="rect">
            <a:avLst/>
          </a:prstGeom>
          <a:noFill/>
        </p:spPr>
        <p:txBody>
          <a:bodyPr wrap="none" rtlCol="0">
            <a:spAutoFit/>
          </a:bodyPr>
          <a:lstStyle/>
          <a:p>
            <a:r>
              <a:rPr lang="en-US" noProof="0" dirty="0"/>
              <a:t>MPI processes</a:t>
            </a:r>
          </a:p>
        </p:txBody>
      </p:sp>
      <p:sp>
        <p:nvSpPr>
          <p:cNvPr id="24" name="TextBox 23">
            <a:extLst>
              <a:ext uri="{FF2B5EF4-FFF2-40B4-BE49-F238E27FC236}">
                <a16:creationId xmlns:a16="http://schemas.microsoft.com/office/drawing/2014/main" id="{FA059D70-FCD1-6DBE-F6AD-CD030885F585}"/>
              </a:ext>
            </a:extLst>
          </p:cNvPr>
          <p:cNvSpPr txBox="1"/>
          <p:nvPr>
            <p:custDataLst>
              <p:tags r:id="rId23"/>
            </p:custDataLst>
          </p:nvPr>
        </p:nvSpPr>
        <p:spPr>
          <a:xfrm>
            <a:off x="2555373" y="960896"/>
            <a:ext cx="3084499" cy="461665"/>
          </a:xfrm>
          <a:prstGeom prst="rect">
            <a:avLst/>
          </a:prstGeom>
          <a:noFill/>
        </p:spPr>
        <p:txBody>
          <a:bodyPr wrap="none" rtlCol="0" anchor="b">
            <a:spAutoFit/>
          </a:bodyPr>
          <a:lstStyle/>
          <a:p>
            <a:pPr algn="ctr"/>
            <a:r>
              <a:rPr lang="en-US" sz="2400" noProof="0" dirty="0"/>
              <a:t>We want to distribute:</a:t>
            </a:r>
          </a:p>
        </p:txBody>
      </p:sp>
      <p:sp>
        <p:nvSpPr>
          <p:cNvPr id="5" name="Right Brace 4">
            <a:extLst>
              <a:ext uri="{FF2B5EF4-FFF2-40B4-BE49-F238E27FC236}">
                <a16:creationId xmlns:a16="http://schemas.microsoft.com/office/drawing/2014/main" id="{77506296-0DDC-BC41-92BD-0C2E58DAA530}"/>
              </a:ext>
            </a:extLst>
          </p:cNvPr>
          <p:cNvSpPr/>
          <p:nvPr>
            <p:custDataLst>
              <p:tags r:id="rId24"/>
            </p:custDataLst>
          </p:nvPr>
        </p:nvSpPr>
        <p:spPr>
          <a:xfrm>
            <a:off x="2684016" y="3049108"/>
            <a:ext cx="212320" cy="3067049"/>
          </a:xfrm>
          <a:prstGeom prst="rightBrace">
            <a:avLst/>
          </a:prstGeom>
          <a:ln>
            <a:solidFill>
              <a:schemeClr val="tx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98820204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5C74C628-CAA0-C24C-645A-3BB03B369C7A}"/>
              </a:ext>
            </a:extLst>
          </p:cNvPr>
          <p:cNvSpPr txBox="1"/>
          <p:nvPr>
            <p:custDataLst>
              <p:tags r:id="rId2"/>
            </p:custDataLst>
          </p:nvPr>
        </p:nvSpPr>
        <p:spPr>
          <a:xfrm>
            <a:off x="690570" y="1416337"/>
            <a:ext cx="7003310" cy="1124282"/>
          </a:xfrm>
          <a:prstGeom prst="rect">
            <a:avLst/>
          </a:prstGeom>
          <a:noFill/>
          <a:ln>
            <a:solidFill>
              <a:schemeClr val="tx1"/>
            </a:solidFill>
          </a:ln>
        </p:spPr>
        <p:txBody>
          <a:bodyPr wrap="none">
            <a:noAutofit/>
          </a:bodyPr>
          <a:lstStyle/>
          <a:p>
            <a:pPr>
              <a:lnSpc>
                <a:spcPct val="113095"/>
              </a:lnSpc>
              <a:buNone/>
            </a:pPr>
            <a:r>
              <a:rPr lang="en-US" sz="2000" b="0" noProof="0" dirty="0">
                <a:solidFill>
                  <a:srgbClr val="795E26"/>
                </a:solidFill>
                <a:effectLst/>
                <a:latin typeface="Fira Code" panose="020B0809050000020004" pitchFamily="49" charset="0"/>
              </a:rPr>
              <a:t>traverser</a:t>
            </a:r>
            <a:r>
              <a:rPr lang="en-US" sz="2000" b="0" noProof="0" dirty="0">
                <a:solidFill>
                  <a:srgbClr val="000000"/>
                </a:solidFill>
                <a:effectLst/>
                <a:latin typeface="Fira Code" panose="020B0809050000020004" pitchFamily="49" charset="0"/>
              </a:rPr>
              <a:t>(</a:t>
            </a:r>
            <a:r>
              <a:rPr lang="en-US" sz="2000" b="0" noProof="0" dirty="0">
                <a:solidFill>
                  <a:srgbClr val="001080"/>
                </a:solidFill>
                <a:effectLst/>
                <a:latin typeface="Fira Code" panose="020B0809050000020004" pitchFamily="49" charset="0"/>
              </a:rPr>
              <a:t>matrix</a:t>
            </a:r>
            <a:r>
              <a:rPr lang="en-US" sz="2000" b="0" noProof="0" dirty="0">
                <a:solidFill>
                  <a:srgbClr val="000000"/>
                </a:solidFill>
                <a:effectLst/>
                <a:latin typeface="Fira Code" panose="020B0809050000020004" pitchFamily="49" charset="0"/>
              </a:rPr>
              <a:t>).</a:t>
            </a:r>
            <a:r>
              <a:rPr lang="en-US" sz="2000" noProof="0" dirty="0">
                <a:solidFill>
                  <a:srgbClr val="795E26"/>
                </a:solidFill>
                <a:latin typeface="Fira Code" panose="020B0809050000020004" pitchFamily="49" charset="0"/>
              </a:rPr>
              <a:t>for_each</a:t>
            </a:r>
            <a:r>
              <a:rPr lang="en-US" sz="2000" b="0" noProof="0" dirty="0">
                <a:solidFill>
                  <a:srgbClr val="000000"/>
                </a:solidFill>
                <a:effectLst/>
                <a:latin typeface="Fira Code" panose="020B0809050000020004" pitchFamily="49" charset="0"/>
              </a:rPr>
              <a:t>([&amp;](</a:t>
            </a:r>
            <a:r>
              <a:rPr lang="en-US" sz="2000" b="0" noProof="0" dirty="0">
                <a:solidFill>
                  <a:srgbClr val="267F99"/>
                </a:solidFill>
                <a:effectLst/>
                <a:latin typeface="Fira Code" panose="020B0809050000020004" pitchFamily="49" charset="0"/>
              </a:rPr>
              <a:t>auto</a:t>
            </a:r>
            <a:r>
              <a:rPr lang="en-US" sz="2000" b="0" noProof="0" dirty="0">
                <a:solidFill>
                  <a:srgbClr val="000000"/>
                </a:solidFill>
                <a:effectLst/>
                <a:latin typeface="Fira Code" panose="020B0809050000020004" pitchFamily="49" charset="0"/>
              </a:rPr>
              <a:t> </a:t>
            </a:r>
            <a:r>
              <a:rPr lang="en-US" sz="2000" b="0" noProof="0" dirty="0">
                <a:solidFill>
                  <a:srgbClr val="001080"/>
                </a:solidFill>
                <a:effectLst/>
                <a:latin typeface="Fira Code" panose="020B0809050000020004" pitchFamily="49" charset="0"/>
              </a:rPr>
              <a:t>index</a:t>
            </a:r>
            <a:r>
              <a:rPr lang="en-US" sz="2000" b="0" noProof="0" dirty="0">
                <a:solidFill>
                  <a:srgbClr val="000000"/>
                </a:solidFill>
                <a:effectLst/>
                <a:latin typeface="Fira Code" panose="020B0809050000020004" pitchFamily="49" charset="0"/>
              </a:rPr>
              <a:t>) {</a:t>
            </a:r>
          </a:p>
          <a:p>
            <a:pPr>
              <a:lnSpc>
                <a:spcPct val="113095"/>
              </a:lnSpc>
              <a:buNone/>
            </a:pPr>
            <a:r>
              <a:rPr lang="en-US" sz="2000" b="0" noProof="0" dirty="0">
                <a:solidFill>
                  <a:srgbClr val="000000"/>
                </a:solidFill>
                <a:effectLst/>
                <a:latin typeface="Fira Code" panose="020B0809050000020004" pitchFamily="49" charset="0"/>
              </a:rPr>
              <a:t>    </a:t>
            </a:r>
            <a:r>
              <a:rPr lang="en-US" sz="2000" b="0" noProof="0" dirty="0">
                <a:solidFill>
                  <a:srgbClr val="001080"/>
                </a:solidFill>
                <a:effectLst/>
                <a:latin typeface="Fira Code" panose="020B0809050000020004" pitchFamily="49" charset="0"/>
              </a:rPr>
              <a:t>matrix</a:t>
            </a:r>
            <a:r>
              <a:rPr lang="en-US" sz="2000" b="0" noProof="0" dirty="0">
                <a:solidFill>
                  <a:srgbClr val="000000"/>
                </a:solidFill>
                <a:effectLst/>
                <a:latin typeface="Fira Code" panose="020B0809050000020004" pitchFamily="49" charset="0"/>
              </a:rPr>
              <a:t>[</a:t>
            </a:r>
            <a:r>
              <a:rPr lang="en-US" sz="2000" b="0" noProof="0" dirty="0">
                <a:solidFill>
                  <a:srgbClr val="001080"/>
                </a:solidFill>
                <a:effectLst/>
                <a:latin typeface="Fira Code" panose="020B0809050000020004" pitchFamily="49" charset="0"/>
              </a:rPr>
              <a:t>index</a:t>
            </a:r>
            <a:r>
              <a:rPr lang="en-US" sz="2000" b="0" noProof="0" dirty="0">
                <a:solidFill>
                  <a:srgbClr val="000000"/>
                </a:solidFill>
                <a:effectLst/>
                <a:latin typeface="Fira Code" panose="020B0809050000020004" pitchFamily="49" charset="0"/>
              </a:rPr>
              <a:t>] = </a:t>
            </a:r>
            <a:r>
              <a:rPr lang="en-US" sz="2000" noProof="0" dirty="0" err="1">
                <a:solidFill>
                  <a:srgbClr val="795E26"/>
                </a:solidFill>
                <a:latin typeface="Fira Code" panose="020B0809050000020004" pitchFamily="49" charset="0"/>
              </a:rPr>
              <a:t>init</a:t>
            </a:r>
            <a:r>
              <a:rPr lang="en-US" sz="2000" noProof="0" dirty="0">
                <a:solidFill>
                  <a:srgbClr val="000000"/>
                </a:solidFill>
                <a:latin typeface="Fira Code" panose="020B0809050000020004" pitchFamily="49" charset="0"/>
              </a:rPr>
              <a:t>(</a:t>
            </a:r>
            <a:r>
              <a:rPr lang="en-US" sz="2000" noProof="0" dirty="0">
                <a:solidFill>
                  <a:srgbClr val="001080"/>
                </a:solidFill>
                <a:latin typeface="Fira Code" panose="020B0809050000020004" pitchFamily="49" charset="0"/>
              </a:rPr>
              <a:t>index</a:t>
            </a:r>
            <a:r>
              <a:rPr lang="en-US" sz="2000" noProof="0" dirty="0">
                <a:solidFill>
                  <a:srgbClr val="000000"/>
                </a:solidFill>
                <a:latin typeface="Fira Code" panose="020B0809050000020004" pitchFamily="49" charset="0"/>
              </a:rPr>
              <a:t>)</a:t>
            </a:r>
            <a:r>
              <a:rPr lang="en-US" sz="2000" b="0" noProof="0" dirty="0">
                <a:solidFill>
                  <a:srgbClr val="000000"/>
                </a:solidFill>
                <a:effectLst/>
                <a:latin typeface="Fira Code" panose="020B0809050000020004" pitchFamily="49" charset="0"/>
              </a:rPr>
              <a:t>;</a:t>
            </a:r>
          </a:p>
          <a:p>
            <a:pPr>
              <a:lnSpc>
                <a:spcPct val="113095"/>
              </a:lnSpc>
              <a:buNone/>
            </a:pPr>
            <a:r>
              <a:rPr lang="en-US" sz="2000" b="0" noProof="0" dirty="0">
                <a:solidFill>
                  <a:srgbClr val="000000"/>
                </a:solidFill>
                <a:effectLst/>
                <a:latin typeface="Fira Code" panose="020B0809050000020004" pitchFamily="49" charset="0"/>
              </a:rPr>
              <a:t>})</a:t>
            </a:r>
            <a:r>
              <a:rPr lang="en-US" sz="2000" noProof="0" dirty="0">
                <a:solidFill>
                  <a:srgbClr val="000000"/>
                </a:solidFill>
                <a:latin typeface="Fira Code" panose="020B0809050000020004" pitchFamily="49" charset="0"/>
              </a:rPr>
              <a:t>;</a:t>
            </a:r>
          </a:p>
        </p:txBody>
      </p:sp>
      <p:sp>
        <p:nvSpPr>
          <p:cNvPr id="55" name="Rectangle 54">
            <a:extLst>
              <a:ext uri="{FF2B5EF4-FFF2-40B4-BE49-F238E27FC236}">
                <a16:creationId xmlns:a16="http://schemas.microsoft.com/office/drawing/2014/main" id="{EE3B59AB-A2B0-AC08-2ABA-C28A804C1D65}"/>
              </a:ext>
            </a:extLst>
          </p:cNvPr>
          <p:cNvSpPr/>
          <p:nvPr>
            <p:custDataLst>
              <p:tags r:id="rId3"/>
            </p:custDataLst>
          </p:nvPr>
        </p:nvSpPr>
        <p:spPr>
          <a:xfrm>
            <a:off x="7134062" y="3483908"/>
            <a:ext cx="757025" cy="217083"/>
          </a:xfrm>
          <a:prstGeom prst="rect">
            <a:avLst/>
          </a:prstGeom>
          <a:solidFill>
            <a:srgbClr val="C0C0C0">
              <a:alpha val="2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000" noProof="0" dirty="0"/>
          </a:p>
        </p:txBody>
      </p:sp>
      <p:sp>
        <p:nvSpPr>
          <p:cNvPr id="4" name="Title 3">
            <a:extLst>
              <a:ext uri="{FF2B5EF4-FFF2-40B4-BE49-F238E27FC236}">
                <a16:creationId xmlns:a16="http://schemas.microsoft.com/office/drawing/2014/main" id="{7CDFDB58-EA38-9006-322B-F713E3FA8103}"/>
              </a:ext>
            </a:extLst>
          </p:cNvPr>
          <p:cNvSpPr>
            <a:spLocks noGrp="1"/>
          </p:cNvSpPr>
          <p:nvPr>
            <p:ph type="title"/>
            <p:custDataLst>
              <p:tags r:id="rId4"/>
            </p:custDataLst>
          </p:nvPr>
        </p:nvSpPr>
        <p:spPr/>
        <p:txBody>
          <a:bodyPr/>
          <a:lstStyle/>
          <a:p>
            <a:r>
              <a:rPr lang="en-US" noProof="0" dirty="0"/>
              <a:t>Distributed initialization using MPI</a:t>
            </a:r>
          </a:p>
        </p:txBody>
      </p:sp>
      <p:sp>
        <p:nvSpPr>
          <p:cNvPr id="43" name="TextBox 42">
            <a:extLst>
              <a:ext uri="{FF2B5EF4-FFF2-40B4-BE49-F238E27FC236}">
                <a16:creationId xmlns:a16="http://schemas.microsoft.com/office/drawing/2014/main" id="{3C95CC93-9CA9-7209-C22C-7D083498E953}"/>
              </a:ext>
            </a:extLst>
          </p:cNvPr>
          <p:cNvSpPr txBox="1"/>
          <p:nvPr>
            <p:custDataLst>
              <p:tags r:id="rId5"/>
            </p:custDataLst>
          </p:nvPr>
        </p:nvSpPr>
        <p:spPr>
          <a:xfrm>
            <a:off x="5303351" y="2574520"/>
            <a:ext cx="5703806" cy="461665"/>
          </a:xfrm>
          <a:prstGeom prst="rect">
            <a:avLst/>
          </a:prstGeom>
          <a:noFill/>
        </p:spPr>
        <p:txBody>
          <a:bodyPr wrap="none" rtlCol="0" anchor="b">
            <a:spAutoFit/>
          </a:bodyPr>
          <a:lstStyle/>
          <a:p>
            <a:pPr algn="ctr"/>
            <a:r>
              <a:rPr lang="en-US" sz="2400" noProof="0" dirty="0"/>
              <a:t>Binding traversal to an MPI communicator</a:t>
            </a:r>
          </a:p>
        </p:txBody>
      </p:sp>
      <p:sp>
        <p:nvSpPr>
          <p:cNvPr id="2" name="Date Placeholder 1">
            <a:extLst>
              <a:ext uri="{FF2B5EF4-FFF2-40B4-BE49-F238E27FC236}">
                <a16:creationId xmlns:a16="http://schemas.microsoft.com/office/drawing/2014/main" id="{29057125-4E7B-776B-DCD0-38C2BDDEA0EE}"/>
              </a:ext>
            </a:extLst>
          </p:cNvPr>
          <p:cNvSpPr>
            <a:spLocks noGrp="1"/>
          </p:cNvSpPr>
          <p:nvPr>
            <p:ph type="dt" sz="half" idx="10"/>
            <p:custDataLst>
              <p:tags r:id="rId6"/>
            </p:custDataLst>
          </p:nvPr>
        </p:nvSpPr>
        <p:spPr/>
        <p:txBody>
          <a:bodyPr/>
          <a:lstStyle/>
          <a:p>
            <a:r>
              <a:rPr lang="en-US" noProof="0"/>
              <a:t>9/5/2026</a:t>
            </a:r>
            <a:endParaRPr lang="en-US" noProof="0" dirty="0"/>
          </a:p>
        </p:txBody>
      </p:sp>
      <p:sp>
        <p:nvSpPr>
          <p:cNvPr id="3" name="Slide Number Placeholder 2">
            <a:extLst>
              <a:ext uri="{FF2B5EF4-FFF2-40B4-BE49-F238E27FC236}">
                <a16:creationId xmlns:a16="http://schemas.microsoft.com/office/drawing/2014/main" id="{850D6802-E8E6-C834-23FA-38D2C05CB2AB}"/>
              </a:ext>
            </a:extLst>
          </p:cNvPr>
          <p:cNvSpPr>
            <a:spLocks noGrp="1"/>
          </p:cNvSpPr>
          <p:nvPr>
            <p:ph type="sldNum" sz="quarter" idx="12"/>
            <p:custDataLst>
              <p:tags r:id="rId7"/>
            </p:custDataLst>
          </p:nvPr>
        </p:nvSpPr>
        <p:spPr/>
        <p:txBody>
          <a:bodyPr/>
          <a:lstStyle/>
          <a:p>
            <a:r>
              <a:rPr lang="en-US" noProof="0"/>
              <a:t>15</a:t>
            </a:r>
            <a:endParaRPr lang="en-US" noProof="0" dirty="0"/>
          </a:p>
        </p:txBody>
      </p:sp>
      <p:sp>
        <p:nvSpPr>
          <p:cNvPr id="25" name="TextBox 24">
            <a:extLst>
              <a:ext uri="{FF2B5EF4-FFF2-40B4-BE49-F238E27FC236}">
                <a16:creationId xmlns:a16="http://schemas.microsoft.com/office/drawing/2014/main" id="{770A04A5-C71E-DF2C-A354-3E03F875058A}"/>
              </a:ext>
            </a:extLst>
          </p:cNvPr>
          <p:cNvSpPr txBox="1"/>
          <p:nvPr>
            <p:custDataLst>
              <p:tags r:id="rId8"/>
            </p:custDataLst>
          </p:nvPr>
        </p:nvSpPr>
        <p:spPr>
          <a:xfrm>
            <a:off x="4418827" y="3026655"/>
            <a:ext cx="7472855" cy="3225555"/>
          </a:xfrm>
          <a:prstGeom prst="rect">
            <a:avLst/>
          </a:prstGeom>
          <a:noFill/>
          <a:ln>
            <a:solidFill>
              <a:schemeClr val="tx1"/>
            </a:solidFill>
          </a:ln>
        </p:spPr>
        <p:txBody>
          <a:bodyPr wrap="none">
            <a:noAutofit/>
          </a:bodyPr>
          <a:lstStyle/>
          <a:p>
            <a:pPr>
              <a:lnSpc>
                <a:spcPct val="113095"/>
              </a:lnSpc>
              <a:buNone/>
            </a:pPr>
            <a:r>
              <a:rPr lang="en-US" sz="2000" b="0" noProof="0" dirty="0">
                <a:solidFill>
                  <a:srgbClr val="267F99"/>
                </a:solidFill>
                <a:effectLst/>
                <a:latin typeface="Fira Code" panose="020B0809050000020004" pitchFamily="49" charset="0"/>
              </a:rPr>
              <a:t>auto</a:t>
            </a:r>
            <a:r>
              <a:rPr lang="en-US" sz="2000" b="0" noProof="0" dirty="0">
                <a:solidFill>
                  <a:srgbClr val="000000"/>
                </a:solidFill>
                <a:effectLst/>
                <a:latin typeface="Fira Code" panose="020B0809050000020004" pitchFamily="49" charset="0"/>
              </a:rPr>
              <a:t> </a:t>
            </a:r>
            <a:r>
              <a:rPr lang="en-US" sz="2000" noProof="0" dirty="0" err="1">
                <a:solidFill>
                  <a:srgbClr val="001080"/>
                </a:solidFill>
                <a:effectLst/>
                <a:latin typeface="Fira Code" panose="020B0809050000020004" pitchFamily="49" charset="0"/>
              </a:rPr>
              <a:t>MPItrav</a:t>
            </a:r>
            <a:r>
              <a:rPr lang="en-US" sz="1000" b="0" noProof="0" dirty="0">
                <a:solidFill>
                  <a:srgbClr val="000000"/>
                </a:solidFill>
                <a:effectLst/>
                <a:latin typeface="Fira Code" panose="020B0809050000020004" pitchFamily="49" charset="0"/>
              </a:rPr>
              <a:t> </a:t>
            </a:r>
            <a:r>
              <a:rPr lang="en-US" sz="2000" b="0" noProof="0" dirty="0">
                <a:solidFill>
                  <a:srgbClr val="000000"/>
                </a:solidFill>
                <a:effectLst/>
                <a:latin typeface="Fira Code" panose="020B0809050000020004" pitchFamily="49" charset="0"/>
              </a:rPr>
              <a:t>=</a:t>
            </a:r>
          </a:p>
          <a:p>
            <a:pPr>
              <a:lnSpc>
                <a:spcPct val="113095"/>
              </a:lnSpc>
              <a:buNone/>
            </a:pPr>
            <a:r>
              <a:rPr lang="en-US" sz="2000" dirty="0">
                <a:solidFill>
                  <a:srgbClr val="000000"/>
                </a:solidFill>
                <a:latin typeface="Fira Code" panose="020B0809050000020004" pitchFamily="49" charset="0"/>
              </a:rPr>
              <a:t>    </a:t>
            </a:r>
            <a:r>
              <a:rPr lang="en-US" sz="2000" b="0" noProof="0" dirty="0" err="1">
                <a:solidFill>
                  <a:srgbClr val="795E26"/>
                </a:solidFill>
                <a:effectLst/>
                <a:latin typeface="Fira Code" panose="020B0809050000020004" pitchFamily="49" charset="0"/>
              </a:rPr>
              <a:t>mpi_traverser</a:t>
            </a:r>
            <a:r>
              <a:rPr lang="en-US" sz="400" b="0" noProof="0" dirty="0">
                <a:solidFill>
                  <a:srgbClr val="795E26"/>
                </a:solidFill>
                <a:effectLst/>
                <a:latin typeface="Fira Code" panose="020B0809050000020004" pitchFamily="49" charset="0"/>
              </a:rPr>
              <a:t> </a:t>
            </a:r>
            <a:r>
              <a:rPr lang="en-US" sz="2000" b="0" noProof="0" dirty="0">
                <a:solidFill>
                  <a:srgbClr val="000000"/>
                </a:solidFill>
                <a:effectLst/>
                <a:latin typeface="Fira Code" panose="020B0809050000020004" pitchFamily="49" charset="0"/>
              </a:rPr>
              <a:t>&lt;</a:t>
            </a:r>
            <a:r>
              <a:rPr lang="en-US" sz="2000" b="0" noProof="0" dirty="0">
                <a:solidFill>
                  <a:srgbClr val="A31515"/>
                </a:solidFill>
                <a:effectLst/>
                <a:latin typeface="Fira Code" panose="020B0809050000020004" pitchFamily="49" charset="0"/>
              </a:rPr>
              <a:t>'M'</a:t>
            </a:r>
            <a:r>
              <a:rPr lang="en-US" sz="2000" b="0" noProof="0" dirty="0">
                <a:solidFill>
                  <a:srgbClr val="000000"/>
                </a:solidFill>
                <a:effectLst/>
                <a:latin typeface="Fira Code" panose="020B0809050000020004" pitchFamily="49" charset="0"/>
              </a:rPr>
              <a:t>&gt;</a:t>
            </a:r>
            <a:r>
              <a:rPr lang="en-US" sz="400" b="0" noProof="0" dirty="0">
                <a:solidFill>
                  <a:srgbClr val="000000"/>
                </a:solidFill>
                <a:effectLst/>
                <a:latin typeface="Fira Code" panose="020B0809050000020004" pitchFamily="49" charset="0"/>
              </a:rPr>
              <a:t> </a:t>
            </a:r>
            <a:r>
              <a:rPr lang="en-US" sz="2000" b="0" noProof="0" dirty="0">
                <a:solidFill>
                  <a:srgbClr val="000000"/>
                </a:solidFill>
                <a:effectLst/>
                <a:latin typeface="Fira Code" panose="020B0809050000020004" pitchFamily="49" charset="0"/>
              </a:rPr>
              <a:t>(</a:t>
            </a:r>
            <a:r>
              <a:rPr lang="en-US" sz="2000" b="0" noProof="0" dirty="0">
                <a:solidFill>
                  <a:srgbClr val="001080"/>
                </a:solidFill>
                <a:effectLst/>
                <a:latin typeface="Fira Code" panose="020B0809050000020004" pitchFamily="49" charset="0"/>
              </a:rPr>
              <a:t>traverser</a:t>
            </a:r>
            <a:r>
              <a:rPr lang="en-US" sz="2000" b="0" noProof="0" dirty="0">
                <a:solidFill>
                  <a:srgbClr val="000000"/>
                </a:solidFill>
                <a:effectLst/>
                <a:latin typeface="Fira Code" panose="020B0809050000020004" pitchFamily="49" charset="0"/>
              </a:rPr>
              <a:t>,</a:t>
            </a:r>
            <a:r>
              <a:rPr lang="en-US" sz="1000" b="0" noProof="0" dirty="0">
                <a:solidFill>
                  <a:srgbClr val="000000"/>
                </a:solidFill>
                <a:effectLst/>
                <a:latin typeface="Fira Code" panose="020B0809050000020004" pitchFamily="49" charset="0"/>
              </a:rPr>
              <a:t> </a:t>
            </a:r>
            <a:r>
              <a:rPr lang="en-US" b="0" noProof="0" dirty="0">
                <a:solidFill>
                  <a:srgbClr val="0000FF"/>
                </a:solidFill>
                <a:effectLst/>
                <a:latin typeface="Fira Code" panose="020B0809050000020004" pitchFamily="49" charset="0"/>
              </a:rPr>
              <a:t>MPI_COMM_WORLD</a:t>
            </a:r>
            <a:r>
              <a:rPr lang="en-US" sz="2000" b="0" noProof="0" dirty="0">
                <a:solidFill>
                  <a:srgbClr val="000000"/>
                </a:solidFill>
                <a:effectLst/>
                <a:latin typeface="Fira Code" panose="020B0809050000020004" pitchFamily="49" charset="0"/>
              </a:rPr>
              <a:t>);</a:t>
            </a:r>
            <a:endParaRPr lang="en-US" sz="2000" dirty="0">
              <a:solidFill>
                <a:srgbClr val="000000"/>
              </a:solidFill>
              <a:latin typeface="Fira Code" panose="020B0809050000020004" pitchFamily="49" charset="0"/>
            </a:endParaRPr>
          </a:p>
          <a:p>
            <a:pPr>
              <a:lnSpc>
                <a:spcPct val="113095"/>
              </a:lnSpc>
              <a:buNone/>
            </a:pPr>
            <a:endParaRPr lang="en-US" sz="2000" dirty="0">
              <a:solidFill>
                <a:srgbClr val="267F99"/>
              </a:solidFill>
              <a:latin typeface="Fira Code" panose="020B0809050000020004" pitchFamily="49" charset="0"/>
            </a:endParaRPr>
          </a:p>
          <a:p>
            <a:pPr>
              <a:lnSpc>
                <a:spcPct val="113095"/>
              </a:lnSpc>
              <a:buNone/>
            </a:pPr>
            <a:r>
              <a:rPr lang="en-US" sz="2000" dirty="0">
                <a:solidFill>
                  <a:srgbClr val="267F99"/>
                </a:solidFill>
                <a:latin typeface="Fira Code" panose="020B0809050000020004" pitchFamily="49" charset="0"/>
              </a:rPr>
              <a:t>auto Tile</a:t>
            </a:r>
            <a:r>
              <a:rPr lang="en-US" sz="2000" dirty="0">
                <a:solidFill>
                  <a:srgbClr val="000000"/>
                </a:solidFill>
                <a:latin typeface="Fira Code" panose="020B0809050000020004" pitchFamily="49" charset="0"/>
              </a:rPr>
              <a:t> = …</a:t>
            </a:r>
          </a:p>
          <a:p>
            <a:pPr>
              <a:lnSpc>
                <a:spcPct val="113095"/>
              </a:lnSpc>
              <a:buNone/>
            </a:pPr>
            <a:r>
              <a:rPr lang="en-US" sz="2000" dirty="0" err="1">
                <a:solidFill>
                  <a:srgbClr val="001080"/>
                </a:solidFill>
                <a:latin typeface="Fira Code" panose="020B0809050000020004" pitchFamily="49" charset="0"/>
              </a:rPr>
              <a:t>MPItrav</a:t>
            </a:r>
            <a:r>
              <a:rPr lang="en-US" sz="2000" dirty="0" err="1">
                <a:solidFill>
                  <a:srgbClr val="000000"/>
                </a:solidFill>
                <a:latin typeface="Fira Code" panose="020B0809050000020004" pitchFamily="49" charset="0"/>
              </a:rPr>
              <a:t>.</a:t>
            </a:r>
            <a:r>
              <a:rPr lang="en-US" sz="2000" dirty="0" err="1">
                <a:solidFill>
                  <a:srgbClr val="795E26"/>
                </a:solidFill>
                <a:latin typeface="Fira Code" panose="020B0809050000020004" pitchFamily="49" charset="0"/>
              </a:rPr>
              <a:t>for_each</a:t>
            </a:r>
            <a:r>
              <a:rPr lang="en-US" sz="2000" dirty="0">
                <a:solidFill>
                  <a:srgbClr val="000000"/>
                </a:solidFill>
                <a:latin typeface="Fira Code" panose="020B0809050000020004" pitchFamily="49" charset="0"/>
              </a:rPr>
              <a:t>([&amp;](</a:t>
            </a:r>
            <a:r>
              <a:rPr lang="en-US" sz="2000" dirty="0">
                <a:solidFill>
                  <a:srgbClr val="267F99"/>
                </a:solidFill>
                <a:latin typeface="Fira Code" panose="020B0809050000020004" pitchFamily="49" charset="0"/>
              </a:rPr>
              <a:t>auto</a:t>
            </a:r>
            <a:r>
              <a:rPr lang="en-US" sz="2000" dirty="0">
                <a:solidFill>
                  <a:srgbClr val="000000"/>
                </a:solidFill>
                <a:latin typeface="Fira Code" panose="020B0809050000020004" pitchFamily="49" charset="0"/>
              </a:rPr>
              <a:t> </a:t>
            </a:r>
            <a:r>
              <a:rPr lang="en-US" sz="2000" dirty="0">
                <a:solidFill>
                  <a:srgbClr val="001080"/>
                </a:solidFill>
                <a:latin typeface="Fira Code" panose="020B0809050000020004" pitchFamily="49" charset="0"/>
              </a:rPr>
              <a:t>index</a:t>
            </a:r>
            <a:r>
              <a:rPr lang="en-US" sz="2000" dirty="0">
                <a:solidFill>
                  <a:srgbClr val="000000"/>
                </a:solidFill>
                <a:latin typeface="Fira Code" panose="020B0809050000020004" pitchFamily="49" charset="0"/>
              </a:rPr>
              <a:t>) {</a:t>
            </a:r>
          </a:p>
          <a:p>
            <a:pPr>
              <a:lnSpc>
                <a:spcPct val="113095"/>
              </a:lnSpc>
              <a:buNone/>
            </a:pPr>
            <a:r>
              <a:rPr lang="en-US" sz="2000" dirty="0">
                <a:solidFill>
                  <a:srgbClr val="000000"/>
                </a:solidFill>
                <a:latin typeface="Fira Code" panose="020B0809050000020004" pitchFamily="49" charset="0"/>
              </a:rPr>
              <a:t>    </a:t>
            </a:r>
            <a:r>
              <a:rPr lang="en-US" sz="2000" dirty="0">
                <a:solidFill>
                  <a:srgbClr val="0070C1"/>
                </a:solidFill>
                <a:latin typeface="Fira Code" panose="020B0809050000020004" pitchFamily="49" charset="0"/>
              </a:rPr>
              <a:t>Tile</a:t>
            </a:r>
            <a:r>
              <a:rPr lang="en-US" sz="2000" dirty="0">
                <a:solidFill>
                  <a:srgbClr val="000000"/>
                </a:solidFill>
                <a:latin typeface="Fira Code" panose="020B0809050000020004" pitchFamily="49" charset="0"/>
              </a:rPr>
              <a:t>[</a:t>
            </a:r>
            <a:r>
              <a:rPr lang="en-US" sz="2000" dirty="0">
                <a:solidFill>
                  <a:srgbClr val="001080"/>
                </a:solidFill>
                <a:latin typeface="Fira Code" panose="020B0809050000020004" pitchFamily="49" charset="0"/>
              </a:rPr>
              <a:t>index</a:t>
            </a:r>
            <a:r>
              <a:rPr lang="en-US" sz="2000" dirty="0">
                <a:solidFill>
                  <a:srgbClr val="000000"/>
                </a:solidFill>
                <a:latin typeface="Fira Code" panose="020B0809050000020004" pitchFamily="49" charset="0"/>
              </a:rPr>
              <a:t>] = </a:t>
            </a:r>
            <a:r>
              <a:rPr lang="en-US" sz="2000" dirty="0" err="1">
                <a:solidFill>
                  <a:srgbClr val="795E26"/>
                </a:solidFill>
                <a:latin typeface="Fira Code" panose="020B0809050000020004" pitchFamily="49" charset="0"/>
              </a:rPr>
              <a:t>init</a:t>
            </a:r>
            <a:r>
              <a:rPr lang="en-US" sz="2000" dirty="0">
                <a:solidFill>
                  <a:srgbClr val="000000"/>
                </a:solidFill>
                <a:latin typeface="Fira Code" panose="020B0809050000020004" pitchFamily="49" charset="0"/>
              </a:rPr>
              <a:t>(</a:t>
            </a:r>
            <a:r>
              <a:rPr lang="en-US" sz="2000" dirty="0">
                <a:solidFill>
                  <a:srgbClr val="001080"/>
                </a:solidFill>
                <a:latin typeface="Fira Code" panose="020B0809050000020004" pitchFamily="49" charset="0"/>
              </a:rPr>
              <a:t>index</a:t>
            </a:r>
            <a:r>
              <a:rPr lang="en-US" sz="2000" dirty="0">
                <a:solidFill>
                  <a:srgbClr val="000000"/>
                </a:solidFill>
                <a:latin typeface="Fira Code" panose="020B0809050000020004" pitchFamily="49" charset="0"/>
              </a:rPr>
              <a:t>);</a:t>
            </a:r>
          </a:p>
          <a:p>
            <a:pPr>
              <a:lnSpc>
                <a:spcPct val="113095"/>
              </a:lnSpc>
              <a:buNone/>
            </a:pPr>
            <a:r>
              <a:rPr lang="en-US" sz="2000" dirty="0">
                <a:solidFill>
                  <a:srgbClr val="000000"/>
                </a:solidFill>
                <a:latin typeface="Fira Code" panose="020B0809050000020004" pitchFamily="49" charset="0"/>
              </a:rPr>
              <a:t>});</a:t>
            </a:r>
          </a:p>
          <a:p>
            <a:pPr>
              <a:lnSpc>
                <a:spcPct val="113095"/>
              </a:lnSpc>
              <a:buNone/>
            </a:pPr>
            <a:endParaRPr lang="en-US" sz="2000" dirty="0">
              <a:solidFill>
                <a:srgbClr val="000000"/>
              </a:solidFill>
              <a:latin typeface="Fira Code" panose="020B0809050000020004" pitchFamily="49" charset="0"/>
            </a:endParaRPr>
          </a:p>
          <a:p>
            <a:pPr>
              <a:lnSpc>
                <a:spcPct val="113095"/>
              </a:lnSpc>
              <a:buSzPts val="100"/>
            </a:pPr>
            <a:r>
              <a:rPr lang="en-US" sz="2000" dirty="0">
                <a:solidFill>
                  <a:srgbClr val="795E26">
                    <a:alpha val="0"/>
                  </a:srgbClr>
                </a:solidFill>
                <a:latin typeface="Fira Code" panose="020B0809050000020004" pitchFamily="49" charset="0"/>
              </a:rPr>
              <a:t>gather</a:t>
            </a:r>
            <a:r>
              <a:rPr lang="en-US" sz="2000" dirty="0">
                <a:solidFill>
                  <a:srgbClr val="000000">
                    <a:alpha val="0"/>
                  </a:srgbClr>
                </a:solidFill>
                <a:latin typeface="Fira Code" panose="020B0809050000020004" pitchFamily="49" charset="0"/>
              </a:rPr>
              <a:t>(</a:t>
            </a:r>
            <a:r>
              <a:rPr lang="en-US" sz="2000" dirty="0">
                <a:solidFill>
                  <a:srgbClr val="0070C1">
                    <a:alpha val="0"/>
                  </a:srgbClr>
                </a:solidFill>
                <a:latin typeface="Fira Code" panose="020B0809050000020004" pitchFamily="49" charset="0"/>
              </a:rPr>
              <a:t>Tile</a:t>
            </a:r>
            <a:r>
              <a:rPr lang="en-US" sz="2000" dirty="0">
                <a:solidFill>
                  <a:srgbClr val="000000">
                    <a:alpha val="0"/>
                  </a:srgbClr>
                </a:solidFill>
                <a:latin typeface="Fira Code" panose="020B0809050000020004" pitchFamily="49" charset="0"/>
              </a:rPr>
              <a:t>, </a:t>
            </a:r>
            <a:r>
              <a:rPr lang="en-US" sz="2000" dirty="0">
                <a:solidFill>
                  <a:srgbClr val="0070C1">
                    <a:alpha val="0"/>
                  </a:srgbClr>
                </a:solidFill>
                <a:latin typeface="Fira Code" panose="020B0809050000020004" pitchFamily="49" charset="0"/>
              </a:rPr>
              <a:t>Data</a:t>
            </a:r>
            <a:r>
              <a:rPr lang="en-US" sz="2000" dirty="0">
                <a:solidFill>
                  <a:srgbClr val="000000">
                    <a:alpha val="0"/>
                  </a:srgbClr>
                </a:solidFill>
                <a:latin typeface="Fira Code" panose="020B0809050000020004" pitchFamily="49" charset="0"/>
              </a:rPr>
              <a:t>, </a:t>
            </a:r>
            <a:r>
              <a:rPr lang="en-US" sz="2000" dirty="0">
                <a:solidFill>
                  <a:srgbClr val="0070C1">
                    <a:alpha val="0"/>
                  </a:srgbClr>
                </a:solidFill>
                <a:latin typeface="Fira Code" panose="020B0809050000020004" pitchFamily="49" charset="0"/>
              </a:rPr>
              <a:t>root</a:t>
            </a:r>
            <a:r>
              <a:rPr lang="en-US" sz="2000" dirty="0">
                <a:solidFill>
                  <a:srgbClr val="000000">
                    <a:alpha val="0"/>
                  </a:srgbClr>
                </a:solidFill>
                <a:latin typeface="Fira Code" panose="020B0809050000020004" pitchFamily="49" charset="0"/>
              </a:rPr>
              <a:t>, </a:t>
            </a:r>
            <a:r>
              <a:rPr lang="en-US" sz="2000" dirty="0" err="1">
                <a:solidFill>
                  <a:srgbClr val="001080">
                    <a:alpha val="0"/>
                  </a:srgbClr>
                </a:solidFill>
                <a:latin typeface="Fira Code" panose="020B0809050000020004" pitchFamily="49" charset="0"/>
              </a:rPr>
              <a:t>MPItrav</a:t>
            </a:r>
            <a:r>
              <a:rPr lang="en-US" sz="2000" dirty="0">
                <a:solidFill>
                  <a:srgbClr val="000000">
                    <a:alpha val="0"/>
                  </a:srgbClr>
                </a:solidFill>
                <a:latin typeface="Fira Code" panose="020B0809050000020004" pitchFamily="49" charset="0"/>
              </a:rPr>
              <a:t>);</a:t>
            </a:r>
          </a:p>
          <a:p>
            <a:pPr>
              <a:lnSpc>
                <a:spcPct val="113095"/>
              </a:lnSpc>
              <a:buNone/>
            </a:pPr>
            <a:endParaRPr lang="en-US" sz="2000" b="0" noProof="0" dirty="0">
              <a:solidFill>
                <a:srgbClr val="000000"/>
              </a:solidFill>
              <a:effectLst/>
              <a:latin typeface="Fira Code" panose="020B0809050000020004" pitchFamily="49" charset="0"/>
            </a:endParaRPr>
          </a:p>
          <a:p>
            <a:pPr>
              <a:lnSpc>
                <a:spcPct val="113095"/>
              </a:lnSpc>
              <a:buNone/>
            </a:pPr>
            <a:endParaRPr lang="en-US" sz="2000" noProof="0" dirty="0">
              <a:solidFill>
                <a:srgbClr val="000000"/>
              </a:solidFill>
              <a:latin typeface="Fira Code" panose="020B0809050000020004" pitchFamily="49" charset="0"/>
            </a:endParaRPr>
          </a:p>
          <a:p>
            <a:pPr>
              <a:lnSpc>
                <a:spcPct val="113095"/>
              </a:lnSpc>
              <a:buNone/>
            </a:pPr>
            <a:endParaRPr lang="en-US" sz="2000" noProof="0" dirty="0">
              <a:solidFill>
                <a:srgbClr val="000000"/>
              </a:solidFill>
              <a:latin typeface="Fira Code" panose="020B0809050000020004" pitchFamily="49" charset="0"/>
            </a:endParaRPr>
          </a:p>
          <a:p>
            <a:pPr>
              <a:lnSpc>
                <a:spcPct val="113095"/>
              </a:lnSpc>
              <a:buNone/>
            </a:pPr>
            <a:endParaRPr lang="en-US" sz="2000" noProof="0" dirty="0">
              <a:solidFill>
                <a:srgbClr val="000000"/>
              </a:solidFill>
              <a:latin typeface="Fira Code" panose="020B0809050000020004" pitchFamily="49" charset="0"/>
            </a:endParaRPr>
          </a:p>
          <a:p>
            <a:pPr>
              <a:lnSpc>
                <a:spcPct val="113095"/>
              </a:lnSpc>
              <a:buNone/>
            </a:pPr>
            <a:endParaRPr lang="en-US" sz="2000" noProof="0" dirty="0">
              <a:solidFill>
                <a:srgbClr val="000000"/>
              </a:solidFill>
              <a:latin typeface="Fira Code" panose="020B0809050000020004" pitchFamily="49" charset="0"/>
            </a:endParaRPr>
          </a:p>
          <a:p>
            <a:pPr>
              <a:lnSpc>
                <a:spcPct val="113095"/>
              </a:lnSpc>
              <a:buNone/>
            </a:pPr>
            <a:endParaRPr lang="en-US" sz="2000" noProof="0" dirty="0">
              <a:solidFill>
                <a:srgbClr val="000000"/>
              </a:solidFill>
              <a:latin typeface="Fira Code" panose="020B0809050000020004" pitchFamily="49" charset="0"/>
            </a:endParaRPr>
          </a:p>
        </p:txBody>
      </p:sp>
      <p:pic>
        <p:nvPicPr>
          <p:cNvPr id="6" name="Graphic 5" descr="Server with solid fill">
            <a:extLst>
              <a:ext uri="{FF2B5EF4-FFF2-40B4-BE49-F238E27FC236}">
                <a16:creationId xmlns:a16="http://schemas.microsoft.com/office/drawing/2014/main" id="{AE5C4A6A-2A3F-D5E7-21AA-E055A392DE65}"/>
              </a:ext>
            </a:extLst>
          </p:cNvPr>
          <p:cNvPicPr>
            <a:picLocks noChangeAspect="1"/>
          </p:cNvPicPr>
          <p:nvPr>
            <p:custDataLst>
              <p:tags r:id="rId9"/>
            </p:custDataLst>
          </p:nvPr>
        </p:nvPicPr>
        <p:blipFill>
          <a:blip>
            <a:extLst>
              <a:ext uri="{96DAC541-7B7A-43D3-8B79-37D633B846F1}">
                <asvg:svgBlip xmlns:asvg="http://schemas.microsoft.com/office/drawing/2016/SVG/main" r:embed="rId27"/>
              </a:ext>
            </a:extLst>
          </a:blip>
          <a:stretch>
            <a:fillRect/>
          </a:stretch>
        </p:blipFill>
        <p:spPr>
          <a:xfrm flipH="1">
            <a:off x="412156" y="3162420"/>
            <a:ext cx="521160" cy="521160"/>
          </a:xfrm>
          <a:prstGeom prst="rect">
            <a:avLst/>
          </a:prstGeom>
        </p:spPr>
      </p:pic>
      <p:pic>
        <p:nvPicPr>
          <p:cNvPr id="12" name="Graphic 11">
            <a:extLst>
              <a:ext uri="{FF2B5EF4-FFF2-40B4-BE49-F238E27FC236}">
                <a16:creationId xmlns:a16="http://schemas.microsoft.com/office/drawing/2014/main" id="{DD2275A2-A9C6-807A-E3FF-34B66CDA2517}"/>
              </a:ext>
            </a:extLst>
          </p:cNvPr>
          <p:cNvPicPr>
            <a:picLocks noChangeAspect="1"/>
          </p:cNvPicPr>
          <p:nvPr>
            <p:custDataLst>
              <p:tags r:id="rId10"/>
            </p:custDataLst>
          </p:nvPr>
        </p:nvPicPr>
        <p:blipFill>
          <a:blip>
            <a:extLst>
              <a:ext uri="{96DAC541-7B7A-43D3-8B79-37D633B846F1}">
                <asvg:svgBlip xmlns:asvg="http://schemas.microsoft.com/office/drawing/2016/SVG/main" r:embed="rId28"/>
              </a:ext>
            </a:extLst>
          </a:blip>
          <a:stretch>
            <a:fillRect/>
          </a:stretch>
        </p:blipFill>
        <p:spPr>
          <a:xfrm>
            <a:off x="1078885" y="3049108"/>
            <a:ext cx="1543050" cy="3067050"/>
          </a:xfrm>
          <a:prstGeom prst="rect">
            <a:avLst/>
          </a:prstGeom>
        </p:spPr>
      </p:pic>
      <p:pic>
        <p:nvPicPr>
          <p:cNvPr id="16" name="Graphic 15" descr="Server with solid fill">
            <a:extLst>
              <a:ext uri="{FF2B5EF4-FFF2-40B4-BE49-F238E27FC236}">
                <a16:creationId xmlns:a16="http://schemas.microsoft.com/office/drawing/2014/main" id="{082AF5A3-AB88-5B95-D0E8-599F0C027E9E}"/>
              </a:ext>
            </a:extLst>
          </p:cNvPr>
          <p:cNvPicPr>
            <a:picLocks noChangeAspect="1"/>
          </p:cNvPicPr>
          <p:nvPr>
            <p:custDataLst>
              <p:tags r:id="rId11"/>
            </p:custDataLst>
          </p:nvPr>
        </p:nvPicPr>
        <p:blipFill>
          <a:blip>
            <a:extLst>
              <a:ext uri="{96DAC541-7B7A-43D3-8B79-37D633B846F1}">
                <asvg:svgBlip xmlns:asvg="http://schemas.microsoft.com/office/drawing/2016/SVG/main" r:embed="rId29"/>
              </a:ext>
            </a:extLst>
          </a:blip>
          <a:stretch>
            <a:fillRect/>
          </a:stretch>
        </p:blipFill>
        <p:spPr>
          <a:xfrm flipH="1">
            <a:off x="412156" y="3988961"/>
            <a:ext cx="521160" cy="521160"/>
          </a:xfrm>
          <a:prstGeom prst="rect">
            <a:avLst/>
          </a:prstGeom>
        </p:spPr>
      </p:pic>
      <p:pic>
        <p:nvPicPr>
          <p:cNvPr id="19" name="Graphic 18" descr="Server with solid fill">
            <a:extLst>
              <a:ext uri="{FF2B5EF4-FFF2-40B4-BE49-F238E27FC236}">
                <a16:creationId xmlns:a16="http://schemas.microsoft.com/office/drawing/2014/main" id="{71641C04-2032-47B1-3172-33AD1DEB3448}"/>
              </a:ext>
            </a:extLst>
          </p:cNvPr>
          <p:cNvPicPr>
            <a:picLocks noChangeAspect="1"/>
          </p:cNvPicPr>
          <p:nvPr>
            <p:custDataLst>
              <p:tags r:id="rId12"/>
            </p:custDataLst>
          </p:nvPr>
        </p:nvPicPr>
        <p:blipFill>
          <a:blip>
            <a:extLst>
              <a:ext uri="{96DAC541-7B7A-43D3-8B79-37D633B846F1}">
                <asvg:svgBlip xmlns:asvg="http://schemas.microsoft.com/office/drawing/2016/SVG/main" r:embed="rId30"/>
              </a:ext>
            </a:extLst>
          </a:blip>
          <a:stretch>
            <a:fillRect/>
          </a:stretch>
        </p:blipFill>
        <p:spPr>
          <a:xfrm flipH="1">
            <a:off x="412156" y="4696523"/>
            <a:ext cx="521160" cy="521160"/>
          </a:xfrm>
          <a:prstGeom prst="rect">
            <a:avLst/>
          </a:prstGeom>
        </p:spPr>
      </p:pic>
      <p:pic>
        <p:nvPicPr>
          <p:cNvPr id="23" name="Graphic 22" descr="Server with solid fill">
            <a:extLst>
              <a:ext uri="{FF2B5EF4-FFF2-40B4-BE49-F238E27FC236}">
                <a16:creationId xmlns:a16="http://schemas.microsoft.com/office/drawing/2014/main" id="{7E15CA50-90A7-5F5F-4D61-40F7516A3207}"/>
              </a:ext>
            </a:extLst>
          </p:cNvPr>
          <p:cNvPicPr>
            <a:picLocks noChangeAspect="1"/>
          </p:cNvPicPr>
          <p:nvPr>
            <p:custDataLst>
              <p:tags r:id="rId13"/>
            </p:custDataLst>
          </p:nvPr>
        </p:nvPicPr>
        <p:blipFill>
          <a:blip>
            <a:extLst>
              <a:ext uri="{96DAC541-7B7A-43D3-8B79-37D633B846F1}">
                <asvg:svgBlip xmlns:asvg="http://schemas.microsoft.com/office/drawing/2016/SVG/main" r:embed="rId31"/>
              </a:ext>
            </a:extLst>
          </a:blip>
          <a:stretch>
            <a:fillRect/>
          </a:stretch>
        </p:blipFill>
        <p:spPr>
          <a:xfrm flipH="1">
            <a:off x="412156" y="5407427"/>
            <a:ext cx="521160" cy="521160"/>
          </a:xfrm>
          <a:prstGeom prst="rect">
            <a:avLst/>
          </a:prstGeom>
        </p:spPr>
      </p:pic>
      <mc:AlternateContent xmlns:mc="http://schemas.openxmlformats.org/markup-compatibility/2006">
        <mc:Choice xmlns:a14="http://schemas.microsoft.com/office/drawing/2010/main" Requires="a14">
          <p:sp>
            <p:nvSpPr>
              <p:cNvPr id="31" name="TextBox 30">
                <a:extLst>
                  <a:ext uri="{FF2B5EF4-FFF2-40B4-BE49-F238E27FC236}">
                    <a16:creationId xmlns:a16="http://schemas.microsoft.com/office/drawing/2014/main" id="{EE10E03B-CD42-27DC-6DF5-CB9596382EE5}"/>
                  </a:ext>
                </a:extLst>
              </p:cNvPr>
              <p:cNvSpPr txBox="1"/>
              <p:nvPr>
                <p:custDataLst>
                  <p:tags r:id="rId14"/>
                </p:custDataLst>
              </p:nvPr>
            </p:nvSpPr>
            <p:spPr>
              <a:xfrm>
                <a:off x="2848591" y="4397966"/>
                <a:ext cx="1567391" cy="369332"/>
              </a:xfrm>
              <a:prstGeom prst="rect">
                <a:avLst/>
              </a:prstGeom>
              <a:noFill/>
            </p:spPr>
            <p:txBody>
              <a:bodyPr wrap="square" rtlCol="0">
                <a:spAutoFit/>
              </a:bodyPr>
              <a:lstStyle/>
              <a:p>
                <a14:m>
                  <m:oMath xmlns:m="http://schemas.openxmlformats.org/officeDocument/2006/math">
                    <m:r>
                      <a:rPr lang="en-US" i="1" noProof="0" smtClean="0">
                        <a:solidFill>
                          <a:srgbClr val="FF0000"/>
                        </a:solidFill>
                        <a:latin typeface="Cambria Math" panose="02040503050406030204" pitchFamily="18" charset="0"/>
                      </a:rPr>
                      <m:t>𝑀</m:t>
                    </m:r>
                  </m:oMath>
                </a14:m>
                <a:r>
                  <a:rPr lang="en-US" noProof="0" dirty="0"/>
                  <a:t> blocks of </a:t>
                </a:r>
                <a14:m>
                  <m:oMath xmlns:m="http://schemas.openxmlformats.org/officeDocument/2006/math">
                    <m:r>
                      <a:rPr lang="en-US" i="1" noProof="0" smtClean="0">
                        <a:solidFill>
                          <a:srgbClr val="FF0000"/>
                        </a:solidFill>
                        <a:latin typeface="Cambria Math" panose="02040503050406030204" pitchFamily="18" charset="0"/>
                      </a:rPr>
                      <m:t>𝑚</m:t>
                    </m:r>
                  </m:oMath>
                </a14:m>
                <a:endParaRPr lang="en-US" noProof="0" dirty="0"/>
              </a:p>
            </p:txBody>
          </p:sp>
        </mc:Choice>
        <mc:Fallback>
          <p:sp>
            <p:nvSpPr>
              <p:cNvPr id="31" name="TextBox 30">
                <a:extLst>
                  <a:ext uri="{FF2B5EF4-FFF2-40B4-BE49-F238E27FC236}">
                    <a16:creationId xmlns:a16="http://schemas.microsoft.com/office/drawing/2014/main" id="{EE10E03B-CD42-27DC-6DF5-CB9596382EE5}"/>
                  </a:ext>
                </a:extLst>
              </p:cNvPr>
              <p:cNvSpPr txBox="1">
                <a:spLocks noRot="1" noChangeAspect="1" noMove="1" noResize="1" noEditPoints="1" noAdjustHandles="1" noChangeArrowheads="1" noChangeShapeType="1" noTextEdit="1"/>
              </p:cNvSpPr>
              <p:nvPr>
                <p:custDataLst>
                  <p:tags r:id="rId14"/>
                </p:custDataLst>
              </p:nvPr>
            </p:nvSpPr>
            <p:spPr>
              <a:xfrm>
                <a:off x="2848591" y="4397966"/>
                <a:ext cx="1567391" cy="369332"/>
              </a:xfrm>
              <a:prstGeom prst="rect">
                <a:avLst/>
              </a:prstGeom>
              <a:blipFill>
                <a:blip r:embed="rId32"/>
                <a:stretch>
                  <a:fillRect t="-6557" b="-26230"/>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3" name="TextBox 32">
                <a:extLst>
                  <a:ext uri="{FF2B5EF4-FFF2-40B4-BE49-F238E27FC236}">
                    <a16:creationId xmlns:a16="http://schemas.microsoft.com/office/drawing/2014/main" id="{830D2A10-C3C9-5980-4B7C-1920E7A6499E}"/>
                  </a:ext>
                </a:extLst>
              </p:cNvPr>
              <p:cNvSpPr txBox="1"/>
              <p:nvPr>
                <p:custDataLst>
                  <p:tags r:id="rId15"/>
                </p:custDataLst>
              </p:nvPr>
            </p:nvSpPr>
            <p:spPr>
              <a:xfrm>
                <a:off x="1033705" y="2614207"/>
                <a:ext cx="1567391" cy="369332"/>
              </a:xfrm>
              <a:prstGeom prst="rect">
                <a:avLst/>
              </a:prstGeom>
              <a:noFill/>
            </p:spPr>
            <p:txBody>
              <a:bodyPr wrap="square" rtlCol="0">
                <a:spAutoFit/>
              </a:bodyPr>
              <a:lstStyle/>
              <a:p>
                <a:pPr/>
                <a14:m>
                  <m:oMathPara xmlns:m="http://schemas.openxmlformats.org/officeDocument/2006/math">
                    <m:oMath>
                      <m:r>
                        <a:rPr lang="en-US" b="0" i="1" noProof="0" smtClean="0">
                          <a:solidFill>
                            <a:srgbClr val="FF0000"/>
                          </a:solidFill>
                          <a:latin typeface="Cambria Math" panose="02040503050406030204" pitchFamily="18" charset="0"/>
                        </a:rPr>
                        <m:t>𝑛</m:t>
                      </m:r>
                    </m:oMath>
                  </m:oMathPara>
                </a14:m>
                <a:endParaRPr lang="en-US" noProof="0" dirty="0"/>
              </a:p>
            </p:txBody>
          </p:sp>
        </mc:Choice>
        <mc:Fallback>
          <p:sp>
            <p:nvSpPr>
              <p:cNvPr id="33" name="TextBox 32">
                <a:extLst>
                  <a:ext uri="{FF2B5EF4-FFF2-40B4-BE49-F238E27FC236}">
                    <a16:creationId xmlns:a16="http://schemas.microsoft.com/office/drawing/2014/main" id="{830D2A10-C3C9-5980-4B7C-1920E7A6499E}"/>
                  </a:ext>
                </a:extLst>
              </p:cNvPr>
              <p:cNvSpPr txBox="1">
                <a:spLocks noRot="1" noChangeAspect="1" noMove="1" noResize="1" noEditPoints="1" noAdjustHandles="1" noChangeArrowheads="1" noChangeShapeType="1" noTextEdit="1"/>
              </p:cNvSpPr>
              <p:nvPr>
                <p:custDataLst>
                  <p:tags r:id="rId15"/>
                </p:custDataLst>
              </p:nvPr>
            </p:nvSpPr>
            <p:spPr>
              <a:xfrm>
                <a:off x="1033705" y="2614207"/>
                <a:ext cx="1567391" cy="369332"/>
              </a:xfrm>
              <a:prstGeom prst="rect">
                <a:avLst/>
              </a:prstGeom>
              <a:blipFill>
                <a:blip r:embed="rId33"/>
                <a:stretch>
                  <a:fillRect/>
                </a:stretch>
              </a:blipFill>
            </p:spPr>
            <p:txBody>
              <a:bodyPr/>
              <a:lstStyle/>
              <a:p>
                <a:r>
                  <a:rPr lang="en-US">
                    <a:noFill/>
                  </a:rPr>
                  <a:t> </a:t>
                </a:r>
              </a:p>
            </p:txBody>
          </p:sp>
        </mc:Fallback>
      </mc:AlternateContent>
      <p:cxnSp>
        <p:nvCxnSpPr>
          <p:cNvPr id="37" name="Straight Connector 36">
            <a:extLst>
              <a:ext uri="{FF2B5EF4-FFF2-40B4-BE49-F238E27FC236}">
                <a16:creationId xmlns:a16="http://schemas.microsoft.com/office/drawing/2014/main" id="{4A4A075C-DE25-365C-6E81-3128C8CB92C4}"/>
              </a:ext>
            </a:extLst>
          </p:cNvPr>
          <p:cNvCxnSpPr>
            <a:cxnSpLocks/>
          </p:cNvCxnSpPr>
          <p:nvPr>
            <p:custDataLst>
              <p:tags r:id="rId16"/>
            </p:custDataLst>
          </p:nvPr>
        </p:nvCxnSpPr>
        <p:spPr>
          <a:xfrm flipH="1">
            <a:off x="904990" y="3406997"/>
            <a:ext cx="131071" cy="0"/>
          </a:xfrm>
          <a:prstGeom prst="line">
            <a:avLst/>
          </a:prstGeom>
          <a:ln w="12700">
            <a:solidFill>
              <a:schemeClr val="tx1"/>
            </a:solidFill>
            <a:prstDash val="sysDot"/>
          </a:ln>
        </p:spPr>
        <p:style>
          <a:lnRef idx="2">
            <a:schemeClr val="accent1"/>
          </a:lnRef>
          <a:fillRef idx="0">
            <a:schemeClr val="accent1"/>
          </a:fillRef>
          <a:effectRef idx="1">
            <a:schemeClr val="accent1"/>
          </a:effectRef>
          <a:fontRef idx="minor">
            <a:schemeClr val="tx1"/>
          </a:fontRef>
        </p:style>
      </p:cxnSp>
      <p:cxnSp>
        <p:nvCxnSpPr>
          <p:cNvPr id="42" name="Straight Connector 41">
            <a:extLst>
              <a:ext uri="{FF2B5EF4-FFF2-40B4-BE49-F238E27FC236}">
                <a16:creationId xmlns:a16="http://schemas.microsoft.com/office/drawing/2014/main" id="{3AD1030F-B6DD-00FB-A2C5-AE5590588854}"/>
              </a:ext>
            </a:extLst>
          </p:cNvPr>
          <p:cNvCxnSpPr>
            <a:cxnSpLocks/>
          </p:cNvCxnSpPr>
          <p:nvPr>
            <p:custDataLst>
              <p:tags r:id="rId17"/>
            </p:custDataLst>
          </p:nvPr>
        </p:nvCxnSpPr>
        <p:spPr>
          <a:xfrm flipH="1">
            <a:off x="904990" y="4199953"/>
            <a:ext cx="131071" cy="0"/>
          </a:xfrm>
          <a:prstGeom prst="line">
            <a:avLst/>
          </a:prstGeom>
          <a:ln w="12700">
            <a:solidFill>
              <a:schemeClr val="tx1"/>
            </a:solidFill>
            <a:prstDash val="sysDot"/>
          </a:ln>
        </p:spPr>
        <p:style>
          <a:lnRef idx="2">
            <a:schemeClr val="accent1"/>
          </a:lnRef>
          <a:fillRef idx="0">
            <a:schemeClr val="accent1"/>
          </a:fillRef>
          <a:effectRef idx="1">
            <a:schemeClr val="accent1"/>
          </a:effectRef>
          <a:fontRef idx="minor">
            <a:schemeClr val="tx1"/>
          </a:fontRef>
        </p:style>
      </p:cxnSp>
      <p:cxnSp>
        <p:nvCxnSpPr>
          <p:cNvPr id="44" name="Straight Connector 43">
            <a:extLst>
              <a:ext uri="{FF2B5EF4-FFF2-40B4-BE49-F238E27FC236}">
                <a16:creationId xmlns:a16="http://schemas.microsoft.com/office/drawing/2014/main" id="{00B751AB-0537-2DC4-981F-1F8596A37ABB}"/>
              </a:ext>
            </a:extLst>
          </p:cNvPr>
          <p:cNvCxnSpPr>
            <a:cxnSpLocks/>
          </p:cNvCxnSpPr>
          <p:nvPr>
            <p:custDataLst>
              <p:tags r:id="rId18"/>
            </p:custDataLst>
          </p:nvPr>
        </p:nvCxnSpPr>
        <p:spPr>
          <a:xfrm flipH="1">
            <a:off x="904990" y="4957103"/>
            <a:ext cx="156471" cy="0"/>
          </a:xfrm>
          <a:prstGeom prst="line">
            <a:avLst/>
          </a:prstGeom>
          <a:ln w="12700">
            <a:solidFill>
              <a:schemeClr val="tx1"/>
            </a:solidFill>
            <a:prstDash val="sysDot"/>
          </a:ln>
        </p:spPr>
        <p:style>
          <a:lnRef idx="2">
            <a:schemeClr val="accent1"/>
          </a:lnRef>
          <a:fillRef idx="0">
            <a:schemeClr val="accent1"/>
          </a:fillRef>
          <a:effectRef idx="1">
            <a:schemeClr val="accent1"/>
          </a:effectRef>
          <a:fontRef idx="minor">
            <a:schemeClr val="tx1"/>
          </a:fontRef>
        </p:style>
      </p:cxnSp>
      <p:cxnSp>
        <p:nvCxnSpPr>
          <p:cNvPr id="46" name="Straight Connector 45">
            <a:extLst>
              <a:ext uri="{FF2B5EF4-FFF2-40B4-BE49-F238E27FC236}">
                <a16:creationId xmlns:a16="http://schemas.microsoft.com/office/drawing/2014/main" id="{CD19B355-FA91-A9A5-2FEF-259C20C86AF7}"/>
              </a:ext>
            </a:extLst>
          </p:cNvPr>
          <p:cNvCxnSpPr>
            <a:cxnSpLocks/>
          </p:cNvCxnSpPr>
          <p:nvPr>
            <p:custDataLst>
              <p:tags r:id="rId19"/>
            </p:custDataLst>
          </p:nvPr>
        </p:nvCxnSpPr>
        <p:spPr>
          <a:xfrm flipH="1">
            <a:off x="904990" y="5719407"/>
            <a:ext cx="156471" cy="0"/>
          </a:xfrm>
          <a:prstGeom prst="line">
            <a:avLst/>
          </a:prstGeom>
          <a:ln w="12700">
            <a:solidFill>
              <a:schemeClr val="tx1"/>
            </a:solidFill>
            <a:prstDash val="sysDot"/>
          </a:ln>
        </p:spPr>
        <p:style>
          <a:lnRef idx="2">
            <a:schemeClr val="accent1"/>
          </a:lnRef>
          <a:fillRef idx="0">
            <a:schemeClr val="accent1"/>
          </a:fillRef>
          <a:effectRef idx="1">
            <a:schemeClr val="accent1"/>
          </a:effectRef>
          <a:fontRef idx="minor">
            <a:schemeClr val="tx1"/>
          </a:fontRef>
        </p:style>
      </p:cxnSp>
      <p:sp>
        <p:nvSpPr>
          <p:cNvPr id="48" name="TextBox 47">
            <a:extLst>
              <a:ext uri="{FF2B5EF4-FFF2-40B4-BE49-F238E27FC236}">
                <a16:creationId xmlns:a16="http://schemas.microsoft.com/office/drawing/2014/main" id="{D675D228-CE77-DE58-39D4-695A05595AAD}"/>
              </a:ext>
            </a:extLst>
          </p:cNvPr>
          <p:cNvSpPr txBox="1"/>
          <p:nvPr>
            <p:custDataLst>
              <p:tags r:id="rId20"/>
            </p:custDataLst>
          </p:nvPr>
        </p:nvSpPr>
        <p:spPr>
          <a:xfrm>
            <a:off x="1466876" y="6116157"/>
            <a:ext cx="920750" cy="369332"/>
          </a:xfrm>
          <a:prstGeom prst="rect">
            <a:avLst/>
          </a:prstGeom>
          <a:noFill/>
        </p:spPr>
        <p:txBody>
          <a:bodyPr wrap="square">
            <a:spAutoFit/>
          </a:bodyPr>
          <a:lstStyle/>
          <a:p>
            <a:r>
              <a:rPr lang="en-US" sz="1800" noProof="0" dirty="0">
                <a:solidFill>
                  <a:srgbClr val="0070C1"/>
                </a:solidFill>
                <a:latin typeface="Fira Code" panose="020B0809050000020004" pitchFamily="49" charset="0"/>
              </a:rPr>
              <a:t>Data</a:t>
            </a:r>
            <a:endParaRPr lang="en-US" noProof="0" dirty="0"/>
          </a:p>
        </p:txBody>
      </p:sp>
      <p:sp>
        <p:nvSpPr>
          <p:cNvPr id="50" name="Left Brace 49">
            <a:extLst>
              <a:ext uri="{FF2B5EF4-FFF2-40B4-BE49-F238E27FC236}">
                <a16:creationId xmlns:a16="http://schemas.microsoft.com/office/drawing/2014/main" id="{E95766C1-B5D9-13B5-FB19-BBB779E706C4}"/>
              </a:ext>
            </a:extLst>
          </p:cNvPr>
          <p:cNvSpPr/>
          <p:nvPr>
            <p:custDataLst>
              <p:tags r:id="rId21"/>
            </p:custDataLst>
          </p:nvPr>
        </p:nvSpPr>
        <p:spPr>
          <a:xfrm>
            <a:off x="338460" y="3049108"/>
            <a:ext cx="122402" cy="3111531"/>
          </a:xfrm>
          <a:prstGeom prst="leftBrace">
            <a:avLst/>
          </a:prstGeom>
          <a:ln>
            <a:solidFill>
              <a:schemeClr val="tx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noProof="0" dirty="0"/>
          </a:p>
        </p:txBody>
      </p:sp>
      <p:sp>
        <p:nvSpPr>
          <p:cNvPr id="51" name="TextBox 50">
            <a:extLst>
              <a:ext uri="{FF2B5EF4-FFF2-40B4-BE49-F238E27FC236}">
                <a16:creationId xmlns:a16="http://schemas.microsoft.com/office/drawing/2014/main" id="{9978308B-BCCF-A96E-398B-794D49740CFD}"/>
              </a:ext>
            </a:extLst>
          </p:cNvPr>
          <p:cNvSpPr txBox="1"/>
          <p:nvPr>
            <p:custDataLst>
              <p:tags r:id="rId22"/>
            </p:custDataLst>
          </p:nvPr>
        </p:nvSpPr>
        <p:spPr>
          <a:xfrm rot="16200000">
            <a:off x="-634661" y="4368896"/>
            <a:ext cx="1638654" cy="369332"/>
          </a:xfrm>
          <a:prstGeom prst="rect">
            <a:avLst/>
          </a:prstGeom>
          <a:noFill/>
        </p:spPr>
        <p:txBody>
          <a:bodyPr wrap="none" rtlCol="0">
            <a:spAutoFit/>
          </a:bodyPr>
          <a:lstStyle/>
          <a:p>
            <a:r>
              <a:rPr lang="en-US" noProof="0" dirty="0"/>
              <a:t>MPI processes</a:t>
            </a:r>
          </a:p>
        </p:txBody>
      </p:sp>
      <p:sp>
        <p:nvSpPr>
          <p:cNvPr id="24" name="TextBox 23">
            <a:extLst>
              <a:ext uri="{FF2B5EF4-FFF2-40B4-BE49-F238E27FC236}">
                <a16:creationId xmlns:a16="http://schemas.microsoft.com/office/drawing/2014/main" id="{FA059D70-FCD1-6DBE-F6AD-CD030885F585}"/>
              </a:ext>
            </a:extLst>
          </p:cNvPr>
          <p:cNvSpPr txBox="1"/>
          <p:nvPr>
            <p:custDataLst>
              <p:tags r:id="rId23"/>
            </p:custDataLst>
          </p:nvPr>
        </p:nvSpPr>
        <p:spPr>
          <a:xfrm>
            <a:off x="2555373" y="960896"/>
            <a:ext cx="3084499" cy="461665"/>
          </a:xfrm>
          <a:prstGeom prst="rect">
            <a:avLst/>
          </a:prstGeom>
          <a:noFill/>
        </p:spPr>
        <p:txBody>
          <a:bodyPr wrap="none" rtlCol="0" anchor="b">
            <a:spAutoFit/>
          </a:bodyPr>
          <a:lstStyle/>
          <a:p>
            <a:pPr algn="ctr"/>
            <a:r>
              <a:rPr lang="en-US" sz="2400" noProof="0" dirty="0"/>
              <a:t>We want to distribute:</a:t>
            </a:r>
          </a:p>
        </p:txBody>
      </p:sp>
      <p:sp>
        <p:nvSpPr>
          <p:cNvPr id="5" name="Right Brace 4">
            <a:extLst>
              <a:ext uri="{FF2B5EF4-FFF2-40B4-BE49-F238E27FC236}">
                <a16:creationId xmlns:a16="http://schemas.microsoft.com/office/drawing/2014/main" id="{77506296-0DDC-BC41-92BD-0C2E58DAA530}"/>
              </a:ext>
            </a:extLst>
          </p:cNvPr>
          <p:cNvSpPr/>
          <p:nvPr>
            <p:custDataLst>
              <p:tags r:id="rId24"/>
            </p:custDataLst>
          </p:nvPr>
        </p:nvSpPr>
        <p:spPr>
          <a:xfrm>
            <a:off x="2684016" y="3049108"/>
            <a:ext cx="212320" cy="3067049"/>
          </a:xfrm>
          <a:prstGeom prst="rightBrace">
            <a:avLst/>
          </a:prstGeom>
          <a:ln>
            <a:solidFill>
              <a:schemeClr val="tx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219383551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5C74C628-CAA0-C24C-645A-3BB03B369C7A}"/>
              </a:ext>
            </a:extLst>
          </p:cNvPr>
          <p:cNvSpPr txBox="1"/>
          <p:nvPr>
            <p:custDataLst>
              <p:tags r:id="rId2"/>
            </p:custDataLst>
          </p:nvPr>
        </p:nvSpPr>
        <p:spPr>
          <a:xfrm>
            <a:off x="690570" y="1416337"/>
            <a:ext cx="7003310" cy="1124282"/>
          </a:xfrm>
          <a:prstGeom prst="rect">
            <a:avLst/>
          </a:prstGeom>
          <a:noFill/>
          <a:ln>
            <a:solidFill>
              <a:schemeClr val="tx1"/>
            </a:solidFill>
          </a:ln>
        </p:spPr>
        <p:txBody>
          <a:bodyPr wrap="none">
            <a:noAutofit/>
          </a:bodyPr>
          <a:lstStyle/>
          <a:p>
            <a:pPr>
              <a:lnSpc>
                <a:spcPct val="113095"/>
              </a:lnSpc>
              <a:buNone/>
            </a:pPr>
            <a:r>
              <a:rPr lang="en-US" sz="2000" b="0" noProof="0" dirty="0">
                <a:solidFill>
                  <a:srgbClr val="795E26"/>
                </a:solidFill>
                <a:effectLst/>
                <a:latin typeface="Fira Code" panose="020B0809050000020004" pitchFamily="49" charset="0"/>
              </a:rPr>
              <a:t>traverser</a:t>
            </a:r>
            <a:r>
              <a:rPr lang="en-US" sz="2000" b="0" noProof="0" dirty="0">
                <a:solidFill>
                  <a:srgbClr val="000000"/>
                </a:solidFill>
                <a:effectLst/>
                <a:latin typeface="Fira Code" panose="020B0809050000020004" pitchFamily="49" charset="0"/>
              </a:rPr>
              <a:t>(</a:t>
            </a:r>
            <a:r>
              <a:rPr lang="en-US" sz="2000" b="0" noProof="0" dirty="0">
                <a:solidFill>
                  <a:srgbClr val="001080"/>
                </a:solidFill>
                <a:effectLst/>
                <a:latin typeface="Fira Code" panose="020B0809050000020004" pitchFamily="49" charset="0"/>
              </a:rPr>
              <a:t>matrix</a:t>
            </a:r>
            <a:r>
              <a:rPr lang="en-US" sz="2000" b="0" noProof="0" dirty="0">
                <a:solidFill>
                  <a:srgbClr val="000000"/>
                </a:solidFill>
                <a:effectLst/>
                <a:latin typeface="Fira Code" panose="020B0809050000020004" pitchFamily="49" charset="0"/>
              </a:rPr>
              <a:t>).</a:t>
            </a:r>
            <a:r>
              <a:rPr lang="en-US" sz="2000" noProof="0" dirty="0">
                <a:solidFill>
                  <a:srgbClr val="795E26"/>
                </a:solidFill>
                <a:latin typeface="Fira Code" panose="020B0809050000020004" pitchFamily="49" charset="0"/>
              </a:rPr>
              <a:t>for_each</a:t>
            </a:r>
            <a:r>
              <a:rPr lang="en-US" sz="2000" b="0" noProof="0" dirty="0">
                <a:solidFill>
                  <a:srgbClr val="000000"/>
                </a:solidFill>
                <a:effectLst/>
                <a:latin typeface="Fira Code" panose="020B0809050000020004" pitchFamily="49" charset="0"/>
              </a:rPr>
              <a:t>([&amp;](</a:t>
            </a:r>
            <a:r>
              <a:rPr lang="en-US" sz="2000" b="0" noProof="0" dirty="0">
                <a:solidFill>
                  <a:srgbClr val="267F99"/>
                </a:solidFill>
                <a:effectLst/>
                <a:latin typeface="Fira Code" panose="020B0809050000020004" pitchFamily="49" charset="0"/>
              </a:rPr>
              <a:t>auto</a:t>
            </a:r>
            <a:r>
              <a:rPr lang="en-US" sz="2000" b="0" noProof="0" dirty="0">
                <a:solidFill>
                  <a:srgbClr val="000000"/>
                </a:solidFill>
                <a:effectLst/>
                <a:latin typeface="Fira Code" panose="020B0809050000020004" pitchFamily="49" charset="0"/>
              </a:rPr>
              <a:t> </a:t>
            </a:r>
            <a:r>
              <a:rPr lang="en-US" sz="2000" b="0" noProof="0" dirty="0">
                <a:solidFill>
                  <a:srgbClr val="001080"/>
                </a:solidFill>
                <a:effectLst/>
                <a:latin typeface="Fira Code" panose="020B0809050000020004" pitchFamily="49" charset="0"/>
              </a:rPr>
              <a:t>index</a:t>
            </a:r>
            <a:r>
              <a:rPr lang="en-US" sz="2000" b="0" noProof="0" dirty="0">
                <a:solidFill>
                  <a:srgbClr val="000000"/>
                </a:solidFill>
                <a:effectLst/>
                <a:latin typeface="Fira Code" panose="020B0809050000020004" pitchFamily="49" charset="0"/>
              </a:rPr>
              <a:t>) {</a:t>
            </a:r>
          </a:p>
          <a:p>
            <a:pPr>
              <a:lnSpc>
                <a:spcPct val="113095"/>
              </a:lnSpc>
              <a:buNone/>
            </a:pPr>
            <a:r>
              <a:rPr lang="en-US" sz="2000" b="0" noProof="0" dirty="0">
                <a:solidFill>
                  <a:srgbClr val="000000"/>
                </a:solidFill>
                <a:effectLst/>
                <a:latin typeface="Fira Code" panose="020B0809050000020004" pitchFamily="49" charset="0"/>
              </a:rPr>
              <a:t>    </a:t>
            </a:r>
            <a:r>
              <a:rPr lang="en-US" sz="2000" b="0" noProof="0" dirty="0">
                <a:solidFill>
                  <a:srgbClr val="001080"/>
                </a:solidFill>
                <a:effectLst/>
                <a:latin typeface="Fira Code" panose="020B0809050000020004" pitchFamily="49" charset="0"/>
              </a:rPr>
              <a:t>matrix</a:t>
            </a:r>
            <a:r>
              <a:rPr lang="en-US" sz="2000" b="0" noProof="0" dirty="0">
                <a:solidFill>
                  <a:srgbClr val="000000"/>
                </a:solidFill>
                <a:effectLst/>
                <a:latin typeface="Fira Code" panose="020B0809050000020004" pitchFamily="49" charset="0"/>
              </a:rPr>
              <a:t>[</a:t>
            </a:r>
            <a:r>
              <a:rPr lang="en-US" sz="2000" b="0" noProof="0" dirty="0">
                <a:solidFill>
                  <a:srgbClr val="001080"/>
                </a:solidFill>
                <a:effectLst/>
                <a:latin typeface="Fira Code" panose="020B0809050000020004" pitchFamily="49" charset="0"/>
              </a:rPr>
              <a:t>index</a:t>
            </a:r>
            <a:r>
              <a:rPr lang="en-US" sz="2000" b="0" noProof="0" dirty="0">
                <a:solidFill>
                  <a:srgbClr val="000000"/>
                </a:solidFill>
                <a:effectLst/>
                <a:latin typeface="Fira Code" panose="020B0809050000020004" pitchFamily="49" charset="0"/>
              </a:rPr>
              <a:t>] = </a:t>
            </a:r>
            <a:r>
              <a:rPr lang="en-US" sz="2000" noProof="0" dirty="0" err="1">
                <a:solidFill>
                  <a:srgbClr val="795E26"/>
                </a:solidFill>
                <a:latin typeface="Fira Code" panose="020B0809050000020004" pitchFamily="49" charset="0"/>
              </a:rPr>
              <a:t>init</a:t>
            </a:r>
            <a:r>
              <a:rPr lang="en-US" sz="2000" noProof="0" dirty="0">
                <a:solidFill>
                  <a:srgbClr val="000000"/>
                </a:solidFill>
                <a:latin typeface="Fira Code" panose="020B0809050000020004" pitchFamily="49" charset="0"/>
              </a:rPr>
              <a:t>(</a:t>
            </a:r>
            <a:r>
              <a:rPr lang="en-US" sz="2000" noProof="0" dirty="0">
                <a:solidFill>
                  <a:srgbClr val="001080"/>
                </a:solidFill>
                <a:latin typeface="Fira Code" panose="020B0809050000020004" pitchFamily="49" charset="0"/>
              </a:rPr>
              <a:t>index</a:t>
            </a:r>
            <a:r>
              <a:rPr lang="en-US" sz="2000" noProof="0" dirty="0">
                <a:solidFill>
                  <a:srgbClr val="000000"/>
                </a:solidFill>
                <a:latin typeface="Fira Code" panose="020B0809050000020004" pitchFamily="49" charset="0"/>
              </a:rPr>
              <a:t>)</a:t>
            </a:r>
            <a:r>
              <a:rPr lang="en-US" sz="2000" b="0" noProof="0" dirty="0">
                <a:solidFill>
                  <a:srgbClr val="000000"/>
                </a:solidFill>
                <a:effectLst/>
                <a:latin typeface="Fira Code" panose="020B0809050000020004" pitchFamily="49" charset="0"/>
              </a:rPr>
              <a:t>;</a:t>
            </a:r>
          </a:p>
          <a:p>
            <a:pPr>
              <a:lnSpc>
                <a:spcPct val="113095"/>
              </a:lnSpc>
              <a:buNone/>
            </a:pPr>
            <a:r>
              <a:rPr lang="en-US" sz="2000" b="0" noProof="0" dirty="0">
                <a:solidFill>
                  <a:srgbClr val="000000"/>
                </a:solidFill>
                <a:effectLst/>
                <a:latin typeface="Fira Code" panose="020B0809050000020004" pitchFamily="49" charset="0"/>
              </a:rPr>
              <a:t>})</a:t>
            </a:r>
            <a:r>
              <a:rPr lang="en-US" sz="2000" noProof="0" dirty="0">
                <a:solidFill>
                  <a:srgbClr val="000000"/>
                </a:solidFill>
                <a:latin typeface="Fira Code" panose="020B0809050000020004" pitchFamily="49" charset="0"/>
              </a:rPr>
              <a:t>;</a:t>
            </a:r>
          </a:p>
        </p:txBody>
      </p:sp>
      <p:sp>
        <p:nvSpPr>
          <p:cNvPr id="55" name="Rectangle 54">
            <a:extLst>
              <a:ext uri="{FF2B5EF4-FFF2-40B4-BE49-F238E27FC236}">
                <a16:creationId xmlns:a16="http://schemas.microsoft.com/office/drawing/2014/main" id="{EE3B59AB-A2B0-AC08-2ABA-C28A804C1D65}"/>
              </a:ext>
            </a:extLst>
          </p:cNvPr>
          <p:cNvSpPr/>
          <p:nvPr>
            <p:custDataLst>
              <p:tags r:id="rId3"/>
            </p:custDataLst>
          </p:nvPr>
        </p:nvSpPr>
        <p:spPr>
          <a:xfrm>
            <a:off x="7134062" y="3483908"/>
            <a:ext cx="757025" cy="217083"/>
          </a:xfrm>
          <a:prstGeom prst="rect">
            <a:avLst/>
          </a:prstGeom>
          <a:solidFill>
            <a:srgbClr val="C0C0C0">
              <a:alpha val="2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000" noProof="0" dirty="0"/>
          </a:p>
        </p:txBody>
      </p:sp>
      <p:sp>
        <p:nvSpPr>
          <p:cNvPr id="4" name="Title 3">
            <a:extLst>
              <a:ext uri="{FF2B5EF4-FFF2-40B4-BE49-F238E27FC236}">
                <a16:creationId xmlns:a16="http://schemas.microsoft.com/office/drawing/2014/main" id="{7CDFDB58-EA38-9006-322B-F713E3FA8103}"/>
              </a:ext>
            </a:extLst>
          </p:cNvPr>
          <p:cNvSpPr>
            <a:spLocks noGrp="1"/>
          </p:cNvSpPr>
          <p:nvPr>
            <p:ph type="title"/>
            <p:custDataLst>
              <p:tags r:id="rId4"/>
            </p:custDataLst>
          </p:nvPr>
        </p:nvSpPr>
        <p:spPr/>
        <p:txBody>
          <a:bodyPr/>
          <a:lstStyle/>
          <a:p>
            <a:r>
              <a:rPr lang="en-US" noProof="0" dirty="0"/>
              <a:t>Distributed initialization using MPI</a:t>
            </a:r>
          </a:p>
        </p:txBody>
      </p:sp>
      <p:sp>
        <p:nvSpPr>
          <p:cNvPr id="43" name="TextBox 42">
            <a:extLst>
              <a:ext uri="{FF2B5EF4-FFF2-40B4-BE49-F238E27FC236}">
                <a16:creationId xmlns:a16="http://schemas.microsoft.com/office/drawing/2014/main" id="{3C95CC93-9CA9-7209-C22C-7D083498E953}"/>
              </a:ext>
            </a:extLst>
          </p:cNvPr>
          <p:cNvSpPr txBox="1"/>
          <p:nvPr>
            <p:custDataLst>
              <p:tags r:id="rId5"/>
            </p:custDataLst>
          </p:nvPr>
        </p:nvSpPr>
        <p:spPr>
          <a:xfrm>
            <a:off x="5303351" y="2574520"/>
            <a:ext cx="5703806" cy="461665"/>
          </a:xfrm>
          <a:prstGeom prst="rect">
            <a:avLst/>
          </a:prstGeom>
          <a:noFill/>
        </p:spPr>
        <p:txBody>
          <a:bodyPr wrap="none" rtlCol="0" anchor="b">
            <a:spAutoFit/>
          </a:bodyPr>
          <a:lstStyle/>
          <a:p>
            <a:pPr algn="ctr"/>
            <a:r>
              <a:rPr lang="en-US" sz="2400" noProof="0" dirty="0"/>
              <a:t>Binding traversal to an MPI communicator</a:t>
            </a:r>
          </a:p>
        </p:txBody>
      </p:sp>
      <p:sp>
        <p:nvSpPr>
          <p:cNvPr id="2" name="Date Placeholder 1">
            <a:extLst>
              <a:ext uri="{FF2B5EF4-FFF2-40B4-BE49-F238E27FC236}">
                <a16:creationId xmlns:a16="http://schemas.microsoft.com/office/drawing/2014/main" id="{29057125-4E7B-776B-DCD0-38C2BDDEA0EE}"/>
              </a:ext>
            </a:extLst>
          </p:cNvPr>
          <p:cNvSpPr>
            <a:spLocks noGrp="1"/>
          </p:cNvSpPr>
          <p:nvPr>
            <p:ph type="dt" sz="half" idx="10"/>
            <p:custDataLst>
              <p:tags r:id="rId6"/>
            </p:custDataLst>
          </p:nvPr>
        </p:nvSpPr>
        <p:spPr/>
        <p:txBody>
          <a:bodyPr/>
          <a:lstStyle/>
          <a:p>
            <a:r>
              <a:rPr lang="en-US" noProof="0"/>
              <a:t>9/5/2026</a:t>
            </a:r>
            <a:endParaRPr lang="en-US" noProof="0" dirty="0"/>
          </a:p>
        </p:txBody>
      </p:sp>
      <p:sp>
        <p:nvSpPr>
          <p:cNvPr id="3" name="Slide Number Placeholder 2">
            <a:extLst>
              <a:ext uri="{FF2B5EF4-FFF2-40B4-BE49-F238E27FC236}">
                <a16:creationId xmlns:a16="http://schemas.microsoft.com/office/drawing/2014/main" id="{850D6802-E8E6-C834-23FA-38D2C05CB2AB}"/>
              </a:ext>
            </a:extLst>
          </p:cNvPr>
          <p:cNvSpPr>
            <a:spLocks noGrp="1"/>
          </p:cNvSpPr>
          <p:nvPr>
            <p:ph type="sldNum" sz="quarter" idx="12"/>
            <p:custDataLst>
              <p:tags r:id="rId7"/>
            </p:custDataLst>
          </p:nvPr>
        </p:nvSpPr>
        <p:spPr/>
        <p:txBody>
          <a:bodyPr/>
          <a:lstStyle/>
          <a:p>
            <a:r>
              <a:rPr lang="en-US" noProof="0"/>
              <a:t>15</a:t>
            </a:r>
            <a:endParaRPr lang="en-US" noProof="0" dirty="0"/>
          </a:p>
        </p:txBody>
      </p:sp>
      <p:sp>
        <p:nvSpPr>
          <p:cNvPr id="25" name="TextBox 24">
            <a:extLst>
              <a:ext uri="{FF2B5EF4-FFF2-40B4-BE49-F238E27FC236}">
                <a16:creationId xmlns:a16="http://schemas.microsoft.com/office/drawing/2014/main" id="{770A04A5-C71E-DF2C-A354-3E03F875058A}"/>
              </a:ext>
            </a:extLst>
          </p:cNvPr>
          <p:cNvSpPr txBox="1"/>
          <p:nvPr>
            <p:custDataLst>
              <p:tags r:id="rId8"/>
            </p:custDataLst>
          </p:nvPr>
        </p:nvSpPr>
        <p:spPr>
          <a:xfrm>
            <a:off x="4418827" y="3026655"/>
            <a:ext cx="7472855" cy="3225555"/>
          </a:xfrm>
          <a:prstGeom prst="rect">
            <a:avLst/>
          </a:prstGeom>
          <a:noFill/>
          <a:ln>
            <a:solidFill>
              <a:schemeClr val="tx1"/>
            </a:solidFill>
          </a:ln>
        </p:spPr>
        <p:txBody>
          <a:bodyPr wrap="none">
            <a:noAutofit/>
          </a:bodyPr>
          <a:lstStyle/>
          <a:p>
            <a:pPr>
              <a:lnSpc>
                <a:spcPct val="113095"/>
              </a:lnSpc>
              <a:buNone/>
            </a:pPr>
            <a:r>
              <a:rPr lang="en-US" sz="2000" b="0" noProof="0" dirty="0">
                <a:solidFill>
                  <a:srgbClr val="267F99"/>
                </a:solidFill>
                <a:effectLst/>
                <a:latin typeface="Fira Code" panose="020B0809050000020004" pitchFamily="49" charset="0"/>
              </a:rPr>
              <a:t>auto</a:t>
            </a:r>
            <a:r>
              <a:rPr lang="en-US" sz="2000" b="0" noProof="0" dirty="0">
                <a:solidFill>
                  <a:srgbClr val="000000"/>
                </a:solidFill>
                <a:effectLst/>
                <a:latin typeface="Fira Code" panose="020B0809050000020004" pitchFamily="49" charset="0"/>
              </a:rPr>
              <a:t> </a:t>
            </a:r>
            <a:r>
              <a:rPr lang="en-US" sz="2000" noProof="0" dirty="0" err="1">
                <a:solidFill>
                  <a:srgbClr val="001080"/>
                </a:solidFill>
                <a:effectLst/>
                <a:latin typeface="Fira Code" panose="020B0809050000020004" pitchFamily="49" charset="0"/>
              </a:rPr>
              <a:t>MPItrav</a:t>
            </a:r>
            <a:r>
              <a:rPr lang="en-US" sz="1000" b="0" noProof="0" dirty="0">
                <a:solidFill>
                  <a:srgbClr val="000000"/>
                </a:solidFill>
                <a:effectLst/>
                <a:latin typeface="Fira Code" panose="020B0809050000020004" pitchFamily="49" charset="0"/>
              </a:rPr>
              <a:t> </a:t>
            </a:r>
            <a:r>
              <a:rPr lang="en-US" sz="2000" b="0" noProof="0" dirty="0">
                <a:solidFill>
                  <a:srgbClr val="000000"/>
                </a:solidFill>
                <a:effectLst/>
                <a:latin typeface="Fira Code" panose="020B0809050000020004" pitchFamily="49" charset="0"/>
              </a:rPr>
              <a:t>=</a:t>
            </a:r>
          </a:p>
          <a:p>
            <a:pPr>
              <a:lnSpc>
                <a:spcPct val="113095"/>
              </a:lnSpc>
              <a:buNone/>
            </a:pPr>
            <a:r>
              <a:rPr lang="en-US" sz="2000" dirty="0">
                <a:solidFill>
                  <a:srgbClr val="000000"/>
                </a:solidFill>
                <a:latin typeface="Fira Code" panose="020B0809050000020004" pitchFamily="49" charset="0"/>
              </a:rPr>
              <a:t>    </a:t>
            </a:r>
            <a:r>
              <a:rPr lang="en-US" sz="2000" b="0" noProof="0" dirty="0" err="1">
                <a:solidFill>
                  <a:srgbClr val="795E26"/>
                </a:solidFill>
                <a:effectLst/>
                <a:latin typeface="Fira Code" panose="020B0809050000020004" pitchFamily="49" charset="0"/>
              </a:rPr>
              <a:t>mpi_traverser</a:t>
            </a:r>
            <a:r>
              <a:rPr lang="en-US" sz="400" b="0" noProof="0" dirty="0">
                <a:solidFill>
                  <a:srgbClr val="795E26"/>
                </a:solidFill>
                <a:effectLst/>
                <a:latin typeface="Fira Code" panose="020B0809050000020004" pitchFamily="49" charset="0"/>
              </a:rPr>
              <a:t> </a:t>
            </a:r>
            <a:r>
              <a:rPr lang="en-US" sz="2000" b="0" noProof="0" dirty="0">
                <a:solidFill>
                  <a:srgbClr val="000000"/>
                </a:solidFill>
                <a:effectLst/>
                <a:latin typeface="Fira Code" panose="020B0809050000020004" pitchFamily="49" charset="0"/>
              </a:rPr>
              <a:t>&lt;</a:t>
            </a:r>
            <a:r>
              <a:rPr lang="en-US" sz="2000" b="0" noProof="0" dirty="0">
                <a:solidFill>
                  <a:srgbClr val="A31515"/>
                </a:solidFill>
                <a:effectLst/>
                <a:latin typeface="Fira Code" panose="020B0809050000020004" pitchFamily="49" charset="0"/>
              </a:rPr>
              <a:t>'M'</a:t>
            </a:r>
            <a:r>
              <a:rPr lang="en-US" sz="2000" b="0" noProof="0" dirty="0">
                <a:solidFill>
                  <a:srgbClr val="000000"/>
                </a:solidFill>
                <a:effectLst/>
                <a:latin typeface="Fira Code" panose="020B0809050000020004" pitchFamily="49" charset="0"/>
              </a:rPr>
              <a:t>&gt;</a:t>
            </a:r>
            <a:r>
              <a:rPr lang="en-US" sz="400" b="0" noProof="0" dirty="0">
                <a:solidFill>
                  <a:srgbClr val="000000"/>
                </a:solidFill>
                <a:effectLst/>
                <a:latin typeface="Fira Code" panose="020B0809050000020004" pitchFamily="49" charset="0"/>
              </a:rPr>
              <a:t> </a:t>
            </a:r>
            <a:r>
              <a:rPr lang="en-US" sz="2000" b="0" noProof="0" dirty="0">
                <a:solidFill>
                  <a:srgbClr val="000000"/>
                </a:solidFill>
                <a:effectLst/>
                <a:latin typeface="Fira Code" panose="020B0809050000020004" pitchFamily="49" charset="0"/>
              </a:rPr>
              <a:t>(</a:t>
            </a:r>
            <a:r>
              <a:rPr lang="en-US" sz="2000" b="0" noProof="0" dirty="0">
                <a:solidFill>
                  <a:srgbClr val="001080"/>
                </a:solidFill>
                <a:effectLst/>
                <a:latin typeface="Fira Code" panose="020B0809050000020004" pitchFamily="49" charset="0"/>
              </a:rPr>
              <a:t>traverser</a:t>
            </a:r>
            <a:r>
              <a:rPr lang="en-US" sz="2000" b="0" noProof="0" dirty="0">
                <a:solidFill>
                  <a:srgbClr val="000000"/>
                </a:solidFill>
                <a:effectLst/>
                <a:latin typeface="Fira Code" panose="020B0809050000020004" pitchFamily="49" charset="0"/>
              </a:rPr>
              <a:t>,</a:t>
            </a:r>
            <a:r>
              <a:rPr lang="en-US" sz="1000" b="0" noProof="0" dirty="0">
                <a:solidFill>
                  <a:srgbClr val="000000"/>
                </a:solidFill>
                <a:effectLst/>
                <a:latin typeface="Fira Code" panose="020B0809050000020004" pitchFamily="49" charset="0"/>
              </a:rPr>
              <a:t> </a:t>
            </a:r>
            <a:r>
              <a:rPr lang="en-US" b="0" noProof="0" dirty="0">
                <a:solidFill>
                  <a:srgbClr val="0000FF"/>
                </a:solidFill>
                <a:effectLst/>
                <a:latin typeface="Fira Code" panose="020B0809050000020004" pitchFamily="49" charset="0"/>
              </a:rPr>
              <a:t>MPI_COMM_WORLD</a:t>
            </a:r>
            <a:r>
              <a:rPr lang="en-US" sz="2000" b="0" noProof="0" dirty="0">
                <a:solidFill>
                  <a:srgbClr val="000000"/>
                </a:solidFill>
                <a:effectLst/>
                <a:latin typeface="Fira Code" panose="020B0809050000020004" pitchFamily="49" charset="0"/>
              </a:rPr>
              <a:t>);</a:t>
            </a:r>
            <a:endParaRPr lang="en-US" sz="2000" dirty="0">
              <a:solidFill>
                <a:srgbClr val="000000"/>
              </a:solidFill>
              <a:latin typeface="Fira Code" panose="020B0809050000020004" pitchFamily="49" charset="0"/>
            </a:endParaRPr>
          </a:p>
          <a:p>
            <a:pPr>
              <a:lnSpc>
                <a:spcPct val="113095"/>
              </a:lnSpc>
              <a:buNone/>
            </a:pPr>
            <a:endParaRPr lang="en-US" sz="2000" dirty="0">
              <a:solidFill>
                <a:srgbClr val="267F99"/>
              </a:solidFill>
              <a:latin typeface="Fira Code" panose="020B0809050000020004" pitchFamily="49" charset="0"/>
            </a:endParaRPr>
          </a:p>
          <a:p>
            <a:pPr>
              <a:lnSpc>
                <a:spcPct val="113095"/>
              </a:lnSpc>
              <a:buNone/>
            </a:pPr>
            <a:r>
              <a:rPr lang="en-US" sz="2000" dirty="0">
                <a:solidFill>
                  <a:srgbClr val="267F99"/>
                </a:solidFill>
                <a:latin typeface="Fira Code" panose="020B0809050000020004" pitchFamily="49" charset="0"/>
              </a:rPr>
              <a:t>auto Tile</a:t>
            </a:r>
            <a:r>
              <a:rPr lang="en-US" sz="2000" dirty="0">
                <a:solidFill>
                  <a:srgbClr val="000000"/>
                </a:solidFill>
                <a:latin typeface="Fira Code" panose="020B0809050000020004" pitchFamily="49" charset="0"/>
              </a:rPr>
              <a:t> = …</a:t>
            </a:r>
          </a:p>
          <a:p>
            <a:pPr>
              <a:lnSpc>
                <a:spcPct val="113095"/>
              </a:lnSpc>
              <a:buNone/>
            </a:pPr>
            <a:r>
              <a:rPr lang="en-US" sz="2000" dirty="0" err="1">
                <a:solidFill>
                  <a:srgbClr val="001080"/>
                </a:solidFill>
                <a:latin typeface="Fira Code" panose="020B0809050000020004" pitchFamily="49" charset="0"/>
              </a:rPr>
              <a:t>MPItrav</a:t>
            </a:r>
            <a:r>
              <a:rPr lang="en-US" sz="2000" dirty="0" err="1">
                <a:solidFill>
                  <a:srgbClr val="000000"/>
                </a:solidFill>
                <a:latin typeface="Fira Code" panose="020B0809050000020004" pitchFamily="49" charset="0"/>
              </a:rPr>
              <a:t>.</a:t>
            </a:r>
            <a:r>
              <a:rPr lang="en-US" sz="2000" dirty="0" err="1">
                <a:solidFill>
                  <a:srgbClr val="795E26"/>
                </a:solidFill>
                <a:latin typeface="Fira Code" panose="020B0809050000020004" pitchFamily="49" charset="0"/>
              </a:rPr>
              <a:t>for_each</a:t>
            </a:r>
            <a:r>
              <a:rPr lang="en-US" sz="2000" dirty="0">
                <a:solidFill>
                  <a:srgbClr val="000000"/>
                </a:solidFill>
                <a:latin typeface="Fira Code" panose="020B0809050000020004" pitchFamily="49" charset="0"/>
              </a:rPr>
              <a:t>([&amp;](</a:t>
            </a:r>
            <a:r>
              <a:rPr lang="en-US" sz="2000" dirty="0">
                <a:solidFill>
                  <a:srgbClr val="267F99"/>
                </a:solidFill>
                <a:latin typeface="Fira Code" panose="020B0809050000020004" pitchFamily="49" charset="0"/>
              </a:rPr>
              <a:t>auto</a:t>
            </a:r>
            <a:r>
              <a:rPr lang="en-US" sz="2000" dirty="0">
                <a:solidFill>
                  <a:srgbClr val="000000"/>
                </a:solidFill>
                <a:latin typeface="Fira Code" panose="020B0809050000020004" pitchFamily="49" charset="0"/>
              </a:rPr>
              <a:t> </a:t>
            </a:r>
            <a:r>
              <a:rPr lang="en-US" sz="2000" dirty="0">
                <a:solidFill>
                  <a:srgbClr val="001080"/>
                </a:solidFill>
                <a:latin typeface="Fira Code" panose="020B0809050000020004" pitchFamily="49" charset="0"/>
              </a:rPr>
              <a:t>index</a:t>
            </a:r>
            <a:r>
              <a:rPr lang="en-US" sz="2000" dirty="0">
                <a:solidFill>
                  <a:srgbClr val="000000"/>
                </a:solidFill>
                <a:latin typeface="Fira Code" panose="020B0809050000020004" pitchFamily="49" charset="0"/>
              </a:rPr>
              <a:t>) {</a:t>
            </a:r>
          </a:p>
          <a:p>
            <a:pPr>
              <a:lnSpc>
                <a:spcPct val="113095"/>
              </a:lnSpc>
              <a:buNone/>
            </a:pPr>
            <a:r>
              <a:rPr lang="en-US" sz="2000" dirty="0">
                <a:solidFill>
                  <a:srgbClr val="000000"/>
                </a:solidFill>
                <a:latin typeface="Fira Code" panose="020B0809050000020004" pitchFamily="49" charset="0"/>
              </a:rPr>
              <a:t>    </a:t>
            </a:r>
            <a:r>
              <a:rPr lang="en-US" sz="2000" dirty="0">
                <a:solidFill>
                  <a:srgbClr val="0070C1"/>
                </a:solidFill>
                <a:latin typeface="Fira Code" panose="020B0809050000020004" pitchFamily="49" charset="0"/>
              </a:rPr>
              <a:t>Tile</a:t>
            </a:r>
            <a:r>
              <a:rPr lang="en-US" sz="2000" dirty="0">
                <a:solidFill>
                  <a:srgbClr val="000000"/>
                </a:solidFill>
                <a:latin typeface="Fira Code" panose="020B0809050000020004" pitchFamily="49" charset="0"/>
              </a:rPr>
              <a:t>[</a:t>
            </a:r>
            <a:r>
              <a:rPr lang="en-US" sz="2000" dirty="0">
                <a:solidFill>
                  <a:srgbClr val="001080"/>
                </a:solidFill>
                <a:latin typeface="Fira Code" panose="020B0809050000020004" pitchFamily="49" charset="0"/>
              </a:rPr>
              <a:t>index</a:t>
            </a:r>
            <a:r>
              <a:rPr lang="en-US" sz="2000" dirty="0">
                <a:solidFill>
                  <a:srgbClr val="000000"/>
                </a:solidFill>
                <a:latin typeface="Fira Code" panose="020B0809050000020004" pitchFamily="49" charset="0"/>
              </a:rPr>
              <a:t>] = </a:t>
            </a:r>
            <a:r>
              <a:rPr lang="en-US" sz="2000" dirty="0" err="1">
                <a:solidFill>
                  <a:srgbClr val="795E26"/>
                </a:solidFill>
                <a:latin typeface="Fira Code" panose="020B0809050000020004" pitchFamily="49" charset="0"/>
              </a:rPr>
              <a:t>init</a:t>
            </a:r>
            <a:r>
              <a:rPr lang="en-US" sz="2000" dirty="0">
                <a:solidFill>
                  <a:srgbClr val="000000"/>
                </a:solidFill>
                <a:latin typeface="Fira Code" panose="020B0809050000020004" pitchFamily="49" charset="0"/>
              </a:rPr>
              <a:t>(</a:t>
            </a:r>
            <a:r>
              <a:rPr lang="en-US" sz="2000" dirty="0">
                <a:solidFill>
                  <a:srgbClr val="001080"/>
                </a:solidFill>
                <a:latin typeface="Fira Code" panose="020B0809050000020004" pitchFamily="49" charset="0"/>
              </a:rPr>
              <a:t>index</a:t>
            </a:r>
            <a:r>
              <a:rPr lang="en-US" sz="2000" dirty="0">
                <a:solidFill>
                  <a:srgbClr val="000000"/>
                </a:solidFill>
                <a:latin typeface="Fira Code" panose="020B0809050000020004" pitchFamily="49" charset="0"/>
              </a:rPr>
              <a:t>);</a:t>
            </a:r>
          </a:p>
          <a:p>
            <a:pPr>
              <a:lnSpc>
                <a:spcPct val="113095"/>
              </a:lnSpc>
              <a:buNone/>
            </a:pPr>
            <a:r>
              <a:rPr lang="en-US" sz="2000" dirty="0">
                <a:solidFill>
                  <a:srgbClr val="000000"/>
                </a:solidFill>
                <a:latin typeface="Fira Code" panose="020B0809050000020004" pitchFamily="49" charset="0"/>
              </a:rPr>
              <a:t>});</a:t>
            </a:r>
          </a:p>
          <a:p>
            <a:pPr>
              <a:lnSpc>
                <a:spcPct val="113095"/>
              </a:lnSpc>
              <a:buNone/>
            </a:pPr>
            <a:endParaRPr lang="en-US" sz="2000" dirty="0">
              <a:solidFill>
                <a:srgbClr val="000000"/>
              </a:solidFill>
              <a:latin typeface="Fira Code" panose="020B0809050000020004" pitchFamily="49" charset="0"/>
            </a:endParaRPr>
          </a:p>
          <a:p>
            <a:pPr>
              <a:lnSpc>
                <a:spcPct val="113095"/>
              </a:lnSpc>
            </a:pPr>
            <a:r>
              <a:rPr lang="en-US" sz="2000" dirty="0">
                <a:solidFill>
                  <a:srgbClr val="795E26"/>
                </a:solidFill>
                <a:latin typeface="Fira Code" panose="020B0809050000020004" pitchFamily="49" charset="0"/>
              </a:rPr>
              <a:t>gather</a:t>
            </a:r>
            <a:r>
              <a:rPr lang="en-US" sz="2000" dirty="0">
                <a:solidFill>
                  <a:srgbClr val="000000"/>
                </a:solidFill>
                <a:latin typeface="Fira Code" panose="020B0809050000020004" pitchFamily="49" charset="0"/>
              </a:rPr>
              <a:t>(</a:t>
            </a:r>
            <a:r>
              <a:rPr lang="en-US" sz="2000" dirty="0">
                <a:solidFill>
                  <a:srgbClr val="0070C1"/>
                </a:solidFill>
                <a:latin typeface="Fira Code" panose="020B0809050000020004" pitchFamily="49" charset="0"/>
              </a:rPr>
              <a:t>Tile</a:t>
            </a:r>
            <a:r>
              <a:rPr lang="en-US" sz="2000" dirty="0">
                <a:solidFill>
                  <a:srgbClr val="000000"/>
                </a:solidFill>
                <a:latin typeface="Fira Code" panose="020B0809050000020004" pitchFamily="49" charset="0"/>
              </a:rPr>
              <a:t>, </a:t>
            </a:r>
            <a:r>
              <a:rPr lang="en-US" sz="2000" dirty="0">
                <a:solidFill>
                  <a:srgbClr val="0070C1"/>
                </a:solidFill>
                <a:latin typeface="Fira Code" panose="020B0809050000020004" pitchFamily="49" charset="0"/>
              </a:rPr>
              <a:t>Data</a:t>
            </a:r>
            <a:r>
              <a:rPr lang="en-US" sz="2000" dirty="0">
                <a:solidFill>
                  <a:srgbClr val="000000"/>
                </a:solidFill>
                <a:latin typeface="Fira Code" panose="020B0809050000020004" pitchFamily="49" charset="0"/>
              </a:rPr>
              <a:t>, </a:t>
            </a:r>
            <a:r>
              <a:rPr lang="en-US" sz="2000" dirty="0">
                <a:solidFill>
                  <a:srgbClr val="0070C1"/>
                </a:solidFill>
                <a:latin typeface="Fira Code" panose="020B0809050000020004" pitchFamily="49" charset="0"/>
              </a:rPr>
              <a:t>root</a:t>
            </a:r>
            <a:r>
              <a:rPr lang="en-US" sz="2000" dirty="0">
                <a:solidFill>
                  <a:srgbClr val="000000"/>
                </a:solidFill>
                <a:latin typeface="Fira Code" panose="020B0809050000020004" pitchFamily="49" charset="0"/>
              </a:rPr>
              <a:t>, </a:t>
            </a:r>
            <a:r>
              <a:rPr lang="en-US" sz="2000" dirty="0" err="1">
                <a:solidFill>
                  <a:srgbClr val="001080"/>
                </a:solidFill>
                <a:latin typeface="Fira Code" panose="020B0809050000020004" pitchFamily="49" charset="0"/>
              </a:rPr>
              <a:t>MPItrav</a:t>
            </a:r>
            <a:r>
              <a:rPr lang="en-US" sz="2000" dirty="0">
                <a:solidFill>
                  <a:srgbClr val="000000"/>
                </a:solidFill>
                <a:latin typeface="Fira Code" panose="020B0809050000020004" pitchFamily="49" charset="0"/>
              </a:rPr>
              <a:t>);</a:t>
            </a:r>
          </a:p>
          <a:p>
            <a:pPr>
              <a:lnSpc>
                <a:spcPct val="113095"/>
              </a:lnSpc>
              <a:buNone/>
            </a:pPr>
            <a:endParaRPr lang="en-US" sz="2000" b="0" noProof="0" dirty="0">
              <a:solidFill>
                <a:srgbClr val="000000"/>
              </a:solidFill>
              <a:effectLst/>
              <a:latin typeface="Fira Code" panose="020B0809050000020004" pitchFamily="49" charset="0"/>
            </a:endParaRPr>
          </a:p>
          <a:p>
            <a:pPr>
              <a:lnSpc>
                <a:spcPct val="113095"/>
              </a:lnSpc>
              <a:buNone/>
            </a:pPr>
            <a:endParaRPr lang="en-US" sz="2000" noProof="0" dirty="0">
              <a:solidFill>
                <a:srgbClr val="000000"/>
              </a:solidFill>
              <a:latin typeface="Fira Code" panose="020B0809050000020004" pitchFamily="49" charset="0"/>
            </a:endParaRPr>
          </a:p>
          <a:p>
            <a:pPr>
              <a:lnSpc>
                <a:spcPct val="113095"/>
              </a:lnSpc>
              <a:buNone/>
            </a:pPr>
            <a:endParaRPr lang="en-US" sz="2000" noProof="0" dirty="0">
              <a:solidFill>
                <a:srgbClr val="000000"/>
              </a:solidFill>
              <a:latin typeface="Fira Code" panose="020B0809050000020004" pitchFamily="49" charset="0"/>
            </a:endParaRPr>
          </a:p>
          <a:p>
            <a:pPr>
              <a:lnSpc>
                <a:spcPct val="113095"/>
              </a:lnSpc>
              <a:buNone/>
            </a:pPr>
            <a:endParaRPr lang="en-US" sz="2000" noProof="0" dirty="0">
              <a:solidFill>
                <a:srgbClr val="000000"/>
              </a:solidFill>
              <a:latin typeface="Fira Code" panose="020B0809050000020004" pitchFamily="49" charset="0"/>
            </a:endParaRPr>
          </a:p>
          <a:p>
            <a:pPr>
              <a:lnSpc>
                <a:spcPct val="113095"/>
              </a:lnSpc>
              <a:buNone/>
            </a:pPr>
            <a:endParaRPr lang="en-US" sz="2000" noProof="0" dirty="0">
              <a:solidFill>
                <a:srgbClr val="000000"/>
              </a:solidFill>
              <a:latin typeface="Fira Code" panose="020B0809050000020004" pitchFamily="49" charset="0"/>
            </a:endParaRPr>
          </a:p>
          <a:p>
            <a:pPr>
              <a:lnSpc>
                <a:spcPct val="113095"/>
              </a:lnSpc>
              <a:buNone/>
            </a:pPr>
            <a:endParaRPr lang="en-US" sz="2000" noProof="0" dirty="0">
              <a:solidFill>
                <a:srgbClr val="000000"/>
              </a:solidFill>
              <a:latin typeface="Fira Code" panose="020B0809050000020004" pitchFamily="49" charset="0"/>
            </a:endParaRPr>
          </a:p>
        </p:txBody>
      </p:sp>
      <p:pic>
        <p:nvPicPr>
          <p:cNvPr id="6" name="Graphic 5" descr="Server with solid fill">
            <a:extLst>
              <a:ext uri="{FF2B5EF4-FFF2-40B4-BE49-F238E27FC236}">
                <a16:creationId xmlns:a16="http://schemas.microsoft.com/office/drawing/2014/main" id="{AE5C4A6A-2A3F-D5E7-21AA-E055A392DE65}"/>
              </a:ext>
            </a:extLst>
          </p:cNvPr>
          <p:cNvPicPr>
            <a:picLocks noChangeAspect="1"/>
          </p:cNvPicPr>
          <p:nvPr>
            <p:custDataLst>
              <p:tags r:id="rId9"/>
            </p:custDataLst>
          </p:nvPr>
        </p:nvPicPr>
        <p:blipFill>
          <a:blip>
            <a:extLst>
              <a:ext uri="{96DAC541-7B7A-43D3-8B79-37D633B846F1}">
                <asvg:svgBlip xmlns:asvg="http://schemas.microsoft.com/office/drawing/2016/SVG/main" r:embed="rId27"/>
              </a:ext>
            </a:extLst>
          </a:blip>
          <a:stretch>
            <a:fillRect/>
          </a:stretch>
        </p:blipFill>
        <p:spPr>
          <a:xfrm flipH="1">
            <a:off x="412156" y="3162420"/>
            <a:ext cx="521160" cy="521160"/>
          </a:xfrm>
          <a:prstGeom prst="rect">
            <a:avLst/>
          </a:prstGeom>
        </p:spPr>
      </p:pic>
      <p:pic>
        <p:nvPicPr>
          <p:cNvPr id="12" name="Graphic 11">
            <a:extLst>
              <a:ext uri="{FF2B5EF4-FFF2-40B4-BE49-F238E27FC236}">
                <a16:creationId xmlns:a16="http://schemas.microsoft.com/office/drawing/2014/main" id="{DD2275A2-A9C6-807A-E3FF-34B66CDA2517}"/>
              </a:ext>
            </a:extLst>
          </p:cNvPr>
          <p:cNvPicPr>
            <a:picLocks noChangeAspect="1"/>
          </p:cNvPicPr>
          <p:nvPr>
            <p:custDataLst>
              <p:tags r:id="rId10"/>
            </p:custDataLst>
          </p:nvPr>
        </p:nvPicPr>
        <p:blipFill>
          <a:blip>
            <a:extLst>
              <a:ext uri="{96DAC541-7B7A-43D3-8B79-37D633B846F1}">
                <asvg:svgBlip xmlns:asvg="http://schemas.microsoft.com/office/drawing/2016/SVG/main" r:embed="rId28"/>
              </a:ext>
            </a:extLst>
          </a:blip>
          <a:stretch>
            <a:fillRect/>
          </a:stretch>
        </p:blipFill>
        <p:spPr>
          <a:xfrm>
            <a:off x="1078885" y="3049108"/>
            <a:ext cx="1543050" cy="3067050"/>
          </a:xfrm>
          <a:prstGeom prst="rect">
            <a:avLst/>
          </a:prstGeom>
        </p:spPr>
      </p:pic>
      <p:pic>
        <p:nvPicPr>
          <p:cNvPr id="16" name="Graphic 15" descr="Server with solid fill">
            <a:extLst>
              <a:ext uri="{FF2B5EF4-FFF2-40B4-BE49-F238E27FC236}">
                <a16:creationId xmlns:a16="http://schemas.microsoft.com/office/drawing/2014/main" id="{082AF5A3-AB88-5B95-D0E8-599F0C027E9E}"/>
              </a:ext>
            </a:extLst>
          </p:cNvPr>
          <p:cNvPicPr>
            <a:picLocks noChangeAspect="1"/>
          </p:cNvPicPr>
          <p:nvPr>
            <p:custDataLst>
              <p:tags r:id="rId11"/>
            </p:custDataLst>
          </p:nvPr>
        </p:nvPicPr>
        <p:blipFill>
          <a:blip>
            <a:extLst>
              <a:ext uri="{96DAC541-7B7A-43D3-8B79-37D633B846F1}">
                <asvg:svgBlip xmlns:asvg="http://schemas.microsoft.com/office/drawing/2016/SVG/main" r:embed="rId29"/>
              </a:ext>
            </a:extLst>
          </a:blip>
          <a:stretch>
            <a:fillRect/>
          </a:stretch>
        </p:blipFill>
        <p:spPr>
          <a:xfrm flipH="1">
            <a:off x="412156" y="3988961"/>
            <a:ext cx="521160" cy="521160"/>
          </a:xfrm>
          <a:prstGeom prst="rect">
            <a:avLst/>
          </a:prstGeom>
        </p:spPr>
      </p:pic>
      <p:pic>
        <p:nvPicPr>
          <p:cNvPr id="19" name="Graphic 18" descr="Server with solid fill">
            <a:extLst>
              <a:ext uri="{FF2B5EF4-FFF2-40B4-BE49-F238E27FC236}">
                <a16:creationId xmlns:a16="http://schemas.microsoft.com/office/drawing/2014/main" id="{71641C04-2032-47B1-3172-33AD1DEB3448}"/>
              </a:ext>
            </a:extLst>
          </p:cNvPr>
          <p:cNvPicPr>
            <a:picLocks noChangeAspect="1"/>
          </p:cNvPicPr>
          <p:nvPr>
            <p:custDataLst>
              <p:tags r:id="rId12"/>
            </p:custDataLst>
          </p:nvPr>
        </p:nvPicPr>
        <p:blipFill>
          <a:blip>
            <a:extLst>
              <a:ext uri="{96DAC541-7B7A-43D3-8B79-37D633B846F1}">
                <asvg:svgBlip xmlns:asvg="http://schemas.microsoft.com/office/drawing/2016/SVG/main" r:embed="rId30"/>
              </a:ext>
            </a:extLst>
          </a:blip>
          <a:stretch>
            <a:fillRect/>
          </a:stretch>
        </p:blipFill>
        <p:spPr>
          <a:xfrm flipH="1">
            <a:off x="412156" y="4696523"/>
            <a:ext cx="521160" cy="521160"/>
          </a:xfrm>
          <a:prstGeom prst="rect">
            <a:avLst/>
          </a:prstGeom>
        </p:spPr>
      </p:pic>
      <p:pic>
        <p:nvPicPr>
          <p:cNvPr id="23" name="Graphic 22" descr="Server with solid fill">
            <a:extLst>
              <a:ext uri="{FF2B5EF4-FFF2-40B4-BE49-F238E27FC236}">
                <a16:creationId xmlns:a16="http://schemas.microsoft.com/office/drawing/2014/main" id="{7E15CA50-90A7-5F5F-4D61-40F7516A3207}"/>
              </a:ext>
            </a:extLst>
          </p:cNvPr>
          <p:cNvPicPr>
            <a:picLocks noChangeAspect="1"/>
          </p:cNvPicPr>
          <p:nvPr>
            <p:custDataLst>
              <p:tags r:id="rId13"/>
            </p:custDataLst>
          </p:nvPr>
        </p:nvPicPr>
        <p:blipFill>
          <a:blip>
            <a:extLst>
              <a:ext uri="{96DAC541-7B7A-43D3-8B79-37D633B846F1}">
                <asvg:svgBlip xmlns:asvg="http://schemas.microsoft.com/office/drawing/2016/SVG/main" r:embed="rId31"/>
              </a:ext>
            </a:extLst>
          </a:blip>
          <a:stretch>
            <a:fillRect/>
          </a:stretch>
        </p:blipFill>
        <p:spPr>
          <a:xfrm flipH="1">
            <a:off x="412156" y="5407427"/>
            <a:ext cx="521160" cy="521160"/>
          </a:xfrm>
          <a:prstGeom prst="rect">
            <a:avLst/>
          </a:prstGeom>
        </p:spPr>
      </p:pic>
      <mc:AlternateContent xmlns:mc="http://schemas.openxmlformats.org/markup-compatibility/2006">
        <mc:Choice xmlns:a14="http://schemas.microsoft.com/office/drawing/2010/main" Requires="a14">
          <p:sp>
            <p:nvSpPr>
              <p:cNvPr id="31" name="TextBox 30">
                <a:extLst>
                  <a:ext uri="{FF2B5EF4-FFF2-40B4-BE49-F238E27FC236}">
                    <a16:creationId xmlns:a16="http://schemas.microsoft.com/office/drawing/2014/main" id="{EE10E03B-CD42-27DC-6DF5-CB9596382EE5}"/>
                  </a:ext>
                </a:extLst>
              </p:cNvPr>
              <p:cNvSpPr txBox="1"/>
              <p:nvPr>
                <p:custDataLst>
                  <p:tags r:id="rId14"/>
                </p:custDataLst>
              </p:nvPr>
            </p:nvSpPr>
            <p:spPr>
              <a:xfrm>
                <a:off x="2848591" y="4397966"/>
                <a:ext cx="1567391" cy="369332"/>
              </a:xfrm>
              <a:prstGeom prst="rect">
                <a:avLst/>
              </a:prstGeom>
              <a:noFill/>
            </p:spPr>
            <p:txBody>
              <a:bodyPr wrap="square" rtlCol="0">
                <a:spAutoFit/>
              </a:bodyPr>
              <a:lstStyle/>
              <a:p>
                <a14:m>
                  <m:oMath xmlns:m="http://schemas.openxmlformats.org/officeDocument/2006/math">
                    <m:r>
                      <a:rPr lang="en-US" i="1" noProof="0" smtClean="0">
                        <a:solidFill>
                          <a:srgbClr val="FF0000"/>
                        </a:solidFill>
                        <a:latin typeface="Cambria Math" panose="02040503050406030204" pitchFamily="18" charset="0"/>
                      </a:rPr>
                      <m:t>𝑀</m:t>
                    </m:r>
                  </m:oMath>
                </a14:m>
                <a:r>
                  <a:rPr lang="en-US" noProof="0" dirty="0"/>
                  <a:t> blocks of </a:t>
                </a:r>
                <a14:m>
                  <m:oMath xmlns:m="http://schemas.openxmlformats.org/officeDocument/2006/math">
                    <m:r>
                      <a:rPr lang="en-US" i="1" noProof="0" smtClean="0">
                        <a:solidFill>
                          <a:srgbClr val="FF0000"/>
                        </a:solidFill>
                        <a:latin typeface="Cambria Math" panose="02040503050406030204" pitchFamily="18" charset="0"/>
                      </a:rPr>
                      <m:t>𝑚</m:t>
                    </m:r>
                  </m:oMath>
                </a14:m>
                <a:endParaRPr lang="en-US" noProof="0" dirty="0"/>
              </a:p>
            </p:txBody>
          </p:sp>
        </mc:Choice>
        <mc:Fallback>
          <p:sp>
            <p:nvSpPr>
              <p:cNvPr id="31" name="TextBox 30">
                <a:extLst>
                  <a:ext uri="{FF2B5EF4-FFF2-40B4-BE49-F238E27FC236}">
                    <a16:creationId xmlns:a16="http://schemas.microsoft.com/office/drawing/2014/main" id="{EE10E03B-CD42-27DC-6DF5-CB9596382EE5}"/>
                  </a:ext>
                </a:extLst>
              </p:cNvPr>
              <p:cNvSpPr txBox="1">
                <a:spLocks noRot="1" noChangeAspect="1" noMove="1" noResize="1" noEditPoints="1" noAdjustHandles="1" noChangeArrowheads="1" noChangeShapeType="1" noTextEdit="1"/>
              </p:cNvSpPr>
              <p:nvPr>
                <p:custDataLst>
                  <p:tags r:id="rId14"/>
                </p:custDataLst>
              </p:nvPr>
            </p:nvSpPr>
            <p:spPr>
              <a:xfrm>
                <a:off x="2848591" y="4397966"/>
                <a:ext cx="1567391" cy="369332"/>
              </a:xfrm>
              <a:prstGeom prst="rect">
                <a:avLst/>
              </a:prstGeom>
              <a:blipFill>
                <a:blip r:embed="rId32"/>
                <a:stretch>
                  <a:fillRect t="-6557" b="-26230"/>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3" name="TextBox 32">
                <a:extLst>
                  <a:ext uri="{FF2B5EF4-FFF2-40B4-BE49-F238E27FC236}">
                    <a16:creationId xmlns:a16="http://schemas.microsoft.com/office/drawing/2014/main" id="{830D2A10-C3C9-5980-4B7C-1920E7A6499E}"/>
                  </a:ext>
                </a:extLst>
              </p:cNvPr>
              <p:cNvSpPr txBox="1"/>
              <p:nvPr>
                <p:custDataLst>
                  <p:tags r:id="rId15"/>
                </p:custDataLst>
              </p:nvPr>
            </p:nvSpPr>
            <p:spPr>
              <a:xfrm>
                <a:off x="1033705" y="2614207"/>
                <a:ext cx="1567391" cy="369332"/>
              </a:xfrm>
              <a:prstGeom prst="rect">
                <a:avLst/>
              </a:prstGeom>
              <a:noFill/>
            </p:spPr>
            <p:txBody>
              <a:bodyPr wrap="square" rtlCol="0">
                <a:spAutoFit/>
              </a:bodyPr>
              <a:lstStyle/>
              <a:p>
                <a:pPr/>
                <a14:m>
                  <m:oMathPara xmlns:m="http://schemas.openxmlformats.org/officeDocument/2006/math">
                    <m:oMath>
                      <m:r>
                        <a:rPr lang="en-US" b="0" i="1" noProof="0" smtClean="0">
                          <a:solidFill>
                            <a:srgbClr val="FF0000"/>
                          </a:solidFill>
                          <a:latin typeface="Cambria Math" panose="02040503050406030204" pitchFamily="18" charset="0"/>
                        </a:rPr>
                        <m:t>𝑛</m:t>
                      </m:r>
                    </m:oMath>
                  </m:oMathPara>
                </a14:m>
                <a:endParaRPr lang="en-US" noProof="0" dirty="0"/>
              </a:p>
            </p:txBody>
          </p:sp>
        </mc:Choice>
        <mc:Fallback>
          <p:sp>
            <p:nvSpPr>
              <p:cNvPr id="33" name="TextBox 32">
                <a:extLst>
                  <a:ext uri="{FF2B5EF4-FFF2-40B4-BE49-F238E27FC236}">
                    <a16:creationId xmlns:a16="http://schemas.microsoft.com/office/drawing/2014/main" id="{830D2A10-C3C9-5980-4B7C-1920E7A6499E}"/>
                  </a:ext>
                </a:extLst>
              </p:cNvPr>
              <p:cNvSpPr txBox="1">
                <a:spLocks noRot="1" noChangeAspect="1" noMove="1" noResize="1" noEditPoints="1" noAdjustHandles="1" noChangeArrowheads="1" noChangeShapeType="1" noTextEdit="1"/>
              </p:cNvSpPr>
              <p:nvPr>
                <p:custDataLst>
                  <p:tags r:id="rId15"/>
                </p:custDataLst>
              </p:nvPr>
            </p:nvSpPr>
            <p:spPr>
              <a:xfrm>
                <a:off x="1033705" y="2614207"/>
                <a:ext cx="1567391" cy="369332"/>
              </a:xfrm>
              <a:prstGeom prst="rect">
                <a:avLst/>
              </a:prstGeom>
              <a:blipFill>
                <a:blip r:embed="rId33"/>
                <a:stretch>
                  <a:fillRect/>
                </a:stretch>
              </a:blipFill>
            </p:spPr>
            <p:txBody>
              <a:bodyPr/>
              <a:lstStyle/>
              <a:p>
                <a:r>
                  <a:rPr lang="en-US">
                    <a:noFill/>
                  </a:rPr>
                  <a:t> </a:t>
                </a:r>
              </a:p>
            </p:txBody>
          </p:sp>
        </mc:Fallback>
      </mc:AlternateContent>
      <p:cxnSp>
        <p:nvCxnSpPr>
          <p:cNvPr id="37" name="Straight Connector 36">
            <a:extLst>
              <a:ext uri="{FF2B5EF4-FFF2-40B4-BE49-F238E27FC236}">
                <a16:creationId xmlns:a16="http://schemas.microsoft.com/office/drawing/2014/main" id="{4A4A075C-DE25-365C-6E81-3128C8CB92C4}"/>
              </a:ext>
            </a:extLst>
          </p:cNvPr>
          <p:cNvCxnSpPr>
            <a:cxnSpLocks/>
          </p:cNvCxnSpPr>
          <p:nvPr>
            <p:custDataLst>
              <p:tags r:id="rId16"/>
            </p:custDataLst>
          </p:nvPr>
        </p:nvCxnSpPr>
        <p:spPr>
          <a:xfrm flipH="1">
            <a:off x="904990" y="3406997"/>
            <a:ext cx="131071" cy="0"/>
          </a:xfrm>
          <a:prstGeom prst="line">
            <a:avLst/>
          </a:prstGeom>
          <a:ln w="12700">
            <a:solidFill>
              <a:schemeClr val="tx1"/>
            </a:solidFill>
            <a:prstDash val="sysDot"/>
          </a:ln>
        </p:spPr>
        <p:style>
          <a:lnRef idx="2">
            <a:schemeClr val="accent1"/>
          </a:lnRef>
          <a:fillRef idx="0">
            <a:schemeClr val="accent1"/>
          </a:fillRef>
          <a:effectRef idx="1">
            <a:schemeClr val="accent1"/>
          </a:effectRef>
          <a:fontRef idx="minor">
            <a:schemeClr val="tx1"/>
          </a:fontRef>
        </p:style>
      </p:cxnSp>
      <p:cxnSp>
        <p:nvCxnSpPr>
          <p:cNvPr id="42" name="Straight Connector 41">
            <a:extLst>
              <a:ext uri="{FF2B5EF4-FFF2-40B4-BE49-F238E27FC236}">
                <a16:creationId xmlns:a16="http://schemas.microsoft.com/office/drawing/2014/main" id="{3AD1030F-B6DD-00FB-A2C5-AE5590588854}"/>
              </a:ext>
            </a:extLst>
          </p:cNvPr>
          <p:cNvCxnSpPr>
            <a:cxnSpLocks/>
          </p:cNvCxnSpPr>
          <p:nvPr>
            <p:custDataLst>
              <p:tags r:id="rId17"/>
            </p:custDataLst>
          </p:nvPr>
        </p:nvCxnSpPr>
        <p:spPr>
          <a:xfrm flipH="1">
            <a:off x="904990" y="4199953"/>
            <a:ext cx="131071" cy="0"/>
          </a:xfrm>
          <a:prstGeom prst="line">
            <a:avLst/>
          </a:prstGeom>
          <a:ln w="12700">
            <a:solidFill>
              <a:schemeClr val="tx1"/>
            </a:solidFill>
            <a:prstDash val="sysDot"/>
          </a:ln>
        </p:spPr>
        <p:style>
          <a:lnRef idx="2">
            <a:schemeClr val="accent1"/>
          </a:lnRef>
          <a:fillRef idx="0">
            <a:schemeClr val="accent1"/>
          </a:fillRef>
          <a:effectRef idx="1">
            <a:schemeClr val="accent1"/>
          </a:effectRef>
          <a:fontRef idx="minor">
            <a:schemeClr val="tx1"/>
          </a:fontRef>
        </p:style>
      </p:cxnSp>
      <p:cxnSp>
        <p:nvCxnSpPr>
          <p:cNvPr id="44" name="Straight Connector 43">
            <a:extLst>
              <a:ext uri="{FF2B5EF4-FFF2-40B4-BE49-F238E27FC236}">
                <a16:creationId xmlns:a16="http://schemas.microsoft.com/office/drawing/2014/main" id="{00B751AB-0537-2DC4-981F-1F8596A37ABB}"/>
              </a:ext>
            </a:extLst>
          </p:cNvPr>
          <p:cNvCxnSpPr>
            <a:cxnSpLocks/>
          </p:cNvCxnSpPr>
          <p:nvPr>
            <p:custDataLst>
              <p:tags r:id="rId18"/>
            </p:custDataLst>
          </p:nvPr>
        </p:nvCxnSpPr>
        <p:spPr>
          <a:xfrm flipH="1">
            <a:off x="904990" y="4957103"/>
            <a:ext cx="156471" cy="0"/>
          </a:xfrm>
          <a:prstGeom prst="line">
            <a:avLst/>
          </a:prstGeom>
          <a:ln w="12700">
            <a:solidFill>
              <a:schemeClr val="tx1"/>
            </a:solidFill>
            <a:prstDash val="sysDot"/>
          </a:ln>
        </p:spPr>
        <p:style>
          <a:lnRef idx="2">
            <a:schemeClr val="accent1"/>
          </a:lnRef>
          <a:fillRef idx="0">
            <a:schemeClr val="accent1"/>
          </a:fillRef>
          <a:effectRef idx="1">
            <a:schemeClr val="accent1"/>
          </a:effectRef>
          <a:fontRef idx="minor">
            <a:schemeClr val="tx1"/>
          </a:fontRef>
        </p:style>
      </p:cxnSp>
      <p:cxnSp>
        <p:nvCxnSpPr>
          <p:cNvPr id="46" name="Straight Connector 45">
            <a:extLst>
              <a:ext uri="{FF2B5EF4-FFF2-40B4-BE49-F238E27FC236}">
                <a16:creationId xmlns:a16="http://schemas.microsoft.com/office/drawing/2014/main" id="{CD19B355-FA91-A9A5-2FEF-259C20C86AF7}"/>
              </a:ext>
            </a:extLst>
          </p:cNvPr>
          <p:cNvCxnSpPr>
            <a:cxnSpLocks/>
          </p:cNvCxnSpPr>
          <p:nvPr>
            <p:custDataLst>
              <p:tags r:id="rId19"/>
            </p:custDataLst>
          </p:nvPr>
        </p:nvCxnSpPr>
        <p:spPr>
          <a:xfrm flipH="1">
            <a:off x="904990" y="5719407"/>
            <a:ext cx="156471" cy="0"/>
          </a:xfrm>
          <a:prstGeom prst="line">
            <a:avLst/>
          </a:prstGeom>
          <a:ln w="12700">
            <a:solidFill>
              <a:schemeClr val="tx1"/>
            </a:solidFill>
            <a:prstDash val="sysDot"/>
          </a:ln>
        </p:spPr>
        <p:style>
          <a:lnRef idx="2">
            <a:schemeClr val="accent1"/>
          </a:lnRef>
          <a:fillRef idx="0">
            <a:schemeClr val="accent1"/>
          </a:fillRef>
          <a:effectRef idx="1">
            <a:schemeClr val="accent1"/>
          </a:effectRef>
          <a:fontRef idx="minor">
            <a:schemeClr val="tx1"/>
          </a:fontRef>
        </p:style>
      </p:cxnSp>
      <p:sp>
        <p:nvSpPr>
          <p:cNvPr id="48" name="TextBox 47">
            <a:extLst>
              <a:ext uri="{FF2B5EF4-FFF2-40B4-BE49-F238E27FC236}">
                <a16:creationId xmlns:a16="http://schemas.microsoft.com/office/drawing/2014/main" id="{D675D228-CE77-DE58-39D4-695A05595AAD}"/>
              </a:ext>
            </a:extLst>
          </p:cNvPr>
          <p:cNvSpPr txBox="1"/>
          <p:nvPr>
            <p:custDataLst>
              <p:tags r:id="rId20"/>
            </p:custDataLst>
          </p:nvPr>
        </p:nvSpPr>
        <p:spPr>
          <a:xfrm>
            <a:off x="1466876" y="6116157"/>
            <a:ext cx="920750" cy="369332"/>
          </a:xfrm>
          <a:prstGeom prst="rect">
            <a:avLst/>
          </a:prstGeom>
          <a:noFill/>
        </p:spPr>
        <p:txBody>
          <a:bodyPr wrap="square">
            <a:spAutoFit/>
          </a:bodyPr>
          <a:lstStyle/>
          <a:p>
            <a:r>
              <a:rPr lang="en-US" sz="1800" noProof="0" dirty="0">
                <a:solidFill>
                  <a:srgbClr val="0070C1"/>
                </a:solidFill>
                <a:latin typeface="Fira Code" panose="020B0809050000020004" pitchFamily="49" charset="0"/>
              </a:rPr>
              <a:t>Data</a:t>
            </a:r>
            <a:endParaRPr lang="en-US" noProof="0" dirty="0"/>
          </a:p>
        </p:txBody>
      </p:sp>
      <p:sp>
        <p:nvSpPr>
          <p:cNvPr id="50" name="Left Brace 49">
            <a:extLst>
              <a:ext uri="{FF2B5EF4-FFF2-40B4-BE49-F238E27FC236}">
                <a16:creationId xmlns:a16="http://schemas.microsoft.com/office/drawing/2014/main" id="{E95766C1-B5D9-13B5-FB19-BBB779E706C4}"/>
              </a:ext>
            </a:extLst>
          </p:cNvPr>
          <p:cNvSpPr/>
          <p:nvPr>
            <p:custDataLst>
              <p:tags r:id="rId21"/>
            </p:custDataLst>
          </p:nvPr>
        </p:nvSpPr>
        <p:spPr>
          <a:xfrm>
            <a:off x="338460" y="3049108"/>
            <a:ext cx="122402" cy="3111531"/>
          </a:xfrm>
          <a:prstGeom prst="leftBrace">
            <a:avLst/>
          </a:prstGeom>
          <a:ln>
            <a:solidFill>
              <a:schemeClr val="tx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noProof="0" dirty="0"/>
          </a:p>
        </p:txBody>
      </p:sp>
      <p:sp>
        <p:nvSpPr>
          <p:cNvPr id="51" name="TextBox 50">
            <a:extLst>
              <a:ext uri="{FF2B5EF4-FFF2-40B4-BE49-F238E27FC236}">
                <a16:creationId xmlns:a16="http://schemas.microsoft.com/office/drawing/2014/main" id="{9978308B-BCCF-A96E-398B-794D49740CFD}"/>
              </a:ext>
            </a:extLst>
          </p:cNvPr>
          <p:cNvSpPr txBox="1"/>
          <p:nvPr>
            <p:custDataLst>
              <p:tags r:id="rId22"/>
            </p:custDataLst>
          </p:nvPr>
        </p:nvSpPr>
        <p:spPr>
          <a:xfrm rot="16200000">
            <a:off x="-634661" y="4368896"/>
            <a:ext cx="1638654" cy="369332"/>
          </a:xfrm>
          <a:prstGeom prst="rect">
            <a:avLst/>
          </a:prstGeom>
          <a:noFill/>
        </p:spPr>
        <p:txBody>
          <a:bodyPr wrap="none" rtlCol="0">
            <a:spAutoFit/>
          </a:bodyPr>
          <a:lstStyle/>
          <a:p>
            <a:r>
              <a:rPr lang="en-US" noProof="0" dirty="0"/>
              <a:t>MPI processes</a:t>
            </a:r>
          </a:p>
        </p:txBody>
      </p:sp>
      <p:sp>
        <p:nvSpPr>
          <p:cNvPr id="24" name="TextBox 23">
            <a:extLst>
              <a:ext uri="{FF2B5EF4-FFF2-40B4-BE49-F238E27FC236}">
                <a16:creationId xmlns:a16="http://schemas.microsoft.com/office/drawing/2014/main" id="{FA059D70-FCD1-6DBE-F6AD-CD030885F585}"/>
              </a:ext>
            </a:extLst>
          </p:cNvPr>
          <p:cNvSpPr txBox="1"/>
          <p:nvPr>
            <p:custDataLst>
              <p:tags r:id="rId23"/>
            </p:custDataLst>
          </p:nvPr>
        </p:nvSpPr>
        <p:spPr>
          <a:xfrm>
            <a:off x="2555373" y="960896"/>
            <a:ext cx="3084499" cy="461665"/>
          </a:xfrm>
          <a:prstGeom prst="rect">
            <a:avLst/>
          </a:prstGeom>
          <a:noFill/>
        </p:spPr>
        <p:txBody>
          <a:bodyPr wrap="none" rtlCol="0" anchor="b">
            <a:spAutoFit/>
          </a:bodyPr>
          <a:lstStyle/>
          <a:p>
            <a:pPr algn="ctr"/>
            <a:r>
              <a:rPr lang="en-US" sz="2400" noProof="0" dirty="0"/>
              <a:t>We want to distribute:</a:t>
            </a:r>
          </a:p>
        </p:txBody>
      </p:sp>
      <p:sp>
        <p:nvSpPr>
          <p:cNvPr id="5" name="Right Brace 4">
            <a:extLst>
              <a:ext uri="{FF2B5EF4-FFF2-40B4-BE49-F238E27FC236}">
                <a16:creationId xmlns:a16="http://schemas.microsoft.com/office/drawing/2014/main" id="{77506296-0DDC-BC41-92BD-0C2E58DAA530}"/>
              </a:ext>
            </a:extLst>
          </p:cNvPr>
          <p:cNvSpPr/>
          <p:nvPr>
            <p:custDataLst>
              <p:tags r:id="rId24"/>
            </p:custDataLst>
          </p:nvPr>
        </p:nvSpPr>
        <p:spPr>
          <a:xfrm>
            <a:off x="2684016" y="3049108"/>
            <a:ext cx="212320" cy="3067049"/>
          </a:xfrm>
          <a:prstGeom prst="rightBrace">
            <a:avLst/>
          </a:prstGeom>
          <a:ln>
            <a:solidFill>
              <a:schemeClr val="tx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178813129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5D3D26-2B4F-0ACB-E3E2-25555241B154}"/>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CE775342-3158-BFC3-939C-F28445402BA4}"/>
              </a:ext>
            </a:extLst>
          </p:cNvPr>
          <p:cNvSpPr>
            <a:spLocks noGrp="1"/>
          </p:cNvSpPr>
          <p:nvPr>
            <p:ph type="title"/>
            <p:custDataLst>
              <p:tags r:id="rId2"/>
            </p:custDataLst>
          </p:nvPr>
        </p:nvSpPr>
        <p:spPr/>
        <p:txBody>
          <a:bodyPr/>
          <a:lstStyle/>
          <a:p>
            <a:r>
              <a:rPr lang="en-US" noProof="0" dirty="0"/>
              <a:t>Automatic transformation in communication</a:t>
            </a:r>
          </a:p>
        </p:txBody>
      </p:sp>
      <p:sp>
        <p:nvSpPr>
          <p:cNvPr id="3" name="Date Placeholder 2">
            <a:extLst>
              <a:ext uri="{FF2B5EF4-FFF2-40B4-BE49-F238E27FC236}">
                <a16:creationId xmlns:a16="http://schemas.microsoft.com/office/drawing/2014/main" id="{95F10516-14DF-329F-F9DD-AD879766DCDB}"/>
              </a:ext>
            </a:extLst>
          </p:cNvPr>
          <p:cNvSpPr>
            <a:spLocks noGrp="1"/>
          </p:cNvSpPr>
          <p:nvPr>
            <p:ph type="dt" sz="half" idx="10"/>
            <p:custDataLst>
              <p:tags r:id="rId3"/>
            </p:custDataLst>
          </p:nvPr>
        </p:nvSpPr>
        <p:spPr/>
        <p:txBody>
          <a:bodyPr/>
          <a:lstStyle/>
          <a:p>
            <a:r>
              <a:rPr lang="en-US" noProof="0"/>
              <a:t>9/5/2026</a:t>
            </a:r>
            <a:endParaRPr lang="en-US" noProof="0" dirty="0"/>
          </a:p>
        </p:txBody>
      </p:sp>
      <p:sp>
        <p:nvSpPr>
          <p:cNvPr id="7" name="Slide Number Placeholder 6">
            <a:extLst>
              <a:ext uri="{FF2B5EF4-FFF2-40B4-BE49-F238E27FC236}">
                <a16:creationId xmlns:a16="http://schemas.microsoft.com/office/drawing/2014/main" id="{4E29A66E-8887-529B-AA75-343549185834}"/>
              </a:ext>
            </a:extLst>
          </p:cNvPr>
          <p:cNvSpPr>
            <a:spLocks noGrp="1"/>
          </p:cNvSpPr>
          <p:nvPr>
            <p:ph type="sldNum" sz="quarter" idx="12"/>
            <p:custDataLst>
              <p:tags r:id="rId4"/>
            </p:custDataLst>
          </p:nvPr>
        </p:nvSpPr>
        <p:spPr/>
        <p:txBody>
          <a:bodyPr/>
          <a:lstStyle/>
          <a:p>
            <a:r>
              <a:rPr lang="en-US" noProof="0"/>
              <a:t>16</a:t>
            </a:r>
            <a:endParaRPr lang="en-US" noProof="0" dirty="0"/>
          </a:p>
        </p:txBody>
      </p:sp>
      <p:sp>
        <p:nvSpPr>
          <p:cNvPr id="6" name="TextBox 5">
            <a:extLst>
              <a:ext uri="{FF2B5EF4-FFF2-40B4-BE49-F238E27FC236}">
                <a16:creationId xmlns:a16="http://schemas.microsoft.com/office/drawing/2014/main" id="{C1A4FEEA-F6A5-2F0C-61D6-D842A122ADD5}"/>
              </a:ext>
            </a:extLst>
          </p:cNvPr>
          <p:cNvSpPr txBox="1"/>
          <p:nvPr>
            <p:custDataLst>
              <p:tags r:id="rId5"/>
            </p:custDataLst>
          </p:nvPr>
        </p:nvSpPr>
        <p:spPr>
          <a:xfrm>
            <a:off x="4667457" y="1339278"/>
            <a:ext cx="3134191" cy="461665"/>
          </a:xfrm>
          <a:prstGeom prst="rect">
            <a:avLst/>
          </a:prstGeom>
          <a:noFill/>
        </p:spPr>
        <p:txBody>
          <a:bodyPr wrap="none" rtlCol="0" anchor="b">
            <a:spAutoFit/>
          </a:bodyPr>
          <a:lstStyle/>
          <a:p>
            <a:pPr algn="ctr"/>
            <a:r>
              <a:rPr lang="en-US" sz="2400" noProof="0" dirty="0">
                <a:solidFill>
                  <a:srgbClr val="795E26"/>
                </a:solidFill>
                <a:latin typeface="Fira Code" panose="020B0809050000020004" pitchFamily="49" charset="0"/>
              </a:rPr>
              <a:t>send</a:t>
            </a:r>
            <a:r>
              <a:rPr lang="en-US" sz="2400" noProof="0" dirty="0">
                <a:latin typeface="Fira Code" panose="020B0809050000020004" pitchFamily="49" charset="0"/>
                <a:ea typeface="Fira Code" panose="020B0809050000020004" pitchFamily="49" charset="0"/>
                <a:cs typeface="Fira Code" panose="020B0809050000020004" pitchFamily="49" charset="0"/>
              </a:rPr>
              <a:t>(</a:t>
            </a:r>
            <a:r>
              <a:rPr lang="en-US" sz="2400" noProof="0" dirty="0" err="1">
                <a:solidFill>
                  <a:srgbClr val="001080"/>
                </a:solidFill>
                <a:latin typeface="Fira Code" panose="020B0809050000020004" pitchFamily="49" charset="0"/>
              </a:rPr>
              <a:t>row_major</a:t>
            </a:r>
            <a:r>
              <a:rPr lang="en-US" sz="2400" noProof="0" dirty="0">
                <a:latin typeface="Fira Code" panose="020B0809050000020004" pitchFamily="49" charset="0"/>
                <a:ea typeface="Fira Code" panose="020B0809050000020004" pitchFamily="49" charset="0"/>
                <a:cs typeface="Fira Code" panose="020B0809050000020004" pitchFamily="49" charset="0"/>
              </a:rPr>
              <a:t>);</a:t>
            </a:r>
          </a:p>
        </p:txBody>
      </p:sp>
      <p:sp>
        <p:nvSpPr>
          <p:cNvPr id="13" name="TextBox 12">
            <a:extLst>
              <a:ext uri="{FF2B5EF4-FFF2-40B4-BE49-F238E27FC236}">
                <a16:creationId xmlns:a16="http://schemas.microsoft.com/office/drawing/2014/main" id="{439C9CAD-9E1E-7EC1-4429-D017CA1092E1}"/>
              </a:ext>
            </a:extLst>
          </p:cNvPr>
          <p:cNvSpPr txBox="1"/>
          <p:nvPr>
            <p:custDataLst>
              <p:tags r:id="rId6"/>
            </p:custDataLst>
          </p:nvPr>
        </p:nvSpPr>
        <p:spPr>
          <a:xfrm>
            <a:off x="2503783" y="3082682"/>
            <a:ext cx="1062791" cy="523220"/>
          </a:xfrm>
          <a:prstGeom prst="rect">
            <a:avLst/>
          </a:prstGeom>
          <a:noFill/>
        </p:spPr>
        <p:txBody>
          <a:bodyPr wrap="none" rtlCol="0">
            <a:spAutoFit/>
          </a:bodyPr>
          <a:lstStyle/>
          <a:p>
            <a:pPr marL="0" algn="l" rtl="0" eaLnBrk="1" latinLnBrk="0" hangingPunct="1">
              <a:buNone/>
            </a:pPr>
            <a:r>
              <a:rPr lang="en-US" sz="2800" b="1" kern="1200" noProof="0" dirty="0">
                <a:solidFill>
                  <a:srgbClr val="C00000"/>
                </a:solidFill>
                <a:effectLst/>
                <a:latin typeface="Aptos" panose="020B0004020202020204" pitchFamily="34" charset="0"/>
                <a:ea typeface="+mn-ea"/>
                <a:cs typeface="+mn-cs"/>
              </a:rPr>
              <a:t>naive</a:t>
            </a:r>
            <a:endParaRPr lang="en-US" sz="2800" noProof="0" dirty="0">
              <a:effectLst/>
            </a:endParaRPr>
          </a:p>
        </p:txBody>
      </p:sp>
      <p:sp>
        <p:nvSpPr>
          <p:cNvPr id="26" name="TextBox 25">
            <a:extLst>
              <a:ext uri="{FF2B5EF4-FFF2-40B4-BE49-F238E27FC236}">
                <a16:creationId xmlns:a16="http://schemas.microsoft.com/office/drawing/2014/main" id="{961FBEC7-CB4A-332B-8305-81A140E2B4BC}"/>
              </a:ext>
            </a:extLst>
          </p:cNvPr>
          <p:cNvSpPr txBox="1"/>
          <p:nvPr>
            <p:custDataLst>
              <p:tags r:id="rId7"/>
            </p:custDataLst>
          </p:nvPr>
        </p:nvSpPr>
        <p:spPr>
          <a:xfrm>
            <a:off x="1505514" y="3478608"/>
            <a:ext cx="3134191" cy="461665"/>
          </a:xfrm>
          <a:prstGeom prst="rect">
            <a:avLst/>
          </a:prstGeom>
          <a:noFill/>
        </p:spPr>
        <p:txBody>
          <a:bodyPr wrap="none" rtlCol="0" anchor="b">
            <a:spAutoFit/>
          </a:bodyPr>
          <a:lstStyle/>
          <a:p>
            <a:pPr algn="ctr"/>
            <a:r>
              <a:rPr lang="en-US" sz="2400" noProof="0" dirty="0" err="1">
                <a:solidFill>
                  <a:srgbClr val="795E26"/>
                </a:solidFill>
                <a:latin typeface="Fira Code" panose="020B0809050000020004" pitchFamily="49" charset="0"/>
              </a:rPr>
              <a:t>recv</a:t>
            </a:r>
            <a:r>
              <a:rPr lang="en-US" sz="2400" noProof="0" dirty="0">
                <a:latin typeface="Fira Code" panose="020B0809050000020004" pitchFamily="49" charset="0"/>
                <a:ea typeface="Fira Code" panose="020B0809050000020004" pitchFamily="49" charset="0"/>
                <a:cs typeface="Fira Code" panose="020B0809050000020004" pitchFamily="49" charset="0"/>
              </a:rPr>
              <a:t>(</a:t>
            </a:r>
            <a:r>
              <a:rPr lang="en-US" sz="2400" noProof="0" dirty="0" err="1">
                <a:solidFill>
                  <a:srgbClr val="001080"/>
                </a:solidFill>
                <a:latin typeface="Fira Code" panose="020B0809050000020004" pitchFamily="49" charset="0"/>
              </a:rPr>
              <a:t>col_major</a:t>
            </a:r>
            <a:r>
              <a:rPr lang="en-US" sz="2400" noProof="0" dirty="0">
                <a:latin typeface="Fira Code" panose="020B0809050000020004" pitchFamily="49" charset="0"/>
                <a:ea typeface="Fira Code" panose="020B0809050000020004" pitchFamily="49" charset="0"/>
                <a:cs typeface="Fira Code" panose="020B0809050000020004" pitchFamily="49" charset="0"/>
              </a:rPr>
              <a:t>);</a:t>
            </a:r>
          </a:p>
        </p:txBody>
      </p:sp>
      <p:cxnSp>
        <p:nvCxnSpPr>
          <p:cNvPr id="28" name="Straight Arrow Connector 27">
            <a:extLst>
              <a:ext uri="{FF2B5EF4-FFF2-40B4-BE49-F238E27FC236}">
                <a16:creationId xmlns:a16="http://schemas.microsoft.com/office/drawing/2014/main" id="{2045E9BC-7505-AE12-2FF8-B6E23CAD3D28}"/>
              </a:ext>
            </a:extLst>
          </p:cNvPr>
          <p:cNvCxnSpPr>
            <a:cxnSpLocks/>
          </p:cNvCxnSpPr>
          <p:nvPr>
            <p:custDataLst>
              <p:tags r:id="rId8"/>
            </p:custDataLst>
          </p:nvPr>
        </p:nvCxnSpPr>
        <p:spPr>
          <a:xfrm flipH="1">
            <a:off x="4035771" y="3798827"/>
            <a:ext cx="2199832" cy="1440112"/>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33" name="TextBox 32">
            <a:extLst>
              <a:ext uri="{FF2B5EF4-FFF2-40B4-BE49-F238E27FC236}">
                <a16:creationId xmlns:a16="http://schemas.microsoft.com/office/drawing/2014/main" id="{C246AED9-F132-9733-D20A-38A72DC05DB0}"/>
              </a:ext>
            </a:extLst>
          </p:cNvPr>
          <p:cNvSpPr txBox="1"/>
          <p:nvPr>
            <p:custDataLst>
              <p:tags r:id="rId9"/>
            </p:custDataLst>
          </p:nvPr>
        </p:nvSpPr>
        <p:spPr>
          <a:xfrm rot="19575917">
            <a:off x="4072345" y="4454517"/>
            <a:ext cx="2297873" cy="461665"/>
          </a:xfrm>
          <a:prstGeom prst="rect">
            <a:avLst/>
          </a:prstGeom>
          <a:noFill/>
        </p:spPr>
        <p:txBody>
          <a:bodyPr wrap="none" rtlCol="0">
            <a:spAutoFit/>
          </a:bodyPr>
          <a:lstStyle/>
          <a:p>
            <a:pPr marL="0" algn="ctr" rtl="0" eaLnBrk="1" latinLnBrk="0" hangingPunct="1">
              <a:buNone/>
            </a:pPr>
            <a:r>
              <a:rPr lang="en-US" sz="2400" b="1" kern="1200" noProof="0" dirty="0">
                <a:solidFill>
                  <a:srgbClr val="C00000"/>
                </a:solidFill>
                <a:effectLst/>
                <a:latin typeface="Aptos" panose="020B0004020202020204" pitchFamily="34" charset="0"/>
                <a:ea typeface="+mn-ea"/>
                <a:cs typeface="+mn-cs"/>
              </a:rPr>
              <a:t>physical layout</a:t>
            </a:r>
            <a:endParaRPr lang="en-US" sz="2400" noProof="0" dirty="0">
              <a:effectLst/>
            </a:endParaRPr>
          </a:p>
        </p:txBody>
      </p:sp>
      <p:grpSp>
        <p:nvGrpSpPr>
          <p:cNvPr id="262" name="Group 261">
            <a:extLst>
              <a:ext uri="{FF2B5EF4-FFF2-40B4-BE49-F238E27FC236}">
                <a16:creationId xmlns:a16="http://schemas.microsoft.com/office/drawing/2014/main" id="{E3BFC522-F1EF-2168-0CD0-4D620EEFE5BA}"/>
              </a:ext>
            </a:extLst>
          </p:cNvPr>
          <p:cNvGrpSpPr/>
          <p:nvPr>
            <p:custDataLst>
              <p:tags r:id="rId10"/>
            </p:custDataLst>
          </p:nvPr>
        </p:nvGrpSpPr>
        <p:grpSpPr>
          <a:xfrm>
            <a:off x="4928137" y="1806440"/>
            <a:ext cx="2612833" cy="1959646"/>
            <a:chOff x="2695324" y="2111684"/>
            <a:chExt cx="2612833" cy="1959646"/>
          </a:xfrm>
        </p:grpSpPr>
        <p:sp>
          <p:nvSpPr>
            <p:cNvPr id="263" name="Rectangle 262">
              <a:extLst>
                <a:ext uri="{FF2B5EF4-FFF2-40B4-BE49-F238E27FC236}">
                  <a16:creationId xmlns:a16="http://schemas.microsoft.com/office/drawing/2014/main" id="{C24216A8-419D-DB33-BC85-B971CEB56A4E}"/>
                </a:ext>
              </a:extLst>
            </p:cNvPr>
            <p:cNvSpPr/>
            <p:nvPr/>
          </p:nvSpPr>
          <p:spPr>
            <a:xfrm>
              <a:off x="2695324" y="2111684"/>
              <a:ext cx="653208" cy="653215"/>
            </a:xfrm>
            <a:prstGeom prst="rect">
              <a:avLst/>
            </a:prstGeom>
            <a:solidFill>
              <a:srgbClr val="A2F4A6"/>
            </a:solidFill>
            <a:ln w="4928" cap="flat">
              <a:solidFill>
                <a:schemeClr val="tx1">
                  <a:lumMod val="75000"/>
                  <a:lumOff val="25000"/>
                </a:schemeClr>
              </a:solidFill>
              <a:prstDash val="solid"/>
              <a:miter/>
            </a:ln>
          </p:spPr>
          <p:txBody>
            <a:bodyPr wrap="none" anchor="ctr"/>
            <a:lstStyle/>
            <a:p>
              <a:pPr algn="ctr"/>
              <a:r>
                <a:rPr lang="en-US" sz="2800" noProof="0" dirty="0"/>
                <a:t>1</a:t>
              </a:r>
            </a:p>
          </p:txBody>
        </p:sp>
        <p:sp>
          <p:nvSpPr>
            <p:cNvPr id="264" name="Rectangle 263">
              <a:extLst>
                <a:ext uri="{FF2B5EF4-FFF2-40B4-BE49-F238E27FC236}">
                  <a16:creationId xmlns:a16="http://schemas.microsoft.com/office/drawing/2014/main" id="{311C226C-C930-FE9B-896D-7A8A1C8DC3AE}"/>
                </a:ext>
              </a:extLst>
            </p:cNvPr>
            <p:cNvSpPr/>
            <p:nvPr/>
          </p:nvSpPr>
          <p:spPr>
            <a:xfrm>
              <a:off x="3348532" y="2111684"/>
              <a:ext cx="653208" cy="653215"/>
            </a:xfrm>
            <a:prstGeom prst="rect">
              <a:avLst/>
            </a:prstGeom>
            <a:solidFill>
              <a:srgbClr val="A2F4A6"/>
            </a:solidFill>
            <a:ln w="4928" cap="flat">
              <a:solidFill>
                <a:schemeClr val="tx1">
                  <a:lumMod val="75000"/>
                  <a:lumOff val="25000"/>
                </a:schemeClr>
              </a:solidFill>
              <a:prstDash val="solid"/>
              <a:miter/>
            </a:ln>
          </p:spPr>
          <p:txBody>
            <a:bodyPr wrap="none" anchor="ctr"/>
            <a:lstStyle/>
            <a:p>
              <a:pPr algn="ctr"/>
              <a:r>
                <a:rPr lang="en-US" sz="2800" noProof="0" dirty="0"/>
                <a:t>2</a:t>
              </a:r>
            </a:p>
          </p:txBody>
        </p:sp>
        <p:sp>
          <p:nvSpPr>
            <p:cNvPr id="265" name="Rectangle 264">
              <a:extLst>
                <a:ext uri="{FF2B5EF4-FFF2-40B4-BE49-F238E27FC236}">
                  <a16:creationId xmlns:a16="http://schemas.microsoft.com/office/drawing/2014/main" id="{35980DA4-ADFC-6F8A-0BA1-010E6EE067E0}"/>
                </a:ext>
              </a:extLst>
            </p:cNvPr>
            <p:cNvSpPr/>
            <p:nvPr/>
          </p:nvSpPr>
          <p:spPr>
            <a:xfrm>
              <a:off x="4001740" y="2111684"/>
              <a:ext cx="653208" cy="653215"/>
            </a:xfrm>
            <a:prstGeom prst="rect">
              <a:avLst/>
            </a:prstGeom>
            <a:solidFill>
              <a:srgbClr val="A2F4A6"/>
            </a:solidFill>
            <a:ln w="4928" cap="flat">
              <a:solidFill>
                <a:schemeClr val="tx1">
                  <a:lumMod val="75000"/>
                  <a:lumOff val="25000"/>
                </a:schemeClr>
              </a:solidFill>
              <a:prstDash val="solid"/>
              <a:miter/>
            </a:ln>
          </p:spPr>
          <p:txBody>
            <a:bodyPr wrap="none" anchor="ctr"/>
            <a:lstStyle/>
            <a:p>
              <a:pPr algn="ctr"/>
              <a:r>
                <a:rPr lang="en-US" sz="2800" noProof="0" dirty="0"/>
                <a:t>3</a:t>
              </a:r>
            </a:p>
          </p:txBody>
        </p:sp>
        <p:sp>
          <p:nvSpPr>
            <p:cNvPr id="266" name="Rectangle 265">
              <a:extLst>
                <a:ext uri="{FF2B5EF4-FFF2-40B4-BE49-F238E27FC236}">
                  <a16:creationId xmlns:a16="http://schemas.microsoft.com/office/drawing/2014/main" id="{569D00A0-CC33-75F5-4446-A596ADE4352F}"/>
                </a:ext>
              </a:extLst>
            </p:cNvPr>
            <p:cNvSpPr/>
            <p:nvPr/>
          </p:nvSpPr>
          <p:spPr>
            <a:xfrm>
              <a:off x="4654949" y="2111684"/>
              <a:ext cx="653208" cy="653215"/>
            </a:xfrm>
            <a:prstGeom prst="rect">
              <a:avLst/>
            </a:prstGeom>
            <a:solidFill>
              <a:srgbClr val="A2F4A6"/>
            </a:solidFill>
            <a:ln w="4928" cap="flat">
              <a:solidFill>
                <a:schemeClr val="tx1">
                  <a:lumMod val="75000"/>
                  <a:lumOff val="25000"/>
                </a:schemeClr>
              </a:solidFill>
              <a:prstDash val="solid"/>
              <a:miter/>
            </a:ln>
          </p:spPr>
          <p:txBody>
            <a:bodyPr wrap="none" anchor="ctr"/>
            <a:lstStyle/>
            <a:p>
              <a:pPr algn="ctr"/>
              <a:r>
                <a:rPr lang="en-US" sz="2800" noProof="0" dirty="0"/>
                <a:t>4</a:t>
              </a:r>
            </a:p>
          </p:txBody>
        </p:sp>
        <p:sp>
          <p:nvSpPr>
            <p:cNvPr id="267" name="Rectangle 266">
              <a:extLst>
                <a:ext uri="{FF2B5EF4-FFF2-40B4-BE49-F238E27FC236}">
                  <a16:creationId xmlns:a16="http://schemas.microsoft.com/office/drawing/2014/main" id="{ACC0D66D-D18E-C431-AA37-49C15CC7EC41}"/>
                </a:ext>
              </a:extLst>
            </p:cNvPr>
            <p:cNvSpPr/>
            <p:nvPr/>
          </p:nvSpPr>
          <p:spPr>
            <a:xfrm>
              <a:off x="2695324" y="2764899"/>
              <a:ext cx="653208" cy="653215"/>
            </a:xfrm>
            <a:prstGeom prst="rect">
              <a:avLst/>
            </a:prstGeom>
            <a:solidFill>
              <a:srgbClr val="BED6FA"/>
            </a:solidFill>
            <a:ln w="4928" cap="flat">
              <a:solidFill>
                <a:schemeClr val="tx1">
                  <a:lumMod val="75000"/>
                  <a:lumOff val="25000"/>
                </a:schemeClr>
              </a:solidFill>
              <a:prstDash val="solid"/>
              <a:miter/>
            </a:ln>
          </p:spPr>
          <p:txBody>
            <a:bodyPr wrap="none" anchor="ctr"/>
            <a:lstStyle/>
            <a:p>
              <a:pPr algn="ctr"/>
              <a:r>
                <a:rPr lang="en-US" sz="2800" noProof="0" dirty="0"/>
                <a:t>5</a:t>
              </a:r>
            </a:p>
          </p:txBody>
        </p:sp>
        <p:sp>
          <p:nvSpPr>
            <p:cNvPr id="268" name="Rectangle 267">
              <a:extLst>
                <a:ext uri="{FF2B5EF4-FFF2-40B4-BE49-F238E27FC236}">
                  <a16:creationId xmlns:a16="http://schemas.microsoft.com/office/drawing/2014/main" id="{A29CA531-0659-5409-828F-DD6F3284FF20}"/>
                </a:ext>
              </a:extLst>
            </p:cNvPr>
            <p:cNvSpPr/>
            <p:nvPr/>
          </p:nvSpPr>
          <p:spPr>
            <a:xfrm>
              <a:off x="3348532" y="2764899"/>
              <a:ext cx="653208" cy="653215"/>
            </a:xfrm>
            <a:prstGeom prst="rect">
              <a:avLst/>
            </a:prstGeom>
            <a:solidFill>
              <a:srgbClr val="BED6FA"/>
            </a:solidFill>
            <a:ln w="4928" cap="flat">
              <a:solidFill>
                <a:schemeClr val="tx1">
                  <a:lumMod val="75000"/>
                  <a:lumOff val="25000"/>
                </a:schemeClr>
              </a:solidFill>
              <a:prstDash val="solid"/>
              <a:miter/>
            </a:ln>
          </p:spPr>
          <p:txBody>
            <a:bodyPr wrap="none" anchor="ctr"/>
            <a:lstStyle/>
            <a:p>
              <a:pPr algn="ctr"/>
              <a:r>
                <a:rPr lang="en-US" sz="2800" noProof="0" dirty="0"/>
                <a:t>6</a:t>
              </a:r>
            </a:p>
          </p:txBody>
        </p:sp>
        <p:sp>
          <p:nvSpPr>
            <p:cNvPr id="269" name="Rectangle 268">
              <a:extLst>
                <a:ext uri="{FF2B5EF4-FFF2-40B4-BE49-F238E27FC236}">
                  <a16:creationId xmlns:a16="http://schemas.microsoft.com/office/drawing/2014/main" id="{F2F9797C-CE4F-B9BB-281C-DA3FE25AE0A9}"/>
                </a:ext>
              </a:extLst>
            </p:cNvPr>
            <p:cNvSpPr/>
            <p:nvPr/>
          </p:nvSpPr>
          <p:spPr>
            <a:xfrm>
              <a:off x="4001740" y="2764899"/>
              <a:ext cx="653208" cy="653215"/>
            </a:xfrm>
            <a:prstGeom prst="rect">
              <a:avLst/>
            </a:prstGeom>
            <a:solidFill>
              <a:srgbClr val="BED6FA"/>
            </a:solidFill>
            <a:ln w="4928" cap="flat">
              <a:solidFill>
                <a:schemeClr val="tx1">
                  <a:lumMod val="75000"/>
                  <a:lumOff val="25000"/>
                </a:schemeClr>
              </a:solidFill>
              <a:prstDash val="solid"/>
              <a:miter/>
            </a:ln>
          </p:spPr>
          <p:txBody>
            <a:bodyPr wrap="none" anchor="ctr"/>
            <a:lstStyle/>
            <a:p>
              <a:pPr algn="ctr"/>
              <a:r>
                <a:rPr lang="en-US" sz="2800" noProof="0" dirty="0"/>
                <a:t>7</a:t>
              </a:r>
            </a:p>
          </p:txBody>
        </p:sp>
        <p:sp>
          <p:nvSpPr>
            <p:cNvPr id="270" name="Rectangle 269">
              <a:extLst>
                <a:ext uri="{FF2B5EF4-FFF2-40B4-BE49-F238E27FC236}">
                  <a16:creationId xmlns:a16="http://schemas.microsoft.com/office/drawing/2014/main" id="{5260F082-0A0A-3985-3FAB-DD757292FF8E}"/>
                </a:ext>
              </a:extLst>
            </p:cNvPr>
            <p:cNvSpPr/>
            <p:nvPr/>
          </p:nvSpPr>
          <p:spPr>
            <a:xfrm>
              <a:off x="4654949" y="2764899"/>
              <a:ext cx="653208" cy="653215"/>
            </a:xfrm>
            <a:prstGeom prst="rect">
              <a:avLst/>
            </a:prstGeom>
            <a:solidFill>
              <a:srgbClr val="BED6FA"/>
            </a:solidFill>
            <a:ln w="4928" cap="flat">
              <a:solidFill>
                <a:schemeClr val="tx1">
                  <a:lumMod val="75000"/>
                  <a:lumOff val="25000"/>
                </a:schemeClr>
              </a:solidFill>
              <a:prstDash val="solid"/>
              <a:miter/>
            </a:ln>
          </p:spPr>
          <p:txBody>
            <a:bodyPr wrap="none" anchor="ctr"/>
            <a:lstStyle/>
            <a:p>
              <a:pPr algn="ctr"/>
              <a:r>
                <a:rPr lang="en-US" sz="2800" noProof="0" dirty="0"/>
                <a:t>8</a:t>
              </a:r>
            </a:p>
          </p:txBody>
        </p:sp>
        <p:sp>
          <p:nvSpPr>
            <p:cNvPr id="271" name="Rectangle 270">
              <a:extLst>
                <a:ext uri="{FF2B5EF4-FFF2-40B4-BE49-F238E27FC236}">
                  <a16:creationId xmlns:a16="http://schemas.microsoft.com/office/drawing/2014/main" id="{8D3385A8-1686-1E53-4C0A-F729BFF0EA84}"/>
                </a:ext>
              </a:extLst>
            </p:cNvPr>
            <p:cNvSpPr/>
            <p:nvPr/>
          </p:nvSpPr>
          <p:spPr>
            <a:xfrm>
              <a:off x="2695324" y="3418115"/>
              <a:ext cx="653208" cy="653215"/>
            </a:xfrm>
            <a:prstGeom prst="rect">
              <a:avLst/>
            </a:prstGeom>
            <a:solidFill>
              <a:srgbClr val="FBA9ED"/>
            </a:solidFill>
            <a:ln w="4928" cap="flat">
              <a:solidFill>
                <a:schemeClr val="tx1">
                  <a:lumMod val="75000"/>
                  <a:lumOff val="25000"/>
                </a:schemeClr>
              </a:solidFill>
              <a:prstDash val="solid"/>
              <a:miter/>
            </a:ln>
          </p:spPr>
          <p:txBody>
            <a:bodyPr wrap="none" anchor="ctr"/>
            <a:lstStyle/>
            <a:p>
              <a:pPr algn="ctr"/>
              <a:r>
                <a:rPr lang="en-US" sz="2800" noProof="0" dirty="0"/>
                <a:t>9</a:t>
              </a:r>
            </a:p>
          </p:txBody>
        </p:sp>
        <p:sp>
          <p:nvSpPr>
            <p:cNvPr id="272" name="Rectangle 271">
              <a:extLst>
                <a:ext uri="{FF2B5EF4-FFF2-40B4-BE49-F238E27FC236}">
                  <a16:creationId xmlns:a16="http://schemas.microsoft.com/office/drawing/2014/main" id="{5EB78552-7BB3-5601-6FFD-E537D2448EA2}"/>
                </a:ext>
              </a:extLst>
            </p:cNvPr>
            <p:cNvSpPr/>
            <p:nvPr/>
          </p:nvSpPr>
          <p:spPr>
            <a:xfrm>
              <a:off x="3348532" y="3418115"/>
              <a:ext cx="653208" cy="653215"/>
            </a:xfrm>
            <a:prstGeom prst="rect">
              <a:avLst/>
            </a:prstGeom>
            <a:solidFill>
              <a:srgbClr val="FBA9ED"/>
            </a:solidFill>
            <a:ln w="4928" cap="flat">
              <a:solidFill>
                <a:schemeClr val="tx1">
                  <a:lumMod val="75000"/>
                  <a:lumOff val="25000"/>
                </a:schemeClr>
              </a:solidFill>
              <a:prstDash val="solid"/>
              <a:miter/>
            </a:ln>
          </p:spPr>
          <p:txBody>
            <a:bodyPr wrap="none" anchor="ctr"/>
            <a:lstStyle/>
            <a:p>
              <a:pPr algn="ctr"/>
              <a:r>
                <a:rPr lang="en-US" sz="2800" noProof="0" dirty="0"/>
                <a:t>10</a:t>
              </a:r>
            </a:p>
          </p:txBody>
        </p:sp>
        <p:sp>
          <p:nvSpPr>
            <p:cNvPr id="273" name="Rectangle 272">
              <a:extLst>
                <a:ext uri="{FF2B5EF4-FFF2-40B4-BE49-F238E27FC236}">
                  <a16:creationId xmlns:a16="http://schemas.microsoft.com/office/drawing/2014/main" id="{1B25A40A-A26F-7725-07CE-39A7BFF318BE}"/>
                </a:ext>
              </a:extLst>
            </p:cNvPr>
            <p:cNvSpPr/>
            <p:nvPr/>
          </p:nvSpPr>
          <p:spPr>
            <a:xfrm>
              <a:off x="4001740" y="3418115"/>
              <a:ext cx="653208" cy="653215"/>
            </a:xfrm>
            <a:prstGeom prst="rect">
              <a:avLst/>
            </a:prstGeom>
            <a:solidFill>
              <a:srgbClr val="FBA9ED"/>
            </a:solidFill>
            <a:ln w="4928" cap="flat">
              <a:solidFill>
                <a:schemeClr val="tx1">
                  <a:lumMod val="75000"/>
                  <a:lumOff val="25000"/>
                </a:schemeClr>
              </a:solidFill>
              <a:prstDash val="solid"/>
              <a:miter/>
            </a:ln>
          </p:spPr>
          <p:txBody>
            <a:bodyPr wrap="none" anchor="ctr"/>
            <a:lstStyle/>
            <a:p>
              <a:pPr algn="ctr"/>
              <a:r>
                <a:rPr lang="en-US" sz="2800" noProof="0" dirty="0"/>
                <a:t>11</a:t>
              </a:r>
            </a:p>
          </p:txBody>
        </p:sp>
        <p:sp>
          <p:nvSpPr>
            <p:cNvPr id="274" name="Rectangle 273">
              <a:extLst>
                <a:ext uri="{FF2B5EF4-FFF2-40B4-BE49-F238E27FC236}">
                  <a16:creationId xmlns:a16="http://schemas.microsoft.com/office/drawing/2014/main" id="{819EB925-88FA-DC61-7720-C364D646144D}"/>
                </a:ext>
              </a:extLst>
            </p:cNvPr>
            <p:cNvSpPr/>
            <p:nvPr/>
          </p:nvSpPr>
          <p:spPr>
            <a:xfrm>
              <a:off x="4654949" y="3418115"/>
              <a:ext cx="653208" cy="653215"/>
            </a:xfrm>
            <a:prstGeom prst="rect">
              <a:avLst/>
            </a:prstGeom>
            <a:solidFill>
              <a:srgbClr val="FBA9ED"/>
            </a:solidFill>
            <a:ln w="4928" cap="flat">
              <a:solidFill>
                <a:schemeClr val="tx1">
                  <a:lumMod val="75000"/>
                  <a:lumOff val="25000"/>
                </a:schemeClr>
              </a:solidFill>
              <a:prstDash val="solid"/>
              <a:miter/>
            </a:ln>
          </p:spPr>
          <p:txBody>
            <a:bodyPr wrap="none" anchor="ctr"/>
            <a:lstStyle/>
            <a:p>
              <a:pPr algn="ctr"/>
              <a:r>
                <a:rPr lang="en-US" sz="2800" noProof="0" dirty="0"/>
                <a:t>12</a:t>
              </a:r>
            </a:p>
          </p:txBody>
        </p:sp>
      </p:grpSp>
      <p:grpSp>
        <p:nvGrpSpPr>
          <p:cNvPr id="275" name="Group 274">
            <a:extLst>
              <a:ext uri="{FF2B5EF4-FFF2-40B4-BE49-F238E27FC236}">
                <a16:creationId xmlns:a16="http://schemas.microsoft.com/office/drawing/2014/main" id="{417B981E-C63C-E124-C567-767FE72B7AAC}"/>
              </a:ext>
            </a:extLst>
          </p:cNvPr>
          <p:cNvGrpSpPr/>
          <p:nvPr>
            <p:custDataLst>
              <p:tags r:id="rId11"/>
            </p:custDataLst>
          </p:nvPr>
        </p:nvGrpSpPr>
        <p:grpSpPr>
          <a:xfrm>
            <a:off x="1998386" y="3932508"/>
            <a:ext cx="1959624" cy="2612861"/>
            <a:chOff x="7267782" y="2111684"/>
            <a:chExt cx="1959624" cy="2612861"/>
          </a:xfrm>
        </p:grpSpPr>
        <p:sp>
          <p:nvSpPr>
            <p:cNvPr id="276" name="Rectangle 275">
              <a:extLst>
                <a:ext uri="{FF2B5EF4-FFF2-40B4-BE49-F238E27FC236}">
                  <a16:creationId xmlns:a16="http://schemas.microsoft.com/office/drawing/2014/main" id="{E432A966-D3D9-4263-BD18-BBCFDC19418B}"/>
                </a:ext>
              </a:extLst>
            </p:cNvPr>
            <p:cNvSpPr/>
            <p:nvPr/>
          </p:nvSpPr>
          <p:spPr>
            <a:xfrm>
              <a:off x="7267782" y="2111684"/>
              <a:ext cx="653208" cy="653215"/>
            </a:xfrm>
            <a:prstGeom prst="rect">
              <a:avLst/>
            </a:prstGeom>
            <a:solidFill>
              <a:srgbClr val="A2F4A6"/>
            </a:solidFill>
            <a:ln w="4928" cap="flat">
              <a:solidFill>
                <a:schemeClr val="tx1">
                  <a:lumMod val="75000"/>
                  <a:lumOff val="25000"/>
                </a:schemeClr>
              </a:solidFill>
              <a:prstDash val="solid"/>
              <a:miter/>
            </a:ln>
          </p:spPr>
          <p:txBody>
            <a:bodyPr wrap="none" anchor="ctr"/>
            <a:lstStyle/>
            <a:p>
              <a:pPr algn="ctr"/>
              <a:r>
                <a:rPr lang="en-US" sz="2800" noProof="0" dirty="0"/>
                <a:t>1</a:t>
              </a:r>
            </a:p>
          </p:txBody>
        </p:sp>
        <p:sp>
          <p:nvSpPr>
            <p:cNvPr id="277" name="Rectangle 276">
              <a:extLst>
                <a:ext uri="{FF2B5EF4-FFF2-40B4-BE49-F238E27FC236}">
                  <a16:creationId xmlns:a16="http://schemas.microsoft.com/office/drawing/2014/main" id="{6D77121A-E1BE-4D31-20A0-203F0D202B63}"/>
                </a:ext>
              </a:extLst>
            </p:cNvPr>
            <p:cNvSpPr/>
            <p:nvPr/>
          </p:nvSpPr>
          <p:spPr>
            <a:xfrm>
              <a:off x="7920990" y="2111684"/>
              <a:ext cx="653208" cy="653215"/>
            </a:xfrm>
            <a:prstGeom prst="rect">
              <a:avLst/>
            </a:prstGeom>
            <a:solidFill>
              <a:srgbClr val="A2F4A6"/>
            </a:solidFill>
            <a:ln w="4928" cap="flat">
              <a:solidFill>
                <a:schemeClr val="tx1">
                  <a:lumMod val="75000"/>
                  <a:lumOff val="25000"/>
                </a:schemeClr>
              </a:solidFill>
              <a:prstDash val="solid"/>
              <a:miter/>
            </a:ln>
          </p:spPr>
          <p:txBody>
            <a:bodyPr wrap="none" anchor="ctr"/>
            <a:lstStyle/>
            <a:p>
              <a:pPr algn="ctr"/>
              <a:r>
                <a:rPr lang="en-US" sz="2800" noProof="0" dirty="0"/>
                <a:t>2</a:t>
              </a:r>
            </a:p>
          </p:txBody>
        </p:sp>
        <p:sp>
          <p:nvSpPr>
            <p:cNvPr id="278" name="Rectangle 277">
              <a:extLst>
                <a:ext uri="{FF2B5EF4-FFF2-40B4-BE49-F238E27FC236}">
                  <a16:creationId xmlns:a16="http://schemas.microsoft.com/office/drawing/2014/main" id="{C8419681-EE03-ECC7-F0F2-F2932A667AFE}"/>
                </a:ext>
              </a:extLst>
            </p:cNvPr>
            <p:cNvSpPr/>
            <p:nvPr/>
          </p:nvSpPr>
          <p:spPr>
            <a:xfrm>
              <a:off x="8574198" y="2111684"/>
              <a:ext cx="653208" cy="653215"/>
            </a:xfrm>
            <a:prstGeom prst="rect">
              <a:avLst/>
            </a:prstGeom>
            <a:solidFill>
              <a:srgbClr val="A2F4A6"/>
            </a:solidFill>
            <a:ln w="4928" cap="flat">
              <a:solidFill>
                <a:schemeClr val="tx1">
                  <a:lumMod val="75000"/>
                  <a:lumOff val="25000"/>
                </a:schemeClr>
              </a:solidFill>
              <a:prstDash val="solid"/>
              <a:miter/>
            </a:ln>
          </p:spPr>
          <p:txBody>
            <a:bodyPr wrap="none" anchor="ctr"/>
            <a:lstStyle/>
            <a:p>
              <a:pPr algn="ctr"/>
              <a:r>
                <a:rPr lang="en-US" sz="2800" noProof="0" dirty="0"/>
                <a:t>3</a:t>
              </a:r>
            </a:p>
          </p:txBody>
        </p:sp>
        <p:sp>
          <p:nvSpPr>
            <p:cNvPr id="279" name="Rectangle 278">
              <a:extLst>
                <a:ext uri="{FF2B5EF4-FFF2-40B4-BE49-F238E27FC236}">
                  <a16:creationId xmlns:a16="http://schemas.microsoft.com/office/drawing/2014/main" id="{F166A70F-73ED-803F-3F0C-71DE3565EDBC}"/>
                </a:ext>
              </a:extLst>
            </p:cNvPr>
            <p:cNvSpPr/>
            <p:nvPr/>
          </p:nvSpPr>
          <p:spPr>
            <a:xfrm>
              <a:off x="7267782" y="2764899"/>
              <a:ext cx="653208" cy="653215"/>
            </a:xfrm>
            <a:prstGeom prst="rect">
              <a:avLst/>
            </a:prstGeom>
            <a:solidFill>
              <a:srgbClr val="A2F4A6"/>
            </a:solidFill>
            <a:ln w="4928" cap="flat">
              <a:solidFill>
                <a:schemeClr val="tx1">
                  <a:lumMod val="75000"/>
                  <a:lumOff val="25000"/>
                </a:schemeClr>
              </a:solidFill>
              <a:prstDash val="solid"/>
              <a:miter/>
            </a:ln>
          </p:spPr>
          <p:txBody>
            <a:bodyPr wrap="none" anchor="ctr"/>
            <a:lstStyle/>
            <a:p>
              <a:pPr algn="ctr"/>
              <a:r>
                <a:rPr lang="en-US" sz="2800" noProof="0" dirty="0"/>
                <a:t>4</a:t>
              </a:r>
            </a:p>
          </p:txBody>
        </p:sp>
        <p:sp>
          <p:nvSpPr>
            <p:cNvPr id="280" name="Rectangle 279">
              <a:extLst>
                <a:ext uri="{FF2B5EF4-FFF2-40B4-BE49-F238E27FC236}">
                  <a16:creationId xmlns:a16="http://schemas.microsoft.com/office/drawing/2014/main" id="{E15C6862-61A1-8EFD-63CA-3918EB71239D}"/>
                </a:ext>
              </a:extLst>
            </p:cNvPr>
            <p:cNvSpPr/>
            <p:nvPr/>
          </p:nvSpPr>
          <p:spPr>
            <a:xfrm>
              <a:off x="7920990" y="2764899"/>
              <a:ext cx="653208" cy="653215"/>
            </a:xfrm>
            <a:prstGeom prst="rect">
              <a:avLst/>
            </a:prstGeom>
            <a:solidFill>
              <a:srgbClr val="BED6FA"/>
            </a:solidFill>
            <a:ln w="4928" cap="flat">
              <a:solidFill>
                <a:schemeClr val="tx1">
                  <a:lumMod val="75000"/>
                  <a:lumOff val="25000"/>
                </a:schemeClr>
              </a:solidFill>
              <a:prstDash val="solid"/>
              <a:miter/>
            </a:ln>
          </p:spPr>
          <p:txBody>
            <a:bodyPr wrap="none" anchor="ctr"/>
            <a:lstStyle/>
            <a:p>
              <a:pPr algn="ctr"/>
              <a:r>
                <a:rPr lang="en-US" sz="2800" noProof="0" dirty="0"/>
                <a:t>5</a:t>
              </a:r>
            </a:p>
          </p:txBody>
        </p:sp>
        <p:sp>
          <p:nvSpPr>
            <p:cNvPr id="281" name="Rectangle 280">
              <a:extLst>
                <a:ext uri="{FF2B5EF4-FFF2-40B4-BE49-F238E27FC236}">
                  <a16:creationId xmlns:a16="http://schemas.microsoft.com/office/drawing/2014/main" id="{972B3B49-62D6-42EF-3FA1-8E655F00AA44}"/>
                </a:ext>
              </a:extLst>
            </p:cNvPr>
            <p:cNvSpPr/>
            <p:nvPr/>
          </p:nvSpPr>
          <p:spPr>
            <a:xfrm>
              <a:off x="8574198" y="2764899"/>
              <a:ext cx="653208" cy="653215"/>
            </a:xfrm>
            <a:prstGeom prst="rect">
              <a:avLst/>
            </a:prstGeom>
            <a:solidFill>
              <a:srgbClr val="BED6FA"/>
            </a:solidFill>
            <a:ln w="4928" cap="flat">
              <a:solidFill>
                <a:schemeClr val="tx1">
                  <a:lumMod val="75000"/>
                  <a:lumOff val="25000"/>
                </a:schemeClr>
              </a:solidFill>
              <a:prstDash val="solid"/>
              <a:miter/>
            </a:ln>
          </p:spPr>
          <p:txBody>
            <a:bodyPr wrap="none" anchor="ctr"/>
            <a:lstStyle/>
            <a:p>
              <a:pPr algn="ctr"/>
              <a:r>
                <a:rPr lang="en-US" sz="2800" noProof="0" dirty="0"/>
                <a:t>6</a:t>
              </a:r>
            </a:p>
          </p:txBody>
        </p:sp>
        <p:sp>
          <p:nvSpPr>
            <p:cNvPr id="282" name="Rectangle 281">
              <a:extLst>
                <a:ext uri="{FF2B5EF4-FFF2-40B4-BE49-F238E27FC236}">
                  <a16:creationId xmlns:a16="http://schemas.microsoft.com/office/drawing/2014/main" id="{A1D4053D-B172-78CF-A694-B1E16F5EC418}"/>
                </a:ext>
              </a:extLst>
            </p:cNvPr>
            <p:cNvSpPr/>
            <p:nvPr/>
          </p:nvSpPr>
          <p:spPr>
            <a:xfrm>
              <a:off x="7267782" y="3418115"/>
              <a:ext cx="653208" cy="653215"/>
            </a:xfrm>
            <a:prstGeom prst="rect">
              <a:avLst/>
            </a:prstGeom>
            <a:solidFill>
              <a:srgbClr val="BED6FA"/>
            </a:solidFill>
            <a:ln w="4928" cap="flat">
              <a:solidFill>
                <a:schemeClr val="tx1">
                  <a:lumMod val="75000"/>
                  <a:lumOff val="25000"/>
                </a:schemeClr>
              </a:solidFill>
              <a:prstDash val="solid"/>
              <a:miter/>
            </a:ln>
          </p:spPr>
          <p:txBody>
            <a:bodyPr wrap="none" anchor="ctr"/>
            <a:lstStyle/>
            <a:p>
              <a:pPr algn="ctr"/>
              <a:r>
                <a:rPr lang="en-US" sz="2800" noProof="0" dirty="0"/>
                <a:t>7</a:t>
              </a:r>
            </a:p>
          </p:txBody>
        </p:sp>
        <p:sp>
          <p:nvSpPr>
            <p:cNvPr id="283" name="Rectangle 282">
              <a:extLst>
                <a:ext uri="{FF2B5EF4-FFF2-40B4-BE49-F238E27FC236}">
                  <a16:creationId xmlns:a16="http://schemas.microsoft.com/office/drawing/2014/main" id="{80CA5CB3-BDE6-56FD-A424-135F609A4B33}"/>
                </a:ext>
              </a:extLst>
            </p:cNvPr>
            <p:cNvSpPr/>
            <p:nvPr/>
          </p:nvSpPr>
          <p:spPr>
            <a:xfrm>
              <a:off x="7920990" y="3418115"/>
              <a:ext cx="653208" cy="653215"/>
            </a:xfrm>
            <a:prstGeom prst="rect">
              <a:avLst/>
            </a:prstGeom>
            <a:solidFill>
              <a:srgbClr val="BED6FA"/>
            </a:solidFill>
            <a:ln w="4928" cap="flat">
              <a:solidFill>
                <a:schemeClr val="tx1">
                  <a:lumMod val="75000"/>
                  <a:lumOff val="25000"/>
                </a:schemeClr>
              </a:solidFill>
              <a:prstDash val="solid"/>
              <a:miter/>
            </a:ln>
          </p:spPr>
          <p:txBody>
            <a:bodyPr wrap="none" anchor="ctr"/>
            <a:lstStyle/>
            <a:p>
              <a:pPr algn="ctr"/>
              <a:r>
                <a:rPr lang="en-US" sz="2800" noProof="0" dirty="0"/>
                <a:t>8</a:t>
              </a:r>
            </a:p>
          </p:txBody>
        </p:sp>
        <p:sp>
          <p:nvSpPr>
            <p:cNvPr id="284" name="Rectangle 283">
              <a:extLst>
                <a:ext uri="{FF2B5EF4-FFF2-40B4-BE49-F238E27FC236}">
                  <a16:creationId xmlns:a16="http://schemas.microsoft.com/office/drawing/2014/main" id="{DCF04BFA-01E3-13E2-55F2-91585F9FC85B}"/>
                </a:ext>
              </a:extLst>
            </p:cNvPr>
            <p:cNvSpPr/>
            <p:nvPr/>
          </p:nvSpPr>
          <p:spPr>
            <a:xfrm>
              <a:off x="8574198" y="3418115"/>
              <a:ext cx="653208" cy="653215"/>
            </a:xfrm>
            <a:prstGeom prst="rect">
              <a:avLst/>
            </a:prstGeom>
            <a:solidFill>
              <a:srgbClr val="FBA9ED"/>
            </a:solidFill>
            <a:ln w="4928" cap="flat">
              <a:solidFill>
                <a:schemeClr val="tx1">
                  <a:lumMod val="75000"/>
                  <a:lumOff val="25000"/>
                </a:schemeClr>
              </a:solidFill>
              <a:prstDash val="solid"/>
              <a:miter/>
            </a:ln>
          </p:spPr>
          <p:txBody>
            <a:bodyPr wrap="none" anchor="ctr"/>
            <a:lstStyle/>
            <a:p>
              <a:pPr algn="ctr"/>
              <a:r>
                <a:rPr lang="en-US" sz="2800" noProof="0" dirty="0"/>
                <a:t>9</a:t>
              </a:r>
            </a:p>
          </p:txBody>
        </p:sp>
        <p:sp>
          <p:nvSpPr>
            <p:cNvPr id="285" name="Rectangle 284">
              <a:extLst>
                <a:ext uri="{FF2B5EF4-FFF2-40B4-BE49-F238E27FC236}">
                  <a16:creationId xmlns:a16="http://schemas.microsoft.com/office/drawing/2014/main" id="{9D1404AE-BDF6-8EDE-8D97-2B7F5AD57054}"/>
                </a:ext>
              </a:extLst>
            </p:cNvPr>
            <p:cNvSpPr/>
            <p:nvPr/>
          </p:nvSpPr>
          <p:spPr>
            <a:xfrm>
              <a:off x="7267782" y="4071330"/>
              <a:ext cx="653208" cy="653215"/>
            </a:xfrm>
            <a:prstGeom prst="rect">
              <a:avLst/>
            </a:prstGeom>
            <a:solidFill>
              <a:srgbClr val="FBA9ED"/>
            </a:solidFill>
            <a:ln w="4928" cap="flat">
              <a:solidFill>
                <a:schemeClr val="tx1">
                  <a:lumMod val="75000"/>
                  <a:lumOff val="25000"/>
                </a:schemeClr>
              </a:solidFill>
              <a:prstDash val="solid"/>
              <a:miter/>
            </a:ln>
          </p:spPr>
          <p:txBody>
            <a:bodyPr wrap="none" anchor="ctr"/>
            <a:lstStyle/>
            <a:p>
              <a:pPr algn="ctr"/>
              <a:r>
                <a:rPr lang="en-US" sz="2800" noProof="0" dirty="0"/>
                <a:t>10</a:t>
              </a:r>
            </a:p>
          </p:txBody>
        </p:sp>
        <p:sp>
          <p:nvSpPr>
            <p:cNvPr id="286" name="Rectangle 285">
              <a:extLst>
                <a:ext uri="{FF2B5EF4-FFF2-40B4-BE49-F238E27FC236}">
                  <a16:creationId xmlns:a16="http://schemas.microsoft.com/office/drawing/2014/main" id="{D00AE7D2-DF24-407A-268B-452856AF8CC3}"/>
                </a:ext>
              </a:extLst>
            </p:cNvPr>
            <p:cNvSpPr/>
            <p:nvPr/>
          </p:nvSpPr>
          <p:spPr>
            <a:xfrm>
              <a:off x="7920990" y="4071330"/>
              <a:ext cx="653208" cy="653215"/>
            </a:xfrm>
            <a:prstGeom prst="rect">
              <a:avLst/>
            </a:prstGeom>
            <a:solidFill>
              <a:srgbClr val="FBA9ED"/>
            </a:solidFill>
            <a:ln w="4928" cap="flat">
              <a:solidFill>
                <a:schemeClr val="tx1">
                  <a:lumMod val="75000"/>
                  <a:lumOff val="25000"/>
                </a:schemeClr>
              </a:solidFill>
              <a:prstDash val="solid"/>
              <a:miter/>
            </a:ln>
          </p:spPr>
          <p:txBody>
            <a:bodyPr wrap="none" anchor="ctr"/>
            <a:lstStyle/>
            <a:p>
              <a:pPr algn="ctr"/>
              <a:r>
                <a:rPr lang="en-US" sz="2800" noProof="0" dirty="0"/>
                <a:t>11</a:t>
              </a:r>
            </a:p>
          </p:txBody>
        </p:sp>
        <p:sp>
          <p:nvSpPr>
            <p:cNvPr id="287" name="Rectangle 286">
              <a:extLst>
                <a:ext uri="{FF2B5EF4-FFF2-40B4-BE49-F238E27FC236}">
                  <a16:creationId xmlns:a16="http://schemas.microsoft.com/office/drawing/2014/main" id="{AB675FF9-4A7E-55C7-0BD7-BB123C923E54}"/>
                </a:ext>
              </a:extLst>
            </p:cNvPr>
            <p:cNvSpPr/>
            <p:nvPr/>
          </p:nvSpPr>
          <p:spPr>
            <a:xfrm>
              <a:off x="8574198" y="4071330"/>
              <a:ext cx="653208" cy="653215"/>
            </a:xfrm>
            <a:prstGeom prst="rect">
              <a:avLst/>
            </a:prstGeom>
            <a:solidFill>
              <a:srgbClr val="FBA9ED"/>
            </a:solidFill>
            <a:ln w="4928" cap="flat">
              <a:solidFill>
                <a:schemeClr val="tx1">
                  <a:lumMod val="75000"/>
                  <a:lumOff val="25000"/>
                </a:schemeClr>
              </a:solidFill>
              <a:prstDash val="solid"/>
              <a:miter/>
            </a:ln>
          </p:spPr>
          <p:txBody>
            <a:bodyPr wrap="none" anchor="ctr"/>
            <a:lstStyle/>
            <a:p>
              <a:pPr algn="ctr"/>
              <a:r>
                <a:rPr lang="en-US" sz="2800" noProof="0" dirty="0"/>
                <a:t>12</a:t>
              </a:r>
            </a:p>
          </p:txBody>
        </p:sp>
      </p:grpSp>
    </p:spTree>
    <p:custDataLst>
      <p:tags r:id="rId1"/>
    </p:custDataLst>
    <p:extLst>
      <p:ext uri="{BB962C8B-B14F-4D97-AF65-F5344CB8AC3E}">
        <p14:creationId xmlns:p14="http://schemas.microsoft.com/office/powerpoint/2010/main" val="9071075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5D3D26-2B4F-0ACB-E3E2-25555241B154}"/>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CE775342-3158-BFC3-939C-F28445402BA4}"/>
              </a:ext>
            </a:extLst>
          </p:cNvPr>
          <p:cNvSpPr>
            <a:spLocks noGrp="1"/>
          </p:cNvSpPr>
          <p:nvPr>
            <p:ph type="title"/>
            <p:custDataLst>
              <p:tags r:id="rId2"/>
            </p:custDataLst>
          </p:nvPr>
        </p:nvSpPr>
        <p:spPr/>
        <p:txBody>
          <a:bodyPr/>
          <a:lstStyle/>
          <a:p>
            <a:r>
              <a:rPr lang="en-US" noProof="0" dirty="0"/>
              <a:t>Automatic transformation in communication</a:t>
            </a:r>
          </a:p>
        </p:txBody>
      </p:sp>
      <p:sp>
        <p:nvSpPr>
          <p:cNvPr id="3" name="Date Placeholder 2">
            <a:extLst>
              <a:ext uri="{FF2B5EF4-FFF2-40B4-BE49-F238E27FC236}">
                <a16:creationId xmlns:a16="http://schemas.microsoft.com/office/drawing/2014/main" id="{95F10516-14DF-329F-F9DD-AD879766DCDB}"/>
              </a:ext>
            </a:extLst>
          </p:cNvPr>
          <p:cNvSpPr>
            <a:spLocks noGrp="1"/>
          </p:cNvSpPr>
          <p:nvPr>
            <p:ph type="dt" sz="half" idx="10"/>
            <p:custDataLst>
              <p:tags r:id="rId3"/>
            </p:custDataLst>
          </p:nvPr>
        </p:nvSpPr>
        <p:spPr/>
        <p:txBody>
          <a:bodyPr/>
          <a:lstStyle/>
          <a:p>
            <a:r>
              <a:rPr lang="en-US" noProof="0"/>
              <a:t>9/5/2026</a:t>
            </a:r>
            <a:endParaRPr lang="en-US" noProof="0" dirty="0"/>
          </a:p>
        </p:txBody>
      </p:sp>
      <p:sp>
        <p:nvSpPr>
          <p:cNvPr id="7" name="Slide Number Placeholder 6">
            <a:extLst>
              <a:ext uri="{FF2B5EF4-FFF2-40B4-BE49-F238E27FC236}">
                <a16:creationId xmlns:a16="http://schemas.microsoft.com/office/drawing/2014/main" id="{4E29A66E-8887-529B-AA75-343549185834}"/>
              </a:ext>
            </a:extLst>
          </p:cNvPr>
          <p:cNvSpPr>
            <a:spLocks noGrp="1"/>
          </p:cNvSpPr>
          <p:nvPr>
            <p:ph type="sldNum" sz="quarter" idx="12"/>
            <p:custDataLst>
              <p:tags r:id="rId4"/>
            </p:custDataLst>
          </p:nvPr>
        </p:nvSpPr>
        <p:spPr/>
        <p:txBody>
          <a:bodyPr/>
          <a:lstStyle/>
          <a:p>
            <a:r>
              <a:rPr lang="en-US" noProof="0"/>
              <a:t>16</a:t>
            </a:r>
            <a:endParaRPr lang="en-US" noProof="0" dirty="0"/>
          </a:p>
        </p:txBody>
      </p:sp>
      <p:sp>
        <p:nvSpPr>
          <p:cNvPr id="6" name="TextBox 5">
            <a:extLst>
              <a:ext uri="{FF2B5EF4-FFF2-40B4-BE49-F238E27FC236}">
                <a16:creationId xmlns:a16="http://schemas.microsoft.com/office/drawing/2014/main" id="{C1A4FEEA-F6A5-2F0C-61D6-D842A122ADD5}"/>
              </a:ext>
            </a:extLst>
          </p:cNvPr>
          <p:cNvSpPr txBox="1"/>
          <p:nvPr>
            <p:custDataLst>
              <p:tags r:id="rId5"/>
            </p:custDataLst>
          </p:nvPr>
        </p:nvSpPr>
        <p:spPr>
          <a:xfrm>
            <a:off x="4667457" y="1339278"/>
            <a:ext cx="3134191" cy="461665"/>
          </a:xfrm>
          <a:prstGeom prst="rect">
            <a:avLst/>
          </a:prstGeom>
          <a:noFill/>
        </p:spPr>
        <p:txBody>
          <a:bodyPr wrap="none" rtlCol="0" anchor="b">
            <a:spAutoFit/>
          </a:bodyPr>
          <a:lstStyle/>
          <a:p>
            <a:pPr algn="ctr"/>
            <a:r>
              <a:rPr lang="en-US" sz="2400" noProof="0" dirty="0">
                <a:solidFill>
                  <a:srgbClr val="795E26"/>
                </a:solidFill>
                <a:latin typeface="Fira Code" panose="020B0809050000020004" pitchFamily="49" charset="0"/>
              </a:rPr>
              <a:t>send</a:t>
            </a:r>
            <a:r>
              <a:rPr lang="en-US" sz="2400" noProof="0" dirty="0">
                <a:latin typeface="Fira Code" panose="020B0809050000020004" pitchFamily="49" charset="0"/>
                <a:ea typeface="Fira Code" panose="020B0809050000020004" pitchFamily="49" charset="0"/>
                <a:cs typeface="Fira Code" panose="020B0809050000020004" pitchFamily="49" charset="0"/>
              </a:rPr>
              <a:t>(</a:t>
            </a:r>
            <a:r>
              <a:rPr lang="en-US" sz="2400" noProof="0" dirty="0" err="1">
                <a:solidFill>
                  <a:srgbClr val="001080"/>
                </a:solidFill>
                <a:latin typeface="Fira Code" panose="020B0809050000020004" pitchFamily="49" charset="0"/>
              </a:rPr>
              <a:t>row_major</a:t>
            </a:r>
            <a:r>
              <a:rPr lang="en-US" sz="2400" noProof="0" dirty="0">
                <a:latin typeface="Fira Code" panose="020B0809050000020004" pitchFamily="49" charset="0"/>
                <a:ea typeface="Fira Code" panose="020B0809050000020004" pitchFamily="49" charset="0"/>
                <a:cs typeface="Fira Code" panose="020B0809050000020004" pitchFamily="49" charset="0"/>
              </a:rPr>
              <a:t>);</a:t>
            </a:r>
          </a:p>
        </p:txBody>
      </p:sp>
      <p:sp>
        <p:nvSpPr>
          <p:cNvPr id="8" name="TextBox 7">
            <a:extLst>
              <a:ext uri="{FF2B5EF4-FFF2-40B4-BE49-F238E27FC236}">
                <a16:creationId xmlns:a16="http://schemas.microsoft.com/office/drawing/2014/main" id="{C10BA276-D3D5-43CD-BA0F-E78D4E84387D}"/>
              </a:ext>
            </a:extLst>
          </p:cNvPr>
          <p:cNvSpPr txBox="1"/>
          <p:nvPr>
            <p:custDataLst>
              <p:tags r:id="rId6"/>
            </p:custDataLst>
          </p:nvPr>
        </p:nvSpPr>
        <p:spPr>
          <a:xfrm>
            <a:off x="8023316" y="3551624"/>
            <a:ext cx="3134191" cy="461665"/>
          </a:xfrm>
          <a:prstGeom prst="rect">
            <a:avLst/>
          </a:prstGeom>
          <a:noFill/>
        </p:spPr>
        <p:txBody>
          <a:bodyPr wrap="none" rtlCol="0" anchor="b">
            <a:spAutoFit/>
          </a:bodyPr>
          <a:lstStyle/>
          <a:p>
            <a:pPr algn="ctr"/>
            <a:r>
              <a:rPr lang="en-US" sz="2400" noProof="0" dirty="0" err="1">
                <a:solidFill>
                  <a:srgbClr val="795E26"/>
                </a:solidFill>
                <a:latin typeface="Fira Code" panose="020B0809050000020004" pitchFamily="49" charset="0"/>
              </a:rPr>
              <a:t>recv</a:t>
            </a:r>
            <a:r>
              <a:rPr lang="en-US" sz="2400" noProof="0" dirty="0">
                <a:latin typeface="Fira Code" panose="020B0809050000020004" pitchFamily="49" charset="0"/>
                <a:ea typeface="Fira Code" panose="020B0809050000020004" pitchFamily="49" charset="0"/>
                <a:cs typeface="Fira Code" panose="020B0809050000020004" pitchFamily="49" charset="0"/>
              </a:rPr>
              <a:t>(</a:t>
            </a:r>
            <a:r>
              <a:rPr lang="en-US" sz="2400" noProof="0" dirty="0" err="1">
                <a:solidFill>
                  <a:srgbClr val="001080"/>
                </a:solidFill>
                <a:latin typeface="Fira Code" panose="020B0809050000020004" pitchFamily="49" charset="0"/>
              </a:rPr>
              <a:t>col_major</a:t>
            </a:r>
            <a:r>
              <a:rPr lang="en-US" sz="2400" noProof="0" dirty="0">
                <a:latin typeface="Fira Code" panose="020B0809050000020004" pitchFamily="49" charset="0"/>
                <a:ea typeface="Fira Code" panose="020B0809050000020004" pitchFamily="49" charset="0"/>
                <a:cs typeface="Fira Code" panose="020B0809050000020004" pitchFamily="49" charset="0"/>
              </a:rPr>
              <a:t>);</a:t>
            </a:r>
          </a:p>
        </p:txBody>
      </p:sp>
      <p:sp>
        <p:nvSpPr>
          <p:cNvPr id="14" name="TextBox 13">
            <a:extLst>
              <a:ext uri="{FF2B5EF4-FFF2-40B4-BE49-F238E27FC236}">
                <a16:creationId xmlns:a16="http://schemas.microsoft.com/office/drawing/2014/main" id="{662521EF-5391-2B3B-B4E1-631E6C4FEF95}"/>
              </a:ext>
            </a:extLst>
          </p:cNvPr>
          <p:cNvSpPr txBox="1"/>
          <p:nvPr>
            <p:custDataLst>
              <p:tags r:id="rId7"/>
            </p:custDataLst>
          </p:nvPr>
        </p:nvSpPr>
        <p:spPr>
          <a:xfrm>
            <a:off x="9133555" y="3085823"/>
            <a:ext cx="913712" cy="523220"/>
          </a:xfrm>
          <a:prstGeom prst="rect">
            <a:avLst/>
          </a:prstGeom>
          <a:noFill/>
        </p:spPr>
        <p:txBody>
          <a:bodyPr wrap="none" rtlCol="0">
            <a:spAutoFit/>
          </a:bodyPr>
          <a:lstStyle/>
          <a:p>
            <a:pPr marL="0" algn="l" rtl="0" eaLnBrk="1" latinLnBrk="0" hangingPunct="1">
              <a:buNone/>
            </a:pPr>
            <a:r>
              <a:rPr lang="en-US" sz="2800" b="1" kern="1200" noProof="0" dirty="0">
                <a:solidFill>
                  <a:srgbClr val="000000"/>
                </a:solidFill>
                <a:effectLst/>
                <a:latin typeface="Aptos" panose="020B0004020202020204" pitchFamily="34" charset="0"/>
                <a:ea typeface="+mn-ea"/>
                <a:cs typeface="+mn-cs"/>
              </a:rPr>
              <a:t>ours</a:t>
            </a:r>
            <a:endParaRPr lang="en-US" sz="2800" noProof="0" dirty="0">
              <a:effectLst/>
            </a:endParaRPr>
          </a:p>
        </p:txBody>
      </p:sp>
      <p:sp>
        <p:nvSpPr>
          <p:cNvPr id="13" name="TextBox 12">
            <a:extLst>
              <a:ext uri="{FF2B5EF4-FFF2-40B4-BE49-F238E27FC236}">
                <a16:creationId xmlns:a16="http://schemas.microsoft.com/office/drawing/2014/main" id="{439C9CAD-9E1E-7EC1-4429-D017CA1092E1}"/>
              </a:ext>
            </a:extLst>
          </p:cNvPr>
          <p:cNvSpPr txBox="1"/>
          <p:nvPr>
            <p:custDataLst>
              <p:tags r:id="rId8"/>
            </p:custDataLst>
          </p:nvPr>
        </p:nvSpPr>
        <p:spPr>
          <a:xfrm>
            <a:off x="2503783" y="3082682"/>
            <a:ext cx="1062791" cy="523220"/>
          </a:xfrm>
          <a:prstGeom prst="rect">
            <a:avLst/>
          </a:prstGeom>
          <a:noFill/>
        </p:spPr>
        <p:txBody>
          <a:bodyPr wrap="none" rtlCol="0">
            <a:spAutoFit/>
          </a:bodyPr>
          <a:lstStyle/>
          <a:p>
            <a:pPr marL="0" algn="l" rtl="0" eaLnBrk="1" latinLnBrk="0" hangingPunct="1">
              <a:buNone/>
            </a:pPr>
            <a:r>
              <a:rPr lang="en-US" sz="2800" b="1" kern="1200" noProof="0" dirty="0">
                <a:solidFill>
                  <a:srgbClr val="C00000"/>
                </a:solidFill>
                <a:effectLst/>
                <a:latin typeface="Aptos" panose="020B0004020202020204" pitchFamily="34" charset="0"/>
                <a:ea typeface="+mn-ea"/>
                <a:cs typeface="+mn-cs"/>
              </a:rPr>
              <a:t>naive</a:t>
            </a:r>
            <a:endParaRPr lang="en-US" sz="2800" noProof="0" dirty="0">
              <a:effectLst/>
            </a:endParaRPr>
          </a:p>
        </p:txBody>
      </p:sp>
      <p:sp>
        <p:nvSpPr>
          <p:cNvPr id="26" name="TextBox 25">
            <a:extLst>
              <a:ext uri="{FF2B5EF4-FFF2-40B4-BE49-F238E27FC236}">
                <a16:creationId xmlns:a16="http://schemas.microsoft.com/office/drawing/2014/main" id="{961FBEC7-CB4A-332B-8305-81A140E2B4BC}"/>
              </a:ext>
            </a:extLst>
          </p:cNvPr>
          <p:cNvSpPr txBox="1"/>
          <p:nvPr>
            <p:custDataLst>
              <p:tags r:id="rId9"/>
            </p:custDataLst>
          </p:nvPr>
        </p:nvSpPr>
        <p:spPr>
          <a:xfrm>
            <a:off x="1505514" y="3478608"/>
            <a:ext cx="3134191" cy="461665"/>
          </a:xfrm>
          <a:prstGeom prst="rect">
            <a:avLst/>
          </a:prstGeom>
          <a:noFill/>
        </p:spPr>
        <p:txBody>
          <a:bodyPr wrap="none" rtlCol="0" anchor="b">
            <a:spAutoFit/>
          </a:bodyPr>
          <a:lstStyle/>
          <a:p>
            <a:pPr algn="ctr"/>
            <a:r>
              <a:rPr lang="en-US" sz="2400" noProof="0" dirty="0" err="1">
                <a:solidFill>
                  <a:srgbClr val="795E26"/>
                </a:solidFill>
                <a:latin typeface="Fira Code" panose="020B0809050000020004" pitchFamily="49" charset="0"/>
              </a:rPr>
              <a:t>recv</a:t>
            </a:r>
            <a:r>
              <a:rPr lang="en-US" sz="2400" noProof="0" dirty="0">
                <a:latin typeface="Fira Code" panose="020B0809050000020004" pitchFamily="49" charset="0"/>
                <a:ea typeface="Fira Code" panose="020B0809050000020004" pitchFamily="49" charset="0"/>
                <a:cs typeface="Fira Code" panose="020B0809050000020004" pitchFamily="49" charset="0"/>
              </a:rPr>
              <a:t>(</a:t>
            </a:r>
            <a:r>
              <a:rPr lang="en-US" sz="2400" noProof="0" dirty="0" err="1">
                <a:solidFill>
                  <a:srgbClr val="001080"/>
                </a:solidFill>
                <a:latin typeface="Fira Code" panose="020B0809050000020004" pitchFamily="49" charset="0"/>
              </a:rPr>
              <a:t>col_major</a:t>
            </a:r>
            <a:r>
              <a:rPr lang="en-US" sz="2400" noProof="0" dirty="0">
                <a:latin typeface="Fira Code" panose="020B0809050000020004" pitchFamily="49" charset="0"/>
                <a:ea typeface="Fira Code" panose="020B0809050000020004" pitchFamily="49" charset="0"/>
                <a:cs typeface="Fira Code" panose="020B0809050000020004" pitchFamily="49" charset="0"/>
              </a:rPr>
              <a:t>);</a:t>
            </a:r>
          </a:p>
        </p:txBody>
      </p:sp>
      <p:cxnSp>
        <p:nvCxnSpPr>
          <p:cNvPr id="28" name="Straight Arrow Connector 27">
            <a:extLst>
              <a:ext uri="{FF2B5EF4-FFF2-40B4-BE49-F238E27FC236}">
                <a16:creationId xmlns:a16="http://schemas.microsoft.com/office/drawing/2014/main" id="{2045E9BC-7505-AE12-2FF8-B6E23CAD3D28}"/>
              </a:ext>
            </a:extLst>
          </p:cNvPr>
          <p:cNvCxnSpPr>
            <a:cxnSpLocks/>
          </p:cNvCxnSpPr>
          <p:nvPr>
            <p:custDataLst>
              <p:tags r:id="rId10"/>
            </p:custDataLst>
          </p:nvPr>
        </p:nvCxnSpPr>
        <p:spPr>
          <a:xfrm flipH="1">
            <a:off x="4035771" y="3798827"/>
            <a:ext cx="2199832" cy="1440112"/>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30" name="Straight Arrow Connector 29">
            <a:extLst>
              <a:ext uri="{FF2B5EF4-FFF2-40B4-BE49-F238E27FC236}">
                <a16:creationId xmlns:a16="http://schemas.microsoft.com/office/drawing/2014/main" id="{3BDE0C27-4E21-7450-D688-E0A67CB04B34}"/>
              </a:ext>
            </a:extLst>
          </p:cNvPr>
          <p:cNvCxnSpPr>
            <a:cxnSpLocks/>
          </p:cNvCxnSpPr>
          <p:nvPr>
            <p:custDataLst>
              <p:tags r:id="rId11"/>
            </p:custDataLst>
          </p:nvPr>
        </p:nvCxnSpPr>
        <p:spPr>
          <a:xfrm>
            <a:off x="6235603" y="3798827"/>
            <a:ext cx="2280209" cy="1476698"/>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31" name="TextBox 30">
            <a:extLst>
              <a:ext uri="{FF2B5EF4-FFF2-40B4-BE49-F238E27FC236}">
                <a16:creationId xmlns:a16="http://schemas.microsoft.com/office/drawing/2014/main" id="{AE4C11DF-8744-F535-8D96-016E3870A3DE}"/>
              </a:ext>
            </a:extLst>
          </p:cNvPr>
          <p:cNvSpPr txBox="1"/>
          <p:nvPr>
            <p:custDataLst>
              <p:tags r:id="rId12"/>
            </p:custDataLst>
          </p:nvPr>
        </p:nvSpPr>
        <p:spPr>
          <a:xfrm rot="2037324">
            <a:off x="6321148" y="4578262"/>
            <a:ext cx="2350708" cy="461665"/>
          </a:xfrm>
          <a:prstGeom prst="rect">
            <a:avLst/>
          </a:prstGeom>
          <a:noFill/>
        </p:spPr>
        <p:txBody>
          <a:bodyPr wrap="none" rtlCol="0">
            <a:spAutoFit/>
          </a:bodyPr>
          <a:lstStyle/>
          <a:p>
            <a:pPr marL="0" algn="ctr" rtl="0" eaLnBrk="1" latinLnBrk="0" hangingPunct="1">
              <a:buNone/>
            </a:pPr>
            <a:r>
              <a:rPr lang="en-US" sz="2400" b="1" kern="1200" noProof="0" dirty="0">
                <a:solidFill>
                  <a:srgbClr val="000000"/>
                </a:solidFill>
                <a:effectLst/>
                <a:latin typeface="Aptos" panose="020B0004020202020204" pitchFamily="34" charset="0"/>
                <a:ea typeface="+mn-ea"/>
                <a:cs typeface="+mn-cs"/>
              </a:rPr>
              <a:t>logical ordering</a:t>
            </a:r>
            <a:endParaRPr lang="en-US" sz="2400" noProof="0" dirty="0">
              <a:effectLst/>
            </a:endParaRPr>
          </a:p>
        </p:txBody>
      </p:sp>
      <p:sp>
        <p:nvSpPr>
          <p:cNvPr id="33" name="TextBox 32">
            <a:extLst>
              <a:ext uri="{FF2B5EF4-FFF2-40B4-BE49-F238E27FC236}">
                <a16:creationId xmlns:a16="http://schemas.microsoft.com/office/drawing/2014/main" id="{C246AED9-F132-9733-D20A-38A72DC05DB0}"/>
              </a:ext>
            </a:extLst>
          </p:cNvPr>
          <p:cNvSpPr txBox="1"/>
          <p:nvPr>
            <p:custDataLst>
              <p:tags r:id="rId13"/>
            </p:custDataLst>
          </p:nvPr>
        </p:nvSpPr>
        <p:spPr>
          <a:xfrm rot="19575917">
            <a:off x="4072345" y="4454517"/>
            <a:ext cx="2297873" cy="461665"/>
          </a:xfrm>
          <a:prstGeom prst="rect">
            <a:avLst/>
          </a:prstGeom>
          <a:noFill/>
        </p:spPr>
        <p:txBody>
          <a:bodyPr wrap="none" rtlCol="0">
            <a:spAutoFit/>
          </a:bodyPr>
          <a:lstStyle/>
          <a:p>
            <a:pPr marL="0" algn="ctr" rtl="0" eaLnBrk="1" latinLnBrk="0" hangingPunct="1">
              <a:buNone/>
            </a:pPr>
            <a:r>
              <a:rPr lang="en-US" sz="2400" b="1" kern="1200" noProof="0" dirty="0">
                <a:solidFill>
                  <a:srgbClr val="C00000"/>
                </a:solidFill>
                <a:effectLst/>
                <a:latin typeface="Aptos" panose="020B0004020202020204" pitchFamily="34" charset="0"/>
                <a:ea typeface="+mn-ea"/>
                <a:cs typeface="+mn-cs"/>
              </a:rPr>
              <a:t>physical layout</a:t>
            </a:r>
            <a:endParaRPr lang="en-US" sz="2400" noProof="0" dirty="0">
              <a:effectLst/>
            </a:endParaRPr>
          </a:p>
        </p:txBody>
      </p:sp>
      <p:grpSp>
        <p:nvGrpSpPr>
          <p:cNvPr id="247" name="Group 246">
            <a:extLst>
              <a:ext uri="{FF2B5EF4-FFF2-40B4-BE49-F238E27FC236}">
                <a16:creationId xmlns:a16="http://schemas.microsoft.com/office/drawing/2014/main" id="{39546144-54F9-8B96-CF33-3E5BF0E44AE0}"/>
              </a:ext>
            </a:extLst>
          </p:cNvPr>
          <p:cNvGrpSpPr/>
          <p:nvPr>
            <p:custDataLst>
              <p:tags r:id="rId14"/>
            </p:custDataLst>
          </p:nvPr>
        </p:nvGrpSpPr>
        <p:grpSpPr>
          <a:xfrm>
            <a:off x="8560458" y="3978562"/>
            <a:ext cx="1959624" cy="2612861"/>
            <a:chOff x="2695324" y="4724546"/>
            <a:chExt cx="1959624" cy="2612861"/>
          </a:xfrm>
        </p:grpSpPr>
        <p:sp>
          <p:nvSpPr>
            <p:cNvPr id="248" name="Rectangle 247">
              <a:extLst>
                <a:ext uri="{FF2B5EF4-FFF2-40B4-BE49-F238E27FC236}">
                  <a16:creationId xmlns:a16="http://schemas.microsoft.com/office/drawing/2014/main" id="{67E95BE1-B58B-3D52-8832-A34FFB8E47B2}"/>
                </a:ext>
              </a:extLst>
            </p:cNvPr>
            <p:cNvSpPr/>
            <p:nvPr/>
          </p:nvSpPr>
          <p:spPr>
            <a:xfrm>
              <a:off x="2695324" y="4724546"/>
              <a:ext cx="653208" cy="653215"/>
            </a:xfrm>
            <a:prstGeom prst="rect">
              <a:avLst/>
            </a:prstGeom>
            <a:solidFill>
              <a:srgbClr val="A2F4A6"/>
            </a:solidFill>
            <a:ln w="4928" cap="flat">
              <a:solidFill>
                <a:schemeClr val="tx1">
                  <a:lumMod val="75000"/>
                  <a:lumOff val="25000"/>
                </a:schemeClr>
              </a:solidFill>
              <a:prstDash val="solid"/>
              <a:miter/>
            </a:ln>
          </p:spPr>
          <p:txBody>
            <a:bodyPr wrap="none" anchor="ctr"/>
            <a:lstStyle/>
            <a:p>
              <a:pPr algn="ctr"/>
              <a:r>
                <a:rPr lang="en-US" sz="2800" noProof="0" dirty="0"/>
                <a:t>1</a:t>
              </a:r>
            </a:p>
          </p:txBody>
        </p:sp>
        <p:sp>
          <p:nvSpPr>
            <p:cNvPr id="249" name="Rectangle 248">
              <a:extLst>
                <a:ext uri="{FF2B5EF4-FFF2-40B4-BE49-F238E27FC236}">
                  <a16:creationId xmlns:a16="http://schemas.microsoft.com/office/drawing/2014/main" id="{3C510894-67E4-56EC-75D0-C5A3D4CEDB8B}"/>
                </a:ext>
              </a:extLst>
            </p:cNvPr>
            <p:cNvSpPr/>
            <p:nvPr/>
          </p:nvSpPr>
          <p:spPr>
            <a:xfrm>
              <a:off x="2695324" y="5377761"/>
              <a:ext cx="653208" cy="653215"/>
            </a:xfrm>
            <a:prstGeom prst="rect">
              <a:avLst/>
            </a:prstGeom>
            <a:solidFill>
              <a:srgbClr val="A2F4A6"/>
            </a:solidFill>
            <a:ln w="4928" cap="flat">
              <a:solidFill>
                <a:schemeClr val="tx1">
                  <a:lumMod val="75000"/>
                  <a:lumOff val="25000"/>
                </a:schemeClr>
              </a:solidFill>
              <a:prstDash val="solid"/>
              <a:miter/>
            </a:ln>
          </p:spPr>
          <p:txBody>
            <a:bodyPr wrap="none" anchor="ctr"/>
            <a:lstStyle/>
            <a:p>
              <a:pPr algn="ctr"/>
              <a:r>
                <a:rPr lang="en-US" sz="2800" noProof="0" dirty="0"/>
                <a:t>2</a:t>
              </a:r>
            </a:p>
          </p:txBody>
        </p:sp>
        <p:sp>
          <p:nvSpPr>
            <p:cNvPr id="250" name="Rectangle 249">
              <a:extLst>
                <a:ext uri="{FF2B5EF4-FFF2-40B4-BE49-F238E27FC236}">
                  <a16:creationId xmlns:a16="http://schemas.microsoft.com/office/drawing/2014/main" id="{8BBB6E45-3B33-3D7B-ECFA-C6D524DC0C69}"/>
                </a:ext>
              </a:extLst>
            </p:cNvPr>
            <p:cNvSpPr/>
            <p:nvPr/>
          </p:nvSpPr>
          <p:spPr>
            <a:xfrm>
              <a:off x="2695324" y="6030977"/>
              <a:ext cx="653208" cy="653215"/>
            </a:xfrm>
            <a:prstGeom prst="rect">
              <a:avLst/>
            </a:prstGeom>
            <a:solidFill>
              <a:srgbClr val="A2F4A6"/>
            </a:solidFill>
            <a:ln w="4928" cap="flat">
              <a:solidFill>
                <a:schemeClr val="tx1">
                  <a:lumMod val="75000"/>
                  <a:lumOff val="25000"/>
                </a:schemeClr>
              </a:solidFill>
              <a:prstDash val="solid"/>
              <a:miter/>
            </a:ln>
          </p:spPr>
          <p:txBody>
            <a:bodyPr wrap="none" anchor="ctr"/>
            <a:lstStyle/>
            <a:p>
              <a:pPr algn="ctr"/>
              <a:r>
                <a:rPr lang="en-US" sz="2800" noProof="0" dirty="0"/>
                <a:t>3</a:t>
              </a:r>
            </a:p>
          </p:txBody>
        </p:sp>
        <p:sp>
          <p:nvSpPr>
            <p:cNvPr id="251" name="Rectangle 250">
              <a:extLst>
                <a:ext uri="{FF2B5EF4-FFF2-40B4-BE49-F238E27FC236}">
                  <a16:creationId xmlns:a16="http://schemas.microsoft.com/office/drawing/2014/main" id="{3C804533-48C9-60EF-0ED7-DAA1CB46E57F}"/>
                </a:ext>
              </a:extLst>
            </p:cNvPr>
            <p:cNvSpPr/>
            <p:nvPr/>
          </p:nvSpPr>
          <p:spPr>
            <a:xfrm>
              <a:off x="2695324" y="6684192"/>
              <a:ext cx="653208" cy="653215"/>
            </a:xfrm>
            <a:prstGeom prst="rect">
              <a:avLst/>
            </a:prstGeom>
            <a:solidFill>
              <a:srgbClr val="A2F4A6"/>
            </a:solidFill>
            <a:ln w="4928" cap="flat">
              <a:solidFill>
                <a:schemeClr val="tx1">
                  <a:lumMod val="75000"/>
                  <a:lumOff val="25000"/>
                </a:schemeClr>
              </a:solidFill>
              <a:prstDash val="solid"/>
              <a:miter/>
            </a:ln>
          </p:spPr>
          <p:txBody>
            <a:bodyPr wrap="none" anchor="ctr"/>
            <a:lstStyle/>
            <a:p>
              <a:pPr algn="ctr"/>
              <a:r>
                <a:rPr lang="en-US" sz="2800" noProof="0" dirty="0"/>
                <a:t>4</a:t>
              </a:r>
            </a:p>
          </p:txBody>
        </p:sp>
        <p:sp>
          <p:nvSpPr>
            <p:cNvPr id="252" name="Rectangle 251">
              <a:extLst>
                <a:ext uri="{FF2B5EF4-FFF2-40B4-BE49-F238E27FC236}">
                  <a16:creationId xmlns:a16="http://schemas.microsoft.com/office/drawing/2014/main" id="{F75E07F7-895B-5974-F694-EF3CBD895052}"/>
                </a:ext>
              </a:extLst>
            </p:cNvPr>
            <p:cNvSpPr/>
            <p:nvPr/>
          </p:nvSpPr>
          <p:spPr>
            <a:xfrm>
              <a:off x="3348532" y="4724546"/>
              <a:ext cx="653208" cy="653215"/>
            </a:xfrm>
            <a:prstGeom prst="rect">
              <a:avLst/>
            </a:prstGeom>
            <a:solidFill>
              <a:srgbClr val="BED6FA"/>
            </a:solidFill>
            <a:ln w="4928" cap="flat">
              <a:solidFill>
                <a:schemeClr val="tx1">
                  <a:lumMod val="75000"/>
                  <a:lumOff val="25000"/>
                </a:schemeClr>
              </a:solidFill>
              <a:prstDash val="solid"/>
              <a:miter/>
            </a:ln>
          </p:spPr>
          <p:txBody>
            <a:bodyPr wrap="none" anchor="ctr"/>
            <a:lstStyle/>
            <a:p>
              <a:pPr algn="ctr"/>
              <a:r>
                <a:rPr lang="en-US" sz="2800" noProof="0" dirty="0"/>
                <a:t>5</a:t>
              </a:r>
            </a:p>
          </p:txBody>
        </p:sp>
        <p:sp>
          <p:nvSpPr>
            <p:cNvPr id="253" name="Rectangle 252">
              <a:extLst>
                <a:ext uri="{FF2B5EF4-FFF2-40B4-BE49-F238E27FC236}">
                  <a16:creationId xmlns:a16="http://schemas.microsoft.com/office/drawing/2014/main" id="{027BD938-2CE3-50FB-5A6C-DF7578D19233}"/>
                </a:ext>
              </a:extLst>
            </p:cNvPr>
            <p:cNvSpPr/>
            <p:nvPr/>
          </p:nvSpPr>
          <p:spPr>
            <a:xfrm>
              <a:off x="3348532" y="5377761"/>
              <a:ext cx="653208" cy="653215"/>
            </a:xfrm>
            <a:prstGeom prst="rect">
              <a:avLst/>
            </a:prstGeom>
            <a:solidFill>
              <a:srgbClr val="BED6FA"/>
            </a:solidFill>
            <a:ln w="4928" cap="flat">
              <a:solidFill>
                <a:schemeClr val="tx1">
                  <a:lumMod val="75000"/>
                  <a:lumOff val="25000"/>
                </a:schemeClr>
              </a:solidFill>
              <a:prstDash val="solid"/>
              <a:miter/>
            </a:ln>
          </p:spPr>
          <p:txBody>
            <a:bodyPr wrap="none" anchor="ctr"/>
            <a:lstStyle/>
            <a:p>
              <a:pPr algn="ctr"/>
              <a:r>
                <a:rPr lang="en-US" sz="2800" noProof="0" dirty="0"/>
                <a:t>6</a:t>
              </a:r>
            </a:p>
          </p:txBody>
        </p:sp>
        <p:sp>
          <p:nvSpPr>
            <p:cNvPr id="254" name="Rectangle 253">
              <a:extLst>
                <a:ext uri="{FF2B5EF4-FFF2-40B4-BE49-F238E27FC236}">
                  <a16:creationId xmlns:a16="http://schemas.microsoft.com/office/drawing/2014/main" id="{CD2BF58C-4B2A-DDB2-0590-4FA5296E7978}"/>
                </a:ext>
              </a:extLst>
            </p:cNvPr>
            <p:cNvSpPr/>
            <p:nvPr/>
          </p:nvSpPr>
          <p:spPr>
            <a:xfrm>
              <a:off x="3348532" y="6030977"/>
              <a:ext cx="653208" cy="653215"/>
            </a:xfrm>
            <a:prstGeom prst="rect">
              <a:avLst/>
            </a:prstGeom>
            <a:solidFill>
              <a:srgbClr val="BED6FA"/>
            </a:solidFill>
            <a:ln w="4928" cap="flat">
              <a:solidFill>
                <a:schemeClr val="tx1">
                  <a:lumMod val="75000"/>
                  <a:lumOff val="25000"/>
                </a:schemeClr>
              </a:solidFill>
              <a:prstDash val="solid"/>
              <a:miter/>
            </a:ln>
          </p:spPr>
          <p:txBody>
            <a:bodyPr wrap="none" anchor="ctr"/>
            <a:lstStyle/>
            <a:p>
              <a:pPr algn="ctr"/>
              <a:r>
                <a:rPr lang="en-US" sz="2800" noProof="0" dirty="0"/>
                <a:t>7</a:t>
              </a:r>
            </a:p>
          </p:txBody>
        </p:sp>
        <p:sp>
          <p:nvSpPr>
            <p:cNvPr id="255" name="Rectangle 254">
              <a:extLst>
                <a:ext uri="{FF2B5EF4-FFF2-40B4-BE49-F238E27FC236}">
                  <a16:creationId xmlns:a16="http://schemas.microsoft.com/office/drawing/2014/main" id="{B2D05F2D-BBAD-A3F2-4410-20DFB91A330C}"/>
                </a:ext>
              </a:extLst>
            </p:cNvPr>
            <p:cNvSpPr/>
            <p:nvPr/>
          </p:nvSpPr>
          <p:spPr>
            <a:xfrm>
              <a:off x="3348532" y="6684192"/>
              <a:ext cx="653208" cy="653215"/>
            </a:xfrm>
            <a:prstGeom prst="rect">
              <a:avLst/>
            </a:prstGeom>
            <a:solidFill>
              <a:srgbClr val="BED6FA"/>
            </a:solidFill>
            <a:ln w="4928" cap="flat">
              <a:solidFill>
                <a:schemeClr val="tx1">
                  <a:lumMod val="75000"/>
                  <a:lumOff val="25000"/>
                </a:schemeClr>
              </a:solidFill>
              <a:prstDash val="solid"/>
              <a:miter/>
            </a:ln>
          </p:spPr>
          <p:txBody>
            <a:bodyPr wrap="none" anchor="ctr"/>
            <a:lstStyle/>
            <a:p>
              <a:pPr algn="ctr"/>
              <a:r>
                <a:rPr lang="en-US" sz="2800" noProof="0" dirty="0"/>
                <a:t>8</a:t>
              </a:r>
            </a:p>
          </p:txBody>
        </p:sp>
        <p:sp>
          <p:nvSpPr>
            <p:cNvPr id="256" name="Rectangle 255">
              <a:extLst>
                <a:ext uri="{FF2B5EF4-FFF2-40B4-BE49-F238E27FC236}">
                  <a16:creationId xmlns:a16="http://schemas.microsoft.com/office/drawing/2014/main" id="{11714080-B8B6-1EEC-E322-0AC57C54313B}"/>
                </a:ext>
              </a:extLst>
            </p:cNvPr>
            <p:cNvSpPr/>
            <p:nvPr/>
          </p:nvSpPr>
          <p:spPr>
            <a:xfrm>
              <a:off x="4001740" y="4724546"/>
              <a:ext cx="653208" cy="653215"/>
            </a:xfrm>
            <a:prstGeom prst="rect">
              <a:avLst/>
            </a:prstGeom>
            <a:solidFill>
              <a:srgbClr val="FBA9ED"/>
            </a:solidFill>
            <a:ln w="4928" cap="flat">
              <a:solidFill>
                <a:schemeClr val="tx1">
                  <a:lumMod val="75000"/>
                  <a:lumOff val="25000"/>
                </a:schemeClr>
              </a:solidFill>
              <a:prstDash val="solid"/>
              <a:miter/>
            </a:ln>
          </p:spPr>
          <p:txBody>
            <a:bodyPr wrap="none" anchor="ctr"/>
            <a:lstStyle/>
            <a:p>
              <a:pPr algn="ctr"/>
              <a:r>
                <a:rPr lang="en-US" sz="2800" noProof="0" dirty="0"/>
                <a:t>9</a:t>
              </a:r>
            </a:p>
          </p:txBody>
        </p:sp>
        <p:sp>
          <p:nvSpPr>
            <p:cNvPr id="257" name="Rectangle 256">
              <a:extLst>
                <a:ext uri="{FF2B5EF4-FFF2-40B4-BE49-F238E27FC236}">
                  <a16:creationId xmlns:a16="http://schemas.microsoft.com/office/drawing/2014/main" id="{404FCA19-9279-8EAF-394F-45A3EA34AFA0}"/>
                </a:ext>
              </a:extLst>
            </p:cNvPr>
            <p:cNvSpPr/>
            <p:nvPr/>
          </p:nvSpPr>
          <p:spPr>
            <a:xfrm>
              <a:off x="4001740" y="5377761"/>
              <a:ext cx="653208" cy="653215"/>
            </a:xfrm>
            <a:prstGeom prst="rect">
              <a:avLst/>
            </a:prstGeom>
            <a:solidFill>
              <a:srgbClr val="FBA9ED"/>
            </a:solidFill>
            <a:ln w="4928" cap="flat">
              <a:solidFill>
                <a:schemeClr val="tx1">
                  <a:lumMod val="75000"/>
                  <a:lumOff val="25000"/>
                </a:schemeClr>
              </a:solidFill>
              <a:prstDash val="solid"/>
              <a:miter/>
            </a:ln>
          </p:spPr>
          <p:txBody>
            <a:bodyPr wrap="none" anchor="ctr"/>
            <a:lstStyle/>
            <a:p>
              <a:pPr algn="ctr"/>
              <a:r>
                <a:rPr lang="en-US" sz="2800" noProof="0" dirty="0"/>
                <a:t>10</a:t>
              </a:r>
            </a:p>
          </p:txBody>
        </p:sp>
        <p:sp>
          <p:nvSpPr>
            <p:cNvPr id="258" name="Rectangle 257">
              <a:extLst>
                <a:ext uri="{FF2B5EF4-FFF2-40B4-BE49-F238E27FC236}">
                  <a16:creationId xmlns:a16="http://schemas.microsoft.com/office/drawing/2014/main" id="{E1955B61-0DF9-348A-80A9-1BF1B88C14B7}"/>
                </a:ext>
              </a:extLst>
            </p:cNvPr>
            <p:cNvSpPr/>
            <p:nvPr/>
          </p:nvSpPr>
          <p:spPr>
            <a:xfrm>
              <a:off x="4001740" y="6030977"/>
              <a:ext cx="653208" cy="653215"/>
            </a:xfrm>
            <a:prstGeom prst="rect">
              <a:avLst/>
            </a:prstGeom>
            <a:solidFill>
              <a:srgbClr val="FBA9ED"/>
            </a:solidFill>
            <a:ln w="4928" cap="flat">
              <a:solidFill>
                <a:schemeClr val="tx1">
                  <a:lumMod val="75000"/>
                  <a:lumOff val="25000"/>
                </a:schemeClr>
              </a:solidFill>
              <a:prstDash val="solid"/>
              <a:miter/>
            </a:ln>
          </p:spPr>
          <p:txBody>
            <a:bodyPr wrap="none" anchor="ctr"/>
            <a:lstStyle/>
            <a:p>
              <a:pPr algn="ctr"/>
              <a:r>
                <a:rPr lang="en-US" sz="2800" noProof="0" dirty="0"/>
                <a:t>11</a:t>
              </a:r>
            </a:p>
          </p:txBody>
        </p:sp>
        <p:sp>
          <p:nvSpPr>
            <p:cNvPr id="259" name="Rectangle 258">
              <a:extLst>
                <a:ext uri="{FF2B5EF4-FFF2-40B4-BE49-F238E27FC236}">
                  <a16:creationId xmlns:a16="http://schemas.microsoft.com/office/drawing/2014/main" id="{EE589CD3-DC6E-F797-F207-8CE5ABDE65D0}"/>
                </a:ext>
              </a:extLst>
            </p:cNvPr>
            <p:cNvSpPr/>
            <p:nvPr/>
          </p:nvSpPr>
          <p:spPr>
            <a:xfrm>
              <a:off x="4001740" y="6684192"/>
              <a:ext cx="653208" cy="653215"/>
            </a:xfrm>
            <a:prstGeom prst="rect">
              <a:avLst/>
            </a:prstGeom>
            <a:solidFill>
              <a:srgbClr val="FBA9ED"/>
            </a:solidFill>
            <a:ln w="4928" cap="flat">
              <a:solidFill>
                <a:schemeClr val="tx1">
                  <a:lumMod val="75000"/>
                  <a:lumOff val="25000"/>
                </a:schemeClr>
              </a:solidFill>
              <a:prstDash val="solid"/>
              <a:miter/>
            </a:ln>
          </p:spPr>
          <p:txBody>
            <a:bodyPr wrap="none" anchor="ctr"/>
            <a:lstStyle/>
            <a:p>
              <a:pPr algn="ctr"/>
              <a:r>
                <a:rPr lang="en-US" sz="2800" noProof="0" dirty="0"/>
                <a:t>12</a:t>
              </a:r>
            </a:p>
          </p:txBody>
        </p:sp>
      </p:grpSp>
      <p:grpSp>
        <p:nvGrpSpPr>
          <p:cNvPr id="262" name="Group 261">
            <a:extLst>
              <a:ext uri="{FF2B5EF4-FFF2-40B4-BE49-F238E27FC236}">
                <a16:creationId xmlns:a16="http://schemas.microsoft.com/office/drawing/2014/main" id="{E3BFC522-F1EF-2168-0CD0-4D620EEFE5BA}"/>
              </a:ext>
            </a:extLst>
          </p:cNvPr>
          <p:cNvGrpSpPr/>
          <p:nvPr>
            <p:custDataLst>
              <p:tags r:id="rId15"/>
            </p:custDataLst>
          </p:nvPr>
        </p:nvGrpSpPr>
        <p:grpSpPr>
          <a:xfrm>
            <a:off x="4928137" y="1806440"/>
            <a:ext cx="2612833" cy="1959646"/>
            <a:chOff x="2695324" y="2111684"/>
            <a:chExt cx="2612833" cy="1959646"/>
          </a:xfrm>
        </p:grpSpPr>
        <p:sp>
          <p:nvSpPr>
            <p:cNvPr id="263" name="Rectangle 262">
              <a:extLst>
                <a:ext uri="{FF2B5EF4-FFF2-40B4-BE49-F238E27FC236}">
                  <a16:creationId xmlns:a16="http://schemas.microsoft.com/office/drawing/2014/main" id="{C24216A8-419D-DB33-BC85-B971CEB56A4E}"/>
                </a:ext>
              </a:extLst>
            </p:cNvPr>
            <p:cNvSpPr/>
            <p:nvPr/>
          </p:nvSpPr>
          <p:spPr>
            <a:xfrm>
              <a:off x="2695324" y="2111684"/>
              <a:ext cx="653208" cy="653215"/>
            </a:xfrm>
            <a:prstGeom prst="rect">
              <a:avLst/>
            </a:prstGeom>
            <a:solidFill>
              <a:srgbClr val="A2F4A6"/>
            </a:solidFill>
            <a:ln w="4928" cap="flat">
              <a:solidFill>
                <a:schemeClr val="tx1">
                  <a:lumMod val="75000"/>
                  <a:lumOff val="25000"/>
                </a:schemeClr>
              </a:solidFill>
              <a:prstDash val="solid"/>
              <a:miter/>
            </a:ln>
          </p:spPr>
          <p:txBody>
            <a:bodyPr wrap="none" anchor="ctr"/>
            <a:lstStyle/>
            <a:p>
              <a:pPr algn="ctr"/>
              <a:r>
                <a:rPr lang="en-US" sz="2800" noProof="0" dirty="0"/>
                <a:t>1</a:t>
              </a:r>
            </a:p>
          </p:txBody>
        </p:sp>
        <p:sp>
          <p:nvSpPr>
            <p:cNvPr id="264" name="Rectangle 263">
              <a:extLst>
                <a:ext uri="{FF2B5EF4-FFF2-40B4-BE49-F238E27FC236}">
                  <a16:creationId xmlns:a16="http://schemas.microsoft.com/office/drawing/2014/main" id="{311C226C-C930-FE9B-896D-7A8A1C8DC3AE}"/>
                </a:ext>
              </a:extLst>
            </p:cNvPr>
            <p:cNvSpPr/>
            <p:nvPr/>
          </p:nvSpPr>
          <p:spPr>
            <a:xfrm>
              <a:off x="3348532" y="2111684"/>
              <a:ext cx="653208" cy="653215"/>
            </a:xfrm>
            <a:prstGeom prst="rect">
              <a:avLst/>
            </a:prstGeom>
            <a:solidFill>
              <a:srgbClr val="A2F4A6"/>
            </a:solidFill>
            <a:ln w="4928" cap="flat">
              <a:solidFill>
                <a:schemeClr val="tx1">
                  <a:lumMod val="75000"/>
                  <a:lumOff val="25000"/>
                </a:schemeClr>
              </a:solidFill>
              <a:prstDash val="solid"/>
              <a:miter/>
            </a:ln>
          </p:spPr>
          <p:txBody>
            <a:bodyPr wrap="none" anchor="ctr"/>
            <a:lstStyle/>
            <a:p>
              <a:pPr algn="ctr"/>
              <a:r>
                <a:rPr lang="en-US" sz="2800" noProof="0" dirty="0"/>
                <a:t>2</a:t>
              </a:r>
            </a:p>
          </p:txBody>
        </p:sp>
        <p:sp>
          <p:nvSpPr>
            <p:cNvPr id="265" name="Rectangle 264">
              <a:extLst>
                <a:ext uri="{FF2B5EF4-FFF2-40B4-BE49-F238E27FC236}">
                  <a16:creationId xmlns:a16="http://schemas.microsoft.com/office/drawing/2014/main" id="{35980DA4-ADFC-6F8A-0BA1-010E6EE067E0}"/>
                </a:ext>
              </a:extLst>
            </p:cNvPr>
            <p:cNvSpPr/>
            <p:nvPr/>
          </p:nvSpPr>
          <p:spPr>
            <a:xfrm>
              <a:off x="4001740" y="2111684"/>
              <a:ext cx="653208" cy="653215"/>
            </a:xfrm>
            <a:prstGeom prst="rect">
              <a:avLst/>
            </a:prstGeom>
            <a:solidFill>
              <a:srgbClr val="A2F4A6"/>
            </a:solidFill>
            <a:ln w="4928" cap="flat">
              <a:solidFill>
                <a:schemeClr val="tx1">
                  <a:lumMod val="75000"/>
                  <a:lumOff val="25000"/>
                </a:schemeClr>
              </a:solidFill>
              <a:prstDash val="solid"/>
              <a:miter/>
            </a:ln>
          </p:spPr>
          <p:txBody>
            <a:bodyPr wrap="none" anchor="ctr"/>
            <a:lstStyle/>
            <a:p>
              <a:pPr algn="ctr"/>
              <a:r>
                <a:rPr lang="en-US" sz="2800" noProof="0" dirty="0"/>
                <a:t>3</a:t>
              </a:r>
            </a:p>
          </p:txBody>
        </p:sp>
        <p:sp>
          <p:nvSpPr>
            <p:cNvPr id="266" name="Rectangle 265">
              <a:extLst>
                <a:ext uri="{FF2B5EF4-FFF2-40B4-BE49-F238E27FC236}">
                  <a16:creationId xmlns:a16="http://schemas.microsoft.com/office/drawing/2014/main" id="{569D00A0-CC33-75F5-4446-A596ADE4352F}"/>
                </a:ext>
              </a:extLst>
            </p:cNvPr>
            <p:cNvSpPr/>
            <p:nvPr/>
          </p:nvSpPr>
          <p:spPr>
            <a:xfrm>
              <a:off x="4654949" y="2111684"/>
              <a:ext cx="653208" cy="653215"/>
            </a:xfrm>
            <a:prstGeom prst="rect">
              <a:avLst/>
            </a:prstGeom>
            <a:solidFill>
              <a:srgbClr val="A2F4A6"/>
            </a:solidFill>
            <a:ln w="4928" cap="flat">
              <a:solidFill>
                <a:schemeClr val="tx1">
                  <a:lumMod val="75000"/>
                  <a:lumOff val="25000"/>
                </a:schemeClr>
              </a:solidFill>
              <a:prstDash val="solid"/>
              <a:miter/>
            </a:ln>
          </p:spPr>
          <p:txBody>
            <a:bodyPr wrap="none" anchor="ctr"/>
            <a:lstStyle/>
            <a:p>
              <a:pPr algn="ctr"/>
              <a:r>
                <a:rPr lang="en-US" sz="2800" noProof="0" dirty="0"/>
                <a:t>4</a:t>
              </a:r>
            </a:p>
          </p:txBody>
        </p:sp>
        <p:sp>
          <p:nvSpPr>
            <p:cNvPr id="267" name="Rectangle 266">
              <a:extLst>
                <a:ext uri="{FF2B5EF4-FFF2-40B4-BE49-F238E27FC236}">
                  <a16:creationId xmlns:a16="http://schemas.microsoft.com/office/drawing/2014/main" id="{ACC0D66D-D18E-C431-AA37-49C15CC7EC41}"/>
                </a:ext>
              </a:extLst>
            </p:cNvPr>
            <p:cNvSpPr/>
            <p:nvPr/>
          </p:nvSpPr>
          <p:spPr>
            <a:xfrm>
              <a:off x="2695324" y="2764899"/>
              <a:ext cx="653208" cy="653215"/>
            </a:xfrm>
            <a:prstGeom prst="rect">
              <a:avLst/>
            </a:prstGeom>
            <a:solidFill>
              <a:srgbClr val="BED6FA"/>
            </a:solidFill>
            <a:ln w="4928" cap="flat">
              <a:solidFill>
                <a:schemeClr val="tx1">
                  <a:lumMod val="75000"/>
                  <a:lumOff val="25000"/>
                </a:schemeClr>
              </a:solidFill>
              <a:prstDash val="solid"/>
              <a:miter/>
            </a:ln>
          </p:spPr>
          <p:txBody>
            <a:bodyPr wrap="none" anchor="ctr"/>
            <a:lstStyle/>
            <a:p>
              <a:pPr algn="ctr"/>
              <a:r>
                <a:rPr lang="en-US" sz="2800" noProof="0" dirty="0"/>
                <a:t>5</a:t>
              </a:r>
            </a:p>
          </p:txBody>
        </p:sp>
        <p:sp>
          <p:nvSpPr>
            <p:cNvPr id="268" name="Rectangle 267">
              <a:extLst>
                <a:ext uri="{FF2B5EF4-FFF2-40B4-BE49-F238E27FC236}">
                  <a16:creationId xmlns:a16="http://schemas.microsoft.com/office/drawing/2014/main" id="{A29CA531-0659-5409-828F-DD6F3284FF20}"/>
                </a:ext>
              </a:extLst>
            </p:cNvPr>
            <p:cNvSpPr/>
            <p:nvPr/>
          </p:nvSpPr>
          <p:spPr>
            <a:xfrm>
              <a:off x="3348532" y="2764899"/>
              <a:ext cx="653208" cy="653215"/>
            </a:xfrm>
            <a:prstGeom prst="rect">
              <a:avLst/>
            </a:prstGeom>
            <a:solidFill>
              <a:srgbClr val="BED6FA"/>
            </a:solidFill>
            <a:ln w="4928" cap="flat">
              <a:solidFill>
                <a:schemeClr val="tx1">
                  <a:lumMod val="75000"/>
                  <a:lumOff val="25000"/>
                </a:schemeClr>
              </a:solidFill>
              <a:prstDash val="solid"/>
              <a:miter/>
            </a:ln>
          </p:spPr>
          <p:txBody>
            <a:bodyPr wrap="none" anchor="ctr"/>
            <a:lstStyle/>
            <a:p>
              <a:pPr algn="ctr"/>
              <a:r>
                <a:rPr lang="en-US" sz="2800" noProof="0" dirty="0"/>
                <a:t>6</a:t>
              </a:r>
            </a:p>
          </p:txBody>
        </p:sp>
        <p:sp>
          <p:nvSpPr>
            <p:cNvPr id="269" name="Rectangle 268">
              <a:extLst>
                <a:ext uri="{FF2B5EF4-FFF2-40B4-BE49-F238E27FC236}">
                  <a16:creationId xmlns:a16="http://schemas.microsoft.com/office/drawing/2014/main" id="{F2F9797C-CE4F-B9BB-281C-DA3FE25AE0A9}"/>
                </a:ext>
              </a:extLst>
            </p:cNvPr>
            <p:cNvSpPr/>
            <p:nvPr/>
          </p:nvSpPr>
          <p:spPr>
            <a:xfrm>
              <a:off x="4001740" y="2764899"/>
              <a:ext cx="653208" cy="653215"/>
            </a:xfrm>
            <a:prstGeom prst="rect">
              <a:avLst/>
            </a:prstGeom>
            <a:solidFill>
              <a:srgbClr val="BED6FA"/>
            </a:solidFill>
            <a:ln w="4928" cap="flat">
              <a:solidFill>
                <a:schemeClr val="tx1">
                  <a:lumMod val="75000"/>
                  <a:lumOff val="25000"/>
                </a:schemeClr>
              </a:solidFill>
              <a:prstDash val="solid"/>
              <a:miter/>
            </a:ln>
          </p:spPr>
          <p:txBody>
            <a:bodyPr wrap="none" anchor="ctr"/>
            <a:lstStyle/>
            <a:p>
              <a:pPr algn="ctr"/>
              <a:r>
                <a:rPr lang="en-US" sz="2800" noProof="0" dirty="0"/>
                <a:t>7</a:t>
              </a:r>
            </a:p>
          </p:txBody>
        </p:sp>
        <p:sp>
          <p:nvSpPr>
            <p:cNvPr id="270" name="Rectangle 269">
              <a:extLst>
                <a:ext uri="{FF2B5EF4-FFF2-40B4-BE49-F238E27FC236}">
                  <a16:creationId xmlns:a16="http://schemas.microsoft.com/office/drawing/2014/main" id="{5260F082-0A0A-3985-3FAB-DD757292FF8E}"/>
                </a:ext>
              </a:extLst>
            </p:cNvPr>
            <p:cNvSpPr/>
            <p:nvPr/>
          </p:nvSpPr>
          <p:spPr>
            <a:xfrm>
              <a:off x="4654949" y="2764899"/>
              <a:ext cx="653208" cy="653215"/>
            </a:xfrm>
            <a:prstGeom prst="rect">
              <a:avLst/>
            </a:prstGeom>
            <a:solidFill>
              <a:srgbClr val="BED6FA"/>
            </a:solidFill>
            <a:ln w="4928" cap="flat">
              <a:solidFill>
                <a:schemeClr val="tx1">
                  <a:lumMod val="75000"/>
                  <a:lumOff val="25000"/>
                </a:schemeClr>
              </a:solidFill>
              <a:prstDash val="solid"/>
              <a:miter/>
            </a:ln>
          </p:spPr>
          <p:txBody>
            <a:bodyPr wrap="none" anchor="ctr"/>
            <a:lstStyle/>
            <a:p>
              <a:pPr algn="ctr"/>
              <a:r>
                <a:rPr lang="en-US" sz="2800" noProof="0" dirty="0"/>
                <a:t>8</a:t>
              </a:r>
            </a:p>
          </p:txBody>
        </p:sp>
        <p:sp>
          <p:nvSpPr>
            <p:cNvPr id="271" name="Rectangle 270">
              <a:extLst>
                <a:ext uri="{FF2B5EF4-FFF2-40B4-BE49-F238E27FC236}">
                  <a16:creationId xmlns:a16="http://schemas.microsoft.com/office/drawing/2014/main" id="{8D3385A8-1686-1E53-4C0A-F729BFF0EA84}"/>
                </a:ext>
              </a:extLst>
            </p:cNvPr>
            <p:cNvSpPr/>
            <p:nvPr/>
          </p:nvSpPr>
          <p:spPr>
            <a:xfrm>
              <a:off x="2695324" y="3418115"/>
              <a:ext cx="653208" cy="653215"/>
            </a:xfrm>
            <a:prstGeom prst="rect">
              <a:avLst/>
            </a:prstGeom>
            <a:solidFill>
              <a:srgbClr val="FBA9ED"/>
            </a:solidFill>
            <a:ln w="4928" cap="flat">
              <a:solidFill>
                <a:schemeClr val="tx1">
                  <a:lumMod val="75000"/>
                  <a:lumOff val="25000"/>
                </a:schemeClr>
              </a:solidFill>
              <a:prstDash val="solid"/>
              <a:miter/>
            </a:ln>
          </p:spPr>
          <p:txBody>
            <a:bodyPr wrap="none" anchor="ctr"/>
            <a:lstStyle/>
            <a:p>
              <a:pPr algn="ctr"/>
              <a:r>
                <a:rPr lang="en-US" sz="2800" noProof="0" dirty="0"/>
                <a:t>9</a:t>
              </a:r>
            </a:p>
          </p:txBody>
        </p:sp>
        <p:sp>
          <p:nvSpPr>
            <p:cNvPr id="272" name="Rectangle 271">
              <a:extLst>
                <a:ext uri="{FF2B5EF4-FFF2-40B4-BE49-F238E27FC236}">
                  <a16:creationId xmlns:a16="http://schemas.microsoft.com/office/drawing/2014/main" id="{5EB78552-7BB3-5601-6FFD-E537D2448EA2}"/>
                </a:ext>
              </a:extLst>
            </p:cNvPr>
            <p:cNvSpPr/>
            <p:nvPr/>
          </p:nvSpPr>
          <p:spPr>
            <a:xfrm>
              <a:off x="3348532" y="3418115"/>
              <a:ext cx="653208" cy="653215"/>
            </a:xfrm>
            <a:prstGeom prst="rect">
              <a:avLst/>
            </a:prstGeom>
            <a:solidFill>
              <a:srgbClr val="FBA9ED"/>
            </a:solidFill>
            <a:ln w="4928" cap="flat">
              <a:solidFill>
                <a:schemeClr val="tx1">
                  <a:lumMod val="75000"/>
                  <a:lumOff val="25000"/>
                </a:schemeClr>
              </a:solidFill>
              <a:prstDash val="solid"/>
              <a:miter/>
            </a:ln>
          </p:spPr>
          <p:txBody>
            <a:bodyPr wrap="none" anchor="ctr"/>
            <a:lstStyle/>
            <a:p>
              <a:pPr algn="ctr"/>
              <a:r>
                <a:rPr lang="en-US" sz="2800" noProof="0" dirty="0"/>
                <a:t>10</a:t>
              </a:r>
            </a:p>
          </p:txBody>
        </p:sp>
        <p:sp>
          <p:nvSpPr>
            <p:cNvPr id="273" name="Rectangle 272">
              <a:extLst>
                <a:ext uri="{FF2B5EF4-FFF2-40B4-BE49-F238E27FC236}">
                  <a16:creationId xmlns:a16="http://schemas.microsoft.com/office/drawing/2014/main" id="{1B25A40A-A26F-7725-07CE-39A7BFF318BE}"/>
                </a:ext>
              </a:extLst>
            </p:cNvPr>
            <p:cNvSpPr/>
            <p:nvPr/>
          </p:nvSpPr>
          <p:spPr>
            <a:xfrm>
              <a:off x="4001740" y="3418115"/>
              <a:ext cx="653208" cy="653215"/>
            </a:xfrm>
            <a:prstGeom prst="rect">
              <a:avLst/>
            </a:prstGeom>
            <a:solidFill>
              <a:srgbClr val="FBA9ED"/>
            </a:solidFill>
            <a:ln w="4928" cap="flat">
              <a:solidFill>
                <a:schemeClr val="tx1">
                  <a:lumMod val="75000"/>
                  <a:lumOff val="25000"/>
                </a:schemeClr>
              </a:solidFill>
              <a:prstDash val="solid"/>
              <a:miter/>
            </a:ln>
          </p:spPr>
          <p:txBody>
            <a:bodyPr wrap="none" anchor="ctr"/>
            <a:lstStyle/>
            <a:p>
              <a:pPr algn="ctr"/>
              <a:r>
                <a:rPr lang="en-US" sz="2800" noProof="0" dirty="0"/>
                <a:t>11</a:t>
              </a:r>
            </a:p>
          </p:txBody>
        </p:sp>
        <p:sp>
          <p:nvSpPr>
            <p:cNvPr id="274" name="Rectangle 273">
              <a:extLst>
                <a:ext uri="{FF2B5EF4-FFF2-40B4-BE49-F238E27FC236}">
                  <a16:creationId xmlns:a16="http://schemas.microsoft.com/office/drawing/2014/main" id="{819EB925-88FA-DC61-7720-C364D646144D}"/>
                </a:ext>
              </a:extLst>
            </p:cNvPr>
            <p:cNvSpPr/>
            <p:nvPr/>
          </p:nvSpPr>
          <p:spPr>
            <a:xfrm>
              <a:off x="4654949" y="3418115"/>
              <a:ext cx="653208" cy="653215"/>
            </a:xfrm>
            <a:prstGeom prst="rect">
              <a:avLst/>
            </a:prstGeom>
            <a:solidFill>
              <a:srgbClr val="FBA9ED"/>
            </a:solidFill>
            <a:ln w="4928" cap="flat">
              <a:solidFill>
                <a:schemeClr val="tx1">
                  <a:lumMod val="75000"/>
                  <a:lumOff val="25000"/>
                </a:schemeClr>
              </a:solidFill>
              <a:prstDash val="solid"/>
              <a:miter/>
            </a:ln>
          </p:spPr>
          <p:txBody>
            <a:bodyPr wrap="none" anchor="ctr"/>
            <a:lstStyle/>
            <a:p>
              <a:pPr algn="ctr"/>
              <a:r>
                <a:rPr lang="en-US" sz="2800" noProof="0" dirty="0"/>
                <a:t>12</a:t>
              </a:r>
            </a:p>
          </p:txBody>
        </p:sp>
      </p:grpSp>
      <p:grpSp>
        <p:nvGrpSpPr>
          <p:cNvPr id="275" name="Group 274">
            <a:extLst>
              <a:ext uri="{FF2B5EF4-FFF2-40B4-BE49-F238E27FC236}">
                <a16:creationId xmlns:a16="http://schemas.microsoft.com/office/drawing/2014/main" id="{417B981E-C63C-E124-C567-767FE72B7AAC}"/>
              </a:ext>
            </a:extLst>
          </p:cNvPr>
          <p:cNvGrpSpPr/>
          <p:nvPr>
            <p:custDataLst>
              <p:tags r:id="rId16"/>
            </p:custDataLst>
          </p:nvPr>
        </p:nvGrpSpPr>
        <p:grpSpPr>
          <a:xfrm>
            <a:off x="1998386" y="3932508"/>
            <a:ext cx="1959624" cy="2612861"/>
            <a:chOff x="7267782" y="2111684"/>
            <a:chExt cx="1959624" cy="2612861"/>
          </a:xfrm>
        </p:grpSpPr>
        <p:sp>
          <p:nvSpPr>
            <p:cNvPr id="276" name="Rectangle 275">
              <a:extLst>
                <a:ext uri="{FF2B5EF4-FFF2-40B4-BE49-F238E27FC236}">
                  <a16:creationId xmlns:a16="http://schemas.microsoft.com/office/drawing/2014/main" id="{E432A966-D3D9-4263-BD18-BBCFDC19418B}"/>
                </a:ext>
              </a:extLst>
            </p:cNvPr>
            <p:cNvSpPr/>
            <p:nvPr/>
          </p:nvSpPr>
          <p:spPr>
            <a:xfrm>
              <a:off x="7267782" y="2111684"/>
              <a:ext cx="653208" cy="653215"/>
            </a:xfrm>
            <a:prstGeom prst="rect">
              <a:avLst/>
            </a:prstGeom>
            <a:solidFill>
              <a:srgbClr val="A2F4A6"/>
            </a:solidFill>
            <a:ln w="4928" cap="flat">
              <a:solidFill>
                <a:schemeClr val="tx1">
                  <a:lumMod val="75000"/>
                  <a:lumOff val="25000"/>
                </a:schemeClr>
              </a:solidFill>
              <a:prstDash val="solid"/>
              <a:miter/>
            </a:ln>
          </p:spPr>
          <p:txBody>
            <a:bodyPr wrap="none" anchor="ctr"/>
            <a:lstStyle/>
            <a:p>
              <a:pPr algn="ctr"/>
              <a:r>
                <a:rPr lang="en-US" sz="2800" noProof="0" dirty="0"/>
                <a:t>1</a:t>
              </a:r>
            </a:p>
          </p:txBody>
        </p:sp>
        <p:sp>
          <p:nvSpPr>
            <p:cNvPr id="277" name="Rectangle 276">
              <a:extLst>
                <a:ext uri="{FF2B5EF4-FFF2-40B4-BE49-F238E27FC236}">
                  <a16:creationId xmlns:a16="http://schemas.microsoft.com/office/drawing/2014/main" id="{6D77121A-E1BE-4D31-20A0-203F0D202B63}"/>
                </a:ext>
              </a:extLst>
            </p:cNvPr>
            <p:cNvSpPr/>
            <p:nvPr/>
          </p:nvSpPr>
          <p:spPr>
            <a:xfrm>
              <a:off x="7920990" y="2111684"/>
              <a:ext cx="653208" cy="653215"/>
            </a:xfrm>
            <a:prstGeom prst="rect">
              <a:avLst/>
            </a:prstGeom>
            <a:solidFill>
              <a:srgbClr val="A2F4A6"/>
            </a:solidFill>
            <a:ln w="4928" cap="flat">
              <a:solidFill>
                <a:schemeClr val="tx1">
                  <a:lumMod val="75000"/>
                  <a:lumOff val="25000"/>
                </a:schemeClr>
              </a:solidFill>
              <a:prstDash val="solid"/>
              <a:miter/>
            </a:ln>
          </p:spPr>
          <p:txBody>
            <a:bodyPr wrap="none" anchor="ctr"/>
            <a:lstStyle/>
            <a:p>
              <a:pPr algn="ctr"/>
              <a:r>
                <a:rPr lang="en-US" sz="2800" noProof="0" dirty="0"/>
                <a:t>2</a:t>
              </a:r>
            </a:p>
          </p:txBody>
        </p:sp>
        <p:sp>
          <p:nvSpPr>
            <p:cNvPr id="278" name="Rectangle 277">
              <a:extLst>
                <a:ext uri="{FF2B5EF4-FFF2-40B4-BE49-F238E27FC236}">
                  <a16:creationId xmlns:a16="http://schemas.microsoft.com/office/drawing/2014/main" id="{C8419681-EE03-ECC7-F0F2-F2932A667AFE}"/>
                </a:ext>
              </a:extLst>
            </p:cNvPr>
            <p:cNvSpPr/>
            <p:nvPr/>
          </p:nvSpPr>
          <p:spPr>
            <a:xfrm>
              <a:off x="8574198" y="2111684"/>
              <a:ext cx="653208" cy="653215"/>
            </a:xfrm>
            <a:prstGeom prst="rect">
              <a:avLst/>
            </a:prstGeom>
            <a:solidFill>
              <a:srgbClr val="A2F4A6"/>
            </a:solidFill>
            <a:ln w="4928" cap="flat">
              <a:solidFill>
                <a:schemeClr val="tx1">
                  <a:lumMod val="75000"/>
                  <a:lumOff val="25000"/>
                </a:schemeClr>
              </a:solidFill>
              <a:prstDash val="solid"/>
              <a:miter/>
            </a:ln>
          </p:spPr>
          <p:txBody>
            <a:bodyPr wrap="none" anchor="ctr"/>
            <a:lstStyle/>
            <a:p>
              <a:pPr algn="ctr"/>
              <a:r>
                <a:rPr lang="en-US" sz="2800" noProof="0" dirty="0"/>
                <a:t>3</a:t>
              </a:r>
            </a:p>
          </p:txBody>
        </p:sp>
        <p:sp>
          <p:nvSpPr>
            <p:cNvPr id="279" name="Rectangle 278">
              <a:extLst>
                <a:ext uri="{FF2B5EF4-FFF2-40B4-BE49-F238E27FC236}">
                  <a16:creationId xmlns:a16="http://schemas.microsoft.com/office/drawing/2014/main" id="{F166A70F-73ED-803F-3F0C-71DE3565EDBC}"/>
                </a:ext>
              </a:extLst>
            </p:cNvPr>
            <p:cNvSpPr/>
            <p:nvPr/>
          </p:nvSpPr>
          <p:spPr>
            <a:xfrm>
              <a:off x="7267782" y="2764899"/>
              <a:ext cx="653208" cy="653215"/>
            </a:xfrm>
            <a:prstGeom prst="rect">
              <a:avLst/>
            </a:prstGeom>
            <a:solidFill>
              <a:srgbClr val="A2F4A6"/>
            </a:solidFill>
            <a:ln w="4928" cap="flat">
              <a:solidFill>
                <a:schemeClr val="tx1">
                  <a:lumMod val="75000"/>
                  <a:lumOff val="25000"/>
                </a:schemeClr>
              </a:solidFill>
              <a:prstDash val="solid"/>
              <a:miter/>
            </a:ln>
          </p:spPr>
          <p:txBody>
            <a:bodyPr wrap="none" anchor="ctr"/>
            <a:lstStyle/>
            <a:p>
              <a:pPr algn="ctr"/>
              <a:r>
                <a:rPr lang="en-US" sz="2800" noProof="0" dirty="0"/>
                <a:t>4</a:t>
              </a:r>
            </a:p>
          </p:txBody>
        </p:sp>
        <p:sp>
          <p:nvSpPr>
            <p:cNvPr id="280" name="Rectangle 279">
              <a:extLst>
                <a:ext uri="{FF2B5EF4-FFF2-40B4-BE49-F238E27FC236}">
                  <a16:creationId xmlns:a16="http://schemas.microsoft.com/office/drawing/2014/main" id="{E15C6862-61A1-8EFD-63CA-3918EB71239D}"/>
                </a:ext>
              </a:extLst>
            </p:cNvPr>
            <p:cNvSpPr/>
            <p:nvPr/>
          </p:nvSpPr>
          <p:spPr>
            <a:xfrm>
              <a:off x="7920990" y="2764899"/>
              <a:ext cx="653208" cy="653215"/>
            </a:xfrm>
            <a:prstGeom prst="rect">
              <a:avLst/>
            </a:prstGeom>
            <a:solidFill>
              <a:srgbClr val="BED6FA"/>
            </a:solidFill>
            <a:ln w="4928" cap="flat">
              <a:solidFill>
                <a:schemeClr val="tx1">
                  <a:lumMod val="75000"/>
                  <a:lumOff val="25000"/>
                </a:schemeClr>
              </a:solidFill>
              <a:prstDash val="solid"/>
              <a:miter/>
            </a:ln>
          </p:spPr>
          <p:txBody>
            <a:bodyPr wrap="none" anchor="ctr"/>
            <a:lstStyle/>
            <a:p>
              <a:pPr algn="ctr"/>
              <a:r>
                <a:rPr lang="en-US" sz="2800" noProof="0" dirty="0"/>
                <a:t>5</a:t>
              </a:r>
            </a:p>
          </p:txBody>
        </p:sp>
        <p:sp>
          <p:nvSpPr>
            <p:cNvPr id="281" name="Rectangle 280">
              <a:extLst>
                <a:ext uri="{FF2B5EF4-FFF2-40B4-BE49-F238E27FC236}">
                  <a16:creationId xmlns:a16="http://schemas.microsoft.com/office/drawing/2014/main" id="{972B3B49-62D6-42EF-3FA1-8E655F00AA44}"/>
                </a:ext>
              </a:extLst>
            </p:cNvPr>
            <p:cNvSpPr/>
            <p:nvPr/>
          </p:nvSpPr>
          <p:spPr>
            <a:xfrm>
              <a:off x="8574198" y="2764899"/>
              <a:ext cx="653208" cy="653215"/>
            </a:xfrm>
            <a:prstGeom prst="rect">
              <a:avLst/>
            </a:prstGeom>
            <a:solidFill>
              <a:srgbClr val="BED6FA"/>
            </a:solidFill>
            <a:ln w="4928" cap="flat">
              <a:solidFill>
                <a:schemeClr val="tx1">
                  <a:lumMod val="75000"/>
                  <a:lumOff val="25000"/>
                </a:schemeClr>
              </a:solidFill>
              <a:prstDash val="solid"/>
              <a:miter/>
            </a:ln>
          </p:spPr>
          <p:txBody>
            <a:bodyPr wrap="none" anchor="ctr"/>
            <a:lstStyle/>
            <a:p>
              <a:pPr algn="ctr"/>
              <a:r>
                <a:rPr lang="en-US" sz="2800" noProof="0" dirty="0"/>
                <a:t>6</a:t>
              </a:r>
            </a:p>
          </p:txBody>
        </p:sp>
        <p:sp>
          <p:nvSpPr>
            <p:cNvPr id="282" name="Rectangle 281">
              <a:extLst>
                <a:ext uri="{FF2B5EF4-FFF2-40B4-BE49-F238E27FC236}">
                  <a16:creationId xmlns:a16="http://schemas.microsoft.com/office/drawing/2014/main" id="{A1D4053D-B172-78CF-A694-B1E16F5EC418}"/>
                </a:ext>
              </a:extLst>
            </p:cNvPr>
            <p:cNvSpPr/>
            <p:nvPr/>
          </p:nvSpPr>
          <p:spPr>
            <a:xfrm>
              <a:off x="7267782" y="3418115"/>
              <a:ext cx="653208" cy="653215"/>
            </a:xfrm>
            <a:prstGeom prst="rect">
              <a:avLst/>
            </a:prstGeom>
            <a:solidFill>
              <a:srgbClr val="BED6FA"/>
            </a:solidFill>
            <a:ln w="4928" cap="flat">
              <a:solidFill>
                <a:schemeClr val="tx1">
                  <a:lumMod val="75000"/>
                  <a:lumOff val="25000"/>
                </a:schemeClr>
              </a:solidFill>
              <a:prstDash val="solid"/>
              <a:miter/>
            </a:ln>
          </p:spPr>
          <p:txBody>
            <a:bodyPr wrap="none" anchor="ctr"/>
            <a:lstStyle/>
            <a:p>
              <a:pPr algn="ctr"/>
              <a:r>
                <a:rPr lang="en-US" sz="2800" noProof="0" dirty="0"/>
                <a:t>7</a:t>
              </a:r>
            </a:p>
          </p:txBody>
        </p:sp>
        <p:sp>
          <p:nvSpPr>
            <p:cNvPr id="283" name="Rectangle 282">
              <a:extLst>
                <a:ext uri="{FF2B5EF4-FFF2-40B4-BE49-F238E27FC236}">
                  <a16:creationId xmlns:a16="http://schemas.microsoft.com/office/drawing/2014/main" id="{80CA5CB3-BDE6-56FD-A424-135F609A4B33}"/>
                </a:ext>
              </a:extLst>
            </p:cNvPr>
            <p:cNvSpPr/>
            <p:nvPr/>
          </p:nvSpPr>
          <p:spPr>
            <a:xfrm>
              <a:off x="7920990" y="3418115"/>
              <a:ext cx="653208" cy="653215"/>
            </a:xfrm>
            <a:prstGeom prst="rect">
              <a:avLst/>
            </a:prstGeom>
            <a:solidFill>
              <a:srgbClr val="BED6FA"/>
            </a:solidFill>
            <a:ln w="4928" cap="flat">
              <a:solidFill>
                <a:schemeClr val="tx1">
                  <a:lumMod val="75000"/>
                  <a:lumOff val="25000"/>
                </a:schemeClr>
              </a:solidFill>
              <a:prstDash val="solid"/>
              <a:miter/>
            </a:ln>
          </p:spPr>
          <p:txBody>
            <a:bodyPr wrap="none" anchor="ctr"/>
            <a:lstStyle/>
            <a:p>
              <a:pPr algn="ctr"/>
              <a:r>
                <a:rPr lang="en-US" sz="2800" noProof="0" dirty="0"/>
                <a:t>8</a:t>
              </a:r>
            </a:p>
          </p:txBody>
        </p:sp>
        <p:sp>
          <p:nvSpPr>
            <p:cNvPr id="284" name="Rectangle 283">
              <a:extLst>
                <a:ext uri="{FF2B5EF4-FFF2-40B4-BE49-F238E27FC236}">
                  <a16:creationId xmlns:a16="http://schemas.microsoft.com/office/drawing/2014/main" id="{DCF04BFA-01E3-13E2-55F2-91585F9FC85B}"/>
                </a:ext>
              </a:extLst>
            </p:cNvPr>
            <p:cNvSpPr/>
            <p:nvPr/>
          </p:nvSpPr>
          <p:spPr>
            <a:xfrm>
              <a:off x="8574198" y="3418115"/>
              <a:ext cx="653208" cy="653215"/>
            </a:xfrm>
            <a:prstGeom prst="rect">
              <a:avLst/>
            </a:prstGeom>
            <a:solidFill>
              <a:srgbClr val="FBA9ED"/>
            </a:solidFill>
            <a:ln w="4928" cap="flat">
              <a:solidFill>
                <a:schemeClr val="tx1">
                  <a:lumMod val="75000"/>
                  <a:lumOff val="25000"/>
                </a:schemeClr>
              </a:solidFill>
              <a:prstDash val="solid"/>
              <a:miter/>
            </a:ln>
          </p:spPr>
          <p:txBody>
            <a:bodyPr wrap="none" anchor="ctr"/>
            <a:lstStyle/>
            <a:p>
              <a:pPr algn="ctr"/>
              <a:r>
                <a:rPr lang="en-US" sz="2800" noProof="0" dirty="0"/>
                <a:t>9</a:t>
              </a:r>
            </a:p>
          </p:txBody>
        </p:sp>
        <p:sp>
          <p:nvSpPr>
            <p:cNvPr id="285" name="Rectangle 284">
              <a:extLst>
                <a:ext uri="{FF2B5EF4-FFF2-40B4-BE49-F238E27FC236}">
                  <a16:creationId xmlns:a16="http://schemas.microsoft.com/office/drawing/2014/main" id="{9D1404AE-BDF6-8EDE-8D97-2B7F5AD57054}"/>
                </a:ext>
              </a:extLst>
            </p:cNvPr>
            <p:cNvSpPr/>
            <p:nvPr/>
          </p:nvSpPr>
          <p:spPr>
            <a:xfrm>
              <a:off x="7267782" y="4071330"/>
              <a:ext cx="653208" cy="653215"/>
            </a:xfrm>
            <a:prstGeom prst="rect">
              <a:avLst/>
            </a:prstGeom>
            <a:solidFill>
              <a:srgbClr val="FBA9ED"/>
            </a:solidFill>
            <a:ln w="4928" cap="flat">
              <a:solidFill>
                <a:schemeClr val="tx1">
                  <a:lumMod val="75000"/>
                  <a:lumOff val="25000"/>
                </a:schemeClr>
              </a:solidFill>
              <a:prstDash val="solid"/>
              <a:miter/>
            </a:ln>
          </p:spPr>
          <p:txBody>
            <a:bodyPr wrap="none" anchor="ctr"/>
            <a:lstStyle/>
            <a:p>
              <a:pPr algn="ctr"/>
              <a:r>
                <a:rPr lang="en-US" sz="2800" noProof="0" dirty="0"/>
                <a:t>10</a:t>
              </a:r>
            </a:p>
          </p:txBody>
        </p:sp>
        <p:sp>
          <p:nvSpPr>
            <p:cNvPr id="286" name="Rectangle 285">
              <a:extLst>
                <a:ext uri="{FF2B5EF4-FFF2-40B4-BE49-F238E27FC236}">
                  <a16:creationId xmlns:a16="http://schemas.microsoft.com/office/drawing/2014/main" id="{D00AE7D2-DF24-407A-268B-452856AF8CC3}"/>
                </a:ext>
              </a:extLst>
            </p:cNvPr>
            <p:cNvSpPr/>
            <p:nvPr/>
          </p:nvSpPr>
          <p:spPr>
            <a:xfrm>
              <a:off x="7920990" y="4071330"/>
              <a:ext cx="653208" cy="653215"/>
            </a:xfrm>
            <a:prstGeom prst="rect">
              <a:avLst/>
            </a:prstGeom>
            <a:solidFill>
              <a:srgbClr val="FBA9ED"/>
            </a:solidFill>
            <a:ln w="4928" cap="flat">
              <a:solidFill>
                <a:schemeClr val="tx1">
                  <a:lumMod val="75000"/>
                  <a:lumOff val="25000"/>
                </a:schemeClr>
              </a:solidFill>
              <a:prstDash val="solid"/>
              <a:miter/>
            </a:ln>
          </p:spPr>
          <p:txBody>
            <a:bodyPr wrap="none" anchor="ctr"/>
            <a:lstStyle/>
            <a:p>
              <a:pPr algn="ctr"/>
              <a:r>
                <a:rPr lang="en-US" sz="2800" noProof="0" dirty="0"/>
                <a:t>11</a:t>
              </a:r>
            </a:p>
          </p:txBody>
        </p:sp>
        <p:sp>
          <p:nvSpPr>
            <p:cNvPr id="287" name="Rectangle 286">
              <a:extLst>
                <a:ext uri="{FF2B5EF4-FFF2-40B4-BE49-F238E27FC236}">
                  <a16:creationId xmlns:a16="http://schemas.microsoft.com/office/drawing/2014/main" id="{AB675FF9-4A7E-55C7-0BD7-BB123C923E54}"/>
                </a:ext>
              </a:extLst>
            </p:cNvPr>
            <p:cNvSpPr/>
            <p:nvPr/>
          </p:nvSpPr>
          <p:spPr>
            <a:xfrm>
              <a:off x="8574198" y="4071330"/>
              <a:ext cx="653208" cy="653215"/>
            </a:xfrm>
            <a:prstGeom prst="rect">
              <a:avLst/>
            </a:prstGeom>
            <a:solidFill>
              <a:srgbClr val="FBA9ED"/>
            </a:solidFill>
            <a:ln w="4928" cap="flat">
              <a:solidFill>
                <a:schemeClr val="tx1">
                  <a:lumMod val="75000"/>
                  <a:lumOff val="25000"/>
                </a:schemeClr>
              </a:solidFill>
              <a:prstDash val="solid"/>
              <a:miter/>
            </a:ln>
          </p:spPr>
          <p:txBody>
            <a:bodyPr wrap="none" anchor="ctr"/>
            <a:lstStyle/>
            <a:p>
              <a:pPr algn="ctr"/>
              <a:r>
                <a:rPr lang="en-US" sz="2800" noProof="0" dirty="0"/>
                <a:t>12</a:t>
              </a:r>
            </a:p>
          </p:txBody>
        </p:sp>
      </p:grpSp>
    </p:spTree>
    <p:custDataLst>
      <p:tags r:id="rId1"/>
    </p:custDataLst>
    <p:extLst>
      <p:ext uri="{BB962C8B-B14F-4D97-AF65-F5344CB8AC3E}">
        <p14:creationId xmlns:p14="http://schemas.microsoft.com/office/powerpoint/2010/main" val="236479473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5D3D26-2B4F-0ACB-E3E2-25555241B154}"/>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CE775342-3158-BFC3-939C-F28445402BA4}"/>
              </a:ext>
            </a:extLst>
          </p:cNvPr>
          <p:cNvSpPr>
            <a:spLocks noGrp="1"/>
          </p:cNvSpPr>
          <p:nvPr>
            <p:ph type="title"/>
            <p:custDataLst>
              <p:tags r:id="rId2"/>
            </p:custDataLst>
          </p:nvPr>
        </p:nvSpPr>
        <p:spPr/>
        <p:txBody>
          <a:bodyPr/>
          <a:lstStyle/>
          <a:p>
            <a:r>
              <a:rPr lang="en-US" noProof="0" dirty="0"/>
              <a:t>Automatic transformation in communication</a:t>
            </a:r>
          </a:p>
        </p:txBody>
      </p:sp>
      <p:sp>
        <p:nvSpPr>
          <p:cNvPr id="3" name="Date Placeholder 2">
            <a:extLst>
              <a:ext uri="{FF2B5EF4-FFF2-40B4-BE49-F238E27FC236}">
                <a16:creationId xmlns:a16="http://schemas.microsoft.com/office/drawing/2014/main" id="{95F10516-14DF-329F-F9DD-AD879766DCDB}"/>
              </a:ext>
            </a:extLst>
          </p:cNvPr>
          <p:cNvSpPr>
            <a:spLocks noGrp="1"/>
          </p:cNvSpPr>
          <p:nvPr>
            <p:ph type="dt" sz="half" idx="10"/>
            <p:custDataLst>
              <p:tags r:id="rId3"/>
            </p:custDataLst>
          </p:nvPr>
        </p:nvSpPr>
        <p:spPr/>
        <p:txBody>
          <a:bodyPr/>
          <a:lstStyle/>
          <a:p>
            <a:r>
              <a:rPr lang="en-US" noProof="0"/>
              <a:t>9/5/2026</a:t>
            </a:r>
            <a:endParaRPr lang="en-US" noProof="0" dirty="0"/>
          </a:p>
        </p:txBody>
      </p:sp>
      <p:sp>
        <p:nvSpPr>
          <p:cNvPr id="7" name="Slide Number Placeholder 6">
            <a:extLst>
              <a:ext uri="{FF2B5EF4-FFF2-40B4-BE49-F238E27FC236}">
                <a16:creationId xmlns:a16="http://schemas.microsoft.com/office/drawing/2014/main" id="{4E29A66E-8887-529B-AA75-343549185834}"/>
              </a:ext>
            </a:extLst>
          </p:cNvPr>
          <p:cNvSpPr>
            <a:spLocks noGrp="1"/>
          </p:cNvSpPr>
          <p:nvPr>
            <p:ph type="sldNum" sz="quarter" idx="12"/>
            <p:custDataLst>
              <p:tags r:id="rId4"/>
            </p:custDataLst>
          </p:nvPr>
        </p:nvSpPr>
        <p:spPr/>
        <p:txBody>
          <a:bodyPr/>
          <a:lstStyle/>
          <a:p>
            <a:r>
              <a:rPr lang="en-US" noProof="0"/>
              <a:t>16</a:t>
            </a:r>
            <a:endParaRPr lang="en-US" noProof="0" dirty="0"/>
          </a:p>
        </p:txBody>
      </p:sp>
      <p:sp>
        <p:nvSpPr>
          <p:cNvPr id="6" name="TextBox 5">
            <a:extLst>
              <a:ext uri="{FF2B5EF4-FFF2-40B4-BE49-F238E27FC236}">
                <a16:creationId xmlns:a16="http://schemas.microsoft.com/office/drawing/2014/main" id="{C1A4FEEA-F6A5-2F0C-61D6-D842A122ADD5}"/>
              </a:ext>
            </a:extLst>
          </p:cNvPr>
          <p:cNvSpPr txBox="1"/>
          <p:nvPr>
            <p:custDataLst>
              <p:tags r:id="rId5"/>
            </p:custDataLst>
          </p:nvPr>
        </p:nvSpPr>
        <p:spPr>
          <a:xfrm>
            <a:off x="4667457" y="1339278"/>
            <a:ext cx="3134191" cy="461665"/>
          </a:xfrm>
          <a:prstGeom prst="rect">
            <a:avLst/>
          </a:prstGeom>
          <a:noFill/>
        </p:spPr>
        <p:txBody>
          <a:bodyPr wrap="none" rtlCol="0" anchor="b">
            <a:spAutoFit/>
          </a:bodyPr>
          <a:lstStyle/>
          <a:p>
            <a:pPr algn="ctr"/>
            <a:r>
              <a:rPr lang="en-US" sz="2400" noProof="0" dirty="0">
                <a:solidFill>
                  <a:srgbClr val="795E26"/>
                </a:solidFill>
                <a:latin typeface="Fira Code" panose="020B0809050000020004" pitchFamily="49" charset="0"/>
              </a:rPr>
              <a:t>send</a:t>
            </a:r>
            <a:r>
              <a:rPr lang="en-US" sz="2400" noProof="0" dirty="0">
                <a:latin typeface="Fira Code" panose="020B0809050000020004" pitchFamily="49" charset="0"/>
                <a:ea typeface="Fira Code" panose="020B0809050000020004" pitchFamily="49" charset="0"/>
                <a:cs typeface="Fira Code" panose="020B0809050000020004" pitchFamily="49" charset="0"/>
              </a:rPr>
              <a:t>(</a:t>
            </a:r>
            <a:r>
              <a:rPr lang="en-US" sz="2400" noProof="0" dirty="0" err="1">
                <a:solidFill>
                  <a:srgbClr val="001080"/>
                </a:solidFill>
                <a:latin typeface="Fira Code" panose="020B0809050000020004" pitchFamily="49" charset="0"/>
              </a:rPr>
              <a:t>row_major</a:t>
            </a:r>
            <a:r>
              <a:rPr lang="en-US" sz="2400" noProof="0" dirty="0">
                <a:latin typeface="Fira Code" panose="020B0809050000020004" pitchFamily="49" charset="0"/>
                <a:ea typeface="Fira Code" panose="020B0809050000020004" pitchFamily="49" charset="0"/>
                <a:cs typeface="Fira Code" panose="020B0809050000020004" pitchFamily="49" charset="0"/>
              </a:rPr>
              <a:t>);</a:t>
            </a:r>
          </a:p>
        </p:txBody>
      </p:sp>
      <p:sp>
        <p:nvSpPr>
          <p:cNvPr id="8" name="TextBox 7">
            <a:extLst>
              <a:ext uri="{FF2B5EF4-FFF2-40B4-BE49-F238E27FC236}">
                <a16:creationId xmlns:a16="http://schemas.microsoft.com/office/drawing/2014/main" id="{C10BA276-D3D5-43CD-BA0F-E78D4E84387D}"/>
              </a:ext>
            </a:extLst>
          </p:cNvPr>
          <p:cNvSpPr txBox="1"/>
          <p:nvPr>
            <p:custDataLst>
              <p:tags r:id="rId6"/>
            </p:custDataLst>
          </p:nvPr>
        </p:nvSpPr>
        <p:spPr>
          <a:xfrm>
            <a:off x="8023316" y="3551624"/>
            <a:ext cx="3134191" cy="461665"/>
          </a:xfrm>
          <a:prstGeom prst="rect">
            <a:avLst/>
          </a:prstGeom>
          <a:noFill/>
        </p:spPr>
        <p:txBody>
          <a:bodyPr wrap="none" rtlCol="0" anchor="b">
            <a:spAutoFit/>
          </a:bodyPr>
          <a:lstStyle/>
          <a:p>
            <a:pPr algn="ctr"/>
            <a:r>
              <a:rPr lang="en-US" sz="2400" noProof="0" dirty="0" err="1">
                <a:solidFill>
                  <a:srgbClr val="795E26"/>
                </a:solidFill>
                <a:latin typeface="Fira Code" panose="020B0809050000020004" pitchFamily="49" charset="0"/>
              </a:rPr>
              <a:t>recv</a:t>
            </a:r>
            <a:r>
              <a:rPr lang="en-US" sz="2400" noProof="0" dirty="0">
                <a:latin typeface="Fira Code" panose="020B0809050000020004" pitchFamily="49" charset="0"/>
                <a:ea typeface="Fira Code" panose="020B0809050000020004" pitchFamily="49" charset="0"/>
                <a:cs typeface="Fira Code" panose="020B0809050000020004" pitchFamily="49" charset="0"/>
              </a:rPr>
              <a:t>(</a:t>
            </a:r>
            <a:r>
              <a:rPr lang="en-US" sz="2400" noProof="0" dirty="0" err="1">
                <a:solidFill>
                  <a:srgbClr val="001080"/>
                </a:solidFill>
                <a:latin typeface="Fira Code" panose="020B0809050000020004" pitchFamily="49" charset="0"/>
              </a:rPr>
              <a:t>col_major</a:t>
            </a:r>
            <a:r>
              <a:rPr lang="en-US" sz="2400" noProof="0" dirty="0">
                <a:latin typeface="Fira Code" panose="020B0809050000020004" pitchFamily="49" charset="0"/>
                <a:ea typeface="Fira Code" panose="020B0809050000020004" pitchFamily="49" charset="0"/>
                <a:cs typeface="Fira Code" panose="020B0809050000020004" pitchFamily="49" charset="0"/>
              </a:rPr>
              <a:t>);</a:t>
            </a:r>
          </a:p>
        </p:txBody>
      </p:sp>
      <p:sp>
        <p:nvSpPr>
          <p:cNvPr id="14" name="TextBox 13">
            <a:extLst>
              <a:ext uri="{FF2B5EF4-FFF2-40B4-BE49-F238E27FC236}">
                <a16:creationId xmlns:a16="http://schemas.microsoft.com/office/drawing/2014/main" id="{662521EF-5391-2B3B-B4E1-631E6C4FEF95}"/>
              </a:ext>
            </a:extLst>
          </p:cNvPr>
          <p:cNvSpPr txBox="1"/>
          <p:nvPr>
            <p:custDataLst>
              <p:tags r:id="rId7"/>
            </p:custDataLst>
          </p:nvPr>
        </p:nvSpPr>
        <p:spPr>
          <a:xfrm>
            <a:off x="9133555" y="3085823"/>
            <a:ext cx="913712" cy="523220"/>
          </a:xfrm>
          <a:prstGeom prst="rect">
            <a:avLst/>
          </a:prstGeom>
          <a:noFill/>
        </p:spPr>
        <p:txBody>
          <a:bodyPr wrap="none" rtlCol="0">
            <a:spAutoFit/>
          </a:bodyPr>
          <a:lstStyle/>
          <a:p>
            <a:pPr marL="0" algn="l" rtl="0" eaLnBrk="1" latinLnBrk="0" hangingPunct="1">
              <a:buNone/>
            </a:pPr>
            <a:r>
              <a:rPr lang="en-US" sz="2800" b="1" kern="1200" noProof="0" dirty="0">
                <a:solidFill>
                  <a:srgbClr val="000000"/>
                </a:solidFill>
                <a:effectLst/>
                <a:latin typeface="Aptos" panose="020B0004020202020204" pitchFamily="34" charset="0"/>
                <a:ea typeface="+mn-ea"/>
                <a:cs typeface="+mn-cs"/>
              </a:rPr>
              <a:t>ours</a:t>
            </a:r>
            <a:endParaRPr lang="en-US" sz="2800" noProof="0" dirty="0">
              <a:effectLst/>
            </a:endParaRPr>
          </a:p>
        </p:txBody>
      </p:sp>
      <p:sp>
        <p:nvSpPr>
          <p:cNvPr id="13" name="TextBox 12">
            <a:extLst>
              <a:ext uri="{FF2B5EF4-FFF2-40B4-BE49-F238E27FC236}">
                <a16:creationId xmlns:a16="http://schemas.microsoft.com/office/drawing/2014/main" id="{439C9CAD-9E1E-7EC1-4429-D017CA1092E1}"/>
              </a:ext>
            </a:extLst>
          </p:cNvPr>
          <p:cNvSpPr txBox="1"/>
          <p:nvPr>
            <p:custDataLst>
              <p:tags r:id="rId8"/>
            </p:custDataLst>
          </p:nvPr>
        </p:nvSpPr>
        <p:spPr>
          <a:xfrm>
            <a:off x="2503783" y="3082682"/>
            <a:ext cx="1062791" cy="523220"/>
          </a:xfrm>
          <a:prstGeom prst="rect">
            <a:avLst/>
          </a:prstGeom>
          <a:noFill/>
        </p:spPr>
        <p:txBody>
          <a:bodyPr wrap="none" rtlCol="0">
            <a:spAutoFit/>
          </a:bodyPr>
          <a:lstStyle/>
          <a:p>
            <a:pPr marL="0" algn="l" rtl="0" eaLnBrk="1" latinLnBrk="0" hangingPunct="1">
              <a:buNone/>
            </a:pPr>
            <a:r>
              <a:rPr lang="en-US" sz="2800" b="1" kern="1200" noProof="0" dirty="0">
                <a:solidFill>
                  <a:srgbClr val="C00000"/>
                </a:solidFill>
                <a:effectLst/>
                <a:latin typeface="Aptos" panose="020B0004020202020204" pitchFamily="34" charset="0"/>
                <a:ea typeface="+mn-ea"/>
                <a:cs typeface="+mn-cs"/>
              </a:rPr>
              <a:t>naive</a:t>
            </a:r>
            <a:endParaRPr lang="en-US" sz="2800" noProof="0" dirty="0">
              <a:effectLst/>
            </a:endParaRPr>
          </a:p>
        </p:txBody>
      </p:sp>
      <p:sp>
        <p:nvSpPr>
          <p:cNvPr id="26" name="TextBox 25">
            <a:extLst>
              <a:ext uri="{FF2B5EF4-FFF2-40B4-BE49-F238E27FC236}">
                <a16:creationId xmlns:a16="http://schemas.microsoft.com/office/drawing/2014/main" id="{961FBEC7-CB4A-332B-8305-81A140E2B4BC}"/>
              </a:ext>
            </a:extLst>
          </p:cNvPr>
          <p:cNvSpPr txBox="1"/>
          <p:nvPr>
            <p:custDataLst>
              <p:tags r:id="rId9"/>
            </p:custDataLst>
          </p:nvPr>
        </p:nvSpPr>
        <p:spPr>
          <a:xfrm>
            <a:off x="1505514" y="3478608"/>
            <a:ext cx="3134191" cy="461665"/>
          </a:xfrm>
          <a:prstGeom prst="rect">
            <a:avLst/>
          </a:prstGeom>
          <a:noFill/>
        </p:spPr>
        <p:txBody>
          <a:bodyPr wrap="none" rtlCol="0" anchor="b">
            <a:spAutoFit/>
          </a:bodyPr>
          <a:lstStyle/>
          <a:p>
            <a:pPr algn="ctr"/>
            <a:r>
              <a:rPr lang="en-US" sz="2400" noProof="0" dirty="0" err="1">
                <a:solidFill>
                  <a:srgbClr val="795E26"/>
                </a:solidFill>
                <a:latin typeface="Fira Code" panose="020B0809050000020004" pitchFamily="49" charset="0"/>
              </a:rPr>
              <a:t>recv</a:t>
            </a:r>
            <a:r>
              <a:rPr lang="en-US" sz="2400" noProof="0" dirty="0">
                <a:latin typeface="Fira Code" panose="020B0809050000020004" pitchFamily="49" charset="0"/>
                <a:ea typeface="Fira Code" panose="020B0809050000020004" pitchFamily="49" charset="0"/>
                <a:cs typeface="Fira Code" panose="020B0809050000020004" pitchFamily="49" charset="0"/>
              </a:rPr>
              <a:t>(</a:t>
            </a:r>
            <a:r>
              <a:rPr lang="en-US" sz="2400" noProof="0" dirty="0" err="1">
                <a:solidFill>
                  <a:srgbClr val="001080"/>
                </a:solidFill>
                <a:latin typeface="Fira Code" panose="020B0809050000020004" pitchFamily="49" charset="0"/>
              </a:rPr>
              <a:t>col_major</a:t>
            </a:r>
            <a:r>
              <a:rPr lang="en-US" sz="2400" noProof="0" dirty="0">
                <a:latin typeface="Fira Code" panose="020B0809050000020004" pitchFamily="49" charset="0"/>
                <a:ea typeface="Fira Code" panose="020B0809050000020004" pitchFamily="49" charset="0"/>
                <a:cs typeface="Fira Code" panose="020B0809050000020004" pitchFamily="49" charset="0"/>
              </a:rPr>
              <a:t>);</a:t>
            </a:r>
          </a:p>
        </p:txBody>
      </p:sp>
      <p:cxnSp>
        <p:nvCxnSpPr>
          <p:cNvPr id="28" name="Straight Arrow Connector 27">
            <a:extLst>
              <a:ext uri="{FF2B5EF4-FFF2-40B4-BE49-F238E27FC236}">
                <a16:creationId xmlns:a16="http://schemas.microsoft.com/office/drawing/2014/main" id="{2045E9BC-7505-AE12-2FF8-B6E23CAD3D28}"/>
              </a:ext>
            </a:extLst>
          </p:cNvPr>
          <p:cNvCxnSpPr>
            <a:cxnSpLocks/>
          </p:cNvCxnSpPr>
          <p:nvPr>
            <p:custDataLst>
              <p:tags r:id="rId10"/>
            </p:custDataLst>
          </p:nvPr>
        </p:nvCxnSpPr>
        <p:spPr>
          <a:xfrm flipH="1">
            <a:off x="4035771" y="3798827"/>
            <a:ext cx="2199832" cy="1440112"/>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30" name="Straight Arrow Connector 29">
            <a:extLst>
              <a:ext uri="{FF2B5EF4-FFF2-40B4-BE49-F238E27FC236}">
                <a16:creationId xmlns:a16="http://schemas.microsoft.com/office/drawing/2014/main" id="{3BDE0C27-4E21-7450-D688-E0A67CB04B34}"/>
              </a:ext>
            </a:extLst>
          </p:cNvPr>
          <p:cNvCxnSpPr>
            <a:cxnSpLocks/>
          </p:cNvCxnSpPr>
          <p:nvPr>
            <p:custDataLst>
              <p:tags r:id="rId11"/>
            </p:custDataLst>
          </p:nvPr>
        </p:nvCxnSpPr>
        <p:spPr>
          <a:xfrm>
            <a:off x="6235603" y="3798827"/>
            <a:ext cx="2280209" cy="1476698"/>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31" name="TextBox 30">
            <a:extLst>
              <a:ext uri="{FF2B5EF4-FFF2-40B4-BE49-F238E27FC236}">
                <a16:creationId xmlns:a16="http://schemas.microsoft.com/office/drawing/2014/main" id="{AE4C11DF-8744-F535-8D96-016E3870A3DE}"/>
              </a:ext>
            </a:extLst>
          </p:cNvPr>
          <p:cNvSpPr txBox="1"/>
          <p:nvPr>
            <p:custDataLst>
              <p:tags r:id="rId12"/>
            </p:custDataLst>
          </p:nvPr>
        </p:nvSpPr>
        <p:spPr>
          <a:xfrm rot="2037324">
            <a:off x="6321148" y="4578262"/>
            <a:ext cx="2350708" cy="461665"/>
          </a:xfrm>
          <a:prstGeom prst="rect">
            <a:avLst/>
          </a:prstGeom>
          <a:noFill/>
        </p:spPr>
        <p:txBody>
          <a:bodyPr wrap="none" rtlCol="0">
            <a:spAutoFit/>
          </a:bodyPr>
          <a:lstStyle/>
          <a:p>
            <a:pPr marL="0" algn="ctr" rtl="0" eaLnBrk="1" latinLnBrk="0" hangingPunct="1">
              <a:buNone/>
            </a:pPr>
            <a:r>
              <a:rPr lang="en-US" sz="2400" b="1" kern="1200" noProof="0" dirty="0">
                <a:solidFill>
                  <a:srgbClr val="000000"/>
                </a:solidFill>
                <a:effectLst/>
                <a:latin typeface="Aptos" panose="020B0004020202020204" pitchFamily="34" charset="0"/>
                <a:ea typeface="+mn-ea"/>
                <a:cs typeface="+mn-cs"/>
              </a:rPr>
              <a:t>logical ordering</a:t>
            </a:r>
            <a:endParaRPr lang="en-US" sz="2400" noProof="0" dirty="0">
              <a:effectLst/>
            </a:endParaRPr>
          </a:p>
        </p:txBody>
      </p:sp>
      <p:sp>
        <p:nvSpPr>
          <p:cNvPr id="33" name="TextBox 32">
            <a:extLst>
              <a:ext uri="{FF2B5EF4-FFF2-40B4-BE49-F238E27FC236}">
                <a16:creationId xmlns:a16="http://schemas.microsoft.com/office/drawing/2014/main" id="{C246AED9-F132-9733-D20A-38A72DC05DB0}"/>
              </a:ext>
            </a:extLst>
          </p:cNvPr>
          <p:cNvSpPr txBox="1"/>
          <p:nvPr>
            <p:custDataLst>
              <p:tags r:id="rId13"/>
            </p:custDataLst>
          </p:nvPr>
        </p:nvSpPr>
        <p:spPr>
          <a:xfrm rot="19575917">
            <a:off x="4072345" y="4454517"/>
            <a:ext cx="2297873" cy="461665"/>
          </a:xfrm>
          <a:prstGeom prst="rect">
            <a:avLst/>
          </a:prstGeom>
          <a:noFill/>
        </p:spPr>
        <p:txBody>
          <a:bodyPr wrap="none" rtlCol="0">
            <a:spAutoFit/>
          </a:bodyPr>
          <a:lstStyle/>
          <a:p>
            <a:pPr marL="0" algn="ctr" rtl="0" eaLnBrk="1" latinLnBrk="0" hangingPunct="1">
              <a:buNone/>
            </a:pPr>
            <a:r>
              <a:rPr lang="en-US" sz="2400" b="1" kern="1200" noProof="0" dirty="0">
                <a:solidFill>
                  <a:srgbClr val="C00000"/>
                </a:solidFill>
                <a:effectLst/>
                <a:latin typeface="Aptos" panose="020B0004020202020204" pitchFamily="34" charset="0"/>
                <a:ea typeface="+mn-ea"/>
                <a:cs typeface="+mn-cs"/>
              </a:rPr>
              <a:t>physical layout</a:t>
            </a:r>
            <a:endParaRPr lang="en-US" sz="2400" noProof="0" dirty="0">
              <a:effectLst/>
            </a:endParaRPr>
          </a:p>
        </p:txBody>
      </p:sp>
      <p:grpSp>
        <p:nvGrpSpPr>
          <p:cNvPr id="12" name="Group 11">
            <a:extLst>
              <a:ext uri="{FF2B5EF4-FFF2-40B4-BE49-F238E27FC236}">
                <a16:creationId xmlns:a16="http://schemas.microsoft.com/office/drawing/2014/main" id="{91C5C1F7-6962-E74A-2AAE-EC3FFFDE66D5}"/>
              </a:ext>
            </a:extLst>
          </p:cNvPr>
          <p:cNvGrpSpPr/>
          <p:nvPr>
            <p:custDataLst>
              <p:tags r:id="rId14"/>
            </p:custDataLst>
          </p:nvPr>
        </p:nvGrpSpPr>
        <p:grpSpPr>
          <a:xfrm>
            <a:off x="8023316" y="1515849"/>
            <a:ext cx="2743200" cy="912635"/>
            <a:chOff x="8661401" y="1810235"/>
            <a:chExt cx="2743200" cy="912635"/>
          </a:xfrm>
        </p:grpSpPr>
        <p:sp>
          <p:nvSpPr>
            <p:cNvPr id="5" name="Speech Bubble: Rectangle with Corners Rounded 4">
              <a:extLst>
                <a:ext uri="{FF2B5EF4-FFF2-40B4-BE49-F238E27FC236}">
                  <a16:creationId xmlns:a16="http://schemas.microsoft.com/office/drawing/2014/main" id="{3B3954D8-6618-8968-9344-B52E3B2C2D66}"/>
                </a:ext>
              </a:extLst>
            </p:cNvPr>
            <p:cNvSpPr/>
            <p:nvPr/>
          </p:nvSpPr>
          <p:spPr>
            <a:xfrm>
              <a:off x="8934595" y="1810235"/>
              <a:ext cx="2470005" cy="898064"/>
            </a:xfrm>
            <a:prstGeom prst="wedgeRoundRectCallout">
              <a:avLst>
                <a:gd name="adj1" fmla="val 26744"/>
                <a:gd name="adj2" fmla="val 179316"/>
                <a:gd name="adj3" fmla="val 16667"/>
              </a:avLst>
            </a:prstGeom>
            <a:solidFill>
              <a:srgbClr val="8EC8F0"/>
            </a:solidFill>
            <a:ln w="19050">
              <a:solidFill>
                <a:srgbClr val="44B9E8"/>
              </a:solidFill>
            </a:ln>
          </p:spPr>
          <p:style>
            <a:lnRef idx="1">
              <a:schemeClr val="accent4"/>
            </a:lnRef>
            <a:fillRef idx="2">
              <a:schemeClr val="accent4"/>
            </a:fillRef>
            <a:effectRef idx="1">
              <a:schemeClr val="accent4"/>
            </a:effectRef>
            <a:fontRef idx="minor">
              <a:schemeClr val="dk1"/>
            </a:fontRef>
          </p:style>
          <p:txBody>
            <a:bodyPr rtlCol="0" anchor="ctr"/>
            <a:lstStyle/>
            <a:p>
              <a:pPr algn="ctr"/>
              <a:endParaRPr lang="en-US" noProof="0" dirty="0"/>
            </a:p>
          </p:txBody>
        </p:sp>
        <p:sp>
          <p:nvSpPr>
            <p:cNvPr id="10" name="Speech Bubble: Rectangle with Corners Rounded 9">
              <a:extLst>
                <a:ext uri="{FF2B5EF4-FFF2-40B4-BE49-F238E27FC236}">
                  <a16:creationId xmlns:a16="http://schemas.microsoft.com/office/drawing/2014/main" id="{A64B26CC-455A-7502-D576-5F3D0CEC1479}"/>
                </a:ext>
              </a:extLst>
            </p:cNvPr>
            <p:cNvSpPr/>
            <p:nvPr/>
          </p:nvSpPr>
          <p:spPr>
            <a:xfrm>
              <a:off x="8661401" y="1812471"/>
              <a:ext cx="2743200" cy="898064"/>
            </a:xfrm>
            <a:prstGeom prst="wedgeRoundRectCallout">
              <a:avLst>
                <a:gd name="adj1" fmla="val -59905"/>
                <a:gd name="adj2" fmla="val -45335"/>
                <a:gd name="adj3" fmla="val 16667"/>
              </a:avLst>
            </a:prstGeom>
            <a:gradFill>
              <a:gsLst>
                <a:gs pos="0">
                  <a:srgbClr val="AFD8F7"/>
                </a:gs>
                <a:gs pos="50000">
                  <a:srgbClr val="A2CDEE"/>
                </a:gs>
                <a:gs pos="100000">
                  <a:srgbClr val="8CC8F0"/>
                </a:gs>
              </a:gsLst>
            </a:gradFill>
            <a:ln w="19050">
              <a:solidFill>
                <a:srgbClr val="44B9E8"/>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2000" noProof="0" dirty="0"/>
                <a:t>Same for </a:t>
              </a:r>
              <a:r>
                <a:rPr lang="en-US" sz="2000" noProof="0" dirty="0" err="1">
                  <a:solidFill>
                    <a:srgbClr val="795E26"/>
                  </a:solidFill>
                  <a:latin typeface="Fira Code" panose="020B0809050000020004" pitchFamily="49" charset="0"/>
                </a:rPr>
                <a:t>bcast</a:t>
              </a:r>
              <a:r>
                <a:rPr lang="en-US" sz="2000" noProof="0" dirty="0"/>
                <a:t>, </a:t>
              </a:r>
              <a:r>
                <a:rPr lang="en-US" sz="2000" noProof="0" dirty="0">
                  <a:solidFill>
                    <a:srgbClr val="795E26"/>
                  </a:solidFill>
                  <a:latin typeface="Fira Code" panose="020B0809050000020004" pitchFamily="49" charset="0"/>
                </a:rPr>
                <a:t>scatter</a:t>
              </a:r>
              <a:r>
                <a:rPr lang="en-US" sz="2000" noProof="0" dirty="0"/>
                <a:t>, </a:t>
              </a:r>
              <a:r>
                <a:rPr lang="en-US" sz="2000" noProof="0" dirty="0">
                  <a:solidFill>
                    <a:srgbClr val="795E26"/>
                  </a:solidFill>
                  <a:latin typeface="Fira Code" panose="020B0809050000020004" pitchFamily="49" charset="0"/>
                </a:rPr>
                <a:t>gather</a:t>
              </a:r>
              <a:r>
                <a:rPr lang="en-US" sz="2000" noProof="0" dirty="0"/>
                <a:t>, …</a:t>
              </a:r>
            </a:p>
          </p:txBody>
        </p:sp>
        <p:sp>
          <p:nvSpPr>
            <p:cNvPr id="11" name="Rectangle: Rounded Corners 10">
              <a:extLst>
                <a:ext uri="{FF2B5EF4-FFF2-40B4-BE49-F238E27FC236}">
                  <a16:creationId xmlns:a16="http://schemas.microsoft.com/office/drawing/2014/main" id="{F41680C2-ADEE-FD1D-982B-41B9FF5E4258}"/>
                </a:ext>
              </a:extLst>
            </p:cNvPr>
            <p:cNvSpPr/>
            <p:nvPr/>
          </p:nvSpPr>
          <p:spPr>
            <a:xfrm>
              <a:off x="10358748" y="2621961"/>
              <a:ext cx="653208" cy="100909"/>
            </a:xfrm>
            <a:prstGeom prst="roundRect">
              <a:avLst>
                <a:gd name="adj" fmla="val 50000"/>
              </a:avLst>
            </a:prstGeom>
            <a:solidFill>
              <a:srgbClr val="8EC8F0"/>
            </a:solidFill>
            <a:ln>
              <a:noFill/>
            </a:ln>
          </p:spPr>
          <p:style>
            <a:lnRef idx="1">
              <a:schemeClr val="accent4"/>
            </a:lnRef>
            <a:fillRef idx="2">
              <a:schemeClr val="accent4"/>
            </a:fillRef>
            <a:effectRef idx="1">
              <a:schemeClr val="accent4"/>
            </a:effectRef>
            <a:fontRef idx="minor">
              <a:schemeClr val="dk1"/>
            </a:fontRef>
          </p:style>
          <p:txBody>
            <a:bodyPr rtlCol="0" anchor="ctr"/>
            <a:lstStyle/>
            <a:p>
              <a:pPr algn="ctr"/>
              <a:endParaRPr lang="en-US" noProof="0" dirty="0"/>
            </a:p>
          </p:txBody>
        </p:sp>
      </p:grpSp>
      <p:grpSp>
        <p:nvGrpSpPr>
          <p:cNvPr id="247" name="Group 246">
            <a:extLst>
              <a:ext uri="{FF2B5EF4-FFF2-40B4-BE49-F238E27FC236}">
                <a16:creationId xmlns:a16="http://schemas.microsoft.com/office/drawing/2014/main" id="{39546144-54F9-8B96-CF33-3E5BF0E44AE0}"/>
              </a:ext>
            </a:extLst>
          </p:cNvPr>
          <p:cNvGrpSpPr/>
          <p:nvPr>
            <p:custDataLst>
              <p:tags r:id="rId15"/>
            </p:custDataLst>
          </p:nvPr>
        </p:nvGrpSpPr>
        <p:grpSpPr>
          <a:xfrm>
            <a:off x="8560458" y="3978562"/>
            <a:ext cx="1959624" cy="2612861"/>
            <a:chOff x="2695324" y="4724546"/>
            <a:chExt cx="1959624" cy="2612861"/>
          </a:xfrm>
        </p:grpSpPr>
        <p:sp>
          <p:nvSpPr>
            <p:cNvPr id="248" name="Rectangle 247">
              <a:extLst>
                <a:ext uri="{FF2B5EF4-FFF2-40B4-BE49-F238E27FC236}">
                  <a16:creationId xmlns:a16="http://schemas.microsoft.com/office/drawing/2014/main" id="{67E95BE1-B58B-3D52-8832-A34FFB8E47B2}"/>
                </a:ext>
              </a:extLst>
            </p:cNvPr>
            <p:cNvSpPr/>
            <p:nvPr/>
          </p:nvSpPr>
          <p:spPr>
            <a:xfrm>
              <a:off x="2695324" y="4724546"/>
              <a:ext cx="653208" cy="653215"/>
            </a:xfrm>
            <a:prstGeom prst="rect">
              <a:avLst/>
            </a:prstGeom>
            <a:solidFill>
              <a:srgbClr val="A2F4A6"/>
            </a:solidFill>
            <a:ln w="4928" cap="flat">
              <a:solidFill>
                <a:schemeClr val="tx1">
                  <a:lumMod val="75000"/>
                  <a:lumOff val="25000"/>
                </a:schemeClr>
              </a:solidFill>
              <a:prstDash val="solid"/>
              <a:miter/>
            </a:ln>
          </p:spPr>
          <p:txBody>
            <a:bodyPr wrap="none" anchor="ctr"/>
            <a:lstStyle/>
            <a:p>
              <a:pPr algn="ctr"/>
              <a:r>
                <a:rPr lang="en-US" sz="2800" noProof="0" dirty="0"/>
                <a:t>1</a:t>
              </a:r>
            </a:p>
          </p:txBody>
        </p:sp>
        <p:sp>
          <p:nvSpPr>
            <p:cNvPr id="249" name="Rectangle 248">
              <a:extLst>
                <a:ext uri="{FF2B5EF4-FFF2-40B4-BE49-F238E27FC236}">
                  <a16:creationId xmlns:a16="http://schemas.microsoft.com/office/drawing/2014/main" id="{3C510894-67E4-56EC-75D0-C5A3D4CEDB8B}"/>
                </a:ext>
              </a:extLst>
            </p:cNvPr>
            <p:cNvSpPr/>
            <p:nvPr/>
          </p:nvSpPr>
          <p:spPr>
            <a:xfrm>
              <a:off x="2695324" y="5377761"/>
              <a:ext cx="653208" cy="653215"/>
            </a:xfrm>
            <a:prstGeom prst="rect">
              <a:avLst/>
            </a:prstGeom>
            <a:solidFill>
              <a:srgbClr val="A2F4A6"/>
            </a:solidFill>
            <a:ln w="4928" cap="flat">
              <a:solidFill>
                <a:schemeClr val="tx1">
                  <a:lumMod val="75000"/>
                  <a:lumOff val="25000"/>
                </a:schemeClr>
              </a:solidFill>
              <a:prstDash val="solid"/>
              <a:miter/>
            </a:ln>
          </p:spPr>
          <p:txBody>
            <a:bodyPr wrap="none" anchor="ctr"/>
            <a:lstStyle/>
            <a:p>
              <a:pPr algn="ctr"/>
              <a:r>
                <a:rPr lang="en-US" sz="2800" noProof="0" dirty="0"/>
                <a:t>2</a:t>
              </a:r>
            </a:p>
          </p:txBody>
        </p:sp>
        <p:sp>
          <p:nvSpPr>
            <p:cNvPr id="250" name="Rectangle 249">
              <a:extLst>
                <a:ext uri="{FF2B5EF4-FFF2-40B4-BE49-F238E27FC236}">
                  <a16:creationId xmlns:a16="http://schemas.microsoft.com/office/drawing/2014/main" id="{8BBB6E45-3B33-3D7B-ECFA-C6D524DC0C69}"/>
                </a:ext>
              </a:extLst>
            </p:cNvPr>
            <p:cNvSpPr/>
            <p:nvPr/>
          </p:nvSpPr>
          <p:spPr>
            <a:xfrm>
              <a:off x="2695324" y="6030977"/>
              <a:ext cx="653208" cy="653215"/>
            </a:xfrm>
            <a:prstGeom prst="rect">
              <a:avLst/>
            </a:prstGeom>
            <a:solidFill>
              <a:srgbClr val="A2F4A6"/>
            </a:solidFill>
            <a:ln w="4928" cap="flat">
              <a:solidFill>
                <a:schemeClr val="tx1">
                  <a:lumMod val="75000"/>
                  <a:lumOff val="25000"/>
                </a:schemeClr>
              </a:solidFill>
              <a:prstDash val="solid"/>
              <a:miter/>
            </a:ln>
          </p:spPr>
          <p:txBody>
            <a:bodyPr wrap="none" anchor="ctr"/>
            <a:lstStyle/>
            <a:p>
              <a:pPr algn="ctr"/>
              <a:r>
                <a:rPr lang="en-US" sz="2800" noProof="0" dirty="0"/>
                <a:t>3</a:t>
              </a:r>
            </a:p>
          </p:txBody>
        </p:sp>
        <p:sp>
          <p:nvSpPr>
            <p:cNvPr id="251" name="Rectangle 250">
              <a:extLst>
                <a:ext uri="{FF2B5EF4-FFF2-40B4-BE49-F238E27FC236}">
                  <a16:creationId xmlns:a16="http://schemas.microsoft.com/office/drawing/2014/main" id="{3C804533-48C9-60EF-0ED7-DAA1CB46E57F}"/>
                </a:ext>
              </a:extLst>
            </p:cNvPr>
            <p:cNvSpPr/>
            <p:nvPr/>
          </p:nvSpPr>
          <p:spPr>
            <a:xfrm>
              <a:off x="2695324" y="6684192"/>
              <a:ext cx="653208" cy="653215"/>
            </a:xfrm>
            <a:prstGeom prst="rect">
              <a:avLst/>
            </a:prstGeom>
            <a:solidFill>
              <a:srgbClr val="A2F4A6"/>
            </a:solidFill>
            <a:ln w="4928" cap="flat">
              <a:solidFill>
                <a:schemeClr val="tx1">
                  <a:lumMod val="75000"/>
                  <a:lumOff val="25000"/>
                </a:schemeClr>
              </a:solidFill>
              <a:prstDash val="solid"/>
              <a:miter/>
            </a:ln>
          </p:spPr>
          <p:txBody>
            <a:bodyPr wrap="none" anchor="ctr"/>
            <a:lstStyle/>
            <a:p>
              <a:pPr algn="ctr"/>
              <a:r>
                <a:rPr lang="en-US" sz="2800" noProof="0" dirty="0"/>
                <a:t>4</a:t>
              </a:r>
            </a:p>
          </p:txBody>
        </p:sp>
        <p:sp>
          <p:nvSpPr>
            <p:cNvPr id="252" name="Rectangle 251">
              <a:extLst>
                <a:ext uri="{FF2B5EF4-FFF2-40B4-BE49-F238E27FC236}">
                  <a16:creationId xmlns:a16="http://schemas.microsoft.com/office/drawing/2014/main" id="{F75E07F7-895B-5974-F694-EF3CBD895052}"/>
                </a:ext>
              </a:extLst>
            </p:cNvPr>
            <p:cNvSpPr/>
            <p:nvPr/>
          </p:nvSpPr>
          <p:spPr>
            <a:xfrm>
              <a:off x="3348532" y="4724546"/>
              <a:ext cx="653208" cy="653215"/>
            </a:xfrm>
            <a:prstGeom prst="rect">
              <a:avLst/>
            </a:prstGeom>
            <a:solidFill>
              <a:srgbClr val="BED6FA"/>
            </a:solidFill>
            <a:ln w="4928" cap="flat">
              <a:solidFill>
                <a:schemeClr val="tx1">
                  <a:lumMod val="75000"/>
                  <a:lumOff val="25000"/>
                </a:schemeClr>
              </a:solidFill>
              <a:prstDash val="solid"/>
              <a:miter/>
            </a:ln>
          </p:spPr>
          <p:txBody>
            <a:bodyPr wrap="none" anchor="ctr"/>
            <a:lstStyle/>
            <a:p>
              <a:pPr algn="ctr"/>
              <a:r>
                <a:rPr lang="en-US" sz="2800" noProof="0" dirty="0"/>
                <a:t>5</a:t>
              </a:r>
            </a:p>
          </p:txBody>
        </p:sp>
        <p:sp>
          <p:nvSpPr>
            <p:cNvPr id="253" name="Rectangle 252">
              <a:extLst>
                <a:ext uri="{FF2B5EF4-FFF2-40B4-BE49-F238E27FC236}">
                  <a16:creationId xmlns:a16="http://schemas.microsoft.com/office/drawing/2014/main" id="{027BD938-2CE3-50FB-5A6C-DF7578D19233}"/>
                </a:ext>
              </a:extLst>
            </p:cNvPr>
            <p:cNvSpPr/>
            <p:nvPr/>
          </p:nvSpPr>
          <p:spPr>
            <a:xfrm>
              <a:off x="3348532" y="5377761"/>
              <a:ext cx="653208" cy="653215"/>
            </a:xfrm>
            <a:prstGeom prst="rect">
              <a:avLst/>
            </a:prstGeom>
            <a:solidFill>
              <a:srgbClr val="BED6FA"/>
            </a:solidFill>
            <a:ln w="4928" cap="flat">
              <a:solidFill>
                <a:schemeClr val="tx1">
                  <a:lumMod val="75000"/>
                  <a:lumOff val="25000"/>
                </a:schemeClr>
              </a:solidFill>
              <a:prstDash val="solid"/>
              <a:miter/>
            </a:ln>
          </p:spPr>
          <p:txBody>
            <a:bodyPr wrap="none" anchor="ctr"/>
            <a:lstStyle/>
            <a:p>
              <a:pPr algn="ctr"/>
              <a:r>
                <a:rPr lang="en-US" sz="2800" noProof="0" dirty="0"/>
                <a:t>6</a:t>
              </a:r>
            </a:p>
          </p:txBody>
        </p:sp>
        <p:sp>
          <p:nvSpPr>
            <p:cNvPr id="254" name="Rectangle 253">
              <a:extLst>
                <a:ext uri="{FF2B5EF4-FFF2-40B4-BE49-F238E27FC236}">
                  <a16:creationId xmlns:a16="http://schemas.microsoft.com/office/drawing/2014/main" id="{CD2BF58C-4B2A-DDB2-0590-4FA5296E7978}"/>
                </a:ext>
              </a:extLst>
            </p:cNvPr>
            <p:cNvSpPr/>
            <p:nvPr/>
          </p:nvSpPr>
          <p:spPr>
            <a:xfrm>
              <a:off x="3348532" y="6030977"/>
              <a:ext cx="653208" cy="653215"/>
            </a:xfrm>
            <a:prstGeom prst="rect">
              <a:avLst/>
            </a:prstGeom>
            <a:solidFill>
              <a:srgbClr val="BED6FA"/>
            </a:solidFill>
            <a:ln w="4928" cap="flat">
              <a:solidFill>
                <a:schemeClr val="tx1">
                  <a:lumMod val="75000"/>
                  <a:lumOff val="25000"/>
                </a:schemeClr>
              </a:solidFill>
              <a:prstDash val="solid"/>
              <a:miter/>
            </a:ln>
          </p:spPr>
          <p:txBody>
            <a:bodyPr wrap="none" anchor="ctr"/>
            <a:lstStyle/>
            <a:p>
              <a:pPr algn="ctr"/>
              <a:r>
                <a:rPr lang="en-US" sz="2800" noProof="0" dirty="0"/>
                <a:t>7</a:t>
              </a:r>
            </a:p>
          </p:txBody>
        </p:sp>
        <p:sp>
          <p:nvSpPr>
            <p:cNvPr id="255" name="Rectangle 254">
              <a:extLst>
                <a:ext uri="{FF2B5EF4-FFF2-40B4-BE49-F238E27FC236}">
                  <a16:creationId xmlns:a16="http://schemas.microsoft.com/office/drawing/2014/main" id="{B2D05F2D-BBAD-A3F2-4410-20DFB91A330C}"/>
                </a:ext>
              </a:extLst>
            </p:cNvPr>
            <p:cNvSpPr/>
            <p:nvPr/>
          </p:nvSpPr>
          <p:spPr>
            <a:xfrm>
              <a:off x="3348532" y="6684192"/>
              <a:ext cx="653208" cy="653215"/>
            </a:xfrm>
            <a:prstGeom prst="rect">
              <a:avLst/>
            </a:prstGeom>
            <a:solidFill>
              <a:srgbClr val="BED6FA"/>
            </a:solidFill>
            <a:ln w="4928" cap="flat">
              <a:solidFill>
                <a:schemeClr val="tx1">
                  <a:lumMod val="75000"/>
                  <a:lumOff val="25000"/>
                </a:schemeClr>
              </a:solidFill>
              <a:prstDash val="solid"/>
              <a:miter/>
            </a:ln>
          </p:spPr>
          <p:txBody>
            <a:bodyPr wrap="none" anchor="ctr"/>
            <a:lstStyle/>
            <a:p>
              <a:pPr algn="ctr"/>
              <a:r>
                <a:rPr lang="en-US" sz="2800" noProof="0" dirty="0"/>
                <a:t>8</a:t>
              </a:r>
            </a:p>
          </p:txBody>
        </p:sp>
        <p:sp>
          <p:nvSpPr>
            <p:cNvPr id="256" name="Rectangle 255">
              <a:extLst>
                <a:ext uri="{FF2B5EF4-FFF2-40B4-BE49-F238E27FC236}">
                  <a16:creationId xmlns:a16="http://schemas.microsoft.com/office/drawing/2014/main" id="{11714080-B8B6-1EEC-E322-0AC57C54313B}"/>
                </a:ext>
              </a:extLst>
            </p:cNvPr>
            <p:cNvSpPr/>
            <p:nvPr/>
          </p:nvSpPr>
          <p:spPr>
            <a:xfrm>
              <a:off x="4001740" y="4724546"/>
              <a:ext cx="653208" cy="653215"/>
            </a:xfrm>
            <a:prstGeom prst="rect">
              <a:avLst/>
            </a:prstGeom>
            <a:solidFill>
              <a:srgbClr val="FBA9ED"/>
            </a:solidFill>
            <a:ln w="4928" cap="flat">
              <a:solidFill>
                <a:schemeClr val="tx1">
                  <a:lumMod val="75000"/>
                  <a:lumOff val="25000"/>
                </a:schemeClr>
              </a:solidFill>
              <a:prstDash val="solid"/>
              <a:miter/>
            </a:ln>
          </p:spPr>
          <p:txBody>
            <a:bodyPr wrap="none" anchor="ctr"/>
            <a:lstStyle/>
            <a:p>
              <a:pPr algn="ctr"/>
              <a:r>
                <a:rPr lang="en-US" sz="2800" noProof="0" dirty="0"/>
                <a:t>9</a:t>
              </a:r>
            </a:p>
          </p:txBody>
        </p:sp>
        <p:sp>
          <p:nvSpPr>
            <p:cNvPr id="257" name="Rectangle 256">
              <a:extLst>
                <a:ext uri="{FF2B5EF4-FFF2-40B4-BE49-F238E27FC236}">
                  <a16:creationId xmlns:a16="http://schemas.microsoft.com/office/drawing/2014/main" id="{404FCA19-9279-8EAF-394F-45A3EA34AFA0}"/>
                </a:ext>
              </a:extLst>
            </p:cNvPr>
            <p:cNvSpPr/>
            <p:nvPr/>
          </p:nvSpPr>
          <p:spPr>
            <a:xfrm>
              <a:off x="4001740" y="5377761"/>
              <a:ext cx="653208" cy="653215"/>
            </a:xfrm>
            <a:prstGeom prst="rect">
              <a:avLst/>
            </a:prstGeom>
            <a:solidFill>
              <a:srgbClr val="FBA9ED"/>
            </a:solidFill>
            <a:ln w="4928" cap="flat">
              <a:solidFill>
                <a:schemeClr val="tx1">
                  <a:lumMod val="75000"/>
                  <a:lumOff val="25000"/>
                </a:schemeClr>
              </a:solidFill>
              <a:prstDash val="solid"/>
              <a:miter/>
            </a:ln>
          </p:spPr>
          <p:txBody>
            <a:bodyPr wrap="none" anchor="ctr"/>
            <a:lstStyle/>
            <a:p>
              <a:pPr algn="ctr"/>
              <a:r>
                <a:rPr lang="en-US" sz="2800" noProof="0" dirty="0"/>
                <a:t>10</a:t>
              </a:r>
            </a:p>
          </p:txBody>
        </p:sp>
        <p:sp>
          <p:nvSpPr>
            <p:cNvPr id="258" name="Rectangle 257">
              <a:extLst>
                <a:ext uri="{FF2B5EF4-FFF2-40B4-BE49-F238E27FC236}">
                  <a16:creationId xmlns:a16="http://schemas.microsoft.com/office/drawing/2014/main" id="{E1955B61-0DF9-348A-80A9-1BF1B88C14B7}"/>
                </a:ext>
              </a:extLst>
            </p:cNvPr>
            <p:cNvSpPr/>
            <p:nvPr/>
          </p:nvSpPr>
          <p:spPr>
            <a:xfrm>
              <a:off x="4001740" y="6030977"/>
              <a:ext cx="653208" cy="653215"/>
            </a:xfrm>
            <a:prstGeom prst="rect">
              <a:avLst/>
            </a:prstGeom>
            <a:solidFill>
              <a:srgbClr val="FBA9ED"/>
            </a:solidFill>
            <a:ln w="4928" cap="flat">
              <a:solidFill>
                <a:schemeClr val="tx1">
                  <a:lumMod val="75000"/>
                  <a:lumOff val="25000"/>
                </a:schemeClr>
              </a:solidFill>
              <a:prstDash val="solid"/>
              <a:miter/>
            </a:ln>
          </p:spPr>
          <p:txBody>
            <a:bodyPr wrap="none" anchor="ctr"/>
            <a:lstStyle/>
            <a:p>
              <a:pPr algn="ctr"/>
              <a:r>
                <a:rPr lang="en-US" sz="2800" noProof="0" dirty="0"/>
                <a:t>11</a:t>
              </a:r>
            </a:p>
          </p:txBody>
        </p:sp>
        <p:sp>
          <p:nvSpPr>
            <p:cNvPr id="259" name="Rectangle 258">
              <a:extLst>
                <a:ext uri="{FF2B5EF4-FFF2-40B4-BE49-F238E27FC236}">
                  <a16:creationId xmlns:a16="http://schemas.microsoft.com/office/drawing/2014/main" id="{EE589CD3-DC6E-F797-F207-8CE5ABDE65D0}"/>
                </a:ext>
              </a:extLst>
            </p:cNvPr>
            <p:cNvSpPr/>
            <p:nvPr/>
          </p:nvSpPr>
          <p:spPr>
            <a:xfrm>
              <a:off x="4001740" y="6684192"/>
              <a:ext cx="653208" cy="653215"/>
            </a:xfrm>
            <a:prstGeom prst="rect">
              <a:avLst/>
            </a:prstGeom>
            <a:solidFill>
              <a:srgbClr val="FBA9ED"/>
            </a:solidFill>
            <a:ln w="4928" cap="flat">
              <a:solidFill>
                <a:schemeClr val="tx1">
                  <a:lumMod val="75000"/>
                  <a:lumOff val="25000"/>
                </a:schemeClr>
              </a:solidFill>
              <a:prstDash val="solid"/>
              <a:miter/>
            </a:ln>
          </p:spPr>
          <p:txBody>
            <a:bodyPr wrap="none" anchor="ctr"/>
            <a:lstStyle/>
            <a:p>
              <a:pPr algn="ctr"/>
              <a:r>
                <a:rPr lang="en-US" sz="2800" noProof="0" dirty="0"/>
                <a:t>12</a:t>
              </a:r>
            </a:p>
          </p:txBody>
        </p:sp>
      </p:grpSp>
      <p:grpSp>
        <p:nvGrpSpPr>
          <p:cNvPr id="262" name="Group 261">
            <a:extLst>
              <a:ext uri="{FF2B5EF4-FFF2-40B4-BE49-F238E27FC236}">
                <a16:creationId xmlns:a16="http://schemas.microsoft.com/office/drawing/2014/main" id="{E3BFC522-F1EF-2168-0CD0-4D620EEFE5BA}"/>
              </a:ext>
            </a:extLst>
          </p:cNvPr>
          <p:cNvGrpSpPr/>
          <p:nvPr>
            <p:custDataLst>
              <p:tags r:id="rId16"/>
            </p:custDataLst>
          </p:nvPr>
        </p:nvGrpSpPr>
        <p:grpSpPr>
          <a:xfrm>
            <a:off x="4928137" y="1806440"/>
            <a:ext cx="2612833" cy="1959646"/>
            <a:chOff x="2695324" y="2111684"/>
            <a:chExt cx="2612833" cy="1959646"/>
          </a:xfrm>
        </p:grpSpPr>
        <p:sp>
          <p:nvSpPr>
            <p:cNvPr id="263" name="Rectangle 262">
              <a:extLst>
                <a:ext uri="{FF2B5EF4-FFF2-40B4-BE49-F238E27FC236}">
                  <a16:creationId xmlns:a16="http://schemas.microsoft.com/office/drawing/2014/main" id="{C24216A8-419D-DB33-BC85-B971CEB56A4E}"/>
                </a:ext>
              </a:extLst>
            </p:cNvPr>
            <p:cNvSpPr/>
            <p:nvPr/>
          </p:nvSpPr>
          <p:spPr>
            <a:xfrm>
              <a:off x="2695324" y="2111684"/>
              <a:ext cx="653208" cy="653215"/>
            </a:xfrm>
            <a:prstGeom prst="rect">
              <a:avLst/>
            </a:prstGeom>
            <a:solidFill>
              <a:srgbClr val="A2F4A6"/>
            </a:solidFill>
            <a:ln w="4928" cap="flat">
              <a:solidFill>
                <a:schemeClr val="tx1">
                  <a:lumMod val="75000"/>
                  <a:lumOff val="25000"/>
                </a:schemeClr>
              </a:solidFill>
              <a:prstDash val="solid"/>
              <a:miter/>
            </a:ln>
          </p:spPr>
          <p:txBody>
            <a:bodyPr wrap="none" anchor="ctr"/>
            <a:lstStyle/>
            <a:p>
              <a:pPr algn="ctr"/>
              <a:r>
                <a:rPr lang="en-US" sz="2800" noProof="0" dirty="0"/>
                <a:t>1</a:t>
              </a:r>
            </a:p>
          </p:txBody>
        </p:sp>
        <p:sp>
          <p:nvSpPr>
            <p:cNvPr id="264" name="Rectangle 263">
              <a:extLst>
                <a:ext uri="{FF2B5EF4-FFF2-40B4-BE49-F238E27FC236}">
                  <a16:creationId xmlns:a16="http://schemas.microsoft.com/office/drawing/2014/main" id="{311C226C-C930-FE9B-896D-7A8A1C8DC3AE}"/>
                </a:ext>
              </a:extLst>
            </p:cNvPr>
            <p:cNvSpPr/>
            <p:nvPr/>
          </p:nvSpPr>
          <p:spPr>
            <a:xfrm>
              <a:off x="3348532" y="2111684"/>
              <a:ext cx="653208" cy="653215"/>
            </a:xfrm>
            <a:prstGeom prst="rect">
              <a:avLst/>
            </a:prstGeom>
            <a:solidFill>
              <a:srgbClr val="A2F4A6"/>
            </a:solidFill>
            <a:ln w="4928" cap="flat">
              <a:solidFill>
                <a:schemeClr val="tx1">
                  <a:lumMod val="75000"/>
                  <a:lumOff val="25000"/>
                </a:schemeClr>
              </a:solidFill>
              <a:prstDash val="solid"/>
              <a:miter/>
            </a:ln>
          </p:spPr>
          <p:txBody>
            <a:bodyPr wrap="none" anchor="ctr"/>
            <a:lstStyle/>
            <a:p>
              <a:pPr algn="ctr"/>
              <a:r>
                <a:rPr lang="en-US" sz="2800" noProof="0" dirty="0"/>
                <a:t>2</a:t>
              </a:r>
            </a:p>
          </p:txBody>
        </p:sp>
        <p:sp>
          <p:nvSpPr>
            <p:cNvPr id="265" name="Rectangle 264">
              <a:extLst>
                <a:ext uri="{FF2B5EF4-FFF2-40B4-BE49-F238E27FC236}">
                  <a16:creationId xmlns:a16="http://schemas.microsoft.com/office/drawing/2014/main" id="{35980DA4-ADFC-6F8A-0BA1-010E6EE067E0}"/>
                </a:ext>
              </a:extLst>
            </p:cNvPr>
            <p:cNvSpPr/>
            <p:nvPr/>
          </p:nvSpPr>
          <p:spPr>
            <a:xfrm>
              <a:off x="4001740" y="2111684"/>
              <a:ext cx="653208" cy="653215"/>
            </a:xfrm>
            <a:prstGeom prst="rect">
              <a:avLst/>
            </a:prstGeom>
            <a:solidFill>
              <a:srgbClr val="A2F4A6"/>
            </a:solidFill>
            <a:ln w="4928" cap="flat">
              <a:solidFill>
                <a:schemeClr val="tx1">
                  <a:lumMod val="75000"/>
                  <a:lumOff val="25000"/>
                </a:schemeClr>
              </a:solidFill>
              <a:prstDash val="solid"/>
              <a:miter/>
            </a:ln>
          </p:spPr>
          <p:txBody>
            <a:bodyPr wrap="none" anchor="ctr"/>
            <a:lstStyle/>
            <a:p>
              <a:pPr algn="ctr"/>
              <a:r>
                <a:rPr lang="en-US" sz="2800" noProof="0" dirty="0"/>
                <a:t>3</a:t>
              </a:r>
            </a:p>
          </p:txBody>
        </p:sp>
        <p:sp>
          <p:nvSpPr>
            <p:cNvPr id="266" name="Rectangle 265">
              <a:extLst>
                <a:ext uri="{FF2B5EF4-FFF2-40B4-BE49-F238E27FC236}">
                  <a16:creationId xmlns:a16="http://schemas.microsoft.com/office/drawing/2014/main" id="{569D00A0-CC33-75F5-4446-A596ADE4352F}"/>
                </a:ext>
              </a:extLst>
            </p:cNvPr>
            <p:cNvSpPr/>
            <p:nvPr/>
          </p:nvSpPr>
          <p:spPr>
            <a:xfrm>
              <a:off x="4654949" y="2111684"/>
              <a:ext cx="653208" cy="653215"/>
            </a:xfrm>
            <a:prstGeom prst="rect">
              <a:avLst/>
            </a:prstGeom>
            <a:solidFill>
              <a:srgbClr val="A2F4A6"/>
            </a:solidFill>
            <a:ln w="4928" cap="flat">
              <a:solidFill>
                <a:schemeClr val="tx1">
                  <a:lumMod val="75000"/>
                  <a:lumOff val="25000"/>
                </a:schemeClr>
              </a:solidFill>
              <a:prstDash val="solid"/>
              <a:miter/>
            </a:ln>
          </p:spPr>
          <p:txBody>
            <a:bodyPr wrap="none" anchor="ctr"/>
            <a:lstStyle/>
            <a:p>
              <a:pPr algn="ctr"/>
              <a:r>
                <a:rPr lang="en-US" sz="2800" noProof="0" dirty="0"/>
                <a:t>4</a:t>
              </a:r>
            </a:p>
          </p:txBody>
        </p:sp>
        <p:sp>
          <p:nvSpPr>
            <p:cNvPr id="267" name="Rectangle 266">
              <a:extLst>
                <a:ext uri="{FF2B5EF4-FFF2-40B4-BE49-F238E27FC236}">
                  <a16:creationId xmlns:a16="http://schemas.microsoft.com/office/drawing/2014/main" id="{ACC0D66D-D18E-C431-AA37-49C15CC7EC41}"/>
                </a:ext>
              </a:extLst>
            </p:cNvPr>
            <p:cNvSpPr/>
            <p:nvPr/>
          </p:nvSpPr>
          <p:spPr>
            <a:xfrm>
              <a:off x="2695324" y="2764899"/>
              <a:ext cx="653208" cy="653215"/>
            </a:xfrm>
            <a:prstGeom prst="rect">
              <a:avLst/>
            </a:prstGeom>
            <a:solidFill>
              <a:srgbClr val="BED6FA"/>
            </a:solidFill>
            <a:ln w="4928" cap="flat">
              <a:solidFill>
                <a:schemeClr val="tx1">
                  <a:lumMod val="75000"/>
                  <a:lumOff val="25000"/>
                </a:schemeClr>
              </a:solidFill>
              <a:prstDash val="solid"/>
              <a:miter/>
            </a:ln>
          </p:spPr>
          <p:txBody>
            <a:bodyPr wrap="none" anchor="ctr"/>
            <a:lstStyle/>
            <a:p>
              <a:pPr algn="ctr"/>
              <a:r>
                <a:rPr lang="en-US" sz="2800" noProof="0" dirty="0"/>
                <a:t>5</a:t>
              </a:r>
            </a:p>
          </p:txBody>
        </p:sp>
        <p:sp>
          <p:nvSpPr>
            <p:cNvPr id="268" name="Rectangle 267">
              <a:extLst>
                <a:ext uri="{FF2B5EF4-FFF2-40B4-BE49-F238E27FC236}">
                  <a16:creationId xmlns:a16="http://schemas.microsoft.com/office/drawing/2014/main" id="{A29CA531-0659-5409-828F-DD6F3284FF20}"/>
                </a:ext>
              </a:extLst>
            </p:cNvPr>
            <p:cNvSpPr/>
            <p:nvPr/>
          </p:nvSpPr>
          <p:spPr>
            <a:xfrm>
              <a:off x="3348532" y="2764899"/>
              <a:ext cx="653208" cy="653215"/>
            </a:xfrm>
            <a:prstGeom prst="rect">
              <a:avLst/>
            </a:prstGeom>
            <a:solidFill>
              <a:srgbClr val="BED6FA"/>
            </a:solidFill>
            <a:ln w="4928" cap="flat">
              <a:solidFill>
                <a:schemeClr val="tx1">
                  <a:lumMod val="75000"/>
                  <a:lumOff val="25000"/>
                </a:schemeClr>
              </a:solidFill>
              <a:prstDash val="solid"/>
              <a:miter/>
            </a:ln>
          </p:spPr>
          <p:txBody>
            <a:bodyPr wrap="none" anchor="ctr"/>
            <a:lstStyle/>
            <a:p>
              <a:pPr algn="ctr"/>
              <a:r>
                <a:rPr lang="en-US" sz="2800" noProof="0" dirty="0"/>
                <a:t>6</a:t>
              </a:r>
            </a:p>
          </p:txBody>
        </p:sp>
        <p:sp>
          <p:nvSpPr>
            <p:cNvPr id="269" name="Rectangle 268">
              <a:extLst>
                <a:ext uri="{FF2B5EF4-FFF2-40B4-BE49-F238E27FC236}">
                  <a16:creationId xmlns:a16="http://schemas.microsoft.com/office/drawing/2014/main" id="{F2F9797C-CE4F-B9BB-281C-DA3FE25AE0A9}"/>
                </a:ext>
              </a:extLst>
            </p:cNvPr>
            <p:cNvSpPr/>
            <p:nvPr/>
          </p:nvSpPr>
          <p:spPr>
            <a:xfrm>
              <a:off x="4001740" y="2764899"/>
              <a:ext cx="653208" cy="653215"/>
            </a:xfrm>
            <a:prstGeom prst="rect">
              <a:avLst/>
            </a:prstGeom>
            <a:solidFill>
              <a:srgbClr val="BED6FA"/>
            </a:solidFill>
            <a:ln w="4928" cap="flat">
              <a:solidFill>
                <a:schemeClr val="tx1">
                  <a:lumMod val="75000"/>
                  <a:lumOff val="25000"/>
                </a:schemeClr>
              </a:solidFill>
              <a:prstDash val="solid"/>
              <a:miter/>
            </a:ln>
          </p:spPr>
          <p:txBody>
            <a:bodyPr wrap="none" anchor="ctr"/>
            <a:lstStyle/>
            <a:p>
              <a:pPr algn="ctr"/>
              <a:r>
                <a:rPr lang="en-US" sz="2800" noProof="0" dirty="0"/>
                <a:t>7</a:t>
              </a:r>
            </a:p>
          </p:txBody>
        </p:sp>
        <p:sp>
          <p:nvSpPr>
            <p:cNvPr id="270" name="Rectangle 269">
              <a:extLst>
                <a:ext uri="{FF2B5EF4-FFF2-40B4-BE49-F238E27FC236}">
                  <a16:creationId xmlns:a16="http://schemas.microsoft.com/office/drawing/2014/main" id="{5260F082-0A0A-3985-3FAB-DD757292FF8E}"/>
                </a:ext>
              </a:extLst>
            </p:cNvPr>
            <p:cNvSpPr/>
            <p:nvPr/>
          </p:nvSpPr>
          <p:spPr>
            <a:xfrm>
              <a:off x="4654949" y="2764899"/>
              <a:ext cx="653208" cy="653215"/>
            </a:xfrm>
            <a:prstGeom prst="rect">
              <a:avLst/>
            </a:prstGeom>
            <a:solidFill>
              <a:srgbClr val="BED6FA"/>
            </a:solidFill>
            <a:ln w="4928" cap="flat">
              <a:solidFill>
                <a:schemeClr val="tx1">
                  <a:lumMod val="75000"/>
                  <a:lumOff val="25000"/>
                </a:schemeClr>
              </a:solidFill>
              <a:prstDash val="solid"/>
              <a:miter/>
            </a:ln>
          </p:spPr>
          <p:txBody>
            <a:bodyPr wrap="none" anchor="ctr"/>
            <a:lstStyle/>
            <a:p>
              <a:pPr algn="ctr"/>
              <a:r>
                <a:rPr lang="en-US" sz="2800" noProof="0" dirty="0"/>
                <a:t>8</a:t>
              </a:r>
            </a:p>
          </p:txBody>
        </p:sp>
        <p:sp>
          <p:nvSpPr>
            <p:cNvPr id="271" name="Rectangle 270">
              <a:extLst>
                <a:ext uri="{FF2B5EF4-FFF2-40B4-BE49-F238E27FC236}">
                  <a16:creationId xmlns:a16="http://schemas.microsoft.com/office/drawing/2014/main" id="{8D3385A8-1686-1E53-4C0A-F729BFF0EA84}"/>
                </a:ext>
              </a:extLst>
            </p:cNvPr>
            <p:cNvSpPr/>
            <p:nvPr/>
          </p:nvSpPr>
          <p:spPr>
            <a:xfrm>
              <a:off x="2695324" y="3418115"/>
              <a:ext cx="653208" cy="653215"/>
            </a:xfrm>
            <a:prstGeom prst="rect">
              <a:avLst/>
            </a:prstGeom>
            <a:solidFill>
              <a:srgbClr val="FBA9ED"/>
            </a:solidFill>
            <a:ln w="4928" cap="flat">
              <a:solidFill>
                <a:schemeClr val="tx1">
                  <a:lumMod val="75000"/>
                  <a:lumOff val="25000"/>
                </a:schemeClr>
              </a:solidFill>
              <a:prstDash val="solid"/>
              <a:miter/>
            </a:ln>
          </p:spPr>
          <p:txBody>
            <a:bodyPr wrap="none" anchor="ctr"/>
            <a:lstStyle/>
            <a:p>
              <a:pPr algn="ctr"/>
              <a:r>
                <a:rPr lang="en-US" sz="2800" noProof="0" dirty="0"/>
                <a:t>9</a:t>
              </a:r>
            </a:p>
          </p:txBody>
        </p:sp>
        <p:sp>
          <p:nvSpPr>
            <p:cNvPr id="272" name="Rectangle 271">
              <a:extLst>
                <a:ext uri="{FF2B5EF4-FFF2-40B4-BE49-F238E27FC236}">
                  <a16:creationId xmlns:a16="http://schemas.microsoft.com/office/drawing/2014/main" id="{5EB78552-7BB3-5601-6FFD-E537D2448EA2}"/>
                </a:ext>
              </a:extLst>
            </p:cNvPr>
            <p:cNvSpPr/>
            <p:nvPr/>
          </p:nvSpPr>
          <p:spPr>
            <a:xfrm>
              <a:off x="3348532" y="3418115"/>
              <a:ext cx="653208" cy="653215"/>
            </a:xfrm>
            <a:prstGeom prst="rect">
              <a:avLst/>
            </a:prstGeom>
            <a:solidFill>
              <a:srgbClr val="FBA9ED"/>
            </a:solidFill>
            <a:ln w="4928" cap="flat">
              <a:solidFill>
                <a:schemeClr val="tx1">
                  <a:lumMod val="75000"/>
                  <a:lumOff val="25000"/>
                </a:schemeClr>
              </a:solidFill>
              <a:prstDash val="solid"/>
              <a:miter/>
            </a:ln>
          </p:spPr>
          <p:txBody>
            <a:bodyPr wrap="none" anchor="ctr"/>
            <a:lstStyle/>
            <a:p>
              <a:pPr algn="ctr"/>
              <a:r>
                <a:rPr lang="en-US" sz="2800" noProof="0" dirty="0"/>
                <a:t>10</a:t>
              </a:r>
            </a:p>
          </p:txBody>
        </p:sp>
        <p:sp>
          <p:nvSpPr>
            <p:cNvPr id="273" name="Rectangle 272">
              <a:extLst>
                <a:ext uri="{FF2B5EF4-FFF2-40B4-BE49-F238E27FC236}">
                  <a16:creationId xmlns:a16="http://schemas.microsoft.com/office/drawing/2014/main" id="{1B25A40A-A26F-7725-07CE-39A7BFF318BE}"/>
                </a:ext>
              </a:extLst>
            </p:cNvPr>
            <p:cNvSpPr/>
            <p:nvPr/>
          </p:nvSpPr>
          <p:spPr>
            <a:xfrm>
              <a:off x="4001740" y="3418115"/>
              <a:ext cx="653208" cy="653215"/>
            </a:xfrm>
            <a:prstGeom prst="rect">
              <a:avLst/>
            </a:prstGeom>
            <a:solidFill>
              <a:srgbClr val="FBA9ED"/>
            </a:solidFill>
            <a:ln w="4928" cap="flat">
              <a:solidFill>
                <a:schemeClr val="tx1">
                  <a:lumMod val="75000"/>
                  <a:lumOff val="25000"/>
                </a:schemeClr>
              </a:solidFill>
              <a:prstDash val="solid"/>
              <a:miter/>
            </a:ln>
          </p:spPr>
          <p:txBody>
            <a:bodyPr wrap="none" anchor="ctr"/>
            <a:lstStyle/>
            <a:p>
              <a:pPr algn="ctr"/>
              <a:r>
                <a:rPr lang="en-US" sz="2800" noProof="0" dirty="0"/>
                <a:t>11</a:t>
              </a:r>
            </a:p>
          </p:txBody>
        </p:sp>
        <p:sp>
          <p:nvSpPr>
            <p:cNvPr id="274" name="Rectangle 273">
              <a:extLst>
                <a:ext uri="{FF2B5EF4-FFF2-40B4-BE49-F238E27FC236}">
                  <a16:creationId xmlns:a16="http://schemas.microsoft.com/office/drawing/2014/main" id="{819EB925-88FA-DC61-7720-C364D646144D}"/>
                </a:ext>
              </a:extLst>
            </p:cNvPr>
            <p:cNvSpPr/>
            <p:nvPr/>
          </p:nvSpPr>
          <p:spPr>
            <a:xfrm>
              <a:off x="4654949" y="3418115"/>
              <a:ext cx="653208" cy="653215"/>
            </a:xfrm>
            <a:prstGeom prst="rect">
              <a:avLst/>
            </a:prstGeom>
            <a:solidFill>
              <a:srgbClr val="FBA9ED"/>
            </a:solidFill>
            <a:ln w="4928" cap="flat">
              <a:solidFill>
                <a:schemeClr val="tx1">
                  <a:lumMod val="75000"/>
                  <a:lumOff val="25000"/>
                </a:schemeClr>
              </a:solidFill>
              <a:prstDash val="solid"/>
              <a:miter/>
            </a:ln>
          </p:spPr>
          <p:txBody>
            <a:bodyPr wrap="none" anchor="ctr"/>
            <a:lstStyle/>
            <a:p>
              <a:pPr algn="ctr"/>
              <a:r>
                <a:rPr lang="en-US" sz="2800" noProof="0" dirty="0"/>
                <a:t>12</a:t>
              </a:r>
            </a:p>
          </p:txBody>
        </p:sp>
      </p:grpSp>
      <p:grpSp>
        <p:nvGrpSpPr>
          <p:cNvPr id="275" name="Group 274">
            <a:extLst>
              <a:ext uri="{FF2B5EF4-FFF2-40B4-BE49-F238E27FC236}">
                <a16:creationId xmlns:a16="http://schemas.microsoft.com/office/drawing/2014/main" id="{417B981E-C63C-E124-C567-767FE72B7AAC}"/>
              </a:ext>
            </a:extLst>
          </p:cNvPr>
          <p:cNvGrpSpPr/>
          <p:nvPr>
            <p:custDataLst>
              <p:tags r:id="rId17"/>
            </p:custDataLst>
          </p:nvPr>
        </p:nvGrpSpPr>
        <p:grpSpPr>
          <a:xfrm>
            <a:off x="1998386" y="3932508"/>
            <a:ext cx="1959624" cy="2612861"/>
            <a:chOff x="7267782" y="2111684"/>
            <a:chExt cx="1959624" cy="2612861"/>
          </a:xfrm>
        </p:grpSpPr>
        <p:sp>
          <p:nvSpPr>
            <p:cNvPr id="276" name="Rectangle 275">
              <a:extLst>
                <a:ext uri="{FF2B5EF4-FFF2-40B4-BE49-F238E27FC236}">
                  <a16:creationId xmlns:a16="http://schemas.microsoft.com/office/drawing/2014/main" id="{E432A966-D3D9-4263-BD18-BBCFDC19418B}"/>
                </a:ext>
              </a:extLst>
            </p:cNvPr>
            <p:cNvSpPr/>
            <p:nvPr/>
          </p:nvSpPr>
          <p:spPr>
            <a:xfrm>
              <a:off x="7267782" y="2111684"/>
              <a:ext cx="653208" cy="653215"/>
            </a:xfrm>
            <a:prstGeom prst="rect">
              <a:avLst/>
            </a:prstGeom>
            <a:solidFill>
              <a:srgbClr val="A2F4A6"/>
            </a:solidFill>
            <a:ln w="4928" cap="flat">
              <a:solidFill>
                <a:schemeClr val="tx1">
                  <a:lumMod val="75000"/>
                  <a:lumOff val="25000"/>
                </a:schemeClr>
              </a:solidFill>
              <a:prstDash val="solid"/>
              <a:miter/>
            </a:ln>
          </p:spPr>
          <p:txBody>
            <a:bodyPr wrap="none" anchor="ctr"/>
            <a:lstStyle/>
            <a:p>
              <a:pPr algn="ctr"/>
              <a:r>
                <a:rPr lang="en-US" sz="2800" noProof="0" dirty="0"/>
                <a:t>1</a:t>
              </a:r>
            </a:p>
          </p:txBody>
        </p:sp>
        <p:sp>
          <p:nvSpPr>
            <p:cNvPr id="277" name="Rectangle 276">
              <a:extLst>
                <a:ext uri="{FF2B5EF4-FFF2-40B4-BE49-F238E27FC236}">
                  <a16:creationId xmlns:a16="http://schemas.microsoft.com/office/drawing/2014/main" id="{6D77121A-E1BE-4D31-20A0-203F0D202B63}"/>
                </a:ext>
              </a:extLst>
            </p:cNvPr>
            <p:cNvSpPr/>
            <p:nvPr/>
          </p:nvSpPr>
          <p:spPr>
            <a:xfrm>
              <a:off x="7920990" y="2111684"/>
              <a:ext cx="653208" cy="653215"/>
            </a:xfrm>
            <a:prstGeom prst="rect">
              <a:avLst/>
            </a:prstGeom>
            <a:solidFill>
              <a:srgbClr val="A2F4A6"/>
            </a:solidFill>
            <a:ln w="4928" cap="flat">
              <a:solidFill>
                <a:schemeClr val="tx1">
                  <a:lumMod val="75000"/>
                  <a:lumOff val="25000"/>
                </a:schemeClr>
              </a:solidFill>
              <a:prstDash val="solid"/>
              <a:miter/>
            </a:ln>
          </p:spPr>
          <p:txBody>
            <a:bodyPr wrap="none" anchor="ctr"/>
            <a:lstStyle/>
            <a:p>
              <a:pPr algn="ctr"/>
              <a:r>
                <a:rPr lang="en-US" sz="2800" noProof="0" dirty="0"/>
                <a:t>2</a:t>
              </a:r>
            </a:p>
          </p:txBody>
        </p:sp>
        <p:sp>
          <p:nvSpPr>
            <p:cNvPr id="278" name="Rectangle 277">
              <a:extLst>
                <a:ext uri="{FF2B5EF4-FFF2-40B4-BE49-F238E27FC236}">
                  <a16:creationId xmlns:a16="http://schemas.microsoft.com/office/drawing/2014/main" id="{C8419681-EE03-ECC7-F0F2-F2932A667AFE}"/>
                </a:ext>
              </a:extLst>
            </p:cNvPr>
            <p:cNvSpPr/>
            <p:nvPr/>
          </p:nvSpPr>
          <p:spPr>
            <a:xfrm>
              <a:off x="8574198" y="2111684"/>
              <a:ext cx="653208" cy="653215"/>
            </a:xfrm>
            <a:prstGeom prst="rect">
              <a:avLst/>
            </a:prstGeom>
            <a:solidFill>
              <a:srgbClr val="A2F4A6"/>
            </a:solidFill>
            <a:ln w="4928" cap="flat">
              <a:solidFill>
                <a:schemeClr val="tx1">
                  <a:lumMod val="75000"/>
                  <a:lumOff val="25000"/>
                </a:schemeClr>
              </a:solidFill>
              <a:prstDash val="solid"/>
              <a:miter/>
            </a:ln>
          </p:spPr>
          <p:txBody>
            <a:bodyPr wrap="none" anchor="ctr"/>
            <a:lstStyle/>
            <a:p>
              <a:pPr algn="ctr"/>
              <a:r>
                <a:rPr lang="en-US" sz="2800" noProof="0" dirty="0"/>
                <a:t>3</a:t>
              </a:r>
            </a:p>
          </p:txBody>
        </p:sp>
        <p:sp>
          <p:nvSpPr>
            <p:cNvPr id="279" name="Rectangle 278">
              <a:extLst>
                <a:ext uri="{FF2B5EF4-FFF2-40B4-BE49-F238E27FC236}">
                  <a16:creationId xmlns:a16="http://schemas.microsoft.com/office/drawing/2014/main" id="{F166A70F-73ED-803F-3F0C-71DE3565EDBC}"/>
                </a:ext>
              </a:extLst>
            </p:cNvPr>
            <p:cNvSpPr/>
            <p:nvPr/>
          </p:nvSpPr>
          <p:spPr>
            <a:xfrm>
              <a:off x="7267782" y="2764899"/>
              <a:ext cx="653208" cy="653215"/>
            </a:xfrm>
            <a:prstGeom prst="rect">
              <a:avLst/>
            </a:prstGeom>
            <a:solidFill>
              <a:srgbClr val="A2F4A6"/>
            </a:solidFill>
            <a:ln w="4928" cap="flat">
              <a:solidFill>
                <a:schemeClr val="tx1">
                  <a:lumMod val="75000"/>
                  <a:lumOff val="25000"/>
                </a:schemeClr>
              </a:solidFill>
              <a:prstDash val="solid"/>
              <a:miter/>
            </a:ln>
          </p:spPr>
          <p:txBody>
            <a:bodyPr wrap="none" anchor="ctr"/>
            <a:lstStyle/>
            <a:p>
              <a:pPr algn="ctr"/>
              <a:r>
                <a:rPr lang="en-US" sz="2800" noProof="0" dirty="0"/>
                <a:t>4</a:t>
              </a:r>
            </a:p>
          </p:txBody>
        </p:sp>
        <p:sp>
          <p:nvSpPr>
            <p:cNvPr id="280" name="Rectangle 279">
              <a:extLst>
                <a:ext uri="{FF2B5EF4-FFF2-40B4-BE49-F238E27FC236}">
                  <a16:creationId xmlns:a16="http://schemas.microsoft.com/office/drawing/2014/main" id="{E15C6862-61A1-8EFD-63CA-3918EB71239D}"/>
                </a:ext>
              </a:extLst>
            </p:cNvPr>
            <p:cNvSpPr/>
            <p:nvPr/>
          </p:nvSpPr>
          <p:spPr>
            <a:xfrm>
              <a:off x="7920990" y="2764899"/>
              <a:ext cx="653208" cy="653215"/>
            </a:xfrm>
            <a:prstGeom prst="rect">
              <a:avLst/>
            </a:prstGeom>
            <a:solidFill>
              <a:srgbClr val="BED6FA"/>
            </a:solidFill>
            <a:ln w="4928" cap="flat">
              <a:solidFill>
                <a:schemeClr val="tx1">
                  <a:lumMod val="75000"/>
                  <a:lumOff val="25000"/>
                </a:schemeClr>
              </a:solidFill>
              <a:prstDash val="solid"/>
              <a:miter/>
            </a:ln>
          </p:spPr>
          <p:txBody>
            <a:bodyPr wrap="none" anchor="ctr"/>
            <a:lstStyle/>
            <a:p>
              <a:pPr algn="ctr"/>
              <a:r>
                <a:rPr lang="en-US" sz="2800" noProof="0" dirty="0"/>
                <a:t>5</a:t>
              </a:r>
            </a:p>
          </p:txBody>
        </p:sp>
        <p:sp>
          <p:nvSpPr>
            <p:cNvPr id="281" name="Rectangle 280">
              <a:extLst>
                <a:ext uri="{FF2B5EF4-FFF2-40B4-BE49-F238E27FC236}">
                  <a16:creationId xmlns:a16="http://schemas.microsoft.com/office/drawing/2014/main" id="{972B3B49-62D6-42EF-3FA1-8E655F00AA44}"/>
                </a:ext>
              </a:extLst>
            </p:cNvPr>
            <p:cNvSpPr/>
            <p:nvPr/>
          </p:nvSpPr>
          <p:spPr>
            <a:xfrm>
              <a:off x="8574198" y="2764899"/>
              <a:ext cx="653208" cy="653215"/>
            </a:xfrm>
            <a:prstGeom prst="rect">
              <a:avLst/>
            </a:prstGeom>
            <a:solidFill>
              <a:srgbClr val="BED6FA"/>
            </a:solidFill>
            <a:ln w="4928" cap="flat">
              <a:solidFill>
                <a:schemeClr val="tx1">
                  <a:lumMod val="75000"/>
                  <a:lumOff val="25000"/>
                </a:schemeClr>
              </a:solidFill>
              <a:prstDash val="solid"/>
              <a:miter/>
            </a:ln>
          </p:spPr>
          <p:txBody>
            <a:bodyPr wrap="none" anchor="ctr"/>
            <a:lstStyle/>
            <a:p>
              <a:pPr algn="ctr"/>
              <a:r>
                <a:rPr lang="en-US" sz="2800" noProof="0" dirty="0"/>
                <a:t>6</a:t>
              </a:r>
            </a:p>
          </p:txBody>
        </p:sp>
        <p:sp>
          <p:nvSpPr>
            <p:cNvPr id="282" name="Rectangle 281">
              <a:extLst>
                <a:ext uri="{FF2B5EF4-FFF2-40B4-BE49-F238E27FC236}">
                  <a16:creationId xmlns:a16="http://schemas.microsoft.com/office/drawing/2014/main" id="{A1D4053D-B172-78CF-A694-B1E16F5EC418}"/>
                </a:ext>
              </a:extLst>
            </p:cNvPr>
            <p:cNvSpPr/>
            <p:nvPr/>
          </p:nvSpPr>
          <p:spPr>
            <a:xfrm>
              <a:off x="7267782" y="3418115"/>
              <a:ext cx="653208" cy="653215"/>
            </a:xfrm>
            <a:prstGeom prst="rect">
              <a:avLst/>
            </a:prstGeom>
            <a:solidFill>
              <a:srgbClr val="BED6FA"/>
            </a:solidFill>
            <a:ln w="4928" cap="flat">
              <a:solidFill>
                <a:schemeClr val="tx1">
                  <a:lumMod val="75000"/>
                  <a:lumOff val="25000"/>
                </a:schemeClr>
              </a:solidFill>
              <a:prstDash val="solid"/>
              <a:miter/>
            </a:ln>
          </p:spPr>
          <p:txBody>
            <a:bodyPr wrap="none" anchor="ctr"/>
            <a:lstStyle/>
            <a:p>
              <a:pPr algn="ctr"/>
              <a:r>
                <a:rPr lang="en-US" sz="2800" noProof="0" dirty="0"/>
                <a:t>7</a:t>
              </a:r>
            </a:p>
          </p:txBody>
        </p:sp>
        <p:sp>
          <p:nvSpPr>
            <p:cNvPr id="283" name="Rectangle 282">
              <a:extLst>
                <a:ext uri="{FF2B5EF4-FFF2-40B4-BE49-F238E27FC236}">
                  <a16:creationId xmlns:a16="http://schemas.microsoft.com/office/drawing/2014/main" id="{80CA5CB3-BDE6-56FD-A424-135F609A4B33}"/>
                </a:ext>
              </a:extLst>
            </p:cNvPr>
            <p:cNvSpPr/>
            <p:nvPr/>
          </p:nvSpPr>
          <p:spPr>
            <a:xfrm>
              <a:off x="7920990" y="3418115"/>
              <a:ext cx="653208" cy="653215"/>
            </a:xfrm>
            <a:prstGeom prst="rect">
              <a:avLst/>
            </a:prstGeom>
            <a:solidFill>
              <a:srgbClr val="BED6FA"/>
            </a:solidFill>
            <a:ln w="4928" cap="flat">
              <a:solidFill>
                <a:schemeClr val="tx1">
                  <a:lumMod val="75000"/>
                  <a:lumOff val="25000"/>
                </a:schemeClr>
              </a:solidFill>
              <a:prstDash val="solid"/>
              <a:miter/>
            </a:ln>
          </p:spPr>
          <p:txBody>
            <a:bodyPr wrap="none" anchor="ctr"/>
            <a:lstStyle/>
            <a:p>
              <a:pPr algn="ctr"/>
              <a:r>
                <a:rPr lang="en-US" sz="2800" noProof="0" dirty="0"/>
                <a:t>8</a:t>
              </a:r>
            </a:p>
          </p:txBody>
        </p:sp>
        <p:sp>
          <p:nvSpPr>
            <p:cNvPr id="284" name="Rectangle 283">
              <a:extLst>
                <a:ext uri="{FF2B5EF4-FFF2-40B4-BE49-F238E27FC236}">
                  <a16:creationId xmlns:a16="http://schemas.microsoft.com/office/drawing/2014/main" id="{DCF04BFA-01E3-13E2-55F2-91585F9FC85B}"/>
                </a:ext>
              </a:extLst>
            </p:cNvPr>
            <p:cNvSpPr/>
            <p:nvPr/>
          </p:nvSpPr>
          <p:spPr>
            <a:xfrm>
              <a:off x="8574198" y="3418115"/>
              <a:ext cx="653208" cy="653215"/>
            </a:xfrm>
            <a:prstGeom prst="rect">
              <a:avLst/>
            </a:prstGeom>
            <a:solidFill>
              <a:srgbClr val="FBA9ED"/>
            </a:solidFill>
            <a:ln w="4928" cap="flat">
              <a:solidFill>
                <a:schemeClr val="tx1">
                  <a:lumMod val="75000"/>
                  <a:lumOff val="25000"/>
                </a:schemeClr>
              </a:solidFill>
              <a:prstDash val="solid"/>
              <a:miter/>
            </a:ln>
          </p:spPr>
          <p:txBody>
            <a:bodyPr wrap="none" anchor="ctr"/>
            <a:lstStyle/>
            <a:p>
              <a:pPr algn="ctr"/>
              <a:r>
                <a:rPr lang="en-US" sz="2800" noProof="0" dirty="0"/>
                <a:t>9</a:t>
              </a:r>
            </a:p>
          </p:txBody>
        </p:sp>
        <p:sp>
          <p:nvSpPr>
            <p:cNvPr id="285" name="Rectangle 284">
              <a:extLst>
                <a:ext uri="{FF2B5EF4-FFF2-40B4-BE49-F238E27FC236}">
                  <a16:creationId xmlns:a16="http://schemas.microsoft.com/office/drawing/2014/main" id="{9D1404AE-BDF6-8EDE-8D97-2B7F5AD57054}"/>
                </a:ext>
              </a:extLst>
            </p:cNvPr>
            <p:cNvSpPr/>
            <p:nvPr/>
          </p:nvSpPr>
          <p:spPr>
            <a:xfrm>
              <a:off x="7267782" y="4071330"/>
              <a:ext cx="653208" cy="653215"/>
            </a:xfrm>
            <a:prstGeom prst="rect">
              <a:avLst/>
            </a:prstGeom>
            <a:solidFill>
              <a:srgbClr val="FBA9ED"/>
            </a:solidFill>
            <a:ln w="4928" cap="flat">
              <a:solidFill>
                <a:schemeClr val="tx1">
                  <a:lumMod val="75000"/>
                  <a:lumOff val="25000"/>
                </a:schemeClr>
              </a:solidFill>
              <a:prstDash val="solid"/>
              <a:miter/>
            </a:ln>
          </p:spPr>
          <p:txBody>
            <a:bodyPr wrap="none" anchor="ctr"/>
            <a:lstStyle/>
            <a:p>
              <a:pPr algn="ctr"/>
              <a:r>
                <a:rPr lang="en-US" sz="2800" noProof="0" dirty="0"/>
                <a:t>10</a:t>
              </a:r>
            </a:p>
          </p:txBody>
        </p:sp>
        <p:sp>
          <p:nvSpPr>
            <p:cNvPr id="286" name="Rectangle 285">
              <a:extLst>
                <a:ext uri="{FF2B5EF4-FFF2-40B4-BE49-F238E27FC236}">
                  <a16:creationId xmlns:a16="http://schemas.microsoft.com/office/drawing/2014/main" id="{D00AE7D2-DF24-407A-268B-452856AF8CC3}"/>
                </a:ext>
              </a:extLst>
            </p:cNvPr>
            <p:cNvSpPr/>
            <p:nvPr/>
          </p:nvSpPr>
          <p:spPr>
            <a:xfrm>
              <a:off x="7920990" y="4071330"/>
              <a:ext cx="653208" cy="653215"/>
            </a:xfrm>
            <a:prstGeom prst="rect">
              <a:avLst/>
            </a:prstGeom>
            <a:solidFill>
              <a:srgbClr val="FBA9ED"/>
            </a:solidFill>
            <a:ln w="4928" cap="flat">
              <a:solidFill>
                <a:schemeClr val="tx1">
                  <a:lumMod val="75000"/>
                  <a:lumOff val="25000"/>
                </a:schemeClr>
              </a:solidFill>
              <a:prstDash val="solid"/>
              <a:miter/>
            </a:ln>
          </p:spPr>
          <p:txBody>
            <a:bodyPr wrap="none" anchor="ctr"/>
            <a:lstStyle/>
            <a:p>
              <a:pPr algn="ctr"/>
              <a:r>
                <a:rPr lang="en-US" sz="2800" noProof="0" dirty="0"/>
                <a:t>11</a:t>
              </a:r>
            </a:p>
          </p:txBody>
        </p:sp>
        <p:sp>
          <p:nvSpPr>
            <p:cNvPr id="287" name="Rectangle 286">
              <a:extLst>
                <a:ext uri="{FF2B5EF4-FFF2-40B4-BE49-F238E27FC236}">
                  <a16:creationId xmlns:a16="http://schemas.microsoft.com/office/drawing/2014/main" id="{AB675FF9-4A7E-55C7-0BD7-BB123C923E54}"/>
                </a:ext>
              </a:extLst>
            </p:cNvPr>
            <p:cNvSpPr/>
            <p:nvPr/>
          </p:nvSpPr>
          <p:spPr>
            <a:xfrm>
              <a:off x="8574198" y="4071330"/>
              <a:ext cx="653208" cy="653215"/>
            </a:xfrm>
            <a:prstGeom prst="rect">
              <a:avLst/>
            </a:prstGeom>
            <a:solidFill>
              <a:srgbClr val="FBA9ED"/>
            </a:solidFill>
            <a:ln w="4928" cap="flat">
              <a:solidFill>
                <a:schemeClr val="tx1">
                  <a:lumMod val="75000"/>
                  <a:lumOff val="25000"/>
                </a:schemeClr>
              </a:solidFill>
              <a:prstDash val="solid"/>
              <a:miter/>
            </a:ln>
          </p:spPr>
          <p:txBody>
            <a:bodyPr wrap="none" anchor="ctr"/>
            <a:lstStyle/>
            <a:p>
              <a:pPr algn="ctr"/>
              <a:r>
                <a:rPr lang="en-US" sz="2800" noProof="0" dirty="0"/>
                <a:t>12</a:t>
              </a:r>
            </a:p>
          </p:txBody>
        </p:sp>
      </p:grpSp>
    </p:spTree>
    <p:custDataLst>
      <p:tags r:id="rId1"/>
    </p:custDataLst>
    <p:extLst>
      <p:ext uri="{BB962C8B-B14F-4D97-AF65-F5344CB8AC3E}">
        <p14:creationId xmlns:p14="http://schemas.microsoft.com/office/powerpoint/2010/main" val="54317709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A9E796-E8D3-B4A5-DE7B-322F63386F74}"/>
              </a:ext>
            </a:extLst>
          </p:cNvPr>
          <p:cNvSpPr>
            <a:spLocks noGrp="1"/>
          </p:cNvSpPr>
          <p:nvPr>
            <p:ph type="title"/>
          </p:nvPr>
        </p:nvSpPr>
        <p:spPr/>
        <p:txBody>
          <a:bodyPr/>
          <a:lstStyle/>
          <a:p>
            <a:r>
              <a:rPr lang="en-US" noProof="0" dirty="0"/>
              <a:t>Support for layout-agnostic data distribution</a:t>
            </a:r>
          </a:p>
        </p:txBody>
      </p:sp>
      <p:sp>
        <p:nvSpPr>
          <p:cNvPr id="3" name="Date Placeholder 2">
            <a:extLst>
              <a:ext uri="{FF2B5EF4-FFF2-40B4-BE49-F238E27FC236}">
                <a16:creationId xmlns:a16="http://schemas.microsoft.com/office/drawing/2014/main" id="{E10A9B0C-32AC-B4DC-D921-8746913B5E36}"/>
              </a:ext>
            </a:extLst>
          </p:cNvPr>
          <p:cNvSpPr>
            <a:spLocks noGrp="1"/>
          </p:cNvSpPr>
          <p:nvPr>
            <p:ph type="dt" sz="half" idx="10"/>
          </p:nvPr>
        </p:nvSpPr>
        <p:spPr/>
        <p:txBody>
          <a:bodyPr/>
          <a:lstStyle/>
          <a:p>
            <a:r>
              <a:rPr lang="en-US" noProof="0"/>
              <a:t>9/5/2026</a:t>
            </a:r>
            <a:endParaRPr lang="en-US" noProof="0" dirty="0"/>
          </a:p>
        </p:txBody>
      </p:sp>
      <p:sp>
        <p:nvSpPr>
          <p:cNvPr id="4" name="Slide Number Placeholder 3">
            <a:extLst>
              <a:ext uri="{FF2B5EF4-FFF2-40B4-BE49-F238E27FC236}">
                <a16:creationId xmlns:a16="http://schemas.microsoft.com/office/drawing/2014/main" id="{AB163094-AC61-E3F3-BAF8-AC409B2B6F0A}"/>
              </a:ext>
            </a:extLst>
          </p:cNvPr>
          <p:cNvSpPr>
            <a:spLocks noGrp="1"/>
          </p:cNvSpPr>
          <p:nvPr>
            <p:ph type="sldNum" sz="quarter" idx="12"/>
          </p:nvPr>
        </p:nvSpPr>
        <p:spPr/>
        <p:txBody>
          <a:bodyPr/>
          <a:lstStyle/>
          <a:p>
            <a:r>
              <a:rPr lang="en-US" noProof="0"/>
              <a:t>17</a:t>
            </a:r>
            <a:endParaRPr lang="en-US" noProof="0" dirty="0"/>
          </a:p>
        </p:txBody>
      </p:sp>
      <p:pic>
        <p:nvPicPr>
          <p:cNvPr id="8" name="Picture 7">
            <a:extLst>
              <a:ext uri="{FF2B5EF4-FFF2-40B4-BE49-F238E27FC236}">
                <a16:creationId xmlns:a16="http://schemas.microsoft.com/office/drawing/2014/main" id="{E0FCA7EC-7437-CC15-6D3A-990AAB3DDAFA}"/>
              </a:ext>
            </a:extLst>
          </p:cNvPr>
          <p:cNvPicPr>
            <a:picLocks noChangeAspect="1"/>
          </p:cNvPicPr>
          <p:nvPr/>
        </p:nvPicPr>
        <p:blipFill>
          <a:blip r:embed="rId4"/>
          <a:stretch>
            <a:fillRect/>
          </a:stretch>
        </p:blipFill>
        <p:spPr>
          <a:xfrm>
            <a:off x="152400" y="1690849"/>
            <a:ext cx="11887200" cy="3476302"/>
          </a:xfrm>
          <a:prstGeom prst="rect">
            <a:avLst/>
          </a:prstGeom>
        </p:spPr>
      </p:pic>
    </p:spTree>
    <p:custDataLst>
      <p:tags r:id="rId1"/>
    </p:custDataLst>
    <p:extLst>
      <p:ext uri="{BB962C8B-B14F-4D97-AF65-F5344CB8AC3E}">
        <p14:creationId xmlns:p14="http://schemas.microsoft.com/office/powerpoint/2010/main" val="20242186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D3AE25-E132-6DBD-F16F-E9598EA68D5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92CBB0C-3BD1-5355-89AC-1EFD3483308F}"/>
              </a:ext>
            </a:extLst>
          </p:cNvPr>
          <p:cNvSpPr>
            <a:spLocks noGrp="1"/>
          </p:cNvSpPr>
          <p:nvPr>
            <p:ph type="title"/>
          </p:nvPr>
        </p:nvSpPr>
        <p:spPr/>
        <p:txBody>
          <a:bodyPr/>
          <a:lstStyle/>
          <a:p>
            <a:r>
              <a:rPr lang="en-US" noProof="0" dirty="0"/>
              <a:t>Performance comparison</a:t>
            </a:r>
          </a:p>
        </p:txBody>
      </p:sp>
      <p:sp>
        <p:nvSpPr>
          <p:cNvPr id="3" name="Date Placeholder 2">
            <a:extLst>
              <a:ext uri="{FF2B5EF4-FFF2-40B4-BE49-F238E27FC236}">
                <a16:creationId xmlns:a16="http://schemas.microsoft.com/office/drawing/2014/main" id="{28BB4D7E-1AFC-CDF0-9265-FE90CABB0DF6}"/>
              </a:ext>
            </a:extLst>
          </p:cNvPr>
          <p:cNvSpPr>
            <a:spLocks noGrp="1"/>
          </p:cNvSpPr>
          <p:nvPr>
            <p:ph type="dt" sz="half" idx="10"/>
          </p:nvPr>
        </p:nvSpPr>
        <p:spPr/>
        <p:txBody>
          <a:bodyPr/>
          <a:lstStyle/>
          <a:p>
            <a:r>
              <a:rPr lang="en-US" noProof="0"/>
              <a:t>9/5/2026</a:t>
            </a:r>
            <a:endParaRPr lang="en-US" noProof="0" dirty="0"/>
          </a:p>
        </p:txBody>
      </p:sp>
      <p:sp>
        <p:nvSpPr>
          <p:cNvPr id="4" name="Slide Number Placeholder 3">
            <a:extLst>
              <a:ext uri="{FF2B5EF4-FFF2-40B4-BE49-F238E27FC236}">
                <a16:creationId xmlns:a16="http://schemas.microsoft.com/office/drawing/2014/main" id="{5F5A869E-F9A0-1579-FBDB-E8F79B3DF8D9}"/>
              </a:ext>
            </a:extLst>
          </p:cNvPr>
          <p:cNvSpPr>
            <a:spLocks noGrp="1"/>
          </p:cNvSpPr>
          <p:nvPr>
            <p:ph type="sldNum" sz="quarter" idx="12"/>
          </p:nvPr>
        </p:nvSpPr>
        <p:spPr/>
        <p:txBody>
          <a:bodyPr/>
          <a:lstStyle/>
          <a:p>
            <a:r>
              <a:rPr lang="en-US" noProof="0"/>
              <a:t>18</a:t>
            </a:r>
            <a:endParaRPr lang="en-US" noProof="0" dirty="0"/>
          </a:p>
        </p:txBody>
      </p:sp>
      <p:pic>
        <p:nvPicPr>
          <p:cNvPr id="8" name="Picture 7">
            <a:extLst>
              <a:ext uri="{FF2B5EF4-FFF2-40B4-BE49-F238E27FC236}">
                <a16:creationId xmlns:a16="http://schemas.microsoft.com/office/drawing/2014/main" id="{9B147978-2CA9-0505-C6D4-60F25215B78C}"/>
              </a:ext>
            </a:extLst>
          </p:cNvPr>
          <p:cNvPicPr>
            <a:picLocks noChangeAspect="1"/>
          </p:cNvPicPr>
          <p:nvPr/>
        </p:nvPicPr>
        <p:blipFill>
          <a:blip r:embed="rId4"/>
          <a:stretch>
            <a:fillRect/>
          </a:stretch>
        </p:blipFill>
        <p:spPr>
          <a:xfrm>
            <a:off x="2628" y="1466512"/>
            <a:ext cx="12189372" cy="3924976"/>
          </a:xfrm>
          <a:prstGeom prst="rect">
            <a:avLst/>
          </a:prstGeom>
        </p:spPr>
      </p:pic>
    </p:spTree>
    <p:custDataLst>
      <p:tags r:id="rId1"/>
    </p:custDataLst>
    <p:extLst>
      <p:ext uri="{BB962C8B-B14F-4D97-AF65-F5344CB8AC3E}">
        <p14:creationId xmlns:p14="http://schemas.microsoft.com/office/powerpoint/2010/main" val="397270344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AB43A55-13AD-DFB3-5443-4EA6B4D358F5}"/>
              </a:ext>
            </a:extLst>
          </p:cNvPr>
          <p:cNvSpPr>
            <a:spLocks noGrp="1"/>
          </p:cNvSpPr>
          <p:nvPr>
            <p:ph type="title"/>
            <p:custDataLst>
              <p:tags r:id="rId2"/>
            </p:custDataLst>
          </p:nvPr>
        </p:nvSpPr>
        <p:spPr/>
        <p:txBody>
          <a:bodyPr/>
          <a:lstStyle/>
          <a:p>
            <a:r>
              <a:rPr lang="en-US" noProof="0" dirty="0"/>
              <a:t>Stencil computation abstractions</a:t>
            </a:r>
          </a:p>
        </p:txBody>
      </p:sp>
      <p:sp>
        <p:nvSpPr>
          <p:cNvPr id="2" name="Date Placeholder 1">
            <a:extLst>
              <a:ext uri="{FF2B5EF4-FFF2-40B4-BE49-F238E27FC236}">
                <a16:creationId xmlns:a16="http://schemas.microsoft.com/office/drawing/2014/main" id="{EB9C5298-6963-89FD-4A0D-2B40AEF803B5}"/>
              </a:ext>
            </a:extLst>
          </p:cNvPr>
          <p:cNvSpPr>
            <a:spLocks noGrp="1"/>
          </p:cNvSpPr>
          <p:nvPr>
            <p:ph type="dt" sz="half" idx="10"/>
            <p:custDataLst>
              <p:tags r:id="rId3"/>
            </p:custDataLst>
          </p:nvPr>
        </p:nvSpPr>
        <p:spPr/>
        <p:txBody>
          <a:bodyPr/>
          <a:lstStyle/>
          <a:p>
            <a:r>
              <a:rPr lang="en-US" noProof="0"/>
              <a:t>9/5/2026</a:t>
            </a:r>
            <a:endParaRPr lang="en-US" noProof="0" dirty="0"/>
          </a:p>
        </p:txBody>
      </p:sp>
      <p:sp>
        <p:nvSpPr>
          <p:cNvPr id="3" name="Slide Number Placeholder 2">
            <a:extLst>
              <a:ext uri="{FF2B5EF4-FFF2-40B4-BE49-F238E27FC236}">
                <a16:creationId xmlns:a16="http://schemas.microsoft.com/office/drawing/2014/main" id="{7EB3A830-7137-2C37-9AF7-67F412109557}"/>
              </a:ext>
            </a:extLst>
          </p:cNvPr>
          <p:cNvSpPr>
            <a:spLocks noGrp="1"/>
          </p:cNvSpPr>
          <p:nvPr>
            <p:ph type="sldNum" sz="quarter" idx="12"/>
            <p:custDataLst>
              <p:tags r:id="rId4"/>
            </p:custDataLst>
          </p:nvPr>
        </p:nvSpPr>
        <p:spPr/>
        <p:txBody>
          <a:bodyPr/>
          <a:lstStyle/>
          <a:p>
            <a:r>
              <a:rPr lang="en-US" noProof="0"/>
              <a:t>19</a:t>
            </a:r>
            <a:endParaRPr lang="en-US" noProof="0" dirty="0"/>
          </a:p>
        </p:txBody>
      </p:sp>
      <p:sp>
        <p:nvSpPr>
          <p:cNvPr id="17" name="TextBox 16">
            <a:extLst>
              <a:ext uri="{FF2B5EF4-FFF2-40B4-BE49-F238E27FC236}">
                <a16:creationId xmlns:a16="http://schemas.microsoft.com/office/drawing/2014/main" id="{EDBA9A01-C547-889B-493B-188DC700AFAE}"/>
              </a:ext>
            </a:extLst>
          </p:cNvPr>
          <p:cNvSpPr txBox="1"/>
          <p:nvPr>
            <p:custDataLst>
              <p:tags r:id="rId5"/>
            </p:custDataLst>
          </p:nvPr>
        </p:nvSpPr>
        <p:spPr>
          <a:xfrm>
            <a:off x="1972661" y="1663006"/>
            <a:ext cx="4026808" cy="461665"/>
          </a:xfrm>
          <a:prstGeom prst="rect">
            <a:avLst/>
          </a:prstGeom>
          <a:noFill/>
        </p:spPr>
        <p:txBody>
          <a:bodyPr wrap="none" rtlCol="0" anchor="b">
            <a:spAutoFit/>
          </a:bodyPr>
          <a:lstStyle/>
          <a:p>
            <a:pPr algn="ctr"/>
            <a:r>
              <a:rPr lang="en-US" sz="2400" noProof="0" dirty="0"/>
              <a:t>Example of an 8-point stencil</a:t>
            </a:r>
          </a:p>
        </p:txBody>
      </p:sp>
      <p:sp>
        <p:nvSpPr>
          <p:cNvPr id="19" name="Rectangle 18">
            <a:extLst>
              <a:ext uri="{FF2B5EF4-FFF2-40B4-BE49-F238E27FC236}">
                <a16:creationId xmlns:a16="http://schemas.microsoft.com/office/drawing/2014/main" id="{6E59B725-5B8D-D594-A1C6-5596E71C41D8}"/>
              </a:ext>
            </a:extLst>
          </p:cNvPr>
          <p:cNvSpPr/>
          <p:nvPr>
            <p:custDataLst>
              <p:tags r:id="rId6"/>
            </p:custDataLst>
          </p:nvPr>
        </p:nvSpPr>
        <p:spPr>
          <a:xfrm>
            <a:off x="2534310" y="2124671"/>
            <a:ext cx="2705100" cy="2705100"/>
          </a:xfrm>
          <a:prstGeom prst="rect">
            <a:avLst/>
          </a:prstGeom>
          <a:solidFill>
            <a:srgbClr val="FFFFFF"/>
          </a:solidFill>
          <a:ln w="9525" cap="flat">
            <a:noFill/>
            <a:prstDash val="solid"/>
            <a:miter/>
          </a:ln>
        </p:spPr>
        <p:txBody>
          <a:bodyPr/>
          <a:lstStyle/>
          <a:p>
            <a:endParaRPr lang="en-US" noProof="0" dirty="0"/>
          </a:p>
        </p:txBody>
      </p:sp>
      <p:grpSp>
        <p:nvGrpSpPr>
          <p:cNvPr id="21" name="Graphic 14">
            <a:extLst>
              <a:ext uri="{FF2B5EF4-FFF2-40B4-BE49-F238E27FC236}">
                <a16:creationId xmlns:a16="http://schemas.microsoft.com/office/drawing/2014/main" id="{131381F6-097A-8BC9-D3A9-020A95F0412B}"/>
              </a:ext>
            </a:extLst>
          </p:cNvPr>
          <p:cNvGrpSpPr/>
          <p:nvPr>
            <p:custDataLst>
              <p:tags r:id="rId7"/>
            </p:custDataLst>
          </p:nvPr>
        </p:nvGrpSpPr>
        <p:grpSpPr>
          <a:xfrm>
            <a:off x="2548597" y="2138958"/>
            <a:ext cx="2667000" cy="2667000"/>
            <a:chOff x="4757737" y="2090737"/>
            <a:chExt cx="2667000" cy="2667000"/>
          </a:xfrm>
        </p:grpSpPr>
        <p:sp>
          <p:nvSpPr>
            <p:cNvPr id="22" name="Rectangle 21">
              <a:extLst>
                <a:ext uri="{FF2B5EF4-FFF2-40B4-BE49-F238E27FC236}">
                  <a16:creationId xmlns:a16="http://schemas.microsoft.com/office/drawing/2014/main" id="{EF7F5BCC-707A-C7A9-26AA-9EBB8EB6FDF3}"/>
                </a:ext>
              </a:extLst>
            </p:cNvPr>
            <p:cNvSpPr/>
            <p:nvPr/>
          </p:nvSpPr>
          <p:spPr>
            <a:xfrm>
              <a:off x="4757737" y="2090737"/>
              <a:ext cx="2667000" cy="2667000"/>
            </a:xfrm>
            <a:prstGeom prst="rect">
              <a:avLst/>
            </a:prstGeom>
            <a:noFill/>
            <a:ln w="28575" cap="flat">
              <a:solidFill>
                <a:srgbClr val="000000"/>
              </a:solidFill>
              <a:prstDash val="solid"/>
              <a:miter/>
            </a:ln>
          </p:spPr>
          <p:txBody>
            <a:bodyPr/>
            <a:lstStyle/>
            <a:p>
              <a:endParaRPr lang="en-US" noProof="0" dirty="0"/>
            </a:p>
          </p:txBody>
        </p:sp>
        <p:sp>
          <p:nvSpPr>
            <p:cNvPr id="23" name="Rectangle 22">
              <a:extLst>
                <a:ext uri="{FF2B5EF4-FFF2-40B4-BE49-F238E27FC236}">
                  <a16:creationId xmlns:a16="http://schemas.microsoft.com/office/drawing/2014/main" id="{6188D0D4-A30F-BF09-D1A4-991195FC2358}"/>
                </a:ext>
              </a:extLst>
            </p:cNvPr>
            <p:cNvSpPr/>
            <p:nvPr/>
          </p:nvSpPr>
          <p:spPr>
            <a:xfrm>
              <a:off x="4757737" y="2090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24" name="Rectangle 23">
              <a:extLst>
                <a:ext uri="{FF2B5EF4-FFF2-40B4-BE49-F238E27FC236}">
                  <a16:creationId xmlns:a16="http://schemas.microsoft.com/office/drawing/2014/main" id="{00188916-92A3-C146-6295-587F5EA3BBA0}"/>
                </a:ext>
              </a:extLst>
            </p:cNvPr>
            <p:cNvSpPr/>
            <p:nvPr/>
          </p:nvSpPr>
          <p:spPr>
            <a:xfrm>
              <a:off x="5138737" y="2090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25" name="Rectangle 24">
              <a:extLst>
                <a:ext uri="{FF2B5EF4-FFF2-40B4-BE49-F238E27FC236}">
                  <a16:creationId xmlns:a16="http://schemas.microsoft.com/office/drawing/2014/main" id="{D565B24B-CFB0-9AF6-2694-250DAAC2D82A}"/>
                </a:ext>
              </a:extLst>
            </p:cNvPr>
            <p:cNvSpPr/>
            <p:nvPr/>
          </p:nvSpPr>
          <p:spPr>
            <a:xfrm>
              <a:off x="4757737" y="2471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26" name="Rectangle 25">
              <a:extLst>
                <a:ext uri="{FF2B5EF4-FFF2-40B4-BE49-F238E27FC236}">
                  <a16:creationId xmlns:a16="http://schemas.microsoft.com/office/drawing/2014/main" id="{CFFB034F-FB02-984D-1C5D-AD7DADD8CCEE}"/>
                </a:ext>
              </a:extLst>
            </p:cNvPr>
            <p:cNvSpPr/>
            <p:nvPr/>
          </p:nvSpPr>
          <p:spPr>
            <a:xfrm>
              <a:off x="5138737" y="2471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27" name="Rectangle 26">
              <a:extLst>
                <a:ext uri="{FF2B5EF4-FFF2-40B4-BE49-F238E27FC236}">
                  <a16:creationId xmlns:a16="http://schemas.microsoft.com/office/drawing/2014/main" id="{016B05D1-22BF-3997-FCC5-A7BF9E1104CC}"/>
                </a:ext>
              </a:extLst>
            </p:cNvPr>
            <p:cNvSpPr/>
            <p:nvPr/>
          </p:nvSpPr>
          <p:spPr>
            <a:xfrm>
              <a:off x="5519737" y="2090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28" name="Rectangle 27">
              <a:extLst>
                <a:ext uri="{FF2B5EF4-FFF2-40B4-BE49-F238E27FC236}">
                  <a16:creationId xmlns:a16="http://schemas.microsoft.com/office/drawing/2014/main" id="{96FDCCAA-F3FB-DF0F-194B-10625614E55E}"/>
                </a:ext>
              </a:extLst>
            </p:cNvPr>
            <p:cNvSpPr/>
            <p:nvPr/>
          </p:nvSpPr>
          <p:spPr>
            <a:xfrm>
              <a:off x="5900737" y="2090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29" name="Rectangle 28">
              <a:extLst>
                <a:ext uri="{FF2B5EF4-FFF2-40B4-BE49-F238E27FC236}">
                  <a16:creationId xmlns:a16="http://schemas.microsoft.com/office/drawing/2014/main" id="{E566E2F5-E6AC-E8BB-DD7C-0DE27F52268C}"/>
                </a:ext>
              </a:extLst>
            </p:cNvPr>
            <p:cNvSpPr/>
            <p:nvPr/>
          </p:nvSpPr>
          <p:spPr>
            <a:xfrm>
              <a:off x="5519737" y="2471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30" name="Rectangle 29">
              <a:extLst>
                <a:ext uri="{FF2B5EF4-FFF2-40B4-BE49-F238E27FC236}">
                  <a16:creationId xmlns:a16="http://schemas.microsoft.com/office/drawing/2014/main" id="{6702C292-D602-F047-6E5D-07963C84A4EB}"/>
                </a:ext>
              </a:extLst>
            </p:cNvPr>
            <p:cNvSpPr/>
            <p:nvPr/>
          </p:nvSpPr>
          <p:spPr>
            <a:xfrm>
              <a:off x="5900737" y="2471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31" name="Rectangle 30">
              <a:extLst>
                <a:ext uri="{FF2B5EF4-FFF2-40B4-BE49-F238E27FC236}">
                  <a16:creationId xmlns:a16="http://schemas.microsoft.com/office/drawing/2014/main" id="{713BC10D-DEEF-977B-5260-48F3EFFA0845}"/>
                </a:ext>
              </a:extLst>
            </p:cNvPr>
            <p:cNvSpPr/>
            <p:nvPr/>
          </p:nvSpPr>
          <p:spPr>
            <a:xfrm>
              <a:off x="6281737" y="2090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32" name="Rectangle 31">
              <a:extLst>
                <a:ext uri="{FF2B5EF4-FFF2-40B4-BE49-F238E27FC236}">
                  <a16:creationId xmlns:a16="http://schemas.microsoft.com/office/drawing/2014/main" id="{8FAA4B6A-CFDE-D085-E468-CE06D057F64F}"/>
                </a:ext>
              </a:extLst>
            </p:cNvPr>
            <p:cNvSpPr/>
            <p:nvPr/>
          </p:nvSpPr>
          <p:spPr>
            <a:xfrm>
              <a:off x="6662737" y="2090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33" name="Rectangle 32">
              <a:extLst>
                <a:ext uri="{FF2B5EF4-FFF2-40B4-BE49-F238E27FC236}">
                  <a16:creationId xmlns:a16="http://schemas.microsoft.com/office/drawing/2014/main" id="{6389750B-27AD-9F2E-3F88-CFA26D7D8A81}"/>
                </a:ext>
              </a:extLst>
            </p:cNvPr>
            <p:cNvSpPr/>
            <p:nvPr/>
          </p:nvSpPr>
          <p:spPr>
            <a:xfrm>
              <a:off x="6281737" y="2471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34" name="Rectangle 33">
              <a:extLst>
                <a:ext uri="{FF2B5EF4-FFF2-40B4-BE49-F238E27FC236}">
                  <a16:creationId xmlns:a16="http://schemas.microsoft.com/office/drawing/2014/main" id="{3C890C6A-2351-89FA-0F19-374AD2365963}"/>
                </a:ext>
              </a:extLst>
            </p:cNvPr>
            <p:cNvSpPr/>
            <p:nvPr/>
          </p:nvSpPr>
          <p:spPr>
            <a:xfrm>
              <a:off x="6662737" y="2471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35" name="Rectangle 34">
              <a:extLst>
                <a:ext uri="{FF2B5EF4-FFF2-40B4-BE49-F238E27FC236}">
                  <a16:creationId xmlns:a16="http://schemas.microsoft.com/office/drawing/2014/main" id="{E5044FC0-207D-AD26-4347-8122E38748B0}"/>
                </a:ext>
              </a:extLst>
            </p:cNvPr>
            <p:cNvSpPr/>
            <p:nvPr/>
          </p:nvSpPr>
          <p:spPr>
            <a:xfrm>
              <a:off x="7043737" y="2090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36" name="Rectangle 35">
              <a:extLst>
                <a:ext uri="{FF2B5EF4-FFF2-40B4-BE49-F238E27FC236}">
                  <a16:creationId xmlns:a16="http://schemas.microsoft.com/office/drawing/2014/main" id="{9E0ADB09-AF36-DF07-D7AB-BB065EDC6924}"/>
                </a:ext>
              </a:extLst>
            </p:cNvPr>
            <p:cNvSpPr/>
            <p:nvPr/>
          </p:nvSpPr>
          <p:spPr>
            <a:xfrm>
              <a:off x="7043737" y="2471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37" name="Rectangle 36">
              <a:extLst>
                <a:ext uri="{FF2B5EF4-FFF2-40B4-BE49-F238E27FC236}">
                  <a16:creationId xmlns:a16="http://schemas.microsoft.com/office/drawing/2014/main" id="{22E54BAB-88FD-1454-1BD8-2B98F80E238A}"/>
                </a:ext>
              </a:extLst>
            </p:cNvPr>
            <p:cNvSpPr/>
            <p:nvPr/>
          </p:nvSpPr>
          <p:spPr>
            <a:xfrm>
              <a:off x="4757737" y="2852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38" name="Rectangle 37">
              <a:extLst>
                <a:ext uri="{FF2B5EF4-FFF2-40B4-BE49-F238E27FC236}">
                  <a16:creationId xmlns:a16="http://schemas.microsoft.com/office/drawing/2014/main" id="{358A08F8-CED6-6152-0F69-34DAEE3D4046}"/>
                </a:ext>
              </a:extLst>
            </p:cNvPr>
            <p:cNvSpPr/>
            <p:nvPr/>
          </p:nvSpPr>
          <p:spPr>
            <a:xfrm>
              <a:off x="5138737" y="2852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39" name="Rectangle 38">
              <a:extLst>
                <a:ext uri="{FF2B5EF4-FFF2-40B4-BE49-F238E27FC236}">
                  <a16:creationId xmlns:a16="http://schemas.microsoft.com/office/drawing/2014/main" id="{5A10A4CB-C35E-F199-070A-4C13EE0AF10C}"/>
                </a:ext>
              </a:extLst>
            </p:cNvPr>
            <p:cNvSpPr/>
            <p:nvPr/>
          </p:nvSpPr>
          <p:spPr>
            <a:xfrm>
              <a:off x="4757737" y="3233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40" name="Rectangle 39">
              <a:extLst>
                <a:ext uri="{FF2B5EF4-FFF2-40B4-BE49-F238E27FC236}">
                  <a16:creationId xmlns:a16="http://schemas.microsoft.com/office/drawing/2014/main" id="{824DB158-9A93-B150-0B6B-4432E7BF3A1D}"/>
                </a:ext>
              </a:extLst>
            </p:cNvPr>
            <p:cNvSpPr/>
            <p:nvPr/>
          </p:nvSpPr>
          <p:spPr>
            <a:xfrm>
              <a:off x="5138737" y="3233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41" name="Rectangle 40">
              <a:extLst>
                <a:ext uri="{FF2B5EF4-FFF2-40B4-BE49-F238E27FC236}">
                  <a16:creationId xmlns:a16="http://schemas.microsoft.com/office/drawing/2014/main" id="{BCDE420E-24C9-F752-1F86-628695037DFB}"/>
                </a:ext>
              </a:extLst>
            </p:cNvPr>
            <p:cNvSpPr/>
            <p:nvPr/>
          </p:nvSpPr>
          <p:spPr>
            <a:xfrm>
              <a:off x="5519737" y="2852737"/>
              <a:ext cx="381000" cy="381000"/>
            </a:xfrm>
            <a:prstGeom prst="rect">
              <a:avLst/>
            </a:prstGeom>
            <a:solidFill>
              <a:srgbClr val="CCCCCC"/>
            </a:solidFill>
            <a:ln w="9525" cap="flat">
              <a:solidFill>
                <a:srgbClr val="000000"/>
              </a:solidFill>
              <a:prstDash val="solid"/>
              <a:miter/>
            </a:ln>
          </p:spPr>
          <p:txBody>
            <a:bodyPr/>
            <a:lstStyle/>
            <a:p>
              <a:endParaRPr lang="en-US" noProof="0" dirty="0"/>
            </a:p>
          </p:txBody>
        </p:sp>
        <p:sp>
          <p:nvSpPr>
            <p:cNvPr id="42" name="Rectangle 41">
              <a:extLst>
                <a:ext uri="{FF2B5EF4-FFF2-40B4-BE49-F238E27FC236}">
                  <a16:creationId xmlns:a16="http://schemas.microsoft.com/office/drawing/2014/main" id="{D2573C6B-914F-6E70-3607-01D6D4AA2171}"/>
                </a:ext>
              </a:extLst>
            </p:cNvPr>
            <p:cNvSpPr/>
            <p:nvPr/>
          </p:nvSpPr>
          <p:spPr>
            <a:xfrm>
              <a:off x="5900737" y="2852737"/>
              <a:ext cx="381000" cy="381000"/>
            </a:xfrm>
            <a:prstGeom prst="rect">
              <a:avLst/>
            </a:prstGeom>
            <a:solidFill>
              <a:srgbClr val="CCCCCC"/>
            </a:solidFill>
            <a:ln w="9525" cap="flat">
              <a:solidFill>
                <a:srgbClr val="000000"/>
              </a:solidFill>
              <a:prstDash val="solid"/>
              <a:miter/>
            </a:ln>
          </p:spPr>
          <p:txBody>
            <a:bodyPr/>
            <a:lstStyle/>
            <a:p>
              <a:endParaRPr lang="en-US" noProof="0" dirty="0"/>
            </a:p>
          </p:txBody>
        </p:sp>
        <p:sp>
          <p:nvSpPr>
            <p:cNvPr id="43" name="Rectangle 42">
              <a:extLst>
                <a:ext uri="{FF2B5EF4-FFF2-40B4-BE49-F238E27FC236}">
                  <a16:creationId xmlns:a16="http://schemas.microsoft.com/office/drawing/2014/main" id="{4E9D0D9C-1D7E-4015-DC4B-F852F0E0E8C5}"/>
                </a:ext>
              </a:extLst>
            </p:cNvPr>
            <p:cNvSpPr/>
            <p:nvPr/>
          </p:nvSpPr>
          <p:spPr>
            <a:xfrm>
              <a:off x="5519737" y="3233737"/>
              <a:ext cx="381000" cy="381000"/>
            </a:xfrm>
            <a:prstGeom prst="rect">
              <a:avLst/>
            </a:prstGeom>
            <a:solidFill>
              <a:srgbClr val="CCCCCC"/>
            </a:solidFill>
            <a:ln w="9525" cap="flat">
              <a:solidFill>
                <a:srgbClr val="000000"/>
              </a:solidFill>
              <a:prstDash val="solid"/>
              <a:miter/>
            </a:ln>
          </p:spPr>
          <p:txBody>
            <a:bodyPr/>
            <a:lstStyle/>
            <a:p>
              <a:endParaRPr lang="en-US" noProof="0" dirty="0"/>
            </a:p>
          </p:txBody>
        </p:sp>
        <p:sp>
          <p:nvSpPr>
            <p:cNvPr id="44" name="Rectangle 43">
              <a:extLst>
                <a:ext uri="{FF2B5EF4-FFF2-40B4-BE49-F238E27FC236}">
                  <a16:creationId xmlns:a16="http://schemas.microsoft.com/office/drawing/2014/main" id="{2009D743-456B-CC33-B852-F2B83A20B667}"/>
                </a:ext>
              </a:extLst>
            </p:cNvPr>
            <p:cNvSpPr/>
            <p:nvPr/>
          </p:nvSpPr>
          <p:spPr>
            <a:xfrm>
              <a:off x="5900737" y="3233737"/>
              <a:ext cx="381000" cy="381000"/>
            </a:xfrm>
            <a:prstGeom prst="rect">
              <a:avLst/>
            </a:prstGeom>
            <a:solidFill>
              <a:srgbClr val="000000"/>
            </a:solidFill>
            <a:ln w="9525" cap="flat">
              <a:solidFill>
                <a:srgbClr val="000000"/>
              </a:solidFill>
              <a:prstDash val="solid"/>
              <a:miter/>
            </a:ln>
          </p:spPr>
          <p:txBody>
            <a:bodyPr/>
            <a:lstStyle/>
            <a:p>
              <a:endParaRPr lang="en-US" noProof="0" dirty="0"/>
            </a:p>
          </p:txBody>
        </p:sp>
        <p:sp>
          <p:nvSpPr>
            <p:cNvPr id="45" name="Rectangle 44">
              <a:extLst>
                <a:ext uri="{FF2B5EF4-FFF2-40B4-BE49-F238E27FC236}">
                  <a16:creationId xmlns:a16="http://schemas.microsoft.com/office/drawing/2014/main" id="{51D6CE2D-EC21-F227-66B9-A82F2F55270F}"/>
                </a:ext>
              </a:extLst>
            </p:cNvPr>
            <p:cNvSpPr/>
            <p:nvPr/>
          </p:nvSpPr>
          <p:spPr>
            <a:xfrm>
              <a:off x="6281737" y="2852737"/>
              <a:ext cx="381000" cy="381000"/>
            </a:xfrm>
            <a:prstGeom prst="rect">
              <a:avLst/>
            </a:prstGeom>
            <a:solidFill>
              <a:srgbClr val="CCCCCC"/>
            </a:solidFill>
            <a:ln w="9525" cap="flat">
              <a:solidFill>
                <a:srgbClr val="000000"/>
              </a:solidFill>
              <a:prstDash val="solid"/>
              <a:miter/>
            </a:ln>
          </p:spPr>
          <p:txBody>
            <a:bodyPr/>
            <a:lstStyle/>
            <a:p>
              <a:endParaRPr lang="en-US" noProof="0" dirty="0"/>
            </a:p>
          </p:txBody>
        </p:sp>
        <p:sp>
          <p:nvSpPr>
            <p:cNvPr id="46" name="Rectangle 45">
              <a:extLst>
                <a:ext uri="{FF2B5EF4-FFF2-40B4-BE49-F238E27FC236}">
                  <a16:creationId xmlns:a16="http://schemas.microsoft.com/office/drawing/2014/main" id="{69D39EEB-9B98-21F0-046F-3C36D161BCCE}"/>
                </a:ext>
              </a:extLst>
            </p:cNvPr>
            <p:cNvSpPr/>
            <p:nvPr/>
          </p:nvSpPr>
          <p:spPr>
            <a:xfrm>
              <a:off x="6662737" y="2852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47" name="Rectangle 46">
              <a:extLst>
                <a:ext uri="{FF2B5EF4-FFF2-40B4-BE49-F238E27FC236}">
                  <a16:creationId xmlns:a16="http://schemas.microsoft.com/office/drawing/2014/main" id="{D8023305-2D4B-C087-55B5-07F10F8019CD}"/>
                </a:ext>
              </a:extLst>
            </p:cNvPr>
            <p:cNvSpPr/>
            <p:nvPr/>
          </p:nvSpPr>
          <p:spPr>
            <a:xfrm>
              <a:off x="6281737" y="3233737"/>
              <a:ext cx="381000" cy="381000"/>
            </a:xfrm>
            <a:prstGeom prst="rect">
              <a:avLst/>
            </a:prstGeom>
            <a:solidFill>
              <a:srgbClr val="CCCCCC"/>
            </a:solidFill>
            <a:ln w="9525" cap="flat">
              <a:solidFill>
                <a:srgbClr val="000000"/>
              </a:solidFill>
              <a:prstDash val="solid"/>
              <a:miter/>
            </a:ln>
          </p:spPr>
          <p:txBody>
            <a:bodyPr/>
            <a:lstStyle/>
            <a:p>
              <a:endParaRPr lang="en-US" noProof="0" dirty="0"/>
            </a:p>
          </p:txBody>
        </p:sp>
        <p:sp>
          <p:nvSpPr>
            <p:cNvPr id="48" name="Rectangle 47">
              <a:extLst>
                <a:ext uri="{FF2B5EF4-FFF2-40B4-BE49-F238E27FC236}">
                  <a16:creationId xmlns:a16="http://schemas.microsoft.com/office/drawing/2014/main" id="{D54D7C03-3CBC-B686-415D-AA21F544ACE7}"/>
                </a:ext>
              </a:extLst>
            </p:cNvPr>
            <p:cNvSpPr/>
            <p:nvPr/>
          </p:nvSpPr>
          <p:spPr>
            <a:xfrm>
              <a:off x="6662737" y="3233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49" name="Rectangle 48">
              <a:extLst>
                <a:ext uri="{FF2B5EF4-FFF2-40B4-BE49-F238E27FC236}">
                  <a16:creationId xmlns:a16="http://schemas.microsoft.com/office/drawing/2014/main" id="{5380EAF7-0F2E-056E-76E7-DF9F1382E993}"/>
                </a:ext>
              </a:extLst>
            </p:cNvPr>
            <p:cNvSpPr/>
            <p:nvPr/>
          </p:nvSpPr>
          <p:spPr>
            <a:xfrm>
              <a:off x="7043737" y="2852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50" name="Rectangle 49">
              <a:extLst>
                <a:ext uri="{FF2B5EF4-FFF2-40B4-BE49-F238E27FC236}">
                  <a16:creationId xmlns:a16="http://schemas.microsoft.com/office/drawing/2014/main" id="{CB5759A0-355A-D02E-5D90-8FC5737A3AA5}"/>
                </a:ext>
              </a:extLst>
            </p:cNvPr>
            <p:cNvSpPr/>
            <p:nvPr/>
          </p:nvSpPr>
          <p:spPr>
            <a:xfrm>
              <a:off x="7043737" y="3233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51" name="Rectangle 50">
              <a:extLst>
                <a:ext uri="{FF2B5EF4-FFF2-40B4-BE49-F238E27FC236}">
                  <a16:creationId xmlns:a16="http://schemas.microsoft.com/office/drawing/2014/main" id="{9DBB0A95-8172-7945-C268-841E3B935C4B}"/>
                </a:ext>
              </a:extLst>
            </p:cNvPr>
            <p:cNvSpPr/>
            <p:nvPr/>
          </p:nvSpPr>
          <p:spPr>
            <a:xfrm>
              <a:off x="4757737" y="3614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52" name="Rectangle 51">
              <a:extLst>
                <a:ext uri="{FF2B5EF4-FFF2-40B4-BE49-F238E27FC236}">
                  <a16:creationId xmlns:a16="http://schemas.microsoft.com/office/drawing/2014/main" id="{D8D4BD9B-EDF0-D194-D15E-B7B21262275A}"/>
                </a:ext>
              </a:extLst>
            </p:cNvPr>
            <p:cNvSpPr/>
            <p:nvPr/>
          </p:nvSpPr>
          <p:spPr>
            <a:xfrm>
              <a:off x="5138737" y="3614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53" name="Rectangle 52">
              <a:extLst>
                <a:ext uri="{FF2B5EF4-FFF2-40B4-BE49-F238E27FC236}">
                  <a16:creationId xmlns:a16="http://schemas.microsoft.com/office/drawing/2014/main" id="{AD785FB2-6A56-DB40-4026-78CF899FE89A}"/>
                </a:ext>
              </a:extLst>
            </p:cNvPr>
            <p:cNvSpPr/>
            <p:nvPr/>
          </p:nvSpPr>
          <p:spPr>
            <a:xfrm>
              <a:off x="4757737" y="3995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54" name="Rectangle 53">
              <a:extLst>
                <a:ext uri="{FF2B5EF4-FFF2-40B4-BE49-F238E27FC236}">
                  <a16:creationId xmlns:a16="http://schemas.microsoft.com/office/drawing/2014/main" id="{6DCBFF32-E6E1-23DE-1749-D186187E8D3B}"/>
                </a:ext>
              </a:extLst>
            </p:cNvPr>
            <p:cNvSpPr/>
            <p:nvPr/>
          </p:nvSpPr>
          <p:spPr>
            <a:xfrm>
              <a:off x="5138737" y="3995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55" name="Rectangle 54">
              <a:extLst>
                <a:ext uri="{FF2B5EF4-FFF2-40B4-BE49-F238E27FC236}">
                  <a16:creationId xmlns:a16="http://schemas.microsoft.com/office/drawing/2014/main" id="{330818D5-1AC3-12B2-BBBE-0FC00ADF755D}"/>
                </a:ext>
              </a:extLst>
            </p:cNvPr>
            <p:cNvSpPr/>
            <p:nvPr/>
          </p:nvSpPr>
          <p:spPr>
            <a:xfrm>
              <a:off x="5519737" y="3614737"/>
              <a:ext cx="381000" cy="381000"/>
            </a:xfrm>
            <a:prstGeom prst="rect">
              <a:avLst/>
            </a:prstGeom>
            <a:solidFill>
              <a:srgbClr val="CCCCCC"/>
            </a:solidFill>
            <a:ln w="9525" cap="flat">
              <a:solidFill>
                <a:srgbClr val="000000"/>
              </a:solidFill>
              <a:prstDash val="solid"/>
              <a:miter/>
            </a:ln>
          </p:spPr>
          <p:txBody>
            <a:bodyPr/>
            <a:lstStyle/>
            <a:p>
              <a:endParaRPr lang="en-US" noProof="0" dirty="0"/>
            </a:p>
          </p:txBody>
        </p:sp>
        <p:sp>
          <p:nvSpPr>
            <p:cNvPr id="56" name="Rectangle 55">
              <a:extLst>
                <a:ext uri="{FF2B5EF4-FFF2-40B4-BE49-F238E27FC236}">
                  <a16:creationId xmlns:a16="http://schemas.microsoft.com/office/drawing/2014/main" id="{97126080-7EA2-8DEC-2EF7-686C0EEBD4C4}"/>
                </a:ext>
              </a:extLst>
            </p:cNvPr>
            <p:cNvSpPr/>
            <p:nvPr/>
          </p:nvSpPr>
          <p:spPr>
            <a:xfrm>
              <a:off x="5900737" y="3614737"/>
              <a:ext cx="381000" cy="381000"/>
            </a:xfrm>
            <a:prstGeom prst="rect">
              <a:avLst/>
            </a:prstGeom>
            <a:solidFill>
              <a:srgbClr val="CCCCCC"/>
            </a:solidFill>
            <a:ln w="9525" cap="flat">
              <a:solidFill>
                <a:srgbClr val="000000"/>
              </a:solidFill>
              <a:prstDash val="solid"/>
              <a:miter/>
            </a:ln>
          </p:spPr>
          <p:txBody>
            <a:bodyPr/>
            <a:lstStyle/>
            <a:p>
              <a:endParaRPr lang="en-US" noProof="0" dirty="0"/>
            </a:p>
          </p:txBody>
        </p:sp>
        <p:sp>
          <p:nvSpPr>
            <p:cNvPr id="57" name="Rectangle 56">
              <a:extLst>
                <a:ext uri="{FF2B5EF4-FFF2-40B4-BE49-F238E27FC236}">
                  <a16:creationId xmlns:a16="http://schemas.microsoft.com/office/drawing/2014/main" id="{AEA4483D-3D15-9D38-0587-882779D8E507}"/>
                </a:ext>
              </a:extLst>
            </p:cNvPr>
            <p:cNvSpPr/>
            <p:nvPr/>
          </p:nvSpPr>
          <p:spPr>
            <a:xfrm>
              <a:off x="5519737" y="3995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58" name="Rectangle 57">
              <a:extLst>
                <a:ext uri="{FF2B5EF4-FFF2-40B4-BE49-F238E27FC236}">
                  <a16:creationId xmlns:a16="http://schemas.microsoft.com/office/drawing/2014/main" id="{84161FC5-3F75-246A-88F7-52C64A2E0528}"/>
                </a:ext>
              </a:extLst>
            </p:cNvPr>
            <p:cNvSpPr/>
            <p:nvPr/>
          </p:nvSpPr>
          <p:spPr>
            <a:xfrm>
              <a:off x="5900737" y="3995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59" name="Rectangle 58">
              <a:extLst>
                <a:ext uri="{FF2B5EF4-FFF2-40B4-BE49-F238E27FC236}">
                  <a16:creationId xmlns:a16="http://schemas.microsoft.com/office/drawing/2014/main" id="{F1EAC736-6456-0CE3-6AEF-2B8E3DA5A09B}"/>
                </a:ext>
              </a:extLst>
            </p:cNvPr>
            <p:cNvSpPr/>
            <p:nvPr/>
          </p:nvSpPr>
          <p:spPr>
            <a:xfrm>
              <a:off x="6281737" y="3614737"/>
              <a:ext cx="381000" cy="381000"/>
            </a:xfrm>
            <a:prstGeom prst="rect">
              <a:avLst/>
            </a:prstGeom>
            <a:solidFill>
              <a:srgbClr val="CCCCCC"/>
            </a:solidFill>
            <a:ln w="9525" cap="flat">
              <a:solidFill>
                <a:srgbClr val="000000"/>
              </a:solidFill>
              <a:prstDash val="solid"/>
              <a:miter/>
            </a:ln>
          </p:spPr>
          <p:txBody>
            <a:bodyPr/>
            <a:lstStyle/>
            <a:p>
              <a:endParaRPr lang="en-US" noProof="0" dirty="0"/>
            </a:p>
          </p:txBody>
        </p:sp>
        <p:sp>
          <p:nvSpPr>
            <p:cNvPr id="60" name="Rectangle 59">
              <a:extLst>
                <a:ext uri="{FF2B5EF4-FFF2-40B4-BE49-F238E27FC236}">
                  <a16:creationId xmlns:a16="http://schemas.microsoft.com/office/drawing/2014/main" id="{EDAC7F04-1BD8-0A14-9AAA-0A3104224F6F}"/>
                </a:ext>
              </a:extLst>
            </p:cNvPr>
            <p:cNvSpPr/>
            <p:nvPr/>
          </p:nvSpPr>
          <p:spPr>
            <a:xfrm>
              <a:off x="6662737" y="3614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61" name="Rectangle 60">
              <a:extLst>
                <a:ext uri="{FF2B5EF4-FFF2-40B4-BE49-F238E27FC236}">
                  <a16:creationId xmlns:a16="http://schemas.microsoft.com/office/drawing/2014/main" id="{D87ED04B-9027-FAA2-A1B8-ED3C9DE2B44B}"/>
                </a:ext>
              </a:extLst>
            </p:cNvPr>
            <p:cNvSpPr/>
            <p:nvPr/>
          </p:nvSpPr>
          <p:spPr>
            <a:xfrm>
              <a:off x="6281737" y="3995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62" name="Rectangle 61">
              <a:extLst>
                <a:ext uri="{FF2B5EF4-FFF2-40B4-BE49-F238E27FC236}">
                  <a16:creationId xmlns:a16="http://schemas.microsoft.com/office/drawing/2014/main" id="{F097E7EE-FDEB-0281-CE11-213C25A9584A}"/>
                </a:ext>
              </a:extLst>
            </p:cNvPr>
            <p:cNvSpPr/>
            <p:nvPr/>
          </p:nvSpPr>
          <p:spPr>
            <a:xfrm>
              <a:off x="6662737" y="3995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63" name="Rectangle 62">
              <a:extLst>
                <a:ext uri="{FF2B5EF4-FFF2-40B4-BE49-F238E27FC236}">
                  <a16:creationId xmlns:a16="http://schemas.microsoft.com/office/drawing/2014/main" id="{A2B744D5-0A39-8D5B-2C2B-1934A69835CE}"/>
                </a:ext>
              </a:extLst>
            </p:cNvPr>
            <p:cNvSpPr/>
            <p:nvPr/>
          </p:nvSpPr>
          <p:spPr>
            <a:xfrm>
              <a:off x="7043737" y="3614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64" name="Rectangle 63">
              <a:extLst>
                <a:ext uri="{FF2B5EF4-FFF2-40B4-BE49-F238E27FC236}">
                  <a16:creationId xmlns:a16="http://schemas.microsoft.com/office/drawing/2014/main" id="{9DDD8BDB-2928-13A7-DA72-4276F995358C}"/>
                </a:ext>
              </a:extLst>
            </p:cNvPr>
            <p:cNvSpPr/>
            <p:nvPr/>
          </p:nvSpPr>
          <p:spPr>
            <a:xfrm>
              <a:off x="7043737" y="3995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65" name="Rectangle 64">
              <a:extLst>
                <a:ext uri="{FF2B5EF4-FFF2-40B4-BE49-F238E27FC236}">
                  <a16:creationId xmlns:a16="http://schemas.microsoft.com/office/drawing/2014/main" id="{96130875-0B1F-A0F1-5C8A-0B597CFA38EF}"/>
                </a:ext>
              </a:extLst>
            </p:cNvPr>
            <p:cNvSpPr/>
            <p:nvPr/>
          </p:nvSpPr>
          <p:spPr>
            <a:xfrm>
              <a:off x="4757737" y="4376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66" name="Rectangle 65">
              <a:extLst>
                <a:ext uri="{FF2B5EF4-FFF2-40B4-BE49-F238E27FC236}">
                  <a16:creationId xmlns:a16="http://schemas.microsoft.com/office/drawing/2014/main" id="{95A17DD4-7EEC-6816-B3AE-965CDD860873}"/>
                </a:ext>
              </a:extLst>
            </p:cNvPr>
            <p:cNvSpPr/>
            <p:nvPr/>
          </p:nvSpPr>
          <p:spPr>
            <a:xfrm>
              <a:off x="5138737" y="4376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67" name="Rectangle 66">
              <a:extLst>
                <a:ext uri="{FF2B5EF4-FFF2-40B4-BE49-F238E27FC236}">
                  <a16:creationId xmlns:a16="http://schemas.microsoft.com/office/drawing/2014/main" id="{9C9136F6-0E96-BCA6-AE37-27E0C1711017}"/>
                </a:ext>
              </a:extLst>
            </p:cNvPr>
            <p:cNvSpPr/>
            <p:nvPr/>
          </p:nvSpPr>
          <p:spPr>
            <a:xfrm>
              <a:off x="5519737" y="4376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68" name="Rectangle 67">
              <a:extLst>
                <a:ext uri="{FF2B5EF4-FFF2-40B4-BE49-F238E27FC236}">
                  <a16:creationId xmlns:a16="http://schemas.microsoft.com/office/drawing/2014/main" id="{8BA9E4EA-B9A7-45EA-6627-6E577E5ABF85}"/>
                </a:ext>
              </a:extLst>
            </p:cNvPr>
            <p:cNvSpPr/>
            <p:nvPr/>
          </p:nvSpPr>
          <p:spPr>
            <a:xfrm>
              <a:off x="5900737" y="4376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69" name="Rectangle 68">
              <a:extLst>
                <a:ext uri="{FF2B5EF4-FFF2-40B4-BE49-F238E27FC236}">
                  <a16:creationId xmlns:a16="http://schemas.microsoft.com/office/drawing/2014/main" id="{3575F222-3D19-8E86-D9EF-648AA78DAFF2}"/>
                </a:ext>
              </a:extLst>
            </p:cNvPr>
            <p:cNvSpPr/>
            <p:nvPr/>
          </p:nvSpPr>
          <p:spPr>
            <a:xfrm>
              <a:off x="6281737" y="4376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70" name="Rectangle 69">
              <a:extLst>
                <a:ext uri="{FF2B5EF4-FFF2-40B4-BE49-F238E27FC236}">
                  <a16:creationId xmlns:a16="http://schemas.microsoft.com/office/drawing/2014/main" id="{0B7B1F17-8648-71C3-9A16-DD3FD0A826A4}"/>
                </a:ext>
              </a:extLst>
            </p:cNvPr>
            <p:cNvSpPr/>
            <p:nvPr/>
          </p:nvSpPr>
          <p:spPr>
            <a:xfrm>
              <a:off x="6662737" y="4376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71" name="Rectangle 70">
              <a:extLst>
                <a:ext uri="{FF2B5EF4-FFF2-40B4-BE49-F238E27FC236}">
                  <a16:creationId xmlns:a16="http://schemas.microsoft.com/office/drawing/2014/main" id="{B0A66F5A-941C-CD39-1FB9-F29D909642CB}"/>
                </a:ext>
              </a:extLst>
            </p:cNvPr>
            <p:cNvSpPr/>
            <p:nvPr/>
          </p:nvSpPr>
          <p:spPr>
            <a:xfrm>
              <a:off x="7043737" y="4376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grpSp>
      <p:cxnSp>
        <p:nvCxnSpPr>
          <p:cNvPr id="73" name="Straight Arrow Connector 72">
            <a:extLst>
              <a:ext uri="{FF2B5EF4-FFF2-40B4-BE49-F238E27FC236}">
                <a16:creationId xmlns:a16="http://schemas.microsoft.com/office/drawing/2014/main" id="{1C7BF7AF-DC09-34FF-9444-944EDC6A9794}"/>
              </a:ext>
            </a:extLst>
          </p:cNvPr>
          <p:cNvCxnSpPr/>
          <p:nvPr>
            <p:custDataLst>
              <p:tags r:id="rId8"/>
            </p:custDataLst>
          </p:nvPr>
        </p:nvCxnSpPr>
        <p:spPr>
          <a:xfrm flipH="1" flipV="1">
            <a:off x="3896801" y="3489820"/>
            <a:ext cx="1898650" cy="24130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74" name="TextBox 73">
            <a:extLst>
              <a:ext uri="{FF2B5EF4-FFF2-40B4-BE49-F238E27FC236}">
                <a16:creationId xmlns:a16="http://schemas.microsoft.com/office/drawing/2014/main" id="{92165F4C-C28A-EF05-DBA3-80C928C520DD}"/>
              </a:ext>
            </a:extLst>
          </p:cNvPr>
          <p:cNvSpPr txBox="1"/>
          <p:nvPr>
            <p:custDataLst>
              <p:tags r:id="rId9"/>
            </p:custDataLst>
          </p:nvPr>
        </p:nvSpPr>
        <p:spPr>
          <a:xfrm>
            <a:off x="5763902" y="3545839"/>
            <a:ext cx="1599797" cy="400110"/>
          </a:xfrm>
          <a:prstGeom prst="rect">
            <a:avLst/>
          </a:prstGeom>
          <a:noFill/>
        </p:spPr>
        <p:txBody>
          <a:bodyPr wrap="none" rtlCol="0" anchor="ctr">
            <a:spAutoFit/>
          </a:bodyPr>
          <a:lstStyle/>
          <a:p>
            <a:r>
              <a:rPr lang="en-US" sz="2000" noProof="0" dirty="0"/>
              <a:t>Updated cell</a:t>
            </a:r>
          </a:p>
        </p:txBody>
      </p:sp>
      <p:cxnSp>
        <p:nvCxnSpPr>
          <p:cNvPr id="76" name="Straight Arrow Connector 75">
            <a:extLst>
              <a:ext uri="{FF2B5EF4-FFF2-40B4-BE49-F238E27FC236}">
                <a16:creationId xmlns:a16="http://schemas.microsoft.com/office/drawing/2014/main" id="{C124EAF2-32DC-27D9-87E5-D12E3A32FC6C}"/>
              </a:ext>
            </a:extLst>
          </p:cNvPr>
          <p:cNvCxnSpPr/>
          <p:nvPr>
            <p:custDataLst>
              <p:tags r:id="rId10"/>
            </p:custDataLst>
          </p:nvPr>
        </p:nvCxnSpPr>
        <p:spPr>
          <a:xfrm flipH="1" flipV="1">
            <a:off x="4326970" y="3915786"/>
            <a:ext cx="1258931" cy="89017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77" name="TextBox 76">
            <a:extLst>
              <a:ext uri="{FF2B5EF4-FFF2-40B4-BE49-F238E27FC236}">
                <a16:creationId xmlns:a16="http://schemas.microsoft.com/office/drawing/2014/main" id="{42AA0690-756B-164D-33E4-45263355827E}"/>
              </a:ext>
            </a:extLst>
          </p:cNvPr>
          <p:cNvSpPr txBox="1"/>
          <p:nvPr>
            <p:custDataLst>
              <p:tags r:id="rId11"/>
            </p:custDataLst>
          </p:nvPr>
        </p:nvSpPr>
        <p:spPr>
          <a:xfrm>
            <a:off x="5563245" y="4685147"/>
            <a:ext cx="1766830" cy="400110"/>
          </a:xfrm>
          <a:prstGeom prst="rect">
            <a:avLst/>
          </a:prstGeom>
          <a:noFill/>
        </p:spPr>
        <p:txBody>
          <a:bodyPr wrap="none" rtlCol="0">
            <a:spAutoFit/>
          </a:bodyPr>
          <a:lstStyle/>
          <a:p>
            <a:r>
              <a:rPr lang="en-US" sz="2000" noProof="0" dirty="0"/>
              <a:t>Neighborhood</a:t>
            </a:r>
          </a:p>
        </p:txBody>
      </p:sp>
    </p:spTree>
    <p:custDataLst>
      <p:tags r:id="rId1"/>
    </p:custDataLst>
    <p:extLst>
      <p:ext uri="{BB962C8B-B14F-4D97-AF65-F5344CB8AC3E}">
        <p14:creationId xmlns:p14="http://schemas.microsoft.com/office/powerpoint/2010/main" val="163144280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AB43A55-13AD-DFB3-5443-4EA6B4D358F5}"/>
              </a:ext>
            </a:extLst>
          </p:cNvPr>
          <p:cNvSpPr>
            <a:spLocks noGrp="1"/>
          </p:cNvSpPr>
          <p:nvPr>
            <p:ph type="title"/>
            <p:custDataLst>
              <p:tags r:id="rId2"/>
            </p:custDataLst>
          </p:nvPr>
        </p:nvSpPr>
        <p:spPr/>
        <p:txBody>
          <a:bodyPr/>
          <a:lstStyle/>
          <a:p>
            <a:r>
              <a:rPr lang="en-US" noProof="0" dirty="0"/>
              <a:t>Stencil computation abstractions</a:t>
            </a:r>
          </a:p>
        </p:txBody>
      </p:sp>
      <p:sp>
        <p:nvSpPr>
          <p:cNvPr id="2" name="Date Placeholder 1">
            <a:extLst>
              <a:ext uri="{FF2B5EF4-FFF2-40B4-BE49-F238E27FC236}">
                <a16:creationId xmlns:a16="http://schemas.microsoft.com/office/drawing/2014/main" id="{EB9C5298-6963-89FD-4A0D-2B40AEF803B5}"/>
              </a:ext>
            </a:extLst>
          </p:cNvPr>
          <p:cNvSpPr>
            <a:spLocks noGrp="1"/>
          </p:cNvSpPr>
          <p:nvPr>
            <p:ph type="dt" sz="half" idx="10"/>
            <p:custDataLst>
              <p:tags r:id="rId3"/>
            </p:custDataLst>
          </p:nvPr>
        </p:nvSpPr>
        <p:spPr/>
        <p:txBody>
          <a:bodyPr/>
          <a:lstStyle/>
          <a:p>
            <a:r>
              <a:rPr lang="en-US" noProof="0"/>
              <a:t>9/5/2026</a:t>
            </a:r>
            <a:endParaRPr lang="en-US" noProof="0" dirty="0"/>
          </a:p>
        </p:txBody>
      </p:sp>
      <p:sp>
        <p:nvSpPr>
          <p:cNvPr id="3" name="Slide Number Placeholder 2">
            <a:extLst>
              <a:ext uri="{FF2B5EF4-FFF2-40B4-BE49-F238E27FC236}">
                <a16:creationId xmlns:a16="http://schemas.microsoft.com/office/drawing/2014/main" id="{7EB3A830-7137-2C37-9AF7-67F412109557}"/>
              </a:ext>
            </a:extLst>
          </p:cNvPr>
          <p:cNvSpPr>
            <a:spLocks noGrp="1"/>
          </p:cNvSpPr>
          <p:nvPr>
            <p:ph type="sldNum" sz="quarter" idx="12"/>
            <p:custDataLst>
              <p:tags r:id="rId4"/>
            </p:custDataLst>
          </p:nvPr>
        </p:nvSpPr>
        <p:spPr/>
        <p:txBody>
          <a:bodyPr/>
          <a:lstStyle/>
          <a:p>
            <a:r>
              <a:rPr lang="en-US" noProof="0"/>
              <a:t>19</a:t>
            </a:r>
            <a:endParaRPr lang="en-US" noProof="0" dirty="0"/>
          </a:p>
        </p:txBody>
      </p:sp>
      <p:grpSp>
        <p:nvGrpSpPr>
          <p:cNvPr id="10" name="Group 9">
            <a:extLst>
              <a:ext uri="{FF2B5EF4-FFF2-40B4-BE49-F238E27FC236}">
                <a16:creationId xmlns:a16="http://schemas.microsoft.com/office/drawing/2014/main" id="{DCEA82E3-1BE2-3FF6-28C1-ADABA685AC1D}"/>
              </a:ext>
            </a:extLst>
          </p:cNvPr>
          <p:cNvGrpSpPr/>
          <p:nvPr>
            <p:custDataLst>
              <p:tags r:id="rId5"/>
            </p:custDataLst>
          </p:nvPr>
        </p:nvGrpSpPr>
        <p:grpSpPr>
          <a:xfrm>
            <a:off x="6804263" y="5776906"/>
            <a:ext cx="2787375" cy="732656"/>
            <a:chOff x="6373769" y="1459455"/>
            <a:chExt cx="2787375" cy="732656"/>
          </a:xfrm>
        </p:grpSpPr>
        <p:pic>
          <p:nvPicPr>
            <p:cNvPr id="11" name="Graphic 10" descr="Images with solid fill">
              <a:extLst>
                <a:ext uri="{FF2B5EF4-FFF2-40B4-BE49-F238E27FC236}">
                  <a16:creationId xmlns:a16="http://schemas.microsoft.com/office/drawing/2014/main" id="{BCB8AB1E-4038-D3A7-C93F-C113F4A99490}"/>
                </a:ext>
              </a:extLst>
            </p:cNvPr>
            <p:cNvPicPr>
              <a:picLocks noChangeAspect="1"/>
            </p:cNvPicPr>
            <p:nvPr/>
          </p:nvPicPr>
          <p:blipFill>
            <a:blip>
              <a:extLst>
                <a:ext uri="{96DAC541-7B7A-43D3-8B79-37D633B846F1}">
                  <asvg:svgBlip xmlns:asvg="http://schemas.microsoft.com/office/drawing/2016/SVG/main" r:embed="rId16"/>
                </a:ext>
              </a:extLst>
            </a:blip>
            <a:stretch>
              <a:fillRect/>
            </a:stretch>
          </p:blipFill>
          <p:spPr>
            <a:xfrm>
              <a:off x="6373769" y="1459455"/>
              <a:ext cx="732656" cy="732656"/>
            </a:xfrm>
            <a:prstGeom prst="rect">
              <a:avLst/>
            </a:prstGeom>
          </p:spPr>
        </p:pic>
        <p:sp>
          <p:nvSpPr>
            <p:cNvPr id="12" name="TextBox 11">
              <a:extLst>
                <a:ext uri="{FF2B5EF4-FFF2-40B4-BE49-F238E27FC236}">
                  <a16:creationId xmlns:a16="http://schemas.microsoft.com/office/drawing/2014/main" id="{FDC41653-37C0-2B80-EE45-53468F84FBC7}"/>
                </a:ext>
              </a:extLst>
            </p:cNvPr>
            <p:cNvSpPr txBox="1"/>
            <p:nvPr/>
          </p:nvSpPr>
          <p:spPr>
            <a:xfrm>
              <a:off x="7036845" y="1641117"/>
              <a:ext cx="2124299" cy="400110"/>
            </a:xfrm>
            <a:prstGeom prst="rect">
              <a:avLst/>
            </a:prstGeom>
            <a:noFill/>
          </p:spPr>
          <p:txBody>
            <a:bodyPr wrap="none" rtlCol="0" anchor="ctr">
              <a:spAutoFit/>
            </a:bodyPr>
            <a:lstStyle/>
            <a:p>
              <a:r>
                <a:rPr lang="en-US" sz="2000" noProof="0" dirty="0"/>
                <a:t>Image processing</a:t>
              </a:r>
            </a:p>
          </p:txBody>
        </p:sp>
      </p:grpSp>
      <p:sp>
        <p:nvSpPr>
          <p:cNvPr id="17" name="TextBox 16">
            <a:extLst>
              <a:ext uri="{FF2B5EF4-FFF2-40B4-BE49-F238E27FC236}">
                <a16:creationId xmlns:a16="http://schemas.microsoft.com/office/drawing/2014/main" id="{EDBA9A01-C547-889B-493B-188DC700AFAE}"/>
              </a:ext>
            </a:extLst>
          </p:cNvPr>
          <p:cNvSpPr txBox="1"/>
          <p:nvPr>
            <p:custDataLst>
              <p:tags r:id="rId6"/>
            </p:custDataLst>
          </p:nvPr>
        </p:nvSpPr>
        <p:spPr>
          <a:xfrm>
            <a:off x="1972661" y="1663006"/>
            <a:ext cx="4026808" cy="461665"/>
          </a:xfrm>
          <a:prstGeom prst="rect">
            <a:avLst/>
          </a:prstGeom>
          <a:noFill/>
        </p:spPr>
        <p:txBody>
          <a:bodyPr wrap="none" rtlCol="0" anchor="b">
            <a:spAutoFit/>
          </a:bodyPr>
          <a:lstStyle/>
          <a:p>
            <a:pPr algn="ctr"/>
            <a:r>
              <a:rPr lang="en-US" sz="2400" noProof="0" dirty="0"/>
              <a:t>Example of an 8-point stencil</a:t>
            </a:r>
          </a:p>
        </p:txBody>
      </p:sp>
      <p:sp>
        <p:nvSpPr>
          <p:cNvPr id="19" name="Rectangle 18">
            <a:extLst>
              <a:ext uri="{FF2B5EF4-FFF2-40B4-BE49-F238E27FC236}">
                <a16:creationId xmlns:a16="http://schemas.microsoft.com/office/drawing/2014/main" id="{6E59B725-5B8D-D594-A1C6-5596E71C41D8}"/>
              </a:ext>
            </a:extLst>
          </p:cNvPr>
          <p:cNvSpPr/>
          <p:nvPr>
            <p:custDataLst>
              <p:tags r:id="rId7"/>
            </p:custDataLst>
          </p:nvPr>
        </p:nvSpPr>
        <p:spPr>
          <a:xfrm>
            <a:off x="2534310" y="2124671"/>
            <a:ext cx="2705100" cy="2705100"/>
          </a:xfrm>
          <a:prstGeom prst="rect">
            <a:avLst/>
          </a:prstGeom>
          <a:solidFill>
            <a:srgbClr val="FFFFFF"/>
          </a:solidFill>
          <a:ln w="9525" cap="flat">
            <a:noFill/>
            <a:prstDash val="solid"/>
            <a:miter/>
          </a:ln>
        </p:spPr>
        <p:txBody>
          <a:bodyPr/>
          <a:lstStyle/>
          <a:p>
            <a:endParaRPr lang="en-US" noProof="0" dirty="0"/>
          </a:p>
        </p:txBody>
      </p:sp>
      <p:grpSp>
        <p:nvGrpSpPr>
          <p:cNvPr id="21" name="Graphic 14">
            <a:extLst>
              <a:ext uri="{FF2B5EF4-FFF2-40B4-BE49-F238E27FC236}">
                <a16:creationId xmlns:a16="http://schemas.microsoft.com/office/drawing/2014/main" id="{131381F6-097A-8BC9-D3A9-020A95F0412B}"/>
              </a:ext>
            </a:extLst>
          </p:cNvPr>
          <p:cNvGrpSpPr/>
          <p:nvPr>
            <p:custDataLst>
              <p:tags r:id="rId8"/>
            </p:custDataLst>
          </p:nvPr>
        </p:nvGrpSpPr>
        <p:grpSpPr>
          <a:xfrm>
            <a:off x="2548597" y="2138958"/>
            <a:ext cx="2667000" cy="2667000"/>
            <a:chOff x="4757737" y="2090737"/>
            <a:chExt cx="2667000" cy="2667000"/>
          </a:xfrm>
        </p:grpSpPr>
        <p:sp>
          <p:nvSpPr>
            <p:cNvPr id="22" name="Rectangle 21">
              <a:extLst>
                <a:ext uri="{FF2B5EF4-FFF2-40B4-BE49-F238E27FC236}">
                  <a16:creationId xmlns:a16="http://schemas.microsoft.com/office/drawing/2014/main" id="{EF7F5BCC-707A-C7A9-26AA-9EBB8EB6FDF3}"/>
                </a:ext>
              </a:extLst>
            </p:cNvPr>
            <p:cNvSpPr/>
            <p:nvPr/>
          </p:nvSpPr>
          <p:spPr>
            <a:xfrm>
              <a:off x="4757737" y="2090737"/>
              <a:ext cx="2667000" cy="2667000"/>
            </a:xfrm>
            <a:prstGeom prst="rect">
              <a:avLst/>
            </a:prstGeom>
            <a:noFill/>
            <a:ln w="28575" cap="flat">
              <a:solidFill>
                <a:srgbClr val="000000"/>
              </a:solidFill>
              <a:prstDash val="solid"/>
              <a:miter/>
            </a:ln>
          </p:spPr>
          <p:txBody>
            <a:bodyPr/>
            <a:lstStyle/>
            <a:p>
              <a:endParaRPr lang="en-US" noProof="0" dirty="0"/>
            </a:p>
          </p:txBody>
        </p:sp>
        <p:sp>
          <p:nvSpPr>
            <p:cNvPr id="23" name="Rectangle 22">
              <a:extLst>
                <a:ext uri="{FF2B5EF4-FFF2-40B4-BE49-F238E27FC236}">
                  <a16:creationId xmlns:a16="http://schemas.microsoft.com/office/drawing/2014/main" id="{6188D0D4-A30F-BF09-D1A4-991195FC2358}"/>
                </a:ext>
              </a:extLst>
            </p:cNvPr>
            <p:cNvSpPr/>
            <p:nvPr/>
          </p:nvSpPr>
          <p:spPr>
            <a:xfrm>
              <a:off x="4757737" y="2090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24" name="Rectangle 23">
              <a:extLst>
                <a:ext uri="{FF2B5EF4-FFF2-40B4-BE49-F238E27FC236}">
                  <a16:creationId xmlns:a16="http://schemas.microsoft.com/office/drawing/2014/main" id="{00188916-92A3-C146-6295-587F5EA3BBA0}"/>
                </a:ext>
              </a:extLst>
            </p:cNvPr>
            <p:cNvSpPr/>
            <p:nvPr/>
          </p:nvSpPr>
          <p:spPr>
            <a:xfrm>
              <a:off x="5138737" y="2090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25" name="Rectangle 24">
              <a:extLst>
                <a:ext uri="{FF2B5EF4-FFF2-40B4-BE49-F238E27FC236}">
                  <a16:creationId xmlns:a16="http://schemas.microsoft.com/office/drawing/2014/main" id="{D565B24B-CFB0-9AF6-2694-250DAAC2D82A}"/>
                </a:ext>
              </a:extLst>
            </p:cNvPr>
            <p:cNvSpPr/>
            <p:nvPr/>
          </p:nvSpPr>
          <p:spPr>
            <a:xfrm>
              <a:off x="4757737" y="2471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26" name="Rectangle 25">
              <a:extLst>
                <a:ext uri="{FF2B5EF4-FFF2-40B4-BE49-F238E27FC236}">
                  <a16:creationId xmlns:a16="http://schemas.microsoft.com/office/drawing/2014/main" id="{CFFB034F-FB02-984D-1C5D-AD7DADD8CCEE}"/>
                </a:ext>
              </a:extLst>
            </p:cNvPr>
            <p:cNvSpPr/>
            <p:nvPr/>
          </p:nvSpPr>
          <p:spPr>
            <a:xfrm>
              <a:off x="5138737" y="2471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27" name="Rectangle 26">
              <a:extLst>
                <a:ext uri="{FF2B5EF4-FFF2-40B4-BE49-F238E27FC236}">
                  <a16:creationId xmlns:a16="http://schemas.microsoft.com/office/drawing/2014/main" id="{016B05D1-22BF-3997-FCC5-A7BF9E1104CC}"/>
                </a:ext>
              </a:extLst>
            </p:cNvPr>
            <p:cNvSpPr/>
            <p:nvPr/>
          </p:nvSpPr>
          <p:spPr>
            <a:xfrm>
              <a:off x="5519737" y="2090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28" name="Rectangle 27">
              <a:extLst>
                <a:ext uri="{FF2B5EF4-FFF2-40B4-BE49-F238E27FC236}">
                  <a16:creationId xmlns:a16="http://schemas.microsoft.com/office/drawing/2014/main" id="{96FDCCAA-F3FB-DF0F-194B-10625614E55E}"/>
                </a:ext>
              </a:extLst>
            </p:cNvPr>
            <p:cNvSpPr/>
            <p:nvPr/>
          </p:nvSpPr>
          <p:spPr>
            <a:xfrm>
              <a:off x="5900737" y="2090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29" name="Rectangle 28">
              <a:extLst>
                <a:ext uri="{FF2B5EF4-FFF2-40B4-BE49-F238E27FC236}">
                  <a16:creationId xmlns:a16="http://schemas.microsoft.com/office/drawing/2014/main" id="{E566E2F5-E6AC-E8BB-DD7C-0DE27F52268C}"/>
                </a:ext>
              </a:extLst>
            </p:cNvPr>
            <p:cNvSpPr/>
            <p:nvPr/>
          </p:nvSpPr>
          <p:spPr>
            <a:xfrm>
              <a:off x="5519737" y="2471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30" name="Rectangle 29">
              <a:extLst>
                <a:ext uri="{FF2B5EF4-FFF2-40B4-BE49-F238E27FC236}">
                  <a16:creationId xmlns:a16="http://schemas.microsoft.com/office/drawing/2014/main" id="{6702C292-D602-F047-6E5D-07963C84A4EB}"/>
                </a:ext>
              </a:extLst>
            </p:cNvPr>
            <p:cNvSpPr/>
            <p:nvPr/>
          </p:nvSpPr>
          <p:spPr>
            <a:xfrm>
              <a:off x="5900737" y="2471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31" name="Rectangle 30">
              <a:extLst>
                <a:ext uri="{FF2B5EF4-FFF2-40B4-BE49-F238E27FC236}">
                  <a16:creationId xmlns:a16="http://schemas.microsoft.com/office/drawing/2014/main" id="{713BC10D-DEEF-977B-5260-48F3EFFA0845}"/>
                </a:ext>
              </a:extLst>
            </p:cNvPr>
            <p:cNvSpPr/>
            <p:nvPr/>
          </p:nvSpPr>
          <p:spPr>
            <a:xfrm>
              <a:off x="6281737" y="2090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32" name="Rectangle 31">
              <a:extLst>
                <a:ext uri="{FF2B5EF4-FFF2-40B4-BE49-F238E27FC236}">
                  <a16:creationId xmlns:a16="http://schemas.microsoft.com/office/drawing/2014/main" id="{8FAA4B6A-CFDE-D085-E468-CE06D057F64F}"/>
                </a:ext>
              </a:extLst>
            </p:cNvPr>
            <p:cNvSpPr/>
            <p:nvPr/>
          </p:nvSpPr>
          <p:spPr>
            <a:xfrm>
              <a:off x="6662737" y="2090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33" name="Rectangle 32">
              <a:extLst>
                <a:ext uri="{FF2B5EF4-FFF2-40B4-BE49-F238E27FC236}">
                  <a16:creationId xmlns:a16="http://schemas.microsoft.com/office/drawing/2014/main" id="{6389750B-27AD-9F2E-3F88-CFA26D7D8A81}"/>
                </a:ext>
              </a:extLst>
            </p:cNvPr>
            <p:cNvSpPr/>
            <p:nvPr/>
          </p:nvSpPr>
          <p:spPr>
            <a:xfrm>
              <a:off x="6281737" y="2471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34" name="Rectangle 33">
              <a:extLst>
                <a:ext uri="{FF2B5EF4-FFF2-40B4-BE49-F238E27FC236}">
                  <a16:creationId xmlns:a16="http://schemas.microsoft.com/office/drawing/2014/main" id="{3C890C6A-2351-89FA-0F19-374AD2365963}"/>
                </a:ext>
              </a:extLst>
            </p:cNvPr>
            <p:cNvSpPr/>
            <p:nvPr/>
          </p:nvSpPr>
          <p:spPr>
            <a:xfrm>
              <a:off x="6662737" y="2471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35" name="Rectangle 34">
              <a:extLst>
                <a:ext uri="{FF2B5EF4-FFF2-40B4-BE49-F238E27FC236}">
                  <a16:creationId xmlns:a16="http://schemas.microsoft.com/office/drawing/2014/main" id="{E5044FC0-207D-AD26-4347-8122E38748B0}"/>
                </a:ext>
              </a:extLst>
            </p:cNvPr>
            <p:cNvSpPr/>
            <p:nvPr/>
          </p:nvSpPr>
          <p:spPr>
            <a:xfrm>
              <a:off x="7043737" y="2090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36" name="Rectangle 35">
              <a:extLst>
                <a:ext uri="{FF2B5EF4-FFF2-40B4-BE49-F238E27FC236}">
                  <a16:creationId xmlns:a16="http://schemas.microsoft.com/office/drawing/2014/main" id="{9E0ADB09-AF36-DF07-D7AB-BB065EDC6924}"/>
                </a:ext>
              </a:extLst>
            </p:cNvPr>
            <p:cNvSpPr/>
            <p:nvPr/>
          </p:nvSpPr>
          <p:spPr>
            <a:xfrm>
              <a:off x="7043737" y="2471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37" name="Rectangle 36">
              <a:extLst>
                <a:ext uri="{FF2B5EF4-FFF2-40B4-BE49-F238E27FC236}">
                  <a16:creationId xmlns:a16="http://schemas.microsoft.com/office/drawing/2014/main" id="{22E54BAB-88FD-1454-1BD8-2B98F80E238A}"/>
                </a:ext>
              </a:extLst>
            </p:cNvPr>
            <p:cNvSpPr/>
            <p:nvPr/>
          </p:nvSpPr>
          <p:spPr>
            <a:xfrm>
              <a:off x="4757737" y="2852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38" name="Rectangle 37">
              <a:extLst>
                <a:ext uri="{FF2B5EF4-FFF2-40B4-BE49-F238E27FC236}">
                  <a16:creationId xmlns:a16="http://schemas.microsoft.com/office/drawing/2014/main" id="{358A08F8-CED6-6152-0F69-34DAEE3D4046}"/>
                </a:ext>
              </a:extLst>
            </p:cNvPr>
            <p:cNvSpPr/>
            <p:nvPr/>
          </p:nvSpPr>
          <p:spPr>
            <a:xfrm>
              <a:off x="5138737" y="2852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39" name="Rectangle 38">
              <a:extLst>
                <a:ext uri="{FF2B5EF4-FFF2-40B4-BE49-F238E27FC236}">
                  <a16:creationId xmlns:a16="http://schemas.microsoft.com/office/drawing/2014/main" id="{5A10A4CB-C35E-F199-070A-4C13EE0AF10C}"/>
                </a:ext>
              </a:extLst>
            </p:cNvPr>
            <p:cNvSpPr/>
            <p:nvPr/>
          </p:nvSpPr>
          <p:spPr>
            <a:xfrm>
              <a:off x="4757737" y="3233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40" name="Rectangle 39">
              <a:extLst>
                <a:ext uri="{FF2B5EF4-FFF2-40B4-BE49-F238E27FC236}">
                  <a16:creationId xmlns:a16="http://schemas.microsoft.com/office/drawing/2014/main" id="{824DB158-9A93-B150-0B6B-4432E7BF3A1D}"/>
                </a:ext>
              </a:extLst>
            </p:cNvPr>
            <p:cNvSpPr/>
            <p:nvPr/>
          </p:nvSpPr>
          <p:spPr>
            <a:xfrm>
              <a:off x="5138737" y="3233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41" name="Rectangle 40">
              <a:extLst>
                <a:ext uri="{FF2B5EF4-FFF2-40B4-BE49-F238E27FC236}">
                  <a16:creationId xmlns:a16="http://schemas.microsoft.com/office/drawing/2014/main" id="{BCDE420E-24C9-F752-1F86-628695037DFB}"/>
                </a:ext>
              </a:extLst>
            </p:cNvPr>
            <p:cNvSpPr/>
            <p:nvPr/>
          </p:nvSpPr>
          <p:spPr>
            <a:xfrm>
              <a:off x="5519737" y="2852737"/>
              <a:ext cx="381000" cy="381000"/>
            </a:xfrm>
            <a:prstGeom prst="rect">
              <a:avLst/>
            </a:prstGeom>
            <a:solidFill>
              <a:srgbClr val="CCCCCC"/>
            </a:solidFill>
            <a:ln w="9525" cap="flat">
              <a:solidFill>
                <a:srgbClr val="000000"/>
              </a:solidFill>
              <a:prstDash val="solid"/>
              <a:miter/>
            </a:ln>
          </p:spPr>
          <p:txBody>
            <a:bodyPr/>
            <a:lstStyle/>
            <a:p>
              <a:endParaRPr lang="en-US" noProof="0" dirty="0"/>
            </a:p>
          </p:txBody>
        </p:sp>
        <p:sp>
          <p:nvSpPr>
            <p:cNvPr id="42" name="Rectangle 41">
              <a:extLst>
                <a:ext uri="{FF2B5EF4-FFF2-40B4-BE49-F238E27FC236}">
                  <a16:creationId xmlns:a16="http://schemas.microsoft.com/office/drawing/2014/main" id="{D2573C6B-914F-6E70-3607-01D6D4AA2171}"/>
                </a:ext>
              </a:extLst>
            </p:cNvPr>
            <p:cNvSpPr/>
            <p:nvPr/>
          </p:nvSpPr>
          <p:spPr>
            <a:xfrm>
              <a:off x="5900737" y="2852737"/>
              <a:ext cx="381000" cy="381000"/>
            </a:xfrm>
            <a:prstGeom prst="rect">
              <a:avLst/>
            </a:prstGeom>
            <a:solidFill>
              <a:srgbClr val="CCCCCC"/>
            </a:solidFill>
            <a:ln w="9525" cap="flat">
              <a:solidFill>
                <a:srgbClr val="000000"/>
              </a:solidFill>
              <a:prstDash val="solid"/>
              <a:miter/>
            </a:ln>
          </p:spPr>
          <p:txBody>
            <a:bodyPr/>
            <a:lstStyle/>
            <a:p>
              <a:endParaRPr lang="en-US" noProof="0" dirty="0"/>
            </a:p>
          </p:txBody>
        </p:sp>
        <p:sp>
          <p:nvSpPr>
            <p:cNvPr id="43" name="Rectangle 42">
              <a:extLst>
                <a:ext uri="{FF2B5EF4-FFF2-40B4-BE49-F238E27FC236}">
                  <a16:creationId xmlns:a16="http://schemas.microsoft.com/office/drawing/2014/main" id="{4E9D0D9C-1D7E-4015-DC4B-F852F0E0E8C5}"/>
                </a:ext>
              </a:extLst>
            </p:cNvPr>
            <p:cNvSpPr/>
            <p:nvPr/>
          </p:nvSpPr>
          <p:spPr>
            <a:xfrm>
              <a:off x="5519737" y="3233737"/>
              <a:ext cx="381000" cy="381000"/>
            </a:xfrm>
            <a:prstGeom prst="rect">
              <a:avLst/>
            </a:prstGeom>
            <a:solidFill>
              <a:srgbClr val="CCCCCC"/>
            </a:solidFill>
            <a:ln w="9525" cap="flat">
              <a:solidFill>
                <a:srgbClr val="000000"/>
              </a:solidFill>
              <a:prstDash val="solid"/>
              <a:miter/>
            </a:ln>
          </p:spPr>
          <p:txBody>
            <a:bodyPr/>
            <a:lstStyle/>
            <a:p>
              <a:endParaRPr lang="en-US" noProof="0" dirty="0"/>
            </a:p>
          </p:txBody>
        </p:sp>
        <p:sp>
          <p:nvSpPr>
            <p:cNvPr id="44" name="Rectangle 43">
              <a:extLst>
                <a:ext uri="{FF2B5EF4-FFF2-40B4-BE49-F238E27FC236}">
                  <a16:creationId xmlns:a16="http://schemas.microsoft.com/office/drawing/2014/main" id="{2009D743-456B-CC33-B852-F2B83A20B667}"/>
                </a:ext>
              </a:extLst>
            </p:cNvPr>
            <p:cNvSpPr/>
            <p:nvPr/>
          </p:nvSpPr>
          <p:spPr>
            <a:xfrm>
              <a:off x="5900737" y="3233737"/>
              <a:ext cx="381000" cy="381000"/>
            </a:xfrm>
            <a:prstGeom prst="rect">
              <a:avLst/>
            </a:prstGeom>
            <a:solidFill>
              <a:srgbClr val="000000"/>
            </a:solidFill>
            <a:ln w="9525" cap="flat">
              <a:solidFill>
                <a:srgbClr val="000000"/>
              </a:solidFill>
              <a:prstDash val="solid"/>
              <a:miter/>
            </a:ln>
          </p:spPr>
          <p:txBody>
            <a:bodyPr/>
            <a:lstStyle/>
            <a:p>
              <a:endParaRPr lang="en-US" noProof="0" dirty="0"/>
            </a:p>
          </p:txBody>
        </p:sp>
        <p:sp>
          <p:nvSpPr>
            <p:cNvPr id="45" name="Rectangle 44">
              <a:extLst>
                <a:ext uri="{FF2B5EF4-FFF2-40B4-BE49-F238E27FC236}">
                  <a16:creationId xmlns:a16="http://schemas.microsoft.com/office/drawing/2014/main" id="{51D6CE2D-EC21-F227-66B9-A82F2F55270F}"/>
                </a:ext>
              </a:extLst>
            </p:cNvPr>
            <p:cNvSpPr/>
            <p:nvPr/>
          </p:nvSpPr>
          <p:spPr>
            <a:xfrm>
              <a:off x="6281737" y="2852737"/>
              <a:ext cx="381000" cy="381000"/>
            </a:xfrm>
            <a:prstGeom prst="rect">
              <a:avLst/>
            </a:prstGeom>
            <a:solidFill>
              <a:srgbClr val="CCCCCC"/>
            </a:solidFill>
            <a:ln w="9525" cap="flat">
              <a:solidFill>
                <a:srgbClr val="000000"/>
              </a:solidFill>
              <a:prstDash val="solid"/>
              <a:miter/>
            </a:ln>
          </p:spPr>
          <p:txBody>
            <a:bodyPr/>
            <a:lstStyle/>
            <a:p>
              <a:endParaRPr lang="en-US" noProof="0" dirty="0"/>
            </a:p>
          </p:txBody>
        </p:sp>
        <p:sp>
          <p:nvSpPr>
            <p:cNvPr id="46" name="Rectangle 45">
              <a:extLst>
                <a:ext uri="{FF2B5EF4-FFF2-40B4-BE49-F238E27FC236}">
                  <a16:creationId xmlns:a16="http://schemas.microsoft.com/office/drawing/2014/main" id="{69D39EEB-9B98-21F0-046F-3C36D161BCCE}"/>
                </a:ext>
              </a:extLst>
            </p:cNvPr>
            <p:cNvSpPr/>
            <p:nvPr/>
          </p:nvSpPr>
          <p:spPr>
            <a:xfrm>
              <a:off x="6662737" y="2852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47" name="Rectangle 46">
              <a:extLst>
                <a:ext uri="{FF2B5EF4-FFF2-40B4-BE49-F238E27FC236}">
                  <a16:creationId xmlns:a16="http://schemas.microsoft.com/office/drawing/2014/main" id="{D8023305-2D4B-C087-55B5-07F10F8019CD}"/>
                </a:ext>
              </a:extLst>
            </p:cNvPr>
            <p:cNvSpPr/>
            <p:nvPr/>
          </p:nvSpPr>
          <p:spPr>
            <a:xfrm>
              <a:off x="6281737" y="3233737"/>
              <a:ext cx="381000" cy="381000"/>
            </a:xfrm>
            <a:prstGeom prst="rect">
              <a:avLst/>
            </a:prstGeom>
            <a:solidFill>
              <a:srgbClr val="CCCCCC"/>
            </a:solidFill>
            <a:ln w="9525" cap="flat">
              <a:solidFill>
                <a:srgbClr val="000000"/>
              </a:solidFill>
              <a:prstDash val="solid"/>
              <a:miter/>
            </a:ln>
          </p:spPr>
          <p:txBody>
            <a:bodyPr/>
            <a:lstStyle/>
            <a:p>
              <a:endParaRPr lang="en-US" noProof="0" dirty="0"/>
            </a:p>
          </p:txBody>
        </p:sp>
        <p:sp>
          <p:nvSpPr>
            <p:cNvPr id="48" name="Rectangle 47">
              <a:extLst>
                <a:ext uri="{FF2B5EF4-FFF2-40B4-BE49-F238E27FC236}">
                  <a16:creationId xmlns:a16="http://schemas.microsoft.com/office/drawing/2014/main" id="{D54D7C03-3CBC-B686-415D-AA21F544ACE7}"/>
                </a:ext>
              </a:extLst>
            </p:cNvPr>
            <p:cNvSpPr/>
            <p:nvPr/>
          </p:nvSpPr>
          <p:spPr>
            <a:xfrm>
              <a:off x="6662737" y="3233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49" name="Rectangle 48">
              <a:extLst>
                <a:ext uri="{FF2B5EF4-FFF2-40B4-BE49-F238E27FC236}">
                  <a16:creationId xmlns:a16="http://schemas.microsoft.com/office/drawing/2014/main" id="{5380EAF7-0F2E-056E-76E7-DF9F1382E993}"/>
                </a:ext>
              </a:extLst>
            </p:cNvPr>
            <p:cNvSpPr/>
            <p:nvPr/>
          </p:nvSpPr>
          <p:spPr>
            <a:xfrm>
              <a:off x="7043737" y="2852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50" name="Rectangle 49">
              <a:extLst>
                <a:ext uri="{FF2B5EF4-FFF2-40B4-BE49-F238E27FC236}">
                  <a16:creationId xmlns:a16="http://schemas.microsoft.com/office/drawing/2014/main" id="{CB5759A0-355A-D02E-5D90-8FC5737A3AA5}"/>
                </a:ext>
              </a:extLst>
            </p:cNvPr>
            <p:cNvSpPr/>
            <p:nvPr/>
          </p:nvSpPr>
          <p:spPr>
            <a:xfrm>
              <a:off x="7043737" y="3233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51" name="Rectangle 50">
              <a:extLst>
                <a:ext uri="{FF2B5EF4-FFF2-40B4-BE49-F238E27FC236}">
                  <a16:creationId xmlns:a16="http://schemas.microsoft.com/office/drawing/2014/main" id="{9DBB0A95-8172-7945-C268-841E3B935C4B}"/>
                </a:ext>
              </a:extLst>
            </p:cNvPr>
            <p:cNvSpPr/>
            <p:nvPr/>
          </p:nvSpPr>
          <p:spPr>
            <a:xfrm>
              <a:off x="4757737" y="3614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52" name="Rectangle 51">
              <a:extLst>
                <a:ext uri="{FF2B5EF4-FFF2-40B4-BE49-F238E27FC236}">
                  <a16:creationId xmlns:a16="http://schemas.microsoft.com/office/drawing/2014/main" id="{D8D4BD9B-EDF0-D194-D15E-B7B21262275A}"/>
                </a:ext>
              </a:extLst>
            </p:cNvPr>
            <p:cNvSpPr/>
            <p:nvPr/>
          </p:nvSpPr>
          <p:spPr>
            <a:xfrm>
              <a:off x="5138737" y="3614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53" name="Rectangle 52">
              <a:extLst>
                <a:ext uri="{FF2B5EF4-FFF2-40B4-BE49-F238E27FC236}">
                  <a16:creationId xmlns:a16="http://schemas.microsoft.com/office/drawing/2014/main" id="{AD785FB2-6A56-DB40-4026-78CF899FE89A}"/>
                </a:ext>
              </a:extLst>
            </p:cNvPr>
            <p:cNvSpPr/>
            <p:nvPr/>
          </p:nvSpPr>
          <p:spPr>
            <a:xfrm>
              <a:off x="4757737" y="3995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54" name="Rectangle 53">
              <a:extLst>
                <a:ext uri="{FF2B5EF4-FFF2-40B4-BE49-F238E27FC236}">
                  <a16:creationId xmlns:a16="http://schemas.microsoft.com/office/drawing/2014/main" id="{6DCBFF32-E6E1-23DE-1749-D186187E8D3B}"/>
                </a:ext>
              </a:extLst>
            </p:cNvPr>
            <p:cNvSpPr/>
            <p:nvPr/>
          </p:nvSpPr>
          <p:spPr>
            <a:xfrm>
              <a:off x="5138737" y="3995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55" name="Rectangle 54">
              <a:extLst>
                <a:ext uri="{FF2B5EF4-FFF2-40B4-BE49-F238E27FC236}">
                  <a16:creationId xmlns:a16="http://schemas.microsoft.com/office/drawing/2014/main" id="{330818D5-1AC3-12B2-BBBE-0FC00ADF755D}"/>
                </a:ext>
              </a:extLst>
            </p:cNvPr>
            <p:cNvSpPr/>
            <p:nvPr/>
          </p:nvSpPr>
          <p:spPr>
            <a:xfrm>
              <a:off x="5519737" y="3614737"/>
              <a:ext cx="381000" cy="381000"/>
            </a:xfrm>
            <a:prstGeom prst="rect">
              <a:avLst/>
            </a:prstGeom>
            <a:solidFill>
              <a:srgbClr val="CCCCCC"/>
            </a:solidFill>
            <a:ln w="9525" cap="flat">
              <a:solidFill>
                <a:srgbClr val="000000"/>
              </a:solidFill>
              <a:prstDash val="solid"/>
              <a:miter/>
            </a:ln>
          </p:spPr>
          <p:txBody>
            <a:bodyPr/>
            <a:lstStyle/>
            <a:p>
              <a:endParaRPr lang="en-US" noProof="0" dirty="0"/>
            </a:p>
          </p:txBody>
        </p:sp>
        <p:sp>
          <p:nvSpPr>
            <p:cNvPr id="56" name="Rectangle 55">
              <a:extLst>
                <a:ext uri="{FF2B5EF4-FFF2-40B4-BE49-F238E27FC236}">
                  <a16:creationId xmlns:a16="http://schemas.microsoft.com/office/drawing/2014/main" id="{97126080-7EA2-8DEC-2EF7-686C0EEBD4C4}"/>
                </a:ext>
              </a:extLst>
            </p:cNvPr>
            <p:cNvSpPr/>
            <p:nvPr/>
          </p:nvSpPr>
          <p:spPr>
            <a:xfrm>
              <a:off x="5900737" y="3614737"/>
              <a:ext cx="381000" cy="381000"/>
            </a:xfrm>
            <a:prstGeom prst="rect">
              <a:avLst/>
            </a:prstGeom>
            <a:solidFill>
              <a:srgbClr val="CCCCCC"/>
            </a:solidFill>
            <a:ln w="9525" cap="flat">
              <a:solidFill>
                <a:srgbClr val="000000"/>
              </a:solidFill>
              <a:prstDash val="solid"/>
              <a:miter/>
            </a:ln>
          </p:spPr>
          <p:txBody>
            <a:bodyPr/>
            <a:lstStyle/>
            <a:p>
              <a:endParaRPr lang="en-US" noProof="0" dirty="0"/>
            </a:p>
          </p:txBody>
        </p:sp>
        <p:sp>
          <p:nvSpPr>
            <p:cNvPr id="57" name="Rectangle 56">
              <a:extLst>
                <a:ext uri="{FF2B5EF4-FFF2-40B4-BE49-F238E27FC236}">
                  <a16:creationId xmlns:a16="http://schemas.microsoft.com/office/drawing/2014/main" id="{AEA4483D-3D15-9D38-0587-882779D8E507}"/>
                </a:ext>
              </a:extLst>
            </p:cNvPr>
            <p:cNvSpPr/>
            <p:nvPr/>
          </p:nvSpPr>
          <p:spPr>
            <a:xfrm>
              <a:off x="5519737" y="3995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58" name="Rectangle 57">
              <a:extLst>
                <a:ext uri="{FF2B5EF4-FFF2-40B4-BE49-F238E27FC236}">
                  <a16:creationId xmlns:a16="http://schemas.microsoft.com/office/drawing/2014/main" id="{84161FC5-3F75-246A-88F7-52C64A2E0528}"/>
                </a:ext>
              </a:extLst>
            </p:cNvPr>
            <p:cNvSpPr/>
            <p:nvPr/>
          </p:nvSpPr>
          <p:spPr>
            <a:xfrm>
              <a:off x="5900737" y="3995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59" name="Rectangle 58">
              <a:extLst>
                <a:ext uri="{FF2B5EF4-FFF2-40B4-BE49-F238E27FC236}">
                  <a16:creationId xmlns:a16="http://schemas.microsoft.com/office/drawing/2014/main" id="{F1EAC736-6456-0CE3-6AEF-2B8E3DA5A09B}"/>
                </a:ext>
              </a:extLst>
            </p:cNvPr>
            <p:cNvSpPr/>
            <p:nvPr/>
          </p:nvSpPr>
          <p:spPr>
            <a:xfrm>
              <a:off x="6281737" y="3614737"/>
              <a:ext cx="381000" cy="381000"/>
            </a:xfrm>
            <a:prstGeom prst="rect">
              <a:avLst/>
            </a:prstGeom>
            <a:solidFill>
              <a:srgbClr val="CCCCCC"/>
            </a:solidFill>
            <a:ln w="9525" cap="flat">
              <a:solidFill>
                <a:srgbClr val="000000"/>
              </a:solidFill>
              <a:prstDash val="solid"/>
              <a:miter/>
            </a:ln>
          </p:spPr>
          <p:txBody>
            <a:bodyPr/>
            <a:lstStyle/>
            <a:p>
              <a:endParaRPr lang="en-US" noProof="0" dirty="0"/>
            </a:p>
          </p:txBody>
        </p:sp>
        <p:sp>
          <p:nvSpPr>
            <p:cNvPr id="60" name="Rectangle 59">
              <a:extLst>
                <a:ext uri="{FF2B5EF4-FFF2-40B4-BE49-F238E27FC236}">
                  <a16:creationId xmlns:a16="http://schemas.microsoft.com/office/drawing/2014/main" id="{EDAC7F04-1BD8-0A14-9AAA-0A3104224F6F}"/>
                </a:ext>
              </a:extLst>
            </p:cNvPr>
            <p:cNvSpPr/>
            <p:nvPr/>
          </p:nvSpPr>
          <p:spPr>
            <a:xfrm>
              <a:off x="6662737" y="3614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61" name="Rectangle 60">
              <a:extLst>
                <a:ext uri="{FF2B5EF4-FFF2-40B4-BE49-F238E27FC236}">
                  <a16:creationId xmlns:a16="http://schemas.microsoft.com/office/drawing/2014/main" id="{D87ED04B-9027-FAA2-A1B8-ED3C9DE2B44B}"/>
                </a:ext>
              </a:extLst>
            </p:cNvPr>
            <p:cNvSpPr/>
            <p:nvPr/>
          </p:nvSpPr>
          <p:spPr>
            <a:xfrm>
              <a:off x="6281737" y="3995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62" name="Rectangle 61">
              <a:extLst>
                <a:ext uri="{FF2B5EF4-FFF2-40B4-BE49-F238E27FC236}">
                  <a16:creationId xmlns:a16="http://schemas.microsoft.com/office/drawing/2014/main" id="{F097E7EE-FDEB-0281-CE11-213C25A9584A}"/>
                </a:ext>
              </a:extLst>
            </p:cNvPr>
            <p:cNvSpPr/>
            <p:nvPr/>
          </p:nvSpPr>
          <p:spPr>
            <a:xfrm>
              <a:off x="6662737" y="3995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63" name="Rectangle 62">
              <a:extLst>
                <a:ext uri="{FF2B5EF4-FFF2-40B4-BE49-F238E27FC236}">
                  <a16:creationId xmlns:a16="http://schemas.microsoft.com/office/drawing/2014/main" id="{A2B744D5-0A39-8D5B-2C2B-1934A69835CE}"/>
                </a:ext>
              </a:extLst>
            </p:cNvPr>
            <p:cNvSpPr/>
            <p:nvPr/>
          </p:nvSpPr>
          <p:spPr>
            <a:xfrm>
              <a:off x="7043737" y="3614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64" name="Rectangle 63">
              <a:extLst>
                <a:ext uri="{FF2B5EF4-FFF2-40B4-BE49-F238E27FC236}">
                  <a16:creationId xmlns:a16="http://schemas.microsoft.com/office/drawing/2014/main" id="{9DDD8BDB-2928-13A7-DA72-4276F995358C}"/>
                </a:ext>
              </a:extLst>
            </p:cNvPr>
            <p:cNvSpPr/>
            <p:nvPr/>
          </p:nvSpPr>
          <p:spPr>
            <a:xfrm>
              <a:off x="7043737" y="3995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65" name="Rectangle 64">
              <a:extLst>
                <a:ext uri="{FF2B5EF4-FFF2-40B4-BE49-F238E27FC236}">
                  <a16:creationId xmlns:a16="http://schemas.microsoft.com/office/drawing/2014/main" id="{96130875-0B1F-A0F1-5C8A-0B597CFA38EF}"/>
                </a:ext>
              </a:extLst>
            </p:cNvPr>
            <p:cNvSpPr/>
            <p:nvPr/>
          </p:nvSpPr>
          <p:spPr>
            <a:xfrm>
              <a:off x="4757737" y="4376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66" name="Rectangle 65">
              <a:extLst>
                <a:ext uri="{FF2B5EF4-FFF2-40B4-BE49-F238E27FC236}">
                  <a16:creationId xmlns:a16="http://schemas.microsoft.com/office/drawing/2014/main" id="{95A17DD4-7EEC-6816-B3AE-965CDD860873}"/>
                </a:ext>
              </a:extLst>
            </p:cNvPr>
            <p:cNvSpPr/>
            <p:nvPr/>
          </p:nvSpPr>
          <p:spPr>
            <a:xfrm>
              <a:off x="5138737" y="4376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67" name="Rectangle 66">
              <a:extLst>
                <a:ext uri="{FF2B5EF4-FFF2-40B4-BE49-F238E27FC236}">
                  <a16:creationId xmlns:a16="http://schemas.microsoft.com/office/drawing/2014/main" id="{9C9136F6-0E96-BCA6-AE37-27E0C1711017}"/>
                </a:ext>
              </a:extLst>
            </p:cNvPr>
            <p:cNvSpPr/>
            <p:nvPr/>
          </p:nvSpPr>
          <p:spPr>
            <a:xfrm>
              <a:off x="5519737" y="4376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68" name="Rectangle 67">
              <a:extLst>
                <a:ext uri="{FF2B5EF4-FFF2-40B4-BE49-F238E27FC236}">
                  <a16:creationId xmlns:a16="http://schemas.microsoft.com/office/drawing/2014/main" id="{8BA9E4EA-B9A7-45EA-6627-6E577E5ABF85}"/>
                </a:ext>
              </a:extLst>
            </p:cNvPr>
            <p:cNvSpPr/>
            <p:nvPr/>
          </p:nvSpPr>
          <p:spPr>
            <a:xfrm>
              <a:off x="5900737" y="4376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69" name="Rectangle 68">
              <a:extLst>
                <a:ext uri="{FF2B5EF4-FFF2-40B4-BE49-F238E27FC236}">
                  <a16:creationId xmlns:a16="http://schemas.microsoft.com/office/drawing/2014/main" id="{3575F222-3D19-8E86-D9EF-648AA78DAFF2}"/>
                </a:ext>
              </a:extLst>
            </p:cNvPr>
            <p:cNvSpPr/>
            <p:nvPr/>
          </p:nvSpPr>
          <p:spPr>
            <a:xfrm>
              <a:off x="6281737" y="4376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70" name="Rectangle 69">
              <a:extLst>
                <a:ext uri="{FF2B5EF4-FFF2-40B4-BE49-F238E27FC236}">
                  <a16:creationId xmlns:a16="http://schemas.microsoft.com/office/drawing/2014/main" id="{0B7B1F17-8648-71C3-9A16-DD3FD0A826A4}"/>
                </a:ext>
              </a:extLst>
            </p:cNvPr>
            <p:cNvSpPr/>
            <p:nvPr/>
          </p:nvSpPr>
          <p:spPr>
            <a:xfrm>
              <a:off x="6662737" y="4376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71" name="Rectangle 70">
              <a:extLst>
                <a:ext uri="{FF2B5EF4-FFF2-40B4-BE49-F238E27FC236}">
                  <a16:creationId xmlns:a16="http://schemas.microsoft.com/office/drawing/2014/main" id="{B0A66F5A-941C-CD39-1FB9-F29D909642CB}"/>
                </a:ext>
              </a:extLst>
            </p:cNvPr>
            <p:cNvSpPr/>
            <p:nvPr/>
          </p:nvSpPr>
          <p:spPr>
            <a:xfrm>
              <a:off x="7043737" y="4376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grpSp>
      <p:cxnSp>
        <p:nvCxnSpPr>
          <p:cNvPr id="73" name="Straight Arrow Connector 72">
            <a:extLst>
              <a:ext uri="{FF2B5EF4-FFF2-40B4-BE49-F238E27FC236}">
                <a16:creationId xmlns:a16="http://schemas.microsoft.com/office/drawing/2014/main" id="{1C7BF7AF-DC09-34FF-9444-944EDC6A9794}"/>
              </a:ext>
            </a:extLst>
          </p:cNvPr>
          <p:cNvCxnSpPr/>
          <p:nvPr>
            <p:custDataLst>
              <p:tags r:id="rId9"/>
            </p:custDataLst>
          </p:nvPr>
        </p:nvCxnSpPr>
        <p:spPr>
          <a:xfrm flipH="1" flipV="1">
            <a:off x="3896801" y="3489820"/>
            <a:ext cx="1898650" cy="24130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74" name="TextBox 73">
            <a:extLst>
              <a:ext uri="{FF2B5EF4-FFF2-40B4-BE49-F238E27FC236}">
                <a16:creationId xmlns:a16="http://schemas.microsoft.com/office/drawing/2014/main" id="{92165F4C-C28A-EF05-DBA3-80C928C520DD}"/>
              </a:ext>
            </a:extLst>
          </p:cNvPr>
          <p:cNvSpPr txBox="1"/>
          <p:nvPr>
            <p:custDataLst>
              <p:tags r:id="rId10"/>
            </p:custDataLst>
          </p:nvPr>
        </p:nvSpPr>
        <p:spPr>
          <a:xfrm>
            <a:off x="5763902" y="3545839"/>
            <a:ext cx="1599797" cy="400110"/>
          </a:xfrm>
          <a:prstGeom prst="rect">
            <a:avLst/>
          </a:prstGeom>
          <a:noFill/>
        </p:spPr>
        <p:txBody>
          <a:bodyPr wrap="none" rtlCol="0" anchor="ctr">
            <a:spAutoFit/>
          </a:bodyPr>
          <a:lstStyle/>
          <a:p>
            <a:r>
              <a:rPr lang="en-US" sz="2000" noProof="0" dirty="0"/>
              <a:t>Updated cell</a:t>
            </a:r>
          </a:p>
        </p:txBody>
      </p:sp>
      <p:cxnSp>
        <p:nvCxnSpPr>
          <p:cNvPr id="76" name="Straight Arrow Connector 75">
            <a:extLst>
              <a:ext uri="{FF2B5EF4-FFF2-40B4-BE49-F238E27FC236}">
                <a16:creationId xmlns:a16="http://schemas.microsoft.com/office/drawing/2014/main" id="{C124EAF2-32DC-27D9-87E5-D12E3A32FC6C}"/>
              </a:ext>
            </a:extLst>
          </p:cNvPr>
          <p:cNvCxnSpPr/>
          <p:nvPr>
            <p:custDataLst>
              <p:tags r:id="rId11"/>
            </p:custDataLst>
          </p:nvPr>
        </p:nvCxnSpPr>
        <p:spPr>
          <a:xfrm flipH="1" flipV="1">
            <a:off x="4326970" y="3915786"/>
            <a:ext cx="1258931" cy="89017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77" name="TextBox 76">
            <a:extLst>
              <a:ext uri="{FF2B5EF4-FFF2-40B4-BE49-F238E27FC236}">
                <a16:creationId xmlns:a16="http://schemas.microsoft.com/office/drawing/2014/main" id="{42AA0690-756B-164D-33E4-45263355827E}"/>
              </a:ext>
            </a:extLst>
          </p:cNvPr>
          <p:cNvSpPr txBox="1"/>
          <p:nvPr>
            <p:custDataLst>
              <p:tags r:id="rId12"/>
            </p:custDataLst>
          </p:nvPr>
        </p:nvSpPr>
        <p:spPr>
          <a:xfrm>
            <a:off x="5563245" y="4685147"/>
            <a:ext cx="1766830" cy="400110"/>
          </a:xfrm>
          <a:prstGeom prst="rect">
            <a:avLst/>
          </a:prstGeom>
          <a:noFill/>
        </p:spPr>
        <p:txBody>
          <a:bodyPr wrap="none" rtlCol="0">
            <a:spAutoFit/>
          </a:bodyPr>
          <a:lstStyle/>
          <a:p>
            <a:r>
              <a:rPr lang="en-US" sz="2000" noProof="0" dirty="0"/>
              <a:t>Neighborhood</a:t>
            </a:r>
          </a:p>
        </p:txBody>
      </p:sp>
      <p:grpSp>
        <p:nvGrpSpPr>
          <p:cNvPr id="16" name="Group 15">
            <a:extLst>
              <a:ext uri="{FF2B5EF4-FFF2-40B4-BE49-F238E27FC236}">
                <a16:creationId xmlns:a16="http://schemas.microsoft.com/office/drawing/2014/main" id="{5D8B1D59-EBBC-B833-68D2-16BD698052C9}"/>
              </a:ext>
            </a:extLst>
          </p:cNvPr>
          <p:cNvGrpSpPr/>
          <p:nvPr>
            <p:custDataLst>
              <p:tags r:id="rId13"/>
            </p:custDataLst>
          </p:nvPr>
        </p:nvGrpSpPr>
        <p:grpSpPr>
          <a:xfrm>
            <a:off x="3377999" y="5776906"/>
            <a:ext cx="2920332" cy="732656"/>
            <a:chOff x="3074132" y="1313599"/>
            <a:chExt cx="2920332" cy="732656"/>
          </a:xfrm>
        </p:grpSpPr>
        <p:sp>
          <p:nvSpPr>
            <p:cNvPr id="9" name="TextBox 8">
              <a:extLst>
                <a:ext uri="{FF2B5EF4-FFF2-40B4-BE49-F238E27FC236}">
                  <a16:creationId xmlns:a16="http://schemas.microsoft.com/office/drawing/2014/main" id="{9D4FD725-88BE-61BC-EA94-E5BEA6E7C2CD}"/>
                </a:ext>
              </a:extLst>
            </p:cNvPr>
            <p:cNvSpPr txBox="1"/>
            <p:nvPr/>
          </p:nvSpPr>
          <p:spPr>
            <a:xfrm>
              <a:off x="3740321" y="1563919"/>
              <a:ext cx="2254143" cy="400110"/>
            </a:xfrm>
            <a:prstGeom prst="rect">
              <a:avLst/>
            </a:prstGeom>
            <a:noFill/>
          </p:spPr>
          <p:txBody>
            <a:bodyPr wrap="none" rtlCol="0" anchor="ctr">
              <a:spAutoFit/>
            </a:bodyPr>
            <a:lstStyle/>
            <a:p>
              <a:r>
                <a:rPr lang="en-US" sz="2000" noProof="0" dirty="0"/>
                <a:t>Physics simulation</a:t>
              </a:r>
            </a:p>
          </p:txBody>
        </p:sp>
        <p:pic>
          <p:nvPicPr>
            <p:cNvPr id="15" name="Graphic 14" descr="Atom with solid fill">
              <a:extLst>
                <a:ext uri="{FF2B5EF4-FFF2-40B4-BE49-F238E27FC236}">
                  <a16:creationId xmlns:a16="http://schemas.microsoft.com/office/drawing/2014/main" id="{79E2538A-4E2F-2F10-C33E-80A662E8EBF7}"/>
                </a:ext>
              </a:extLst>
            </p:cNvPr>
            <p:cNvPicPr>
              <a:picLocks noChangeAspect="1"/>
            </p:cNvPicPr>
            <p:nvPr/>
          </p:nvPicPr>
          <p:blipFill>
            <a:blip>
              <a:extLst>
                <a:ext uri="{96DAC541-7B7A-43D3-8B79-37D633B846F1}">
                  <asvg:svgBlip xmlns:asvg="http://schemas.microsoft.com/office/drawing/2016/SVG/main" r:embed="rId17"/>
                </a:ext>
              </a:extLst>
            </a:blip>
            <a:stretch>
              <a:fillRect/>
            </a:stretch>
          </p:blipFill>
          <p:spPr>
            <a:xfrm>
              <a:off x="3074132" y="1313599"/>
              <a:ext cx="732656" cy="732656"/>
            </a:xfrm>
            <a:prstGeom prst="rect">
              <a:avLst/>
            </a:prstGeom>
          </p:spPr>
        </p:pic>
      </p:grpSp>
    </p:spTree>
    <p:custDataLst>
      <p:tags r:id="rId1"/>
    </p:custDataLst>
    <p:extLst>
      <p:ext uri="{BB962C8B-B14F-4D97-AF65-F5344CB8AC3E}">
        <p14:creationId xmlns:p14="http://schemas.microsoft.com/office/powerpoint/2010/main" val="387888330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AB43A55-13AD-DFB3-5443-4EA6B4D358F5}"/>
              </a:ext>
            </a:extLst>
          </p:cNvPr>
          <p:cNvSpPr>
            <a:spLocks noGrp="1"/>
          </p:cNvSpPr>
          <p:nvPr>
            <p:ph type="title"/>
            <p:custDataLst>
              <p:tags r:id="rId2"/>
            </p:custDataLst>
          </p:nvPr>
        </p:nvSpPr>
        <p:spPr/>
        <p:txBody>
          <a:bodyPr/>
          <a:lstStyle/>
          <a:p>
            <a:r>
              <a:rPr lang="en-US" noProof="0" dirty="0"/>
              <a:t>Stencil computation abstractions</a:t>
            </a:r>
          </a:p>
        </p:txBody>
      </p:sp>
      <p:sp>
        <p:nvSpPr>
          <p:cNvPr id="2" name="Date Placeholder 1">
            <a:extLst>
              <a:ext uri="{FF2B5EF4-FFF2-40B4-BE49-F238E27FC236}">
                <a16:creationId xmlns:a16="http://schemas.microsoft.com/office/drawing/2014/main" id="{EB9C5298-6963-89FD-4A0D-2B40AEF803B5}"/>
              </a:ext>
            </a:extLst>
          </p:cNvPr>
          <p:cNvSpPr>
            <a:spLocks noGrp="1"/>
          </p:cNvSpPr>
          <p:nvPr>
            <p:ph type="dt" sz="half" idx="10"/>
            <p:custDataLst>
              <p:tags r:id="rId3"/>
            </p:custDataLst>
          </p:nvPr>
        </p:nvSpPr>
        <p:spPr/>
        <p:txBody>
          <a:bodyPr/>
          <a:lstStyle/>
          <a:p>
            <a:r>
              <a:rPr lang="en-US" noProof="0"/>
              <a:t>9/5/2026</a:t>
            </a:r>
            <a:endParaRPr lang="en-US" noProof="0" dirty="0"/>
          </a:p>
        </p:txBody>
      </p:sp>
      <p:sp>
        <p:nvSpPr>
          <p:cNvPr id="3" name="Slide Number Placeholder 2">
            <a:extLst>
              <a:ext uri="{FF2B5EF4-FFF2-40B4-BE49-F238E27FC236}">
                <a16:creationId xmlns:a16="http://schemas.microsoft.com/office/drawing/2014/main" id="{7EB3A830-7137-2C37-9AF7-67F412109557}"/>
              </a:ext>
            </a:extLst>
          </p:cNvPr>
          <p:cNvSpPr>
            <a:spLocks noGrp="1"/>
          </p:cNvSpPr>
          <p:nvPr>
            <p:ph type="sldNum" sz="quarter" idx="12"/>
            <p:custDataLst>
              <p:tags r:id="rId4"/>
            </p:custDataLst>
          </p:nvPr>
        </p:nvSpPr>
        <p:spPr/>
        <p:txBody>
          <a:bodyPr/>
          <a:lstStyle/>
          <a:p>
            <a:r>
              <a:rPr lang="en-US" noProof="0"/>
              <a:t>19</a:t>
            </a:r>
            <a:endParaRPr lang="en-US" noProof="0" dirty="0"/>
          </a:p>
        </p:txBody>
      </p:sp>
      <p:grpSp>
        <p:nvGrpSpPr>
          <p:cNvPr id="10" name="Group 9">
            <a:extLst>
              <a:ext uri="{FF2B5EF4-FFF2-40B4-BE49-F238E27FC236}">
                <a16:creationId xmlns:a16="http://schemas.microsoft.com/office/drawing/2014/main" id="{DCEA82E3-1BE2-3FF6-28C1-ADABA685AC1D}"/>
              </a:ext>
            </a:extLst>
          </p:cNvPr>
          <p:cNvGrpSpPr/>
          <p:nvPr>
            <p:custDataLst>
              <p:tags r:id="rId5"/>
            </p:custDataLst>
          </p:nvPr>
        </p:nvGrpSpPr>
        <p:grpSpPr>
          <a:xfrm>
            <a:off x="6804263" y="5776906"/>
            <a:ext cx="2787375" cy="732656"/>
            <a:chOff x="6373769" y="1459455"/>
            <a:chExt cx="2787375" cy="732656"/>
          </a:xfrm>
        </p:grpSpPr>
        <p:pic>
          <p:nvPicPr>
            <p:cNvPr id="11" name="Graphic 10" descr="Images with solid fill">
              <a:extLst>
                <a:ext uri="{FF2B5EF4-FFF2-40B4-BE49-F238E27FC236}">
                  <a16:creationId xmlns:a16="http://schemas.microsoft.com/office/drawing/2014/main" id="{BCB8AB1E-4038-D3A7-C93F-C113F4A99490}"/>
                </a:ext>
              </a:extLst>
            </p:cNvPr>
            <p:cNvPicPr>
              <a:picLocks noChangeAspect="1"/>
            </p:cNvPicPr>
            <p:nvPr/>
          </p:nvPicPr>
          <p:blipFill>
            <a:blip>
              <a:extLst>
                <a:ext uri="{96DAC541-7B7A-43D3-8B79-37D633B846F1}">
                  <asvg:svgBlip xmlns:asvg="http://schemas.microsoft.com/office/drawing/2016/SVG/main" r:embed="rId17"/>
                </a:ext>
              </a:extLst>
            </a:blip>
            <a:stretch>
              <a:fillRect/>
            </a:stretch>
          </p:blipFill>
          <p:spPr>
            <a:xfrm>
              <a:off x="6373769" y="1459455"/>
              <a:ext cx="732656" cy="732656"/>
            </a:xfrm>
            <a:prstGeom prst="rect">
              <a:avLst/>
            </a:prstGeom>
          </p:spPr>
        </p:pic>
        <p:sp>
          <p:nvSpPr>
            <p:cNvPr id="12" name="TextBox 11">
              <a:extLst>
                <a:ext uri="{FF2B5EF4-FFF2-40B4-BE49-F238E27FC236}">
                  <a16:creationId xmlns:a16="http://schemas.microsoft.com/office/drawing/2014/main" id="{FDC41653-37C0-2B80-EE45-53468F84FBC7}"/>
                </a:ext>
              </a:extLst>
            </p:cNvPr>
            <p:cNvSpPr txBox="1"/>
            <p:nvPr/>
          </p:nvSpPr>
          <p:spPr>
            <a:xfrm>
              <a:off x="7036845" y="1641117"/>
              <a:ext cx="2124299" cy="400110"/>
            </a:xfrm>
            <a:prstGeom prst="rect">
              <a:avLst/>
            </a:prstGeom>
            <a:noFill/>
          </p:spPr>
          <p:txBody>
            <a:bodyPr wrap="none" rtlCol="0" anchor="ctr">
              <a:spAutoFit/>
            </a:bodyPr>
            <a:lstStyle/>
            <a:p>
              <a:r>
                <a:rPr lang="en-US" sz="2000" noProof="0" dirty="0"/>
                <a:t>Image processing</a:t>
              </a:r>
            </a:p>
          </p:txBody>
        </p:sp>
      </p:grpSp>
      <p:sp>
        <p:nvSpPr>
          <p:cNvPr id="17" name="TextBox 16">
            <a:extLst>
              <a:ext uri="{FF2B5EF4-FFF2-40B4-BE49-F238E27FC236}">
                <a16:creationId xmlns:a16="http://schemas.microsoft.com/office/drawing/2014/main" id="{EDBA9A01-C547-889B-493B-188DC700AFAE}"/>
              </a:ext>
            </a:extLst>
          </p:cNvPr>
          <p:cNvSpPr txBox="1"/>
          <p:nvPr>
            <p:custDataLst>
              <p:tags r:id="rId6"/>
            </p:custDataLst>
          </p:nvPr>
        </p:nvSpPr>
        <p:spPr>
          <a:xfrm>
            <a:off x="1972661" y="1663006"/>
            <a:ext cx="4026808" cy="461665"/>
          </a:xfrm>
          <a:prstGeom prst="rect">
            <a:avLst/>
          </a:prstGeom>
          <a:noFill/>
        </p:spPr>
        <p:txBody>
          <a:bodyPr wrap="none" rtlCol="0" anchor="b">
            <a:spAutoFit/>
          </a:bodyPr>
          <a:lstStyle/>
          <a:p>
            <a:pPr algn="ctr"/>
            <a:r>
              <a:rPr lang="en-US" sz="2400" noProof="0" dirty="0"/>
              <a:t>Example of an 8-point stencil</a:t>
            </a:r>
          </a:p>
        </p:txBody>
      </p:sp>
      <p:grpSp>
        <p:nvGrpSpPr>
          <p:cNvPr id="8" name="Group 7">
            <a:extLst>
              <a:ext uri="{FF2B5EF4-FFF2-40B4-BE49-F238E27FC236}">
                <a16:creationId xmlns:a16="http://schemas.microsoft.com/office/drawing/2014/main" id="{8EAFD399-C8B3-F2C8-A168-313A709B17A8}"/>
              </a:ext>
            </a:extLst>
          </p:cNvPr>
          <p:cNvGrpSpPr/>
          <p:nvPr>
            <p:custDataLst>
              <p:tags r:id="rId7"/>
            </p:custDataLst>
          </p:nvPr>
        </p:nvGrpSpPr>
        <p:grpSpPr>
          <a:xfrm>
            <a:off x="7556282" y="2210069"/>
            <a:ext cx="4627188" cy="2320646"/>
            <a:chOff x="4042550" y="4991122"/>
            <a:chExt cx="4627188" cy="2320646"/>
          </a:xfrm>
        </p:grpSpPr>
        <p:pic>
          <p:nvPicPr>
            <p:cNvPr id="5" name="Picture 4">
              <a:extLst>
                <a:ext uri="{FF2B5EF4-FFF2-40B4-BE49-F238E27FC236}">
                  <a16:creationId xmlns:a16="http://schemas.microsoft.com/office/drawing/2014/main" id="{DBDA9C2C-E1CC-A951-8389-185C7CDBEF85}"/>
                </a:ext>
              </a:extLst>
            </p:cNvPr>
            <p:cNvPicPr>
              <a:picLocks noChangeAspect="1"/>
            </p:cNvPicPr>
            <p:nvPr/>
          </p:nvPicPr>
          <p:blipFill>
            <a:blip r:embed="rId18"/>
            <a:stretch>
              <a:fillRect/>
            </a:stretch>
          </p:blipFill>
          <p:spPr>
            <a:xfrm>
              <a:off x="6970149" y="5560830"/>
              <a:ext cx="1112954" cy="1298446"/>
            </a:xfrm>
            <a:prstGeom prst="rect">
              <a:avLst/>
            </a:prstGeom>
          </p:spPr>
        </p:pic>
        <p:sp>
          <p:nvSpPr>
            <p:cNvPr id="20" name="TextBox 19">
              <a:extLst>
                <a:ext uri="{FF2B5EF4-FFF2-40B4-BE49-F238E27FC236}">
                  <a16:creationId xmlns:a16="http://schemas.microsoft.com/office/drawing/2014/main" id="{00085155-9776-5628-AC7C-0E24C456238E}"/>
                </a:ext>
              </a:extLst>
            </p:cNvPr>
            <p:cNvSpPr txBox="1"/>
            <p:nvPr/>
          </p:nvSpPr>
          <p:spPr>
            <a:xfrm>
              <a:off x="4042550" y="4991122"/>
              <a:ext cx="3785232" cy="578882"/>
            </a:xfrm>
            <a:prstGeom prst="wedgeRoundRectCallout">
              <a:avLst>
                <a:gd name="adj1" fmla="val 32918"/>
                <a:gd name="adj2" fmla="val 128777"/>
                <a:gd name="adj3" fmla="val 16667"/>
              </a:avLst>
            </a:prstGeom>
            <a:gradFill>
              <a:gsLst>
                <a:gs pos="0">
                  <a:srgbClr val="ADD7F7"/>
                </a:gs>
                <a:gs pos="50000">
                  <a:srgbClr val="A2CDEE"/>
                </a:gs>
                <a:gs pos="100000">
                  <a:srgbClr val="8CC8F0"/>
                </a:gs>
              </a:gsLst>
            </a:gradFill>
          </p:spPr>
          <p:style>
            <a:lnRef idx="1">
              <a:schemeClr val="accent4"/>
            </a:lnRef>
            <a:fillRef idx="2">
              <a:schemeClr val="accent4"/>
            </a:fillRef>
            <a:effectRef idx="1">
              <a:schemeClr val="accent4"/>
            </a:effectRef>
            <a:fontRef idx="minor">
              <a:schemeClr val="dk1"/>
            </a:fontRef>
          </p:style>
          <p:txBody>
            <a:bodyPr wrap="none" rtlCol="0" anchor="b">
              <a:spAutoFit/>
            </a:bodyPr>
            <a:lstStyle/>
            <a:p>
              <a:r>
                <a:rPr lang="en-US" sz="2800" noProof="0" dirty="0"/>
                <a:t>Can we abstract more?</a:t>
              </a:r>
            </a:p>
          </p:txBody>
        </p:sp>
        <p:sp>
          <p:nvSpPr>
            <p:cNvPr id="6" name="TextBox 5">
              <a:extLst>
                <a:ext uri="{FF2B5EF4-FFF2-40B4-BE49-F238E27FC236}">
                  <a16:creationId xmlns:a16="http://schemas.microsoft.com/office/drawing/2014/main" id="{A3ED9BA9-7D7E-319D-6BB0-E797117EB5EA}"/>
                </a:ext>
              </a:extLst>
            </p:cNvPr>
            <p:cNvSpPr txBox="1"/>
            <p:nvPr/>
          </p:nvSpPr>
          <p:spPr>
            <a:xfrm>
              <a:off x="6294921" y="6850103"/>
              <a:ext cx="2374817" cy="461665"/>
            </a:xfrm>
            <a:prstGeom prst="rect">
              <a:avLst/>
            </a:prstGeom>
            <a:noFill/>
          </p:spPr>
          <p:txBody>
            <a:bodyPr wrap="none" rtlCol="0">
              <a:spAutoFit/>
            </a:bodyPr>
            <a:lstStyle/>
            <a:p>
              <a:pPr algn="ctr"/>
              <a:r>
                <a:rPr lang="en-US" sz="2400" noProof="0" dirty="0" err="1"/>
                <a:t>Collegue</a:t>
              </a:r>
              <a:r>
                <a:rPr lang="en-US" sz="2400" noProof="0" dirty="0"/>
                <a:t> Brabec</a:t>
              </a:r>
            </a:p>
          </p:txBody>
        </p:sp>
      </p:grpSp>
      <p:sp>
        <p:nvSpPr>
          <p:cNvPr id="19" name="Rectangle 18">
            <a:extLst>
              <a:ext uri="{FF2B5EF4-FFF2-40B4-BE49-F238E27FC236}">
                <a16:creationId xmlns:a16="http://schemas.microsoft.com/office/drawing/2014/main" id="{6E59B725-5B8D-D594-A1C6-5596E71C41D8}"/>
              </a:ext>
            </a:extLst>
          </p:cNvPr>
          <p:cNvSpPr/>
          <p:nvPr>
            <p:custDataLst>
              <p:tags r:id="rId8"/>
            </p:custDataLst>
          </p:nvPr>
        </p:nvSpPr>
        <p:spPr>
          <a:xfrm>
            <a:off x="2534310" y="2124671"/>
            <a:ext cx="2705100" cy="2705100"/>
          </a:xfrm>
          <a:prstGeom prst="rect">
            <a:avLst/>
          </a:prstGeom>
          <a:solidFill>
            <a:srgbClr val="FFFFFF"/>
          </a:solidFill>
          <a:ln w="9525" cap="flat">
            <a:noFill/>
            <a:prstDash val="solid"/>
            <a:miter/>
          </a:ln>
        </p:spPr>
        <p:txBody>
          <a:bodyPr/>
          <a:lstStyle/>
          <a:p>
            <a:endParaRPr lang="en-US" noProof="0" dirty="0"/>
          </a:p>
        </p:txBody>
      </p:sp>
      <p:grpSp>
        <p:nvGrpSpPr>
          <p:cNvPr id="21" name="Graphic 14">
            <a:extLst>
              <a:ext uri="{FF2B5EF4-FFF2-40B4-BE49-F238E27FC236}">
                <a16:creationId xmlns:a16="http://schemas.microsoft.com/office/drawing/2014/main" id="{131381F6-097A-8BC9-D3A9-020A95F0412B}"/>
              </a:ext>
            </a:extLst>
          </p:cNvPr>
          <p:cNvGrpSpPr/>
          <p:nvPr>
            <p:custDataLst>
              <p:tags r:id="rId9"/>
            </p:custDataLst>
          </p:nvPr>
        </p:nvGrpSpPr>
        <p:grpSpPr>
          <a:xfrm>
            <a:off x="2548597" y="2138958"/>
            <a:ext cx="2667000" cy="2667000"/>
            <a:chOff x="4757737" y="2090737"/>
            <a:chExt cx="2667000" cy="2667000"/>
          </a:xfrm>
        </p:grpSpPr>
        <p:sp>
          <p:nvSpPr>
            <p:cNvPr id="22" name="Rectangle 21">
              <a:extLst>
                <a:ext uri="{FF2B5EF4-FFF2-40B4-BE49-F238E27FC236}">
                  <a16:creationId xmlns:a16="http://schemas.microsoft.com/office/drawing/2014/main" id="{EF7F5BCC-707A-C7A9-26AA-9EBB8EB6FDF3}"/>
                </a:ext>
              </a:extLst>
            </p:cNvPr>
            <p:cNvSpPr/>
            <p:nvPr/>
          </p:nvSpPr>
          <p:spPr>
            <a:xfrm>
              <a:off x="4757737" y="2090737"/>
              <a:ext cx="2667000" cy="2667000"/>
            </a:xfrm>
            <a:prstGeom prst="rect">
              <a:avLst/>
            </a:prstGeom>
            <a:noFill/>
            <a:ln w="28575" cap="flat">
              <a:solidFill>
                <a:srgbClr val="000000"/>
              </a:solidFill>
              <a:prstDash val="solid"/>
              <a:miter/>
            </a:ln>
          </p:spPr>
          <p:txBody>
            <a:bodyPr/>
            <a:lstStyle/>
            <a:p>
              <a:endParaRPr lang="en-US" noProof="0" dirty="0"/>
            </a:p>
          </p:txBody>
        </p:sp>
        <p:sp>
          <p:nvSpPr>
            <p:cNvPr id="23" name="Rectangle 22">
              <a:extLst>
                <a:ext uri="{FF2B5EF4-FFF2-40B4-BE49-F238E27FC236}">
                  <a16:creationId xmlns:a16="http://schemas.microsoft.com/office/drawing/2014/main" id="{6188D0D4-A30F-BF09-D1A4-991195FC2358}"/>
                </a:ext>
              </a:extLst>
            </p:cNvPr>
            <p:cNvSpPr/>
            <p:nvPr/>
          </p:nvSpPr>
          <p:spPr>
            <a:xfrm>
              <a:off x="4757737" y="2090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24" name="Rectangle 23">
              <a:extLst>
                <a:ext uri="{FF2B5EF4-FFF2-40B4-BE49-F238E27FC236}">
                  <a16:creationId xmlns:a16="http://schemas.microsoft.com/office/drawing/2014/main" id="{00188916-92A3-C146-6295-587F5EA3BBA0}"/>
                </a:ext>
              </a:extLst>
            </p:cNvPr>
            <p:cNvSpPr/>
            <p:nvPr/>
          </p:nvSpPr>
          <p:spPr>
            <a:xfrm>
              <a:off x="5138737" y="2090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25" name="Rectangle 24">
              <a:extLst>
                <a:ext uri="{FF2B5EF4-FFF2-40B4-BE49-F238E27FC236}">
                  <a16:creationId xmlns:a16="http://schemas.microsoft.com/office/drawing/2014/main" id="{D565B24B-CFB0-9AF6-2694-250DAAC2D82A}"/>
                </a:ext>
              </a:extLst>
            </p:cNvPr>
            <p:cNvSpPr/>
            <p:nvPr/>
          </p:nvSpPr>
          <p:spPr>
            <a:xfrm>
              <a:off x="4757737" y="2471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26" name="Rectangle 25">
              <a:extLst>
                <a:ext uri="{FF2B5EF4-FFF2-40B4-BE49-F238E27FC236}">
                  <a16:creationId xmlns:a16="http://schemas.microsoft.com/office/drawing/2014/main" id="{CFFB034F-FB02-984D-1C5D-AD7DADD8CCEE}"/>
                </a:ext>
              </a:extLst>
            </p:cNvPr>
            <p:cNvSpPr/>
            <p:nvPr/>
          </p:nvSpPr>
          <p:spPr>
            <a:xfrm>
              <a:off x="5138737" y="2471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27" name="Rectangle 26">
              <a:extLst>
                <a:ext uri="{FF2B5EF4-FFF2-40B4-BE49-F238E27FC236}">
                  <a16:creationId xmlns:a16="http://schemas.microsoft.com/office/drawing/2014/main" id="{016B05D1-22BF-3997-FCC5-A7BF9E1104CC}"/>
                </a:ext>
              </a:extLst>
            </p:cNvPr>
            <p:cNvSpPr/>
            <p:nvPr/>
          </p:nvSpPr>
          <p:spPr>
            <a:xfrm>
              <a:off x="5519737" y="2090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28" name="Rectangle 27">
              <a:extLst>
                <a:ext uri="{FF2B5EF4-FFF2-40B4-BE49-F238E27FC236}">
                  <a16:creationId xmlns:a16="http://schemas.microsoft.com/office/drawing/2014/main" id="{96FDCCAA-F3FB-DF0F-194B-10625614E55E}"/>
                </a:ext>
              </a:extLst>
            </p:cNvPr>
            <p:cNvSpPr/>
            <p:nvPr/>
          </p:nvSpPr>
          <p:spPr>
            <a:xfrm>
              <a:off x="5900737" y="2090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29" name="Rectangle 28">
              <a:extLst>
                <a:ext uri="{FF2B5EF4-FFF2-40B4-BE49-F238E27FC236}">
                  <a16:creationId xmlns:a16="http://schemas.microsoft.com/office/drawing/2014/main" id="{E566E2F5-E6AC-E8BB-DD7C-0DE27F52268C}"/>
                </a:ext>
              </a:extLst>
            </p:cNvPr>
            <p:cNvSpPr/>
            <p:nvPr/>
          </p:nvSpPr>
          <p:spPr>
            <a:xfrm>
              <a:off x="5519737" y="2471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30" name="Rectangle 29">
              <a:extLst>
                <a:ext uri="{FF2B5EF4-FFF2-40B4-BE49-F238E27FC236}">
                  <a16:creationId xmlns:a16="http://schemas.microsoft.com/office/drawing/2014/main" id="{6702C292-D602-F047-6E5D-07963C84A4EB}"/>
                </a:ext>
              </a:extLst>
            </p:cNvPr>
            <p:cNvSpPr/>
            <p:nvPr/>
          </p:nvSpPr>
          <p:spPr>
            <a:xfrm>
              <a:off x="5900737" y="2471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31" name="Rectangle 30">
              <a:extLst>
                <a:ext uri="{FF2B5EF4-FFF2-40B4-BE49-F238E27FC236}">
                  <a16:creationId xmlns:a16="http://schemas.microsoft.com/office/drawing/2014/main" id="{713BC10D-DEEF-977B-5260-48F3EFFA0845}"/>
                </a:ext>
              </a:extLst>
            </p:cNvPr>
            <p:cNvSpPr/>
            <p:nvPr/>
          </p:nvSpPr>
          <p:spPr>
            <a:xfrm>
              <a:off x="6281737" y="2090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32" name="Rectangle 31">
              <a:extLst>
                <a:ext uri="{FF2B5EF4-FFF2-40B4-BE49-F238E27FC236}">
                  <a16:creationId xmlns:a16="http://schemas.microsoft.com/office/drawing/2014/main" id="{8FAA4B6A-CFDE-D085-E468-CE06D057F64F}"/>
                </a:ext>
              </a:extLst>
            </p:cNvPr>
            <p:cNvSpPr/>
            <p:nvPr/>
          </p:nvSpPr>
          <p:spPr>
            <a:xfrm>
              <a:off x="6662737" y="2090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33" name="Rectangle 32">
              <a:extLst>
                <a:ext uri="{FF2B5EF4-FFF2-40B4-BE49-F238E27FC236}">
                  <a16:creationId xmlns:a16="http://schemas.microsoft.com/office/drawing/2014/main" id="{6389750B-27AD-9F2E-3F88-CFA26D7D8A81}"/>
                </a:ext>
              </a:extLst>
            </p:cNvPr>
            <p:cNvSpPr/>
            <p:nvPr/>
          </p:nvSpPr>
          <p:spPr>
            <a:xfrm>
              <a:off x="6281737" y="2471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34" name="Rectangle 33">
              <a:extLst>
                <a:ext uri="{FF2B5EF4-FFF2-40B4-BE49-F238E27FC236}">
                  <a16:creationId xmlns:a16="http://schemas.microsoft.com/office/drawing/2014/main" id="{3C890C6A-2351-89FA-0F19-374AD2365963}"/>
                </a:ext>
              </a:extLst>
            </p:cNvPr>
            <p:cNvSpPr/>
            <p:nvPr/>
          </p:nvSpPr>
          <p:spPr>
            <a:xfrm>
              <a:off x="6662737" y="2471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35" name="Rectangle 34">
              <a:extLst>
                <a:ext uri="{FF2B5EF4-FFF2-40B4-BE49-F238E27FC236}">
                  <a16:creationId xmlns:a16="http://schemas.microsoft.com/office/drawing/2014/main" id="{E5044FC0-207D-AD26-4347-8122E38748B0}"/>
                </a:ext>
              </a:extLst>
            </p:cNvPr>
            <p:cNvSpPr/>
            <p:nvPr/>
          </p:nvSpPr>
          <p:spPr>
            <a:xfrm>
              <a:off x="7043737" y="2090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36" name="Rectangle 35">
              <a:extLst>
                <a:ext uri="{FF2B5EF4-FFF2-40B4-BE49-F238E27FC236}">
                  <a16:creationId xmlns:a16="http://schemas.microsoft.com/office/drawing/2014/main" id="{9E0ADB09-AF36-DF07-D7AB-BB065EDC6924}"/>
                </a:ext>
              </a:extLst>
            </p:cNvPr>
            <p:cNvSpPr/>
            <p:nvPr/>
          </p:nvSpPr>
          <p:spPr>
            <a:xfrm>
              <a:off x="7043737" y="2471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37" name="Rectangle 36">
              <a:extLst>
                <a:ext uri="{FF2B5EF4-FFF2-40B4-BE49-F238E27FC236}">
                  <a16:creationId xmlns:a16="http://schemas.microsoft.com/office/drawing/2014/main" id="{22E54BAB-88FD-1454-1BD8-2B98F80E238A}"/>
                </a:ext>
              </a:extLst>
            </p:cNvPr>
            <p:cNvSpPr/>
            <p:nvPr/>
          </p:nvSpPr>
          <p:spPr>
            <a:xfrm>
              <a:off x="4757737" y="2852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38" name="Rectangle 37">
              <a:extLst>
                <a:ext uri="{FF2B5EF4-FFF2-40B4-BE49-F238E27FC236}">
                  <a16:creationId xmlns:a16="http://schemas.microsoft.com/office/drawing/2014/main" id="{358A08F8-CED6-6152-0F69-34DAEE3D4046}"/>
                </a:ext>
              </a:extLst>
            </p:cNvPr>
            <p:cNvSpPr/>
            <p:nvPr/>
          </p:nvSpPr>
          <p:spPr>
            <a:xfrm>
              <a:off x="5138737" y="2852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39" name="Rectangle 38">
              <a:extLst>
                <a:ext uri="{FF2B5EF4-FFF2-40B4-BE49-F238E27FC236}">
                  <a16:creationId xmlns:a16="http://schemas.microsoft.com/office/drawing/2014/main" id="{5A10A4CB-C35E-F199-070A-4C13EE0AF10C}"/>
                </a:ext>
              </a:extLst>
            </p:cNvPr>
            <p:cNvSpPr/>
            <p:nvPr/>
          </p:nvSpPr>
          <p:spPr>
            <a:xfrm>
              <a:off x="4757737" y="3233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40" name="Rectangle 39">
              <a:extLst>
                <a:ext uri="{FF2B5EF4-FFF2-40B4-BE49-F238E27FC236}">
                  <a16:creationId xmlns:a16="http://schemas.microsoft.com/office/drawing/2014/main" id="{824DB158-9A93-B150-0B6B-4432E7BF3A1D}"/>
                </a:ext>
              </a:extLst>
            </p:cNvPr>
            <p:cNvSpPr/>
            <p:nvPr/>
          </p:nvSpPr>
          <p:spPr>
            <a:xfrm>
              <a:off x="5138737" y="3233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41" name="Rectangle 40">
              <a:extLst>
                <a:ext uri="{FF2B5EF4-FFF2-40B4-BE49-F238E27FC236}">
                  <a16:creationId xmlns:a16="http://schemas.microsoft.com/office/drawing/2014/main" id="{BCDE420E-24C9-F752-1F86-628695037DFB}"/>
                </a:ext>
              </a:extLst>
            </p:cNvPr>
            <p:cNvSpPr/>
            <p:nvPr/>
          </p:nvSpPr>
          <p:spPr>
            <a:xfrm>
              <a:off x="5519737" y="2852737"/>
              <a:ext cx="381000" cy="381000"/>
            </a:xfrm>
            <a:prstGeom prst="rect">
              <a:avLst/>
            </a:prstGeom>
            <a:solidFill>
              <a:srgbClr val="CCCCCC"/>
            </a:solidFill>
            <a:ln w="9525" cap="flat">
              <a:solidFill>
                <a:srgbClr val="000000"/>
              </a:solidFill>
              <a:prstDash val="solid"/>
              <a:miter/>
            </a:ln>
          </p:spPr>
          <p:txBody>
            <a:bodyPr/>
            <a:lstStyle/>
            <a:p>
              <a:endParaRPr lang="en-US" noProof="0" dirty="0"/>
            </a:p>
          </p:txBody>
        </p:sp>
        <p:sp>
          <p:nvSpPr>
            <p:cNvPr id="42" name="Rectangle 41">
              <a:extLst>
                <a:ext uri="{FF2B5EF4-FFF2-40B4-BE49-F238E27FC236}">
                  <a16:creationId xmlns:a16="http://schemas.microsoft.com/office/drawing/2014/main" id="{D2573C6B-914F-6E70-3607-01D6D4AA2171}"/>
                </a:ext>
              </a:extLst>
            </p:cNvPr>
            <p:cNvSpPr/>
            <p:nvPr/>
          </p:nvSpPr>
          <p:spPr>
            <a:xfrm>
              <a:off x="5900737" y="2852737"/>
              <a:ext cx="381000" cy="381000"/>
            </a:xfrm>
            <a:prstGeom prst="rect">
              <a:avLst/>
            </a:prstGeom>
            <a:solidFill>
              <a:srgbClr val="CCCCCC"/>
            </a:solidFill>
            <a:ln w="9525" cap="flat">
              <a:solidFill>
                <a:srgbClr val="000000"/>
              </a:solidFill>
              <a:prstDash val="solid"/>
              <a:miter/>
            </a:ln>
          </p:spPr>
          <p:txBody>
            <a:bodyPr/>
            <a:lstStyle/>
            <a:p>
              <a:endParaRPr lang="en-US" noProof="0" dirty="0"/>
            </a:p>
          </p:txBody>
        </p:sp>
        <p:sp>
          <p:nvSpPr>
            <p:cNvPr id="43" name="Rectangle 42">
              <a:extLst>
                <a:ext uri="{FF2B5EF4-FFF2-40B4-BE49-F238E27FC236}">
                  <a16:creationId xmlns:a16="http://schemas.microsoft.com/office/drawing/2014/main" id="{4E9D0D9C-1D7E-4015-DC4B-F852F0E0E8C5}"/>
                </a:ext>
              </a:extLst>
            </p:cNvPr>
            <p:cNvSpPr/>
            <p:nvPr/>
          </p:nvSpPr>
          <p:spPr>
            <a:xfrm>
              <a:off x="5519737" y="3233737"/>
              <a:ext cx="381000" cy="381000"/>
            </a:xfrm>
            <a:prstGeom prst="rect">
              <a:avLst/>
            </a:prstGeom>
            <a:solidFill>
              <a:srgbClr val="CCCCCC"/>
            </a:solidFill>
            <a:ln w="9525" cap="flat">
              <a:solidFill>
                <a:srgbClr val="000000"/>
              </a:solidFill>
              <a:prstDash val="solid"/>
              <a:miter/>
            </a:ln>
          </p:spPr>
          <p:txBody>
            <a:bodyPr/>
            <a:lstStyle/>
            <a:p>
              <a:endParaRPr lang="en-US" noProof="0" dirty="0"/>
            </a:p>
          </p:txBody>
        </p:sp>
        <p:sp>
          <p:nvSpPr>
            <p:cNvPr id="44" name="Rectangle 43">
              <a:extLst>
                <a:ext uri="{FF2B5EF4-FFF2-40B4-BE49-F238E27FC236}">
                  <a16:creationId xmlns:a16="http://schemas.microsoft.com/office/drawing/2014/main" id="{2009D743-456B-CC33-B852-F2B83A20B667}"/>
                </a:ext>
              </a:extLst>
            </p:cNvPr>
            <p:cNvSpPr/>
            <p:nvPr/>
          </p:nvSpPr>
          <p:spPr>
            <a:xfrm>
              <a:off x="5900737" y="3233737"/>
              <a:ext cx="381000" cy="381000"/>
            </a:xfrm>
            <a:prstGeom prst="rect">
              <a:avLst/>
            </a:prstGeom>
            <a:solidFill>
              <a:srgbClr val="000000"/>
            </a:solidFill>
            <a:ln w="9525" cap="flat">
              <a:solidFill>
                <a:srgbClr val="000000"/>
              </a:solidFill>
              <a:prstDash val="solid"/>
              <a:miter/>
            </a:ln>
          </p:spPr>
          <p:txBody>
            <a:bodyPr/>
            <a:lstStyle/>
            <a:p>
              <a:endParaRPr lang="en-US" noProof="0" dirty="0"/>
            </a:p>
          </p:txBody>
        </p:sp>
        <p:sp>
          <p:nvSpPr>
            <p:cNvPr id="45" name="Rectangle 44">
              <a:extLst>
                <a:ext uri="{FF2B5EF4-FFF2-40B4-BE49-F238E27FC236}">
                  <a16:creationId xmlns:a16="http://schemas.microsoft.com/office/drawing/2014/main" id="{51D6CE2D-EC21-F227-66B9-A82F2F55270F}"/>
                </a:ext>
              </a:extLst>
            </p:cNvPr>
            <p:cNvSpPr/>
            <p:nvPr/>
          </p:nvSpPr>
          <p:spPr>
            <a:xfrm>
              <a:off x="6281737" y="2852737"/>
              <a:ext cx="381000" cy="381000"/>
            </a:xfrm>
            <a:prstGeom prst="rect">
              <a:avLst/>
            </a:prstGeom>
            <a:solidFill>
              <a:srgbClr val="CCCCCC"/>
            </a:solidFill>
            <a:ln w="9525" cap="flat">
              <a:solidFill>
                <a:srgbClr val="000000"/>
              </a:solidFill>
              <a:prstDash val="solid"/>
              <a:miter/>
            </a:ln>
          </p:spPr>
          <p:txBody>
            <a:bodyPr/>
            <a:lstStyle/>
            <a:p>
              <a:endParaRPr lang="en-US" noProof="0" dirty="0"/>
            </a:p>
          </p:txBody>
        </p:sp>
        <p:sp>
          <p:nvSpPr>
            <p:cNvPr id="46" name="Rectangle 45">
              <a:extLst>
                <a:ext uri="{FF2B5EF4-FFF2-40B4-BE49-F238E27FC236}">
                  <a16:creationId xmlns:a16="http://schemas.microsoft.com/office/drawing/2014/main" id="{69D39EEB-9B98-21F0-046F-3C36D161BCCE}"/>
                </a:ext>
              </a:extLst>
            </p:cNvPr>
            <p:cNvSpPr/>
            <p:nvPr/>
          </p:nvSpPr>
          <p:spPr>
            <a:xfrm>
              <a:off x="6662737" y="2852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47" name="Rectangle 46">
              <a:extLst>
                <a:ext uri="{FF2B5EF4-FFF2-40B4-BE49-F238E27FC236}">
                  <a16:creationId xmlns:a16="http://schemas.microsoft.com/office/drawing/2014/main" id="{D8023305-2D4B-C087-55B5-07F10F8019CD}"/>
                </a:ext>
              </a:extLst>
            </p:cNvPr>
            <p:cNvSpPr/>
            <p:nvPr/>
          </p:nvSpPr>
          <p:spPr>
            <a:xfrm>
              <a:off x="6281737" y="3233737"/>
              <a:ext cx="381000" cy="381000"/>
            </a:xfrm>
            <a:prstGeom prst="rect">
              <a:avLst/>
            </a:prstGeom>
            <a:solidFill>
              <a:srgbClr val="CCCCCC"/>
            </a:solidFill>
            <a:ln w="9525" cap="flat">
              <a:solidFill>
                <a:srgbClr val="000000"/>
              </a:solidFill>
              <a:prstDash val="solid"/>
              <a:miter/>
            </a:ln>
          </p:spPr>
          <p:txBody>
            <a:bodyPr/>
            <a:lstStyle/>
            <a:p>
              <a:endParaRPr lang="en-US" noProof="0" dirty="0"/>
            </a:p>
          </p:txBody>
        </p:sp>
        <p:sp>
          <p:nvSpPr>
            <p:cNvPr id="48" name="Rectangle 47">
              <a:extLst>
                <a:ext uri="{FF2B5EF4-FFF2-40B4-BE49-F238E27FC236}">
                  <a16:creationId xmlns:a16="http://schemas.microsoft.com/office/drawing/2014/main" id="{D54D7C03-3CBC-B686-415D-AA21F544ACE7}"/>
                </a:ext>
              </a:extLst>
            </p:cNvPr>
            <p:cNvSpPr/>
            <p:nvPr/>
          </p:nvSpPr>
          <p:spPr>
            <a:xfrm>
              <a:off x="6662737" y="3233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49" name="Rectangle 48">
              <a:extLst>
                <a:ext uri="{FF2B5EF4-FFF2-40B4-BE49-F238E27FC236}">
                  <a16:creationId xmlns:a16="http://schemas.microsoft.com/office/drawing/2014/main" id="{5380EAF7-0F2E-056E-76E7-DF9F1382E993}"/>
                </a:ext>
              </a:extLst>
            </p:cNvPr>
            <p:cNvSpPr/>
            <p:nvPr/>
          </p:nvSpPr>
          <p:spPr>
            <a:xfrm>
              <a:off x="7043737" y="2852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50" name="Rectangle 49">
              <a:extLst>
                <a:ext uri="{FF2B5EF4-FFF2-40B4-BE49-F238E27FC236}">
                  <a16:creationId xmlns:a16="http://schemas.microsoft.com/office/drawing/2014/main" id="{CB5759A0-355A-D02E-5D90-8FC5737A3AA5}"/>
                </a:ext>
              </a:extLst>
            </p:cNvPr>
            <p:cNvSpPr/>
            <p:nvPr/>
          </p:nvSpPr>
          <p:spPr>
            <a:xfrm>
              <a:off x="7043737" y="3233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51" name="Rectangle 50">
              <a:extLst>
                <a:ext uri="{FF2B5EF4-FFF2-40B4-BE49-F238E27FC236}">
                  <a16:creationId xmlns:a16="http://schemas.microsoft.com/office/drawing/2014/main" id="{9DBB0A95-8172-7945-C268-841E3B935C4B}"/>
                </a:ext>
              </a:extLst>
            </p:cNvPr>
            <p:cNvSpPr/>
            <p:nvPr/>
          </p:nvSpPr>
          <p:spPr>
            <a:xfrm>
              <a:off x="4757737" y="3614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52" name="Rectangle 51">
              <a:extLst>
                <a:ext uri="{FF2B5EF4-FFF2-40B4-BE49-F238E27FC236}">
                  <a16:creationId xmlns:a16="http://schemas.microsoft.com/office/drawing/2014/main" id="{D8D4BD9B-EDF0-D194-D15E-B7B21262275A}"/>
                </a:ext>
              </a:extLst>
            </p:cNvPr>
            <p:cNvSpPr/>
            <p:nvPr/>
          </p:nvSpPr>
          <p:spPr>
            <a:xfrm>
              <a:off x="5138737" y="3614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53" name="Rectangle 52">
              <a:extLst>
                <a:ext uri="{FF2B5EF4-FFF2-40B4-BE49-F238E27FC236}">
                  <a16:creationId xmlns:a16="http://schemas.microsoft.com/office/drawing/2014/main" id="{AD785FB2-6A56-DB40-4026-78CF899FE89A}"/>
                </a:ext>
              </a:extLst>
            </p:cNvPr>
            <p:cNvSpPr/>
            <p:nvPr/>
          </p:nvSpPr>
          <p:spPr>
            <a:xfrm>
              <a:off x="4757737" y="3995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54" name="Rectangle 53">
              <a:extLst>
                <a:ext uri="{FF2B5EF4-FFF2-40B4-BE49-F238E27FC236}">
                  <a16:creationId xmlns:a16="http://schemas.microsoft.com/office/drawing/2014/main" id="{6DCBFF32-E6E1-23DE-1749-D186187E8D3B}"/>
                </a:ext>
              </a:extLst>
            </p:cNvPr>
            <p:cNvSpPr/>
            <p:nvPr/>
          </p:nvSpPr>
          <p:spPr>
            <a:xfrm>
              <a:off x="5138737" y="3995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55" name="Rectangle 54">
              <a:extLst>
                <a:ext uri="{FF2B5EF4-FFF2-40B4-BE49-F238E27FC236}">
                  <a16:creationId xmlns:a16="http://schemas.microsoft.com/office/drawing/2014/main" id="{330818D5-1AC3-12B2-BBBE-0FC00ADF755D}"/>
                </a:ext>
              </a:extLst>
            </p:cNvPr>
            <p:cNvSpPr/>
            <p:nvPr/>
          </p:nvSpPr>
          <p:spPr>
            <a:xfrm>
              <a:off x="5519737" y="3614737"/>
              <a:ext cx="381000" cy="381000"/>
            </a:xfrm>
            <a:prstGeom prst="rect">
              <a:avLst/>
            </a:prstGeom>
            <a:solidFill>
              <a:srgbClr val="CCCCCC"/>
            </a:solidFill>
            <a:ln w="9525" cap="flat">
              <a:solidFill>
                <a:srgbClr val="000000"/>
              </a:solidFill>
              <a:prstDash val="solid"/>
              <a:miter/>
            </a:ln>
          </p:spPr>
          <p:txBody>
            <a:bodyPr/>
            <a:lstStyle/>
            <a:p>
              <a:endParaRPr lang="en-US" noProof="0" dirty="0"/>
            </a:p>
          </p:txBody>
        </p:sp>
        <p:sp>
          <p:nvSpPr>
            <p:cNvPr id="56" name="Rectangle 55">
              <a:extLst>
                <a:ext uri="{FF2B5EF4-FFF2-40B4-BE49-F238E27FC236}">
                  <a16:creationId xmlns:a16="http://schemas.microsoft.com/office/drawing/2014/main" id="{97126080-7EA2-8DEC-2EF7-686C0EEBD4C4}"/>
                </a:ext>
              </a:extLst>
            </p:cNvPr>
            <p:cNvSpPr/>
            <p:nvPr/>
          </p:nvSpPr>
          <p:spPr>
            <a:xfrm>
              <a:off x="5900737" y="3614737"/>
              <a:ext cx="381000" cy="381000"/>
            </a:xfrm>
            <a:prstGeom prst="rect">
              <a:avLst/>
            </a:prstGeom>
            <a:solidFill>
              <a:srgbClr val="CCCCCC"/>
            </a:solidFill>
            <a:ln w="9525" cap="flat">
              <a:solidFill>
                <a:srgbClr val="000000"/>
              </a:solidFill>
              <a:prstDash val="solid"/>
              <a:miter/>
            </a:ln>
          </p:spPr>
          <p:txBody>
            <a:bodyPr/>
            <a:lstStyle/>
            <a:p>
              <a:endParaRPr lang="en-US" noProof="0" dirty="0"/>
            </a:p>
          </p:txBody>
        </p:sp>
        <p:sp>
          <p:nvSpPr>
            <p:cNvPr id="57" name="Rectangle 56">
              <a:extLst>
                <a:ext uri="{FF2B5EF4-FFF2-40B4-BE49-F238E27FC236}">
                  <a16:creationId xmlns:a16="http://schemas.microsoft.com/office/drawing/2014/main" id="{AEA4483D-3D15-9D38-0587-882779D8E507}"/>
                </a:ext>
              </a:extLst>
            </p:cNvPr>
            <p:cNvSpPr/>
            <p:nvPr/>
          </p:nvSpPr>
          <p:spPr>
            <a:xfrm>
              <a:off x="5519737" y="3995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58" name="Rectangle 57">
              <a:extLst>
                <a:ext uri="{FF2B5EF4-FFF2-40B4-BE49-F238E27FC236}">
                  <a16:creationId xmlns:a16="http://schemas.microsoft.com/office/drawing/2014/main" id="{84161FC5-3F75-246A-88F7-52C64A2E0528}"/>
                </a:ext>
              </a:extLst>
            </p:cNvPr>
            <p:cNvSpPr/>
            <p:nvPr/>
          </p:nvSpPr>
          <p:spPr>
            <a:xfrm>
              <a:off x="5900737" y="3995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59" name="Rectangle 58">
              <a:extLst>
                <a:ext uri="{FF2B5EF4-FFF2-40B4-BE49-F238E27FC236}">
                  <a16:creationId xmlns:a16="http://schemas.microsoft.com/office/drawing/2014/main" id="{F1EAC736-6456-0CE3-6AEF-2B8E3DA5A09B}"/>
                </a:ext>
              </a:extLst>
            </p:cNvPr>
            <p:cNvSpPr/>
            <p:nvPr/>
          </p:nvSpPr>
          <p:spPr>
            <a:xfrm>
              <a:off x="6281737" y="3614737"/>
              <a:ext cx="381000" cy="381000"/>
            </a:xfrm>
            <a:prstGeom prst="rect">
              <a:avLst/>
            </a:prstGeom>
            <a:solidFill>
              <a:srgbClr val="CCCCCC"/>
            </a:solidFill>
            <a:ln w="9525" cap="flat">
              <a:solidFill>
                <a:srgbClr val="000000"/>
              </a:solidFill>
              <a:prstDash val="solid"/>
              <a:miter/>
            </a:ln>
          </p:spPr>
          <p:txBody>
            <a:bodyPr/>
            <a:lstStyle/>
            <a:p>
              <a:endParaRPr lang="en-US" noProof="0" dirty="0"/>
            </a:p>
          </p:txBody>
        </p:sp>
        <p:sp>
          <p:nvSpPr>
            <p:cNvPr id="60" name="Rectangle 59">
              <a:extLst>
                <a:ext uri="{FF2B5EF4-FFF2-40B4-BE49-F238E27FC236}">
                  <a16:creationId xmlns:a16="http://schemas.microsoft.com/office/drawing/2014/main" id="{EDAC7F04-1BD8-0A14-9AAA-0A3104224F6F}"/>
                </a:ext>
              </a:extLst>
            </p:cNvPr>
            <p:cNvSpPr/>
            <p:nvPr/>
          </p:nvSpPr>
          <p:spPr>
            <a:xfrm>
              <a:off x="6662737" y="3614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61" name="Rectangle 60">
              <a:extLst>
                <a:ext uri="{FF2B5EF4-FFF2-40B4-BE49-F238E27FC236}">
                  <a16:creationId xmlns:a16="http://schemas.microsoft.com/office/drawing/2014/main" id="{D87ED04B-9027-FAA2-A1B8-ED3C9DE2B44B}"/>
                </a:ext>
              </a:extLst>
            </p:cNvPr>
            <p:cNvSpPr/>
            <p:nvPr/>
          </p:nvSpPr>
          <p:spPr>
            <a:xfrm>
              <a:off x="6281737" y="3995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62" name="Rectangle 61">
              <a:extLst>
                <a:ext uri="{FF2B5EF4-FFF2-40B4-BE49-F238E27FC236}">
                  <a16:creationId xmlns:a16="http://schemas.microsoft.com/office/drawing/2014/main" id="{F097E7EE-FDEB-0281-CE11-213C25A9584A}"/>
                </a:ext>
              </a:extLst>
            </p:cNvPr>
            <p:cNvSpPr/>
            <p:nvPr/>
          </p:nvSpPr>
          <p:spPr>
            <a:xfrm>
              <a:off x="6662737" y="3995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63" name="Rectangle 62">
              <a:extLst>
                <a:ext uri="{FF2B5EF4-FFF2-40B4-BE49-F238E27FC236}">
                  <a16:creationId xmlns:a16="http://schemas.microsoft.com/office/drawing/2014/main" id="{A2B744D5-0A39-8D5B-2C2B-1934A69835CE}"/>
                </a:ext>
              </a:extLst>
            </p:cNvPr>
            <p:cNvSpPr/>
            <p:nvPr/>
          </p:nvSpPr>
          <p:spPr>
            <a:xfrm>
              <a:off x="7043737" y="3614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64" name="Rectangle 63">
              <a:extLst>
                <a:ext uri="{FF2B5EF4-FFF2-40B4-BE49-F238E27FC236}">
                  <a16:creationId xmlns:a16="http://schemas.microsoft.com/office/drawing/2014/main" id="{9DDD8BDB-2928-13A7-DA72-4276F995358C}"/>
                </a:ext>
              </a:extLst>
            </p:cNvPr>
            <p:cNvSpPr/>
            <p:nvPr/>
          </p:nvSpPr>
          <p:spPr>
            <a:xfrm>
              <a:off x="7043737" y="3995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65" name="Rectangle 64">
              <a:extLst>
                <a:ext uri="{FF2B5EF4-FFF2-40B4-BE49-F238E27FC236}">
                  <a16:creationId xmlns:a16="http://schemas.microsoft.com/office/drawing/2014/main" id="{96130875-0B1F-A0F1-5C8A-0B597CFA38EF}"/>
                </a:ext>
              </a:extLst>
            </p:cNvPr>
            <p:cNvSpPr/>
            <p:nvPr/>
          </p:nvSpPr>
          <p:spPr>
            <a:xfrm>
              <a:off x="4757737" y="4376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66" name="Rectangle 65">
              <a:extLst>
                <a:ext uri="{FF2B5EF4-FFF2-40B4-BE49-F238E27FC236}">
                  <a16:creationId xmlns:a16="http://schemas.microsoft.com/office/drawing/2014/main" id="{95A17DD4-7EEC-6816-B3AE-965CDD860873}"/>
                </a:ext>
              </a:extLst>
            </p:cNvPr>
            <p:cNvSpPr/>
            <p:nvPr/>
          </p:nvSpPr>
          <p:spPr>
            <a:xfrm>
              <a:off x="5138737" y="4376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67" name="Rectangle 66">
              <a:extLst>
                <a:ext uri="{FF2B5EF4-FFF2-40B4-BE49-F238E27FC236}">
                  <a16:creationId xmlns:a16="http://schemas.microsoft.com/office/drawing/2014/main" id="{9C9136F6-0E96-BCA6-AE37-27E0C1711017}"/>
                </a:ext>
              </a:extLst>
            </p:cNvPr>
            <p:cNvSpPr/>
            <p:nvPr/>
          </p:nvSpPr>
          <p:spPr>
            <a:xfrm>
              <a:off x="5519737" y="4376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68" name="Rectangle 67">
              <a:extLst>
                <a:ext uri="{FF2B5EF4-FFF2-40B4-BE49-F238E27FC236}">
                  <a16:creationId xmlns:a16="http://schemas.microsoft.com/office/drawing/2014/main" id="{8BA9E4EA-B9A7-45EA-6627-6E577E5ABF85}"/>
                </a:ext>
              </a:extLst>
            </p:cNvPr>
            <p:cNvSpPr/>
            <p:nvPr/>
          </p:nvSpPr>
          <p:spPr>
            <a:xfrm>
              <a:off x="5900737" y="4376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69" name="Rectangle 68">
              <a:extLst>
                <a:ext uri="{FF2B5EF4-FFF2-40B4-BE49-F238E27FC236}">
                  <a16:creationId xmlns:a16="http://schemas.microsoft.com/office/drawing/2014/main" id="{3575F222-3D19-8E86-D9EF-648AA78DAFF2}"/>
                </a:ext>
              </a:extLst>
            </p:cNvPr>
            <p:cNvSpPr/>
            <p:nvPr/>
          </p:nvSpPr>
          <p:spPr>
            <a:xfrm>
              <a:off x="6281737" y="4376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70" name="Rectangle 69">
              <a:extLst>
                <a:ext uri="{FF2B5EF4-FFF2-40B4-BE49-F238E27FC236}">
                  <a16:creationId xmlns:a16="http://schemas.microsoft.com/office/drawing/2014/main" id="{0B7B1F17-8648-71C3-9A16-DD3FD0A826A4}"/>
                </a:ext>
              </a:extLst>
            </p:cNvPr>
            <p:cNvSpPr/>
            <p:nvPr/>
          </p:nvSpPr>
          <p:spPr>
            <a:xfrm>
              <a:off x="6662737" y="4376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sp>
          <p:nvSpPr>
            <p:cNvPr id="71" name="Rectangle 70">
              <a:extLst>
                <a:ext uri="{FF2B5EF4-FFF2-40B4-BE49-F238E27FC236}">
                  <a16:creationId xmlns:a16="http://schemas.microsoft.com/office/drawing/2014/main" id="{B0A66F5A-941C-CD39-1FB9-F29D909642CB}"/>
                </a:ext>
              </a:extLst>
            </p:cNvPr>
            <p:cNvSpPr/>
            <p:nvPr/>
          </p:nvSpPr>
          <p:spPr>
            <a:xfrm>
              <a:off x="7043737" y="4376737"/>
              <a:ext cx="381000" cy="381000"/>
            </a:xfrm>
            <a:prstGeom prst="rect">
              <a:avLst/>
            </a:prstGeom>
            <a:solidFill>
              <a:srgbClr val="FFFFFF"/>
            </a:solidFill>
            <a:ln w="9525" cap="flat">
              <a:solidFill>
                <a:srgbClr val="000000"/>
              </a:solidFill>
              <a:prstDash val="solid"/>
              <a:miter/>
            </a:ln>
          </p:spPr>
          <p:txBody>
            <a:bodyPr/>
            <a:lstStyle/>
            <a:p>
              <a:endParaRPr lang="en-US" noProof="0" dirty="0"/>
            </a:p>
          </p:txBody>
        </p:sp>
      </p:grpSp>
      <p:cxnSp>
        <p:nvCxnSpPr>
          <p:cNvPr id="73" name="Straight Arrow Connector 72">
            <a:extLst>
              <a:ext uri="{FF2B5EF4-FFF2-40B4-BE49-F238E27FC236}">
                <a16:creationId xmlns:a16="http://schemas.microsoft.com/office/drawing/2014/main" id="{1C7BF7AF-DC09-34FF-9444-944EDC6A9794}"/>
              </a:ext>
            </a:extLst>
          </p:cNvPr>
          <p:cNvCxnSpPr/>
          <p:nvPr>
            <p:custDataLst>
              <p:tags r:id="rId10"/>
            </p:custDataLst>
          </p:nvPr>
        </p:nvCxnSpPr>
        <p:spPr>
          <a:xfrm flipH="1" flipV="1">
            <a:off x="3896801" y="3489820"/>
            <a:ext cx="1898650" cy="24130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74" name="TextBox 73">
            <a:extLst>
              <a:ext uri="{FF2B5EF4-FFF2-40B4-BE49-F238E27FC236}">
                <a16:creationId xmlns:a16="http://schemas.microsoft.com/office/drawing/2014/main" id="{92165F4C-C28A-EF05-DBA3-80C928C520DD}"/>
              </a:ext>
            </a:extLst>
          </p:cNvPr>
          <p:cNvSpPr txBox="1"/>
          <p:nvPr>
            <p:custDataLst>
              <p:tags r:id="rId11"/>
            </p:custDataLst>
          </p:nvPr>
        </p:nvSpPr>
        <p:spPr>
          <a:xfrm>
            <a:off x="5763902" y="3545839"/>
            <a:ext cx="1599797" cy="400110"/>
          </a:xfrm>
          <a:prstGeom prst="rect">
            <a:avLst/>
          </a:prstGeom>
          <a:noFill/>
        </p:spPr>
        <p:txBody>
          <a:bodyPr wrap="none" rtlCol="0" anchor="ctr">
            <a:spAutoFit/>
          </a:bodyPr>
          <a:lstStyle/>
          <a:p>
            <a:r>
              <a:rPr lang="en-US" sz="2000" noProof="0" dirty="0"/>
              <a:t>Updated cell</a:t>
            </a:r>
          </a:p>
        </p:txBody>
      </p:sp>
      <p:cxnSp>
        <p:nvCxnSpPr>
          <p:cNvPr id="76" name="Straight Arrow Connector 75">
            <a:extLst>
              <a:ext uri="{FF2B5EF4-FFF2-40B4-BE49-F238E27FC236}">
                <a16:creationId xmlns:a16="http://schemas.microsoft.com/office/drawing/2014/main" id="{C124EAF2-32DC-27D9-87E5-D12E3A32FC6C}"/>
              </a:ext>
            </a:extLst>
          </p:cNvPr>
          <p:cNvCxnSpPr/>
          <p:nvPr>
            <p:custDataLst>
              <p:tags r:id="rId12"/>
            </p:custDataLst>
          </p:nvPr>
        </p:nvCxnSpPr>
        <p:spPr>
          <a:xfrm flipH="1" flipV="1">
            <a:off x="4326970" y="3915786"/>
            <a:ext cx="1258931" cy="89017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77" name="TextBox 76">
            <a:extLst>
              <a:ext uri="{FF2B5EF4-FFF2-40B4-BE49-F238E27FC236}">
                <a16:creationId xmlns:a16="http://schemas.microsoft.com/office/drawing/2014/main" id="{42AA0690-756B-164D-33E4-45263355827E}"/>
              </a:ext>
            </a:extLst>
          </p:cNvPr>
          <p:cNvSpPr txBox="1"/>
          <p:nvPr>
            <p:custDataLst>
              <p:tags r:id="rId13"/>
            </p:custDataLst>
          </p:nvPr>
        </p:nvSpPr>
        <p:spPr>
          <a:xfrm>
            <a:off x="5563245" y="4685147"/>
            <a:ext cx="1766830" cy="400110"/>
          </a:xfrm>
          <a:prstGeom prst="rect">
            <a:avLst/>
          </a:prstGeom>
          <a:noFill/>
        </p:spPr>
        <p:txBody>
          <a:bodyPr wrap="none" rtlCol="0">
            <a:spAutoFit/>
          </a:bodyPr>
          <a:lstStyle/>
          <a:p>
            <a:r>
              <a:rPr lang="en-US" sz="2000" noProof="0" dirty="0"/>
              <a:t>Neighborhood</a:t>
            </a:r>
          </a:p>
        </p:txBody>
      </p:sp>
      <p:grpSp>
        <p:nvGrpSpPr>
          <p:cNvPr id="16" name="Group 15">
            <a:extLst>
              <a:ext uri="{FF2B5EF4-FFF2-40B4-BE49-F238E27FC236}">
                <a16:creationId xmlns:a16="http://schemas.microsoft.com/office/drawing/2014/main" id="{5D8B1D59-EBBC-B833-68D2-16BD698052C9}"/>
              </a:ext>
            </a:extLst>
          </p:cNvPr>
          <p:cNvGrpSpPr/>
          <p:nvPr>
            <p:custDataLst>
              <p:tags r:id="rId14"/>
            </p:custDataLst>
          </p:nvPr>
        </p:nvGrpSpPr>
        <p:grpSpPr>
          <a:xfrm>
            <a:off x="3377999" y="5776906"/>
            <a:ext cx="2920332" cy="732656"/>
            <a:chOff x="3074132" y="1313599"/>
            <a:chExt cx="2920332" cy="732656"/>
          </a:xfrm>
        </p:grpSpPr>
        <p:sp>
          <p:nvSpPr>
            <p:cNvPr id="9" name="TextBox 8">
              <a:extLst>
                <a:ext uri="{FF2B5EF4-FFF2-40B4-BE49-F238E27FC236}">
                  <a16:creationId xmlns:a16="http://schemas.microsoft.com/office/drawing/2014/main" id="{9D4FD725-88BE-61BC-EA94-E5BEA6E7C2CD}"/>
                </a:ext>
              </a:extLst>
            </p:cNvPr>
            <p:cNvSpPr txBox="1"/>
            <p:nvPr/>
          </p:nvSpPr>
          <p:spPr>
            <a:xfrm>
              <a:off x="3740321" y="1563919"/>
              <a:ext cx="2254143" cy="400110"/>
            </a:xfrm>
            <a:prstGeom prst="rect">
              <a:avLst/>
            </a:prstGeom>
            <a:noFill/>
          </p:spPr>
          <p:txBody>
            <a:bodyPr wrap="none" rtlCol="0" anchor="ctr">
              <a:spAutoFit/>
            </a:bodyPr>
            <a:lstStyle/>
            <a:p>
              <a:r>
                <a:rPr lang="en-US" sz="2000" noProof="0" dirty="0"/>
                <a:t>Physics simulation</a:t>
              </a:r>
            </a:p>
          </p:txBody>
        </p:sp>
        <p:pic>
          <p:nvPicPr>
            <p:cNvPr id="15" name="Graphic 14" descr="Atom with solid fill">
              <a:extLst>
                <a:ext uri="{FF2B5EF4-FFF2-40B4-BE49-F238E27FC236}">
                  <a16:creationId xmlns:a16="http://schemas.microsoft.com/office/drawing/2014/main" id="{79E2538A-4E2F-2F10-C33E-80A662E8EBF7}"/>
                </a:ext>
              </a:extLst>
            </p:cNvPr>
            <p:cNvPicPr>
              <a:picLocks noChangeAspect="1"/>
            </p:cNvPicPr>
            <p:nvPr/>
          </p:nvPicPr>
          <p:blipFill>
            <a:blip>
              <a:extLst>
                <a:ext uri="{96DAC541-7B7A-43D3-8B79-37D633B846F1}">
                  <asvg:svgBlip xmlns:asvg="http://schemas.microsoft.com/office/drawing/2016/SVG/main" r:embed="rId19"/>
                </a:ext>
              </a:extLst>
            </a:blip>
            <a:stretch>
              <a:fillRect/>
            </a:stretch>
          </p:blipFill>
          <p:spPr>
            <a:xfrm>
              <a:off x="3074132" y="1313599"/>
              <a:ext cx="732656" cy="732656"/>
            </a:xfrm>
            <a:prstGeom prst="rect">
              <a:avLst/>
            </a:prstGeom>
          </p:spPr>
        </p:pic>
      </p:grpSp>
    </p:spTree>
    <p:custDataLst>
      <p:tags r:id="rId1"/>
    </p:custDataLst>
    <p:extLst>
      <p:ext uri="{BB962C8B-B14F-4D97-AF65-F5344CB8AC3E}">
        <p14:creationId xmlns:p14="http://schemas.microsoft.com/office/powerpoint/2010/main" val="222441883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E1AA58-A4AC-2579-03F2-ED09FAFEBBBB}"/>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FBA40584-E9E1-E05A-DDA2-513A6AB47700}"/>
              </a:ext>
            </a:extLst>
          </p:cNvPr>
          <p:cNvSpPr>
            <a:spLocks noGrp="1"/>
          </p:cNvSpPr>
          <p:nvPr>
            <p:ph type="title"/>
            <p:custDataLst>
              <p:tags r:id="rId2"/>
            </p:custDataLst>
          </p:nvPr>
        </p:nvSpPr>
        <p:spPr/>
        <p:txBody>
          <a:bodyPr/>
          <a:lstStyle/>
          <a:p>
            <a:r>
              <a:rPr lang="en-US" noProof="0" dirty="0"/>
              <a:t>Discrete stencils – Cellular  automata</a:t>
            </a:r>
          </a:p>
        </p:txBody>
      </p:sp>
      <p:sp>
        <p:nvSpPr>
          <p:cNvPr id="2" name="Date Placeholder 1">
            <a:extLst>
              <a:ext uri="{FF2B5EF4-FFF2-40B4-BE49-F238E27FC236}">
                <a16:creationId xmlns:a16="http://schemas.microsoft.com/office/drawing/2014/main" id="{6E693EDC-6C75-05FA-FE9F-559117D7FE85}"/>
              </a:ext>
            </a:extLst>
          </p:cNvPr>
          <p:cNvSpPr>
            <a:spLocks noGrp="1"/>
          </p:cNvSpPr>
          <p:nvPr>
            <p:ph type="dt" sz="half" idx="10"/>
            <p:custDataLst>
              <p:tags r:id="rId3"/>
            </p:custDataLst>
          </p:nvPr>
        </p:nvSpPr>
        <p:spPr/>
        <p:txBody>
          <a:bodyPr/>
          <a:lstStyle/>
          <a:p>
            <a:r>
              <a:rPr lang="en-US" noProof="0"/>
              <a:t>9/5/2026</a:t>
            </a:r>
            <a:endParaRPr lang="en-US" noProof="0" dirty="0"/>
          </a:p>
        </p:txBody>
      </p:sp>
      <p:sp>
        <p:nvSpPr>
          <p:cNvPr id="3" name="Slide Number Placeholder 2">
            <a:extLst>
              <a:ext uri="{FF2B5EF4-FFF2-40B4-BE49-F238E27FC236}">
                <a16:creationId xmlns:a16="http://schemas.microsoft.com/office/drawing/2014/main" id="{B8F34F27-B556-2C57-69D5-4A149598881E}"/>
              </a:ext>
            </a:extLst>
          </p:cNvPr>
          <p:cNvSpPr>
            <a:spLocks noGrp="1"/>
          </p:cNvSpPr>
          <p:nvPr>
            <p:ph type="sldNum" sz="quarter" idx="12"/>
            <p:custDataLst>
              <p:tags r:id="rId4"/>
            </p:custDataLst>
          </p:nvPr>
        </p:nvSpPr>
        <p:spPr/>
        <p:txBody>
          <a:bodyPr/>
          <a:lstStyle/>
          <a:p>
            <a:r>
              <a:rPr lang="en-US" noProof="0"/>
              <a:t>20</a:t>
            </a:r>
            <a:endParaRPr lang="en-US" noProof="0" dirty="0"/>
          </a:p>
        </p:txBody>
      </p:sp>
    </p:spTree>
    <p:custDataLst>
      <p:tags r:id="rId1"/>
    </p:custDataLst>
    <p:extLst>
      <p:ext uri="{BB962C8B-B14F-4D97-AF65-F5344CB8AC3E}">
        <p14:creationId xmlns:p14="http://schemas.microsoft.com/office/powerpoint/2010/main" val="185618733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E1AA58-A4AC-2579-03F2-ED09FAFEBBBB}"/>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E4147A86-CFDD-318C-A07B-EB6A53DC1D3C}"/>
              </a:ext>
            </a:extLst>
          </p:cNvPr>
          <p:cNvPicPr>
            <a:picLocks noChangeAspect="1"/>
          </p:cNvPicPr>
          <p:nvPr>
            <p:custDataLst>
              <p:tags r:id="rId2"/>
            </p:custDataLst>
          </p:nvPr>
        </p:nvPicPr>
        <p:blipFill>
          <a:blip r:embed="rId9">
            <a:extLst>
              <a:ext uri="{28A0092B-C50C-407E-A947-70E740481C1C}">
                <a14:useLocalDpi xmlns:a14="http://schemas.microsoft.com/office/drawing/2010/main" val="0"/>
              </a:ext>
            </a:extLst>
          </a:blip>
          <a:stretch>
            <a:fillRect/>
          </a:stretch>
        </p:blipFill>
        <p:spPr>
          <a:xfrm>
            <a:off x="5123664" y="1794013"/>
            <a:ext cx="1944669" cy="1400162"/>
          </a:xfrm>
          <a:prstGeom prst="rect">
            <a:avLst/>
          </a:prstGeom>
          <a:ln>
            <a:solidFill>
              <a:schemeClr val="tx1"/>
            </a:solidFill>
          </a:ln>
        </p:spPr>
      </p:pic>
      <p:sp>
        <p:nvSpPr>
          <p:cNvPr id="4" name="Title 3">
            <a:extLst>
              <a:ext uri="{FF2B5EF4-FFF2-40B4-BE49-F238E27FC236}">
                <a16:creationId xmlns:a16="http://schemas.microsoft.com/office/drawing/2014/main" id="{FBA40584-E9E1-E05A-DDA2-513A6AB47700}"/>
              </a:ext>
            </a:extLst>
          </p:cNvPr>
          <p:cNvSpPr>
            <a:spLocks noGrp="1"/>
          </p:cNvSpPr>
          <p:nvPr>
            <p:ph type="title"/>
            <p:custDataLst>
              <p:tags r:id="rId3"/>
            </p:custDataLst>
          </p:nvPr>
        </p:nvSpPr>
        <p:spPr/>
        <p:txBody>
          <a:bodyPr/>
          <a:lstStyle/>
          <a:p>
            <a:r>
              <a:rPr lang="en-US" noProof="0" dirty="0"/>
              <a:t>Discrete stencils – Cellular  automata</a:t>
            </a:r>
          </a:p>
        </p:txBody>
      </p:sp>
      <p:sp>
        <p:nvSpPr>
          <p:cNvPr id="2" name="Date Placeholder 1">
            <a:extLst>
              <a:ext uri="{FF2B5EF4-FFF2-40B4-BE49-F238E27FC236}">
                <a16:creationId xmlns:a16="http://schemas.microsoft.com/office/drawing/2014/main" id="{6E693EDC-6C75-05FA-FE9F-559117D7FE85}"/>
              </a:ext>
            </a:extLst>
          </p:cNvPr>
          <p:cNvSpPr>
            <a:spLocks noGrp="1"/>
          </p:cNvSpPr>
          <p:nvPr>
            <p:ph type="dt" sz="half" idx="10"/>
            <p:custDataLst>
              <p:tags r:id="rId4"/>
            </p:custDataLst>
          </p:nvPr>
        </p:nvSpPr>
        <p:spPr/>
        <p:txBody>
          <a:bodyPr/>
          <a:lstStyle/>
          <a:p>
            <a:r>
              <a:rPr lang="en-US" noProof="0"/>
              <a:t>9/5/2026</a:t>
            </a:r>
            <a:endParaRPr lang="en-US" noProof="0" dirty="0"/>
          </a:p>
        </p:txBody>
      </p:sp>
      <p:sp>
        <p:nvSpPr>
          <p:cNvPr id="3" name="Slide Number Placeholder 2">
            <a:extLst>
              <a:ext uri="{FF2B5EF4-FFF2-40B4-BE49-F238E27FC236}">
                <a16:creationId xmlns:a16="http://schemas.microsoft.com/office/drawing/2014/main" id="{B8F34F27-B556-2C57-69D5-4A149598881E}"/>
              </a:ext>
            </a:extLst>
          </p:cNvPr>
          <p:cNvSpPr>
            <a:spLocks noGrp="1"/>
          </p:cNvSpPr>
          <p:nvPr>
            <p:ph type="sldNum" sz="quarter" idx="12"/>
            <p:custDataLst>
              <p:tags r:id="rId5"/>
            </p:custDataLst>
          </p:nvPr>
        </p:nvSpPr>
        <p:spPr/>
        <p:txBody>
          <a:bodyPr/>
          <a:lstStyle/>
          <a:p>
            <a:r>
              <a:rPr lang="en-US" noProof="0"/>
              <a:t>20</a:t>
            </a:r>
            <a:endParaRPr lang="en-US" noProof="0" dirty="0"/>
          </a:p>
        </p:txBody>
      </p:sp>
      <p:sp>
        <p:nvSpPr>
          <p:cNvPr id="10" name="TextBox 9">
            <a:extLst>
              <a:ext uri="{FF2B5EF4-FFF2-40B4-BE49-F238E27FC236}">
                <a16:creationId xmlns:a16="http://schemas.microsoft.com/office/drawing/2014/main" id="{F87652A6-37F0-2CC7-1FD2-E46D9878EE9E}"/>
              </a:ext>
            </a:extLst>
          </p:cNvPr>
          <p:cNvSpPr txBox="1"/>
          <p:nvPr>
            <p:custDataLst>
              <p:tags r:id="rId6"/>
            </p:custDataLst>
          </p:nvPr>
        </p:nvSpPr>
        <p:spPr>
          <a:xfrm>
            <a:off x="4270819" y="1270770"/>
            <a:ext cx="3650359" cy="523220"/>
          </a:xfrm>
          <a:prstGeom prst="rect">
            <a:avLst/>
          </a:prstGeom>
          <a:noFill/>
        </p:spPr>
        <p:txBody>
          <a:bodyPr wrap="none" rtlCol="0" anchor="b">
            <a:spAutoFit/>
          </a:bodyPr>
          <a:lstStyle/>
          <a:p>
            <a:pPr algn="ctr"/>
            <a:r>
              <a:rPr lang="en-US" sz="2800" noProof="0" dirty="0"/>
              <a:t>Example: Game of Life</a:t>
            </a:r>
          </a:p>
        </p:txBody>
      </p:sp>
    </p:spTree>
    <p:custDataLst>
      <p:tags r:id="rId1"/>
    </p:custDataLst>
    <p:extLst>
      <p:ext uri="{BB962C8B-B14F-4D97-AF65-F5344CB8AC3E}">
        <p14:creationId xmlns:p14="http://schemas.microsoft.com/office/powerpoint/2010/main" val="1583005167"/>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E1AA58-A4AC-2579-03F2-ED09FAFEBBBB}"/>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E4147A86-CFDD-318C-A07B-EB6A53DC1D3C}"/>
              </a:ext>
            </a:extLst>
          </p:cNvPr>
          <p:cNvPicPr>
            <a:picLocks noChangeAspect="1"/>
          </p:cNvPicPr>
          <p:nvPr>
            <p:custDataLst>
              <p:tags r:id="rId2"/>
            </p:custDataLst>
          </p:nvPr>
        </p:nvPicPr>
        <p:blipFill>
          <a:blip r:embed="rId10">
            <a:extLst>
              <a:ext uri="{28A0092B-C50C-407E-A947-70E740481C1C}">
                <a14:useLocalDpi xmlns:a14="http://schemas.microsoft.com/office/drawing/2010/main" val="0"/>
              </a:ext>
            </a:extLst>
          </a:blip>
          <a:stretch>
            <a:fillRect/>
          </a:stretch>
        </p:blipFill>
        <p:spPr>
          <a:xfrm>
            <a:off x="5123664" y="1794013"/>
            <a:ext cx="1944669" cy="1400162"/>
          </a:xfrm>
          <a:prstGeom prst="rect">
            <a:avLst/>
          </a:prstGeom>
          <a:ln>
            <a:solidFill>
              <a:schemeClr val="tx1"/>
            </a:solidFill>
          </a:ln>
        </p:spPr>
      </p:pic>
      <p:sp>
        <p:nvSpPr>
          <p:cNvPr id="4" name="Title 3">
            <a:extLst>
              <a:ext uri="{FF2B5EF4-FFF2-40B4-BE49-F238E27FC236}">
                <a16:creationId xmlns:a16="http://schemas.microsoft.com/office/drawing/2014/main" id="{FBA40584-E9E1-E05A-DDA2-513A6AB47700}"/>
              </a:ext>
            </a:extLst>
          </p:cNvPr>
          <p:cNvSpPr>
            <a:spLocks noGrp="1"/>
          </p:cNvSpPr>
          <p:nvPr>
            <p:ph type="title"/>
            <p:custDataLst>
              <p:tags r:id="rId3"/>
            </p:custDataLst>
          </p:nvPr>
        </p:nvSpPr>
        <p:spPr/>
        <p:txBody>
          <a:bodyPr/>
          <a:lstStyle/>
          <a:p>
            <a:r>
              <a:rPr lang="en-US" noProof="0" dirty="0"/>
              <a:t>Discrete stencils – Cellular  automata</a:t>
            </a:r>
          </a:p>
        </p:txBody>
      </p:sp>
      <p:sp>
        <p:nvSpPr>
          <p:cNvPr id="2" name="Date Placeholder 1">
            <a:extLst>
              <a:ext uri="{FF2B5EF4-FFF2-40B4-BE49-F238E27FC236}">
                <a16:creationId xmlns:a16="http://schemas.microsoft.com/office/drawing/2014/main" id="{6E693EDC-6C75-05FA-FE9F-559117D7FE85}"/>
              </a:ext>
            </a:extLst>
          </p:cNvPr>
          <p:cNvSpPr>
            <a:spLocks noGrp="1"/>
          </p:cNvSpPr>
          <p:nvPr>
            <p:ph type="dt" sz="half" idx="10"/>
            <p:custDataLst>
              <p:tags r:id="rId4"/>
            </p:custDataLst>
          </p:nvPr>
        </p:nvSpPr>
        <p:spPr/>
        <p:txBody>
          <a:bodyPr/>
          <a:lstStyle/>
          <a:p>
            <a:r>
              <a:rPr lang="en-US" noProof="0"/>
              <a:t>9/5/2026</a:t>
            </a:r>
            <a:endParaRPr lang="en-US" noProof="0" dirty="0"/>
          </a:p>
        </p:txBody>
      </p:sp>
      <p:sp>
        <p:nvSpPr>
          <p:cNvPr id="3" name="Slide Number Placeholder 2">
            <a:extLst>
              <a:ext uri="{FF2B5EF4-FFF2-40B4-BE49-F238E27FC236}">
                <a16:creationId xmlns:a16="http://schemas.microsoft.com/office/drawing/2014/main" id="{B8F34F27-B556-2C57-69D5-4A149598881E}"/>
              </a:ext>
            </a:extLst>
          </p:cNvPr>
          <p:cNvSpPr>
            <a:spLocks noGrp="1"/>
          </p:cNvSpPr>
          <p:nvPr>
            <p:ph type="sldNum" sz="quarter" idx="12"/>
            <p:custDataLst>
              <p:tags r:id="rId5"/>
            </p:custDataLst>
          </p:nvPr>
        </p:nvSpPr>
        <p:spPr/>
        <p:txBody>
          <a:bodyPr/>
          <a:lstStyle/>
          <a:p>
            <a:r>
              <a:rPr lang="en-US" noProof="0"/>
              <a:t>20</a:t>
            </a:r>
            <a:endParaRPr lang="en-US" noProof="0" dirty="0"/>
          </a:p>
        </p:txBody>
      </p:sp>
      <p:sp>
        <p:nvSpPr>
          <p:cNvPr id="10" name="TextBox 9">
            <a:extLst>
              <a:ext uri="{FF2B5EF4-FFF2-40B4-BE49-F238E27FC236}">
                <a16:creationId xmlns:a16="http://schemas.microsoft.com/office/drawing/2014/main" id="{F87652A6-37F0-2CC7-1FD2-E46D9878EE9E}"/>
              </a:ext>
            </a:extLst>
          </p:cNvPr>
          <p:cNvSpPr txBox="1"/>
          <p:nvPr>
            <p:custDataLst>
              <p:tags r:id="rId6"/>
            </p:custDataLst>
          </p:nvPr>
        </p:nvSpPr>
        <p:spPr>
          <a:xfrm>
            <a:off x="4270819" y="1270770"/>
            <a:ext cx="3650359" cy="523220"/>
          </a:xfrm>
          <a:prstGeom prst="rect">
            <a:avLst/>
          </a:prstGeom>
          <a:noFill/>
        </p:spPr>
        <p:txBody>
          <a:bodyPr wrap="none" rtlCol="0" anchor="b">
            <a:spAutoFit/>
          </a:bodyPr>
          <a:lstStyle/>
          <a:p>
            <a:pPr algn="ctr"/>
            <a:r>
              <a:rPr lang="en-US" sz="2800" noProof="0" dirty="0"/>
              <a:t>Example: Game of Life</a:t>
            </a:r>
          </a:p>
        </p:txBody>
      </p:sp>
      <p:sp>
        <p:nvSpPr>
          <p:cNvPr id="7" name="TextBox 6">
            <a:extLst>
              <a:ext uri="{FF2B5EF4-FFF2-40B4-BE49-F238E27FC236}">
                <a16:creationId xmlns:a16="http://schemas.microsoft.com/office/drawing/2014/main" id="{558B0A78-F5BD-55EF-1087-A92815BCA5A1}"/>
              </a:ext>
            </a:extLst>
          </p:cNvPr>
          <p:cNvSpPr txBox="1"/>
          <p:nvPr>
            <p:custDataLst>
              <p:tags r:id="rId7"/>
            </p:custDataLst>
          </p:nvPr>
        </p:nvSpPr>
        <p:spPr>
          <a:xfrm>
            <a:off x="7068333" y="2078595"/>
            <a:ext cx="2994602" cy="830997"/>
          </a:xfrm>
          <a:prstGeom prst="rect">
            <a:avLst/>
          </a:prstGeom>
          <a:noFill/>
        </p:spPr>
        <p:txBody>
          <a:bodyPr wrap="none" rtlCol="0" anchor="ctr">
            <a:spAutoFit/>
          </a:bodyPr>
          <a:lstStyle/>
          <a:p>
            <a:r>
              <a:rPr lang="en-US" sz="2400" dirty="0"/>
              <a:t>Binary state</a:t>
            </a:r>
          </a:p>
          <a:p>
            <a:r>
              <a:rPr lang="en-US" sz="2400" dirty="0"/>
              <a:t>Neighbor-count rules</a:t>
            </a:r>
          </a:p>
        </p:txBody>
      </p:sp>
    </p:spTree>
    <p:custDataLst>
      <p:tags r:id="rId1"/>
    </p:custDataLst>
    <p:extLst>
      <p:ext uri="{BB962C8B-B14F-4D97-AF65-F5344CB8AC3E}">
        <p14:creationId xmlns:p14="http://schemas.microsoft.com/office/powerpoint/2010/main" val="1408767479"/>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E1AA58-A4AC-2579-03F2-ED09FAFEBBBB}"/>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E4147A86-CFDD-318C-A07B-EB6A53DC1D3C}"/>
              </a:ext>
            </a:extLst>
          </p:cNvPr>
          <p:cNvPicPr>
            <a:picLocks noChangeAspect="1"/>
          </p:cNvPicPr>
          <p:nvPr>
            <p:custDataLst>
              <p:tags r:id="rId2"/>
            </p:custDataLst>
          </p:nvPr>
        </p:nvPicPr>
        <p:blipFill>
          <a:blip r:embed="rId11">
            <a:extLst>
              <a:ext uri="{28A0092B-C50C-407E-A947-70E740481C1C}">
                <a14:useLocalDpi xmlns:a14="http://schemas.microsoft.com/office/drawing/2010/main" val="0"/>
              </a:ext>
            </a:extLst>
          </a:blip>
          <a:stretch>
            <a:fillRect/>
          </a:stretch>
        </p:blipFill>
        <p:spPr>
          <a:xfrm>
            <a:off x="5123664" y="1794013"/>
            <a:ext cx="1944669" cy="1400162"/>
          </a:xfrm>
          <a:prstGeom prst="rect">
            <a:avLst/>
          </a:prstGeom>
          <a:ln>
            <a:solidFill>
              <a:schemeClr val="tx1"/>
            </a:solidFill>
          </a:ln>
        </p:spPr>
      </p:pic>
      <p:sp>
        <p:nvSpPr>
          <p:cNvPr id="4" name="Title 3">
            <a:extLst>
              <a:ext uri="{FF2B5EF4-FFF2-40B4-BE49-F238E27FC236}">
                <a16:creationId xmlns:a16="http://schemas.microsoft.com/office/drawing/2014/main" id="{FBA40584-E9E1-E05A-DDA2-513A6AB47700}"/>
              </a:ext>
            </a:extLst>
          </p:cNvPr>
          <p:cNvSpPr>
            <a:spLocks noGrp="1"/>
          </p:cNvSpPr>
          <p:nvPr>
            <p:ph type="title"/>
            <p:custDataLst>
              <p:tags r:id="rId3"/>
            </p:custDataLst>
          </p:nvPr>
        </p:nvSpPr>
        <p:spPr/>
        <p:txBody>
          <a:bodyPr/>
          <a:lstStyle/>
          <a:p>
            <a:r>
              <a:rPr lang="en-US" noProof="0" dirty="0"/>
              <a:t>Discrete stencils – Cellular  automata</a:t>
            </a:r>
          </a:p>
        </p:txBody>
      </p:sp>
      <p:sp>
        <p:nvSpPr>
          <p:cNvPr id="2" name="Date Placeholder 1">
            <a:extLst>
              <a:ext uri="{FF2B5EF4-FFF2-40B4-BE49-F238E27FC236}">
                <a16:creationId xmlns:a16="http://schemas.microsoft.com/office/drawing/2014/main" id="{6E693EDC-6C75-05FA-FE9F-559117D7FE85}"/>
              </a:ext>
            </a:extLst>
          </p:cNvPr>
          <p:cNvSpPr>
            <a:spLocks noGrp="1"/>
          </p:cNvSpPr>
          <p:nvPr>
            <p:ph type="dt" sz="half" idx="10"/>
            <p:custDataLst>
              <p:tags r:id="rId4"/>
            </p:custDataLst>
          </p:nvPr>
        </p:nvSpPr>
        <p:spPr/>
        <p:txBody>
          <a:bodyPr/>
          <a:lstStyle/>
          <a:p>
            <a:r>
              <a:rPr lang="en-US" noProof="0"/>
              <a:t>9/5/2026</a:t>
            </a:r>
            <a:endParaRPr lang="en-US" noProof="0" dirty="0"/>
          </a:p>
        </p:txBody>
      </p:sp>
      <p:sp>
        <p:nvSpPr>
          <p:cNvPr id="3" name="Slide Number Placeholder 2">
            <a:extLst>
              <a:ext uri="{FF2B5EF4-FFF2-40B4-BE49-F238E27FC236}">
                <a16:creationId xmlns:a16="http://schemas.microsoft.com/office/drawing/2014/main" id="{B8F34F27-B556-2C57-69D5-4A149598881E}"/>
              </a:ext>
            </a:extLst>
          </p:cNvPr>
          <p:cNvSpPr>
            <a:spLocks noGrp="1"/>
          </p:cNvSpPr>
          <p:nvPr>
            <p:ph type="sldNum" sz="quarter" idx="12"/>
            <p:custDataLst>
              <p:tags r:id="rId5"/>
            </p:custDataLst>
          </p:nvPr>
        </p:nvSpPr>
        <p:spPr/>
        <p:txBody>
          <a:bodyPr/>
          <a:lstStyle/>
          <a:p>
            <a:r>
              <a:rPr lang="en-US" noProof="0"/>
              <a:t>20</a:t>
            </a:r>
            <a:endParaRPr lang="en-US" noProof="0" dirty="0"/>
          </a:p>
        </p:txBody>
      </p:sp>
      <p:grpSp>
        <p:nvGrpSpPr>
          <p:cNvPr id="11" name="Group 10">
            <a:extLst>
              <a:ext uri="{FF2B5EF4-FFF2-40B4-BE49-F238E27FC236}">
                <a16:creationId xmlns:a16="http://schemas.microsoft.com/office/drawing/2014/main" id="{81B3A7AE-4759-44E5-9C3B-C249E00BEB60}"/>
              </a:ext>
            </a:extLst>
          </p:cNvPr>
          <p:cNvGrpSpPr/>
          <p:nvPr>
            <p:custDataLst>
              <p:tags r:id="rId6"/>
            </p:custDataLst>
          </p:nvPr>
        </p:nvGrpSpPr>
        <p:grpSpPr>
          <a:xfrm>
            <a:off x="118662" y="3084212"/>
            <a:ext cx="4974439" cy="3318028"/>
            <a:chOff x="118662" y="3398116"/>
            <a:chExt cx="4974439" cy="3318028"/>
          </a:xfrm>
        </p:grpSpPr>
        <p:sp>
          <p:nvSpPr>
            <p:cNvPr id="31" name="TextBox 30">
              <a:extLst>
                <a:ext uri="{FF2B5EF4-FFF2-40B4-BE49-F238E27FC236}">
                  <a16:creationId xmlns:a16="http://schemas.microsoft.com/office/drawing/2014/main" id="{77E75B41-9FF8-203F-11A5-F4CDFE22F9AB}"/>
                </a:ext>
              </a:extLst>
            </p:cNvPr>
            <p:cNvSpPr txBox="1"/>
            <p:nvPr/>
          </p:nvSpPr>
          <p:spPr>
            <a:xfrm>
              <a:off x="118662" y="3816761"/>
              <a:ext cx="4974439" cy="2899383"/>
            </a:xfrm>
            <a:prstGeom prst="rect">
              <a:avLst/>
            </a:prstGeom>
            <a:noFill/>
            <a:ln>
              <a:solidFill>
                <a:schemeClr val="tx1"/>
              </a:solidFill>
            </a:ln>
          </p:spPr>
          <p:txBody>
            <a:bodyPr wrap="none">
              <a:spAutoFit/>
            </a:bodyPr>
            <a:lstStyle/>
            <a:p>
              <a:pPr>
                <a:lnSpc>
                  <a:spcPct val="113095"/>
                </a:lnSpc>
                <a:buNone/>
              </a:pPr>
              <a:r>
                <a:rPr lang="en-US" noProof="0" dirty="0">
                  <a:solidFill>
                    <a:srgbClr val="AF00DB"/>
                  </a:solidFill>
                  <a:effectLst/>
                  <a:latin typeface="Fira Code" panose="020B0809050000020004" pitchFamily="49" charset="0"/>
                </a:rPr>
                <a:t>if</a:t>
              </a:r>
              <a:r>
                <a:rPr lang="en-US" noProof="0" dirty="0">
                  <a:solidFill>
                    <a:srgbClr val="000000"/>
                  </a:solidFill>
                  <a:effectLst/>
                  <a:latin typeface="Fira Code" panose="020B0809050000020004" pitchFamily="49" charset="0"/>
                </a:rPr>
                <a:t> (</a:t>
              </a:r>
              <a:r>
                <a:rPr lang="en-US" noProof="0" dirty="0">
                  <a:solidFill>
                    <a:srgbClr val="001080"/>
                  </a:solidFill>
                  <a:effectLst/>
                  <a:latin typeface="Fira Code" panose="020B0809050000020004" pitchFamily="49" charset="0"/>
                </a:rPr>
                <a:t>current</a:t>
              </a:r>
              <a:r>
                <a:rPr lang="en-US" sz="500" noProof="0" dirty="0">
                  <a:solidFill>
                    <a:srgbClr val="000000"/>
                  </a:solidFill>
                  <a:effectLst/>
                  <a:latin typeface="Fira Code" panose="020B0809050000020004" pitchFamily="49" charset="0"/>
                </a:rPr>
                <a:t> </a:t>
              </a:r>
              <a:r>
                <a:rPr lang="en-US" noProof="0" dirty="0">
                  <a:solidFill>
                    <a:srgbClr val="000000"/>
                  </a:solidFill>
                  <a:effectLst/>
                  <a:latin typeface="Fira Code" panose="020B0809050000020004" pitchFamily="49" charset="0"/>
                </a:rPr>
                <a:t>=</a:t>
              </a:r>
              <a:r>
                <a:rPr lang="en-US" sz="100" baseline="-25000" noProof="0" dirty="0">
                  <a:latin typeface="Fira Code" panose="020B0809050000020004" pitchFamily="49" charset="0"/>
                  <a:ea typeface="Fira Code" panose="020B0809050000020004" pitchFamily="49" charset="0"/>
                  <a:cs typeface="Fira Code" panose="020B0809050000020004" pitchFamily="49" charset="0"/>
                </a:rPr>
                <a:t> </a:t>
              </a:r>
              <a:r>
                <a:rPr lang="en-US" noProof="0" dirty="0">
                  <a:solidFill>
                    <a:srgbClr val="000000"/>
                  </a:solidFill>
                  <a:effectLst/>
                  <a:latin typeface="Fira Code" panose="020B0809050000020004" pitchFamily="49" charset="0"/>
                </a:rPr>
                <a:t>=</a:t>
              </a:r>
              <a:r>
                <a:rPr lang="en-US" sz="500" noProof="0" dirty="0">
                  <a:solidFill>
                    <a:srgbClr val="000000"/>
                  </a:solidFill>
                  <a:effectLst/>
                  <a:latin typeface="Fira Code" panose="020B0809050000020004" pitchFamily="49" charset="0"/>
                </a:rPr>
                <a:t> </a:t>
              </a:r>
              <a:r>
                <a:rPr lang="en-US" noProof="0" dirty="0">
                  <a:solidFill>
                    <a:srgbClr val="0070C1"/>
                  </a:solidFill>
                  <a:effectLst/>
                  <a:latin typeface="Fira Code" panose="020B0809050000020004" pitchFamily="49" charset="0"/>
                </a:rPr>
                <a:t>ALIVE</a:t>
              </a:r>
              <a:r>
                <a:rPr lang="en-US" noProof="0" dirty="0">
                  <a:solidFill>
                    <a:srgbClr val="000000"/>
                  </a:solidFill>
                  <a:effectLst/>
                  <a:latin typeface="Fira Code" panose="020B0809050000020004" pitchFamily="49" charset="0"/>
                </a:rPr>
                <a:t>) {</a:t>
              </a:r>
            </a:p>
            <a:p>
              <a:pPr>
                <a:lnSpc>
                  <a:spcPct val="113095"/>
                </a:lnSpc>
                <a:buNone/>
              </a:pPr>
              <a:r>
                <a:rPr lang="en-US" b="0" noProof="0" dirty="0">
                  <a:solidFill>
                    <a:srgbClr val="000000"/>
                  </a:solidFill>
                  <a:effectLst/>
                  <a:latin typeface="Fira Code" panose="020B0809050000020004" pitchFamily="49" charset="0"/>
                </a:rPr>
                <a:t>  </a:t>
              </a:r>
              <a:r>
                <a:rPr lang="en-US" b="0" noProof="0" dirty="0">
                  <a:solidFill>
                    <a:srgbClr val="AF00DB"/>
                  </a:solidFill>
                  <a:effectLst/>
                  <a:latin typeface="Fira Code" panose="020B0809050000020004" pitchFamily="49" charset="0"/>
                </a:rPr>
                <a:t>if</a:t>
              </a:r>
              <a:r>
                <a:rPr lang="en-US" b="0" noProof="0" dirty="0">
                  <a:solidFill>
                    <a:srgbClr val="000000"/>
                  </a:solidFill>
                  <a:effectLst/>
                  <a:latin typeface="Fira Code" panose="020B0809050000020004" pitchFamily="49" charset="0"/>
                </a:rPr>
                <a:t> (</a:t>
              </a:r>
              <a:r>
                <a:rPr lang="en-US" b="0" noProof="0" dirty="0">
                  <a:solidFill>
                    <a:srgbClr val="001080"/>
                  </a:solidFill>
                  <a:effectLst/>
                  <a:latin typeface="Fira Code" panose="020B0809050000020004" pitchFamily="49" charset="0"/>
                </a:rPr>
                <a:t>neighbors</a:t>
              </a:r>
              <a:r>
                <a:rPr lang="en-US" sz="500" b="0" noProof="0" dirty="0">
                  <a:solidFill>
                    <a:srgbClr val="000000"/>
                  </a:solidFill>
                  <a:effectLst/>
                  <a:latin typeface="Fira Code" panose="020B0809050000020004" pitchFamily="49" charset="0"/>
                </a:rPr>
                <a:t> </a:t>
              </a:r>
              <a:r>
                <a:rPr lang="en-US" b="0" noProof="0" dirty="0">
                  <a:solidFill>
                    <a:srgbClr val="000000"/>
                  </a:solidFill>
                  <a:effectLst/>
                  <a:latin typeface="Fira Code" panose="020B0809050000020004" pitchFamily="49" charset="0"/>
                </a:rPr>
                <a:t>=</a:t>
              </a:r>
              <a:r>
                <a:rPr lang="en-US" sz="100" baseline="-25000" noProof="0" dirty="0">
                  <a:latin typeface="Fira Code" panose="020B0809050000020004" pitchFamily="49" charset="0"/>
                  <a:ea typeface="Fira Code" panose="020B0809050000020004" pitchFamily="49" charset="0"/>
                  <a:cs typeface="Fira Code" panose="020B0809050000020004" pitchFamily="49" charset="0"/>
                </a:rPr>
                <a:t> </a:t>
              </a:r>
              <a:r>
                <a:rPr lang="en-US" b="0" noProof="0" dirty="0">
                  <a:solidFill>
                    <a:srgbClr val="000000"/>
                  </a:solidFill>
                  <a:effectLst/>
                  <a:latin typeface="Fira Code" panose="020B0809050000020004" pitchFamily="49" charset="0"/>
                </a:rPr>
                <a:t>=</a:t>
              </a:r>
              <a:r>
                <a:rPr lang="en-US" sz="500" b="0" noProof="0" dirty="0">
                  <a:solidFill>
                    <a:srgbClr val="000000"/>
                  </a:solidFill>
                  <a:effectLst/>
                  <a:latin typeface="Fira Code" panose="020B0809050000020004" pitchFamily="49" charset="0"/>
                </a:rPr>
                <a:t> </a:t>
              </a:r>
              <a:r>
                <a:rPr lang="en-US" b="0" noProof="0" dirty="0">
                  <a:solidFill>
                    <a:srgbClr val="098658"/>
                  </a:solidFill>
                  <a:effectLst/>
                  <a:latin typeface="Fira Code" panose="020B0809050000020004" pitchFamily="49" charset="0"/>
                </a:rPr>
                <a:t>2</a:t>
              </a:r>
              <a:r>
                <a:rPr lang="en-US" sz="500" b="0" noProof="0" dirty="0">
                  <a:solidFill>
                    <a:srgbClr val="000000"/>
                  </a:solidFill>
                  <a:effectLst/>
                  <a:latin typeface="Fira Code" panose="020B0809050000020004" pitchFamily="49" charset="0"/>
                </a:rPr>
                <a:t> </a:t>
              </a:r>
              <a:r>
                <a:rPr lang="en-US" b="0" noProof="0" dirty="0">
                  <a:solidFill>
                    <a:srgbClr val="000000"/>
                  </a:solidFill>
                  <a:effectLst/>
                  <a:latin typeface="Fira Code" panose="020B0809050000020004" pitchFamily="49" charset="0"/>
                </a:rPr>
                <a:t>||</a:t>
              </a:r>
              <a:r>
                <a:rPr lang="en-US" sz="500" b="0" noProof="0" dirty="0">
                  <a:solidFill>
                    <a:srgbClr val="000000"/>
                  </a:solidFill>
                  <a:effectLst/>
                  <a:latin typeface="Fira Code" panose="020B0809050000020004" pitchFamily="49" charset="0"/>
                </a:rPr>
                <a:t> </a:t>
              </a:r>
              <a:r>
                <a:rPr lang="en-US" b="0" noProof="0" dirty="0">
                  <a:solidFill>
                    <a:srgbClr val="001080"/>
                  </a:solidFill>
                  <a:effectLst/>
                  <a:latin typeface="Fira Code" panose="020B0809050000020004" pitchFamily="49" charset="0"/>
                </a:rPr>
                <a:t>neighbors</a:t>
              </a:r>
              <a:r>
                <a:rPr lang="en-US" sz="500" b="0" noProof="0" dirty="0">
                  <a:solidFill>
                    <a:srgbClr val="000000"/>
                  </a:solidFill>
                  <a:effectLst/>
                  <a:latin typeface="Fira Code" panose="020B0809050000020004" pitchFamily="49" charset="0"/>
                </a:rPr>
                <a:t> </a:t>
              </a:r>
              <a:r>
                <a:rPr lang="en-US" b="0" noProof="0" dirty="0">
                  <a:solidFill>
                    <a:srgbClr val="000000"/>
                  </a:solidFill>
                  <a:effectLst/>
                  <a:latin typeface="Fira Code" panose="020B0809050000020004" pitchFamily="49" charset="0"/>
                </a:rPr>
                <a:t>=</a:t>
              </a:r>
              <a:r>
                <a:rPr lang="en-US" sz="100" baseline="-25000" noProof="0" dirty="0">
                  <a:latin typeface="Fira Code" panose="020B0809050000020004" pitchFamily="49" charset="0"/>
                  <a:ea typeface="Fira Code" panose="020B0809050000020004" pitchFamily="49" charset="0"/>
                  <a:cs typeface="Fira Code" panose="020B0809050000020004" pitchFamily="49" charset="0"/>
                </a:rPr>
                <a:t> </a:t>
              </a:r>
              <a:r>
                <a:rPr lang="en-US" b="0" noProof="0" dirty="0">
                  <a:solidFill>
                    <a:srgbClr val="000000"/>
                  </a:solidFill>
                  <a:effectLst/>
                  <a:latin typeface="Fira Code" panose="020B0809050000020004" pitchFamily="49" charset="0"/>
                </a:rPr>
                <a:t>=</a:t>
              </a:r>
              <a:r>
                <a:rPr lang="en-US" sz="500" b="0" noProof="0" dirty="0">
                  <a:solidFill>
                    <a:srgbClr val="000000"/>
                  </a:solidFill>
                  <a:effectLst/>
                  <a:latin typeface="Fira Code" panose="020B0809050000020004" pitchFamily="49" charset="0"/>
                </a:rPr>
                <a:t> </a:t>
              </a:r>
              <a:r>
                <a:rPr lang="en-US" b="0" noProof="0" dirty="0">
                  <a:solidFill>
                    <a:srgbClr val="098658"/>
                  </a:solidFill>
                  <a:effectLst/>
                  <a:latin typeface="Fira Code" panose="020B0809050000020004" pitchFamily="49" charset="0"/>
                </a:rPr>
                <a:t>3</a:t>
              </a:r>
              <a:r>
                <a:rPr lang="en-US" b="0" noProof="0" dirty="0">
                  <a:solidFill>
                    <a:srgbClr val="000000"/>
                  </a:solidFill>
                  <a:effectLst/>
                  <a:latin typeface="Fira Code" panose="020B0809050000020004" pitchFamily="49" charset="0"/>
                </a:rPr>
                <a:t>)</a:t>
              </a:r>
            </a:p>
            <a:p>
              <a:pPr>
                <a:lnSpc>
                  <a:spcPct val="113095"/>
                </a:lnSpc>
                <a:buNone/>
              </a:pPr>
              <a:r>
                <a:rPr lang="en-US" b="0" noProof="0" dirty="0">
                  <a:solidFill>
                    <a:srgbClr val="000000"/>
                  </a:solidFill>
                  <a:effectLst/>
                  <a:latin typeface="Fira Code" panose="020B0809050000020004" pitchFamily="49" charset="0"/>
                </a:rPr>
                <a:t>    </a:t>
              </a:r>
              <a:r>
                <a:rPr lang="en-US" b="0" noProof="0" dirty="0">
                  <a:solidFill>
                    <a:srgbClr val="001080"/>
                  </a:solidFill>
                  <a:effectLst/>
                  <a:latin typeface="Fira Code" panose="020B0809050000020004" pitchFamily="49" charset="0"/>
                </a:rPr>
                <a:t>next </a:t>
              </a:r>
              <a:r>
                <a:rPr lang="en-US" b="0" noProof="0" dirty="0">
                  <a:solidFill>
                    <a:srgbClr val="000000"/>
                  </a:solidFill>
                  <a:effectLst/>
                  <a:latin typeface="Fira Code" panose="020B0809050000020004" pitchFamily="49" charset="0"/>
                </a:rPr>
                <a:t>= </a:t>
              </a:r>
              <a:r>
                <a:rPr lang="en-US" b="0" noProof="0" dirty="0">
                  <a:solidFill>
                    <a:srgbClr val="0070C1"/>
                  </a:solidFill>
                  <a:effectLst/>
                  <a:latin typeface="Fira Code" panose="020B0809050000020004" pitchFamily="49" charset="0"/>
                </a:rPr>
                <a:t>ALIVE</a:t>
              </a:r>
              <a:r>
                <a:rPr lang="en-US" b="0" noProof="0" dirty="0">
                  <a:solidFill>
                    <a:srgbClr val="000000"/>
                  </a:solidFill>
                  <a:effectLst/>
                  <a:latin typeface="Fira Code" panose="020B0809050000020004" pitchFamily="49" charset="0"/>
                </a:rPr>
                <a:t>;</a:t>
              </a:r>
            </a:p>
            <a:p>
              <a:pPr>
                <a:lnSpc>
                  <a:spcPct val="113095"/>
                </a:lnSpc>
                <a:buNone/>
              </a:pPr>
              <a:r>
                <a:rPr lang="en-US" b="0" noProof="0" dirty="0">
                  <a:solidFill>
                    <a:srgbClr val="000000"/>
                  </a:solidFill>
                  <a:effectLst/>
                  <a:latin typeface="Fira Code" panose="020B0809050000020004" pitchFamily="49" charset="0"/>
                </a:rPr>
                <a:t>  </a:t>
              </a:r>
              <a:r>
                <a:rPr lang="en-US" b="0" noProof="0" dirty="0">
                  <a:solidFill>
                    <a:srgbClr val="AF00DB"/>
                  </a:solidFill>
                  <a:effectLst/>
                  <a:latin typeface="Fira Code" panose="020B0809050000020004" pitchFamily="49" charset="0"/>
                </a:rPr>
                <a:t>else</a:t>
              </a:r>
              <a:endParaRPr lang="en-US" b="0" noProof="0" dirty="0">
                <a:solidFill>
                  <a:srgbClr val="000000"/>
                </a:solidFill>
                <a:effectLst/>
                <a:latin typeface="Fira Code" panose="020B0809050000020004" pitchFamily="49" charset="0"/>
              </a:endParaRPr>
            </a:p>
            <a:p>
              <a:pPr>
                <a:lnSpc>
                  <a:spcPct val="113095"/>
                </a:lnSpc>
                <a:buNone/>
              </a:pPr>
              <a:r>
                <a:rPr lang="en-US" b="0" noProof="0" dirty="0">
                  <a:solidFill>
                    <a:srgbClr val="000000"/>
                  </a:solidFill>
                  <a:effectLst/>
                  <a:latin typeface="Fira Code" panose="020B0809050000020004" pitchFamily="49" charset="0"/>
                </a:rPr>
                <a:t>    </a:t>
              </a:r>
              <a:r>
                <a:rPr lang="en-US" b="0" noProof="0" dirty="0">
                  <a:solidFill>
                    <a:srgbClr val="001080"/>
                  </a:solidFill>
                  <a:effectLst/>
                  <a:latin typeface="Fira Code" panose="020B0809050000020004" pitchFamily="49" charset="0"/>
                </a:rPr>
                <a:t>next</a:t>
              </a:r>
              <a:r>
                <a:rPr lang="en-US" b="0" noProof="0" dirty="0">
                  <a:solidFill>
                    <a:srgbClr val="000000"/>
                  </a:solidFill>
                  <a:effectLst/>
                  <a:latin typeface="Fira Code" panose="020B0809050000020004" pitchFamily="49" charset="0"/>
                </a:rPr>
                <a:t> = </a:t>
              </a:r>
              <a:r>
                <a:rPr lang="en-US" b="0" noProof="0" dirty="0">
                  <a:solidFill>
                    <a:srgbClr val="0070C1"/>
                  </a:solidFill>
                  <a:effectLst/>
                  <a:latin typeface="Fira Code" panose="020B0809050000020004" pitchFamily="49" charset="0"/>
                </a:rPr>
                <a:t>DEAD</a:t>
              </a:r>
              <a:r>
                <a:rPr lang="en-US" b="0" noProof="0" dirty="0">
                  <a:solidFill>
                    <a:srgbClr val="000000"/>
                  </a:solidFill>
                  <a:effectLst/>
                  <a:latin typeface="Fira Code" panose="020B0809050000020004" pitchFamily="49" charset="0"/>
                </a:rPr>
                <a:t>;</a:t>
              </a:r>
            </a:p>
            <a:p>
              <a:pPr>
                <a:lnSpc>
                  <a:spcPct val="113095"/>
                </a:lnSpc>
                <a:buNone/>
              </a:pPr>
              <a:r>
                <a:rPr lang="en-US" b="0" noProof="0" dirty="0">
                  <a:solidFill>
                    <a:srgbClr val="000000"/>
                  </a:solidFill>
                  <a:effectLst/>
                  <a:latin typeface="Fira Code" panose="020B0809050000020004" pitchFamily="49" charset="0"/>
                </a:rPr>
                <a:t>} </a:t>
              </a:r>
              <a:r>
                <a:rPr lang="en-US" b="0" noProof="0" dirty="0">
                  <a:solidFill>
                    <a:srgbClr val="AF00DB"/>
                  </a:solidFill>
                  <a:effectLst/>
                  <a:latin typeface="Fira Code" panose="020B0809050000020004" pitchFamily="49" charset="0"/>
                </a:rPr>
                <a:t>else</a:t>
              </a:r>
              <a:r>
                <a:rPr lang="en-US" b="0" noProof="0" dirty="0">
                  <a:solidFill>
                    <a:srgbClr val="000000"/>
                  </a:solidFill>
                  <a:effectLst/>
                  <a:latin typeface="Fira Code" panose="020B0809050000020004" pitchFamily="49" charset="0"/>
                </a:rPr>
                <a:t> </a:t>
              </a:r>
              <a:r>
                <a:rPr lang="en-US" b="0" noProof="0" dirty="0">
                  <a:solidFill>
                    <a:srgbClr val="AF00DB"/>
                  </a:solidFill>
                  <a:effectLst/>
                  <a:latin typeface="Fira Code" panose="020B0809050000020004" pitchFamily="49" charset="0"/>
                </a:rPr>
                <a:t>if</a:t>
              </a:r>
              <a:r>
                <a:rPr lang="en-US" b="0" noProof="0" dirty="0">
                  <a:solidFill>
                    <a:srgbClr val="000000"/>
                  </a:solidFill>
                  <a:effectLst/>
                  <a:latin typeface="Fira Code" panose="020B0809050000020004" pitchFamily="49" charset="0"/>
                </a:rPr>
                <a:t> (</a:t>
              </a:r>
              <a:r>
                <a:rPr lang="en-US" b="0" noProof="0" dirty="0">
                  <a:solidFill>
                    <a:srgbClr val="001080"/>
                  </a:solidFill>
                  <a:effectLst/>
                  <a:latin typeface="Fira Code" panose="020B0809050000020004" pitchFamily="49" charset="0"/>
                </a:rPr>
                <a:t>neighbors</a:t>
              </a:r>
              <a:r>
                <a:rPr lang="en-US" sz="500" b="0" noProof="0" dirty="0">
                  <a:solidFill>
                    <a:srgbClr val="000000"/>
                  </a:solidFill>
                  <a:effectLst/>
                  <a:latin typeface="Fira Code" panose="020B0809050000020004" pitchFamily="49" charset="0"/>
                </a:rPr>
                <a:t> </a:t>
              </a:r>
              <a:r>
                <a:rPr lang="en-US" b="0" noProof="0" dirty="0">
                  <a:solidFill>
                    <a:srgbClr val="000000"/>
                  </a:solidFill>
                  <a:effectLst/>
                  <a:latin typeface="Fira Code" panose="020B0809050000020004" pitchFamily="49" charset="0"/>
                </a:rPr>
                <a:t>=</a:t>
              </a:r>
              <a:r>
                <a:rPr lang="en-US" sz="100" baseline="-25000" noProof="0" dirty="0">
                  <a:latin typeface="Fira Code" panose="020B0809050000020004" pitchFamily="49" charset="0"/>
                  <a:ea typeface="Fira Code" panose="020B0809050000020004" pitchFamily="49" charset="0"/>
                  <a:cs typeface="Fira Code" panose="020B0809050000020004" pitchFamily="49" charset="0"/>
                </a:rPr>
                <a:t> </a:t>
              </a:r>
              <a:r>
                <a:rPr lang="en-US" b="0" noProof="0" dirty="0">
                  <a:solidFill>
                    <a:srgbClr val="000000"/>
                  </a:solidFill>
                  <a:effectLst/>
                  <a:latin typeface="Fira Code" panose="020B0809050000020004" pitchFamily="49" charset="0"/>
                </a:rPr>
                <a:t>=</a:t>
              </a:r>
              <a:r>
                <a:rPr lang="en-US" sz="500" b="0" noProof="0" dirty="0">
                  <a:solidFill>
                    <a:srgbClr val="000000"/>
                  </a:solidFill>
                  <a:effectLst/>
                  <a:latin typeface="Fira Code" panose="020B0809050000020004" pitchFamily="49" charset="0"/>
                </a:rPr>
                <a:t> </a:t>
              </a:r>
              <a:r>
                <a:rPr lang="en-US" b="0" noProof="0" dirty="0">
                  <a:solidFill>
                    <a:srgbClr val="098658"/>
                  </a:solidFill>
                  <a:effectLst/>
                  <a:latin typeface="Fira Code" panose="020B0809050000020004" pitchFamily="49" charset="0"/>
                </a:rPr>
                <a:t>3</a:t>
              </a:r>
              <a:r>
                <a:rPr lang="en-US" b="0" noProof="0" dirty="0">
                  <a:solidFill>
                    <a:srgbClr val="000000"/>
                  </a:solidFill>
                  <a:effectLst/>
                  <a:latin typeface="Fira Code" panose="020B0809050000020004" pitchFamily="49" charset="0"/>
                </a:rPr>
                <a:t>)</a:t>
              </a:r>
            </a:p>
            <a:p>
              <a:pPr>
                <a:lnSpc>
                  <a:spcPct val="113095"/>
                </a:lnSpc>
                <a:buNone/>
              </a:pPr>
              <a:r>
                <a:rPr lang="en-US" b="0" noProof="0" dirty="0">
                  <a:solidFill>
                    <a:srgbClr val="000000"/>
                  </a:solidFill>
                  <a:effectLst/>
                  <a:latin typeface="Fira Code" panose="020B0809050000020004" pitchFamily="49" charset="0"/>
                </a:rPr>
                <a:t>  </a:t>
              </a:r>
              <a:r>
                <a:rPr lang="en-US" b="0" noProof="0" dirty="0">
                  <a:solidFill>
                    <a:srgbClr val="001080"/>
                  </a:solidFill>
                  <a:effectLst/>
                  <a:latin typeface="Fira Code" panose="020B0809050000020004" pitchFamily="49" charset="0"/>
                </a:rPr>
                <a:t>next</a:t>
              </a:r>
              <a:r>
                <a:rPr lang="en-US" b="0" noProof="0" dirty="0">
                  <a:solidFill>
                    <a:srgbClr val="000000"/>
                  </a:solidFill>
                  <a:effectLst/>
                  <a:latin typeface="Fira Code" panose="020B0809050000020004" pitchFamily="49" charset="0"/>
                </a:rPr>
                <a:t> = </a:t>
              </a:r>
              <a:r>
                <a:rPr lang="en-US" b="0" noProof="0" dirty="0">
                  <a:solidFill>
                    <a:srgbClr val="0070C1"/>
                  </a:solidFill>
                  <a:effectLst/>
                  <a:latin typeface="Fira Code" panose="020B0809050000020004" pitchFamily="49" charset="0"/>
                </a:rPr>
                <a:t>ALIVE</a:t>
              </a:r>
              <a:r>
                <a:rPr lang="en-US" b="0" noProof="0" dirty="0">
                  <a:solidFill>
                    <a:srgbClr val="000000"/>
                  </a:solidFill>
                  <a:effectLst/>
                  <a:latin typeface="Fira Code" panose="020B0809050000020004" pitchFamily="49" charset="0"/>
                </a:rPr>
                <a:t>;</a:t>
              </a:r>
            </a:p>
            <a:p>
              <a:pPr>
                <a:lnSpc>
                  <a:spcPct val="113095"/>
                </a:lnSpc>
                <a:buNone/>
              </a:pPr>
              <a:r>
                <a:rPr lang="en-US" b="0" noProof="0" dirty="0">
                  <a:solidFill>
                    <a:srgbClr val="AF00DB"/>
                  </a:solidFill>
                  <a:effectLst/>
                  <a:latin typeface="Fira Code" panose="020B0809050000020004" pitchFamily="49" charset="0"/>
                </a:rPr>
                <a:t>else</a:t>
              </a:r>
              <a:endParaRPr lang="en-US" b="0" noProof="0" dirty="0">
                <a:solidFill>
                  <a:srgbClr val="000000"/>
                </a:solidFill>
                <a:effectLst/>
                <a:latin typeface="Fira Code" panose="020B0809050000020004" pitchFamily="49" charset="0"/>
              </a:endParaRPr>
            </a:p>
            <a:p>
              <a:pPr>
                <a:lnSpc>
                  <a:spcPct val="113095"/>
                </a:lnSpc>
                <a:buNone/>
              </a:pPr>
              <a:r>
                <a:rPr lang="en-US" b="0" noProof="0" dirty="0">
                  <a:solidFill>
                    <a:srgbClr val="000000"/>
                  </a:solidFill>
                  <a:effectLst/>
                  <a:latin typeface="Fira Code" panose="020B0809050000020004" pitchFamily="49" charset="0"/>
                </a:rPr>
                <a:t>  </a:t>
              </a:r>
              <a:r>
                <a:rPr lang="en-US" b="0" noProof="0" dirty="0">
                  <a:solidFill>
                    <a:srgbClr val="001080"/>
                  </a:solidFill>
                  <a:effectLst/>
                  <a:latin typeface="Fira Code" panose="020B0809050000020004" pitchFamily="49" charset="0"/>
                </a:rPr>
                <a:t>next</a:t>
              </a:r>
              <a:r>
                <a:rPr lang="en-US" b="0" noProof="0" dirty="0">
                  <a:solidFill>
                    <a:srgbClr val="000000"/>
                  </a:solidFill>
                  <a:effectLst/>
                  <a:latin typeface="Fira Code" panose="020B0809050000020004" pitchFamily="49" charset="0"/>
                </a:rPr>
                <a:t> = </a:t>
              </a:r>
              <a:r>
                <a:rPr lang="en-US" b="0" noProof="0" dirty="0">
                  <a:solidFill>
                    <a:srgbClr val="0070C1"/>
                  </a:solidFill>
                  <a:effectLst/>
                  <a:latin typeface="Fira Code" panose="020B0809050000020004" pitchFamily="49" charset="0"/>
                </a:rPr>
                <a:t>DEAD</a:t>
              </a:r>
              <a:r>
                <a:rPr lang="en-US" b="0" noProof="0" dirty="0">
                  <a:solidFill>
                    <a:srgbClr val="000000"/>
                  </a:solidFill>
                  <a:effectLst/>
                  <a:latin typeface="Fira Code" panose="020B0809050000020004" pitchFamily="49" charset="0"/>
                </a:rPr>
                <a:t>;</a:t>
              </a:r>
            </a:p>
          </p:txBody>
        </p:sp>
        <p:sp>
          <p:nvSpPr>
            <p:cNvPr id="40" name="TextBox 39">
              <a:extLst>
                <a:ext uri="{FF2B5EF4-FFF2-40B4-BE49-F238E27FC236}">
                  <a16:creationId xmlns:a16="http://schemas.microsoft.com/office/drawing/2014/main" id="{D1EFD203-2857-53F1-07FC-94B8A741639D}"/>
                </a:ext>
              </a:extLst>
            </p:cNvPr>
            <p:cNvSpPr txBox="1"/>
            <p:nvPr/>
          </p:nvSpPr>
          <p:spPr>
            <a:xfrm>
              <a:off x="781622" y="3398116"/>
              <a:ext cx="3899657" cy="461665"/>
            </a:xfrm>
            <a:prstGeom prst="rect">
              <a:avLst/>
            </a:prstGeom>
            <a:noFill/>
          </p:spPr>
          <p:txBody>
            <a:bodyPr wrap="none" rtlCol="0" anchor="b">
              <a:spAutoFit/>
            </a:bodyPr>
            <a:lstStyle/>
            <a:p>
              <a:pPr algn="ctr"/>
              <a:r>
                <a:rPr lang="en-US" sz="2400" noProof="0" dirty="0"/>
                <a:t>Update rule for Game of Life</a:t>
              </a:r>
            </a:p>
          </p:txBody>
        </p:sp>
      </p:grpSp>
      <p:sp>
        <p:nvSpPr>
          <p:cNvPr id="10" name="TextBox 9">
            <a:extLst>
              <a:ext uri="{FF2B5EF4-FFF2-40B4-BE49-F238E27FC236}">
                <a16:creationId xmlns:a16="http://schemas.microsoft.com/office/drawing/2014/main" id="{F87652A6-37F0-2CC7-1FD2-E46D9878EE9E}"/>
              </a:ext>
            </a:extLst>
          </p:cNvPr>
          <p:cNvSpPr txBox="1"/>
          <p:nvPr>
            <p:custDataLst>
              <p:tags r:id="rId7"/>
            </p:custDataLst>
          </p:nvPr>
        </p:nvSpPr>
        <p:spPr>
          <a:xfrm>
            <a:off x="4270819" y="1270770"/>
            <a:ext cx="3650359" cy="523220"/>
          </a:xfrm>
          <a:prstGeom prst="rect">
            <a:avLst/>
          </a:prstGeom>
          <a:noFill/>
        </p:spPr>
        <p:txBody>
          <a:bodyPr wrap="none" rtlCol="0" anchor="b">
            <a:spAutoFit/>
          </a:bodyPr>
          <a:lstStyle/>
          <a:p>
            <a:pPr algn="ctr"/>
            <a:r>
              <a:rPr lang="en-US" sz="2800" noProof="0" dirty="0"/>
              <a:t>Example: Game of Life</a:t>
            </a:r>
          </a:p>
        </p:txBody>
      </p:sp>
      <p:sp>
        <p:nvSpPr>
          <p:cNvPr id="7" name="TextBox 6">
            <a:extLst>
              <a:ext uri="{FF2B5EF4-FFF2-40B4-BE49-F238E27FC236}">
                <a16:creationId xmlns:a16="http://schemas.microsoft.com/office/drawing/2014/main" id="{558B0A78-F5BD-55EF-1087-A92815BCA5A1}"/>
              </a:ext>
            </a:extLst>
          </p:cNvPr>
          <p:cNvSpPr txBox="1"/>
          <p:nvPr>
            <p:custDataLst>
              <p:tags r:id="rId8"/>
            </p:custDataLst>
          </p:nvPr>
        </p:nvSpPr>
        <p:spPr>
          <a:xfrm>
            <a:off x="7068333" y="2078595"/>
            <a:ext cx="2994602" cy="830997"/>
          </a:xfrm>
          <a:prstGeom prst="rect">
            <a:avLst/>
          </a:prstGeom>
          <a:noFill/>
        </p:spPr>
        <p:txBody>
          <a:bodyPr wrap="none" rtlCol="0" anchor="ctr">
            <a:spAutoFit/>
          </a:bodyPr>
          <a:lstStyle/>
          <a:p>
            <a:r>
              <a:rPr lang="en-US" sz="2400" dirty="0"/>
              <a:t>Binary state</a:t>
            </a:r>
          </a:p>
          <a:p>
            <a:r>
              <a:rPr lang="en-US" sz="2400" dirty="0"/>
              <a:t>Neighbor-count rules</a:t>
            </a:r>
          </a:p>
        </p:txBody>
      </p:sp>
    </p:spTree>
    <p:custDataLst>
      <p:tags r:id="rId1"/>
    </p:custDataLst>
    <p:extLst>
      <p:ext uri="{BB962C8B-B14F-4D97-AF65-F5344CB8AC3E}">
        <p14:creationId xmlns:p14="http://schemas.microsoft.com/office/powerpoint/2010/main" val="579466542"/>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E1AA58-A4AC-2579-03F2-ED09FAFEBBBB}"/>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E4147A86-CFDD-318C-A07B-EB6A53DC1D3C}"/>
              </a:ext>
            </a:extLst>
          </p:cNvPr>
          <p:cNvPicPr>
            <a:picLocks noChangeAspect="1"/>
          </p:cNvPicPr>
          <p:nvPr>
            <p:custDataLst>
              <p:tags r:id="rId2"/>
            </p:custDataLst>
          </p:nvPr>
        </p:nvPicPr>
        <p:blipFill>
          <a:blip r:embed="rId12">
            <a:extLst>
              <a:ext uri="{28A0092B-C50C-407E-A947-70E740481C1C}">
                <a14:useLocalDpi xmlns:a14="http://schemas.microsoft.com/office/drawing/2010/main" val="0"/>
              </a:ext>
            </a:extLst>
          </a:blip>
          <a:stretch>
            <a:fillRect/>
          </a:stretch>
        </p:blipFill>
        <p:spPr>
          <a:xfrm>
            <a:off x="5123664" y="1794013"/>
            <a:ext cx="1944669" cy="1400162"/>
          </a:xfrm>
          <a:prstGeom prst="rect">
            <a:avLst/>
          </a:prstGeom>
          <a:ln>
            <a:solidFill>
              <a:schemeClr val="tx1"/>
            </a:solidFill>
          </a:ln>
        </p:spPr>
      </p:pic>
      <p:sp>
        <p:nvSpPr>
          <p:cNvPr id="4" name="Title 3">
            <a:extLst>
              <a:ext uri="{FF2B5EF4-FFF2-40B4-BE49-F238E27FC236}">
                <a16:creationId xmlns:a16="http://schemas.microsoft.com/office/drawing/2014/main" id="{FBA40584-E9E1-E05A-DDA2-513A6AB47700}"/>
              </a:ext>
            </a:extLst>
          </p:cNvPr>
          <p:cNvSpPr>
            <a:spLocks noGrp="1"/>
          </p:cNvSpPr>
          <p:nvPr>
            <p:ph type="title"/>
            <p:custDataLst>
              <p:tags r:id="rId3"/>
            </p:custDataLst>
          </p:nvPr>
        </p:nvSpPr>
        <p:spPr/>
        <p:txBody>
          <a:bodyPr/>
          <a:lstStyle/>
          <a:p>
            <a:r>
              <a:rPr lang="en-US" noProof="0" dirty="0"/>
              <a:t>Discrete stencils – Cellular  automata</a:t>
            </a:r>
          </a:p>
        </p:txBody>
      </p:sp>
      <p:sp>
        <p:nvSpPr>
          <p:cNvPr id="2" name="Date Placeholder 1">
            <a:extLst>
              <a:ext uri="{FF2B5EF4-FFF2-40B4-BE49-F238E27FC236}">
                <a16:creationId xmlns:a16="http://schemas.microsoft.com/office/drawing/2014/main" id="{6E693EDC-6C75-05FA-FE9F-559117D7FE85}"/>
              </a:ext>
            </a:extLst>
          </p:cNvPr>
          <p:cNvSpPr>
            <a:spLocks noGrp="1"/>
          </p:cNvSpPr>
          <p:nvPr>
            <p:ph type="dt" sz="half" idx="10"/>
            <p:custDataLst>
              <p:tags r:id="rId4"/>
            </p:custDataLst>
          </p:nvPr>
        </p:nvSpPr>
        <p:spPr/>
        <p:txBody>
          <a:bodyPr/>
          <a:lstStyle/>
          <a:p>
            <a:r>
              <a:rPr lang="en-US" noProof="0"/>
              <a:t>9/5/2026</a:t>
            </a:r>
            <a:endParaRPr lang="en-US" noProof="0" dirty="0"/>
          </a:p>
        </p:txBody>
      </p:sp>
      <p:sp>
        <p:nvSpPr>
          <p:cNvPr id="3" name="Slide Number Placeholder 2">
            <a:extLst>
              <a:ext uri="{FF2B5EF4-FFF2-40B4-BE49-F238E27FC236}">
                <a16:creationId xmlns:a16="http://schemas.microsoft.com/office/drawing/2014/main" id="{B8F34F27-B556-2C57-69D5-4A149598881E}"/>
              </a:ext>
            </a:extLst>
          </p:cNvPr>
          <p:cNvSpPr>
            <a:spLocks noGrp="1"/>
          </p:cNvSpPr>
          <p:nvPr>
            <p:ph type="sldNum" sz="quarter" idx="12"/>
            <p:custDataLst>
              <p:tags r:id="rId5"/>
            </p:custDataLst>
          </p:nvPr>
        </p:nvSpPr>
        <p:spPr/>
        <p:txBody>
          <a:bodyPr/>
          <a:lstStyle/>
          <a:p>
            <a:r>
              <a:rPr lang="en-US" noProof="0"/>
              <a:t>20</a:t>
            </a:r>
            <a:endParaRPr lang="en-US" noProof="0" dirty="0"/>
          </a:p>
        </p:txBody>
      </p:sp>
      <p:grpSp>
        <p:nvGrpSpPr>
          <p:cNvPr id="11" name="Group 10">
            <a:extLst>
              <a:ext uri="{FF2B5EF4-FFF2-40B4-BE49-F238E27FC236}">
                <a16:creationId xmlns:a16="http://schemas.microsoft.com/office/drawing/2014/main" id="{81B3A7AE-4759-44E5-9C3B-C249E00BEB60}"/>
              </a:ext>
            </a:extLst>
          </p:cNvPr>
          <p:cNvGrpSpPr/>
          <p:nvPr>
            <p:custDataLst>
              <p:tags r:id="rId6"/>
            </p:custDataLst>
          </p:nvPr>
        </p:nvGrpSpPr>
        <p:grpSpPr>
          <a:xfrm>
            <a:off x="118662" y="3084212"/>
            <a:ext cx="4974439" cy="3318028"/>
            <a:chOff x="118662" y="3398116"/>
            <a:chExt cx="4974439" cy="3318028"/>
          </a:xfrm>
        </p:grpSpPr>
        <p:sp>
          <p:nvSpPr>
            <p:cNvPr id="31" name="TextBox 30">
              <a:extLst>
                <a:ext uri="{FF2B5EF4-FFF2-40B4-BE49-F238E27FC236}">
                  <a16:creationId xmlns:a16="http://schemas.microsoft.com/office/drawing/2014/main" id="{77E75B41-9FF8-203F-11A5-F4CDFE22F9AB}"/>
                </a:ext>
              </a:extLst>
            </p:cNvPr>
            <p:cNvSpPr txBox="1"/>
            <p:nvPr/>
          </p:nvSpPr>
          <p:spPr>
            <a:xfrm>
              <a:off x="118662" y="3816761"/>
              <a:ext cx="4974439" cy="2899383"/>
            </a:xfrm>
            <a:prstGeom prst="rect">
              <a:avLst/>
            </a:prstGeom>
            <a:noFill/>
            <a:ln>
              <a:solidFill>
                <a:schemeClr val="tx1"/>
              </a:solidFill>
            </a:ln>
          </p:spPr>
          <p:txBody>
            <a:bodyPr wrap="none">
              <a:spAutoFit/>
            </a:bodyPr>
            <a:lstStyle/>
            <a:p>
              <a:pPr>
                <a:lnSpc>
                  <a:spcPct val="113095"/>
                </a:lnSpc>
                <a:buNone/>
              </a:pPr>
              <a:r>
                <a:rPr lang="en-US" noProof="0" dirty="0">
                  <a:solidFill>
                    <a:srgbClr val="AF00DB"/>
                  </a:solidFill>
                  <a:effectLst/>
                  <a:latin typeface="Fira Code" panose="020B0809050000020004" pitchFamily="49" charset="0"/>
                </a:rPr>
                <a:t>if</a:t>
              </a:r>
              <a:r>
                <a:rPr lang="en-US" noProof="0" dirty="0">
                  <a:solidFill>
                    <a:srgbClr val="000000"/>
                  </a:solidFill>
                  <a:effectLst/>
                  <a:latin typeface="Fira Code" panose="020B0809050000020004" pitchFamily="49" charset="0"/>
                </a:rPr>
                <a:t> (</a:t>
              </a:r>
              <a:r>
                <a:rPr lang="en-US" noProof="0" dirty="0">
                  <a:solidFill>
                    <a:srgbClr val="001080"/>
                  </a:solidFill>
                  <a:effectLst/>
                  <a:latin typeface="Fira Code" panose="020B0809050000020004" pitchFamily="49" charset="0"/>
                </a:rPr>
                <a:t>current</a:t>
              </a:r>
              <a:r>
                <a:rPr lang="en-US" sz="500" noProof="0" dirty="0">
                  <a:solidFill>
                    <a:srgbClr val="000000"/>
                  </a:solidFill>
                  <a:effectLst/>
                  <a:latin typeface="Fira Code" panose="020B0809050000020004" pitchFamily="49" charset="0"/>
                </a:rPr>
                <a:t> </a:t>
              </a:r>
              <a:r>
                <a:rPr lang="en-US" noProof="0" dirty="0">
                  <a:solidFill>
                    <a:srgbClr val="000000"/>
                  </a:solidFill>
                  <a:effectLst/>
                  <a:latin typeface="Fira Code" panose="020B0809050000020004" pitchFamily="49" charset="0"/>
                </a:rPr>
                <a:t>=</a:t>
              </a:r>
              <a:r>
                <a:rPr lang="en-US" sz="100" baseline="-25000" noProof="0" dirty="0">
                  <a:latin typeface="Fira Code" panose="020B0809050000020004" pitchFamily="49" charset="0"/>
                  <a:ea typeface="Fira Code" panose="020B0809050000020004" pitchFamily="49" charset="0"/>
                  <a:cs typeface="Fira Code" panose="020B0809050000020004" pitchFamily="49" charset="0"/>
                </a:rPr>
                <a:t> </a:t>
              </a:r>
              <a:r>
                <a:rPr lang="en-US" noProof="0" dirty="0">
                  <a:solidFill>
                    <a:srgbClr val="000000"/>
                  </a:solidFill>
                  <a:effectLst/>
                  <a:latin typeface="Fira Code" panose="020B0809050000020004" pitchFamily="49" charset="0"/>
                </a:rPr>
                <a:t>=</a:t>
              </a:r>
              <a:r>
                <a:rPr lang="en-US" sz="500" noProof="0" dirty="0">
                  <a:solidFill>
                    <a:srgbClr val="000000"/>
                  </a:solidFill>
                  <a:effectLst/>
                  <a:latin typeface="Fira Code" panose="020B0809050000020004" pitchFamily="49" charset="0"/>
                </a:rPr>
                <a:t> </a:t>
              </a:r>
              <a:r>
                <a:rPr lang="en-US" noProof="0" dirty="0">
                  <a:solidFill>
                    <a:srgbClr val="0070C1"/>
                  </a:solidFill>
                  <a:effectLst/>
                  <a:latin typeface="Fira Code" panose="020B0809050000020004" pitchFamily="49" charset="0"/>
                </a:rPr>
                <a:t>ALIVE</a:t>
              </a:r>
              <a:r>
                <a:rPr lang="en-US" noProof="0" dirty="0">
                  <a:solidFill>
                    <a:srgbClr val="000000"/>
                  </a:solidFill>
                  <a:effectLst/>
                  <a:latin typeface="Fira Code" panose="020B0809050000020004" pitchFamily="49" charset="0"/>
                </a:rPr>
                <a:t>) {</a:t>
              </a:r>
            </a:p>
            <a:p>
              <a:pPr>
                <a:lnSpc>
                  <a:spcPct val="113095"/>
                </a:lnSpc>
                <a:buNone/>
              </a:pPr>
              <a:r>
                <a:rPr lang="en-US" b="0" noProof="0" dirty="0">
                  <a:solidFill>
                    <a:srgbClr val="000000"/>
                  </a:solidFill>
                  <a:effectLst/>
                  <a:latin typeface="Fira Code" panose="020B0809050000020004" pitchFamily="49" charset="0"/>
                </a:rPr>
                <a:t>  </a:t>
              </a:r>
              <a:r>
                <a:rPr lang="en-US" b="0" noProof="0" dirty="0">
                  <a:solidFill>
                    <a:srgbClr val="AF00DB"/>
                  </a:solidFill>
                  <a:effectLst/>
                  <a:latin typeface="Fira Code" panose="020B0809050000020004" pitchFamily="49" charset="0"/>
                </a:rPr>
                <a:t>if</a:t>
              </a:r>
              <a:r>
                <a:rPr lang="en-US" b="0" noProof="0" dirty="0">
                  <a:solidFill>
                    <a:srgbClr val="000000"/>
                  </a:solidFill>
                  <a:effectLst/>
                  <a:latin typeface="Fira Code" panose="020B0809050000020004" pitchFamily="49" charset="0"/>
                </a:rPr>
                <a:t> (</a:t>
              </a:r>
              <a:r>
                <a:rPr lang="en-US" b="0" noProof="0" dirty="0">
                  <a:solidFill>
                    <a:srgbClr val="001080"/>
                  </a:solidFill>
                  <a:effectLst/>
                  <a:latin typeface="Fira Code" panose="020B0809050000020004" pitchFamily="49" charset="0"/>
                </a:rPr>
                <a:t>neighbors</a:t>
              </a:r>
              <a:r>
                <a:rPr lang="en-US" sz="500" b="0" noProof="0" dirty="0">
                  <a:solidFill>
                    <a:srgbClr val="000000"/>
                  </a:solidFill>
                  <a:effectLst/>
                  <a:latin typeface="Fira Code" panose="020B0809050000020004" pitchFamily="49" charset="0"/>
                </a:rPr>
                <a:t> </a:t>
              </a:r>
              <a:r>
                <a:rPr lang="en-US" b="0" noProof="0" dirty="0">
                  <a:solidFill>
                    <a:srgbClr val="000000"/>
                  </a:solidFill>
                  <a:effectLst/>
                  <a:latin typeface="Fira Code" panose="020B0809050000020004" pitchFamily="49" charset="0"/>
                </a:rPr>
                <a:t>=</a:t>
              </a:r>
              <a:r>
                <a:rPr lang="en-US" sz="100" baseline="-25000" noProof="0" dirty="0">
                  <a:latin typeface="Fira Code" panose="020B0809050000020004" pitchFamily="49" charset="0"/>
                  <a:ea typeface="Fira Code" panose="020B0809050000020004" pitchFamily="49" charset="0"/>
                  <a:cs typeface="Fira Code" panose="020B0809050000020004" pitchFamily="49" charset="0"/>
                </a:rPr>
                <a:t> </a:t>
              </a:r>
              <a:r>
                <a:rPr lang="en-US" b="0" noProof="0" dirty="0">
                  <a:solidFill>
                    <a:srgbClr val="000000"/>
                  </a:solidFill>
                  <a:effectLst/>
                  <a:latin typeface="Fira Code" panose="020B0809050000020004" pitchFamily="49" charset="0"/>
                </a:rPr>
                <a:t>=</a:t>
              </a:r>
              <a:r>
                <a:rPr lang="en-US" sz="500" b="0" noProof="0" dirty="0">
                  <a:solidFill>
                    <a:srgbClr val="000000"/>
                  </a:solidFill>
                  <a:effectLst/>
                  <a:latin typeface="Fira Code" panose="020B0809050000020004" pitchFamily="49" charset="0"/>
                </a:rPr>
                <a:t> </a:t>
              </a:r>
              <a:r>
                <a:rPr lang="en-US" b="0" noProof="0" dirty="0">
                  <a:solidFill>
                    <a:srgbClr val="098658"/>
                  </a:solidFill>
                  <a:effectLst/>
                  <a:latin typeface="Fira Code" panose="020B0809050000020004" pitchFamily="49" charset="0"/>
                </a:rPr>
                <a:t>2</a:t>
              </a:r>
              <a:r>
                <a:rPr lang="en-US" sz="500" b="0" noProof="0" dirty="0">
                  <a:solidFill>
                    <a:srgbClr val="000000"/>
                  </a:solidFill>
                  <a:effectLst/>
                  <a:latin typeface="Fira Code" panose="020B0809050000020004" pitchFamily="49" charset="0"/>
                </a:rPr>
                <a:t> </a:t>
              </a:r>
              <a:r>
                <a:rPr lang="en-US" b="0" noProof="0" dirty="0">
                  <a:solidFill>
                    <a:srgbClr val="000000"/>
                  </a:solidFill>
                  <a:effectLst/>
                  <a:latin typeface="Fira Code" panose="020B0809050000020004" pitchFamily="49" charset="0"/>
                </a:rPr>
                <a:t>||</a:t>
              </a:r>
              <a:r>
                <a:rPr lang="en-US" sz="500" b="0" noProof="0" dirty="0">
                  <a:solidFill>
                    <a:srgbClr val="000000"/>
                  </a:solidFill>
                  <a:effectLst/>
                  <a:latin typeface="Fira Code" panose="020B0809050000020004" pitchFamily="49" charset="0"/>
                </a:rPr>
                <a:t> </a:t>
              </a:r>
              <a:r>
                <a:rPr lang="en-US" b="0" noProof="0" dirty="0">
                  <a:solidFill>
                    <a:srgbClr val="001080"/>
                  </a:solidFill>
                  <a:effectLst/>
                  <a:latin typeface="Fira Code" panose="020B0809050000020004" pitchFamily="49" charset="0"/>
                </a:rPr>
                <a:t>neighbors</a:t>
              </a:r>
              <a:r>
                <a:rPr lang="en-US" sz="500" b="0" noProof="0" dirty="0">
                  <a:solidFill>
                    <a:srgbClr val="000000"/>
                  </a:solidFill>
                  <a:effectLst/>
                  <a:latin typeface="Fira Code" panose="020B0809050000020004" pitchFamily="49" charset="0"/>
                </a:rPr>
                <a:t> </a:t>
              </a:r>
              <a:r>
                <a:rPr lang="en-US" b="0" noProof="0" dirty="0">
                  <a:solidFill>
                    <a:srgbClr val="000000"/>
                  </a:solidFill>
                  <a:effectLst/>
                  <a:latin typeface="Fira Code" panose="020B0809050000020004" pitchFamily="49" charset="0"/>
                </a:rPr>
                <a:t>=</a:t>
              </a:r>
              <a:r>
                <a:rPr lang="en-US" sz="100" baseline="-25000" noProof="0" dirty="0">
                  <a:latin typeface="Fira Code" panose="020B0809050000020004" pitchFamily="49" charset="0"/>
                  <a:ea typeface="Fira Code" panose="020B0809050000020004" pitchFamily="49" charset="0"/>
                  <a:cs typeface="Fira Code" panose="020B0809050000020004" pitchFamily="49" charset="0"/>
                </a:rPr>
                <a:t> </a:t>
              </a:r>
              <a:r>
                <a:rPr lang="en-US" b="0" noProof="0" dirty="0">
                  <a:solidFill>
                    <a:srgbClr val="000000"/>
                  </a:solidFill>
                  <a:effectLst/>
                  <a:latin typeface="Fira Code" panose="020B0809050000020004" pitchFamily="49" charset="0"/>
                </a:rPr>
                <a:t>=</a:t>
              </a:r>
              <a:r>
                <a:rPr lang="en-US" sz="500" b="0" noProof="0" dirty="0">
                  <a:solidFill>
                    <a:srgbClr val="000000"/>
                  </a:solidFill>
                  <a:effectLst/>
                  <a:latin typeface="Fira Code" panose="020B0809050000020004" pitchFamily="49" charset="0"/>
                </a:rPr>
                <a:t> </a:t>
              </a:r>
              <a:r>
                <a:rPr lang="en-US" b="0" noProof="0" dirty="0">
                  <a:solidFill>
                    <a:srgbClr val="098658"/>
                  </a:solidFill>
                  <a:effectLst/>
                  <a:latin typeface="Fira Code" panose="020B0809050000020004" pitchFamily="49" charset="0"/>
                </a:rPr>
                <a:t>3</a:t>
              </a:r>
              <a:r>
                <a:rPr lang="en-US" b="0" noProof="0" dirty="0">
                  <a:solidFill>
                    <a:srgbClr val="000000"/>
                  </a:solidFill>
                  <a:effectLst/>
                  <a:latin typeface="Fira Code" panose="020B0809050000020004" pitchFamily="49" charset="0"/>
                </a:rPr>
                <a:t>)</a:t>
              </a:r>
            </a:p>
            <a:p>
              <a:pPr>
                <a:lnSpc>
                  <a:spcPct val="113095"/>
                </a:lnSpc>
                <a:buNone/>
              </a:pPr>
              <a:r>
                <a:rPr lang="en-US" b="0" noProof="0" dirty="0">
                  <a:solidFill>
                    <a:srgbClr val="000000"/>
                  </a:solidFill>
                  <a:effectLst/>
                  <a:latin typeface="Fira Code" panose="020B0809050000020004" pitchFamily="49" charset="0"/>
                </a:rPr>
                <a:t>    </a:t>
              </a:r>
              <a:r>
                <a:rPr lang="en-US" b="0" noProof="0" dirty="0">
                  <a:solidFill>
                    <a:srgbClr val="001080"/>
                  </a:solidFill>
                  <a:effectLst/>
                  <a:latin typeface="Fira Code" panose="020B0809050000020004" pitchFamily="49" charset="0"/>
                </a:rPr>
                <a:t>next </a:t>
              </a:r>
              <a:r>
                <a:rPr lang="en-US" b="0" noProof="0" dirty="0">
                  <a:solidFill>
                    <a:srgbClr val="000000"/>
                  </a:solidFill>
                  <a:effectLst/>
                  <a:latin typeface="Fira Code" panose="020B0809050000020004" pitchFamily="49" charset="0"/>
                </a:rPr>
                <a:t>= </a:t>
              </a:r>
              <a:r>
                <a:rPr lang="en-US" b="0" noProof="0" dirty="0">
                  <a:solidFill>
                    <a:srgbClr val="0070C1"/>
                  </a:solidFill>
                  <a:effectLst/>
                  <a:latin typeface="Fira Code" panose="020B0809050000020004" pitchFamily="49" charset="0"/>
                </a:rPr>
                <a:t>ALIVE</a:t>
              </a:r>
              <a:r>
                <a:rPr lang="en-US" b="0" noProof="0" dirty="0">
                  <a:solidFill>
                    <a:srgbClr val="000000"/>
                  </a:solidFill>
                  <a:effectLst/>
                  <a:latin typeface="Fira Code" panose="020B0809050000020004" pitchFamily="49" charset="0"/>
                </a:rPr>
                <a:t>;</a:t>
              </a:r>
            </a:p>
            <a:p>
              <a:pPr>
                <a:lnSpc>
                  <a:spcPct val="113095"/>
                </a:lnSpc>
                <a:buNone/>
              </a:pPr>
              <a:r>
                <a:rPr lang="en-US" b="0" noProof="0" dirty="0">
                  <a:solidFill>
                    <a:srgbClr val="000000"/>
                  </a:solidFill>
                  <a:effectLst/>
                  <a:latin typeface="Fira Code" panose="020B0809050000020004" pitchFamily="49" charset="0"/>
                </a:rPr>
                <a:t>  </a:t>
              </a:r>
              <a:r>
                <a:rPr lang="en-US" b="0" noProof="0" dirty="0">
                  <a:solidFill>
                    <a:srgbClr val="AF00DB"/>
                  </a:solidFill>
                  <a:effectLst/>
                  <a:latin typeface="Fira Code" panose="020B0809050000020004" pitchFamily="49" charset="0"/>
                </a:rPr>
                <a:t>else</a:t>
              </a:r>
              <a:endParaRPr lang="en-US" b="0" noProof="0" dirty="0">
                <a:solidFill>
                  <a:srgbClr val="000000"/>
                </a:solidFill>
                <a:effectLst/>
                <a:latin typeface="Fira Code" panose="020B0809050000020004" pitchFamily="49" charset="0"/>
              </a:endParaRPr>
            </a:p>
            <a:p>
              <a:pPr>
                <a:lnSpc>
                  <a:spcPct val="113095"/>
                </a:lnSpc>
                <a:buNone/>
              </a:pPr>
              <a:r>
                <a:rPr lang="en-US" b="0" noProof="0" dirty="0">
                  <a:solidFill>
                    <a:srgbClr val="000000"/>
                  </a:solidFill>
                  <a:effectLst/>
                  <a:latin typeface="Fira Code" panose="020B0809050000020004" pitchFamily="49" charset="0"/>
                </a:rPr>
                <a:t>    </a:t>
              </a:r>
              <a:r>
                <a:rPr lang="en-US" b="0" noProof="0" dirty="0">
                  <a:solidFill>
                    <a:srgbClr val="001080"/>
                  </a:solidFill>
                  <a:effectLst/>
                  <a:latin typeface="Fira Code" panose="020B0809050000020004" pitchFamily="49" charset="0"/>
                </a:rPr>
                <a:t>next</a:t>
              </a:r>
              <a:r>
                <a:rPr lang="en-US" b="0" noProof="0" dirty="0">
                  <a:solidFill>
                    <a:srgbClr val="000000"/>
                  </a:solidFill>
                  <a:effectLst/>
                  <a:latin typeface="Fira Code" panose="020B0809050000020004" pitchFamily="49" charset="0"/>
                </a:rPr>
                <a:t> = </a:t>
              </a:r>
              <a:r>
                <a:rPr lang="en-US" b="0" noProof="0" dirty="0">
                  <a:solidFill>
                    <a:srgbClr val="0070C1"/>
                  </a:solidFill>
                  <a:effectLst/>
                  <a:latin typeface="Fira Code" panose="020B0809050000020004" pitchFamily="49" charset="0"/>
                </a:rPr>
                <a:t>DEAD</a:t>
              </a:r>
              <a:r>
                <a:rPr lang="en-US" b="0" noProof="0" dirty="0">
                  <a:solidFill>
                    <a:srgbClr val="000000"/>
                  </a:solidFill>
                  <a:effectLst/>
                  <a:latin typeface="Fira Code" panose="020B0809050000020004" pitchFamily="49" charset="0"/>
                </a:rPr>
                <a:t>;</a:t>
              </a:r>
            </a:p>
            <a:p>
              <a:pPr>
                <a:lnSpc>
                  <a:spcPct val="113095"/>
                </a:lnSpc>
                <a:buNone/>
              </a:pPr>
              <a:r>
                <a:rPr lang="en-US" b="0" noProof="0" dirty="0">
                  <a:solidFill>
                    <a:srgbClr val="000000"/>
                  </a:solidFill>
                  <a:effectLst/>
                  <a:latin typeface="Fira Code" panose="020B0809050000020004" pitchFamily="49" charset="0"/>
                </a:rPr>
                <a:t>} </a:t>
              </a:r>
              <a:r>
                <a:rPr lang="en-US" b="0" noProof="0" dirty="0">
                  <a:solidFill>
                    <a:srgbClr val="AF00DB"/>
                  </a:solidFill>
                  <a:effectLst/>
                  <a:latin typeface="Fira Code" panose="020B0809050000020004" pitchFamily="49" charset="0"/>
                </a:rPr>
                <a:t>else</a:t>
              </a:r>
              <a:r>
                <a:rPr lang="en-US" b="0" noProof="0" dirty="0">
                  <a:solidFill>
                    <a:srgbClr val="000000"/>
                  </a:solidFill>
                  <a:effectLst/>
                  <a:latin typeface="Fira Code" panose="020B0809050000020004" pitchFamily="49" charset="0"/>
                </a:rPr>
                <a:t> </a:t>
              </a:r>
              <a:r>
                <a:rPr lang="en-US" b="0" noProof="0" dirty="0">
                  <a:solidFill>
                    <a:srgbClr val="AF00DB"/>
                  </a:solidFill>
                  <a:effectLst/>
                  <a:latin typeface="Fira Code" panose="020B0809050000020004" pitchFamily="49" charset="0"/>
                </a:rPr>
                <a:t>if</a:t>
              </a:r>
              <a:r>
                <a:rPr lang="en-US" b="0" noProof="0" dirty="0">
                  <a:solidFill>
                    <a:srgbClr val="000000"/>
                  </a:solidFill>
                  <a:effectLst/>
                  <a:latin typeface="Fira Code" panose="020B0809050000020004" pitchFamily="49" charset="0"/>
                </a:rPr>
                <a:t> (</a:t>
              </a:r>
              <a:r>
                <a:rPr lang="en-US" b="0" noProof="0" dirty="0">
                  <a:solidFill>
                    <a:srgbClr val="001080"/>
                  </a:solidFill>
                  <a:effectLst/>
                  <a:latin typeface="Fira Code" panose="020B0809050000020004" pitchFamily="49" charset="0"/>
                </a:rPr>
                <a:t>neighbors</a:t>
              </a:r>
              <a:r>
                <a:rPr lang="en-US" sz="500" b="0" noProof="0" dirty="0">
                  <a:solidFill>
                    <a:srgbClr val="000000"/>
                  </a:solidFill>
                  <a:effectLst/>
                  <a:latin typeface="Fira Code" panose="020B0809050000020004" pitchFamily="49" charset="0"/>
                </a:rPr>
                <a:t> </a:t>
              </a:r>
              <a:r>
                <a:rPr lang="en-US" b="0" noProof="0" dirty="0">
                  <a:solidFill>
                    <a:srgbClr val="000000"/>
                  </a:solidFill>
                  <a:effectLst/>
                  <a:latin typeface="Fira Code" panose="020B0809050000020004" pitchFamily="49" charset="0"/>
                </a:rPr>
                <a:t>=</a:t>
              </a:r>
              <a:r>
                <a:rPr lang="en-US" sz="100" baseline="-25000" noProof="0" dirty="0">
                  <a:latin typeface="Fira Code" panose="020B0809050000020004" pitchFamily="49" charset="0"/>
                  <a:ea typeface="Fira Code" panose="020B0809050000020004" pitchFamily="49" charset="0"/>
                  <a:cs typeface="Fira Code" panose="020B0809050000020004" pitchFamily="49" charset="0"/>
                </a:rPr>
                <a:t> </a:t>
              </a:r>
              <a:r>
                <a:rPr lang="en-US" b="0" noProof="0" dirty="0">
                  <a:solidFill>
                    <a:srgbClr val="000000"/>
                  </a:solidFill>
                  <a:effectLst/>
                  <a:latin typeface="Fira Code" panose="020B0809050000020004" pitchFamily="49" charset="0"/>
                </a:rPr>
                <a:t>=</a:t>
              </a:r>
              <a:r>
                <a:rPr lang="en-US" sz="500" b="0" noProof="0" dirty="0">
                  <a:solidFill>
                    <a:srgbClr val="000000"/>
                  </a:solidFill>
                  <a:effectLst/>
                  <a:latin typeface="Fira Code" panose="020B0809050000020004" pitchFamily="49" charset="0"/>
                </a:rPr>
                <a:t> </a:t>
              </a:r>
              <a:r>
                <a:rPr lang="en-US" b="0" noProof="0" dirty="0">
                  <a:solidFill>
                    <a:srgbClr val="098658"/>
                  </a:solidFill>
                  <a:effectLst/>
                  <a:latin typeface="Fira Code" panose="020B0809050000020004" pitchFamily="49" charset="0"/>
                </a:rPr>
                <a:t>3</a:t>
              </a:r>
              <a:r>
                <a:rPr lang="en-US" b="0" noProof="0" dirty="0">
                  <a:solidFill>
                    <a:srgbClr val="000000"/>
                  </a:solidFill>
                  <a:effectLst/>
                  <a:latin typeface="Fira Code" panose="020B0809050000020004" pitchFamily="49" charset="0"/>
                </a:rPr>
                <a:t>)</a:t>
              </a:r>
            </a:p>
            <a:p>
              <a:pPr>
                <a:lnSpc>
                  <a:spcPct val="113095"/>
                </a:lnSpc>
                <a:buNone/>
              </a:pPr>
              <a:r>
                <a:rPr lang="en-US" b="0" noProof="0" dirty="0">
                  <a:solidFill>
                    <a:srgbClr val="000000"/>
                  </a:solidFill>
                  <a:effectLst/>
                  <a:latin typeface="Fira Code" panose="020B0809050000020004" pitchFamily="49" charset="0"/>
                </a:rPr>
                <a:t>  </a:t>
              </a:r>
              <a:r>
                <a:rPr lang="en-US" b="0" noProof="0" dirty="0">
                  <a:solidFill>
                    <a:srgbClr val="001080"/>
                  </a:solidFill>
                  <a:effectLst/>
                  <a:latin typeface="Fira Code" panose="020B0809050000020004" pitchFamily="49" charset="0"/>
                </a:rPr>
                <a:t>next</a:t>
              </a:r>
              <a:r>
                <a:rPr lang="en-US" b="0" noProof="0" dirty="0">
                  <a:solidFill>
                    <a:srgbClr val="000000"/>
                  </a:solidFill>
                  <a:effectLst/>
                  <a:latin typeface="Fira Code" panose="020B0809050000020004" pitchFamily="49" charset="0"/>
                </a:rPr>
                <a:t> = </a:t>
              </a:r>
              <a:r>
                <a:rPr lang="en-US" b="0" noProof="0" dirty="0">
                  <a:solidFill>
                    <a:srgbClr val="0070C1"/>
                  </a:solidFill>
                  <a:effectLst/>
                  <a:latin typeface="Fira Code" panose="020B0809050000020004" pitchFamily="49" charset="0"/>
                </a:rPr>
                <a:t>ALIVE</a:t>
              </a:r>
              <a:r>
                <a:rPr lang="en-US" b="0" noProof="0" dirty="0">
                  <a:solidFill>
                    <a:srgbClr val="000000"/>
                  </a:solidFill>
                  <a:effectLst/>
                  <a:latin typeface="Fira Code" panose="020B0809050000020004" pitchFamily="49" charset="0"/>
                </a:rPr>
                <a:t>;</a:t>
              </a:r>
            </a:p>
            <a:p>
              <a:pPr>
                <a:lnSpc>
                  <a:spcPct val="113095"/>
                </a:lnSpc>
                <a:buNone/>
              </a:pPr>
              <a:r>
                <a:rPr lang="en-US" b="0" noProof="0" dirty="0">
                  <a:solidFill>
                    <a:srgbClr val="AF00DB"/>
                  </a:solidFill>
                  <a:effectLst/>
                  <a:latin typeface="Fira Code" panose="020B0809050000020004" pitchFamily="49" charset="0"/>
                </a:rPr>
                <a:t>else</a:t>
              </a:r>
              <a:endParaRPr lang="en-US" b="0" noProof="0" dirty="0">
                <a:solidFill>
                  <a:srgbClr val="000000"/>
                </a:solidFill>
                <a:effectLst/>
                <a:latin typeface="Fira Code" panose="020B0809050000020004" pitchFamily="49" charset="0"/>
              </a:endParaRPr>
            </a:p>
            <a:p>
              <a:pPr>
                <a:lnSpc>
                  <a:spcPct val="113095"/>
                </a:lnSpc>
                <a:buNone/>
              </a:pPr>
              <a:r>
                <a:rPr lang="en-US" b="0" noProof="0" dirty="0">
                  <a:solidFill>
                    <a:srgbClr val="000000"/>
                  </a:solidFill>
                  <a:effectLst/>
                  <a:latin typeface="Fira Code" panose="020B0809050000020004" pitchFamily="49" charset="0"/>
                </a:rPr>
                <a:t>  </a:t>
              </a:r>
              <a:r>
                <a:rPr lang="en-US" b="0" noProof="0" dirty="0">
                  <a:solidFill>
                    <a:srgbClr val="001080"/>
                  </a:solidFill>
                  <a:effectLst/>
                  <a:latin typeface="Fira Code" panose="020B0809050000020004" pitchFamily="49" charset="0"/>
                </a:rPr>
                <a:t>next</a:t>
              </a:r>
              <a:r>
                <a:rPr lang="en-US" b="0" noProof="0" dirty="0">
                  <a:solidFill>
                    <a:srgbClr val="000000"/>
                  </a:solidFill>
                  <a:effectLst/>
                  <a:latin typeface="Fira Code" panose="020B0809050000020004" pitchFamily="49" charset="0"/>
                </a:rPr>
                <a:t> = </a:t>
              </a:r>
              <a:r>
                <a:rPr lang="en-US" b="0" noProof="0" dirty="0">
                  <a:solidFill>
                    <a:srgbClr val="0070C1"/>
                  </a:solidFill>
                  <a:effectLst/>
                  <a:latin typeface="Fira Code" panose="020B0809050000020004" pitchFamily="49" charset="0"/>
                </a:rPr>
                <a:t>DEAD</a:t>
              </a:r>
              <a:r>
                <a:rPr lang="en-US" b="0" noProof="0" dirty="0">
                  <a:solidFill>
                    <a:srgbClr val="000000"/>
                  </a:solidFill>
                  <a:effectLst/>
                  <a:latin typeface="Fira Code" panose="020B0809050000020004" pitchFamily="49" charset="0"/>
                </a:rPr>
                <a:t>;</a:t>
              </a:r>
            </a:p>
          </p:txBody>
        </p:sp>
        <p:sp>
          <p:nvSpPr>
            <p:cNvPr id="40" name="TextBox 39">
              <a:extLst>
                <a:ext uri="{FF2B5EF4-FFF2-40B4-BE49-F238E27FC236}">
                  <a16:creationId xmlns:a16="http://schemas.microsoft.com/office/drawing/2014/main" id="{D1EFD203-2857-53F1-07FC-94B8A741639D}"/>
                </a:ext>
              </a:extLst>
            </p:cNvPr>
            <p:cNvSpPr txBox="1"/>
            <p:nvPr/>
          </p:nvSpPr>
          <p:spPr>
            <a:xfrm>
              <a:off x="781622" y="3398116"/>
              <a:ext cx="3899657" cy="461665"/>
            </a:xfrm>
            <a:prstGeom prst="rect">
              <a:avLst/>
            </a:prstGeom>
            <a:noFill/>
          </p:spPr>
          <p:txBody>
            <a:bodyPr wrap="none" rtlCol="0" anchor="b">
              <a:spAutoFit/>
            </a:bodyPr>
            <a:lstStyle/>
            <a:p>
              <a:pPr algn="ctr"/>
              <a:r>
                <a:rPr lang="en-US" sz="2400" noProof="0" dirty="0"/>
                <a:t>Update rule for Game of Life</a:t>
              </a:r>
            </a:p>
          </p:txBody>
        </p:sp>
      </p:grpSp>
      <p:grpSp>
        <p:nvGrpSpPr>
          <p:cNvPr id="12" name="Group 11">
            <a:extLst>
              <a:ext uri="{FF2B5EF4-FFF2-40B4-BE49-F238E27FC236}">
                <a16:creationId xmlns:a16="http://schemas.microsoft.com/office/drawing/2014/main" id="{0E365D69-516D-0808-8085-F8A462F03D96}"/>
              </a:ext>
            </a:extLst>
          </p:cNvPr>
          <p:cNvGrpSpPr/>
          <p:nvPr>
            <p:custDataLst>
              <p:tags r:id="rId7"/>
            </p:custDataLst>
          </p:nvPr>
        </p:nvGrpSpPr>
        <p:grpSpPr>
          <a:xfrm>
            <a:off x="5426127" y="3607154"/>
            <a:ext cx="6706530" cy="2225552"/>
            <a:chOff x="5703901" y="3724517"/>
            <a:chExt cx="6369437" cy="2225552"/>
          </a:xfrm>
        </p:grpSpPr>
        <p:sp>
          <p:nvSpPr>
            <p:cNvPr id="46" name="TextBox 45">
              <a:extLst>
                <a:ext uri="{FF2B5EF4-FFF2-40B4-BE49-F238E27FC236}">
                  <a16:creationId xmlns:a16="http://schemas.microsoft.com/office/drawing/2014/main" id="{0F7A28B7-7C76-0D69-D0F9-D698CC5C32FC}"/>
                </a:ext>
              </a:extLst>
            </p:cNvPr>
            <p:cNvSpPr txBox="1"/>
            <p:nvPr/>
          </p:nvSpPr>
          <p:spPr>
            <a:xfrm>
              <a:off x="5703901" y="4130212"/>
              <a:ext cx="6369437" cy="1819857"/>
            </a:xfrm>
            <a:prstGeom prst="rect">
              <a:avLst/>
            </a:prstGeom>
            <a:noFill/>
            <a:ln>
              <a:solidFill>
                <a:schemeClr val="tx1"/>
              </a:solidFill>
            </a:ln>
          </p:spPr>
          <p:txBody>
            <a:bodyPr wrap="none">
              <a:spAutoFit/>
            </a:bodyPr>
            <a:lstStyle/>
            <a:p>
              <a:pPr>
                <a:lnSpc>
                  <a:spcPct val="113095"/>
                </a:lnSpc>
                <a:buNone/>
              </a:pPr>
              <a:r>
                <a:rPr lang="en-US" sz="2000" noProof="0" dirty="0">
                  <a:solidFill>
                    <a:srgbClr val="AF00DB"/>
                  </a:solidFill>
                  <a:latin typeface="Fira Code" panose="020B0809050000020004" pitchFamily="49" charset="0"/>
                  <a:ea typeface="Fira Code" panose="020B0809050000020004" pitchFamily="49" charset="0"/>
                  <a:cs typeface="Fira Code" panose="020B0809050000020004" pitchFamily="49" charset="0"/>
                </a:rPr>
                <a:t>if_</a:t>
              </a:r>
              <a:r>
                <a:rPr lang="en-US" sz="2000" b="0" noProof="0" dirty="0">
                  <a:solidFill>
                    <a:srgbClr val="000000"/>
                  </a:solidFill>
                  <a:effectLst/>
                  <a:latin typeface="Fira Code" panose="020B0809050000020004" pitchFamily="49" charset="0"/>
                  <a:ea typeface="Fira Code" panose="020B0809050000020004" pitchFamily="49" charset="0"/>
                  <a:cs typeface="Fira Code" panose="020B0809050000020004" pitchFamily="49" charset="0"/>
                </a:rPr>
                <a:t>&lt;</a:t>
              </a:r>
              <a:r>
                <a:rPr lang="en-US" sz="2000" noProof="0" dirty="0" err="1">
                  <a:solidFill>
                    <a:srgbClr val="001080"/>
                  </a:solidFill>
                  <a:latin typeface="Fira Code" panose="020B0809050000020004" pitchFamily="49" charset="0"/>
                  <a:ea typeface="Fira Code" panose="020B0809050000020004" pitchFamily="49" charset="0"/>
                  <a:cs typeface="Fira Code" panose="020B0809050000020004" pitchFamily="49" charset="0"/>
                </a:rPr>
                <a:t>is_alive</a:t>
              </a:r>
              <a:r>
                <a:rPr lang="en-US" sz="2000" b="0" noProof="0" dirty="0">
                  <a:solidFill>
                    <a:srgbClr val="000000"/>
                  </a:solidFill>
                  <a:effectLst/>
                  <a:latin typeface="Fira Code" panose="020B0809050000020004" pitchFamily="49" charset="0"/>
                  <a:ea typeface="Fira Code" panose="020B0809050000020004" pitchFamily="49" charset="0"/>
                  <a:cs typeface="Fira Code" panose="020B0809050000020004" pitchFamily="49" charset="0"/>
                </a:rPr>
                <a:t>&gt;</a:t>
              </a:r>
              <a:r>
                <a:rPr lang="en-US" b="0" noProof="0" dirty="0">
                  <a:solidFill>
                    <a:srgbClr val="000000"/>
                  </a:solidFill>
                  <a:effectLst/>
                  <a:latin typeface="Fira Code" panose="020B0809050000020004" pitchFamily="49" charset="0"/>
                  <a:ea typeface="Fira Code" panose="020B0809050000020004" pitchFamily="49" charset="0"/>
                  <a:cs typeface="Fira Code" panose="020B0809050000020004" pitchFamily="49" charset="0"/>
                </a:rPr>
                <a:t>::</a:t>
              </a:r>
              <a:r>
                <a:rPr lang="en-US" sz="2000" b="0" noProof="0" dirty="0">
                  <a:effectLst/>
                  <a:latin typeface="Fira Code" panose="020B0809050000020004" pitchFamily="49" charset="0"/>
                  <a:ea typeface="Fira Code" panose="020B0809050000020004" pitchFamily="49" charset="0"/>
                  <a:cs typeface="Fira Code" panose="020B0809050000020004" pitchFamily="49" charset="0"/>
                </a:rPr>
                <a:t>then_</a:t>
              </a:r>
              <a:r>
                <a:rPr lang="en-US" sz="2000" b="0" noProof="0" dirty="0">
                  <a:solidFill>
                    <a:srgbClr val="000000"/>
                  </a:solidFill>
                  <a:effectLst/>
                  <a:latin typeface="Fira Code" panose="020B0809050000020004" pitchFamily="49" charset="0"/>
                  <a:ea typeface="Fira Code" panose="020B0809050000020004" pitchFamily="49" charset="0"/>
                  <a:cs typeface="Fira Code" panose="020B0809050000020004" pitchFamily="49" charset="0"/>
                </a:rPr>
                <a:t>&lt;</a:t>
              </a:r>
            </a:p>
            <a:p>
              <a:pPr>
                <a:lnSpc>
                  <a:spcPct val="113095"/>
                </a:lnSpc>
                <a:buNone/>
              </a:pPr>
              <a:r>
                <a:rPr lang="en-US" sz="2000" b="0" noProof="0" dirty="0">
                  <a:solidFill>
                    <a:srgbClr val="000000"/>
                  </a:solidFill>
                  <a:effectLst/>
                  <a:latin typeface="Fira Code" panose="020B0809050000020004" pitchFamily="49" charset="0"/>
                  <a:ea typeface="Fira Code" panose="020B0809050000020004" pitchFamily="49" charset="0"/>
                  <a:cs typeface="Fira Code" panose="020B0809050000020004" pitchFamily="49" charset="0"/>
                </a:rPr>
                <a:t>  </a:t>
              </a:r>
              <a:r>
                <a:rPr lang="en-US" sz="2000" noProof="0" dirty="0">
                  <a:solidFill>
                    <a:srgbClr val="AF00DB"/>
                  </a:solidFill>
                  <a:latin typeface="Fira Code" panose="020B0809050000020004" pitchFamily="49" charset="0"/>
                  <a:ea typeface="Fira Code" panose="020B0809050000020004" pitchFamily="49" charset="0"/>
                  <a:cs typeface="Fira Code" panose="020B0809050000020004" pitchFamily="49" charset="0"/>
                </a:rPr>
                <a:t>if_</a:t>
              </a:r>
              <a:r>
                <a:rPr lang="en-US" sz="2000" b="0" noProof="0" dirty="0">
                  <a:solidFill>
                    <a:srgbClr val="000000"/>
                  </a:solidFill>
                  <a:effectLst/>
                  <a:latin typeface="Fira Code" panose="020B0809050000020004" pitchFamily="49" charset="0"/>
                  <a:ea typeface="Fira Code" panose="020B0809050000020004" pitchFamily="49" charset="0"/>
                  <a:cs typeface="Fira Code" panose="020B0809050000020004" pitchFamily="49" charset="0"/>
                </a:rPr>
                <a:t>&lt;</a:t>
              </a:r>
              <a:r>
                <a:rPr lang="en-US" sz="2000" noProof="0" dirty="0">
                  <a:solidFill>
                    <a:srgbClr val="001080"/>
                  </a:solidFill>
                  <a:latin typeface="Fira Code" panose="020B0809050000020004" pitchFamily="49" charset="0"/>
                  <a:ea typeface="Fira Code" panose="020B0809050000020004" pitchFamily="49" charset="0"/>
                  <a:cs typeface="Fira Code" panose="020B0809050000020004" pitchFamily="49" charset="0"/>
                </a:rPr>
                <a:t>has3_or_2</a:t>
              </a:r>
              <a:r>
                <a:rPr lang="en-US" sz="2000" b="0" noProof="0" dirty="0">
                  <a:solidFill>
                    <a:srgbClr val="000000"/>
                  </a:solidFill>
                  <a:effectLst/>
                  <a:latin typeface="Fira Code" panose="020B0809050000020004" pitchFamily="49" charset="0"/>
                  <a:ea typeface="Fira Code" panose="020B0809050000020004" pitchFamily="49" charset="0"/>
                  <a:cs typeface="Fira Code" panose="020B0809050000020004" pitchFamily="49" charset="0"/>
                </a:rPr>
                <a:t>&gt;</a:t>
              </a:r>
              <a:r>
                <a:rPr lang="en-US" b="0" noProof="0" dirty="0">
                  <a:solidFill>
                    <a:srgbClr val="000000"/>
                  </a:solidFill>
                  <a:effectLst/>
                  <a:latin typeface="Fira Code" panose="020B0809050000020004" pitchFamily="49" charset="0"/>
                  <a:ea typeface="Fira Code" panose="020B0809050000020004" pitchFamily="49" charset="0"/>
                  <a:cs typeface="Fira Code" panose="020B0809050000020004" pitchFamily="49" charset="0"/>
                </a:rPr>
                <a:t>::</a:t>
              </a:r>
              <a:r>
                <a:rPr lang="en-US" sz="2000" b="0" noProof="0" dirty="0">
                  <a:effectLst/>
                  <a:latin typeface="Fira Code" panose="020B0809050000020004" pitchFamily="49" charset="0"/>
                  <a:ea typeface="Fira Code" panose="020B0809050000020004" pitchFamily="49" charset="0"/>
                  <a:cs typeface="Fira Code" panose="020B0809050000020004" pitchFamily="49" charset="0"/>
                </a:rPr>
                <a:t>then_</a:t>
              </a:r>
              <a:r>
                <a:rPr lang="en-US" sz="2000" b="0" noProof="0" dirty="0">
                  <a:solidFill>
                    <a:srgbClr val="000000"/>
                  </a:solidFill>
                  <a:effectLst/>
                  <a:latin typeface="Fira Code" panose="020B0809050000020004" pitchFamily="49" charset="0"/>
                  <a:ea typeface="Fira Code" panose="020B0809050000020004" pitchFamily="49" charset="0"/>
                  <a:cs typeface="Fira Code" panose="020B0809050000020004" pitchFamily="49" charset="0"/>
                </a:rPr>
                <a:t>&lt;</a:t>
              </a:r>
              <a:r>
                <a:rPr lang="en-US" sz="2000" b="0" noProof="0" dirty="0">
                  <a:solidFill>
                    <a:srgbClr val="267F99"/>
                  </a:solidFill>
                  <a:effectLst/>
                  <a:latin typeface="Fira Code" panose="020B0809050000020004" pitchFamily="49" charset="0"/>
                  <a:ea typeface="Fira Code" panose="020B0809050000020004" pitchFamily="49" charset="0"/>
                  <a:cs typeface="Fira Code" panose="020B0809050000020004" pitchFamily="49" charset="0"/>
                </a:rPr>
                <a:t>alive</a:t>
              </a:r>
              <a:r>
                <a:rPr lang="en-US" sz="2000" b="0" noProof="0" dirty="0">
                  <a:solidFill>
                    <a:srgbClr val="000000"/>
                  </a:solidFill>
                  <a:effectLst/>
                  <a:latin typeface="Fira Code" panose="020B0809050000020004" pitchFamily="49" charset="0"/>
                  <a:ea typeface="Fira Code" panose="020B0809050000020004" pitchFamily="49" charset="0"/>
                  <a:cs typeface="Fira Code" panose="020B0809050000020004" pitchFamily="49" charset="0"/>
                </a:rPr>
                <a:t>&gt;</a:t>
              </a:r>
              <a:r>
                <a:rPr lang="en-US" b="0" noProof="0" dirty="0">
                  <a:solidFill>
                    <a:srgbClr val="000000"/>
                  </a:solidFill>
                  <a:effectLst/>
                  <a:latin typeface="Fira Code" panose="020B0809050000020004" pitchFamily="49" charset="0"/>
                  <a:ea typeface="Fira Code" panose="020B0809050000020004" pitchFamily="49" charset="0"/>
                  <a:cs typeface="Fira Code" panose="020B0809050000020004" pitchFamily="49" charset="0"/>
                </a:rPr>
                <a:t>::</a:t>
              </a:r>
              <a:r>
                <a:rPr lang="en-US" sz="2000" noProof="0" dirty="0">
                  <a:solidFill>
                    <a:srgbClr val="AF00DB"/>
                  </a:solidFill>
                  <a:latin typeface="Fira Code" panose="020B0809050000020004" pitchFamily="49" charset="0"/>
                  <a:ea typeface="Fira Code" panose="020B0809050000020004" pitchFamily="49" charset="0"/>
                  <a:cs typeface="Fira Code" panose="020B0809050000020004" pitchFamily="49" charset="0"/>
                </a:rPr>
                <a:t>else_</a:t>
              </a:r>
              <a:r>
                <a:rPr lang="en-US" sz="2000" b="0" noProof="0" dirty="0">
                  <a:solidFill>
                    <a:srgbClr val="000000"/>
                  </a:solidFill>
                  <a:effectLst/>
                  <a:latin typeface="Fira Code" panose="020B0809050000020004" pitchFamily="49" charset="0"/>
                  <a:ea typeface="Fira Code" panose="020B0809050000020004" pitchFamily="49" charset="0"/>
                  <a:cs typeface="Fira Code" panose="020B0809050000020004" pitchFamily="49" charset="0"/>
                </a:rPr>
                <a:t>&lt;</a:t>
              </a:r>
              <a:r>
                <a:rPr lang="en-US" sz="2000" b="0" noProof="0" dirty="0">
                  <a:solidFill>
                    <a:srgbClr val="267F99"/>
                  </a:solidFill>
                  <a:effectLst/>
                  <a:latin typeface="Fira Code" panose="020B0809050000020004" pitchFamily="49" charset="0"/>
                  <a:ea typeface="Fira Code" panose="020B0809050000020004" pitchFamily="49" charset="0"/>
                  <a:cs typeface="Fira Code" panose="020B0809050000020004" pitchFamily="49" charset="0"/>
                </a:rPr>
                <a:t>dead</a:t>
              </a:r>
              <a:r>
                <a:rPr lang="en-US" sz="2000" b="0" noProof="0" dirty="0">
                  <a:solidFill>
                    <a:srgbClr val="000000"/>
                  </a:solidFill>
                  <a:effectLst/>
                  <a:latin typeface="Fira Code" panose="020B0809050000020004" pitchFamily="49" charset="0"/>
                  <a:ea typeface="Fira Code" panose="020B0809050000020004" pitchFamily="49" charset="0"/>
                  <a:cs typeface="Fira Code" panose="020B0809050000020004" pitchFamily="49" charset="0"/>
                </a:rPr>
                <a:t>&gt;</a:t>
              </a:r>
              <a:endParaRPr lang="en-US" sz="2000" noProof="0" dirty="0">
                <a:solidFill>
                  <a:srgbClr val="000000"/>
                </a:solidFill>
                <a:latin typeface="Fira Code" panose="020B0809050000020004" pitchFamily="49" charset="0"/>
                <a:ea typeface="Fira Code" panose="020B0809050000020004" pitchFamily="49" charset="0"/>
                <a:cs typeface="Fira Code" panose="020B0809050000020004" pitchFamily="49" charset="0"/>
              </a:endParaRPr>
            </a:p>
            <a:p>
              <a:pPr>
                <a:lnSpc>
                  <a:spcPct val="113095"/>
                </a:lnSpc>
                <a:buNone/>
              </a:pPr>
              <a:r>
                <a:rPr lang="en-US" sz="2000" b="0" noProof="0" dirty="0">
                  <a:solidFill>
                    <a:srgbClr val="000000"/>
                  </a:solidFill>
                  <a:effectLst/>
                  <a:latin typeface="Fira Code" panose="020B0809050000020004" pitchFamily="49" charset="0"/>
                  <a:ea typeface="Fira Code" panose="020B0809050000020004" pitchFamily="49" charset="0"/>
                  <a:cs typeface="Fira Code" panose="020B0809050000020004" pitchFamily="49" charset="0"/>
                </a:rPr>
                <a:t>&gt;</a:t>
              </a:r>
              <a:r>
                <a:rPr lang="en-US" b="0" noProof="0" dirty="0">
                  <a:solidFill>
                    <a:srgbClr val="000000"/>
                  </a:solidFill>
                  <a:effectLst/>
                  <a:latin typeface="Fira Code" panose="020B0809050000020004" pitchFamily="49" charset="0"/>
                  <a:ea typeface="Fira Code" panose="020B0809050000020004" pitchFamily="49" charset="0"/>
                  <a:cs typeface="Fira Code" panose="020B0809050000020004" pitchFamily="49" charset="0"/>
                </a:rPr>
                <a:t>::</a:t>
              </a:r>
              <a:r>
                <a:rPr lang="en-US" sz="2000" noProof="0" dirty="0">
                  <a:solidFill>
                    <a:srgbClr val="AF00DB"/>
                  </a:solidFill>
                  <a:latin typeface="Fira Code" panose="020B0809050000020004" pitchFamily="49" charset="0"/>
                  <a:ea typeface="Fira Code" panose="020B0809050000020004" pitchFamily="49" charset="0"/>
                  <a:cs typeface="Fira Code" panose="020B0809050000020004" pitchFamily="49" charset="0"/>
                </a:rPr>
                <a:t>else_</a:t>
              </a:r>
              <a:r>
                <a:rPr lang="en-US" sz="2000" b="0" noProof="0" dirty="0">
                  <a:solidFill>
                    <a:srgbClr val="000000"/>
                  </a:solidFill>
                  <a:effectLst/>
                  <a:latin typeface="Fira Code" panose="020B0809050000020004" pitchFamily="49" charset="0"/>
                  <a:ea typeface="Fira Code" panose="020B0809050000020004" pitchFamily="49" charset="0"/>
                  <a:cs typeface="Fira Code" panose="020B0809050000020004" pitchFamily="49" charset="0"/>
                </a:rPr>
                <a:t>&lt;</a:t>
              </a:r>
            </a:p>
            <a:p>
              <a:pPr>
                <a:lnSpc>
                  <a:spcPct val="113095"/>
                </a:lnSpc>
                <a:buNone/>
              </a:pPr>
              <a:r>
                <a:rPr lang="en-US" sz="2000" b="0" noProof="0" dirty="0">
                  <a:solidFill>
                    <a:srgbClr val="000000"/>
                  </a:solidFill>
                  <a:effectLst/>
                  <a:latin typeface="Fira Code" panose="020B0809050000020004" pitchFamily="49" charset="0"/>
                  <a:ea typeface="Fira Code" panose="020B0809050000020004" pitchFamily="49" charset="0"/>
                  <a:cs typeface="Fira Code" panose="020B0809050000020004" pitchFamily="49" charset="0"/>
                </a:rPr>
                <a:t>  </a:t>
              </a:r>
              <a:r>
                <a:rPr lang="en-US" sz="2000" noProof="0" dirty="0">
                  <a:solidFill>
                    <a:srgbClr val="AF00DB"/>
                  </a:solidFill>
                  <a:latin typeface="Fira Code" panose="020B0809050000020004" pitchFamily="49" charset="0"/>
                  <a:ea typeface="Fira Code" panose="020B0809050000020004" pitchFamily="49" charset="0"/>
                  <a:cs typeface="Fira Code" panose="020B0809050000020004" pitchFamily="49" charset="0"/>
                </a:rPr>
                <a:t>if_</a:t>
              </a:r>
              <a:r>
                <a:rPr lang="en-US" sz="2000" b="0" noProof="0" dirty="0">
                  <a:solidFill>
                    <a:srgbClr val="000000"/>
                  </a:solidFill>
                  <a:effectLst/>
                  <a:latin typeface="Fira Code" panose="020B0809050000020004" pitchFamily="49" charset="0"/>
                  <a:ea typeface="Fira Code" panose="020B0809050000020004" pitchFamily="49" charset="0"/>
                  <a:cs typeface="Fira Code" panose="020B0809050000020004" pitchFamily="49" charset="0"/>
                </a:rPr>
                <a:t>&lt;</a:t>
              </a:r>
              <a:r>
                <a:rPr lang="en-US" sz="2000" noProof="0" dirty="0">
                  <a:solidFill>
                    <a:srgbClr val="001080"/>
                  </a:solidFill>
                  <a:latin typeface="Fira Code" panose="020B0809050000020004" pitchFamily="49" charset="0"/>
                  <a:ea typeface="Fira Code" panose="020B0809050000020004" pitchFamily="49" charset="0"/>
                  <a:cs typeface="Fira Code" panose="020B0809050000020004" pitchFamily="49" charset="0"/>
                </a:rPr>
                <a:t>has3</a:t>
              </a:r>
              <a:r>
                <a:rPr lang="en-US" sz="2000" b="0" noProof="0" dirty="0">
                  <a:solidFill>
                    <a:srgbClr val="000000"/>
                  </a:solidFill>
                  <a:effectLst/>
                  <a:latin typeface="Fira Code" panose="020B0809050000020004" pitchFamily="49" charset="0"/>
                  <a:ea typeface="Fira Code" panose="020B0809050000020004" pitchFamily="49" charset="0"/>
                  <a:cs typeface="Fira Code" panose="020B0809050000020004" pitchFamily="49" charset="0"/>
                </a:rPr>
                <a:t>&gt;</a:t>
              </a:r>
              <a:r>
                <a:rPr lang="en-US" b="0" noProof="0" dirty="0">
                  <a:solidFill>
                    <a:srgbClr val="000000"/>
                  </a:solidFill>
                  <a:effectLst/>
                  <a:latin typeface="Fira Code" panose="020B0809050000020004" pitchFamily="49" charset="0"/>
                  <a:ea typeface="Fira Code" panose="020B0809050000020004" pitchFamily="49" charset="0"/>
                  <a:cs typeface="Fira Code" panose="020B0809050000020004" pitchFamily="49" charset="0"/>
                </a:rPr>
                <a:t>::</a:t>
              </a:r>
              <a:r>
                <a:rPr lang="en-US" sz="2000" b="0" noProof="0" dirty="0">
                  <a:effectLst/>
                  <a:latin typeface="Fira Code" panose="020B0809050000020004" pitchFamily="49" charset="0"/>
                  <a:ea typeface="Fira Code" panose="020B0809050000020004" pitchFamily="49" charset="0"/>
                  <a:cs typeface="Fira Code" panose="020B0809050000020004" pitchFamily="49" charset="0"/>
                </a:rPr>
                <a:t>then_</a:t>
              </a:r>
              <a:r>
                <a:rPr lang="en-US" sz="2000" b="0" noProof="0" dirty="0">
                  <a:solidFill>
                    <a:srgbClr val="000000"/>
                  </a:solidFill>
                  <a:effectLst/>
                  <a:latin typeface="Fira Code" panose="020B0809050000020004" pitchFamily="49" charset="0"/>
                  <a:ea typeface="Fira Code" panose="020B0809050000020004" pitchFamily="49" charset="0"/>
                  <a:cs typeface="Fira Code" panose="020B0809050000020004" pitchFamily="49" charset="0"/>
                </a:rPr>
                <a:t>&lt;</a:t>
              </a:r>
              <a:r>
                <a:rPr lang="en-US" sz="2000" b="0" noProof="0" dirty="0">
                  <a:solidFill>
                    <a:srgbClr val="267F99"/>
                  </a:solidFill>
                  <a:effectLst/>
                  <a:latin typeface="Fira Code" panose="020B0809050000020004" pitchFamily="49" charset="0"/>
                  <a:ea typeface="Fira Code" panose="020B0809050000020004" pitchFamily="49" charset="0"/>
                  <a:cs typeface="Fira Code" panose="020B0809050000020004" pitchFamily="49" charset="0"/>
                </a:rPr>
                <a:t>alive</a:t>
              </a:r>
              <a:r>
                <a:rPr lang="en-US" sz="2000" b="0" noProof="0" dirty="0">
                  <a:solidFill>
                    <a:srgbClr val="000000"/>
                  </a:solidFill>
                  <a:effectLst/>
                  <a:latin typeface="Fira Code" panose="020B0809050000020004" pitchFamily="49" charset="0"/>
                  <a:ea typeface="Fira Code" panose="020B0809050000020004" pitchFamily="49" charset="0"/>
                  <a:cs typeface="Fira Code" panose="020B0809050000020004" pitchFamily="49" charset="0"/>
                </a:rPr>
                <a:t>&gt;</a:t>
              </a:r>
              <a:r>
                <a:rPr lang="en-US" b="0" noProof="0" dirty="0">
                  <a:solidFill>
                    <a:srgbClr val="000000"/>
                  </a:solidFill>
                  <a:effectLst/>
                  <a:latin typeface="Fira Code" panose="020B0809050000020004" pitchFamily="49" charset="0"/>
                  <a:ea typeface="Fira Code" panose="020B0809050000020004" pitchFamily="49" charset="0"/>
                  <a:cs typeface="Fira Code" panose="020B0809050000020004" pitchFamily="49" charset="0"/>
                </a:rPr>
                <a:t>::</a:t>
              </a:r>
              <a:r>
                <a:rPr lang="en-US" sz="2000" noProof="0" dirty="0">
                  <a:solidFill>
                    <a:srgbClr val="AF00DB"/>
                  </a:solidFill>
                  <a:latin typeface="Fira Code" panose="020B0809050000020004" pitchFamily="49" charset="0"/>
                  <a:ea typeface="Fira Code" panose="020B0809050000020004" pitchFamily="49" charset="0"/>
                  <a:cs typeface="Fira Code" panose="020B0809050000020004" pitchFamily="49" charset="0"/>
                </a:rPr>
                <a:t>else_</a:t>
              </a:r>
              <a:r>
                <a:rPr lang="en-US" sz="2000" b="0" noProof="0" dirty="0">
                  <a:solidFill>
                    <a:srgbClr val="000000"/>
                  </a:solidFill>
                  <a:effectLst/>
                  <a:latin typeface="Fira Code" panose="020B0809050000020004" pitchFamily="49" charset="0"/>
                  <a:ea typeface="Fira Code" panose="020B0809050000020004" pitchFamily="49" charset="0"/>
                  <a:cs typeface="Fira Code" panose="020B0809050000020004" pitchFamily="49" charset="0"/>
                </a:rPr>
                <a:t>&lt;</a:t>
              </a:r>
              <a:r>
                <a:rPr lang="en-US" sz="2000" b="0" noProof="0" dirty="0">
                  <a:solidFill>
                    <a:srgbClr val="267F99"/>
                  </a:solidFill>
                  <a:effectLst/>
                  <a:latin typeface="Fira Code" panose="020B0809050000020004" pitchFamily="49" charset="0"/>
                  <a:ea typeface="Fira Code" panose="020B0809050000020004" pitchFamily="49" charset="0"/>
                  <a:cs typeface="Fira Code" panose="020B0809050000020004" pitchFamily="49" charset="0"/>
                </a:rPr>
                <a:t>dead</a:t>
              </a:r>
              <a:r>
                <a:rPr lang="en-US" sz="2000" b="0" noProof="0" dirty="0">
                  <a:solidFill>
                    <a:srgbClr val="000000"/>
                  </a:solidFill>
                  <a:effectLst/>
                  <a:latin typeface="Fira Code" panose="020B0809050000020004" pitchFamily="49" charset="0"/>
                  <a:ea typeface="Fira Code" panose="020B0809050000020004" pitchFamily="49" charset="0"/>
                  <a:cs typeface="Fira Code" panose="020B0809050000020004" pitchFamily="49" charset="0"/>
                </a:rPr>
                <a:t>&gt;</a:t>
              </a:r>
            </a:p>
            <a:p>
              <a:pPr>
                <a:lnSpc>
                  <a:spcPct val="113095"/>
                </a:lnSpc>
                <a:buNone/>
              </a:pPr>
              <a:r>
                <a:rPr lang="en-US" sz="2000" b="0" noProof="0" dirty="0">
                  <a:solidFill>
                    <a:srgbClr val="000000"/>
                  </a:solidFill>
                  <a:effectLst/>
                  <a:latin typeface="Fira Code" panose="020B0809050000020004" pitchFamily="49" charset="0"/>
                  <a:ea typeface="Fira Code" panose="020B0809050000020004" pitchFamily="49" charset="0"/>
                  <a:cs typeface="Fira Code" panose="020B0809050000020004" pitchFamily="49" charset="0"/>
                </a:rPr>
                <a:t>&gt;;</a:t>
              </a:r>
            </a:p>
          </p:txBody>
        </p:sp>
        <p:sp>
          <p:nvSpPr>
            <p:cNvPr id="50" name="TextBox 49">
              <a:extLst>
                <a:ext uri="{FF2B5EF4-FFF2-40B4-BE49-F238E27FC236}">
                  <a16:creationId xmlns:a16="http://schemas.microsoft.com/office/drawing/2014/main" id="{B0BF9745-75CB-C855-CD93-BB61357ED979}"/>
                </a:ext>
              </a:extLst>
            </p:cNvPr>
            <p:cNvSpPr txBox="1"/>
            <p:nvPr/>
          </p:nvSpPr>
          <p:spPr>
            <a:xfrm>
              <a:off x="6891475" y="3724517"/>
              <a:ext cx="4579776" cy="461665"/>
            </a:xfrm>
            <a:prstGeom prst="rect">
              <a:avLst/>
            </a:prstGeom>
            <a:noFill/>
          </p:spPr>
          <p:txBody>
            <a:bodyPr wrap="none" rtlCol="0" anchor="b">
              <a:spAutoFit/>
            </a:bodyPr>
            <a:lstStyle/>
            <a:p>
              <a:pPr algn="ctr"/>
              <a:r>
                <a:rPr lang="en-US" sz="2400" noProof="0" dirty="0">
                  <a:ea typeface="Fira Code" panose="020B0809050000020004" pitchFamily="49" charset="0"/>
                  <a:cs typeface="Fira Code" panose="020B0809050000020004" pitchFamily="49" charset="0"/>
                </a:rPr>
                <a:t>Type-level expression (Cellato DSL)</a:t>
              </a:r>
            </a:p>
          </p:txBody>
        </p:sp>
      </p:grpSp>
      <p:sp>
        <p:nvSpPr>
          <p:cNvPr id="10" name="TextBox 9">
            <a:extLst>
              <a:ext uri="{FF2B5EF4-FFF2-40B4-BE49-F238E27FC236}">
                <a16:creationId xmlns:a16="http://schemas.microsoft.com/office/drawing/2014/main" id="{F87652A6-37F0-2CC7-1FD2-E46D9878EE9E}"/>
              </a:ext>
            </a:extLst>
          </p:cNvPr>
          <p:cNvSpPr txBox="1"/>
          <p:nvPr>
            <p:custDataLst>
              <p:tags r:id="rId8"/>
            </p:custDataLst>
          </p:nvPr>
        </p:nvSpPr>
        <p:spPr>
          <a:xfrm>
            <a:off x="4270819" y="1270770"/>
            <a:ext cx="3650359" cy="523220"/>
          </a:xfrm>
          <a:prstGeom prst="rect">
            <a:avLst/>
          </a:prstGeom>
          <a:noFill/>
        </p:spPr>
        <p:txBody>
          <a:bodyPr wrap="none" rtlCol="0" anchor="b">
            <a:spAutoFit/>
          </a:bodyPr>
          <a:lstStyle/>
          <a:p>
            <a:pPr algn="ctr"/>
            <a:r>
              <a:rPr lang="en-US" sz="2800" noProof="0" dirty="0"/>
              <a:t>Example: Game of Life</a:t>
            </a:r>
          </a:p>
        </p:txBody>
      </p:sp>
      <p:sp>
        <p:nvSpPr>
          <p:cNvPr id="7" name="TextBox 6">
            <a:extLst>
              <a:ext uri="{FF2B5EF4-FFF2-40B4-BE49-F238E27FC236}">
                <a16:creationId xmlns:a16="http://schemas.microsoft.com/office/drawing/2014/main" id="{558B0A78-F5BD-55EF-1087-A92815BCA5A1}"/>
              </a:ext>
            </a:extLst>
          </p:cNvPr>
          <p:cNvSpPr txBox="1"/>
          <p:nvPr>
            <p:custDataLst>
              <p:tags r:id="rId9"/>
            </p:custDataLst>
          </p:nvPr>
        </p:nvSpPr>
        <p:spPr>
          <a:xfrm>
            <a:off x="7068333" y="2078595"/>
            <a:ext cx="2994602" cy="830997"/>
          </a:xfrm>
          <a:prstGeom prst="rect">
            <a:avLst/>
          </a:prstGeom>
          <a:noFill/>
        </p:spPr>
        <p:txBody>
          <a:bodyPr wrap="none" rtlCol="0" anchor="ctr">
            <a:spAutoFit/>
          </a:bodyPr>
          <a:lstStyle/>
          <a:p>
            <a:r>
              <a:rPr lang="en-US" sz="2400" dirty="0"/>
              <a:t>Binary state</a:t>
            </a:r>
          </a:p>
          <a:p>
            <a:r>
              <a:rPr lang="en-US" sz="2400" dirty="0"/>
              <a:t>Neighbor-count rules</a:t>
            </a:r>
          </a:p>
        </p:txBody>
      </p:sp>
    </p:spTree>
    <p:custDataLst>
      <p:tags r:id="rId1"/>
    </p:custDataLst>
    <p:extLst>
      <p:ext uri="{BB962C8B-B14F-4D97-AF65-F5344CB8AC3E}">
        <p14:creationId xmlns:p14="http://schemas.microsoft.com/office/powerpoint/2010/main" val="785174193"/>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B4367950-8D7A-8F93-A9DA-64D5AC81F27E}"/>
              </a:ext>
            </a:extLst>
          </p:cNvPr>
          <p:cNvSpPr txBox="1"/>
          <p:nvPr/>
        </p:nvSpPr>
        <p:spPr>
          <a:xfrm>
            <a:off x="2787245" y="609035"/>
            <a:ext cx="6737742" cy="1819857"/>
          </a:xfrm>
          <a:prstGeom prst="rect">
            <a:avLst/>
          </a:prstGeom>
          <a:noFill/>
          <a:ln>
            <a:solidFill>
              <a:schemeClr val="tx1"/>
            </a:solidFill>
          </a:ln>
        </p:spPr>
        <p:txBody>
          <a:bodyPr wrap="none">
            <a:spAutoFit/>
          </a:bodyPr>
          <a:lstStyle/>
          <a:p>
            <a:pPr marL="0" marR="0" lvl="0" indent="0" algn="l" defTabSz="914400" rtl="0" eaLnBrk="1" fontAlgn="auto" latinLnBrk="0" hangingPunct="1">
              <a:lnSpc>
                <a:spcPct val="113095"/>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AF00DB"/>
                </a:solidFill>
                <a:effectLst/>
                <a:uLnTx/>
                <a:uFillTx/>
                <a:latin typeface="Fira Code" panose="020B0809050000020004" pitchFamily="49" charset="0"/>
                <a:ea typeface="Fira Code" panose="020B0809050000020004" pitchFamily="49" charset="0"/>
                <a:cs typeface="Fira Code" panose="020B0809050000020004" pitchFamily="49" charset="0"/>
              </a:rPr>
              <a:t>if_</a:t>
            </a:r>
            <a:r>
              <a:rPr kumimoji="0" lang="en-US" sz="2000" b="0" i="0" u="none" strike="noStrike" kern="1200" cap="none" spc="0" normalizeH="0" baseline="0" noProof="0" dirty="0">
                <a:ln>
                  <a:noFill/>
                </a:ln>
                <a:solidFill>
                  <a:srgbClr val="000000"/>
                </a:solidFill>
                <a:effectLst/>
                <a:uLnTx/>
                <a:uFillTx/>
                <a:latin typeface="Fira Code" panose="020B0809050000020004" pitchFamily="49" charset="0"/>
                <a:ea typeface="Fira Code" panose="020B0809050000020004" pitchFamily="49" charset="0"/>
                <a:cs typeface="Fira Code" panose="020B0809050000020004" pitchFamily="49" charset="0"/>
              </a:rPr>
              <a:t>&lt;</a:t>
            </a:r>
            <a:r>
              <a:rPr kumimoji="0" lang="en-US" sz="2000" b="0" i="0" u="none" strike="noStrike" kern="1200" cap="none" spc="0" normalizeH="0" baseline="0" noProof="0" dirty="0" err="1">
                <a:ln>
                  <a:noFill/>
                </a:ln>
                <a:solidFill>
                  <a:srgbClr val="001080"/>
                </a:solidFill>
                <a:effectLst/>
                <a:uLnTx/>
                <a:uFillTx/>
                <a:latin typeface="Fira Code" panose="020B0809050000020004" pitchFamily="49" charset="0"/>
                <a:ea typeface="Fira Code" panose="020B0809050000020004" pitchFamily="49" charset="0"/>
                <a:cs typeface="Fira Code" panose="020B0809050000020004" pitchFamily="49" charset="0"/>
              </a:rPr>
              <a:t>is_alive</a:t>
            </a:r>
            <a:r>
              <a:rPr kumimoji="0" lang="en-US" sz="2000" b="0" i="0" u="none" strike="noStrike" kern="1200" cap="none" spc="0" normalizeH="0" baseline="0" noProof="0" dirty="0">
                <a:ln>
                  <a:noFill/>
                </a:ln>
                <a:solidFill>
                  <a:srgbClr val="000000"/>
                </a:solidFill>
                <a:effectLst/>
                <a:uLnTx/>
                <a:uFillTx/>
                <a:latin typeface="Fira Code" panose="020B0809050000020004" pitchFamily="49" charset="0"/>
                <a:ea typeface="Fira Code" panose="020B0809050000020004" pitchFamily="49" charset="0"/>
                <a:cs typeface="Fira Code" panose="020B0809050000020004" pitchFamily="49" charset="0"/>
              </a:rPr>
              <a:t>&gt;</a:t>
            </a:r>
            <a:r>
              <a:rPr kumimoji="0" lang="en-US" sz="1800" b="0" i="0" u="none" strike="noStrike" kern="1200" cap="none" spc="0" normalizeH="0" baseline="0" noProof="0" dirty="0">
                <a:ln>
                  <a:noFill/>
                </a:ln>
                <a:solidFill>
                  <a:srgbClr val="000000"/>
                </a:solidFill>
                <a:effectLst/>
                <a:uLnTx/>
                <a:uFillTx/>
                <a:latin typeface="Fira Code" panose="020B0809050000020004" pitchFamily="49" charset="0"/>
                <a:ea typeface="Fira Code" panose="020B0809050000020004" pitchFamily="49" charset="0"/>
                <a:cs typeface="Fira Code" panose="020B0809050000020004" pitchFamily="49" charset="0"/>
              </a:rPr>
              <a:t>::</a:t>
            </a:r>
            <a:r>
              <a:rPr kumimoji="0" lang="en-US" sz="2000" b="0" i="0" u="none" strike="noStrike" kern="1200" cap="none" spc="0" normalizeH="0" baseline="0" noProof="0" dirty="0">
                <a:ln>
                  <a:noFill/>
                </a:ln>
                <a:solidFill>
                  <a:prstClr val="black"/>
                </a:solidFill>
                <a:effectLst/>
                <a:uLnTx/>
                <a:uFillTx/>
                <a:latin typeface="Fira Code" panose="020B0809050000020004" pitchFamily="49" charset="0"/>
                <a:ea typeface="Fira Code" panose="020B0809050000020004" pitchFamily="49" charset="0"/>
                <a:cs typeface="Fira Code" panose="020B0809050000020004" pitchFamily="49" charset="0"/>
              </a:rPr>
              <a:t>then_</a:t>
            </a:r>
            <a:r>
              <a:rPr kumimoji="0" lang="en-US" sz="2000" b="0" i="0" u="none" strike="noStrike" kern="1200" cap="none" spc="0" normalizeH="0" baseline="0" noProof="0" dirty="0">
                <a:ln>
                  <a:noFill/>
                </a:ln>
                <a:solidFill>
                  <a:srgbClr val="000000"/>
                </a:solidFill>
                <a:effectLst/>
                <a:uLnTx/>
                <a:uFillTx/>
                <a:latin typeface="Fira Code" panose="020B0809050000020004" pitchFamily="49" charset="0"/>
                <a:ea typeface="Fira Code" panose="020B0809050000020004" pitchFamily="49" charset="0"/>
                <a:cs typeface="Fira Code" panose="020B0809050000020004" pitchFamily="49" charset="0"/>
              </a:rPr>
              <a:t>&lt;</a:t>
            </a:r>
          </a:p>
          <a:p>
            <a:pPr marL="0" marR="0" lvl="0" indent="0" algn="l" defTabSz="914400" rtl="0" eaLnBrk="1" fontAlgn="auto" latinLnBrk="0" hangingPunct="1">
              <a:lnSpc>
                <a:spcPct val="113095"/>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Fira Code" panose="020B0809050000020004" pitchFamily="49" charset="0"/>
                <a:ea typeface="Fira Code" panose="020B0809050000020004" pitchFamily="49" charset="0"/>
                <a:cs typeface="Fira Code" panose="020B0809050000020004" pitchFamily="49" charset="0"/>
              </a:rPr>
              <a:t>  </a:t>
            </a:r>
            <a:r>
              <a:rPr kumimoji="0" lang="en-US" sz="2000" b="0" i="0" u="none" strike="noStrike" kern="1200" cap="none" spc="0" normalizeH="0" baseline="0" noProof="0" dirty="0">
                <a:ln>
                  <a:noFill/>
                </a:ln>
                <a:solidFill>
                  <a:srgbClr val="AF00DB"/>
                </a:solidFill>
                <a:effectLst/>
                <a:uLnTx/>
                <a:uFillTx/>
                <a:latin typeface="Fira Code" panose="020B0809050000020004" pitchFamily="49" charset="0"/>
                <a:ea typeface="Fira Code" panose="020B0809050000020004" pitchFamily="49" charset="0"/>
                <a:cs typeface="Fira Code" panose="020B0809050000020004" pitchFamily="49" charset="0"/>
              </a:rPr>
              <a:t>if_</a:t>
            </a:r>
            <a:r>
              <a:rPr kumimoji="0" lang="en-US" sz="2000" b="0" i="0" u="none" strike="noStrike" kern="1200" cap="none" spc="0" normalizeH="0" baseline="0" noProof="0" dirty="0">
                <a:ln>
                  <a:noFill/>
                </a:ln>
                <a:solidFill>
                  <a:srgbClr val="000000"/>
                </a:solidFill>
                <a:effectLst/>
                <a:uLnTx/>
                <a:uFillTx/>
                <a:latin typeface="Fira Code" panose="020B0809050000020004" pitchFamily="49" charset="0"/>
                <a:ea typeface="Fira Code" panose="020B0809050000020004" pitchFamily="49" charset="0"/>
                <a:cs typeface="Fira Code" panose="020B0809050000020004" pitchFamily="49" charset="0"/>
              </a:rPr>
              <a:t>&lt;</a:t>
            </a:r>
            <a:r>
              <a:rPr kumimoji="0" lang="en-US" sz="2000" b="0" i="0" u="none" strike="noStrike" kern="1200" cap="none" spc="0" normalizeH="0" baseline="0" noProof="0" dirty="0">
                <a:ln>
                  <a:noFill/>
                </a:ln>
                <a:solidFill>
                  <a:srgbClr val="001080"/>
                </a:solidFill>
                <a:effectLst/>
                <a:uLnTx/>
                <a:uFillTx/>
                <a:latin typeface="Fira Code" panose="020B0809050000020004" pitchFamily="49" charset="0"/>
                <a:ea typeface="Fira Code" panose="020B0809050000020004" pitchFamily="49" charset="0"/>
                <a:cs typeface="Fira Code" panose="020B0809050000020004" pitchFamily="49" charset="0"/>
              </a:rPr>
              <a:t>has3_or_2</a:t>
            </a:r>
            <a:r>
              <a:rPr kumimoji="0" lang="en-US" sz="2000" b="0" i="0" u="none" strike="noStrike" kern="1200" cap="none" spc="0" normalizeH="0" baseline="0" noProof="0" dirty="0">
                <a:ln>
                  <a:noFill/>
                </a:ln>
                <a:solidFill>
                  <a:srgbClr val="000000"/>
                </a:solidFill>
                <a:effectLst/>
                <a:uLnTx/>
                <a:uFillTx/>
                <a:latin typeface="Fira Code" panose="020B0809050000020004" pitchFamily="49" charset="0"/>
                <a:ea typeface="Fira Code" panose="020B0809050000020004" pitchFamily="49" charset="0"/>
                <a:cs typeface="Fira Code" panose="020B0809050000020004" pitchFamily="49" charset="0"/>
              </a:rPr>
              <a:t>&gt;</a:t>
            </a:r>
            <a:r>
              <a:rPr kumimoji="0" lang="en-US" sz="1800" b="0" i="0" u="none" strike="noStrike" kern="1200" cap="none" spc="0" normalizeH="0" baseline="0" noProof="0" dirty="0">
                <a:ln>
                  <a:noFill/>
                </a:ln>
                <a:solidFill>
                  <a:srgbClr val="000000"/>
                </a:solidFill>
                <a:effectLst/>
                <a:uLnTx/>
                <a:uFillTx/>
                <a:latin typeface="Fira Code" panose="020B0809050000020004" pitchFamily="49" charset="0"/>
                <a:ea typeface="Fira Code" panose="020B0809050000020004" pitchFamily="49" charset="0"/>
                <a:cs typeface="Fira Code" panose="020B0809050000020004" pitchFamily="49" charset="0"/>
              </a:rPr>
              <a:t>::</a:t>
            </a:r>
            <a:r>
              <a:rPr kumimoji="0" lang="en-US" sz="2000" b="0" i="0" u="none" strike="noStrike" kern="1200" cap="none" spc="0" normalizeH="0" baseline="0" noProof="0" dirty="0">
                <a:ln>
                  <a:noFill/>
                </a:ln>
                <a:solidFill>
                  <a:prstClr val="black"/>
                </a:solidFill>
                <a:effectLst/>
                <a:uLnTx/>
                <a:uFillTx/>
                <a:latin typeface="Fira Code" panose="020B0809050000020004" pitchFamily="49" charset="0"/>
                <a:ea typeface="Fira Code" panose="020B0809050000020004" pitchFamily="49" charset="0"/>
                <a:cs typeface="Fira Code" panose="020B0809050000020004" pitchFamily="49" charset="0"/>
              </a:rPr>
              <a:t>then_</a:t>
            </a:r>
            <a:r>
              <a:rPr kumimoji="0" lang="en-US" sz="2000" b="0" i="0" u="none" strike="noStrike" kern="1200" cap="none" spc="0" normalizeH="0" baseline="0" noProof="0" dirty="0">
                <a:ln>
                  <a:noFill/>
                </a:ln>
                <a:solidFill>
                  <a:srgbClr val="000000"/>
                </a:solidFill>
                <a:effectLst/>
                <a:uLnTx/>
                <a:uFillTx/>
                <a:latin typeface="Fira Code" panose="020B0809050000020004" pitchFamily="49" charset="0"/>
                <a:ea typeface="Fira Code" panose="020B0809050000020004" pitchFamily="49" charset="0"/>
                <a:cs typeface="Fira Code" panose="020B0809050000020004" pitchFamily="49" charset="0"/>
              </a:rPr>
              <a:t>&lt;</a:t>
            </a:r>
            <a:r>
              <a:rPr kumimoji="0" lang="en-US" sz="2000" b="0" i="0" u="none" strike="noStrike" kern="1200" cap="none" spc="0" normalizeH="0" baseline="0" noProof="0" dirty="0">
                <a:ln>
                  <a:noFill/>
                </a:ln>
                <a:solidFill>
                  <a:srgbClr val="267F99"/>
                </a:solidFill>
                <a:effectLst/>
                <a:uLnTx/>
                <a:uFillTx/>
                <a:latin typeface="Fira Code" panose="020B0809050000020004" pitchFamily="49" charset="0"/>
                <a:ea typeface="Fira Code" panose="020B0809050000020004" pitchFamily="49" charset="0"/>
                <a:cs typeface="Fira Code" panose="020B0809050000020004" pitchFamily="49" charset="0"/>
              </a:rPr>
              <a:t>alive</a:t>
            </a:r>
            <a:r>
              <a:rPr kumimoji="0" lang="en-US" sz="2000" b="0" i="0" u="none" strike="noStrike" kern="1200" cap="none" spc="0" normalizeH="0" baseline="0" noProof="0" dirty="0">
                <a:ln>
                  <a:noFill/>
                </a:ln>
                <a:solidFill>
                  <a:srgbClr val="000000"/>
                </a:solidFill>
                <a:effectLst/>
                <a:uLnTx/>
                <a:uFillTx/>
                <a:latin typeface="Fira Code" panose="020B0809050000020004" pitchFamily="49" charset="0"/>
                <a:ea typeface="Fira Code" panose="020B0809050000020004" pitchFamily="49" charset="0"/>
                <a:cs typeface="Fira Code" panose="020B0809050000020004" pitchFamily="49" charset="0"/>
              </a:rPr>
              <a:t>&gt;</a:t>
            </a:r>
            <a:r>
              <a:rPr kumimoji="0" lang="en-US" sz="1800" b="0" i="0" u="none" strike="noStrike" kern="1200" cap="none" spc="0" normalizeH="0" baseline="0" noProof="0" dirty="0">
                <a:ln>
                  <a:noFill/>
                </a:ln>
                <a:solidFill>
                  <a:srgbClr val="000000"/>
                </a:solidFill>
                <a:effectLst/>
                <a:uLnTx/>
                <a:uFillTx/>
                <a:latin typeface="Fira Code" panose="020B0809050000020004" pitchFamily="49" charset="0"/>
                <a:ea typeface="Fira Code" panose="020B0809050000020004" pitchFamily="49" charset="0"/>
                <a:cs typeface="Fira Code" panose="020B0809050000020004" pitchFamily="49" charset="0"/>
              </a:rPr>
              <a:t>::</a:t>
            </a:r>
            <a:r>
              <a:rPr kumimoji="0" lang="en-US" sz="2000" b="0" i="0" u="none" strike="noStrike" kern="1200" cap="none" spc="0" normalizeH="0" baseline="0" noProof="0" dirty="0">
                <a:ln>
                  <a:noFill/>
                </a:ln>
                <a:solidFill>
                  <a:srgbClr val="AF00DB"/>
                </a:solidFill>
                <a:effectLst/>
                <a:uLnTx/>
                <a:uFillTx/>
                <a:latin typeface="Fira Code" panose="020B0809050000020004" pitchFamily="49" charset="0"/>
                <a:ea typeface="Fira Code" panose="020B0809050000020004" pitchFamily="49" charset="0"/>
                <a:cs typeface="Fira Code" panose="020B0809050000020004" pitchFamily="49" charset="0"/>
              </a:rPr>
              <a:t>else_</a:t>
            </a:r>
            <a:r>
              <a:rPr kumimoji="0" lang="en-US" sz="2000" b="0" i="0" u="none" strike="noStrike" kern="1200" cap="none" spc="0" normalizeH="0" baseline="0" noProof="0" dirty="0">
                <a:ln>
                  <a:noFill/>
                </a:ln>
                <a:solidFill>
                  <a:srgbClr val="000000"/>
                </a:solidFill>
                <a:effectLst/>
                <a:uLnTx/>
                <a:uFillTx/>
                <a:latin typeface="Fira Code" panose="020B0809050000020004" pitchFamily="49" charset="0"/>
                <a:ea typeface="Fira Code" panose="020B0809050000020004" pitchFamily="49" charset="0"/>
                <a:cs typeface="Fira Code" panose="020B0809050000020004" pitchFamily="49" charset="0"/>
              </a:rPr>
              <a:t>&lt;</a:t>
            </a:r>
            <a:r>
              <a:rPr kumimoji="0" lang="en-US" sz="2000" b="0" i="0" u="none" strike="noStrike" kern="1200" cap="none" spc="0" normalizeH="0" baseline="0" noProof="0" dirty="0">
                <a:ln>
                  <a:noFill/>
                </a:ln>
                <a:solidFill>
                  <a:srgbClr val="267F99"/>
                </a:solidFill>
                <a:effectLst/>
                <a:uLnTx/>
                <a:uFillTx/>
                <a:latin typeface="Fira Code" panose="020B0809050000020004" pitchFamily="49" charset="0"/>
                <a:ea typeface="Fira Code" panose="020B0809050000020004" pitchFamily="49" charset="0"/>
                <a:cs typeface="Fira Code" panose="020B0809050000020004" pitchFamily="49" charset="0"/>
              </a:rPr>
              <a:t>dead</a:t>
            </a:r>
            <a:r>
              <a:rPr kumimoji="0" lang="en-US" sz="2000" b="0" i="0" u="none" strike="noStrike" kern="1200" cap="none" spc="0" normalizeH="0" baseline="0" noProof="0" dirty="0">
                <a:ln>
                  <a:noFill/>
                </a:ln>
                <a:solidFill>
                  <a:srgbClr val="000000"/>
                </a:solidFill>
                <a:effectLst/>
                <a:uLnTx/>
                <a:uFillTx/>
                <a:latin typeface="Fira Code" panose="020B0809050000020004" pitchFamily="49" charset="0"/>
                <a:ea typeface="Fira Code" panose="020B0809050000020004" pitchFamily="49" charset="0"/>
                <a:cs typeface="Fira Code" panose="020B0809050000020004" pitchFamily="49" charset="0"/>
              </a:rPr>
              <a:t>&gt;</a:t>
            </a:r>
          </a:p>
          <a:p>
            <a:pPr marL="0" marR="0" lvl="0" indent="0" algn="l" defTabSz="914400" rtl="0" eaLnBrk="1" fontAlgn="auto" latinLnBrk="0" hangingPunct="1">
              <a:lnSpc>
                <a:spcPct val="113095"/>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Fira Code" panose="020B0809050000020004" pitchFamily="49" charset="0"/>
                <a:ea typeface="Fira Code" panose="020B0809050000020004" pitchFamily="49" charset="0"/>
                <a:cs typeface="Fira Code" panose="020B0809050000020004" pitchFamily="49" charset="0"/>
              </a:rPr>
              <a:t>&gt;</a:t>
            </a:r>
            <a:r>
              <a:rPr kumimoji="0" lang="en-US" sz="1800" b="0" i="0" u="none" strike="noStrike" kern="1200" cap="none" spc="0" normalizeH="0" baseline="0" noProof="0" dirty="0">
                <a:ln>
                  <a:noFill/>
                </a:ln>
                <a:solidFill>
                  <a:srgbClr val="000000"/>
                </a:solidFill>
                <a:effectLst/>
                <a:uLnTx/>
                <a:uFillTx/>
                <a:latin typeface="Fira Code" panose="020B0809050000020004" pitchFamily="49" charset="0"/>
                <a:ea typeface="Fira Code" panose="020B0809050000020004" pitchFamily="49" charset="0"/>
                <a:cs typeface="Fira Code" panose="020B0809050000020004" pitchFamily="49" charset="0"/>
              </a:rPr>
              <a:t>::</a:t>
            </a:r>
            <a:r>
              <a:rPr kumimoji="0" lang="en-US" sz="2000" b="0" i="0" u="none" strike="noStrike" kern="1200" cap="none" spc="0" normalizeH="0" baseline="0" noProof="0" dirty="0">
                <a:ln>
                  <a:noFill/>
                </a:ln>
                <a:solidFill>
                  <a:srgbClr val="AF00DB"/>
                </a:solidFill>
                <a:effectLst/>
                <a:uLnTx/>
                <a:uFillTx/>
                <a:latin typeface="Fira Code" panose="020B0809050000020004" pitchFamily="49" charset="0"/>
                <a:ea typeface="Fira Code" panose="020B0809050000020004" pitchFamily="49" charset="0"/>
                <a:cs typeface="Fira Code" panose="020B0809050000020004" pitchFamily="49" charset="0"/>
              </a:rPr>
              <a:t>else_</a:t>
            </a:r>
            <a:r>
              <a:rPr kumimoji="0" lang="en-US" sz="2000" b="0" i="0" u="none" strike="noStrike" kern="1200" cap="none" spc="0" normalizeH="0" baseline="0" noProof="0" dirty="0">
                <a:ln>
                  <a:noFill/>
                </a:ln>
                <a:solidFill>
                  <a:srgbClr val="000000"/>
                </a:solidFill>
                <a:effectLst/>
                <a:uLnTx/>
                <a:uFillTx/>
                <a:latin typeface="Fira Code" panose="020B0809050000020004" pitchFamily="49" charset="0"/>
                <a:ea typeface="Fira Code" panose="020B0809050000020004" pitchFamily="49" charset="0"/>
                <a:cs typeface="Fira Code" panose="020B0809050000020004" pitchFamily="49" charset="0"/>
              </a:rPr>
              <a:t>&lt;</a:t>
            </a:r>
          </a:p>
          <a:p>
            <a:pPr marL="0" marR="0" lvl="0" indent="0" algn="l" defTabSz="914400" rtl="0" eaLnBrk="1" fontAlgn="auto" latinLnBrk="0" hangingPunct="1">
              <a:lnSpc>
                <a:spcPct val="113095"/>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Fira Code" panose="020B0809050000020004" pitchFamily="49" charset="0"/>
                <a:ea typeface="Fira Code" panose="020B0809050000020004" pitchFamily="49" charset="0"/>
                <a:cs typeface="Fira Code" panose="020B0809050000020004" pitchFamily="49" charset="0"/>
              </a:rPr>
              <a:t>  </a:t>
            </a:r>
            <a:r>
              <a:rPr kumimoji="0" lang="en-US" sz="2000" b="0" i="0" u="none" strike="noStrike" kern="1200" cap="none" spc="0" normalizeH="0" baseline="0" noProof="0" dirty="0">
                <a:ln>
                  <a:noFill/>
                </a:ln>
                <a:solidFill>
                  <a:srgbClr val="AF00DB"/>
                </a:solidFill>
                <a:effectLst/>
                <a:uLnTx/>
                <a:uFillTx/>
                <a:latin typeface="Fira Code" panose="020B0809050000020004" pitchFamily="49" charset="0"/>
                <a:ea typeface="Fira Code" panose="020B0809050000020004" pitchFamily="49" charset="0"/>
                <a:cs typeface="Fira Code" panose="020B0809050000020004" pitchFamily="49" charset="0"/>
              </a:rPr>
              <a:t>if_</a:t>
            </a:r>
            <a:r>
              <a:rPr kumimoji="0" lang="en-US" sz="2000" b="0" i="0" u="none" strike="noStrike" kern="1200" cap="none" spc="0" normalizeH="0" baseline="0" noProof="0" dirty="0">
                <a:ln>
                  <a:noFill/>
                </a:ln>
                <a:solidFill>
                  <a:srgbClr val="000000"/>
                </a:solidFill>
                <a:effectLst/>
                <a:uLnTx/>
                <a:uFillTx/>
                <a:latin typeface="Fira Code" panose="020B0809050000020004" pitchFamily="49" charset="0"/>
                <a:ea typeface="Fira Code" panose="020B0809050000020004" pitchFamily="49" charset="0"/>
                <a:cs typeface="Fira Code" panose="020B0809050000020004" pitchFamily="49" charset="0"/>
              </a:rPr>
              <a:t>&lt;</a:t>
            </a:r>
            <a:r>
              <a:rPr kumimoji="0" lang="en-US" sz="2000" b="0" i="0" u="none" strike="noStrike" kern="1200" cap="none" spc="0" normalizeH="0" baseline="0" noProof="0" dirty="0">
                <a:ln>
                  <a:noFill/>
                </a:ln>
                <a:solidFill>
                  <a:srgbClr val="001080"/>
                </a:solidFill>
                <a:effectLst/>
                <a:uLnTx/>
                <a:uFillTx/>
                <a:latin typeface="Fira Code" panose="020B0809050000020004" pitchFamily="49" charset="0"/>
                <a:ea typeface="Fira Code" panose="020B0809050000020004" pitchFamily="49" charset="0"/>
                <a:cs typeface="Fira Code" panose="020B0809050000020004" pitchFamily="49" charset="0"/>
              </a:rPr>
              <a:t>has3</a:t>
            </a:r>
            <a:r>
              <a:rPr kumimoji="0" lang="en-US" sz="2000" b="0" i="0" u="none" strike="noStrike" kern="1200" cap="none" spc="0" normalizeH="0" baseline="0" noProof="0" dirty="0">
                <a:ln>
                  <a:noFill/>
                </a:ln>
                <a:solidFill>
                  <a:srgbClr val="000000"/>
                </a:solidFill>
                <a:effectLst/>
                <a:uLnTx/>
                <a:uFillTx/>
                <a:latin typeface="Fira Code" panose="020B0809050000020004" pitchFamily="49" charset="0"/>
                <a:ea typeface="Fira Code" panose="020B0809050000020004" pitchFamily="49" charset="0"/>
                <a:cs typeface="Fira Code" panose="020B0809050000020004" pitchFamily="49" charset="0"/>
              </a:rPr>
              <a:t>&gt;</a:t>
            </a:r>
            <a:r>
              <a:rPr kumimoji="0" lang="en-US" sz="1800" b="0" i="0" u="none" strike="noStrike" kern="1200" cap="none" spc="0" normalizeH="0" baseline="0" noProof="0" dirty="0">
                <a:ln>
                  <a:noFill/>
                </a:ln>
                <a:solidFill>
                  <a:srgbClr val="000000"/>
                </a:solidFill>
                <a:effectLst/>
                <a:uLnTx/>
                <a:uFillTx/>
                <a:latin typeface="Fira Code" panose="020B0809050000020004" pitchFamily="49" charset="0"/>
                <a:ea typeface="Fira Code" panose="020B0809050000020004" pitchFamily="49" charset="0"/>
                <a:cs typeface="Fira Code" panose="020B0809050000020004" pitchFamily="49" charset="0"/>
              </a:rPr>
              <a:t>::</a:t>
            </a:r>
            <a:r>
              <a:rPr kumimoji="0" lang="en-US" sz="2000" b="0" i="0" u="none" strike="noStrike" kern="1200" cap="none" spc="0" normalizeH="0" baseline="0" noProof="0" dirty="0">
                <a:ln>
                  <a:noFill/>
                </a:ln>
                <a:solidFill>
                  <a:prstClr val="black"/>
                </a:solidFill>
                <a:effectLst/>
                <a:uLnTx/>
                <a:uFillTx/>
                <a:latin typeface="Fira Code" panose="020B0809050000020004" pitchFamily="49" charset="0"/>
                <a:ea typeface="Fira Code" panose="020B0809050000020004" pitchFamily="49" charset="0"/>
                <a:cs typeface="Fira Code" panose="020B0809050000020004" pitchFamily="49" charset="0"/>
              </a:rPr>
              <a:t>then_</a:t>
            </a:r>
            <a:r>
              <a:rPr kumimoji="0" lang="en-US" sz="2000" b="0" i="0" u="none" strike="noStrike" kern="1200" cap="none" spc="0" normalizeH="0" baseline="0" noProof="0" dirty="0">
                <a:ln>
                  <a:noFill/>
                </a:ln>
                <a:solidFill>
                  <a:srgbClr val="000000"/>
                </a:solidFill>
                <a:effectLst/>
                <a:uLnTx/>
                <a:uFillTx/>
                <a:latin typeface="Fira Code" panose="020B0809050000020004" pitchFamily="49" charset="0"/>
                <a:ea typeface="Fira Code" panose="020B0809050000020004" pitchFamily="49" charset="0"/>
                <a:cs typeface="Fira Code" panose="020B0809050000020004" pitchFamily="49" charset="0"/>
              </a:rPr>
              <a:t>&lt;</a:t>
            </a:r>
            <a:r>
              <a:rPr kumimoji="0" lang="en-US" sz="2000" b="0" i="0" u="none" strike="noStrike" kern="1200" cap="none" spc="0" normalizeH="0" baseline="0" noProof="0" dirty="0">
                <a:ln>
                  <a:noFill/>
                </a:ln>
                <a:solidFill>
                  <a:srgbClr val="267F99"/>
                </a:solidFill>
                <a:effectLst/>
                <a:uLnTx/>
                <a:uFillTx/>
                <a:latin typeface="Fira Code" panose="020B0809050000020004" pitchFamily="49" charset="0"/>
                <a:ea typeface="Fira Code" panose="020B0809050000020004" pitchFamily="49" charset="0"/>
                <a:cs typeface="Fira Code" panose="020B0809050000020004" pitchFamily="49" charset="0"/>
              </a:rPr>
              <a:t>alive</a:t>
            </a:r>
            <a:r>
              <a:rPr kumimoji="0" lang="en-US" sz="2000" b="0" i="0" u="none" strike="noStrike" kern="1200" cap="none" spc="0" normalizeH="0" baseline="0" noProof="0" dirty="0">
                <a:ln>
                  <a:noFill/>
                </a:ln>
                <a:solidFill>
                  <a:srgbClr val="000000"/>
                </a:solidFill>
                <a:effectLst/>
                <a:uLnTx/>
                <a:uFillTx/>
                <a:latin typeface="Fira Code" panose="020B0809050000020004" pitchFamily="49" charset="0"/>
                <a:ea typeface="Fira Code" panose="020B0809050000020004" pitchFamily="49" charset="0"/>
                <a:cs typeface="Fira Code" panose="020B0809050000020004" pitchFamily="49" charset="0"/>
              </a:rPr>
              <a:t>&gt;</a:t>
            </a:r>
            <a:r>
              <a:rPr kumimoji="0" lang="en-US" sz="1800" b="0" i="0" u="none" strike="noStrike" kern="1200" cap="none" spc="0" normalizeH="0" baseline="0" noProof="0" dirty="0">
                <a:ln>
                  <a:noFill/>
                </a:ln>
                <a:solidFill>
                  <a:srgbClr val="000000"/>
                </a:solidFill>
                <a:effectLst/>
                <a:uLnTx/>
                <a:uFillTx/>
                <a:latin typeface="Fira Code" panose="020B0809050000020004" pitchFamily="49" charset="0"/>
                <a:ea typeface="Fira Code" panose="020B0809050000020004" pitchFamily="49" charset="0"/>
                <a:cs typeface="Fira Code" panose="020B0809050000020004" pitchFamily="49" charset="0"/>
              </a:rPr>
              <a:t>::</a:t>
            </a:r>
            <a:r>
              <a:rPr kumimoji="0" lang="en-US" sz="2000" b="0" i="0" u="none" strike="noStrike" kern="1200" cap="none" spc="0" normalizeH="0" baseline="0" noProof="0" dirty="0">
                <a:ln>
                  <a:noFill/>
                </a:ln>
                <a:solidFill>
                  <a:srgbClr val="AF00DB"/>
                </a:solidFill>
                <a:effectLst/>
                <a:uLnTx/>
                <a:uFillTx/>
                <a:latin typeface="Fira Code" panose="020B0809050000020004" pitchFamily="49" charset="0"/>
                <a:ea typeface="Fira Code" panose="020B0809050000020004" pitchFamily="49" charset="0"/>
                <a:cs typeface="Fira Code" panose="020B0809050000020004" pitchFamily="49" charset="0"/>
              </a:rPr>
              <a:t>else_</a:t>
            </a:r>
            <a:r>
              <a:rPr kumimoji="0" lang="en-US" sz="2000" b="0" i="0" u="none" strike="noStrike" kern="1200" cap="none" spc="0" normalizeH="0" baseline="0" noProof="0" dirty="0">
                <a:ln>
                  <a:noFill/>
                </a:ln>
                <a:solidFill>
                  <a:srgbClr val="000000"/>
                </a:solidFill>
                <a:effectLst/>
                <a:uLnTx/>
                <a:uFillTx/>
                <a:latin typeface="Fira Code" panose="020B0809050000020004" pitchFamily="49" charset="0"/>
                <a:ea typeface="Fira Code" panose="020B0809050000020004" pitchFamily="49" charset="0"/>
                <a:cs typeface="Fira Code" panose="020B0809050000020004" pitchFamily="49" charset="0"/>
              </a:rPr>
              <a:t>&lt;</a:t>
            </a:r>
            <a:r>
              <a:rPr kumimoji="0" lang="en-US" sz="2000" b="0" i="0" u="none" strike="noStrike" kern="1200" cap="none" spc="0" normalizeH="0" baseline="0" noProof="0" dirty="0">
                <a:ln>
                  <a:noFill/>
                </a:ln>
                <a:solidFill>
                  <a:srgbClr val="267F99"/>
                </a:solidFill>
                <a:effectLst/>
                <a:uLnTx/>
                <a:uFillTx/>
                <a:latin typeface="Fira Code" panose="020B0809050000020004" pitchFamily="49" charset="0"/>
                <a:ea typeface="Fira Code" panose="020B0809050000020004" pitchFamily="49" charset="0"/>
                <a:cs typeface="Fira Code" panose="020B0809050000020004" pitchFamily="49" charset="0"/>
              </a:rPr>
              <a:t>dead</a:t>
            </a:r>
            <a:r>
              <a:rPr kumimoji="0" lang="en-US" sz="2000" b="0" i="0" u="none" strike="noStrike" kern="1200" cap="none" spc="0" normalizeH="0" baseline="0" noProof="0" dirty="0">
                <a:ln>
                  <a:noFill/>
                </a:ln>
                <a:solidFill>
                  <a:srgbClr val="000000"/>
                </a:solidFill>
                <a:effectLst/>
                <a:uLnTx/>
                <a:uFillTx/>
                <a:latin typeface="Fira Code" panose="020B0809050000020004" pitchFamily="49" charset="0"/>
                <a:ea typeface="Fira Code" panose="020B0809050000020004" pitchFamily="49" charset="0"/>
                <a:cs typeface="Fira Code" panose="020B0809050000020004" pitchFamily="49" charset="0"/>
              </a:rPr>
              <a:t>&gt;</a:t>
            </a:r>
          </a:p>
          <a:p>
            <a:pPr marL="0" marR="0" lvl="0" indent="0" algn="l" defTabSz="914400" rtl="0" eaLnBrk="1" fontAlgn="auto" latinLnBrk="0" hangingPunct="1">
              <a:lnSpc>
                <a:spcPct val="113095"/>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Fira Code" panose="020B0809050000020004" pitchFamily="49" charset="0"/>
                <a:ea typeface="Fira Code" panose="020B0809050000020004" pitchFamily="49" charset="0"/>
                <a:cs typeface="Fira Code" panose="020B0809050000020004" pitchFamily="49" charset="0"/>
              </a:rPr>
              <a:t>&gt;;</a:t>
            </a:r>
          </a:p>
        </p:txBody>
      </p:sp>
      <p:sp>
        <p:nvSpPr>
          <p:cNvPr id="3" name="Date Placeholder 2">
            <a:extLst>
              <a:ext uri="{FF2B5EF4-FFF2-40B4-BE49-F238E27FC236}">
                <a16:creationId xmlns:a16="http://schemas.microsoft.com/office/drawing/2014/main" id="{B3684863-8FF8-82FF-0851-73946F133EDC}"/>
              </a:ext>
            </a:extLst>
          </p:cNvPr>
          <p:cNvSpPr>
            <a:spLocks noGrp="1"/>
          </p:cNvSpPr>
          <p:nvPr>
            <p:ph type="dt" sz="half" idx="10"/>
          </p:nvPr>
        </p:nvSpPr>
        <p:spPr/>
        <p:txBody>
          <a:bodyPr/>
          <a:lstStyle/>
          <a:p>
            <a:r>
              <a:rPr lang="en-US" noProof="0"/>
              <a:t>9/5/2026</a:t>
            </a:r>
            <a:endParaRPr lang="en-US" noProof="0" dirty="0"/>
          </a:p>
        </p:txBody>
      </p:sp>
      <p:sp>
        <p:nvSpPr>
          <p:cNvPr id="4" name="Slide Number Placeholder 3">
            <a:extLst>
              <a:ext uri="{FF2B5EF4-FFF2-40B4-BE49-F238E27FC236}">
                <a16:creationId xmlns:a16="http://schemas.microsoft.com/office/drawing/2014/main" id="{35D5ED14-BD2B-929B-4FDF-EB4408FEAFEC}"/>
              </a:ext>
            </a:extLst>
          </p:cNvPr>
          <p:cNvSpPr>
            <a:spLocks noGrp="1"/>
          </p:cNvSpPr>
          <p:nvPr>
            <p:ph type="sldNum" sz="quarter" idx="12"/>
          </p:nvPr>
        </p:nvSpPr>
        <p:spPr/>
        <p:txBody>
          <a:bodyPr/>
          <a:lstStyle/>
          <a:p>
            <a:r>
              <a:rPr lang="en-US" noProof="0"/>
              <a:t>21</a:t>
            </a:r>
            <a:endParaRPr lang="en-US" noProof="0" dirty="0"/>
          </a:p>
        </p:txBody>
      </p:sp>
      <p:pic>
        <p:nvPicPr>
          <p:cNvPr id="6" name="Picture 5">
            <a:extLst>
              <a:ext uri="{FF2B5EF4-FFF2-40B4-BE49-F238E27FC236}">
                <a16:creationId xmlns:a16="http://schemas.microsoft.com/office/drawing/2014/main" id="{A443639C-7B66-77F3-B03F-A4476642A9B9}"/>
              </a:ext>
            </a:extLst>
          </p:cNvPr>
          <p:cNvPicPr>
            <a:picLocks noChangeAspect="1"/>
          </p:cNvPicPr>
          <p:nvPr/>
        </p:nvPicPr>
        <p:blipFill>
          <a:blip r:embed="rId4"/>
          <a:stretch>
            <a:fillRect/>
          </a:stretch>
        </p:blipFill>
        <p:spPr>
          <a:xfrm>
            <a:off x="1047003" y="2824126"/>
            <a:ext cx="10286254" cy="3636772"/>
          </a:xfrm>
          <a:prstGeom prst="rect">
            <a:avLst/>
          </a:prstGeom>
          <a:ln>
            <a:solidFill>
              <a:schemeClr val="tx1"/>
            </a:solidFill>
          </a:ln>
        </p:spPr>
      </p:pic>
      <p:cxnSp>
        <p:nvCxnSpPr>
          <p:cNvPr id="10" name="Straight Arrow Connector 9">
            <a:extLst>
              <a:ext uri="{FF2B5EF4-FFF2-40B4-BE49-F238E27FC236}">
                <a16:creationId xmlns:a16="http://schemas.microsoft.com/office/drawing/2014/main" id="{90207B99-7626-B9B7-5B84-847CAB7644E6}"/>
              </a:ext>
            </a:extLst>
          </p:cNvPr>
          <p:cNvCxnSpPr>
            <a:cxnSpLocks/>
          </p:cNvCxnSpPr>
          <p:nvPr/>
        </p:nvCxnSpPr>
        <p:spPr>
          <a:xfrm>
            <a:off x="8647386" y="2428892"/>
            <a:ext cx="930166" cy="94492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2" name="TextBox 11">
            <a:extLst>
              <a:ext uri="{FF2B5EF4-FFF2-40B4-BE49-F238E27FC236}">
                <a16:creationId xmlns:a16="http://schemas.microsoft.com/office/drawing/2014/main" id="{D9F90E6E-4EBE-508F-0BBE-D1A1083C436D}"/>
              </a:ext>
            </a:extLst>
          </p:cNvPr>
          <p:cNvSpPr txBox="1"/>
          <p:nvPr/>
        </p:nvSpPr>
        <p:spPr>
          <a:xfrm>
            <a:off x="3680915" y="166269"/>
            <a:ext cx="4830168" cy="461665"/>
          </a:xfrm>
          <a:prstGeom prst="rect">
            <a:avLst/>
          </a:prstGeom>
          <a:noFill/>
        </p:spPr>
        <p:txBody>
          <a:bodyPr wrap="none" rtlCol="0">
            <a:spAutoFit/>
          </a:bodyPr>
          <a:lstStyle/>
          <a:p>
            <a:pPr algn="ctr"/>
            <a:r>
              <a:rPr lang="en-US" sz="2400" noProof="0" dirty="0"/>
              <a:t>Type-level expression (Cellato DSL)</a:t>
            </a:r>
          </a:p>
        </p:txBody>
      </p:sp>
      <p:sp>
        <p:nvSpPr>
          <p:cNvPr id="11" name="TextBox 10">
            <a:extLst>
              <a:ext uri="{FF2B5EF4-FFF2-40B4-BE49-F238E27FC236}">
                <a16:creationId xmlns:a16="http://schemas.microsoft.com/office/drawing/2014/main" id="{04678AD1-9DFB-3AD1-C85E-E08FEAB31F7D}"/>
              </a:ext>
            </a:extLst>
          </p:cNvPr>
          <p:cNvSpPr txBox="1"/>
          <p:nvPr/>
        </p:nvSpPr>
        <p:spPr>
          <a:xfrm>
            <a:off x="1563128" y="4776952"/>
            <a:ext cx="2448234" cy="830997"/>
          </a:xfrm>
          <a:prstGeom prst="rect">
            <a:avLst/>
          </a:prstGeom>
          <a:gradFill>
            <a:gsLst>
              <a:gs pos="0">
                <a:srgbClr val="AFD8F7"/>
              </a:gs>
              <a:gs pos="50000">
                <a:srgbClr val="A2CDEE"/>
              </a:gs>
              <a:gs pos="100000">
                <a:srgbClr val="8CC8F0"/>
              </a:gs>
            </a:gsLst>
          </a:gradFill>
        </p:spPr>
        <p:style>
          <a:lnRef idx="1">
            <a:schemeClr val="accent4"/>
          </a:lnRef>
          <a:fillRef idx="2">
            <a:schemeClr val="accent4"/>
          </a:fillRef>
          <a:effectRef idx="1">
            <a:schemeClr val="accent4"/>
          </a:effectRef>
          <a:fontRef idx="minor">
            <a:schemeClr val="dk1"/>
          </a:fontRef>
        </p:style>
        <p:txBody>
          <a:bodyPr wrap="none" rtlCol="0" anchor="ctr">
            <a:spAutoFit/>
          </a:bodyPr>
          <a:lstStyle/>
          <a:p>
            <a:pPr algn="ctr"/>
            <a:r>
              <a:rPr lang="en-US" sz="2400" noProof="0" dirty="0"/>
              <a:t>Already prepared</a:t>
            </a:r>
            <a:br>
              <a:rPr lang="en-US" sz="2400" noProof="0" dirty="0"/>
            </a:br>
            <a:r>
              <a:rPr lang="en-US" sz="2400" noProof="0" dirty="0"/>
              <a:t>in the library</a:t>
            </a:r>
          </a:p>
        </p:txBody>
      </p:sp>
      <p:cxnSp>
        <p:nvCxnSpPr>
          <p:cNvPr id="14" name="Straight Arrow Connector 13">
            <a:extLst>
              <a:ext uri="{FF2B5EF4-FFF2-40B4-BE49-F238E27FC236}">
                <a16:creationId xmlns:a16="http://schemas.microsoft.com/office/drawing/2014/main" id="{66F763AA-62BB-1A9E-B067-864136F9DBD9}"/>
              </a:ext>
            </a:extLst>
          </p:cNvPr>
          <p:cNvCxnSpPr>
            <a:stCxn id="11" idx="0"/>
          </p:cNvCxnSpPr>
          <p:nvPr/>
        </p:nvCxnSpPr>
        <p:spPr>
          <a:xfrm flipH="1" flipV="1">
            <a:off x="2388476" y="4099034"/>
            <a:ext cx="398769" cy="67791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6" name="Straight Arrow Connector 15">
            <a:extLst>
              <a:ext uri="{FF2B5EF4-FFF2-40B4-BE49-F238E27FC236}">
                <a16:creationId xmlns:a16="http://schemas.microsoft.com/office/drawing/2014/main" id="{A2EA30E8-0AB2-E770-D08E-8C4BF7B98448}"/>
              </a:ext>
            </a:extLst>
          </p:cNvPr>
          <p:cNvCxnSpPr>
            <a:stCxn id="11" idx="3"/>
          </p:cNvCxnSpPr>
          <p:nvPr/>
        </p:nvCxnSpPr>
        <p:spPr>
          <a:xfrm>
            <a:off x="4011362" y="5192451"/>
            <a:ext cx="1341031" cy="33336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8" name="Straight Arrow Connector 17">
            <a:extLst>
              <a:ext uri="{FF2B5EF4-FFF2-40B4-BE49-F238E27FC236}">
                <a16:creationId xmlns:a16="http://schemas.microsoft.com/office/drawing/2014/main" id="{0A2D40E2-56FA-1456-C944-4EAED82B478E}"/>
              </a:ext>
            </a:extLst>
          </p:cNvPr>
          <p:cNvCxnSpPr/>
          <p:nvPr/>
        </p:nvCxnSpPr>
        <p:spPr>
          <a:xfrm flipV="1">
            <a:off x="4011362" y="4035972"/>
            <a:ext cx="1199141" cy="74098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custDataLst>
      <p:tags r:id="rId1"/>
    </p:custDataLst>
    <p:extLst>
      <p:ext uri="{BB962C8B-B14F-4D97-AF65-F5344CB8AC3E}">
        <p14:creationId xmlns:p14="http://schemas.microsoft.com/office/powerpoint/2010/main" val="2853544912"/>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1207A5E-8CD8-50D6-0F99-3C19D813CE41}"/>
              </a:ext>
            </a:extLst>
          </p:cNvPr>
          <p:cNvPicPr>
            <a:picLocks noChangeAspect="1"/>
          </p:cNvPicPr>
          <p:nvPr/>
        </p:nvPicPr>
        <p:blipFill>
          <a:blip r:embed="rId4"/>
          <a:stretch>
            <a:fillRect/>
          </a:stretch>
        </p:blipFill>
        <p:spPr>
          <a:xfrm>
            <a:off x="0" y="1486810"/>
            <a:ext cx="12192000" cy="4511038"/>
          </a:xfrm>
          <a:prstGeom prst="rect">
            <a:avLst/>
          </a:prstGeom>
        </p:spPr>
      </p:pic>
      <p:sp>
        <p:nvSpPr>
          <p:cNvPr id="2" name="Title 1">
            <a:extLst>
              <a:ext uri="{FF2B5EF4-FFF2-40B4-BE49-F238E27FC236}">
                <a16:creationId xmlns:a16="http://schemas.microsoft.com/office/drawing/2014/main" id="{04F59CE6-2253-EE24-67C6-8EB494EB84BC}"/>
              </a:ext>
            </a:extLst>
          </p:cNvPr>
          <p:cNvSpPr>
            <a:spLocks noGrp="1"/>
          </p:cNvSpPr>
          <p:nvPr>
            <p:ph type="title"/>
          </p:nvPr>
        </p:nvSpPr>
        <p:spPr/>
        <p:txBody>
          <a:bodyPr/>
          <a:lstStyle/>
          <a:p>
            <a:r>
              <a:rPr lang="en-US" noProof="0" dirty="0"/>
              <a:t>What the design allows us to gain</a:t>
            </a:r>
          </a:p>
        </p:txBody>
      </p:sp>
      <p:sp>
        <p:nvSpPr>
          <p:cNvPr id="3" name="Date Placeholder 2">
            <a:extLst>
              <a:ext uri="{FF2B5EF4-FFF2-40B4-BE49-F238E27FC236}">
                <a16:creationId xmlns:a16="http://schemas.microsoft.com/office/drawing/2014/main" id="{A10CD936-56E6-AA18-96C2-8D61C51D1859}"/>
              </a:ext>
            </a:extLst>
          </p:cNvPr>
          <p:cNvSpPr>
            <a:spLocks noGrp="1"/>
          </p:cNvSpPr>
          <p:nvPr>
            <p:ph type="dt" sz="half" idx="10"/>
          </p:nvPr>
        </p:nvSpPr>
        <p:spPr/>
        <p:txBody>
          <a:bodyPr/>
          <a:lstStyle/>
          <a:p>
            <a:r>
              <a:rPr lang="en-US" noProof="0"/>
              <a:t>9/5/2026</a:t>
            </a:r>
            <a:endParaRPr lang="en-US" noProof="0" dirty="0"/>
          </a:p>
        </p:txBody>
      </p:sp>
      <p:sp>
        <p:nvSpPr>
          <p:cNvPr id="4" name="Slide Number Placeholder 3">
            <a:extLst>
              <a:ext uri="{FF2B5EF4-FFF2-40B4-BE49-F238E27FC236}">
                <a16:creationId xmlns:a16="http://schemas.microsoft.com/office/drawing/2014/main" id="{10D20B34-8FD2-D44C-9B00-2701B9B94787}"/>
              </a:ext>
            </a:extLst>
          </p:cNvPr>
          <p:cNvSpPr>
            <a:spLocks noGrp="1"/>
          </p:cNvSpPr>
          <p:nvPr>
            <p:ph type="sldNum" sz="quarter" idx="12"/>
          </p:nvPr>
        </p:nvSpPr>
        <p:spPr/>
        <p:txBody>
          <a:bodyPr/>
          <a:lstStyle/>
          <a:p>
            <a:r>
              <a:rPr lang="en-US" noProof="0"/>
              <a:t>22</a:t>
            </a:r>
            <a:endParaRPr lang="en-US" noProof="0" dirty="0"/>
          </a:p>
        </p:txBody>
      </p:sp>
      <p:sp>
        <p:nvSpPr>
          <p:cNvPr id="6" name="TextBox 5">
            <a:extLst>
              <a:ext uri="{FF2B5EF4-FFF2-40B4-BE49-F238E27FC236}">
                <a16:creationId xmlns:a16="http://schemas.microsoft.com/office/drawing/2014/main" id="{358DA207-69B2-929A-62C9-4DE6DBD7195D}"/>
              </a:ext>
            </a:extLst>
          </p:cNvPr>
          <p:cNvSpPr txBox="1"/>
          <p:nvPr/>
        </p:nvSpPr>
        <p:spPr>
          <a:xfrm>
            <a:off x="1493490" y="5997848"/>
            <a:ext cx="9205020" cy="430887"/>
          </a:xfrm>
          <a:prstGeom prst="rect">
            <a:avLst/>
          </a:prstGeom>
          <a:noFill/>
        </p:spPr>
        <p:txBody>
          <a:bodyPr wrap="none" rtlCol="0">
            <a:spAutoFit/>
          </a:bodyPr>
          <a:lstStyle/>
          <a:p>
            <a:pPr algn="ctr"/>
            <a:r>
              <a:rPr lang="en-US" sz="2200" noProof="0" dirty="0"/>
              <a:t>Comparison of GPU-parallelized computation of various cellular automata</a:t>
            </a:r>
            <a:endParaRPr lang="en-US" sz="2200" i="1" noProof="0" dirty="0"/>
          </a:p>
        </p:txBody>
      </p:sp>
    </p:spTree>
    <p:custDataLst>
      <p:tags r:id="rId1"/>
    </p:custDataLst>
    <p:extLst>
      <p:ext uri="{BB962C8B-B14F-4D97-AF65-F5344CB8AC3E}">
        <p14:creationId xmlns:p14="http://schemas.microsoft.com/office/powerpoint/2010/main" val="1310412197"/>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4F0FD2-3D3D-E4D8-0BE2-C6EA0F656E4D}"/>
              </a:ext>
            </a:extLst>
          </p:cNvPr>
          <p:cNvSpPr>
            <a:spLocks noGrp="1"/>
          </p:cNvSpPr>
          <p:nvPr>
            <p:ph type="title"/>
            <p:custDataLst>
              <p:tags r:id="rId2"/>
            </p:custDataLst>
          </p:nvPr>
        </p:nvSpPr>
        <p:spPr/>
        <p:txBody>
          <a:bodyPr/>
          <a:lstStyle/>
          <a:p>
            <a:r>
              <a:rPr lang="en-US" noProof="0" dirty="0"/>
              <a:t>Abstractions summary</a:t>
            </a:r>
          </a:p>
        </p:txBody>
      </p:sp>
      <p:sp>
        <p:nvSpPr>
          <p:cNvPr id="5" name="Content Placeholder 4">
            <a:extLst>
              <a:ext uri="{FF2B5EF4-FFF2-40B4-BE49-F238E27FC236}">
                <a16:creationId xmlns:a16="http://schemas.microsoft.com/office/drawing/2014/main" id="{7E92FA72-0853-FBD0-690C-F10CAE3EEC08}"/>
              </a:ext>
            </a:extLst>
          </p:cNvPr>
          <p:cNvSpPr>
            <a:spLocks noGrp="1"/>
          </p:cNvSpPr>
          <p:nvPr>
            <p:ph idx="1"/>
            <p:custDataLst>
              <p:tags r:id="rId3"/>
            </p:custDataLst>
          </p:nvPr>
        </p:nvSpPr>
        <p:spPr/>
        <p:txBody>
          <a:bodyPr/>
          <a:lstStyle/>
          <a:p>
            <a:pPr>
              <a:buFont typeface="Wingdings" panose="05000000000000000000" pitchFamily="2" charset="2"/>
              <a:buChar char="ü"/>
            </a:pPr>
            <a:r>
              <a:rPr lang="en-US" noProof="0" dirty="0"/>
              <a:t> Can transform layouts &amp; traversals</a:t>
            </a:r>
          </a:p>
          <a:p>
            <a:pPr>
              <a:buFont typeface="Wingdings" panose="05000000000000000000" pitchFamily="2" charset="2"/>
              <a:buChar char="ü"/>
            </a:pPr>
            <a:r>
              <a:rPr lang="en-US" noProof="0" dirty="0"/>
              <a:t> Parallel computing CPU, GPU</a:t>
            </a:r>
          </a:p>
          <a:p>
            <a:pPr>
              <a:buFont typeface="Wingdings" panose="05000000000000000000" pitchFamily="2" charset="2"/>
              <a:buChar char="ü"/>
            </a:pPr>
            <a:r>
              <a:rPr lang="en-US" noProof="0" dirty="0"/>
              <a:t> Distributed computing</a:t>
            </a:r>
          </a:p>
          <a:p>
            <a:pPr>
              <a:buFont typeface="Wingdings" panose="05000000000000000000" pitchFamily="2" charset="2"/>
              <a:buChar char="ü"/>
            </a:pPr>
            <a:r>
              <a:rPr lang="en-US" noProof="0" dirty="0"/>
              <a:t> Encoding &amp; Evaluation in Cellular Automata</a:t>
            </a:r>
          </a:p>
          <a:p>
            <a:pPr marL="0" indent="0">
              <a:buSzPts val="100"/>
              <a:buNone/>
            </a:pPr>
            <a:r>
              <a:rPr lang="en-US" noProof="0" dirty="0">
                <a:solidFill>
                  <a:schemeClr val="tx1">
                    <a:alpha val="0"/>
                  </a:schemeClr>
                </a:solidFill>
              </a:rPr>
              <a:t>Improve</a:t>
            </a:r>
          </a:p>
          <a:p>
            <a:pPr lvl="1">
              <a:buSzPts val="100"/>
              <a:buFont typeface="Aptos" panose="020B0004020202020204" pitchFamily="34" charset="0"/>
              <a:buChar char="+"/>
            </a:pPr>
            <a:r>
              <a:rPr lang="en-US" noProof="0" dirty="0">
                <a:solidFill>
                  <a:schemeClr val="tx1">
                    <a:alpha val="0"/>
                  </a:schemeClr>
                </a:solidFill>
              </a:rPr>
              <a:t> Simplicity</a:t>
            </a:r>
          </a:p>
          <a:p>
            <a:pPr lvl="1">
              <a:buSzPts val="100"/>
              <a:buFont typeface="Aptos" panose="020B0004020202020204" pitchFamily="34" charset="0"/>
              <a:buChar char="+"/>
            </a:pPr>
            <a:r>
              <a:rPr lang="en-US" noProof="0" dirty="0">
                <a:solidFill>
                  <a:schemeClr val="tx1">
                    <a:alpha val="0"/>
                  </a:schemeClr>
                </a:solidFill>
              </a:rPr>
              <a:t> Flexibility</a:t>
            </a:r>
          </a:p>
          <a:p>
            <a:pPr lvl="1">
              <a:buSzPts val="100"/>
              <a:buFont typeface="Aptos" panose="020B0004020202020204" pitchFamily="34" charset="0"/>
              <a:buChar char="+"/>
            </a:pPr>
            <a:r>
              <a:rPr lang="en-US" noProof="0" dirty="0">
                <a:solidFill>
                  <a:schemeClr val="tx1">
                    <a:alpha val="0"/>
                  </a:schemeClr>
                </a:solidFill>
              </a:rPr>
              <a:t> Automatability</a:t>
            </a:r>
          </a:p>
        </p:txBody>
      </p:sp>
      <p:sp>
        <p:nvSpPr>
          <p:cNvPr id="3" name="Date Placeholder 2">
            <a:extLst>
              <a:ext uri="{FF2B5EF4-FFF2-40B4-BE49-F238E27FC236}">
                <a16:creationId xmlns:a16="http://schemas.microsoft.com/office/drawing/2014/main" id="{4988AEDC-D367-7811-10AA-6C0AA66CFAB8}"/>
              </a:ext>
            </a:extLst>
          </p:cNvPr>
          <p:cNvSpPr>
            <a:spLocks noGrp="1"/>
          </p:cNvSpPr>
          <p:nvPr>
            <p:ph type="dt" sz="half" idx="10"/>
            <p:custDataLst>
              <p:tags r:id="rId4"/>
            </p:custDataLst>
          </p:nvPr>
        </p:nvSpPr>
        <p:spPr/>
        <p:txBody>
          <a:bodyPr/>
          <a:lstStyle/>
          <a:p>
            <a:r>
              <a:rPr lang="en-US" noProof="0"/>
              <a:t>9/5/2026</a:t>
            </a:r>
            <a:endParaRPr lang="en-US" noProof="0" dirty="0"/>
          </a:p>
        </p:txBody>
      </p:sp>
      <p:sp>
        <p:nvSpPr>
          <p:cNvPr id="4" name="Slide Number Placeholder 3">
            <a:extLst>
              <a:ext uri="{FF2B5EF4-FFF2-40B4-BE49-F238E27FC236}">
                <a16:creationId xmlns:a16="http://schemas.microsoft.com/office/drawing/2014/main" id="{380F4037-5269-4CAD-BC9E-C76ACF79B7FD}"/>
              </a:ext>
            </a:extLst>
          </p:cNvPr>
          <p:cNvSpPr>
            <a:spLocks noGrp="1"/>
          </p:cNvSpPr>
          <p:nvPr>
            <p:ph type="sldNum" sz="quarter" idx="12"/>
            <p:custDataLst>
              <p:tags r:id="rId5"/>
            </p:custDataLst>
          </p:nvPr>
        </p:nvSpPr>
        <p:spPr/>
        <p:txBody>
          <a:bodyPr/>
          <a:lstStyle/>
          <a:p>
            <a:r>
              <a:rPr lang="en-US" noProof="0"/>
              <a:t>23</a:t>
            </a:r>
            <a:endParaRPr lang="en-US" noProof="0" dirty="0"/>
          </a:p>
        </p:txBody>
      </p:sp>
    </p:spTree>
    <p:custDataLst>
      <p:tags r:id="rId1"/>
    </p:custDataLst>
    <p:extLst>
      <p:ext uri="{BB962C8B-B14F-4D97-AF65-F5344CB8AC3E}">
        <p14:creationId xmlns:p14="http://schemas.microsoft.com/office/powerpoint/2010/main" val="1845038968"/>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4F0FD2-3D3D-E4D8-0BE2-C6EA0F656E4D}"/>
              </a:ext>
            </a:extLst>
          </p:cNvPr>
          <p:cNvSpPr>
            <a:spLocks noGrp="1"/>
          </p:cNvSpPr>
          <p:nvPr>
            <p:ph type="title"/>
            <p:custDataLst>
              <p:tags r:id="rId2"/>
            </p:custDataLst>
          </p:nvPr>
        </p:nvSpPr>
        <p:spPr/>
        <p:txBody>
          <a:bodyPr/>
          <a:lstStyle/>
          <a:p>
            <a:r>
              <a:rPr lang="en-US" noProof="0" dirty="0"/>
              <a:t>Abstractions summary</a:t>
            </a:r>
          </a:p>
        </p:txBody>
      </p:sp>
      <p:sp>
        <p:nvSpPr>
          <p:cNvPr id="5" name="Content Placeholder 4">
            <a:extLst>
              <a:ext uri="{FF2B5EF4-FFF2-40B4-BE49-F238E27FC236}">
                <a16:creationId xmlns:a16="http://schemas.microsoft.com/office/drawing/2014/main" id="{7E92FA72-0853-FBD0-690C-F10CAE3EEC08}"/>
              </a:ext>
            </a:extLst>
          </p:cNvPr>
          <p:cNvSpPr>
            <a:spLocks noGrp="1"/>
          </p:cNvSpPr>
          <p:nvPr>
            <p:ph idx="1"/>
            <p:custDataLst>
              <p:tags r:id="rId3"/>
            </p:custDataLst>
          </p:nvPr>
        </p:nvSpPr>
        <p:spPr/>
        <p:txBody>
          <a:bodyPr/>
          <a:lstStyle/>
          <a:p>
            <a:pPr>
              <a:buFont typeface="Wingdings" panose="05000000000000000000" pitchFamily="2" charset="2"/>
              <a:buChar char="ü"/>
            </a:pPr>
            <a:r>
              <a:rPr lang="en-US" noProof="0" dirty="0"/>
              <a:t> Can transform layouts &amp; traversals</a:t>
            </a:r>
          </a:p>
          <a:p>
            <a:pPr>
              <a:buFont typeface="Wingdings" panose="05000000000000000000" pitchFamily="2" charset="2"/>
              <a:buChar char="ü"/>
            </a:pPr>
            <a:r>
              <a:rPr lang="en-US" noProof="0" dirty="0"/>
              <a:t> Parallel computing CPU, GPU</a:t>
            </a:r>
          </a:p>
          <a:p>
            <a:pPr>
              <a:buFont typeface="Wingdings" panose="05000000000000000000" pitchFamily="2" charset="2"/>
              <a:buChar char="ü"/>
            </a:pPr>
            <a:r>
              <a:rPr lang="en-US" noProof="0" dirty="0"/>
              <a:t> Distributed computing</a:t>
            </a:r>
          </a:p>
          <a:p>
            <a:pPr>
              <a:buFont typeface="Wingdings" panose="05000000000000000000" pitchFamily="2" charset="2"/>
              <a:buChar char="ü"/>
            </a:pPr>
            <a:r>
              <a:rPr lang="en-US" noProof="0" dirty="0"/>
              <a:t> Encoding &amp; Evaluation in Cellular Automata</a:t>
            </a:r>
          </a:p>
          <a:p>
            <a:pPr marL="0" indent="0">
              <a:buNone/>
            </a:pPr>
            <a:r>
              <a:rPr lang="en-US" noProof="0" dirty="0"/>
              <a:t>Improve</a:t>
            </a:r>
          </a:p>
          <a:p>
            <a:pPr lvl="1">
              <a:buFont typeface="Aptos" panose="020B0004020202020204" pitchFamily="34" charset="0"/>
              <a:buChar char="+"/>
            </a:pPr>
            <a:r>
              <a:rPr lang="en-US" noProof="0" dirty="0"/>
              <a:t> Simplicity</a:t>
            </a:r>
          </a:p>
          <a:p>
            <a:pPr lvl="1">
              <a:buFont typeface="Aptos" panose="020B0004020202020204" pitchFamily="34" charset="0"/>
              <a:buChar char="+"/>
            </a:pPr>
            <a:r>
              <a:rPr lang="en-US" noProof="0" dirty="0"/>
              <a:t> Flexibility</a:t>
            </a:r>
          </a:p>
          <a:p>
            <a:pPr lvl="1">
              <a:buFont typeface="Aptos" panose="020B0004020202020204" pitchFamily="34" charset="0"/>
              <a:buChar char="+"/>
            </a:pPr>
            <a:r>
              <a:rPr lang="en-US" noProof="0" dirty="0"/>
              <a:t> Automatability</a:t>
            </a:r>
          </a:p>
        </p:txBody>
      </p:sp>
      <p:sp>
        <p:nvSpPr>
          <p:cNvPr id="3" name="Date Placeholder 2">
            <a:extLst>
              <a:ext uri="{FF2B5EF4-FFF2-40B4-BE49-F238E27FC236}">
                <a16:creationId xmlns:a16="http://schemas.microsoft.com/office/drawing/2014/main" id="{4988AEDC-D367-7811-10AA-6C0AA66CFAB8}"/>
              </a:ext>
            </a:extLst>
          </p:cNvPr>
          <p:cNvSpPr>
            <a:spLocks noGrp="1"/>
          </p:cNvSpPr>
          <p:nvPr>
            <p:ph type="dt" sz="half" idx="10"/>
            <p:custDataLst>
              <p:tags r:id="rId4"/>
            </p:custDataLst>
          </p:nvPr>
        </p:nvSpPr>
        <p:spPr/>
        <p:txBody>
          <a:bodyPr/>
          <a:lstStyle/>
          <a:p>
            <a:r>
              <a:rPr lang="en-US" noProof="0"/>
              <a:t>9/5/2026</a:t>
            </a:r>
            <a:endParaRPr lang="en-US" noProof="0" dirty="0"/>
          </a:p>
        </p:txBody>
      </p:sp>
      <p:sp>
        <p:nvSpPr>
          <p:cNvPr id="4" name="Slide Number Placeholder 3">
            <a:extLst>
              <a:ext uri="{FF2B5EF4-FFF2-40B4-BE49-F238E27FC236}">
                <a16:creationId xmlns:a16="http://schemas.microsoft.com/office/drawing/2014/main" id="{380F4037-5269-4CAD-BC9E-C76ACF79B7FD}"/>
              </a:ext>
            </a:extLst>
          </p:cNvPr>
          <p:cNvSpPr>
            <a:spLocks noGrp="1"/>
          </p:cNvSpPr>
          <p:nvPr>
            <p:ph type="sldNum" sz="quarter" idx="12"/>
            <p:custDataLst>
              <p:tags r:id="rId5"/>
            </p:custDataLst>
          </p:nvPr>
        </p:nvSpPr>
        <p:spPr/>
        <p:txBody>
          <a:bodyPr/>
          <a:lstStyle/>
          <a:p>
            <a:r>
              <a:rPr lang="en-US" noProof="0"/>
              <a:t>23</a:t>
            </a:r>
            <a:endParaRPr lang="en-US" noProof="0" dirty="0"/>
          </a:p>
        </p:txBody>
      </p:sp>
    </p:spTree>
    <p:custDataLst>
      <p:tags r:id="rId1"/>
    </p:custDataLst>
    <p:extLst>
      <p:ext uri="{BB962C8B-B14F-4D97-AF65-F5344CB8AC3E}">
        <p14:creationId xmlns:p14="http://schemas.microsoft.com/office/powerpoint/2010/main" val="817834944"/>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E68984CF-F135-422A-BC96-9BDB08D720D4}"/>
              </a:ext>
            </a:extLst>
          </p:cNvPr>
          <p:cNvPicPr>
            <a:picLocks noChangeAspect="1"/>
          </p:cNvPicPr>
          <p:nvPr>
            <p:custDataLst>
              <p:tags r:id="rId2"/>
            </p:custDataLst>
          </p:nvPr>
        </p:nvPicPr>
        <p:blipFill>
          <a:blip r:embed="rId12"/>
          <a:srcRect l="12883" t="17084" r="11844" b="16205"/>
          <a:stretch>
            <a:fillRect/>
          </a:stretch>
        </p:blipFill>
        <p:spPr>
          <a:xfrm>
            <a:off x="5740045" y="4200417"/>
            <a:ext cx="1507332" cy="1335881"/>
          </a:xfrm>
          <a:prstGeom prst="rect">
            <a:avLst/>
          </a:prstGeom>
        </p:spPr>
      </p:pic>
      <p:sp>
        <p:nvSpPr>
          <p:cNvPr id="2" name="Title 1">
            <a:extLst>
              <a:ext uri="{FF2B5EF4-FFF2-40B4-BE49-F238E27FC236}">
                <a16:creationId xmlns:a16="http://schemas.microsoft.com/office/drawing/2014/main" id="{CA4F0FD2-3D3D-E4D8-0BE2-C6EA0F656E4D}"/>
              </a:ext>
            </a:extLst>
          </p:cNvPr>
          <p:cNvSpPr>
            <a:spLocks noGrp="1"/>
          </p:cNvSpPr>
          <p:nvPr>
            <p:ph type="title"/>
            <p:custDataLst>
              <p:tags r:id="rId3"/>
            </p:custDataLst>
          </p:nvPr>
        </p:nvSpPr>
        <p:spPr/>
        <p:txBody>
          <a:bodyPr/>
          <a:lstStyle/>
          <a:p>
            <a:r>
              <a:rPr lang="en-US" noProof="0" dirty="0"/>
              <a:t>Abstractions summary</a:t>
            </a:r>
          </a:p>
        </p:txBody>
      </p:sp>
      <p:sp>
        <p:nvSpPr>
          <p:cNvPr id="5" name="Content Placeholder 4">
            <a:extLst>
              <a:ext uri="{FF2B5EF4-FFF2-40B4-BE49-F238E27FC236}">
                <a16:creationId xmlns:a16="http://schemas.microsoft.com/office/drawing/2014/main" id="{7E92FA72-0853-FBD0-690C-F10CAE3EEC08}"/>
              </a:ext>
            </a:extLst>
          </p:cNvPr>
          <p:cNvSpPr>
            <a:spLocks noGrp="1"/>
          </p:cNvSpPr>
          <p:nvPr>
            <p:ph idx="1"/>
            <p:custDataLst>
              <p:tags r:id="rId4"/>
            </p:custDataLst>
          </p:nvPr>
        </p:nvSpPr>
        <p:spPr/>
        <p:txBody>
          <a:bodyPr/>
          <a:lstStyle/>
          <a:p>
            <a:pPr>
              <a:buFont typeface="Wingdings" panose="05000000000000000000" pitchFamily="2" charset="2"/>
              <a:buChar char="ü"/>
            </a:pPr>
            <a:r>
              <a:rPr lang="en-US" noProof="0" dirty="0"/>
              <a:t> Can transform layouts &amp; traversals</a:t>
            </a:r>
          </a:p>
          <a:p>
            <a:pPr>
              <a:buFont typeface="Wingdings" panose="05000000000000000000" pitchFamily="2" charset="2"/>
              <a:buChar char="ü"/>
            </a:pPr>
            <a:r>
              <a:rPr lang="en-US" noProof="0" dirty="0"/>
              <a:t> Parallel computing CPU, GPU</a:t>
            </a:r>
          </a:p>
          <a:p>
            <a:pPr>
              <a:buFont typeface="Wingdings" panose="05000000000000000000" pitchFamily="2" charset="2"/>
              <a:buChar char="ü"/>
            </a:pPr>
            <a:r>
              <a:rPr lang="en-US" noProof="0" dirty="0"/>
              <a:t> Distributed computing</a:t>
            </a:r>
          </a:p>
          <a:p>
            <a:pPr>
              <a:buFont typeface="Wingdings" panose="05000000000000000000" pitchFamily="2" charset="2"/>
              <a:buChar char="ü"/>
            </a:pPr>
            <a:r>
              <a:rPr lang="en-US" noProof="0" dirty="0"/>
              <a:t> Encoding &amp; Evaluation in Cellular Automata</a:t>
            </a:r>
          </a:p>
          <a:p>
            <a:pPr marL="0" indent="0">
              <a:buNone/>
            </a:pPr>
            <a:r>
              <a:rPr lang="en-US" noProof="0" dirty="0"/>
              <a:t>Improve</a:t>
            </a:r>
          </a:p>
          <a:p>
            <a:pPr lvl="1">
              <a:buFont typeface="Aptos" panose="020B0004020202020204" pitchFamily="34" charset="0"/>
              <a:buChar char="+"/>
            </a:pPr>
            <a:r>
              <a:rPr lang="en-US" noProof="0" dirty="0"/>
              <a:t> Simplicity</a:t>
            </a:r>
          </a:p>
          <a:p>
            <a:pPr lvl="1">
              <a:buFont typeface="Aptos" panose="020B0004020202020204" pitchFamily="34" charset="0"/>
              <a:buChar char="+"/>
            </a:pPr>
            <a:r>
              <a:rPr lang="en-US" noProof="0" dirty="0"/>
              <a:t> Flexibility</a:t>
            </a:r>
          </a:p>
          <a:p>
            <a:pPr lvl="1">
              <a:buFont typeface="Aptos" panose="020B0004020202020204" pitchFamily="34" charset="0"/>
              <a:buChar char="+"/>
            </a:pPr>
            <a:r>
              <a:rPr lang="en-US" noProof="0" dirty="0"/>
              <a:t> Automatability</a:t>
            </a:r>
          </a:p>
        </p:txBody>
      </p:sp>
      <p:sp>
        <p:nvSpPr>
          <p:cNvPr id="3" name="Date Placeholder 2">
            <a:extLst>
              <a:ext uri="{FF2B5EF4-FFF2-40B4-BE49-F238E27FC236}">
                <a16:creationId xmlns:a16="http://schemas.microsoft.com/office/drawing/2014/main" id="{4988AEDC-D367-7811-10AA-6C0AA66CFAB8}"/>
              </a:ext>
            </a:extLst>
          </p:cNvPr>
          <p:cNvSpPr>
            <a:spLocks noGrp="1"/>
          </p:cNvSpPr>
          <p:nvPr>
            <p:ph type="dt" sz="half" idx="10"/>
            <p:custDataLst>
              <p:tags r:id="rId5"/>
            </p:custDataLst>
          </p:nvPr>
        </p:nvSpPr>
        <p:spPr/>
        <p:txBody>
          <a:bodyPr/>
          <a:lstStyle/>
          <a:p>
            <a:r>
              <a:rPr lang="en-US" noProof="0"/>
              <a:t>9/5/2026</a:t>
            </a:r>
            <a:endParaRPr lang="en-US" noProof="0" dirty="0"/>
          </a:p>
        </p:txBody>
      </p:sp>
      <p:sp>
        <p:nvSpPr>
          <p:cNvPr id="4" name="Slide Number Placeholder 3">
            <a:extLst>
              <a:ext uri="{FF2B5EF4-FFF2-40B4-BE49-F238E27FC236}">
                <a16:creationId xmlns:a16="http://schemas.microsoft.com/office/drawing/2014/main" id="{380F4037-5269-4CAD-BC9E-C76ACF79B7FD}"/>
              </a:ext>
            </a:extLst>
          </p:cNvPr>
          <p:cNvSpPr>
            <a:spLocks noGrp="1"/>
          </p:cNvSpPr>
          <p:nvPr>
            <p:ph type="sldNum" sz="quarter" idx="12"/>
            <p:custDataLst>
              <p:tags r:id="rId6"/>
            </p:custDataLst>
          </p:nvPr>
        </p:nvSpPr>
        <p:spPr/>
        <p:txBody>
          <a:bodyPr/>
          <a:lstStyle/>
          <a:p>
            <a:r>
              <a:rPr lang="en-US" noProof="0"/>
              <a:t>23</a:t>
            </a:r>
            <a:endParaRPr lang="en-US" noProof="0" dirty="0"/>
          </a:p>
        </p:txBody>
      </p:sp>
      <p:sp>
        <p:nvSpPr>
          <p:cNvPr id="6" name="Right Brace 5">
            <a:extLst>
              <a:ext uri="{FF2B5EF4-FFF2-40B4-BE49-F238E27FC236}">
                <a16:creationId xmlns:a16="http://schemas.microsoft.com/office/drawing/2014/main" id="{78CF35CC-A730-C361-5E7C-62A784D86C38}"/>
              </a:ext>
            </a:extLst>
          </p:cNvPr>
          <p:cNvSpPr/>
          <p:nvPr>
            <p:custDataLst>
              <p:tags r:id="rId7"/>
            </p:custDataLst>
          </p:nvPr>
        </p:nvSpPr>
        <p:spPr>
          <a:xfrm>
            <a:off x="3388659" y="3805519"/>
            <a:ext cx="296553" cy="1268296"/>
          </a:xfrm>
          <a:prstGeom prst="rightBrace">
            <a:avLst/>
          </a:prstGeom>
          <a:ln>
            <a:solidFill>
              <a:schemeClr val="tx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noProof="0" dirty="0"/>
          </a:p>
        </p:txBody>
      </p:sp>
      <p:cxnSp>
        <p:nvCxnSpPr>
          <p:cNvPr id="10" name="Straight Connector 9">
            <a:extLst>
              <a:ext uri="{FF2B5EF4-FFF2-40B4-BE49-F238E27FC236}">
                <a16:creationId xmlns:a16="http://schemas.microsoft.com/office/drawing/2014/main" id="{6A7A7546-AB4B-B0AA-3591-AB55403B6F68}"/>
              </a:ext>
            </a:extLst>
          </p:cNvPr>
          <p:cNvCxnSpPr>
            <a:cxnSpLocks/>
            <a:stCxn id="6" idx="1"/>
            <a:endCxn id="9" idx="1"/>
          </p:cNvCxnSpPr>
          <p:nvPr>
            <p:custDataLst>
              <p:tags r:id="rId8"/>
            </p:custDataLst>
          </p:nvPr>
        </p:nvCxnSpPr>
        <p:spPr>
          <a:xfrm>
            <a:off x="3685212" y="4439667"/>
            <a:ext cx="2054833" cy="428691"/>
          </a:xfrm>
          <a:prstGeom prst="line">
            <a:avLst/>
          </a:prstGeom>
          <a:ln>
            <a:solidFill>
              <a:schemeClr val="tx1"/>
            </a:solidFill>
            <a:prstDash val="sysDot"/>
          </a:ln>
        </p:spPr>
        <p:style>
          <a:lnRef idx="2">
            <a:schemeClr val="accent1"/>
          </a:lnRef>
          <a:fillRef idx="0">
            <a:schemeClr val="accent1"/>
          </a:fillRef>
          <a:effectRef idx="1">
            <a:schemeClr val="accent1"/>
          </a:effectRef>
          <a:fontRef idx="minor">
            <a:schemeClr val="tx1"/>
          </a:fontRef>
        </p:style>
      </p:cxnSp>
      <p:sp>
        <p:nvSpPr>
          <p:cNvPr id="16" name="Speech Bubble: Rectangle with Corners Rounded 15">
            <a:extLst>
              <a:ext uri="{FF2B5EF4-FFF2-40B4-BE49-F238E27FC236}">
                <a16:creationId xmlns:a16="http://schemas.microsoft.com/office/drawing/2014/main" id="{EEA29218-CBAB-5518-9C50-26809DEFD9F4}"/>
              </a:ext>
            </a:extLst>
          </p:cNvPr>
          <p:cNvSpPr/>
          <p:nvPr>
            <p:custDataLst>
              <p:tags r:id="rId9"/>
            </p:custDataLst>
          </p:nvPr>
        </p:nvSpPr>
        <p:spPr>
          <a:xfrm>
            <a:off x="6938950" y="3429000"/>
            <a:ext cx="4109740" cy="896259"/>
          </a:xfrm>
          <a:prstGeom prst="wedgeRoundRectCallout">
            <a:avLst>
              <a:gd name="adj1" fmla="val -46931"/>
              <a:gd name="adj2" fmla="val 78756"/>
              <a:gd name="adj3" fmla="val 16667"/>
            </a:avLst>
          </a:prstGeom>
          <a:gradFill>
            <a:gsLst>
              <a:gs pos="0">
                <a:srgbClr val="D7ADD0"/>
              </a:gs>
              <a:gs pos="50000">
                <a:srgbClr val="CD9FC6"/>
              </a:gs>
              <a:gs pos="100000">
                <a:srgbClr val="CE9AC5"/>
              </a:gs>
            </a:gsLst>
          </a:gradFill>
        </p:spPr>
        <p:style>
          <a:lnRef idx="1">
            <a:schemeClr val="accent5"/>
          </a:lnRef>
          <a:fillRef idx="2">
            <a:schemeClr val="accent5"/>
          </a:fillRef>
          <a:effectRef idx="1">
            <a:schemeClr val="accent5"/>
          </a:effectRef>
          <a:fontRef idx="minor">
            <a:schemeClr val="dk1"/>
          </a:fontRef>
        </p:style>
        <p:txBody>
          <a:bodyPr rtlCol="0" anchor="ctr"/>
          <a:lstStyle/>
          <a:p>
            <a:pPr algn="ctr"/>
            <a:r>
              <a:rPr lang="en-US" sz="2400" noProof="0" dirty="0"/>
              <a:t>I, an LLM, can redesign algorithms</a:t>
            </a:r>
          </a:p>
        </p:txBody>
      </p:sp>
    </p:spTree>
    <p:custDataLst>
      <p:tags r:id="rId1"/>
    </p:custDataLst>
    <p:extLst>
      <p:ext uri="{BB962C8B-B14F-4D97-AF65-F5344CB8AC3E}">
        <p14:creationId xmlns:p14="http://schemas.microsoft.com/office/powerpoint/2010/main" val="4221082985"/>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D1D975-7AEF-41C8-9128-2012304DE08F}"/>
              </a:ext>
            </a:extLst>
          </p:cNvPr>
          <p:cNvSpPr>
            <a:spLocks noGrp="1"/>
          </p:cNvSpPr>
          <p:nvPr>
            <p:ph type="title"/>
            <p:custDataLst>
              <p:tags r:id="rId2"/>
            </p:custDataLst>
          </p:nvPr>
        </p:nvSpPr>
        <p:spPr/>
        <p:txBody>
          <a:bodyPr/>
          <a:lstStyle/>
          <a:p>
            <a:r>
              <a:rPr lang="en-US" noProof="0" dirty="0"/>
              <a:t>Tutoring LLMs for CUDA</a:t>
            </a:r>
          </a:p>
        </p:txBody>
      </p:sp>
      <p:sp>
        <p:nvSpPr>
          <p:cNvPr id="3" name="Date Placeholder 2">
            <a:extLst>
              <a:ext uri="{FF2B5EF4-FFF2-40B4-BE49-F238E27FC236}">
                <a16:creationId xmlns:a16="http://schemas.microsoft.com/office/drawing/2014/main" id="{DC8EF9FE-8675-53C4-C0C8-6B18ACCF6DA8}"/>
              </a:ext>
            </a:extLst>
          </p:cNvPr>
          <p:cNvSpPr>
            <a:spLocks noGrp="1"/>
          </p:cNvSpPr>
          <p:nvPr>
            <p:ph type="dt" sz="half" idx="10"/>
            <p:custDataLst>
              <p:tags r:id="rId3"/>
            </p:custDataLst>
          </p:nvPr>
        </p:nvSpPr>
        <p:spPr/>
        <p:txBody>
          <a:bodyPr/>
          <a:lstStyle/>
          <a:p>
            <a:r>
              <a:rPr lang="en-US" noProof="0"/>
              <a:t>9/5/2026</a:t>
            </a:r>
            <a:endParaRPr lang="en-US" noProof="0" dirty="0"/>
          </a:p>
        </p:txBody>
      </p:sp>
      <p:sp>
        <p:nvSpPr>
          <p:cNvPr id="5" name="Slide Number Placeholder 4">
            <a:extLst>
              <a:ext uri="{FF2B5EF4-FFF2-40B4-BE49-F238E27FC236}">
                <a16:creationId xmlns:a16="http://schemas.microsoft.com/office/drawing/2014/main" id="{AE5975AD-7C47-E1A4-2296-34363FEF7D11}"/>
              </a:ext>
            </a:extLst>
          </p:cNvPr>
          <p:cNvSpPr>
            <a:spLocks noGrp="1"/>
          </p:cNvSpPr>
          <p:nvPr>
            <p:ph type="sldNum" sz="quarter" idx="12"/>
            <p:custDataLst>
              <p:tags r:id="rId4"/>
            </p:custDataLst>
          </p:nvPr>
        </p:nvSpPr>
        <p:spPr/>
        <p:txBody>
          <a:bodyPr/>
          <a:lstStyle/>
          <a:p>
            <a:r>
              <a:rPr lang="en-US" noProof="0"/>
              <a:t>24</a:t>
            </a:r>
            <a:endParaRPr lang="en-US" noProof="0" dirty="0"/>
          </a:p>
        </p:txBody>
      </p:sp>
      <p:sp>
        <p:nvSpPr>
          <p:cNvPr id="17" name="TextBox 16">
            <a:extLst>
              <a:ext uri="{FF2B5EF4-FFF2-40B4-BE49-F238E27FC236}">
                <a16:creationId xmlns:a16="http://schemas.microsoft.com/office/drawing/2014/main" id="{BEC4E4EB-CC11-6E9C-D81F-7F68194B11AB}"/>
              </a:ext>
            </a:extLst>
          </p:cNvPr>
          <p:cNvSpPr txBox="1"/>
          <p:nvPr>
            <p:custDataLst>
              <p:tags r:id="rId5"/>
            </p:custDataLst>
          </p:nvPr>
        </p:nvSpPr>
        <p:spPr>
          <a:xfrm>
            <a:off x="40623" y="1417280"/>
            <a:ext cx="4423175" cy="1724164"/>
          </a:xfrm>
          <a:prstGeom prst="wedgeEllipseCallout">
            <a:avLst>
              <a:gd name="adj1" fmla="val -44456"/>
              <a:gd name="adj2" fmla="val 73252"/>
            </a:avLst>
          </a:prstGeom>
          <a:gradFill>
            <a:gsLst>
              <a:gs pos="0">
                <a:srgbClr val="AFD8F7"/>
              </a:gs>
              <a:gs pos="50000">
                <a:srgbClr val="A2CDEE"/>
              </a:gs>
              <a:gs pos="100000">
                <a:srgbClr val="8CC8F0"/>
              </a:gs>
            </a:gsLst>
          </a:gradFill>
          <a:ln/>
        </p:spPr>
        <p:style>
          <a:lnRef idx="1">
            <a:schemeClr val="accent4"/>
          </a:lnRef>
          <a:fillRef idx="2">
            <a:schemeClr val="accent4"/>
          </a:fillRef>
          <a:effectRef idx="1">
            <a:schemeClr val="accent4"/>
          </a:effectRef>
          <a:fontRef idx="minor">
            <a:schemeClr val="dk1"/>
          </a:fontRef>
        </p:style>
        <p:txBody>
          <a:bodyPr wrap="none" rtlCol="0" anchor="ctr">
            <a:noAutofit/>
          </a:bodyPr>
          <a:lstStyle/>
          <a:p>
            <a:pPr algn="ctr"/>
            <a:r>
              <a:rPr lang="en-US" sz="3200" noProof="0" dirty="0"/>
              <a:t>Implement</a:t>
            </a:r>
            <a:br>
              <a:rPr lang="en-US" sz="3200" noProof="0" dirty="0"/>
            </a:br>
            <a:r>
              <a:rPr lang="en-US" sz="3200" noProof="0" dirty="0"/>
              <a:t>efficient algorithm</a:t>
            </a:r>
          </a:p>
        </p:txBody>
      </p:sp>
      <p:cxnSp>
        <p:nvCxnSpPr>
          <p:cNvPr id="20" name="Straight Arrow Connector 19">
            <a:extLst>
              <a:ext uri="{FF2B5EF4-FFF2-40B4-BE49-F238E27FC236}">
                <a16:creationId xmlns:a16="http://schemas.microsoft.com/office/drawing/2014/main" id="{820E3632-2126-AA09-4A31-A863B36D696D}"/>
              </a:ext>
            </a:extLst>
          </p:cNvPr>
          <p:cNvCxnSpPr>
            <a:cxnSpLocks/>
            <a:stCxn id="17" idx="4"/>
            <a:endCxn id="42" idx="0"/>
          </p:cNvCxnSpPr>
          <p:nvPr>
            <p:custDataLst>
              <p:tags r:id="rId6"/>
            </p:custDataLst>
          </p:nvPr>
        </p:nvCxnSpPr>
        <p:spPr>
          <a:xfrm flipH="1">
            <a:off x="2252208" y="3141444"/>
            <a:ext cx="3" cy="710685"/>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24" name="Rectangle 23">
            <a:extLst>
              <a:ext uri="{FF2B5EF4-FFF2-40B4-BE49-F238E27FC236}">
                <a16:creationId xmlns:a16="http://schemas.microsoft.com/office/drawing/2014/main" id="{3BE48174-A02F-06F5-85D2-5A536FDEDB7C}"/>
              </a:ext>
            </a:extLst>
          </p:cNvPr>
          <p:cNvSpPr/>
          <p:nvPr>
            <p:custDataLst>
              <p:tags r:id="rId7"/>
            </p:custDataLst>
          </p:nvPr>
        </p:nvSpPr>
        <p:spPr>
          <a:xfrm>
            <a:off x="229586" y="5440720"/>
            <a:ext cx="4045244" cy="663927"/>
          </a:xfrm>
          <a:prstGeom prst="rect">
            <a:avLst/>
          </a:prstGeom>
          <a:gradFill>
            <a:gsLst>
              <a:gs pos="0">
                <a:srgbClr val="B5DCAE"/>
              </a:gs>
              <a:gs pos="50000">
                <a:srgbClr val="A8D1A1"/>
              </a:gs>
              <a:gs pos="100000">
                <a:srgbClr val="97CC8C"/>
              </a:gs>
            </a:gsLst>
          </a:gradFill>
        </p:spPr>
        <p:style>
          <a:lnRef idx="1">
            <a:schemeClr val="accent6"/>
          </a:lnRef>
          <a:fillRef idx="2">
            <a:schemeClr val="accent6"/>
          </a:fillRef>
          <a:effectRef idx="1">
            <a:schemeClr val="accent6"/>
          </a:effectRef>
          <a:fontRef idx="minor">
            <a:schemeClr val="dk1"/>
          </a:fontRef>
        </p:style>
        <p:txBody>
          <a:bodyPr wrap="none" rtlCol="0" anchor="ctr"/>
          <a:lstStyle/>
          <a:p>
            <a:pPr algn="ctr"/>
            <a:r>
              <a:rPr lang="en-US" sz="3200" noProof="0" dirty="0"/>
              <a:t>Not very good code</a:t>
            </a:r>
          </a:p>
        </p:txBody>
      </p:sp>
      <p:cxnSp>
        <p:nvCxnSpPr>
          <p:cNvPr id="28" name="Straight Arrow Connector 27">
            <a:extLst>
              <a:ext uri="{FF2B5EF4-FFF2-40B4-BE49-F238E27FC236}">
                <a16:creationId xmlns:a16="http://schemas.microsoft.com/office/drawing/2014/main" id="{D2D887C2-E3E4-CB89-71D1-28346C510357}"/>
              </a:ext>
            </a:extLst>
          </p:cNvPr>
          <p:cNvCxnSpPr>
            <a:cxnSpLocks/>
            <a:stCxn id="42" idx="2"/>
            <a:endCxn id="24" idx="0"/>
          </p:cNvCxnSpPr>
          <p:nvPr>
            <p:custDataLst>
              <p:tags r:id="rId8"/>
            </p:custDataLst>
          </p:nvPr>
        </p:nvCxnSpPr>
        <p:spPr>
          <a:xfrm>
            <a:off x="2252208" y="4659373"/>
            <a:ext cx="0" cy="781347"/>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pic>
        <p:nvPicPr>
          <p:cNvPr id="42" name="Picture 41">
            <a:extLst>
              <a:ext uri="{FF2B5EF4-FFF2-40B4-BE49-F238E27FC236}">
                <a16:creationId xmlns:a16="http://schemas.microsoft.com/office/drawing/2014/main" id="{316BF04B-178F-112C-0FA1-1E930ED0B64B}"/>
              </a:ext>
            </a:extLst>
          </p:cNvPr>
          <p:cNvPicPr>
            <a:picLocks noChangeAspect="1"/>
          </p:cNvPicPr>
          <p:nvPr>
            <p:custDataLst>
              <p:tags r:id="rId9"/>
            </p:custDataLst>
          </p:nvPr>
        </p:nvPicPr>
        <p:blipFill>
          <a:blip r:embed="rId12"/>
          <a:srcRect l="12577" t="17864" r="12520" b="16352"/>
          <a:stretch>
            <a:fillRect/>
          </a:stretch>
        </p:blipFill>
        <p:spPr>
          <a:xfrm>
            <a:off x="1792626" y="3852129"/>
            <a:ext cx="919163" cy="807244"/>
          </a:xfrm>
          <a:prstGeom prst="rect">
            <a:avLst/>
          </a:prstGeom>
        </p:spPr>
      </p:pic>
    </p:spTree>
    <p:custDataLst>
      <p:tags r:id="rId1"/>
    </p:custDataLst>
    <p:extLst>
      <p:ext uri="{BB962C8B-B14F-4D97-AF65-F5344CB8AC3E}">
        <p14:creationId xmlns:p14="http://schemas.microsoft.com/office/powerpoint/2010/main" val="3905563341"/>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D1D975-7AEF-41C8-9128-2012304DE08F}"/>
              </a:ext>
            </a:extLst>
          </p:cNvPr>
          <p:cNvSpPr>
            <a:spLocks noGrp="1"/>
          </p:cNvSpPr>
          <p:nvPr>
            <p:ph type="title"/>
            <p:custDataLst>
              <p:tags r:id="rId2"/>
            </p:custDataLst>
          </p:nvPr>
        </p:nvSpPr>
        <p:spPr/>
        <p:txBody>
          <a:bodyPr/>
          <a:lstStyle/>
          <a:p>
            <a:r>
              <a:rPr lang="en-US" noProof="0" dirty="0"/>
              <a:t>Tutoring LLMs for CUDA</a:t>
            </a:r>
          </a:p>
        </p:txBody>
      </p:sp>
      <p:sp>
        <p:nvSpPr>
          <p:cNvPr id="3" name="Date Placeholder 2">
            <a:extLst>
              <a:ext uri="{FF2B5EF4-FFF2-40B4-BE49-F238E27FC236}">
                <a16:creationId xmlns:a16="http://schemas.microsoft.com/office/drawing/2014/main" id="{DC8EF9FE-8675-53C4-C0C8-6B18ACCF6DA8}"/>
              </a:ext>
            </a:extLst>
          </p:cNvPr>
          <p:cNvSpPr>
            <a:spLocks noGrp="1"/>
          </p:cNvSpPr>
          <p:nvPr>
            <p:ph type="dt" sz="half" idx="10"/>
            <p:custDataLst>
              <p:tags r:id="rId3"/>
            </p:custDataLst>
          </p:nvPr>
        </p:nvSpPr>
        <p:spPr/>
        <p:txBody>
          <a:bodyPr/>
          <a:lstStyle/>
          <a:p>
            <a:r>
              <a:rPr lang="en-US" noProof="0"/>
              <a:t>9/5/2026</a:t>
            </a:r>
            <a:endParaRPr lang="en-US" noProof="0" dirty="0"/>
          </a:p>
        </p:txBody>
      </p:sp>
      <p:sp>
        <p:nvSpPr>
          <p:cNvPr id="5" name="Slide Number Placeholder 4">
            <a:extLst>
              <a:ext uri="{FF2B5EF4-FFF2-40B4-BE49-F238E27FC236}">
                <a16:creationId xmlns:a16="http://schemas.microsoft.com/office/drawing/2014/main" id="{AE5975AD-7C47-E1A4-2296-34363FEF7D11}"/>
              </a:ext>
            </a:extLst>
          </p:cNvPr>
          <p:cNvSpPr>
            <a:spLocks noGrp="1"/>
          </p:cNvSpPr>
          <p:nvPr>
            <p:ph type="sldNum" sz="quarter" idx="12"/>
            <p:custDataLst>
              <p:tags r:id="rId4"/>
            </p:custDataLst>
          </p:nvPr>
        </p:nvSpPr>
        <p:spPr/>
        <p:txBody>
          <a:bodyPr/>
          <a:lstStyle/>
          <a:p>
            <a:r>
              <a:rPr lang="en-US" noProof="0"/>
              <a:t>24</a:t>
            </a:r>
            <a:endParaRPr lang="en-US" noProof="0" dirty="0"/>
          </a:p>
        </p:txBody>
      </p:sp>
      <p:sp>
        <p:nvSpPr>
          <p:cNvPr id="17" name="TextBox 16">
            <a:extLst>
              <a:ext uri="{FF2B5EF4-FFF2-40B4-BE49-F238E27FC236}">
                <a16:creationId xmlns:a16="http://schemas.microsoft.com/office/drawing/2014/main" id="{BEC4E4EB-CC11-6E9C-D81F-7F68194B11AB}"/>
              </a:ext>
            </a:extLst>
          </p:cNvPr>
          <p:cNvSpPr txBox="1"/>
          <p:nvPr>
            <p:custDataLst>
              <p:tags r:id="rId5"/>
            </p:custDataLst>
          </p:nvPr>
        </p:nvSpPr>
        <p:spPr>
          <a:xfrm>
            <a:off x="40623" y="1417280"/>
            <a:ext cx="4423175" cy="1724164"/>
          </a:xfrm>
          <a:prstGeom prst="wedgeEllipseCallout">
            <a:avLst>
              <a:gd name="adj1" fmla="val -44456"/>
              <a:gd name="adj2" fmla="val 73252"/>
            </a:avLst>
          </a:prstGeom>
          <a:gradFill>
            <a:gsLst>
              <a:gs pos="0">
                <a:srgbClr val="AFD8F7"/>
              </a:gs>
              <a:gs pos="50000">
                <a:srgbClr val="A2CDEE"/>
              </a:gs>
              <a:gs pos="100000">
                <a:srgbClr val="8CC8F0"/>
              </a:gs>
            </a:gsLst>
          </a:gradFill>
          <a:ln/>
        </p:spPr>
        <p:style>
          <a:lnRef idx="1">
            <a:schemeClr val="accent4"/>
          </a:lnRef>
          <a:fillRef idx="2">
            <a:schemeClr val="accent4"/>
          </a:fillRef>
          <a:effectRef idx="1">
            <a:schemeClr val="accent4"/>
          </a:effectRef>
          <a:fontRef idx="minor">
            <a:schemeClr val="dk1"/>
          </a:fontRef>
        </p:style>
        <p:txBody>
          <a:bodyPr wrap="none" rtlCol="0" anchor="ctr">
            <a:noAutofit/>
          </a:bodyPr>
          <a:lstStyle/>
          <a:p>
            <a:pPr algn="ctr"/>
            <a:r>
              <a:rPr lang="en-US" sz="3200" noProof="0" dirty="0"/>
              <a:t>Implement</a:t>
            </a:r>
            <a:br>
              <a:rPr lang="en-US" sz="3200" noProof="0" dirty="0"/>
            </a:br>
            <a:r>
              <a:rPr lang="en-US" sz="3200" noProof="0" dirty="0"/>
              <a:t>efficient algorithm</a:t>
            </a:r>
          </a:p>
        </p:txBody>
      </p:sp>
      <p:cxnSp>
        <p:nvCxnSpPr>
          <p:cNvPr id="20" name="Straight Arrow Connector 19">
            <a:extLst>
              <a:ext uri="{FF2B5EF4-FFF2-40B4-BE49-F238E27FC236}">
                <a16:creationId xmlns:a16="http://schemas.microsoft.com/office/drawing/2014/main" id="{820E3632-2126-AA09-4A31-A863B36D696D}"/>
              </a:ext>
            </a:extLst>
          </p:cNvPr>
          <p:cNvCxnSpPr>
            <a:cxnSpLocks/>
            <a:stCxn id="17" idx="4"/>
            <a:endCxn id="42" idx="0"/>
          </p:cNvCxnSpPr>
          <p:nvPr>
            <p:custDataLst>
              <p:tags r:id="rId6"/>
            </p:custDataLst>
          </p:nvPr>
        </p:nvCxnSpPr>
        <p:spPr>
          <a:xfrm flipH="1">
            <a:off x="2252208" y="3141444"/>
            <a:ext cx="3" cy="710685"/>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24" name="Rectangle 23">
            <a:extLst>
              <a:ext uri="{FF2B5EF4-FFF2-40B4-BE49-F238E27FC236}">
                <a16:creationId xmlns:a16="http://schemas.microsoft.com/office/drawing/2014/main" id="{3BE48174-A02F-06F5-85D2-5A536FDEDB7C}"/>
              </a:ext>
            </a:extLst>
          </p:cNvPr>
          <p:cNvSpPr/>
          <p:nvPr>
            <p:custDataLst>
              <p:tags r:id="rId7"/>
            </p:custDataLst>
          </p:nvPr>
        </p:nvSpPr>
        <p:spPr>
          <a:xfrm>
            <a:off x="229586" y="5440720"/>
            <a:ext cx="4045244" cy="663927"/>
          </a:xfrm>
          <a:prstGeom prst="rect">
            <a:avLst/>
          </a:prstGeom>
          <a:gradFill>
            <a:gsLst>
              <a:gs pos="0">
                <a:srgbClr val="B5DCAE"/>
              </a:gs>
              <a:gs pos="50000">
                <a:srgbClr val="A8D1A1"/>
              </a:gs>
              <a:gs pos="100000">
                <a:srgbClr val="97CC8C"/>
              </a:gs>
            </a:gsLst>
          </a:gradFill>
        </p:spPr>
        <p:style>
          <a:lnRef idx="1">
            <a:schemeClr val="accent6"/>
          </a:lnRef>
          <a:fillRef idx="2">
            <a:schemeClr val="accent6"/>
          </a:fillRef>
          <a:effectRef idx="1">
            <a:schemeClr val="accent6"/>
          </a:effectRef>
          <a:fontRef idx="minor">
            <a:schemeClr val="dk1"/>
          </a:fontRef>
        </p:style>
        <p:txBody>
          <a:bodyPr wrap="none" rtlCol="0" anchor="ctr"/>
          <a:lstStyle/>
          <a:p>
            <a:pPr algn="ctr"/>
            <a:r>
              <a:rPr lang="en-US" sz="3200" noProof="0" dirty="0"/>
              <a:t>Not very good code</a:t>
            </a:r>
          </a:p>
        </p:txBody>
      </p:sp>
      <p:cxnSp>
        <p:nvCxnSpPr>
          <p:cNvPr id="28" name="Straight Arrow Connector 27">
            <a:extLst>
              <a:ext uri="{FF2B5EF4-FFF2-40B4-BE49-F238E27FC236}">
                <a16:creationId xmlns:a16="http://schemas.microsoft.com/office/drawing/2014/main" id="{D2D887C2-E3E4-CB89-71D1-28346C510357}"/>
              </a:ext>
            </a:extLst>
          </p:cNvPr>
          <p:cNvCxnSpPr>
            <a:cxnSpLocks/>
            <a:stCxn id="42" idx="2"/>
            <a:endCxn id="24" idx="0"/>
          </p:cNvCxnSpPr>
          <p:nvPr>
            <p:custDataLst>
              <p:tags r:id="rId8"/>
            </p:custDataLst>
          </p:nvPr>
        </p:nvCxnSpPr>
        <p:spPr>
          <a:xfrm>
            <a:off x="2252208" y="4659373"/>
            <a:ext cx="0" cy="781347"/>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30" name="TextBox 29">
            <a:extLst>
              <a:ext uri="{FF2B5EF4-FFF2-40B4-BE49-F238E27FC236}">
                <a16:creationId xmlns:a16="http://schemas.microsoft.com/office/drawing/2014/main" id="{6FAD4EE1-A685-999A-4B14-45D9D5B9DB08}"/>
              </a:ext>
            </a:extLst>
          </p:cNvPr>
          <p:cNvSpPr txBox="1"/>
          <p:nvPr>
            <p:custDataLst>
              <p:tags r:id="rId9"/>
            </p:custDataLst>
          </p:nvPr>
        </p:nvSpPr>
        <p:spPr>
          <a:xfrm>
            <a:off x="4616552" y="1450268"/>
            <a:ext cx="3549984" cy="1724164"/>
          </a:xfrm>
          <a:prstGeom prst="wedgeEllipseCallout">
            <a:avLst>
              <a:gd name="adj1" fmla="val -44456"/>
              <a:gd name="adj2" fmla="val 73252"/>
            </a:avLst>
          </a:prstGeom>
          <a:gradFill>
            <a:gsLst>
              <a:gs pos="0">
                <a:srgbClr val="AFD8F7"/>
              </a:gs>
              <a:gs pos="50000">
                <a:srgbClr val="A2CDEE"/>
              </a:gs>
              <a:gs pos="100000">
                <a:srgbClr val="8CC8F0"/>
              </a:gs>
            </a:gsLst>
          </a:gradFill>
          <a:ln/>
        </p:spPr>
        <p:style>
          <a:lnRef idx="1">
            <a:schemeClr val="accent4"/>
          </a:lnRef>
          <a:fillRef idx="2">
            <a:schemeClr val="accent4"/>
          </a:fillRef>
          <a:effectRef idx="1">
            <a:schemeClr val="accent4"/>
          </a:effectRef>
          <a:fontRef idx="minor">
            <a:schemeClr val="dk1"/>
          </a:fontRef>
        </p:style>
        <p:txBody>
          <a:bodyPr wrap="none" rtlCol="0" anchor="ctr">
            <a:noAutofit/>
          </a:bodyPr>
          <a:lstStyle/>
          <a:p>
            <a:pPr algn="ctr"/>
            <a:r>
              <a:rPr lang="en-US" sz="3200" noProof="0" dirty="0"/>
              <a:t>… Here are</a:t>
            </a:r>
            <a:br>
              <a:rPr lang="en-US" sz="3200" noProof="0" dirty="0"/>
            </a:br>
            <a:r>
              <a:rPr lang="en-US" sz="3200" noProof="0" dirty="0"/>
              <a:t>some hints</a:t>
            </a:r>
          </a:p>
        </p:txBody>
      </p:sp>
      <p:cxnSp>
        <p:nvCxnSpPr>
          <p:cNvPr id="31" name="Straight Arrow Connector 30">
            <a:extLst>
              <a:ext uri="{FF2B5EF4-FFF2-40B4-BE49-F238E27FC236}">
                <a16:creationId xmlns:a16="http://schemas.microsoft.com/office/drawing/2014/main" id="{182A4212-A4DA-F723-BE49-8CBB358B83EE}"/>
              </a:ext>
            </a:extLst>
          </p:cNvPr>
          <p:cNvCxnSpPr>
            <a:cxnSpLocks/>
            <a:stCxn id="30" idx="4"/>
            <a:endCxn id="45" idx="0"/>
          </p:cNvCxnSpPr>
          <p:nvPr>
            <p:custDataLst>
              <p:tags r:id="rId10"/>
            </p:custDataLst>
          </p:nvPr>
        </p:nvCxnSpPr>
        <p:spPr>
          <a:xfrm>
            <a:off x="6391544" y="3174432"/>
            <a:ext cx="0" cy="677697"/>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32" name="Rectangle 31">
            <a:extLst>
              <a:ext uri="{FF2B5EF4-FFF2-40B4-BE49-F238E27FC236}">
                <a16:creationId xmlns:a16="http://schemas.microsoft.com/office/drawing/2014/main" id="{1E91551C-845A-9444-C470-26D5FFE36AB4}"/>
              </a:ext>
            </a:extLst>
          </p:cNvPr>
          <p:cNvSpPr/>
          <p:nvPr>
            <p:custDataLst>
              <p:tags r:id="rId11"/>
            </p:custDataLst>
          </p:nvPr>
        </p:nvSpPr>
        <p:spPr>
          <a:xfrm>
            <a:off x="4768213" y="5440720"/>
            <a:ext cx="3246662" cy="663927"/>
          </a:xfrm>
          <a:prstGeom prst="rect">
            <a:avLst/>
          </a:prstGeom>
          <a:gradFill>
            <a:gsLst>
              <a:gs pos="0">
                <a:srgbClr val="B5DCAE"/>
              </a:gs>
              <a:gs pos="50000">
                <a:srgbClr val="A8D1A1"/>
              </a:gs>
              <a:gs pos="100000">
                <a:srgbClr val="97CC8C"/>
              </a:gs>
            </a:gsLst>
          </a:gradFill>
        </p:spPr>
        <p:style>
          <a:lnRef idx="1">
            <a:schemeClr val="accent6"/>
          </a:lnRef>
          <a:fillRef idx="2">
            <a:schemeClr val="accent6"/>
          </a:fillRef>
          <a:effectRef idx="1">
            <a:schemeClr val="accent6"/>
          </a:effectRef>
          <a:fontRef idx="minor">
            <a:schemeClr val="dk1"/>
          </a:fontRef>
        </p:style>
        <p:txBody>
          <a:bodyPr wrap="none" rtlCol="0" anchor="ctr"/>
          <a:lstStyle/>
          <a:p>
            <a:pPr algn="ctr"/>
            <a:r>
              <a:rPr lang="en-US" sz="3200" noProof="0" dirty="0"/>
              <a:t>Better code</a:t>
            </a:r>
          </a:p>
        </p:txBody>
      </p:sp>
      <p:cxnSp>
        <p:nvCxnSpPr>
          <p:cNvPr id="33" name="Straight Arrow Connector 32">
            <a:extLst>
              <a:ext uri="{FF2B5EF4-FFF2-40B4-BE49-F238E27FC236}">
                <a16:creationId xmlns:a16="http://schemas.microsoft.com/office/drawing/2014/main" id="{0AC963EE-C48C-9FB8-06B7-25587D005F38}"/>
              </a:ext>
            </a:extLst>
          </p:cNvPr>
          <p:cNvCxnSpPr>
            <a:cxnSpLocks/>
            <a:stCxn id="45" idx="2"/>
            <a:endCxn id="32" idx="0"/>
          </p:cNvCxnSpPr>
          <p:nvPr>
            <p:custDataLst>
              <p:tags r:id="rId12"/>
            </p:custDataLst>
          </p:nvPr>
        </p:nvCxnSpPr>
        <p:spPr>
          <a:xfrm>
            <a:off x="6391544" y="4659373"/>
            <a:ext cx="0" cy="781347"/>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47" name="TextBox 46">
            <a:extLst>
              <a:ext uri="{FF2B5EF4-FFF2-40B4-BE49-F238E27FC236}">
                <a16:creationId xmlns:a16="http://schemas.microsoft.com/office/drawing/2014/main" id="{FAD29855-3079-7844-981D-E8EB78A92E21}"/>
              </a:ext>
            </a:extLst>
          </p:cNvPr>
          <p:cNvSpPr txBox="1"/>
          <p:nvPr>
            <p:custDataLst>
              <p:tags r:id="rId13"/>
            </p:custDataLst>
          </p:nvPr>
        </p:nvSpPr>
        <p:spPr>
          <a:xfrm>
            <a:off x="8319290" y="1515440"/>
            <a:ext cx="3615756" cy="1626004"/>
          </a:xfrm>
          <a:prstGeom prst="wedgeEllipseCallout">
            <a:avLst>
              <a:gd name="adj1" fmla="val -44456"/>
              <a:gd name="adj2" fmla="val 73252"/>
            </a:avLst>
          </a:prstGeom>
          <a:gradFill>
            <a:gsLst>
              <a:gs pos="0">
                <a:srgbClr val="AFD8F7"/>
              </a:gs>
              <a:gs pos="50000">
                <a:srgbClr val="A2CDEE"/>
              </a:gs>
              <a:gs pos="100000">
                <a:srgbClr val="8CC8F0"/>
              </a:gs>
            </a:gsLst>
          </a:gradFill>
          <a:ln/>
        </p:spPr>
        <p:style>
          <a:lnRef idx="1">
            <a:schemeClr val="accent4"/>
          </a:lnRef>
          <a:fillRef idx="2">
            <a:schemeClr val="accent4"/>
          </a:fillRef>
          <a:effectRef idx="1">
            <a:schemeClr val="accent4"/>
          </a:effectRef>
          <a:fontRef idx="minor">
            <a:schemeClr val="dk1"/>
          </a:fontRef>
        </p:style>
        <p:txBody>
          <a:bodyPr wrap="none" rtlCol="0" anchor="ctr">
            <a:noAutofit/>
          </a:bodyPr>
          <a:lstStyle/>
          <a:p>
            <a:pPr algn="ctr"/>
            <a:r>
              <a:rPr lang="en-US" sz="3200" noProof="0" dirty="0"/>
              <a:t>Follow this</a:t>
            </a:r>
            <a:br>
              <a:rPr lang="en-US" sz="3200" noProof="0" dirty="0"/>
            </a:br>
            <a:r>
              <a:rPr lang="en-US" sz="3200" noProof="0" dirty="0"/>
              <a:t>design</a:t>
            </a:r>
          </a:p>
        </p:txBody>
      </p:sp>
      <p:sp>
        <p:nvSpPr>
          <p:cNvPr id="61" name="Rectangle 60">
            <a:extLst>
              <a:ext uri="{FF2B5EF4-FFF2-40B4-BE49-F238E27FC236}">
                <a16:creationId xmlns:a16="http://schemas.microsoft.com/office/drawing/2014/main" id="{560AD894-F06B-81D0-4862-B5F5392198BC}"/>
              </a:ext>
            </a:extLst>
          </p:cNvPr>
          <p:cNvSpPr/>
          <p:nvPr>
            <p:custDataLst>
              <p:tags r:id="rId14"/>
            </p:custDataLst>
          </p:nvPr>
        </p:nvSpPr>
        <p:spPr>
          <a:xfrm>
            <a:off x="8473761" y="5440720"/>
            <a:ext cx="3306814" cy="663927"/>
          </a:xfrm>
          <a:prstGeom prst="rect">
            <a:avLst/>
          </a:prstGeom>
          <a:gradFill>
            <a:gsLst>
              <a:gs pos="0">
                <a:srgbClr val="B5DCAE"/>
              </a:gs>
              <a:gs pos="50000">
                <a:srgbClr val="A8D1A1"/>
              </a:gs>
              <a:gs pos="100000">
                <a:srgbClr val="97CC8C"/>
              </a:gs>
            </a:gsLst>
          </a:gradFill>
        </p:spPr>
        <p:style>
          <a:lnRef idx="1">
            <a:schemeClr val="accent6"/>
          </a:lnRef>
          <a:fillRef idx="2">
            <a:schemeClr val="accent6"/>
          </a:fillRef>
          <a:effectRef idx="1">
            <a:schemeClr val="accent6"/>
          </a:effectRef>
          <a:fontRef idx="minor">
            <a:schemeClr val="dk1"/>
          </a:fontRef>
        </p:style>
        <p:txBody>
          <a:bodyPr wrap="none" rtlCol="0" anchor="ctr"/>
          <a:lstStyle/>
          <a:p>
            <a:pPr algn="ctr"/>
            <a:r>
              <a:rPr lang="en-US" sz="3200" noProof="0" dirty="0"/>
              <a:t>Efficient code?</a:t>
            </a:r>
          </a:p>
        </p:txBody>
      </p:sp>
      <p:cxnSp>
        <p:nvCxnSpPr>
          <p:cNvPr id="65" name="Straight Arrow Connector 64">
            <a:extLst>
              <a:ext uri="{FF2B5EF4-FFF2-40B4-BE49-F238E27FC236}">
                <a16:creationId xmlns:a16="http://schemas.microsoft.com/office/drawing/2014/main" id="{1B02E96B-466B-BBC3-B8FB-DB7A29A2BB81}"/>
              </a:ext>
            </a:extLst>
          </p:cNvPr>
          <p:cNvCxnSpPr>
            <a:cxnSpLocks/>
            <a:stCxn id="47" idx="4"/>
            <a:endCxn id="46" idx="0"/>
          </p:cNvCxnSpPr>
          <p:nvPr>
            <p:custDataLst>
              <p:tags r:id="rId15"/>
            </p:custDataLst>
          </p:nvPr>
        </p:nvCxnSpPr>
        <p:spPr>
          <a:xfrm>
            <a:off x="10127168" y="3141444"/>
            <a:ext cx="0" cy="705640"/>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67" name="Straight Arrow Connector 66">
            <a:extLst>
              <a:ext uri="{FF2B5EF4-FFF2-40B4-BE49-F238E27FC236}">
                <a16:creationId xmlns:a16="http://schemas.microsoft.com/office/drawing/2014/main" id="{F4C375B0-66D1-4094-A4CE-A46305DDB331}"/>
              </a:ext>
            </a:extLst>
          </p:cNvPr>
          <p:cNvCxnSpPr>
            <a:cxnSpLocks/>
            <a:stCxn id="46" idx="2"/>
            <a:endCxn id="61" idx="0"/>
          </p:cNvCxnSpPr>
          <p:nvPr>
            <p:custDataLst>
              <p:tags r:id="rId16"/>
            </p:custDataLst>
          </p:nvPr>
        </p:nvCxnSpPr>
        <p:spPr>
          <a:xfrm>
            <a:off x="10127168" y="4654328"/>
            <a:ext cx="0" cy="786392"/>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68" name="TextBox 67">
            <a:extLst>
              <a:ext uri="{FF2B5EF4-FFF2-40B4-BE49-F238E27FC236}">
                <a16:creationId xmlns:a16="http://schemas.microsoft.com/office/drawing/2014/main" id="{45CEB7EB-9DDD-0346-0151-E8B9C95212BD}"/>
              </a:ext>
            </a:extLst>
          </p:cNvPr>
          <p:cNvSpPr txBox="1"/>
          <p:nvPr>
            <p:custDataLst>
              <p:tags r:id="rId17"/>
            </p:custDataLst>
          </p:nvPr>
        </p:nvSpPr>
        <p:spPr>
          <a:xfrm>
            <a:off x="4017106" y="4076450"/>
            <a:ext cx="381836" cy="369332"/>
          </a:xfrm>
          <a:prstGeom prst="rect">
            <a:avLst/>
          </a:prstGeom>
          <a:noFill/>
        </p:spPr>
        <p:txBody>
          <a:bodyPr wrap="none" rtlCol="0">
            <a:spAutoFit/>
          </a:bodyPr>
          <a:lstStyle/>
          <a:p>
            <a:r>
              <a:rPr lang="en-US" noProof="0" dirty="0"/>
              <a:t>…</a:t>
            </a:r>
          </a:p>
        </p:txBody>
      </p:sp>
      <p:sp>
        <p:nvSpPr>
          <p:cNvPr id="70" name="TextBox 69">
            <a:extLst>
              <a:ext uri="{FF2B5EF4-FFF2-40B4-BE49-F238E27FC236}">
                <a16:creationId xmlns:a16="http://schemas.microsoft.com/office/drawing/2014/main" id="{9F6F3DBF-1BFB-DB5C-2306-CC6096186851}"/>
              </a:ext>
            </a:extLst>
          </p:cNvPr>
          <p:cNvSpPr txBox="1"/>
          <p:nvPr>
            <p:custDataLst>
              <p:tags r:id="rId18"/>
            </p:custDataLst>
          </p:nvPr>
        </p:nvSpPr>
        <p:spPr>
          <a:xfrm>
            <a:off x="8091925" y="4148175"/>
            <a:ext cx="381836" cy="369332"/>
          </a:xfrm>
          <a:prstGeom prst="rect">
            <a:avLst/>
          </a:prstGeom>
          <a:noFill/>
        </p:spPr>
        <p:txBody>
          <a:bodyPr wrap="none" rtlCol="0">
            <a:spAutoFit/>
          </a:bodyPr>
          <a:lstStyle/>
          <a:p>
            <a:r>
              <a:rPr lang="en-US" noProof="0" dirty="0"/>
              <a:t>…</a:t>
            </a:r>
          </a:p>
        </p:txBody>
      </p:sp>
      <p:pic>
        <p:nvPicPr>
          <p:cNvPr id="42" name="Picture 41">
            <a:extLst>
              <a:ext uri="{FF2B5EF4-FFF2-40B4-BE49-F238E27FC236}">
                <a16:creationId xmlns:a16="http://schemas.microsoft.com/office/drawing/2014/main" id="{316BF04B-178F-112C-0FA1-1E930ED0B64B}"/>
              </a:ext>
            </a:extLst>
          </p:cNvPr>
          <p:cNvPicPr>
            <a:picLocks noChangeAspect="1"/>
          </p:cNvPicPr>
          <p:nvPr>
            <p:custDataLst>
              <p:tags r:id="rId19"/>
            </p:custDataLst>
          </p:nvPr>
        </p:nvPicPr>
        <p:blipFill>
          <a:blip r:embed="rId24"/>
          <a:srcRect l="12577" t="17864" r="12520" b="16352"/>
          <a:stretch>
            <a:fillRect/>
          </a:stretch>
        </p:blipFill>
        <p:spPr>
          <a:xfrm>
            <a:off x="1792626" y="3852129"/>
            <a:ext cx="919163" cy="807244"/>
          </a:xfrm>
          <a:prstGeom prst="rect">
            <a:avLst/>
          </a:prstGeom>
        </p:spPr>
      </p:pic>
      <p:pic>
        <p:nvPicPr>
          <p:cNvPr id="45" name="Picture 44">
            <a:extLst>
              <a:ext uri="{FF2B5EF4-FFF2-40B4-BE49-F238E27FC236}">
                <a16:creationId xmlns:a16="http://schemas.microsoft.com/office/drawing/2014/main" id="{D98B62BA-C0CE-0DD2-0B2E-7832065054EA}"/>
              </a:ext>
            </a:extLst>
          </p:cNvPr>
          <p:cNvPicPr>
            <a:picLocks noChangeAspect="1"/>
          </p:cNvPicPr>
          <p:nvPr>
            <p:custDataLst>
              <p:tags r:id="rId20"/>
            </p:custDataLst>
          </p:nvPr>
        </p:nvPicPr>
        <p:blipFill>
          <a:blip r:embed="rId24"/>
          <a:srcRect l="12577" t="17864" r="12520" b="16352"/>
          <a:stretch>
            <a:fillRect/>
          </a:stretch>
        </p:blipFill>
        <p:spPr>
          <a:xfrm>
            <a:off x="5931962" y="3852129"/>
            <a:ext cx="919163" cy="807244"/>
          </a:xfrm>
          <a:prstGeom prst="rect">
            <a:avLst/>
          </a:prstGeom>
        </p:spPr>
      </p:pic>
      <p:pic>
        <p:nvPicPr>
          <p:cNvPr id="46" name="Picture 45">
            <a:extLst>
              <a:ext uri="{FF2B5EF4-FFF2-40B4-BE49-F238E27FC236}">
                <a16:creationId xmlns:a16="http://schemas.microsoft.com/office/drawing/2014/main" id="{AC2085E0-A83D-2E90-B6F6-59D17C0E4A65}"/>
              </a:ext>
            </a:extLst>
          </p:cNvPr>
          <p:cNvPicPr>
            <a:picLocks noChangeAspect="1"/>
          </p:cNvPicPr>
          <p:nvPr>
            <p:custDataLst>
              <p:tags r:id="rId21"/>
            </p:custDataLst>
          </p:nvPr>
        </p:nvPicPr>
        <p:blipFill>
          <a:blip r:embed="rId24"/>
          <a:srcRect l="12577" t="17864" r="12520" b="16352"/>
          <a:stretch>
            <a:fillRect/>
          </a:stretch>
        </p:blipFill>
        <p:spPr>
          <a:xfrm>
            <a:off x="9667586" y="3847084"/>
            <a:ext cx="919163" cy="807244"/>
          </a:xfrm>
          <a:prstGeom prst="rect">
            <a:avLst/>
          </a:prstGeom>
        </p:spPr>
      </p:pic>
    </p:spTree>
    <p:custDataLst>
      <p:tags r:id="rId1"/>
    </p:custDataLst>
    <p:extLst>
      <p:ext uri="{BB962C8B-B14F-4D97-AF65-F5344CB8AC3E}">
        <p14:creationId xmlns:p14="http://schemas.microsoft.com/office/powerpoint/2010/main" val="590820847"/>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D00028-B1B7-95DE-0316-80DF581C109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3D4BB94-B0A6-13BF-C326-F04334E315E1}"/>
              </a:ext>
            </a:extLst>
          </p:cNvPr>
          <p:cNvSpPr>
            <a:spLocks noGrp="1"/>
          </p:cNvSpPr>
          <p:nvPr>
            <p:ph type="title"/>
            <p:custDataLst>
              <p:tags r:id="rId2"/>
            </p:custDataLst>
          </p:nvPr>
        </p:nvSpPr>
        <p:spPr/>
        <p:txBody>
          <a:bodyPr/>
          <a:lstStyle/>
          <a:p>
            <a:r>
              <a:rPr lang="en-US" noProof="0" dirty="0"/>
              <a:t>Tutoring LLMs for CUDA</a:t>
            </a:r>
            <a:br>
              <a:rPr lang="en-US" noProof="0" dirty="0"/>
            </a:br>
            <a:r>
              <a:rPr lang="en-US" sz="2400" i="1" noProof="0" dirty="0"/>
              <a:t>OpenAI o3-mini</a:t>
            </a:r>
          </a:p>
        </p:txBody>
      </p:sp>
      <p:sp>
        <p:nvSpPr>
          <p:cNvPr id="3" name="Date Placeholder 2">
            <a:extLst>
              <a:ext uri="{FF2B5EF4-FFF2-40B4-BE49-F238E27FC236}">
                <a16:creationId xmlns:a16="http://schemas.microsoft.com/office/drawing/2014/main" id="{CAD361D2-7335-D7E3-A396-473E3CB64790}"/>
              </a:ext>
            </a:extLst>
          </p:cNvPr>
          <p:cNvSpPr>
            <a:spLocks noGrp="1"/>
          </p:cNvSpPr>
          <p:nvPr>
            <p:ph type="dt" sz="half" idx="10"/>
            <p:custDataLst>
              <p:tags r:id="rId3"/>
            </p:custDataLst>
          </p:nvPr>
        </p:nvSpPr>
        <p:spPr/>
        <p:txBody>
          <a:bodyPr/>
          <a:lstStyle/>
          <a:p>
            <a:r>
              <a:rPr lang="en-US" noProof="0"/>
              <a:t>9/5/2026</a:t>
            </a:r>
            <a:endParaRPr lang="en-US" noProof="0" dirty="0"/>
          </a:p>
        </p:txBody>
      </p:sp>
      <p:sp>
        <p:nvSpPr>
          <p:cNvPr id="5" name="Slide Number Placeholder 4">
            <a:extLst>
              <a:ext uri="{FF2B5EF4-FFF2-40B4-BE49-F238E27FC236}">
                <a16:creationId xmlns:a16="http://schemas.microsoft.com/office/drawing/2014/main" id="{5096A58D-5BC7-D48F-CB5B-5600D453A1E9}"/>
              </a:ext>
            </a:extLst>
          </p:cNvPr>
          <p:cNvSpPr>
            <a:spLocks noGrp="1"/>
          </p:cNvSpPr>
          <p:nvPr>
            <p:ph type="sldNum" sz="quarter" idx="12"/>
            <p:custDataLst>
              <p:tags r:id="rId4"/>
            </p:custDataLst>
          </p:nvPr>
        </p:nvSpPr>
        <p:spPr/>
        <p:txBody>
          <a:bodyPr/>
          <a:lstStyle/>
          <a:p>
            <a:r>
              <a:rPr lang="en-US" noProof="0"/>
              <a:t>25</a:t>
            </a:r>
            <a:endParaRPr lang="en-US" noProof="0" dirty="0"/>
          </a:p>
        </p:txBody>
      </p:sp>
      <p:pic>
        <p:nvPicPr>
          <p:cNvPr id="6" name="Picture 5">
            <a:extLst>
              <a:ext uri="{FF2B5EF4-FFF2-40B4-BE49-F238E27FC236}">
                <a16:creationId xmlns:a16="http://schemas.microsoft.com/office/drawing/2014/main" id="{E51C4562-43FE-7269-9634-084833AC7E24}"/>
              </a:ext>
            </a:extLst>
          </p:cNvPr>
          <p:cNvPicPr>
            <a:picLocks noChangeAspect="1"/>
          </p:cNvPicPr>
          <p:nvPr>
            <p:custDataLst>
              <p:tags r:id="rId5"/>
            </p:custDataLst>
          </p:nvPr>
        </p:nvPicPr>
        <p:blipFill>
          <a:blip r:embed="rId13"/>
          <a:stretch>
            <a:fillRect/>
          </a:stretch>
        </p:blipFill>
        <p:spPr>
          <a:xfrm>
            <a:off x="2486525" y="1648814"/>
            <a:ext cx="1490506" cy="1160110"/>
          </a:xfrm>
          <a:prstGeom prst="rect">
            <a:avLst/>
          </a:prstGeom>
        </p:spPr>
      </p:pic>
      <p:sp>
        <p:nvSpPr>
          <p:cNvPr id="7" name="TextBox 6">
            <a:extLst>
              <a:ext uri="{FF2B5EF4-FFF2-40B4-BE49-F238E27FC236}">
                <a16:creationId xmlns:a16="http://schemas.microsoft.com/office/drawing/2014/main" id="{5AE060F8-4A23-3FC8-95D9-9B0E1AEA2785}"/>
              </a:ext>
            </a:extLst>
          </p:cNvPr>
          <p:cNvSpPr txBox="1"/>
          <p:nvPr>
            <p:custDataLst>
              <p:tags r:id="rId6"/>
            </p:custDataLst>
          </p:nvPr>
        </p:nvSpPr>
        <p:spPr>
          <a:xfrm>
            <a:off x="2352298" y="2622246"/>
            <a:ext cx="1635384" cy="461665"/>
          </a:xfrm>
          <a:prstGeom prst="rect">
            <a:avLst/>
          </a:prstGeom>
          <a:noFill/>
        </p:spPr>
        <p:txBody>
          <a:bodyPr wrap="none" rtlCol="0">
            <a:spAutoFit/>
          </a:bodyPr>
          <a:lstStyle/>
          <a:p>
            <a:pPr algn="ctr"/>
            <a:r>
              <a:rPr lang="en-US" sz="2400" b="1" noProof="0" dirty="0"/>
              <a:t>Histogram</a:t>
            </a:r>
          </a:p>
        </p:txBody>
      </p:sp>
      <p:sp>
        <p:nvSpPr>
          <p:cNvPr id="9" name="TextBox 8">
            <a:extLst>
              <a:ext uri="{FF2B5EF4-FFF2-40B4-BE49-F238E27FC236}">
                <a16:creationId xmlns:a16="http://schemas.microsoft.com/office/drawing/2014/main" id="{A7A96B6C-4F97-6D9F-8D10-DDB95932C78B}"/>
              </a:ext>
            </a:extLst>
          </p:cNvPr>
          <p:cNvSpPr txBox="1"/>
          <p:nvPr>
            <p:custDataLst>
              <p:tags r:id="rId7"/>
            </p:custDataLst>
          </p:nvPr>
        </p:nvSpPr>
        <p:spPr>
          <a:xfrm>
            <a:off x="5896961" y="2731778"/>
            <a:ext cx="1936749" cy="461665"/>
          </a:xfrm>
          <a:prstGeom prst="rect">
            <a:avLst/>
          </a:prstGeom>
          <a:noFill/>
        </p:spPr>
        <p:txBody>
          <a:bodyPr wrap="none" rtlCol="0">
            <a:spAutoFit/>
          </a:bodyPr>
          <a:lstStyle/>
          <a:p>
            <a:pPr algn="ctr"/>
            <a:r>
              <a:rPr lang="en-US" sz="2400" b="1" noProof="0" dirty="0"/>
              <a:t>Game of Life</a:t>
            </a:r>
          </a:p>
        </p:txBody>
      </p:sp>
      <p:pic>
        <p:nvPicPr>
          <p:cNvPr id="11" name="Picture 10">
            <a:extLst>
              <a:ext uri="{FF2B5EF4-FFF2-40B4-BE49-F238E27FC236}">
                <a16:creationId xmlns:a16="http://schemas.microsoft.com/office/drawing/2014/main" id="{66859A4B-B9FE-9929-891F-052709D3DD1A}"/>
              </a:ext>
            </a:extLst>
          </p:cNvPr>
          <p:cNvPicPr>
            <a:picLocks noChangeAspect="1"/>
          </p:cNvPicPr>
          <p:nvPr>
            <p:custDataLst>
              <p:tags r:id="rId8"/>
            </p:custDataLst>
          </p:nvPr>
        </p:nvPicPr>
        <p:blipFill>
          <a:blip r:embed="rId14"/>
          <a:stretch>
            <a:fillRect/>
          </a:stretch>
        </p:blipFill>
        <p:spPr>
          <a:xfrm>
            <a:off x="9545342" y="1659658"/>
            <a:ext cx="1490506" cy="1076668"/>
          </a:xfrm>
          <a:prstGeom prst="rect">
            <a:avLst/>
          </a:prstGeom>
          <a:ln>
            <a:solidFill>
              <a:schemeClr val="tx1"/>
            </a:solidFill>
          </a:ln>
        </p:spPr>
      </p:pic>
      <p:sp>
        <p:nvSpPr>
          <p:cNvPr id="14" name="TextBox 13">
            <a:extLst>
              <a:ext uri="{FF2B5EF4-FFF2-40B4-BE49-F238E27FC236}">
                <a16:creationId xmlns:a16="http://schemas.microsoft.com/office/drawing/2014/main" id="{E1CCE55D-6536-BE73-9343-84038C38E1D7}"/>
              </a:ext>
            </a:extLst>
          </p:cNvPr>
          <p:cNvSpPr txBox="1"/>
          <p:nvPr>
            <p:custDataLst>
              <p:tags r:id="rId9"/>
            </p:custDataLst>
          </p:nvPr>
        </p:nvSpPr>
        <p:spPr>
          <a:xfrm>
            <a:off x="9474567" y="2668413"/>
            <a:ext cx="1622560" cy="830997"/>
          </a:xfrm>
          <a:prstGeom prst="rect">
            <a:avLst/>
          </a:prstGeom>
          <a:noFill/>
        </p:spPr>
        <p:txBody>
          <a:bodyPr wrap="none" rtlCol="0">
            <a:spAutoFit/>
          </a:bodyPr>
          <a:lstStyle/>
          <a:p>
            <a:pPr algn="ctr"/>
            <a:r>
              <a:rPr lang="en-US" sz="2400" b="1" noProof="0" dirty="0"/>
              <a:t>K-Nearest</a:t>
            </a:r>
            <a:br>
              <a:rPr lang="en-US" sz="2400" b="1" noProof="0" dirty="0"/>
            </a:br>
            <a:r>
              <a:rPr lang="en-US" sz="2400" b="1" noProof="0" dirty="0"/>
              <a:t>Neighbors</a:t>
            </a:r>
          </a:p>
        </p:txBody>
      </p:sp>
      <p:pic>
        <p:nvPicPr>
          <p:cNvPr id="10" name="Picture 9">
            <a:extLst>
              <a:ext uri="{FF2B5EF4-FFF2-40B4-BE49-F238E27FC236}">
                <a16:creationId xmlns:a16="http://schemas.microsoft.com/office/drawing/2014/main" id="{AE319CAF-7C0E-5364-9A49-389D32D66396}"/>
              </a:ext>
            </a:extLst>
          </p:cNvPr>
          <p:cNvPicPr>
            <a:picLocks noChangeAspect="1"/>
          </p:cNvPicPr>
          <p:nvPr>
            <p:custDataLst>
              <p:tags r:id="rId10"/>
            </p:custDataLst>
          </p:nvPr>
        </p:nvPicPr>
        <p:blipFill>
          <a:blip r:embed="rId15">
            <a:extLst>
              <a:ext uri="{28A0092B-C50C-407E-A947-70E740481C1C}">
                <a14:useLocalDpi xmlns:a14="http://schemas.microsoft.com/office/drawing/2010/main" val="0"/>
              </a:ext>
            </a:extLst>
          </a:blip>
          <a:stretch>
            <a:fillRect/>
          </a:stretch>
        </p:blipFill>
        <p:spPr>
          <a:xfrm>
            <a:off x="6127860" y="1663124"/>
            <a:ext cx="1490558" cy="1073202"/>
          </a:xfrm>
          <a:prstGeom prst="rect">
            <a:avLst/>
          </a:prstGeom>
          <a:ln>
            <a:solidFill>
              <a:schemeClr val="tx1"/>
            </a:solidFill>
          </a:ln>
        </p:spPr>
      </p:pic>
    </p:spTree>
    <p:custDataLst>
      <p:tags r:id="rId1"/>
    </p:custDataLst>
    <p:extLst>
      <p:ext uri="{BB962C8B-B14F-4D97-AF65-F5344CB8AC3E}">
        <p14:creationId xmlns:p14="http://schemas.microsoft.com/office/powerpoint/2010/main" val="144329237"/>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D00028-B1B7-95DE-0316-80DF581C109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3D4BB94-B0A6-13BF-C326-F04334E315E1}"/>
              </a:ext>
            </a:extLst>
          </p:cNvPr>
          <p:cNvSpPr>
            <a:spLocks noGrp="1"/>
          </p:cNvSpPr>
          <p:nvPr>
            <p:ph type="title"/>
            <p:custDataLst>
              <p:tags r:id="rId2"/>
            </p:custDataLst>
          </p:nvPr>
        </p:nvSpPr>
        <p:spPr/>
        <p:txBody>
          <a:bodyPr/>
          <a:lstStyle/>
          <a:p>
            <a:r>
              <a:rPr lang="en-US" noProof="0" dirty="0"/>
              <a:t>Tutoring LLMs for CUDA</a:t>
            </a:r>
            <a:br>
              <a:rPr lang="en-US" noProof="0" dirty="0"/>
            </a:br>
            <a:r>
              <a:rPr lang="en-US" sz="2400" i="1" noProof="0" dirty="0"/>
              <a:t>OpenAI o3-mini</a:t>
            </a:r>
          </a:p>
        </p:txBody>
      </p:sp>
      <p:sp>
        <p:nvSpPr>
          <p:cNvPr id="3" name="Date Placeholder 2">
            <a:extLst>
              <a:ext uri="{FF2B5EF4-FFF2-40B4-BE49-F238E27FC236}">
                <a16:creationId xmlns:a16="http://schemas.microsoft.com/office/drawing/2014/main" id="{CAD361D2-7335-D7E3-A396-473E3CB64790}"/>
              </a:ext>
            </a:extLst>
          </p:cNvPr>
          <p:cNvSpPr>
            <a:spLocks noGrp="1"/>
          </p:cNvSpPr>
          <p:nvPr>
            <p:ph type="dt" sz="half" idx="10"/>
            <p:custDataLst>
              <p:tags r:id="rId3"/>
            </p:custDataLst>
          </p:nvPr>
        </p:nvSpPr>
        <p:spPr/>
        <p:txBody>
          <a:bodyPr/>
          <a:lstStyle/>
          <a:p>
            <a:r>
              <a:rPr lang="en-US" noProof="0"/>
              <a:t>9/5/2026</a:t>
            </a:r>
            <a:endParaRPr lang="en-US" noProof="0" dirty="0"/>
          </a:p>
        </p:txBody>
      </p:sp>
      <p:sp>
        <p:nvSpPr>
          <p:cNvPr id="5" name="Slide Number Placeholder 4">
            <a:extLst>
              <a:ext uri="{FF2B5EF4-FFF2-40B4-BE49-F238E27FC236}">
                <a16:creationId xmlns:a16="http://schemas.microsoft.com/office/drawing/2014/main" id="{5096A58D-5BC7-D48F-CB5B-5600D453A1E9}"/>
              </a:ext>
            </a:extLst>
          </p:cNvPr>
          <p:cNvSpPr>
            <a:spLocks noGrp="1"/>
          </p:cNvSpPr>
          <p:nvPr>
            <p:ph type="sldNum" sz="quarter" idx="12"/>
            <p:custDataLst>
              <p:tags r:id="rId4"/>
            </p:custDataLst>
          </p:nvPr>
        </p:nvSpPr>
        <p:spPr/>
        <p:txBody>
          <a:bodyPr/>
          <a:lstStyle/>
          <a:p>
            <a:r>
              <a:rPr lang="en-US" noProof="0"/>
              <a:t>25</a:t>
            </a:r>
            <a:endParaRPr lang="en-US" noProof="0" dirty="0"/>
          </a:p>
        </p:txBody>
      </p:sp>
      <p:pic>
        <p:nvPicPr>
          <p:cNvPr id="6" name="Picture 5">
            <a:extLst>
              <a:ext uri="{FF2B5EF4-FFF2-40B4-BE49-F238E27FC236}">
                <a16:creationId xmlns:a16="http://schemas.microsoft.com/office/drawing/2014/main" id="{E51C4562-43FE-7269-9634-084833AC7E24}"/>
              </a:ext>
            </a:extLst>
          </p:cNvPr>
          <p:cNvPicPr>
            <a:picLocks noChangeAspect="1"/>
          </p:cNvPicPr>
          <p:nvPr>
            <p:custDataLst>
              <p:tags r:id="rId5"/>
            </p:custDataLst>
          </p:nvPr>
        </p:nvPicPr>
        <p:blipFill>
          <a:blip r:embed="rId16"/>
          <a:stretch>
            <a:fillRect/>
          </a:stretch>
        </p:blipFill>
        <p:spPr>
          <a:xfrm>
            <a:off x="2486525" y="1648814"/>
            <a:ext cx="1490506" cy="1160110"/>
          </a:xfrm>
          <a:prstGeom prst="rect">
            <a:avLst/>
          </a:prstGeom>
        </p:spPr>
      </p:pic>
      <p:sp>
        <p:nvSpPr>
          <p:cNvPr id="7" name="TextBox 6">
            <a:extLst>
              <a:ext uri="{FF2B5EF4-FFF2-40B4-BE49-F238E27FC236}">
                <a16:creationId xmlns:a16="http://schemas.microsoft.com/office/drawing/2014/main" id="{5AE060F8-4A23-3FC8-95D9-9B0E1AEA2785}"/>
              </a:ext>
            </a:extLst>
          </p:cNvPr>
          <p:cNvSpPr txBox="1"/>
          <p:nvPr>
            <p:custDataLst>
              <p:tags r:id="rId6"/>
            </p:custDataLst>
          </p:nvPr>
        </p:nvSpPr>
        <p:spPr>
          <a:xfrm>
            <a:off x="2352298" y="2622246"/>
            <a:ext cx="1635384" cy="461665"/>
          </a:xfrm>
          <a:prstGeom prst="rect">
            <a:avLst/>
          </a:prstGeom>
          <a:noFill/>
        </p:spPr>
        <p:txBody>
          <a:bodyPr wrap="none" rtlCol="0">
            <a:spAutoFit/>
          </a:bodyPr>
          <a:lstStyle/>
          <a:p>
            <a:pPr algn="ctr"/>
            <a:r>
              <a:rPr lang="en-US" sz="2400" b="1" noProof="0" dirty="0"/>
              <a:t>Histogram</a:t>
            </a:r>
          </a:p>
        </p:txBody>
      </p:sp>
      <p:sp>
        <p:nvSpPr>
          <p:cNvPr id="9" name="TextBox 8">
            <a:extLst>
              <a:ext uri="{FF2B5EF4-FFF2-40B4-BE49-F238E27FC236}">
                <a16:creationId xmlns:a16="http://schemas.microsoft.com/office/drawing/2014/main" id="{A7A96B6C-4F97-6D9F-8D10-DDB95932C78B}"/>
              </a:ext>
            </a:extLst>
          </p:cNvPr>
          <p:cNvSpPr txBox="1"/>
          <p:nvPr>
            <p:custDataLst>
              <p:tags r:id="rId7"/>
            </p:custDataLst>
          </p:nvPr>
        </p:nvSpPr>
        <p:spPr>
          <a:xfrm>
            <a:off x="5896961" y="2731778"/>
            <a:ext cx="1936749" cy="461665"/>
          </a:xfrm>
          <a:prstGeom prst="rect">
            <a:avLst/>
          </a:prstGeom>
          <a:noFill/>
        </p:spPr>
        <p:txBody>
          <a:bodyPr wrap="none" rtlCol="0">
            <a:spAutoFit/>
          </a:bodyPr>
          <a:lstStyle/>
          <a:p>
            <a:pPr algn="ctr"/>
            <a:r>
              <a:rPr lang="en-US" sz="2400" b="1" noProof="0" dirty="0"/>
              <a:t>Game of Life</a:t>
            </a:r>
          </a:p>
        </p:txBody>
      </p:sp>
      <p:pic>
        <p:nvPicPr>
          <p:cNvPr id="11" name="Picture 10">
            <a:extLst>
              <a:ext uri="{FF2B5EF4-FFF2-40B4-BE49-F238E27FC236}">
                <a16:creationId xmlns:a16="http://schemas.microsoft.com/office/drawing/2014/main" id="{66859A4B-B9FE-9929-891F-052709D3DD1A}"/>
              </a:ext>
            </a:extLst>
          </p:cNvPr>
          <p:cNvPicPr>
            <a:picLocks noChangeAspect="1"/>
          </p:cNvPicPr>
          <p:nvPr>
            <p:custDataLst>
              <p:tags r:id="rId8"/>
            </p:custDataLst>
          </p:nvPr>
        </p:nvPicPr>
        <p:blipFill>
          <a:blip r:embed="rId17"/>
          <a:stretch>
            <a:fillRect/>
          </a:stretch>
        </p:blipFill>
        <p:spPr>
          <a:xfrm>
            <a:off x="9545342" y="1659658"/>
            <a:ext cx="1490506" cy="1076668"/>
          </a:xfrm>
          <a:prstGeom prst="rect">
            <a:avLst/>
          </a:prstGeom>
          <a:ln>
            <a:solidFill>
              <a:schemeClr val="tx1"/>
            </a:solidFill>
          </a:ln>
        </p:spPr>
      </p:pic>
      <p:sp>
        <p:nvSpPr>
          <p:cNvPr id="14" name="TextBox 13">
            <a:extLst>
              <a:ext uri="{FF2B5EF4-FFF2-40B4-BE49-F238E27FC236}">
                <a16:creationId xmlns:a16="http://schemas.microsoft.com/office/drawing/2014/main" id="{E1CCE55D-6536-BE73-9343-84038C38E1D7}"/>
              </a:ext>
            </a:extLst>
          </p:cNvPr>
          <p:cNvSpPr txBox="1"/>
          <p:nvPr>
            <p:custDataLst>
              <p:tags r:id="rId9"/>
            </p:custDataLst>
          </p:nvPr>
        </p:nvSpPr>
        <p:spPr>
          <a:xfrm>
            <a:off x="9474567" y="2668413"/>
            <a:ext cx="1622560" cy="830997"/>
          </a:xfrm>
          <a:prstGeom prst="rect">
            <a:avLst/>
          </a:prstGeom>
          <a:noFill/>
        </p:spPr>
        <p:txBody>
          <a:bodyPr wrap="none" rtlCol="0">
            <a:spAutoFit/>
          </a:bodyPr>
          <a:lstStyle/>
          <a:p>
            <a:pPr algn="ctr"/>
            <a:r>
              <a:rPr lang="en-US" sz="2400" b="1" noProof="0" dirty="0"/>
              <a:t>K-Nearest</a:t>
            </a:r>
            <a:br>
              <a:rPr lang="en-US" sz="2400" b="1" noProof="0" dirty="0"/>
            </a:br>
            <a:r>
              <a:rPr lang="en-US" sz="2400" b="1" noProof="0" dirty="0"/>
              <a:t>Neighbors</a:t>
            </a:r>
          </a:p>
        </p:txBody>
      </p:sp>
      <p:sp>
        <p:nvSpPr>
          <p:cNvPr id="15" name="TextBox 14">
            <a:extLst>
              <a:ext uri="{FF2B5EF4-FFF2-40B4-BE49-F238E27FC236}">
                <a16:creationId xmlns:a16="http://schemas.microsoft.com/office/drawing/2014/main" id="{1C57BF6A-0432-7C47-109B-427D20671C0F}"/>
              </a:ext>
            </a:extLst>
          </p:cNvPr>
          <p:cNvSpPr txBox="1"/>
          <p:nvPr>
            <p:custDataLst>
              <p:tags r:id="rId10"/>
            </p:custDataLst>
          </p:nvPr>
        </p:nvSpPr>
        <p:spPr>
          <a:xfrm>
            <a:off x="1052558" y="3468770"/>
            <a:ext cx="4358437" cy="400110"/>
          </a:xfrm>
          <a:prstGeom prst="rect">
            <a:avLst/>
          </a:prstGeom>
          <a:noFill/>
        </p:spPr>
        <p:txBody>
          <a:bodyPr wrap="none" rtlCol="0">
            <a:spAutoFit/>
          </a:bodyPr>
          <a:lstStyle/>
          <a:p>
            <a:pPr algn="ctr"/>
            <a:r>
              <a:rPr lang="en-US" sz="2000" noProof="0" dirty="0"/>
              <a:t>Privatization in GPU “shared memory”</a:t>
            </a:r>
          </a:p>
        </p:txBody>
      </p:sp>
      <p:sp>
        <p:nvSpPr>
          <p:cNvPr id="18" name="TextBox 17">
            <a:extLst>
              <a:ext uri="{FF2B5EF4-FFF2-40B4-BE49-F238E27FC236}">
                <a16:creationId xmlns:a16="http://schemas.microsoft.com/office/drawing/2014/main" id="{E3BD8334-0385-0BA4-2B6F-D1FA61D876C4}"/>
              </a:ext>
            </a:extLst>
          </p:cNvPr>
          <p:cNvSpPr txBox="1"/>
          <p:nvPr>
            <p:custDataLst>
              <p:tags r:id="rId11"/>
            </p:custDataLst>
          </p:nvPr>
        </p:nvSpPr>
        <p:spPr>
          <a:xfrm>
            <a:off x="5723626" y="3468770"/>
            <a:ext cx="2299027" cy="400110"/>
          </a:xfrm>
          <a:prstGeom prst="rect">
            <a:avLst/>
          </a:prstGeom>
          <a:noFill/>
        </p:spPr>
        <p:txBody>
          <a:bodyPr wrap="none" rtlCol="0">
            <a:spAutoFit/>
          </a:bodyPr>
          <a:lstStyle/>
          <a:p>
            <a:pPr algn="ctr"/>
            <a:r>
              <a:rPr lang="en-US" sz="2000" noProof="0" dirty="0"/>
              <a:t>Bit-</a:t>
            </a:r>
            <a:r>
              <a:rPr lang="en-US" sz="2000" noProof="0" dirty="0" err="1"/>
              <a:t>lvl</a:t>
            </a:r>
            <a:r>
              <a:rPr lang="en-US" sz="2000" noProof="0" dirty="0"/>
              <a:t> vectorization</a:t>
            </a:r>
          </a:p>
        </p:txBody>
      </p:sp>
      <p:sp>
        <p:nvSpPr>
          <p:cNvPr id="21" name="TextBox 20">
            <a:extLst>
              <a:ext uri="{FF2B5EF4-FFF2-40B4-BE49-F238E27FC236}">
                <a16:creationId xmlns:a16="http://schemas.microsoft.com/office/drawing/2014/main" id="{E9EBAD4A-8A58-61C5-702D-D937D74776C7}"/>
              </a:ext>
            </a:extLst>
          </p:cNvPr>
          <p:cNvSpPr txBox="1"/>
          <p:nvPr>
            <p:custDataLst>
              <p:tags r:id="rId12"/>
            </p:custDataLst>
          </p:nvPr>
        </p:nvSpPr>
        <p:spPr>
          <a:xfrm>
            <a:off x="8641777" y="3468770"/>
            <a:ext cx="3297634" cy="400110"/>
          </a:xfrm>
          <a:prstGeom prst="rect">
            <a:avLst/>
          </a:prstGeom>
          <a:noFill/>
        </p:spPr>
        <p:txBody>
          <a:bodyPr wrap="none" rtlCol="0">
            <a:spAutoFit/>
          </a:bodyPr>
          <a:lstStyle/>
          <a:p>
            <a:pPr algn="ctr"/>
            <a:r>
              <a:rPr lang="en-US" sz="2000" noProof="0" dirty="0"/>
              <a:t>Inter-thread communication</a:t>
            </a:r>
          </a:p>
        </p:txBody>
      </p:sp>
      <p:pic>
        <p:nvPicPr>
          <p:cNvPr id="10" name="Picture 9">
            <a:extLst>
              <a:ext uri="{FF2B5EF4-FFF2-40B4-BE49-F238E27FC236}">
                <a16:creationId xmlns:a16="http://schemas.microsoft.com/office/drawing/2014/main" id="{AE319CAF-7C0E-5364-9A49-389D32D66396}"/>
              </a:ext>
            </a:extLst>
          </p:cNvPr>
          <p:cNvPicPr>
            <a:picLocks noChangeAspect="1"/>
          </p:cNvPicPr>
          <p:nvPr>
            <p:custDataLst>
              <p:tags r:id="rId13"/>
            </p:custDataLst>
          </p:nvPr>
        </p:nvPicPr>
        <p:blipFill>
          <a:blip r:embed="rId18">
            <a:extLst>
              <a:ext uri="{28A0092B-C50C-407E-A947-70E740481C1C}">
                <a14:useLocalDpi xmlns:a14="http://schemas.microsoft.com/office/drawing/2010/main" val="0"/>
              </a:ext>
            </a:extLst>
          </a:blip>
          <a:stretch>
            <a:fillRect/>
          </a:stretch>
        </p:blipFill>
        <p:spPr>
          <a:xfrm>
            <a:off x="6127860" y="1663124"/>
            <a:ext cx="1490558" cy="1073202"/>
          </a:xfrm>
          <a:prstGeom prst="rect">
            <a:avLst/>
          </a:prstGeom>
          <a:ln>
            <a:solidFill>
              <a:schemeClr val="tx1"/>
            </a:solidFill>
          </a:ln>
        </p:spPr>
      </p:pic>
    </p:spTree>
    <p:custDataLst>
      <p:tags r:id="rId1"/>
    </p:custDataLst>
    <p:extLst>
      <p:ext uri="{BB962C8B-B14F-4D97-AF65-F5344CB8AC3E}">
        <p14:creationId xmlns:p14="http://schemas.microsoft.com/office/powerpoint/2010/main" val="3775350046"/>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D00028-B1B7-95DE-0316-80DF581C109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3D4BB94-B0A6-13BF-C326-F04334E315E1}"/>
              </a:ext>
            </a:extLst>
          </p:cNvPr>
          <p:cNvSpPr>
            <a:spLocks noGrp="1"/>
          </p:cNvSpPr>
          <p:nvPr>
            <p:ph type="title"/>
            <p:custDataLst>
              <p:tags r:id="rId2"/>
            </p:custDataLst>
          </p:nvPr>
        </p:nvSpPr>
        <p:spPr/>
        <p:txBody>
          <a:bodyPr/>
          <a:lstStyle/>
          <a:p>
            <a:r>
              <a:rPr lang="en-US" noProof="0" dirty="0"/>
              <a:t>Tutoring LLMs for CUDA</a:t>
            </a:r>
            <a:br>
              <a:rPr lang="en-US" noProof="0" dirty="0"/>
            </a:br>
            <a:r>
              <a:rPr lang="en-US" sz="2400" i="1" noProof="0" dirty="0"/>
              <a:t>OpenAI o3-mini</a:t>
            </a:r>
          </a:p>
        </p:txBody>
      </p:sp>
      <p:sp>
        <p:nvSpPr>
          <p:cNvPr id="3" name="Date Placeholder 2">
            <a:extLst>
              <a:ext uri="{FF2B5EF4-FFF2-40B4-BE49-F238E27FC236}">
                <a16:creationId xmlns:a16="http://schemas.microsoft.com/office/drawing/2014/main" id="{CAD361D2-7335-D7E3-A396-473E3CB64790}"/>
              </a:ext>
            </a:extLst>
          </p:cNvPr>
          <p:cNvSpPr>
            <a:spLocks noGrp="1"/>
          </p:cNvSpPr>
          <p:nvPr>
            <p:ph type="dt" sz="half" idx="10"/>
            <p:custDataLst>
              <p:tags r:id="rId3"/>
            </p:custDataLst>
          </p:nvPr>
        </p:nvSpPr>
        <p:spPr/>
        <p:txBody>
          <a:bodyPr/>
          <a:lstStyle/>
          <a:p>
            <a:r>
              <a:rPr lang="en-US" noProof="0"/>
              <a:t>9/5/2026</a:t>
            </a:r>
            <a:endParaRPr lang="en-US" noProof="0" dirty="0"/>
          </a:p>
        </p:txBody>
      </p:sp>
      <p:sp>
        <p:nvSpPr>
          <p:cNvPr id="5" name="Slide Number Placeholder 4">
            <a:extLst>
              <a:ext uri="{FF2B5EF4-FFF2-40B4-BE49-F238E27FC236}">
                <a16:creationId xmlns:a16="http://schemas.microsoft.com/office/drawing/2014/main" id="{5096A58D-5BC7-D48F-CB5B-5600D453A1E9}"/>
              </a:ext>
            </a:extLst>
          </p:cNvPr>
          <p:cNvSpPr>
            <a:spLocks noGrp="1"/>
          </p:cNvSpPr>
          <p:nvPr>
            <p:ph type="sldNum" sz="quarter" idx="12"/>
            <p:custDataLst>
              <p:tags r:id="rId4"/>
            </p:custDataLst>
          </p:nvPr>
        </p:nvSpPr>
        <p:spPr/>
        <p:txBody>
          <a:bodyPr/>
          <a:lstStyle/>
          <a:p>
            <a:r>
              <a:rPr lang="en-US" noProof="0"/>
              <a:t>25</a:t>
            </a:r>
            <a:endParaRPr lang="en-US" noProof="0" dirty="0"/>
          </a:p>
        </p:txBody>
      </p:sp>
      <p:pic>
        <p:nvPicPr>
          <p:cNvPr id="6" name="Picture 5">
            <a:extLst>
              <a:ext uri="{FF2B5EF4-FFF2-40B4-BE49-F238E27FC236}">
                <a16:creationId xmlns:a16="http://schemas.microsoft.com/office/drawing/2014/main" id="{E51C4562-43FE-7269-9634-084833AC7E24}"/>
              </a:ext>
            </a:extLst>
          </p:cNvPr>
          <p:cNvPicPr>
            <a:picLocks noChangeAspect="1"/>
          </p:cNvPicPr>
          <p:nvPr>
            <p:custDataLst>
              <p:tags r:id="rId5"/>
            </p:custDataLst>
          </p:nvPr>
        </p:nvPicPr>
        <p:blipFill>
          <a:blip r:embed="rId31"/>
          <a:stretch>
            <a:fillRect/>
          </a:stretch>
        </p:blipFill>
        <p:spPr>
          <a:xfrm>
            <a:off x="2486525" y="1648814"/>
            <a:ext cx="1490506" cy="1160110"/>
          </a:xfrm>
          <a:prstGeom prst="rect">
            <a:avLst/>
          </a:prstGeom>
        </p:spPr>
      </p:pic>
      <p:sp>
        <p:nvSpPr>
          <p:cNvPr id="7" name="TextBox 6">
            <a:extLst>
              <a:ext uri="{FF2B5EF4-FFF2-40B4-BE49-F238E27FC236}">
                <a16:creationId xmlns:a16="http://schemas.microsoft.com/office/drawing/2014/main" id="{5AE060F8-4A23-3FC8-95D9-9B0E1AEA2785}"/>
              </a:ext>
            </a:extLst>
          </p:cNvPr>
          <p:cNvSpPr txBox="1"/>
          <p:nvPr>
            <p:custDataLst>
              <p:tags r:id="rId6"/>
            </p:custDataLst>
          </p:nvPr>
        </p:nvSpPr>
        <p:spPr>
          <a:xfrm>
            <a:off x="2352298" y="2622246"/>
            <a:ext cx="1635384" cy="461665"/>
          </a:xfrm>
          <a:prstGeom prst="rect">
            <a:avLst/>
          </a:prstGeom>
          <a:noFill/>
        </p:spPr>
        <p:txBody>
          <a:bodyPr wrap="none" rtlCol="0">
            <a:spAutoFit/>
          </a:bodyPr>
          <a:lstStyle/>
          <a:p>
            <a:pPr algn="ctr"/>
            <a:r>
              <a:rPr lang="en-US" sz="2400" b="1" noProof="0" dirty="0"/>
              <a:t>Histogram</a:t>
            </a:r>
          </a:p>
        </p:txBody>
      </p:sp>
      <p:sp>
        <p:nvSpPr>
          <p:cNvPr id="9" name="TextBox 8">
            <a:extLst>
              <a:ext uri="{FF2B5EF4-FFF2-40B4-BE49-F238E27FC236}">
                <a16:creationId xmlns:a16="http://schemas.microsoft.com/office/drawing/2014/main" id="{A7A96B6C-4F97-6D9F-8D10-DDB95932C78B}"/>
              </a:ext>
            </a:extLst>
          </p:cNvPr>
          <p:cNvSpPr txBox="1"/>
          <p:nvPr>
            <p:custDataLst>
              <p:tags r:id="rId7"/>
            </p:custDataLst>
          </p:nvPr>
        </p:nvSpPr>
        <p:spPr>
          <a:xfrm>
            <a:off x="5896961" y="2731778"/>
            <a:ext cx="1936749" cy="461665"/>
          </a:xfrm>
          <a:prstGeom prst="rect">
            <a:avLst/>
          </a:prstGeom>
          <a:noFill/>
        </p:spPr>
        <p:txBody>
          <a:bodyPr wrap="none" rtlCol="0">
            <a:spAutoFit/>
          </a:bodyPr>
          <a:lstStyle/>
          <a:p>
            <a:pPr algn="ctr"/>
            <a:r>
              <a:rPr lang="en-US" sz="2400" b="1" noProof="0" dirty="0"/>
              <a:t>Game of Life</a:t>
            </a:r>
          </a:p>
        </p:txBody>
      </p:sp>
      <p:pic>
        <p:nvPicPr>
          <p:cNvPr id="11" name="Picture 10">
            <a:extLst>
              <a:ext uri="{FF2B5EF4-FFF2-40B4-BE49-F238E27FC236}">
                <a16:creationId xmlns:a16="http://schemas.microsoft.com/office/drawing/2014/main" id="{66859A4B-B9FE-9929-891F-052709D3DD1A}"/>
              </a:ext>
            </a:extLst>
          </p:cNvPr>
          <p:cNvPicPr>
            <a:picLocks noChangeAspect="1"/>
          </p:cNvPicPr>
          <p:nvPr>
            <p:custDataLst>
              <p:tags r:id="rId8"/>
            </p:custDataLst>
          </p:nvPr>
        </p:nvPicPr>
        <p:blipFill>
          <a:blip r:embed="rId32"/>
          <a:stretch>
            <a:fillRect/>
          </a:stretch>
        </p:blipFill>
        <p:spPr>
          <a:xfrm>
            <a:off x="9545342" y="1659658"/>
            <a:ext cx="1490506" cy="1076668"/>
          </a:xfrm>
          <a:prstGeom prst="rect">
            <a:avLst/>
          </a:prstGeom>
          <a:ln>
            <a:solidFill>
              <a:schemeClr val="tx1"/>
            </a:solidFill>
          </a:ln>
        </p:spPr>
      </p:pic>
      <p:sp>
        <p:nvSpPr>
          <p:cNvPr id="14" name="TextBox 13">
            <a:extLst>
              <a:ext uri="{FF2B5EF4-FFF2-40B4-BE49-F238E27FC236}">
                <a16:creationId xmlns:a16="http://schemas.microsoft.com/office/drawing/2014/main" id="{E1CCE55D-6536-BE73-9343-84038C38E1D7}"/>
              </a:ext>
            </a:extLst>
          </p:cNvPr>
          <p:cNvSpPr txBox="1"/>
          <p:nvPr>
            <p:custDataLst>
              <p:tags r:id="rId9"/>
            </p:custDataLst>
          </p:nvPr>
        </p:nvSpPr>
        <p:spPr>
          <a:xfrm>
            <a:off x="9474567" y="2668413"/>
            <a:ext cx="1622560" cy="830997"/>
          </a:xfrm>
          <a:prstGeom prst="rect">
            <a:avLst/>
          </a:prstGeom>
          <a:noFill/>
        </p:spPr>
        <p:txBody>
          <a:bodyPr wrap="none" rtlCol="0">
            <a:spAutoFit/>
          </a:bodyPr>
          <a:lstStyle/>
          <a:p>
            <a:pPr algn="ctr"/>
            <a:r>
              <a:rPr lang="en-US" sz="2400" b="1" noProof="0" dirty="0"/>
              <a:t>K-Nearest</a:t>
            </a:r>
            <a:br>
              <a:rPr lang="en-US" sz="2400" b="1" noProof="0" dirty="0"/>
            </a:br>
            <a:r>
              <a:rPr lang="en-US" sz="2400" b="1" noProof="0" dirty="0"/>
              <a:t>Neighbors</a:t>
            </a:r>
          </a:p>
        </p:txBody>
      </p:sp>
      <p:sp>
        <p:nvSpPr>
          <p:cNvPr id="15" name="TextBox 14">
            <a:extLst>
              <a:ext uri="{FF2B5EF4-FFF2-40B4-BE49-F238E27FC236}">
                <a16:creationId xmlns:a16="http://schemas.microsoft.com/office/drawing/2014/main" id="{1C57BF6A-0432-7C47-109B-427D20671C0F}"/>
              </a:ext>
            </a:extLst>
          </p:cNvPr>
          <p:cNvSpPr txBox="1"/>
          <p:nvPr>
            <p:custDataLst>
              <p:tags r:id="rId10"/>
            </p:custDataLst>
          </p:nvPr>
        </p:nvSpPr>
        <p:spPr>
          <a:xfrm>
            <a:off x="1052558" y="3468770"/>
            <a:ext cx="4358437" cy="400110"/>
          </a:xfrm>
          <a:prstGeom prst="rect">
            <a:avLst/>
          </a:prstGeom>
          <a:noFill/>
        </p:spPr>
        <p:txBody>
          <a:bodyPr wrap="none" rtlCol="0">
            <a:spAutoFit/>
          </a:bodyPr>
          <a:lstStyle/>
          <a:p>
            <a:pPr algn="ctr"/>
            <a:r>
              <a:rPr lang="en-US" sz="2000" noProof="0" dirty="0"/>
              <a:t>Privatization in GPU “shared memory”</a:t>
            </a:r>
          </a:p>
        </p:txBody>
      </p:sp>
      <p:sp>
        <p:nvSpPr>
          <p:cNvPr id="18" name="TextBox 17">
            <a:extLst>
              <a:ext uri="{FF2B5EF4-FFF2-40B4-BE49-F238E27FC236}">
                <a16:creationId xmlns:a16="http://schemas.microsoft.com/office/drawing/2014/main" id="{E3BD8334-0385-0BA4-2B6F-D1FA61D876C4}"/>
              </a:ext>
            </a:extLst>
          </p:cNvPr>
          <p:cNvSpPr txBox="1"/>
          <p:nvPr>
            <p:custDataLst>
              <p:tags r:id="rId11"/>
            </p:custDataLst>
          </p:nvPr>
        </p:nvSpPr>
        <p:spPr>
          <a:xfrm>
            <a:off x="5723626" y="3468770"/>
            <a:ext cx="2299027" cy="400110"/>
          </a:xfrm>
          <a:prstGeom prst="rect">
            <a:avLst/>
          </a:prstGeom>
          <a:noFill/>
        </p:spPr>
        <p:txBody>
          <a:bodyPr wrap="none" rtlCol="0">
            <a:spAutoFit/>
          </a:bodyPr>
          <a:lstStyle/>
          <a:p>
            <a:pPr algn="ctr"/>
            <a:r>
              <a:rPr lang="en-US" sz="2000" noProof="0" dirty="0"/>
              <a:t>Bit-</a:t>
            </a:r>
            <a:r>
              <a:rPr lang="en-US" sz="2000" noProof="0" dirty="0" err="1"/>
              <a:t>lvl</a:t>
            </a:r>
            <a:r>
              <a:rPr lang="en-US" sz="2000" noProof="0" dirty="0"/>
              <a:t> vectorization</a:t>
            </a:r>
          </a:p>
        </p:txBody>
      </p:sp>
      <p:sp>
        <p:nvSpPr>
          <p:cNvPr id="21" name="TextBox 20">
            <a:extLst>
              <a:ext uri="{FF2B5EF4-FFF2-40B4-BE49-F238E27FC236}">
                <a16:creationId xmlns:a16="http://schemas.microsoft.com/office/drawing/2014/main" id="{E9EBAD4A-8A58-61C5-702D-D937D74776C7}"/>
              </a:ext>
            </a:extLst>
          </p:cNvPr>
          <p:cNvSpPr txBox="1"/>
          <p:nvPr>
            <p:custDataLst>
              <p:tags r:id="rId12"/>
            </p:custDataLst>
          </p:nvPr>
        </p:nvSpPr>
        <p:spPr>
          <a:xfrm>
            <a:off x="8641777" y="3468770"/>
            <a:ext cx="3297634" cy="400110"/>
          </a:xfrm>
          <a:prstGeom prst="rect">
            <a:avLst/>
          </a:prstGeom>
          <a:noFill/>
        </p:spPr>
        <p:txBody>
          <a:bodyPr wrap="none" rtlCol="0">
            <a:spAutoFit/>
          </a:bodyPr>
          <a:lstStyle/>
          <a:p>
            <a:pPr algn="ctr"/>
            <a:r>
              <a:rPr lang="en-US" sz="2000" noProof="0" dirty="0"/>
              <a:t>Inter-thread communication</a:t>
            </a:r>
          </a:p>
        </p:txBody>
      </p:sp>
      <p:sp>
        <p:nvSpPr>
          <p:cNvPr id="25" name="TextBox 24">
            <a:extLst>
              <a:ext uri="{FF2B5EF4-FFF2-40B4-BE49-F238E27FC236}">
                <a16:creationId xmlns:a16="http://schemas.microsoft.com/office/drawing/2014/main" id="{27372CA7-7292-1BA8-43EB-1AB22F03FF4B}"/>
              </a:ext>
            </a:extLst>
          </p:cNvPr>
          <p:cNvSpPr txBox="1"/>
          <p:nvPr>
            <p:custDataLst>
              <p:tags r:id="rId13"/>
            </p:custDataLst>
          </p:nvPr>
        </p:nvSpPr>
        <p:spPr>
          <a:xfrm>
            <a:off x="380748" y="4106371"/>
            <a:ext cx="2214068" cy="461665"/>
          </a:xfrm>
          <a:prstGeom prst="rect">
            <a:avLst/>
          </a:prstGeom>
          <a:noFill/>
        </p:spPr>
        <p:txBody>
          <a:bodyPr wrap="none" rtlCol="0" anchor="ctr">
            <a:spAutoFit/>
          </a:bodyPr>
          <a:lstStyle/>
          <a:p>
            <a:pPr algn="ctr"/>
            <a:r>
              <a:rPr lang="en-US" sz="2400" noProof="0" dirty="0"/>
              <a:t>Just implement</a:t>
            </a:r>
          </a:p>
        </p:txBody>
      </p:sp>
      <p:sp>
        <p:nvSpPr>
          <p:cNvPr id="27" name="TextBox 26">
            <a:extLst>
              <a:ext uri="{FF2B5EF4-FFF2-40B4-BE49-F238E27FC236}">
                <a16:creationId xmlns:a16="http://schemas.microsoft.com/office/drawing/2014/main" id="{FBAF86EE-6508-A108-73BB-E3A6074BD8B8}"/>
              </a:ext>
            </a:extLst>
          </p:cNvPr>
          <p:cNvSpPr txBox="1"/>
          <p:nvPr>
            <p:custDataLst>
              <p:tags r:id="rId14"/>
            </p:custDataLst>
          </p:nvPr>
        </p:nvSpPr>
        <p:spPr>
          <a:xfrm>
            <a:off x="2822048" y="4105182"/>
            <a:ext cx="748923" cy="584775"/>
          </a:xfrm>
          <a:prstGeom prst="rect">
            <a:avLst/>
          </a:prstGeom>
          <a:noFill/>
        </p:spPr>
        <p:txBody>
          <a:bodyPr wrap="none" rtlCol="0">
            <a:spAutoFit/>
          </a:bodyPr>
          <a:lstStyle/>
          <a:p>
            <a:pPr algn="r"/>
            <a:r>
              <a:rPr lang="en-US" sz="3200" noProof="0" dirty="0"/>
              <a:t>✅</a:t>
            </a:r>
          </a:p>
        </p:txBody>
      </p:sp>
      <p:sp>
        <p:nvSpPr>
          <p:cNvPr id="35" name="TextBox 34">
            <a:extLst>
              <a:ext uri="{FF2B5EF4-FFF2-40B4-BE49-F238E27FC236}">
                <a16:creationId xmlns:a16="http://schemas.microsoft.com/office/drawing/2014/main" id="{04AEC432-25D7-7B96-183C-81D25BD15AD1}"/>
              </a:ext>
            </a:extLst>
          </p:cNvPr>
          <p:cNvSpPr txBox="1"/>
          <p:nvPr>
            <p:custDataLst>
              <p:tags r:id="rId15"/>
            </p:custDataLst>
          </p:nvPr>
        </p:nvSpPr>
        <p:spPr>
          <a:xfrm>
            <a:off x="6463411" y="4105182"/>
            <a:ext cx="748923" cy="584775"/>
          </a:xfrm>
          <a:prstGeom prst="rect">
            <a:avLst/>
          </a:prstGeom>
          <a:noFill/>
        </p:spPr>
        <p:txBody>
          <a:bodyPr wrap="none" rtlCol="0">
            <a:spAutoFit/>
          </a:bodyPr>
          <a:lstStyle/>
          <a:p>
            <a:pPr algn="r"/>
            <a:r>
              <a:rPr lang="en-US" sz="3200" noProof="0" dirty="0"/>
              <a:t>✅</a:t>
            </a:r>
          </a:p>
        </p:txBody>
      </p:sp>
      <p:sp>
        <p:nvSpPr>
          <p:cNvPr id="38" name="TextBox 37">
            <a:extLst>
              <a:ext uri="{FF2B5EF4-FFF2-40B4-BE49-F238E27FC236}">
                <a16:creationId xmlns:a16="http://schemas.microsoft.com/office/drawing/2014/main" id="{91C5CABB-484B-5D20-728D-363D4CA9B715}"/>
              </a:ext>
            </a:extLst>
          </p:cNvPr>
          <p:cNvSpPr txBox="1"/>
          <p:nvPr>
            <p:custDataLst>
              <p:tags r:id="rId16"/>
            </p:custDataLst>
          </p:nvPr>
        </p:nvSpPr>
        <p:spPr>
          <a:xfrm>
            <a:off x="724441" y="4793321"/>
            <a:ext cx="1525162" cy="461665"/>
          </a:xfrm>
          <a:prstGeom prst="rect">
            <a:avLst/>
          </a:prstGeom>
          <a:noFill/>
        </p:spPr>
        <p:txBody>
          <a:bodyPr wrap="none" rtlCol="0" anchor="ctr">
            <a:spAutoFit/>
          </a:bodyPr>
          <a:lstStyle/>
          <a:p>
            <a:pPr algn="ctr"/>
            <a:r>
              <a:rPr lang="en-US" sz="2400" noProof="0" dirty="0"/>
              <a:t>With hints</a:t>
            </a:r>
          </a:p>
        </p:txBody>
      </p:sp>
      <p:sp>
        <p:nvSpPr>
          <p:cNvPr id="39" name="TextBox 38">
            <a:extLst>
              <a:ext uri="{FF2B5EF4-FFF2-40B4-BE49-F238E27FC236}">
                <a16:creationId xmlns:a16="http://schemas.microsoft.com/office/drawing/2014/main" id="{FB8F57D5-3486-D39C-3F1A-AF9294B9546F}"/>
              </a:ext>
            </a:extLst>
          </p:cNvPr>
          <p:cNvSpPr txBox="1"/>
          <p:nvPr>
            <p:custDataLst>
              <p:tags r:id="rId17"/>
            </p:custDataLst>
          </p:nvPr>
        </p:nvSpPr>
        <p:spPr>
          <a:xfrm>
            <a:off x="3381318" y="4105182"/>
            <a:ext cx="748923" cy="584775"/>
          </a:xfrm>
          <a:prstGeom prst="rect">
            <a:avLst/>
          </a:prstGeom>
          <a:noFill/>
        </p:spPr>
        <p:txBody>
          <a:bodyPr wrap="none" rtlCol="0">
            <a:spAutoFit/>
          </a:bodyPr>
          <a:lstStyle/>
          <a:p>
            <a:r>
              <a:rPr lang="en-US" sz="3200" noProof="0" dirty="0"/>
              <a:t>🐌</a:t>
            </a:r>
          </a:p>
        </p:txBody>
      </p:sp>
      <p:sp>
        <p:nvSpPr>
          <p:cNvPr id="41" name="TextBox 40">
            <a:extLst>
              <a:ext uri="{FF2B5EF4-FFF2-40B4-BE49-F238E27FC236}">
                <a16:creationId xmlns:a16="http://schemas.microsoft.com/office/drawing/2014/main" id="{FC7057C3-CFAD-1A34-AF4A-6384A0FA4741}"/>
              </a:ext>
            </a:extLst>
          </p:cNvPr>
          <p:cNvSpPr txBox="1"/>
          <p:nvPr>
            <p:custDataLst>
              <p:tags r:id="rId18"/>
            </p:custDataLst>
          </p:nvPr>
        </p:nvSpPr>
        <p:spPr>
          <a:xfrm>
            <a:off x="6988894" y="4105182"/>
            <a:ext cx="748923" cy="584775"/>
          </a:xfrm>
          <a:prstGeom prst="rect">
            <a:avLst/>
          </a:prstGeom>
          <a:noFill/>
        </p:spPr>
        <p:txBody>
          <a:bodyPr wrap="none" rtlCol="0">
            <a:spAutoFit/>
          </a:bodyPr>
          <a:lstStyle/>
          <a:p>
            <a:r>
              <a:rPr lang="en-US" sz="3200" noProof="0" dirty="0"/>
              <a:t>🐌</a:t>
            </a:r>
          </a:p>
        </p:txBody>
      </p:sp>
      <p:sp>
        <p:nvSpPr>
          <p:cNvPr id="44" name="TextBox 43">
            <a:extLst>
              <a:ext uri="{FF2B5EF4-FFF2-40B4-BE49-F238E27FC236}">
                <a16:creationId xmlns:a16="http://schemas.microsoft.com/office/drawing/2014/main" id="{0E57B5B0-DCBD-C30B-CC27-B13BCB58D132}"/>
              </a:ext>
            </a:extLst>
          </p:cNvPr>
          <p:cNvSpPr txBox="1"/>
          <p:nvPr>
            <p:custDataLst>
              <p:tags r:id="rId19"/>
            </p:custDataLst>
          </p:nvPr>
        </p:nvSpPr>
        <p:spPr>
          <a:xfrm>
            <a:off x="3381318" y="4695336"/>
            <a:ext cx="748923" cy="584775"/>
          </a:xfrm>
          <a:prstGeom prst="rect">
            <a:avLst/>
          </a:prstGeom>
          <a:noFill/>
        </p:spPr>
        <p:txBody>
          <a:bodyPr wrap="none" rtlCol="0">
            <a:spAutoFit/>
          </a:bodyPr>
          <a:lstStyle/>
          <a:p>
            <a:r>
              <a:rPr lang="en-US" sz="3200" noProof="0" dirty="0"/>
              <a:t>🐢</a:t>
            </a:r>
          </a:p>
        </p:txBody>
      </p:sp>
      <p:sp>
        <p:nvSpPr>
          <p:cNvPr id="46" name="TextBox 45">
            <a:extLst>
              <a:ext uri="{FF2B5EF4-FFF2-40B4-BE49-F238E27FC236}">
                <a16:creationId xmlns:a16="http://schemas.microsoft.com/office/drawing/2014/main" id="{02D1AA0A-0636-4E65-D880-856193D7CD72}"/>
              </a:ext>
            </a:extLst>
          </p:cNvPr>
          <p:cNvSpPr txBox="1"/>
          <p:nvPr>
            <p:custDataLst>
              <p:tags r:id="rId20"/>
            </p:custDataLst>
          </p:nvPr>
        </p:nvSpPr>
        <p:spPr>
          <a:xfrm>
            <a:off x="2822048" y="4736228"/>
            <a:ext cx="748923" cy="584775"/>
          </a:xfrm>
          <a:prstGeom prst="rect">
            <a:avLst/>
          </a:prstGeom>
          <a:noFill/>
        </p:spPr>
        <p:txBody>
          <a:bodyPr wrap="none" rtlCol="0">
            <a:spAutoFit/>
          </a:bodyPr>
          <a:lstStyle/>
          <a:p>
            <a:pPr algn="r"/>
            <a:r>
              <a:rPr lang="en-US" sz="3200" noProof="0" dirty="0"/>
              <a:t>✅</a:t>
            </a:r>
          </a:p>
        </p:txBody>
      </p:sp>
      <p:sp>
        <p:nvSpPr>
          <p:cNvPr id="49" name="TextBox 48">
            <a:extLst>
              <a:ext uri="{FF2B5EF4-FFF2-40B4-BE49-F238E27FC236}">
                <a16:creationId xmlns:a16="http://schemas.microsoft.com/office/drawing/2014/main" id="{ACE070EA-6968-5971-34E8-0B4B237BD0C6}"/>
              </a:ext>
            </a:extLst>
          </p:cNvPr>
          <p:cNvSpPr txBox="1"/>
          <p:nvPr>
            <p:custDataLst>
              <p:tags r:id="rId21"/>
            </p:custDataLst>
          </p:nvPr>
        </p:nvSpPr>
        <p:spPr>
          <a:xfrm>
            <a:off x="7019287" y="4695336"/>
            <a:ext cx="748923" cy="584775"/>
          </a:xfrm>
          <a:prstGeom prst="rect">
            <a:avLst/>
          </a:prstGeom>
          <a:noFill/>
        </p:spPr>
        <p:txBody>
          <a:bodyPr wrap="none" rtlCol="0">
            <a:spAutoFit/>
          </a:bodyPr>
          <a:lstStyle/>
          <a:p>
            <a:r>
              <a:rPr lang="en-US" sz="3200" noProof="0" dirty="0"/>
              <a:t>🐢</a:t>
            </a:r>
          </a:p>
        </p:txBody>
      </p:sp>
      <p:sp>
        <p:nvSpPr>
          <p:cNvPr id="51" name="TextBox 50">
            <a:extLst>
              <a:ext uri="{FF2B5EF4-FFF2-40B4-BE49-F238E27FC236}">
                <a16:creationId xmlns:a16="http://schemas.microsoft.com/office/drawing/2014/main" id="{5390C143-2BBA-5FC8-A7A1-1702F7B36EE9}"/>
              </a:ext>
            </a:extLst>
          </p:cNvPr>
          <p:cNvSpPr txBox="1"/>
          <p:nvPr>
            <p:custDataLst>
              <p:tags r:id="rId22"/>
            </p:custDataLst>
          </p:nvPr>
        </p:nvSpPr>
        <p:spPr>
          <a:xfrm>
            <a:off x="6460017" y="4736228"/>
            <a:ext cx="748923" cy="584775"/>
          </a:xfrm>
          <a:prstGeom prst="rect">
            <a:avLst/>
          </a:prstGeom>
          <a:noFill/>
        </p:spPr>
        <p:txBody>
          <a:bodyPr wrap="none" rtlCol="0">
            <a:spAutoFit/>
          </a:bodyPr>
          <a:lstStyle/>
          <a:p>
            <a:pPr algn="r"/>
            <a:r>
              <a:rPr lang="en-US" sz="3200" noProof="0" dirty="0"/>
              <a:t>⚠️</a:t>
            </a:r>
          </a:p>
        </p:txBody>
      </p:sp>
      <p:sp>
        <p:nvSpPr>
          <p:cNvPr id="54" name="TextBox 53">
            <a:extLst>
              <a:ext uri="{FF2B5EF4-FFF2-40B4-BE49-F238E27FC236}">
                <a16:creationId xmlns:a16="http://schemas.microsoft.com/office/drawing/2014/main" id="{6118E619-3F87-FB80-854F-4DCF9530E2F1}"/>
              </a:ext>
            </a:extLst>
          </p:cNvPr>
          <p:cNvSpPr txBox="1"/>
          <p:nvPr>
            <p:custDataLst>
              <p:tags r:id="rId23"/>
            </p:custDataLst>
          </p:nvPr>
        </p:nvSpPr>
        <p:spPr>
          <a:xfrm>
            <a:off x="315066" y="5384799"/>
            <a:ext cx="2343911" cy="461665"/>
          </a:xfrm>
          <a:prstGeom prst="rect">
            <a:avLst/>
          </a:prstGeom>
          <a:noFill/>
        </p:spPr>
        <p:txBody>
          <a:bodyPr wrap="none" rtlCol="0" anchor="ctr">
            <a:spAutoFit/>
          </a:bodyPr>
          <a:lstStyle/>
          <a:p>
            <a:pPr algn="ctr"/>
            <a:r>
              <a:rPr lang="en-US" sz="2400" noProof="0" dirty="0"/>
              <a:t>Design direction</a:t>
            </a:r>
          </a:p>
        </p:txBody>
      </p:sp>
      <p:sp>
        <p:nvSpPr>
          <p:cNvPr id="56" name="TextBox 55">
            <a:extLst>
              <a:ext uri="{FF2B5EF4-FFF2-40B4-BE49-F238E27FC236}">
                <a16:creationId xmlns:a16="http://schemas.microsoft.com/office/drawing/2014/main" id="{12A7F903-8467-48BA-F019-3DC25BE369AC}"/>
              </a:ext>
            </a:extLst>
          </p:cNvPr>
          <p:cNvSpPr txBox="1"/>
          <p:nvPr>
            <p:custDataLst>
              <p:tags r:id="rId24"/>
            </p:custDataLst>
          </p:nvPr>
        </p:nvSpPr>
        <p:spPr>
          <a:xfrm>
            <a:off x="3381318" y="5305044"/>
            <a:ext cx="748923" cy="584775"/>
          </a:xfrm>
          <a:prstGeom prst="rect">
            <a:avLst/>
          </a:prstGeom>
          <a:noFill/>
        </p:spPr>
        <p:txBody>
          <a:bodyPr wrap="none" rtlCol="0">
            <a:spAutoFit/>
          </a:bodyPr>
          <a:lstStyle/>
          <a:p>
            <a:r>
              <a:rPr lang="en-US" sz="3200" noProof="0" dirty="0"/>
              <a:t>🚀</a:t>
            </a:r>
          </a:p>
        </p:txBody>
      </p:sp>
      <p:sp>
        <p:nvSpPr>
          <p:cNvPr id="58" name="TextBox 57">
            <a:extLst>
              <a:ext uri="{FF2B5EF4-FFF2-40B4-BE49-F238E27FC236}">
                <a16:creationId xmlns:a16="http://schemas.microsoft.com/office/drawing/2014/main" id="{151696E4-B0FB-C0DF-97F3-C5C71AD6EE3C}"/>
              </a:ext>
            </a:extLst>
          </p:cNvPr>
          <p:cNvSpPr txBox="1"/>
          <p:nvPr>
            <p:custDataLst>
              <p:tags r:id="rId25"/>
            </p:custDataLst>
          </p:nvPr>
        </p:nvSpPr>
        <p:spPr>
          <a:xfrm>
            <a:off x="2822048" y="5345936"/>
            <a:ext cx="748923" cy="584775"/>
          </a:xfrm>
          <a:prstGeom prst="rect">
            <a:avLst/>
          </a:prstGeom>
          <a:noFill/>
        </p:spPr>
        <p:txBody>
          <a:bodyPr wrap="none" rtlCol="0">
            <a:spAutoFit/>
          </a:bodyPr>
          <a:lstStyle/>
          <a:p>
            <a:pPr algn="r"/>
            <a:r>
              <a:rPr lang="en-US" sz="3200" noProof="0" dirty="0"/>
              <a:t>✅</a:t>
            </a:r>
          </a:p>
        </p:txBody>
      </p:sp>
      <p:sp>
        <p:nvSpPr>
          <p:cNvPr id="60" name="TextBox 59">
            <a:extLst>
              <a:ext uri="{FF2B5EF4-FFF2-40B4-BE49-F238E27FC236}">
                <a16:creationId xmlns:a16="http://schemas.microsoft.com/office/drawing/2014/main" id="{E348268A-4787-4053-3F68-3D86F635C60E}"/>
              </a:ext>
            </a:extLst>
          </p:cNvPr>
          <p:cNvSpPr txBox="1"/>
          <p:nvPr>
            <p:custDataLst>
              <p:tags r:id="rId26"/>
            </p:custDataLst>
          </p:nvPr>
        </p:nvSpPr>
        <p:spPr>
          <a:xfrm>
            <a:off x="7019287" y="5263718"/>
            <a:ext cx="748923" cy="584775"/>
          </a:xfrm>
          <a:prstGeom prst="rect">
            <a:avLst/>
          </a:prstGeom>
          <a:noFill/>
        </p:spPr>
        <p:txBody>
          <a:bodyPr wrap="none" rtlCol="0">
            <a:spAutoFit/>
          </a:bodyPr>
          <a:lstStyle/>
          <a:p>
            <a:r>
              <a:rPr lang="en-US" sz="3200" noProof="0" dirty="0"/>
              <a:t>🚀</a:t>
            </a:r>
          </a:p>
        </p:txBody>
      </p:sp>
      <p:sp>
        <p:nvSpPr>
          <p:cNvPr id="64" name="TextBox 63">
            <a:extLst>
              <a:ext uri="{FF2B5EF4-FFF2-40B4-BE49-F238E27FC236}">
                <a16:creationId xmlns:a16="http://schemas.microsoft.com/office/drawing/2014/main" id="{2A2E43A5-314A-E8F9-B774-8DD706E19EC8}"/>
              </a:ext>
            </a:extLst>
          </p:cNvPr>
          <p:cNvSpPr txBox="1"/>
          <p:nvPr>
            <p:custDataLst>
              <p:tags r:id="rId27"/>
            </p:custDataLst>
          </p:nvPr>
        </p:nvSpPr>
        <p:spPr>
          <a:xfrm>
            <a:off x="6460017" y="5304610"/>
            <a:ext cx="748923" cy="584775"/>
          </a:xfrm>
          <a:prstGeom prst="rect">
            <a:avLst/>
          </a:prstGeom>
          <a:noFill/>
        </p:spPr>
        <p:txBody>
          <a:bodyPr wrap="none" rtlCol="0">
            <a:spAutoFit/>
          </a:bodyPr>
          <a:lstStyle/>
          <a:p>
            <a:pPr algn="r"/>
            <a:r>
              <a:rPr lang="en-US" sz="3200" noProof="0" dirty="0"/>
              <a:t>⚠️</a:t>
            </a:r>
          </a:p>
        </p:txBody>
      </p:sp>
      <p:pic>
        <p:nvPicPr>
          <p:cNvPr id="10" name="Picture 9">
            <a:extLst>
              <a:ext uri="{FF2B5EF4-FFF2-40B4-BE49-F238E27FC236}">
                <a16:creationId xmlns:a16="http://schemas.microsoft.com/office/drawing/2014/main" id="{AE319CAF-7C0E-5364-9A49-389D32D66396}"/>
              </a:ext>
            </a:extLst>
          </p:cNvPr>
          <p:cNvPicPr>
            <a:picLocks noChangeAspect="1"/>
          </p:cNvPicPr>
          <p:nvPr>
            <p:custDataLst>
              <p:tags r:id="rId28"/>
            </p:custDataLst>
          </p:nvPr>
        </p:nvPicPr>
        <p:blipFill>
          <a:blip r:embed="rId33">
            <a:extLst>
              <a:ext uri="{28A0092B-C50C-407E-A947-70E740481C1C}">
                <a14:useLocalDpi xmlns:a14="http://schemas.microsoft.com/office/drawing/2010/main" val="0"/>
              </a:ext>
            </a:extLst>
          </a:blip>
          <a:stretch>
            <a:fillRect/>
          </a:stretch>
        </p:blipFill>
        <p:spPr>
          <a:xfrm>
            <a:off x="6127860" y="1663124"/>
            <a:ext cx="1490558" cy="1073202"/>
          </a:xfrm>
          <a:prstGeom prst="rect">
            <a:avLst/>
          </a:prstGeom>
          <a:ln>
            <a:solidFill>
              <a:schemeClr val="tx1"/>
            </a:solidFill>
          </a:ln>
        </p:spPr>
      </p:pic>
    </p:spTree>
    <p:custDataLst>
      <p:tags r:id="rId1"/>
    </p:custDataLst>
    <p:extLst>
      <p:ext uri="{BB962C8B-B14F-4D97-AF65-F5344CB8AC3E}">
        <p14:creationId xmlns:p14="http://schemas.microsoft.com/office/powerpoint/2010/main" val="3359195116"/>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D00028-B1B7-95DE-0316-80DF581C109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3D4BB94-B0A6-13BF-C326-F04334E315E1}"/>
              </a:ext>
            </a:extLst>
          </p:cNvPr>
          <p:cNvSpPr>
            <a:spLocks noGrp="1"/>
          </p:cNvSpPr>
          <p:nvPr>
            <p:ph type="title"/>
            <p:custDataLst>
              <p:tags r:id="rId2"/>
            </p:custDataLst>
          </p:nvPr>
        </p:nvSpPr>
        <p:spPr/>
        <p:txBody>
          <a:bodyPr/>
          <a:lstStyle/>
          <a:p>
            <a:r>
              <a:rPr lang="en-US" noProof="0" dirty="0"/>
              <a:t>Tutoring LLMs for CUDA</a:t>
            </a:r>
            <a:br>
              <a:rPr lang="en-US" noProof="0" dirty="0"/>
            </a:br>
            <a:r>
              <a:rPr lang="en-US" sz="2400" i="1" noProof="0" dirty="0"/>
              <a:t>OpenAI o3-mini</a:t>
            </a:r>
          </a:p>
        </p:txBody>
      </p:sp>
      <p:sp>
        <p:nvSpPr>
          <p:cNvPr id="3" name="Date Placeholder 2">
            <a:extLst>
              <a:ext uri="{FF2B5EF4-FFF2-40B4-BE49-F238E27FC236}">
                <a16:creationId xmlns:a16="http://schemas.microsoft.com/office/drawing/2014/main" id="{CAD361D2-7335-D7E3-A396-473E3CB64790}"/>
              </a:ext>
            </a:extLst>
          </p:cNvPr>
          <p:cNvSpPr>
            <a:spLocks noGrp="1"/>
          </p:cNvSpPr>
          <p:nvPr>
            <p:ph type="dt" sz="half" idx="10"/>
            <p:custDataLst>
              <p:tags r:id="rId3"/>
            </p:custDataLst>
          </p:nvPr>
        </p:nvSpPr>
        <p:spPr/>
        <p:txBody>
          <a:bodyPr/>
          <a:lstStyle/>
          <a:p>
            <a:r>
              <a:rPr lang="en-US" noProof="0"/>
              <a:t>9/5/2026</a:t>
            </a:r>
            <a:endParaRPr lang="en-US" noProof="0" dirty="0"/>
          </a:p>
        </p:txBody>
      </p:sp>
      <p:sp>
        <p:nvSpPr>
          <p:cNvPr id="5" name="Slide Number Placeholder 4">
            <a:extLst>
              <a:ext uri="{FF2B5EF4-FFF2-40B4-BE49-F238E27FC236}">
                <a16:creationId xmlns:a16="http://schemas.microsoft.com/office/drawing/2014/main" id="{5096A58D-5BC7-D48F-CB5B-5600D453A1E9}"/>
              </a:ext>
            </a:extLst>
          </p:cNvPr>
          <p:cNvSpPr>
            <a:spLocks noGrp="1"/>
          </p:cNvSpPr>
          <p:nvPr>
            <p:ph type="sldNum" sz="quarter" idx="12"/>
            <p:custDataLst>
              <p:tags r:id="rId4"/>
            </p:custDataLst>
          </p:nvPr>
        </p:nvSpPr>
        <p:spPr/>
        <p:txBody>
          <a:bodyPr/>
          <a:lstStyle/>
          <a:p>
            <a:r>
              <a:rPr lang="en-US" noProof="0"/>
              <a:t>25</a:t>
            </a:r>
            <a:endParaRPr lang="en-US" noProof="0" dirty="0"/>
          </a:p>
        </p:txBody>
      </p:sp>
      <p:pic>
        <p:nvPicPr>
          <p:cNvPr id="6" name="Picture 5">
            <a:extLst>
              <a:ext uri="{FF2B5EF4-FFF2-40B4-BE49-F238E27FC236}">
                <a16:creationId xmlns:a16="http://schemas.microsoft.com/office/drawing/2014/main" id="{E51C4562-43FE-7269-9634-084833AC7E24}"/>
              </a:ext>
            </a:extLst>
          </p:cNvPr>
          <p:cNvPicPr>
            <a:picLocks noChangeAspect="1"/>
          </p:cNvPicPr>
          <p:nvPr>
            <p:custDataLst>
              <p:tags r:id="rId5"/>
            </p:custDataLst>
          </p:nvPr>
        </p:nvPicPr>
        <p:blipFill>
          <a:blip r:embed="rId35"/>
          <a:stretch>
            <a:fillRect/>
          </a:stretch>
        </p:blipFill>
        <p:spPr>
          <a:xfrm>
            <a:off x="2486525" y="1648814"/>
            <a:ext cx="1490506" cy="1160110"/>
          </a:xfrm>
          <a:prstGeom prst="rect">
            <a:avLst/>
          </a:prstGeom>
        </p:spPr>
      </p:pic>
      <p:sp>
        <p:nvSpPr>
          <p:cNvPr id="7" name="TextBox 6">
            <a:extLst>
              <a:ext uri="{FF2B5EF4-FFF2-40B4-BE49-F238E27FC236}">
                <a16:creationId xmlns:a16="http://schemas.microsoft.com/office/drawing/2014/main" id="{5AE060F8-4A23-3FC8-95D9-9B0E1AEA2785}"/>
              </a:ext>
            </a:extLst>
          </p:cNvPr>
          <p:cNvSpPr txBox="1"/>
          <p:nvPr>
            <p:custDataLst>
              <p:tags r:id="rId6"/>
            </p:custDataLst>
          </p:nvPr>
        </p:nvSpPr>
        <p:spPr>
          <a:xfrm>
            <a:off x="2352298" y="2622246"/>
            <a:ext cx="1635384" cy="461665"/>
          </a:xfrm>
          <a:prstGeom prst="rect">
            <a:avLst/>
          </a:prstGeom>
          <a:noFill/>
        </p:spPr>
        <p:txBody>
          <a:bodyPr wrap="none" rtlCol="0">
            <a:spAutoFit/>
          </a:bodyPr>
          <a:lstStyle/>
          <a:p>
            <a:pPr algn="ctr"/>
            <a:r>
              <a:rPr lang="en-US" sz="2400" b="1" noProof="0" dirty="0"/>
              <a:t>Histogram</a:t>
            </a:r>
          </a:p>
        </p:txBody>
      </p:sp>
      <p:sp>
        <p:nvSpPr>
          <p:cNvPr id="9" name="TextBox 8">
            <a:extLst>
              <a:ext uri="{FF2B5EF4-FFF2-40B4-BE49-F238E27FC236}">
                <a16:creationId xmlns:a16="http://schemas.microsoft.com/office/drawing/2014/main" id="{A7A96B6C-4F97-6D9F-8D10-DDB95932C78B}"/>
              </a:ext>
            </a:extLst>
          </p:cNvPr>
          <p:cNvSpPr txBox="1"/>
          <p:nvPr>
            <p:custDataLst>
              <p:tags r:id="rId7"/>
            </p:custDataLst>
          </p:nvPr>
        </p:nvSpPr>
        <p:spPr>
          <a:xfrm>
            <a:off x="5896961" y="2731778"/>
            <a:ext cx="1936749" cy="461665"/>
          </a:xfrm>
          <a:prstGeom prst="rect">
            <a:avLst/>
          </a:prstGeom>
          <a:noFill/>
        </p:spPr>
        <p:txBody>
          <a:bodyPr wrap="none" rtlCol="0">
            <a:spAutoFit/>
          </a:bodyPr>
          <a:lstStyle/>
          <a:p>
            <a:pPr algn="ctr"/>
            <a:r>
              <a:rPr lang="en-US" sz="2400" b="1" noProof="0" dirty="0"/>
              <a:t>Game of Life</a:t>
            </a:r>
          </a:p>
        </p:txBody>
      </p:sp>
      <p:pic>
        <p:nvPicPr>
          <p:cNvPr id="11" name="Picture 10">
            <a:extLst>
              <a:ext uri="{FF2B5EF4-FFF2-40B4-BE49-F238E27FC236}">
                <a16:creationId xmlns:a16="http://schemas.microsoft.com/office/drawing/2014/main" id="{66859A4B-B9FE-9929-891F-052709D3DD1A}"/>
              </a:ext>
            </a:extLst>
          </p:cNvPr>
          <p:cNvPicPr>
            <a:picLocks noChangeAspect="1"/>
          </p:cNvPicPr>
          <p:nvPr>
            <p:custDataLst>
              <p:tags r:id="rId8"/>
            </p:custDataLst>
          </p:nvPr>
        </p:nvPicPr>
        <p:blipFill>
          <a:blip r:embed="rId36"/>
          <a:stretch>
            <a:fillRect/>
          </a:stretch>
        </p:blipFill>
        <p:spPr>
          <a:xfrm>
            <a:off x="9545342" y="1659658"/>
            <a:ext cx="1490506" cy="1076668"/>
          </a:xfrm>
          <a:prstGeom prst="rect">
            <a:avLst/>
          </a:prstGeom>
          <a:ln>
            <a:solidFill>
              <a:schemeClr val="tx1"/>
            </a:solidFill>
          </a:ln>
        </p:spPr>
      </p:pic>
      <p:sp>
        <p:nvSpPr>
          <p:cNvPr id="14" name="TextBox 13">
            <a:extLst>
              <a:ext uri="{FF2B5EF4-FFF2-40B4-BE49-F238E27FC236}">
                <a16:creationId xmlns:a16="http://schemas.microsoft.com/office/drawing/2014/main" id="{E1CCE55D-6536-BE73-9343-84038C38E1D7}"/>
              </a:ext>
            </a:extLst>
          </p:cNvPr>
          <p:cNvSpPr txBox="1"/>
          <p:nvPr>
            <p:custDataLst>
              <p:tags r:id="rId9"/>
            </p:custDataLst>
          </p:nvPr>
        </p:nvSpPr>
        <p:spPr>
          <a:xfrm>
            <a:off x="9474567" y="2668413"/>
            <a:ext cx="1622560" cy="830997"/>
          </a:xfrm>
          <a:prstGeom prst="rect">
            <a:avLst/>
          </a:prstGeom>
          <a:noFill/>
        </p:spPr>
        <p:txBody>
          <a:bodyPr wrap="none" rtlCol="0">
            <a:spAutoFit/>
          </a:bodyPr>
          <a:lstStyle/>
          <a:p>
            <a:pPr algn="ctr"/>
            <a:r>
              <a:rPr lang="en-US" sz="2400" b="1" noProof="0" dirty="0"/>
              <a:t>K-Nearest</a:t>
            </a:r>
            <a:br>
              <a:rPr lang="en-US" sz="2400" b="1" noProof="0" dirty="0"/>
            </a:br>
            <a:r>
              <a:rPr lang="en-US" sz="2400" b="1" noProof="0" dirty="0"/>
              <a:t>Neighbors</a:t>
            </a:r>
          </a:p>
        </p:txBody>
      </p:sp>
      <p:sp>
        <p:nvSpPr>
          <p:cNvPr id="15" name="TextBox 14">
            <a:extLst>
              <a:ext uri="{FF2B5EF4-FFF2-40B4-BE49-F238E27FC236}">
                <a16:creationId xmlns:a16="http://schemas.microsoft.com/office/drawing/2014/main" id="{1C57BF6A-0432-7C47-109B-427D20671C0F}"/>
              </a:ext>
            </a:extLst>
          </p:cNvPr>
          <p:cNvSpPr txBox="1"/>
          <p:nvPr>
            <p:custDataLst>
              <p:tags r:id="rId10"/>
            </p:custDataLst>
          </p:nvPr>
        </p:nvSpPr>
        <p:spPr>
          <a:xfrm>
            <a:off x="1052558" y="3468770"/>
            <a:ext cx="4358437" cy="400110"/>
          </a:xfrm>
          <a:prstGeom prst="rect">
            <a:avLst/>
          </a:prstGeom>
          <a:noFill/>
        </p:spPr>
        <p:txBody>
          <a:bodyPr wrap="none" rtlCol="0">
            <a:spAutoFit/>
          </a:bodyPr>
          <a:lstStyle/>
          <a:p>
            <a:pPr algn="ctr"/>
            <a:r>
              <a:rPr lang="en-US" sz="2000" noProof="0" dirty="0"/>
              <a:t>Privatization in GPU “shared memory”</a:t>
            </a:r>
          </a:p>
        </p:txBody>
      </p:sp>
      <p:sp>
        <p:nvSpPr>
          <p:cNvPr id="18" name="TextBox 17">
            <a:extLst>
              <a:ext uri="{FF2B5EF4-FFF2-40B4-BE49-F238E27FC236}">
                <a16:creationId xmlns:a16="http://schemas.microsoft.com/office/drawing/2014/main" id="{E3BD8334-0385-0BA4-2B6F-D1FA61D876C4}"/>
              </a:ext>
            </a:extLst>
          </p:cNvPr>
          <p:cNvSpPr txBox="1"/>
          <p:nvPr>
            <p:custDataLst>
              <p:tags r:id="rId11"/>
            </p:custDataLst>
          </p:nvPr>
        </p:nvSpPr>
        <p:spPr>
          <a:xfrm>
            <a:off x="5723626" y="3468770"/>
            <a:ext cx="2299027" cy="400110"/>
          </a:xfrm>
          <a:prstGeom prst="rect">
            <a:avLst/>
          </a:prstGeom>
          <a:noFill/>
        </p:spPr>
        <p:txBody>
          <a:bodyPr wrap="none" rtlCol="0">
            <a:spAutoFit/>
          </a:bodyPr>
          <a:lstStyle/>
          <a:p>
            <a:pPr algn="ctr"/>
            <a:r>
              <a:rPr lang="en-US" sz="2000" noProof="0" dirty="0"/>
              <a:t>Bit-</a:t>
            </a:r>
            <a:r>
              <a:rPr lang="en-US" sz="2000" noProof="0" dirty="0" err="1"/>
              <a:t>lvl</a:t>
            </a:r>
            <a:r>
              <a:rPr lang="en-US" sz="2000" noProof="0" dirty="0"/>
              <a:t> vectorization</a:t>
            </a:r>
          </a:p>
        </p:txBody>
      </p:sp>
      <p:sp>
        <p:nvSpPr>
          <p:cNvPr id="21" name="TextBox 20">
            <a:extLst>
              <a:ext uri="{FF2B5EF4-FFF2-40B4-BE49-F238E27FC236}">
                <a16:creationId xmlns:a16="http://schemas.microsoft.com/office/drawing/2014/main" id="{E9EBAD4A-8A58-61C5-702D-D937D74776C7}"/>
              </a:ext>
            </a:extLst>
          </p:cNvPr>
          <p:cNvSpPr txBox="1"/>
          <p:nvPr>
            <p:custDataLst>
              <p:tags r:id="rId12"/>
            </p:custDataLst>
          </p:nvPr>
        </p:nvSpPr>
        <p:spPr>
          <a:xfrm>
            <a:off x="8641777" y="3468770"/>
            <a:ext cx="3297634" cy="400110"/>
          </a:xfrm>
          <a:prstGeom prst="rect">
            <a:avLst/>
          </a:prstGeom>
          <a:noFill/>
        </p:spPr>
        <p:txBody>
          <a:bodyPr wrap="none" rtlCol="0">
            <a:spAutoFit/>
          </a:bodyPr>
          <a:lstStyle/>
          <a:p>
            <a:pPr algn="ctr"/>
            <a:r>
              <a:rPr lang="en-US" sz="2000" noProof="0" dirty="0"/>
              <a:t>Inter-thread communication</a:t>
            </a:r>
          </a:p>
        </p:txBody>
      </p:sp>
      <p:sp>
        <p:nvSpPr>
          <p:cNvPr id="25" name="TextBox 24">
            <a:extLst>
              <a:ext uri="{FF2B5EF4-FFF2-40B4-BE49-F238E27FC236}">
                <a16:creationId xmlns:a16="http://schemas.microsoft.com/office/drawing/2014/main" id="{27372CA7-7292-1BA8-43EB-1AB22F03FF4B}"/>
              </a:ext>
            </a:extLst>
          </p:cNvPr>
          <p:cNvSpPr txBox="1"/>
          <p:nvPr>
            <p:custDataLst>
              <p:tags r:id="rId13"/>
            </p:custDataLst>
          </p:nvPr>
        </p:nvSpPr>
        <p:spPr>
          <a:xfrm>
            <a:off x="380748" y="4106371"/>
            <a:ext cx="2214068" cy="461665"/>
          </a:xfrm>
          <a:prstGeom prst="rect">
            <a:avLst/>
          </a:prstGeom>
          <a:noFill/>
        </p:spPr>
        <p:txBody>
          <a:bodyPr wrap="none" rtlCol="0" anchor="ctr">
            <a:spAutoFit/>
          </a:bodyPr>
          <a:lstStyle/>
          <a:p>
            <a:pPr algn="ctr"/>
            <a:r>
              <a:rPr lang="en-US" sz="2400" noProof="0" dirty="0"/>
              <a:t>Just implement</a:t>
            </a:r>
          </a:p>
        </p:txBody>
      </p:sp>
      <p:sp>
        <p:nvSpPr>
          <p:cNvPr id="27" name="TextBox 26">
            <a:extLst>
              <a:ext uri="{FF2B5EF4-FFF2-40B4-BE49-F238E27FC236}">
                <a16:creationId xmlns:a16="http://schemas.microsoft.com/office/drawing/2014/main" id="{FBAF86EE-6508-A108-73BB-E3A6074BD8B8}"/>
              </a:ext>
            </a:extLst>
          </p:cNvPr>
          <p:cNvSpPr txBox="1"/>
          <p:nvPr>
            <p:custDataLst>
              <p:tags r:id="rId14"/>
            </p:custDataLst>
          </p:nvPr>
        </p:nvSpPr>
        <p:spPr>
          <a:xfrm>
            <a:off x="2822048" y="4105182"/>
            <a:ext cx="748923" cy="584775"/>
          </a:xfrm>
          <a:prstGeom prst="rect">
            <a:avLst/>
          </a:prstGeom>
          <a:noFill/>
        </p:spPr>
        <p:txBody>
          <a:bodyPr wrap="none" rtlCol="0">
            <a:spAutoFit/>
          </a:bodyPr>
          <a:lstStyle/>
          <a:p>
            <a:pPr algn="r"/>
            <a:r>
              <a:rPr lang="en-US" sz="3200" noProof="0" dirty="0"/>
              <a:t>✅</a:t>
            </a:r>
          </a:p>
        </p:txBody>
      </p:sp>
      <p:sp>
        <p:nvSpPr>
          <p:cNvPr id="35" name="TextBox 34">
            <a:extLst>
              <a:ext uri="{FF2B5EF4-FFF2-40B4-BE49-F238E27FC236}">
                <a16:creationId xmlns:a16="http://schemas.microsoft.com/office/drawing/2014/main" id="{04AEC432-25D7-7B96-183C-81D25BD15AD1}"/>
              </a:ext>
            </a:extLst>
          </p:cNvPr>
          <p:cNvSpPr txBox="1"/>
          <p:nvPr>
            <p:custDataLst>
              <p:tags r:id="rId15"/>
            </p:custDataLst>
          </p:nvPr>
        </p:nvSpPr>
        <p:spPr>
          <a:xfrm>
            <a:off x="6463411" y="4105182"/>
            <a:ext cx="748923" cy="584775"/>
          </a:xfrm>
          <a:prstGeom prst="rect">
            <a:avLst/>
          </a:prstGeom>
          <a:noFill/>
        </p:spPr>
        <p:txBody>
          <a:bodyPr wrap="none" rtlCol="0">
            <a:spAutoFit/>
          </a:bodyPr>
          <a:lstStyle/>
          <a:p>
            <a:pPr algn="r"/>
            <a:r>
              <a:rPr lang="en-US" sz="3200" noProof="0" dirty="0"/>
              <a:t>✅</a:t>
            </a:r>
          </a:p>
        </p:txBody>
      </p:sp>
      <p:sp>
        <p:nvSpPr>
          <p:cNvPr id="37" name="TextBox 36">
            <a:extLst>
              <a:ext uri="{FF2B5EF4-FFF2-40B4-BE49-F238E27FC236}">
                <a16:creationId xmlns:a16="http://schemas.microsoft.com/office/drawing/2014/main" id="{6F047493-C970-CEB3-77AE-369B5263B184}"/>
              </a:ext>
            </a:extLst>
          </p:cNvPr>
          <p:cNvSpPr txBox="1"/>
          <p:nvPr>
            <p:custDataLst>
              <p:tags r:id="rId16"/>
            </p:custDataLst>
          </p:nvPr>
        </p:nvSpPr>
        <p:spPr>
          <a:xfrm>
            <a:off x="9880866" y="4105182"/>
            <a:ext cx="748923" cy="584775"/>
          </a:xfrm>
          <a:prstGeom prst="rect">
            <a:avLst/>
          </a:prstGeom>
          <a:noFill/>
        </p:spPr>
        <p:txBody>
          <a:bodyPr wrap="none" rtlCol="0">
            <a:spAutoFit/>
          </a:bodyPr>
          <a:lstStyle/>
          <a:p>
            <a:pPr algn="r"/>
            <a:r>
              <a:rPr lang="en-US" sz="3200" noProof="0" dirty="0"/>
              <a:t>⚠️</a:t>
            </a:r>
          </a:p>
        </p:txBody>
      </p:sp>
      <p:sp>
        <p:nvSpPr>
          <p:cNvPr id="38" name="TextBox 37">
            <a:extLst>
              <a:ext uri="{FF2B5EF4-FFF2-40B4-BE49-F238E27FC236}">
                <a16:creationId xmlns:a16="http://schemas.microsoft.com/office/drawing/2014/main" id="{91C5CABB-484B-5D20-728D-363D4CA9B715}"/>
              </a:ext>
            </a:extLst>
          </p:cNvPr>
          <p:cNvSpPr txBox="1"/>
          <p:nvPr>
            <p:custDataLst>
              <p:tags r:id="rId17"/>
            </p:custDataLst>
          </p:nvPr>
        </p:nvSpPr>
        <p:spPr>
          <a:xfrm>
            <a:off x="724441" y="4793321"/>
            <a:ext cx="1525162" cy="461665"/>
          </a:xfrm>
          <a:prstGeom prst="rect">
            <a:avLst/>
          </a:prstGeom>
          <a:noFill/>
        </p:spPr>
        <p:txBody>
          <a:bodyPr wrap="none" rtlCol="0" anchor="ctr">
            <a:spAutoFit/>
          </a:bodyPr>
          <a:lstStyle/>
          <a:p>
            <a:pPr algn="ctr"/>
            <a:r>
              <a:rPr lang="en-US" sz="2400" noProof="0" dirty="0"/>
              <a:t>With hints</a:t>
            </a:r>
          </a:p>
        </p:txBody>
      </p:sp>
      <p:sp>
        <p:nvSpPr>
          <p:cNvPr id="39" name="TextBox 38">
            <a:extLst>
              <a:ext uri="{FF2B5EF4-FFF2-40B4-BE49-F238E27FC236}">
                <a16:creationId xmlns:a16="http://schemas.microsoft.com/office/drawing/2014/main" id="{FB8F57D5-3486-D39C-3F1A-AF9294B9546F}"/>
              </a:ext>
            </a:extLst>
          </p:cNvPr>
          <p:cNvSpPr txBox="1"/>
          <p:nvPr>
            <p:custDataLst>
              <p:tags r:id="rId18"/>
            </p:custDataLst>
          </p:nvPr>
        </p:nvSpPr>
        <p:spPr>
          <a:xfrm>
            <a:off x="3381318" y="4105182"/>
            <a:ext cx="748923" cy="584775"/>
          </a:xfrm>
          <a:prstGeom prst="rect">
            <a:avLst/>
          </a:prstGeom>
          <a:noFill/>
        </p:spPr>
        <p:txBody>
          <a:bodyPr wrap="none" rtlCol="0">
            <a:spAutoFit/>
          </a:bodyPr>
          <a:lstStyle/>
          <a:p>
            <a:r>
              <a:rPr lang="en-US" sz="3200" noProof="0" dirty="0"/>
              <a:t>🐌</a:t>
            </a:r>
          </a:p>
        </p:txBody>
      </p:sp>
      <p:sp>
        <p:nvSpPr>
          <p:cNvPr id="41" name="TextBox 40">
            <a:extLst>
              <a:ext uri="{FF2B5EF4-FFF2-40B4-BE49-F238E27FC236}">
                <a16:creationId xmlns:a16="http://schemas.microsoft.com/office/drawing/2014/main" id="{FC7057C3-CFAD-1A34-AF4A-6384A0FA4741}"/>
              </a:ext>
            </a:extLst>
          </p:cNvPr>
          <p:cNvSpPr txBox="1"/>
          <p:nvPr>
            <p:custDataLst>
              <p:tags r:id="rId19"/>
            </p:custDataLst>
          </p:nvPr>
        </p:nvSpPr>
        <p:spPr>
          <a:xfrm>
            <a:off x="6988894" y="4105182"/>
            <a:ext cx="748923" cy="584775"/>
          </a:xfrm>
          <a:prstGeom prst="rect">
            <a:avLst/>
          </a:prstGeom>
          <a:noFill/>
        </p:spPr>
        <p:txBody>
          <a:bodyPr wrap="none" rtlCol="0">
            <a:spAutoFit/>
          </a:bodyPr>
          <a:lstStyle/>
          <a:p>
            <a:r>
              <a:rPr lang="en-US" sz="3200" noProof="0" dirty="0"/>
              <a:t>🐌</a:t>
            </a:r>
          </a:p>
        </p:txBody>
      </p:sp>
      <p:sp>
        <p:nvSpPr>
          <p:cNvPr id="43" name="TextBox 42">
            <a:extLst>
              <a:ext uri="{FF2B5EF4-FFF2-40B4-BE49-F238E27FC236}">
                <a16:creationId xmlns:a16="http://schemas.microsoft.com/office/drawing/2014/main" id="{54AC2113-CF34-9C42-B33D-D4AC898FA2ED}"/>
              </a:ext>
            </a:extLst>
          </p:cNvPr>
          <p:cNvSpPr txBox="1"/>
          <p:nvPr>
            <p:custDataLst>
              <p:tags r:id="rId20"/>
            </p:custDataLst>
          </p:nvPr>
        </p:nvSpPr>
        <p:spPr>
          <a:xfrm>
            <a:off x="10409168" y="4105182"/>
            <a:ext cx="748923" cy="584775"/>
          </a:xfrm>
          <a:prstGeom prst="rect">
            <a:avLst/>
          </a:prstGeom>
          <a:noFill/>
        </p:spPr>
        <p:txBody>
          <a:bodyPr wrap="none" rtlCol="0">
            <a:spAutoFit/>
          </a:bodyPr>
          <a:lstStyle/>
          <a:p>
            <a:r>
              <a:rPr lang="en-US" sz="3200" noProof="0" dirty="0"/>
              <a:t>🐌</a:t>
            </a:r>
          </a:p>
        </p:txBody>
      </p:sp>
      <p:sp>
        <p:nvSpPr>
          <p:cNvPr id="44" name="TextBox 43">
            <a:extLst>
              <a:ext uri="{FF2B5EF4-FFF2-40B4-BE49-F238E27FC236}">
                <a16:creationId xmlns:a16="http://schemas.microsoft.com/office/drawing/2014/main" id="{0E57B5B0-DCBD-C30B-CC27-B13BCB58D132}"/>
              </a:ext>
            </a:extLst>
          </p:cNvPr>
          <p:cNvSpPr txBox="1"/>
          <p:nvPr>
            <p:custDataLst>
              <p:tags r:id="rId21"/>
            </p:custDataLst>
          </p:nvPr>
        </p:nvSpPr>
        <p:spPr>
          <a:xfrm>
            <a:off x="3381318" y="4695336"/>
            <a:ext cx="748923" cy="584775"/>
          </a:xfrm>
          <a:prstGeom prst="rect">
            <a:avLst/>
          </a:prstGeom>
          <a:noFill/>
        </p:spPr>
        <p:txBody>
          <a:bodyPr wrap="none" rtlCol="0">
            <a:spAutoFit/>
          </a:bodyPr>
          <a:lstStyle/>
          <a:p>
            <a:r>
              <a:rPr lang="en-US" sz="3200" noProof="0" dirty="0"/>
              <a:t>🐢</a:t>
            </a:r>
          </a:p>
        </p:txBody>
      </p:sp>
      <p:sp>
        <p:nvSpPr>
          <p:cNvPr id="46" name="TextBox 45">
            <a:extLst>
              <a:ext uri="{FF2B5EF4-FFF2-40B4-BE49-F238E27FC236}">
                <a16:creationId xmlns:a16="http://schemas.microsoft.com/office/drawing/2014/main" id="{02D1AA0A-0636-4E65-D880-856193D7CD72}"/>
              </a:ext>
            </a:extLst>
          </p:cNvPr>
          <p:cNvSpPr txBox="1"/>
          <p:nvPr>
            <p:custDataLst>
              <p:tags r:id="rId22"/>
            </p:custDataLst>
          </p:nvPr>
        </p:nvSpPr>
        <p:spPr>
          <a:xfrm>
            <a:off x="2822048" y="4736228"/>
            <a:ext cx="748923" cy="584775"/>
          </a:xfrm>
          <a:prstGeom prst="rect">
            <a:avLst/>
          </a:prstGeom>
          <a:noFill/>
        </p:spPr>
        <p:txBody>
          <a:bodyPr wrap="none" rtlCol="0">
            <a:spAutoFit/>
          </a:bodyPr>
          <a:lstStyle/>
          <a:p>
            <a:pPr algn="r"/>
            <a:r>
              <a:rPr lang="en-US" sz="3200" noProof="0" dirty="0"/>
              <a:t>✅</a:t>
            </a:r>
          </a:p>
        </p:txBody>
      </p:sp>
      <p:sp>
        <p:nvSpPr>
          <p:cNvPr id="49" name="TextBox 48">
            <a:extLst>
              <a:ext uri="{FF2B5EF4-FFF2-40B4-BE49-F238E27FC236}">
                <a16:creationId xmlns:a16="http://schemas.microsoft.com/office/drawing/2014/main" id="{ACE070EA-6968-5971-34E8-0B4B237BD0C6}"/>
              </a:ext>
            </a:extLst>
          </p:cNvPr>
          <p:cNvSpPr txBox="1"/>
          <p:nvPr>
            <p:custDataLst>
              <p:tags r:id="rId23"/>
            </p:custDataLst>
          </p:nvPr>
        </p:nvSpPr>
        <p:spPr>
          <a:xfrm>
            <a:off x="7019287" y="4695336"/>
            <a:ext cx="748923" cy="584775"/>
          </a:xfrm>
          <a:prstGeom prst="rect">
            <a:avLst/>
          </a:prstGeom>
          <a:noFill/>
        </p:spPr>
        <p:txBody>
          <a:bodyPr wrap="none" rtlCol="0">
            <a:spAutoFit/>
          </a:bodyPr>
          <a:lstStyle/>
          <a:p>
            <a:r>
              <a:rPr lang="en-US" sz="3200" noProof="0" dirty="0"/>
              <a:t>🐢</a:t>
            </a:r>
          </a:p>
        </p:txBody>
      </p:sp>
      <p:sp>
        <p:nvSpPr>
          <p:cNvPr id="51" name="TextBox 50">
            <a:extLst>
              <a:ext uri="{FF2B5EF4-FFF2-40B4-BE49-F238E27FC236}">
                <a16:creationId xmlns:a16="http://schemas.microsoft.com/office/drawing/2014/main" id="{5390C143-2BBA-5FC8-A7A1-1702F7B36EE9}"/>
              </a:ext>
            </a:extLst>
          </p:cNvPr>
          <p:cNvSpPr txBox="1"/>
          <p:nvPr>
            <p:custDataLst>
              <p:tags r:id="rId24"/>
            </p:custDataLst>
          </p:nvPr>
        </p:nvSpPr>
        <p:spPr>
          <a:xfrm>
            <a:off x="6460017" y="4736228"/>
            <a:ext cx="748923" cy="584775"/>
          </a:xfrm>
          <a:prstGeom prst="rect">
            <a:avLst/>
          </a:prstGeom>
          <a:noFill/>
        </p:spPr>
        <p:txBody>
          <a:bodyPr wrap="none" rtlCol="0">
            <a:spAutoFit/>
          </a:bodyPr>
          <a:lstStyle/>
          <a:p>
            <a:pPr algn="r"/>
            <a:r>
              <a:rPr lang="en-US" sz="3200" noProof="0" dirty="0"/>
              <a:t>⚠️</a:t>
            </a:r>
          </a:p>
        </p:txBody>
      </p:sp>
      <p:sp>
        <p:nvSpPr>
          <p:cNvPr id="53" name="TextBox 52">
            <a:extLst>
              <a:ext uri="{FF2B5EF4-FFF2-40B4-BE49-F238E27FC236}">
                <a16:creationId xmlns:a16="http://schemas.microsoft.com/office/drawing/2014/main" id="{6E5838EE-B8C5-9F68-CADA-001435EE4B34}"/>
              </a:ext>
            </a:extLst>
          </p:cNvPr>
          <p:cNvSpPr txBox="1"/>
          <p:nvPr>
            <p:custDataLst>
              <p:tags r:id="rId25"/>
            </p:custDataLst>
          </p:nvPr>
        </p:nvSpPr>
        <p:spPr>
          <a:xfrm>
            <a:off x="10157847" y="4731767"/>
            <a:ext cx="748923" cy="584775"/>
          </a:xfrm>
          <a:prstGeom prst="rect">
            <a:avLst/>
          </a:prstGeom>
          <a:noFill/>
        </p:spPr>
        <p:txBody>
          <a:bodyPr wrap="none" rtlCol="0">
            <a:spAutoFit/>
          </a:bodyPr>
          <a:lstStyle/>
          <a:p>
            <a:pPr algn="ctr"/>
            <a:r>
              <a:rPr lang="en-US" sz="3200" noProof="0" dirty="0"/>
              <a:t>❌</a:t>
            </a:r>
          </a:p>
        </p:txBody>
      </p:sp>
      <p:sp>
        <p:nvSpPr>
          <p:cNvPr id="54" name="TextBox 53">
            <a:extLst>
              <a:ext uri="{FF2B5EF4-FFF2-40B4-BE49-F238E27FC236}">
                <a16:creationId xmlns:a16="http://schemas.microsoft.com/office/drawing/2014/main" id="{6118E619-3F87-FB80-854F-4DCF9530E2F1}"/>
              </a:ext>
            </a:extLst>
          </p:cNvPr>
          <p:cNvSpPr txBox="1"/>
          <p:nvPr>
            <p:custDataLst>
              <p:tags r:id="rId26"/>
            </p:custDataLst>
          </p:nvPr>
        </p:nvSpPr>
        <p:spPr>
          <a:xfrm>
            <a:off x="315066" y="5384799"/>
            <a:ext cx="2343911" cy="461665"/>
          </a:xfrm>
          <a:prstGeom prst="rect">
            <a:avLst/>
          </a:prstGeom>
          <a:noFill/>
        </p:spPr>
        <p:txBody>
          <a:bodyPr wrap="none" rtlCol="0" anchor="ctr">
            <a:spAutoFit/>
          </a:bodyPr>
          <a:lstStyle/>
          <a:p>
            <a:pPr algn="ctr"/>
            <a:r>
              <a:rPr lang="en-US" sz="2400" noProof="0" dirty="0"/>
              <a:t>Design direction</a:t>
            </a:r>
          </a:p>
        </p:txBody>
      </p:sp>
      <p:sp>
        <p:nvSpPr>
          <p:cNvPr id="56" name="TextBox 55">
            <a:extLst>
              <a:ext uri="{FF2B5EF4-FFF2-40B4-BE49-F238E27FC236}">
                <a16:creationId xmlns:a16="http://schemas.microsoft.com/office/drawing/2014/main" id="{12A7F903-8467-48BA-F019-3DC25BE369AC}"/>
              </a:ext>
            </a:extLst>
          </p:cNvPr>
          <p:cNvSpPr txBox="1"/>
          <p:nvPr>
            <p:custDataLst>
              <p:tags r:id="rId27"/>
            </p:custDataLst>
          </p:nvPr>
        </p:nvSpPr>
        <p:spPr>
          <a:xfrm>
            <a:off x="3381318" y="5305044"/>
            <a:ext cx="748923" cy="584775"/>
          </a:xfrm>
          <a:prstGeom prst="rect">
            <a:avLst/>
          </a:prstGeom>
          <a:noFill/>
        </p:spPr>
        <p:txBody>
          <a:bodyPr wrap="none" rtlCol="0">
            <a:spAutoFit/>
          </a:bodyPr>
          <a:lstStyle/>
          <a:p>
            <a:r>
              <a:rPr lang="en-US" sz="3200" noProof="0" dirty="0"/>
              <a:t>🚀</a:t>
            </a:r>
          </a:p>
        </p:txBody>
      </p:sp>
      <p:sp>
        <p:nvSpPr>
          <p:cNvPr id="58" name="TextBox 57">
            <a:extLst>
              <a:ext uri="{FF2B5EF4-FFF2-40B4-BE49-F238E27FC236}">
                <a16:creationId xmlns:a16="http://schemas.microsoft.com/office/drawing/2014/main" id="{151696E4-B0FB-C0DF-97F3-C5C71AD6EE3C}"/>
              </a:ext>
            </a:extLst>
          </p:cNvPr>
          <p:cNvSpPr txBox="1"/>
          <p:nvPr>
            <p:custDataLst>
              <p:tags r:id="rId28"/>
            </p:custDataLst>
          </p:nvPr>
        </p:nvSpPr>
        <p:spPr>
          <a:xfrm>
            <a:off x="2822048" y="5345936"/>
            <a:ext cx="748923" cy="584775"/>
          </a:xfrm>
          <a:prstGeom prst="rect">
            <a:avLst/>
          </a:prstGeom>
          <a:noFill/>
        </p:spPr>
        <p:txBody>
          <a:bodyPr wrap="none" rtlCol="0">
            <a:spAutoFit/>
          </a:bodyPr>
          <a:lstStyle/>
          <a:p>
            <a:pPr algn="r"/>
            <a:r>
              <a:rPr lang="en-US" sz="3200" noProof="0" dirty="0"/>
              <a:t>✅</a:t>
            </a:r>
          </a:p>
        </p:txBody>
      </p:sp>
      <p:sp>
        <p:nvSpPr>
          <p:cNvPr id="60" name="TextBox 59">
            <a:extLst>
              <a:ext uri="{FF2B5EF4-FFF2-40B4-BE49-F238E27FC236}">
                <a16:creationId xmlns:a16="http://schemas.microsoft.com/office/drawing/2014/main" id="{E348268A-4787-4053-3F68-3D86F635C60E}"/>
              </a:ext>
            </a:extLst>
          </p:cNvPr>
          <p:cNvSpPr txBox="1"/>
          <p:nvPr>
            <p:custDataLst>
              <p:tags r:id="rId29"/>
            </p:custDataLst>
          </p:nvPr>
        </p:nvSpPr>
        <p:spPr>
          <a:xfrm>
            <a:off x="7019287" y="5263718"/>
            <a:ext cx="748923" cy="584775"/>
          </a:xfrm>
          <a:prstGeom prst="rect">
            <a:avLst/>
          </a:prstGeom>
          <a:noFill/>
        </p:spPr>
        <p:txBody>
          <a:bodyPr wrap="none" rtlCol="0">
            <a:spAutoFit/>
          </a:bodyPr>
          <a:lstStyle/>
          <a:p>
            <a:r>
              <a:rPr lang="en-US" sz="3200" noProof="0" dirty="0"/>
              <a:t>🚀</a:t>
            </a:r>
          </a:p>
        </p:txBody>
      </p:sp>
      <p:sp>
        <p:nvSpPr>
          <p:cNvPr id="64" name="TextBox 63">
            <a:extLst>
              <a:ext uri="{FF2B5EF4-FFF2-40B4-BE49-F238E27FC236}">
                <a16:creationId xmlns:a16="http://schemas.microsoft.com/office/drawing/2014/main" id="{2A2E43A5-314A-E8F9-B774-8DD706E19EC8}"/>
              </a:ext>
            </a:extLst>
          </p:cNvPr>
          <p:cNvSpPr txBox="1"/>
          <p:nvPr>
            <p:custDataLst>
              <p:tags r:id="rId30"/>
            </p:custDataLst>
          </p:nvPr>
        </p:nvSpPr>
        <p:spPr>
          <a:xfrm>
            <a:off x="6460017" y="5304610"/>
            <a:ext cx="748923" cy="584775"/>
          </a:xfrm>
          <a:prstGeom prst="rect">
            <a:avLst/>
          </a:prstGeom>
          <a:noFill/>
        </p:spPr>
        <p:txBody>
          <a:bodyPr wrap="none" rtlCol="0">
            <a:spAutoFit/>
          </a:bodyPr>
          <a:lstStyle/>
          <a:p>
            <a:pPr algn="r"/>
            <a:r>
              <a:rPr lang="en-US" sz="3200" noProof="0" dirty="0"/>
              <a:t>⚠️</a:t>
            </a:r>
          </a:p>
        </p:txBody>
      </p:sp>
      <p:sp>
        <p:nvSpPr>
          <p:cNvPr id="69" name="TextBox 68">
            <a:extLst>
              <a:ext uri="{FF2B5EF4-FFF2-40B4-BE49-F238E27FC236}">
                <a16:creationId xmlns:a16="http://schemas.microsoft.com/office/drawing/2014/main" id="{296BAB42-31A3-D342-F6EC-828DF204BB89}"/>
              </a:ext>
            </a:extLst>
          </p:cNvPr>
          <p:cNvSpPr txBox="1"/>
          <p:nvPr>
            <p:custDataLst>
              <p:tags r:id="rId31"/>
            </p:custDataLst>
          </p:nvPr>
        </p:nvSpPr>
        <p:spPr>
          <a:xfrm>
            <a:off x="10157847" y="5304610"/>
            <a:ext cx="748923" cy="584775"/>
          </a:xfrm>
          <a:prstGeom prst="rect">
            <a:avLst/>
          </a:prstGeom>
          <a:noFill/>
        </p:spPr>
        <p:txBody>
          <a:bodyPr wrap="none" rtlCol="0">
            <a:spAutoFit/>
          </a:bodyPr>
          <a:lstStyle/>
          <a:p>
            <a:pPr algn="ctr"/>
            <a:r>
              <a:rPr lang="en-US" sz="3200" noProof="0" dirty="0"/>
              <a:t>❌</a:t>
            </a:r>
          </a:p>
        </p:txBody>
      </p:sp>
      <p:pic>
        <p:nvPicPr>
          <p:cNvPr id="10" name="Picture 9">
            <a:extLst>
              <a:ext uri="{FF2B5EF4-FFF2-40B4-BE49-F238E27FC236}">
                <a16:creationId xmlns:a16="http://schemas.microsoft.com/office/drawing/2014/main" id="{AE319CAF-7C0E-5364-9A49-389D32D66396}"/>
              </a:ext>
            </a:extLst>
          </p:cNvPr>
          <p:cNvPicPr>
            <a:picLocks noChangeAspect="1"/>
          </p:cNvPicPr>
          <p:nvPr>
            <p:custDataLst>
              <p:tags r:id="rId32"/>
            </p:custDataLst>
          </p:nvPr>
        </p:nvPicPr>
        <p:blipFill>
          <a:blip r:embed="rId37">
            <a:extLst>
              <a:ext uri="{28A0092B-C50C-407E-A947-70E740481C1C}">
                <a14:useLocalDpi xmlns:a14="http://schemas.microsoft.com/office/drawing/2010/main" val="0"/>
              </a:ext>
            </a:extLst>
          </a:blip>
          <a:stretch>
            <a:fillRect/>
          </a:stretch>
        </p:blipFill>
        <p:spPr>
          <a:xfrm>
            <a:off x="6127860" y="1663124"/>
            <a:ext cx="1490558" cy="1073202"/>
          </a:xfrm>
          <a:prstGeom prst="rect">
            <a:avLst/>
          </a:prstGeom>
          <a:ln>
            <a:solidFill>
              <a:schemeClr val="tx1"/>
            </a:solidFill>
          </a:ln>
        </p:spPr>
      </p:pic>
    </p:spTree>
    <p:custDataLst>
      <p:tags r:id="rId1"/>
    </p:custDataLst>
    <p:extLst>
      <p:ext uri="{BB962C8B-B14F-4D97-AF65-F5344CB8AC3E}">
        <p14:creationId xmlns:p14="http://schemas.microsoft.com/office/powerpoint/2010/main" val="1046522426"/>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50E109-C468-9CAD-7328-CB565CAB08ED}"/>
            </a:ext>
          </a:extLst>
        </p:cNvPr>
        <p:cNvGrpSpPr/>
        <p:nvPr/>
      </p:nvGrpSpPr>
      <p:grpSpPr>
        <a:xfrm>
          <a:off x="0" y="0"/>
          <a:ext cx="0" cy="0"/>
          <a:chOff x="0" y="0"/>
          <a:chExt cx="0" cy="0"/>
        </a:xfrm>
      </p:grpSpPr>
      <p:pic>
        <p:nvPicPr>
          <p:cNvPr id="10" name="Picture 9">
            <a:extLst>
              <a:ext uri="{FF2B5EF4-FFF2-40B4-BE49-F238E27FC236}">
                <a16:creationId xmlns:a16="http://schemas.microsoft.com/office/drawing/2014/main" id="{BD1A2F12-E0B1-E78D-1174-3E84B38E55D2}"/>
              </a:ext>
            </a:extLst>
          </p:cNvPr>
          <p:cNvPicPr>
            <a:picLocks noChangeAspect="1"/>
          </p:cNvPicPr>
          <p:nvPr/>
        </p:nvPicPr>
        <p:blipFill>
          <a:blip r:embed="rId4"/>
          <a:srcRect r="758"/>
          <a:stretch>
            <a:fillRect/>
          </a:stretch>
        </p:blipFill>
        <p:spPr>
          <a:xfrm>
            <a:off x="5725239" y="2414515"/>
            <a:ext cx="6428662" cy="3400819"/>
          </a:xfrm>
          <a:prstGeom prst="rect">
            <a:avLst/>
          </a:prstGeom>
        </p:spPr>
      </p:pic>
      <p:sp>
        <p:nvSpPr>
          <p:cNvPr id="2" name="Title 1">
            <a:extLst>
              <a:ext uri="{FF2B5EF4-FFF2-40B4-BE49-F238E27FC236}">
                <a16:creationId xmlns:a16="http://schemas.microsoft.com/office/drawing/2014/main" id="{15F9A852-DFA7-BB45-D52F-5ADF7BD5F985}"/>
              </a:ext>
            </a:extLst>
          </p:cNvPr>
          <p:cNvSpPr>
            <a:spLocks noGrp="1"/>
          </p:cNvSpPr>
          <p:nvPr>
            <p:ph type="title"/>
          </p:nvPr>
        </p:nvSpPr>
        <p:spPr/>
        <p:txBody>
          <a:bodyPr/>
          <a:lstStyle/>
          <a:p>
            <a:r>
              <a:rPr lang="en-US" noProof="0" dirty="0"/>
              <a:t>Tutoring LLMs for CUDA – submission</a:t>
            </a:r>
            <a:br>
              <a:rPr lang="en-US" noProof="0" dirty="0"/>
            </a:br>
            <a:r>
              <a:rPr lang="en-US" sz="2400" i="1" noProof="0" dirty="0"/>
              <a:t>OpenAI o3-mini</a:t>
            </a:r>
            <a:endParaRPr lang="en-US" sz="2400" noProof="0" dirty="0"/>
          </a:p>
        </p:txBody>
      </p:sp>
      <p:sp>
        <p:nvSpPr>
          <p:cNvPr id="3" name="Date Placeholder 2">
            <a:extLst>
              <a:ext uri="{FF2B5EF4-FFF2-40B4-BE49-F238E27FC236}">
                <a16:creationId xmlns:a16="http://schemas.microsoft.com/office/drawing/2014/main" id="{193E9B5A-3051-3FC5-830E-F33DF82F4788}"/>
              </a:ext>
            </a:extLst>
          </p:cNvPr>
          <p:cNvSpPr>
            <a:spLocks noGrp="1"/>
          </p:cNvSpPr>
          <p:nvPr>
            <p:ph type="dt" sz="half" idx="10"/>
          </p:nvPr>
        </p:nvSpPr>
        <p:spPr/>
        <p:txBody>
          <a:bodyPr/>
          <a:lstStyle/>
          <a:p>
            <a:r>
              <a:rPr lang="en-US" noProof="0"/>
              <a:t>9/5/2026</a:t>
            </a:r>
            <a:endParaRPr lang="en-US" noProof="0" dirty="0"/>
          </a:p>
        </p:txBody>
      </p:sp>
      <p:sp>
        <p:nvSpPr>
          <p:cNvPr id="4" name="Slide Number Placeholder 3">
            <a:extLst>
              <a:ext uri="{FF2B5EF4-FFF2-40B4-BE49-F238E27FC236}">
                <a16:creationId xmlns:a16="http://schemas.microsoft.com/office/drawing/2014/main" id="{F170B554-C7EC-EA4A-7377-16FE1E7F2197}"/>
              </a:ext>
            </a:extLst>
          </p:cNvPr>
          <p:cNvSpPr>
            <a:spLocks noGrp="1"/>
          </p:cNvSpPr>
          <p:nvPr>
            <p:ph type="sldNum" sz="quarter" idx="12"/>
          </p:nvPr>
        </p:nvSpPr>
        <p:spPr/>
        <p:txBody>
          <a:bodyPr/>
          <a:lstStyle/>
          <a:p>
            <a:r>
              <a:rPr lang="en-US" noProof="0"/>
              <a:t>26</a:t>
            </a:r>
            <a:endParaRPr lang="en-US" noProof="0" dirty="0"/>
          </a:p>
        </p:txBody>
      </p:sp>
      <p:sp>
        <p:nvSpPr>
          <p:cNvPr id="9" name="TextBox 8">
            <a:extLst>
              <a:ext uri="{FF2B5EF4-FFF2-40B4-BE49-F238E27FC236}">
                <a16:creationId xmlns:a16="http://schemas.microsoft.com/office/drawing/2014/main" id="{5F4D55C3-3077-8567-A06E-0244BA5AA6CA}"/>
              </a:ext>
            </a:extLst>
          </p:cNvPr>
          <p:cNvSpPr txBox="1"/>
          <p:nvPr/>
        </p:nvSpPr>
        <p:spPr>
          <a:xfrm>
            <a:off x="304855" y="5753021"/>
            <a:ext cx="5697394" cy="369332"/>
          </a:xfrm>
          <a:prstGeom prst="rect">
            <a:avLst/>
          </a:prstGeom>
          <a:noFill/>
        </p:spPr>
        <p:txBody>
          <a:bodyPr wrap="none" rtlCol="0">
            <a:spAutoFit/>
          </a:bodyPr>
          <a:lstStyle/>
          <a:p>
            <a:pPr algn="ctr"/>
            <a:r>
              <a:rPr lang="en-US" noProof="0" dirty="0"/>
              <a:t>Prompt specificity (naïve </a:t>
            </a:r>
            <a:r>
              <a:rPr lang="en-US" noProof="0" dirty="0">
                <a:sym typeface="Wingdings" panose="05000000000000000000" pitchFamily="2" charset="2"/>
              </a:rPr>
              <a:t> …  design specification)</a:t>
            </a:r>
            <a:endParaRPr lang="en-US" noProof="0" dirty="0"/>
          </a:p>
        </p:txBody>
      </p:sp>
      <p:sp>
        <p:nvSpPr>
          <p:cNvPr id="11" name="TextBox 10">
            <a:extLst>
              <a:ext uri="{FF2B5EF4-FFF2-40B4-BE49-F238E27FC236}">
                <a16:creationId xmlns:a16="http://schemas.microsoft.com/office/drawing/2014/main" id="{BEFC1A91-D2F9-8087-5FD2-A346BE6173B0}"/>
              </a:ext>
            </a:extLst>
          </p:cNvPr>
          <p:cNvSpPr txBox="1"/>
          <p:nvPr/>
        </p:nvSpPr>
        <p:spPr>
          <a:xfrm>
            <a:off x="6189752" y="5756063"/>
            <a:ext cx="5697394" cy="369332"/>
          </a:xfrm>
          <a:prstGeom prst="rect">
            <a:avLst/>
          </a:prstGeom>
          <a:noFill/>
        </p:spPr>
        <p:txBody>
          <a:bodyPr wrap="none" rtlCol="0">
            <a:spAutoFit/>
          </a:bodyPr>
          <a:lstStyle/>
          <a:p>
            <a:pPr algn="ctr"/>
            <a:r>
              <a:rPr lang="en-US" noProof="0" dirty="0"/>
              <a:t>Prompt specificity (naïve </a:t>
            </a:r>
            <a:r>
              <a:rPr lang="en-US" noProof="0" dirty="0">
                <a:sym typeface="Wingdings" panose="05000000000000000000" pitchFamily="2" charset="2"/>
              </a:rPr>
              <a:t> …  design specification)</a:t>
            </a:r>
            <a:endParaRPr lang="en-US" noProof="0" dirty="0"/>
          </a:p>
        </p:txBody>
      </p:sp>
      <p:pic>
        <p:nvPicPr>
          <p:cNvPr id="12" name="Picture 11">
            <a:extLst>
              <a:ext uri="{FF2B5EF4-FFF2-40B4-BE49-F238E27FC236}">
                <a16:creationId xmlns:a16="http://schemas.microsoft.com/office/drawing/2014/main" id="{F37C588F-446D-B5A9-2747-7A8074A7E755}"/>
              </a:ext>
            </a:extLst>
          </p:cNvPr>
          <p:cNvPicPr>
            <a:picLocks noChangeAspect="1"/>
          </p:cNvPicPr>
          <p:nvPr/>
        </p:nvPicPr>
        <p:blipFill>
          <a:blip r:embed="rId5"/>
          <a:stretch>
            <a:fillRect/>
          </a:stretch>
        </p:blipFill>
        <p:spPr>
          <a:xfrm>
            <a:off x="38099" y="1813041"/>
            <a:ext cx="5505218" cy="4002293"/>
          </a:xfrm>
          <a:prstGeom prst="rect">
            <a:avLst/>
          </a:prstGeom>
        </p:spPr>
      </p:pic>
      <p:sp>
        <p:nvSpPr>
          <p:cNvPr id="6" name="TextBox 5">
            <a:extLst>
              <a:ext uri="{FF2B5EF4-FFF2-40B4-BE49-F238E27FC236}">
                <a16:creationId xmlns:a16="http://schemas.microsoft.com/office/drawing/2014/main" id="{72D4F460-314F-F2C1-B648-8D4D93BCB4E5}"/>
              </a:ext>
            </a:extLst>
          </p:cNvPr>
          <p:cNvSpPr txBox="1"/>
          <p:nvPr/>
        </p:nvSpPr>
        <p:spPr>
          <a:xfrm>
            <a:off x="2078136" y="1390039"/>
            <a:ext cx="1789272" cy="523220"/>
          </a:xfrm>
          <a:prstGeom prst="rect">
            <a:avLst/>
          </a:prstGeom>
          <a:noFill/>
        </p:spPr>
        <p:txBody>
          <a:bodyPr wrap="none" rtlCol="0" anchor="b">
            <a:spAutoFit/>
          </a:bodyPr>
          <a:lstStyle/>
          <a:p>
            <a:pPr algn="ctr"/>
            <a:r>
              <a:rPr lang="en-US" sz="2800" noProof="0" dirty="0"/>
              <a:t>Histogram</a:t>
            </a:r>
          </a:p>
        </p:txBody>
      </p:sp>
      <p:sp>
        <p:nvSpPr>
          <p:cNvPr id="8" name="TextBox 7">
            <a:extLst>
              <a:ext uri="{FF2B5EF4-FFF2-40B4-BE49-F238E27FC236}">
                <a16:creationId xmlns:a16="http://schemas.microsoft.com/office/drawing/2014/main" id="{95B23757-4EAA-DF6D-49E2-44BDA612747C}"/>
              </a:ext>
            </a:extLst>
          </p:cNvPr>
          <p:cNvSpPr txBox="1"/>
          <p:nvPr/>
        </p:nvSpPr>
        <p:spPr>
          <a:xfrm>
            <a:off x="8261146" y="1971431"/>
            <a:ext cx="2135521" cy="523220"/>
          </a:xfrm>
          <a:prstGeom prst="rect">
            <a:avLst/>
          </a:prstGeom>
          <a:noFill/>
        </p:spPr>
        <p:txBody>
          <a:bodyPr wrap="none" rtlCol="0" anchor="b">
            <a:spAutoFit/>
          </a:bodyPr>
          <a:lstStyle/>
          <a:p>
            <a:pPr algn="ctr"/>
            <a:r>
              <a:rPr lang="en-US" sz="2800" noProof="0" dirty="0"/>
              <a:t>Game of Life</a:t>
            </a:r>
          </a:p>
        </p:txBody>
      </p:sp>
    </p:spTree>
    <p:custDataLst>
      <p:tags r:id="rId1"/>
    </p:custDataLst>
    <p:extLst>
      <p:ext uri="{BB962C8B-B14F-4D97-AF65-F5344CB8AC3E}">
        <p14:creationId xmlns:p14="http://schemas.microsoft.com/office/powerpoint/2010/main" val="2307166198"/>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E978C7-4C18-1E14-E39F-1667DC67114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42D726E-1126-5E1F-5D98-D610109CCB14}"/>
              </a:ext>
            </a:extLst>
          </p:cNvPr>
          <p:cNvSpPr>
            <a:spLocks noGrp="1"/>
          </p:cNvSpPr>
          <p:nvPr>
            <p:ph type="title"/>
          </p:nvPr>
        </p:nvSpPr>
        <p:spPr/>
        <p:txBody>
          <a:bodyPr/>
          <a:lstStyle/>
          <a:p>
            <a:r>
              <a:rPr lang="en-US" noProof="0" dirty="0"/>
              <a:t>Tutoring LLMs for CUDA – at conference</a:t>
            </a:r>
            <a:br>
              <a:rPr lang="en-US" noProof="0" dirty="0"/>
            </a:br>
            <a:r>
              <a:rPr lang="en-US" sz="2400" i="1" noProof="0" dirty="0"/>
              <a:t>OpenAI GPT-5</a:t>
            </a:r>
            <a:endParaRPr lang="en-US" sz="2400" noProof="0" dirty="0"/>
          </a:p>
        </p:txBody>
      </p:sp>
      <p:pic>
        <p:nvPicPr>
          <p:cNvPr id="14" name="Picture 13">
            <a:extLst>
              <a:ext uri="{FF2B5EF4-FFF2-40B4-BE49-F238E27FC236}">
                <a16:creationId xmlns:a16="http://schemas.microsoft.com/office/drawing/2014/main" id="{9A37D793-DB98-C60F-2025-13AB50A6AFD7}"/>
              </a:ext>
            </a:extLst>
          </p:cNvPr>
          <p:cNvPicPr>
            <a:picLocks noChangeAspect="1"/>
          </p:cNvPicPr>
          <p:nvPr/>
        </p:nvPicPr>
        <p:blipFill>
          <a:blip r:embed="rId4"/>
          <a:stretch>
            <a:fillRect/>
          </a:stretch>
        </p:blipFill>
        <p:spPr>
          <a:xfrm>
            <a:off x="521915" y="2091797"/>
            <a:ext cx="5419726" cy="3940140"/>
          </a:xfrm>
          <a:prstGeom prst="rect">
            <a:avLst/>
          </a:prstGeom>
        </p:spPr>
      </p:pic>
      <p:pic>
        <p:nvPicPr>
          <p:cNvPr id="17" name="Picture 16">
            <a:extLst>
              <a:ext uri="{FF2B5EF4-FFF2-40B4-BE49-F238E27FC236}">
                <a16:creationId xmlns:a16="http://schemas.microsoft.com/office/drawing/2014/main" id="{43D8561C-C389-8CD1-355F-3F17053E9681}"/>
              </a:ext>
            </a:extLst>
          </p:cNvPr>
          <p:cNvPicPr>
            <a:picLocks noChangeAspect="1"/>
          </p:cNvPicPr>
          <p:nvPr/>
        </p:nvPicPr>
        <p:blipFill>
          <a:blip r:embed="rId5"/>
          <a:stretch>
            <a:fillRect/>
          </a:stretch>
        </p:blipFill>
        <p:spPr>
          <a:xfrm>
            <a:off x="6350972" y="2037561"/>
            <a:ext cx="5494327" cy="3994376"/>
          </a:xfrm>
          <a:prstGeom prst="rect">
            <a:avLst/>
          </a:prstGeom>
        </p:spPr>
      </p:pic>
      <p:sp>
        <p:nvSpPr>
          <p:cNvPr id="3" name="Date Placeholder 2">
            <a:extLst>
              <a:ext uri="{FF2B5EF4-FFF2-40B4-BE49-F238E27FC236}">
                <a16:creationId xmlns:a16="http://schemas.microsoft.com/office/drawing/2014/main" id="{B6E2F9E9-446F-AB04-F509-E2224D7D2122}"/>
              </a:ext>
            </a:extLst>
          </p:cNvPr>
          <p:cNvSpPr>
            <a:spLocks noGrp="1"/>
          </p:cNvSpPr>
          <p:nvPr>
            <p:ph type="dt" sz="half" idx="10"/>
          </p:nvPr>
        </p:nvSpPr>
        <p:spPr/>
        <p:txBody>
          <a:bodyPr/>
          <a:lstStyle/>
          <a:p>
            <a:r>
              <a:rPr lang="en-US" noProof="0"/>
              <a:t>9/5/2026</a:t>
            </a:r>
            <a:endParaRPr lang="en-US" noProof="0" dirty="0"/>
          </a:p>
        </p:txBody>
      </p:sp>
      <p:sp>
        <p:nvSpPr>
          <p:cNvPr id="4" name="Slide Number Placeholder 3">
            <a:extLst>
              <a:ext uri="{FF2B5EF4-FFF2-40B4-BE49-F238E27FC236}">
                <a16:creationId xmlns:a16="http://schemas.microsoft.com/office/drawing/2014/main" id="{C8E7E7C3-3B23-4ED6-C275-8801DBA6025D}"/>
              </a:ext>
            </a:extLst>
          </p:cNvPr>
          <p:cNvSpPr>
            <a:spLocks noGrp="1"/>
          </p:cNvSpPr>
          <p:nvPr>
            <p:ph type="sldNum" sz="quarter" idx="12"/>
          </p:nvPr>
        </p:nvSpPr>
        <p:spPr/>
        <p:txBody>
          <a:bodyPr/>
          <a:lstStyle/>
          <a:p>
            <a:r>
              <a:rPr lang="en-US" noProof="0"/>
              <a:t>27</a:t>
            </a:r>
            <a:endParaRPr lang="en-US" noProof="0" dirty="0"/>
          </a:p>
        </p:txBody>
      </p:sp>
      <p:sp>
        <p:nvSpPr>
          <p:cNvPr id="10" name="TextBox 9">
            <a:extLst>
              <a:ext uri="{FF2B5EF4-FFF2-40B4-BE49-F238E27FC236}">
                <a16:creationId xmlns:a16="http://schemas.microsoft.com/office/drawing/2014/main" id="{EFE45328-838A-47CE-23A0-47149F269933}"/>
              </a:ext>
            </a:extLst>
          </p:cNvPr>
          <p:cNvSpPr txBox="1"/>
          <p:nvPr/>
        </p:nvSpPr>
        <p:spPr>
          <a:xfrm>
            <a:off x="2164017" y="1568577"/>
            <a:ext cx="2135521" cy="523220"/>
          </a:xfrm>
          <a:prstGeom prst="rect">
            <a:avLst/>
          </a:prstGeom>
          <a:noFill/>
        </p:spPr>
        <p:txBody>
          <a:bodyPr wrap="none" rtlCol="0" anchor="b">
            <a:spAutoFit/>
          </a:bodyPr>
          <a:lstStyle/>
          <a:p>
            <a:pPr algn="ctr"/>
            <a:r>
              <a:rPr lang="en-US" sz="2800" noProof="0" dirty="0"/>
              <a:t>Game of Life</a:t>
            </a:r>
          </a:p>
        </p:txBody>
      </p:sp>
      <p:sp>
        <p:nvSpPr>
          <p:cNvPr id="13" name="TextBox 12">
            <a:extLst>
              <a:ext uri="{FF2B5EF4-FFF2-40B4-BE49-F238E27FC236}">
                <a16:creationId xmlns:a16="http://schemas.microsoft.com/office/drawing/2014/main" id="{925974EF-A245-0905-3B10-966BC4F2328D}"/>
              </a:ext>
            </a:extLst>
          </p:cNvPr>
          <p:cNvSpPr txBox="1"/>
          <p:nvPr/>
        </p:nvSpPr>
        <p:spPr>
          <a:xfrm>
            <a:off x="7892464" y="1568577"/>
            <a:ext cx="3371436" cy="523220"/>
          </a:xfrm>
          <a:prstGeom prst="rect">
            <a:avLst/>
          </a:prstGeom>
          <a:noFill/>
        </p:spPr>
        <p:txBody>
          <a:bodyPr wrap="none" rtlCol="0" anchor="b">
            <a:spAutoFit/>
          </a:bodyPr>
          <a:lstStyle/>
          <a:p>
            <a:pPr algn="ctr"/>
            <a:r>
              <a:rPr lang="en-US" sz="2800" noProof="0" dirty="0"/>
              <a:t>k-Nearest Neighbors</a:t>
            </a:r>
          </a:p>
        </p:txBody>
      </p:sp>
      <p:sp>
        <p:nvSpPr>
          <p:cNvPr id="16" name="TextBox 15">
            <a:extLst>
              <a:ext uri="{FF2B5EF4-FFF2-40B4-BE49-F238E27FC236}">
                <a16:creationId xmlns:a16="http://schemas.microsoft.com/office/drawing/2014/main" id="{4CA870EA-9FA0-3527-D9FC-4D14AAF90D3C}"/>
              </a:ext>
            </a:extLst>
          </p:cNvPr>
          <p:cNvSpPr txBox="1"/>
          <p:nvPr/>
        </p:nvSpPr>
        <p:spPr>
          <a:xfrm>
            <a:off x="299642" y="6013676"/>
            <a:ext cx="5697394" cy="369332"/>
          </a:xfrm>
          <a:prstGeom prst="rect">
            <a:avLst/>
          </a:prstGeom>
          <a:noFill/>
        </p:spPr>
        <p:txBody>
          <a:bodyPr wrap="none" rtlCol="0">
            <a:spAutoFit/>
          </a:bodyPr>
          <a:lstStyle/>
          <a:p>
            <a:r>
              <a:rPr lang="en-US" noProof="0" dirty="0"/>
              <a:t>Prompt specificity (naïve </a:t>
            </a:r>
            <a:r>
              <a:rPr lang="en-US" noProof="0" dirty="0">
                <a:sym typeface="Wingdings" panose="05000000000000000000" pitchFamily="2" charset="2"/>
              </a:rPr>
              <a:t> …  design specification)</a:t>
            </a:r>
            <a:endParaRPr lang="en-US" noProof="0" dirty="0"/>
          </a:p>
        </p:txBody>
      </p:sp>
      <p:sp>
        <p:nvSpPr>
          <p:cNvPr id="21" name="TextBox 20">
            <a:extLst>
              <a:ext uri="{FF2B5EF4-FFF2-40B4-BE49-F238E27FC236}">
                <a16:creationId xmlns:a16="http://schemas.microsoft.com/office/drawing/2014/main" id="{EBEA3F10-024D-07D5-20F8-E8C233912E18}"/>
              </a:ext>
            </a:extLst>
          </p:cNvPr>
          <p:cNvSpPr txBox="1"/>
          <p:nvPr/>
        </p:nvSpPr>
        <p:spPr>
          <a:xfrm>
            <a:off x="6350972" y="5987018"/>
            <a:ext cx="5697394" cy="369332"/>
          </a:xfrm>
          <a:prstGeom prst="rect">
            <a:avLst/>
          </a:prstGeom>
          <a:noFill/>
        </p:spPr>
        <p:txBody>
          <a:bodyPr wrap="none" rtlCol="0">
            <a:spAutoFit/>
          </a:bodyPr>
          <a:lstStyle/>
          <a:p>
            <a:r>
              <a:rPr lang="en-US" noProof="0" dirty="0"/>
              <a:t>Prompt specificity (naïve </a:t>
            </a:r>
            <a:r>
              <a:rPr lang="en-US" noProof="0" dirty="0">
                <a:sym typeface="Wingdings" panose="05000000000000000000" pitchFamily="2" charset="2"/>
              </a:rPr>
              <a:t> …  design specification)</a:t>
            </a:r>
            <a:endParaRPr lang="en-US" noProof="0" dirty="0"/>
          </a:p>
        </p:txBody>
      </p:sp>
    </p:spTree>
    <p:custDataLst>
      <p:tags r:id="rId1"/>
    </p:custDataLst>
    <p:extLst>
      <p:ext uri="{BB962C8B-B14F-4D97-AF65-F5344CB8AC3E}">
        <p14:creationId xmlns:p14="http://schemas.microsoft.com/office/powerpoint/2010/main" val="2128573003"/>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3" name="Straight Arrow Connector 12">
            <a:extLst>
              <a:ext uri="{FF2B5EF4-FFF2-40B4-BE49-F238E27FC236}">
                <a16:creationId xmlns:a16="http://schemas.microsoft.com/office/drawing/2014/main" id="{EDC6E5E0-5E49-A14A-1A69-8F74E4643E8D}"/>
              </a:ext>
            </a:extLst>
          </p:cNvPr>
          <p:cNvCxnSpPr>
            <a:cxnSpLocks/>
            <a:endCxn id="7" idx="0"/>
          </p:cNvCxnSpPr>
          <p:nvPr>
            <p:custDataLst>
              <p:tags r:id="rId2"/>
            </p:custDataLst>
          </p:nvPr>
        </p:nvCxnSpPr>
        <p:spPr>
          <a:xfrm>
            <a:off x="7936706" y="2251168"/>
            <a:ext cx="945936" cy="461911"/>
          </a:xfrm>
          <a:prstGeom prst="straightConnector1">
            <a:avLst/>
          </a:prstGeom>
          <a:ln w="28575">
            <a:solidFill>
              <a:srgbClr val="0D1717"/>
            </a:solidFill>
            <a:tailEnd type="triangle"/>
          </a:ln>
        </p:spPr>
        <p:style>
          <a:lnRef idx="2">
            <a:schemeClr val="accent1"/>
          </a:lnRef>
          <a:fillRef idx="0">
            <a:schemeClr val="accent1"/>
          </a:fillRef>
          <a:effectRef idx="1">
            <a:schemeClr val="accent1"/>
          </a:effectRef>
          <a:fontRef idx="minor">
            <a:schemeClr val="tx1"/>
          </a:fontRef>
        </p:style>
      </p:cxnSp>
      <p:cxnSp>
        <p:nvCxnSpPr>
          <p:cNvPr id="11" name="Straight Arrow Connector 10">
            <a:extLst>
              <a:ext uri="{FF2B5EF4-FFF2-40B4-BE49-F238E27FC236}">
                <a16:creationId xmlns:a16="http://schemas.microsoft.com/office/drawing/2014/main" id="{BF39B83B-4C76-1D1B-19E8-3F68E2DC03EF}"/>
              </a:ext>
            </a:extLst>
          </p:cNvPr>
          <p:cNvCxnSpPr>
            <a:cxnSpLocks/>
            <a:endCxn id="6" idx="0"/>
          </p:cNvCxnSpPr>
          <p:nvPr>
            <p:custDataLst>
              <p:tags r:id="rId3"/>
            </p:custDataLst>
          </p:nvPr>
        </p:nvCxnSpPr>
        <p:spPr>
          <a:xfrm flipH="1">
            <a:off x="3690518" y="2251168"/>
            <a:ext cx="851867" cy="539262"/>
          </a:xfrm>
          <a:prstGeom prst="straightConnector1">
            <a:avLst/>
          </a:prstGeom>
          <a:ln w="28575">
            <a:solidFill>
              <a:srgbClr val="0D1717"/>
            </a:solidFill>
            <a:tailEnd type="triangle"/>
          </a:ln>
        </p:spPr>
        <p:style>
          <a:lnRef idx="2">
            <a:schemeClr val="accent1"/>
          </a:lnRef>
          <a:fillRef idx="0">
            <a:schemeClr val="accent1"/>
          </a:fillRef>
          <a:effectRef idx="1">
            <a:schemeClr val="accent1"/>
          </a:effectRef>
          <a:fontRef idx="minor">
            <a:schemeClr val="tx1"/>
          </a:fontRef>
        </p:style>
      </p:cxnSp>
      <p:sp>
        <p:nvSpPr>
          <p:cNvPr id="2" name="Title 1">
            <a:extLst>
              <a:ext uri="{FF2B5EF4-FFF2-40B4-BE49-F238E27FC236}">
                <a16:creationId xmlns:a16="http://schemas.microsoft.com/office/drawing/2014/main" id="{232648C3-E8A8-80F5-FFF8-D207F8FAB0B7}"/>
              </a:ext>
            </a:extLst>
          </p:cNvPr>
          <p:cNvSpPr>
            <a:spLocks noGrp="1"/>
          </p:cNvSpPr>
          <p:nvPr>
            <p:ph type="title"/>
            <p:custDataLst>
              <p:tags r:id="rId4"/>
            </p:custDataLst>
          </p:nvPr>
        </p:nvSpPr>
        <p:spPr/>
        <p:txBody>
          <a:bodyPr/>
          <a:lstStyle/>
          <a:p>
            <a:r>
              <a:rPr lang="en-US" noProof="0" dirty="0"/>
              <a:t>LLMs and abstractions</a:t>
            </a:r>
          </a:p>
        </p:txBody>
      </p:sp>
      <p:sp>
        <p:nvSpPr>
          <p:cNvPr id="3" name="Date Placeholder 2">
            <a:extLst>
              <a:ext uri="{FF2B5EF4-FFF2-40B4-BE49-F238E27FC236}">
                <a16:creationId xmlns:a16="http://schemas.microsoft.com/office/drawing/2014/main" id="{5B3156B7-FB64-2477-4F0F-ECE30CB02A63}"/>
              </a:ext>
            </a:extLst>
          </p:cNvPr>
          <p:cNvSpPr>
            <a:spLocks noGrp="1"/>
          </p:cNvSpPr>
          <p:nvPr>
            <p:ph type="dt" sz="half" idx="10"/>
            <p:custDataLst>
              <p:tags r:id="rId5"/>
            </p:custDataLst>
          </p:nvPr>
        </p:nvSpPr>
        <p:spPr/>
        <p:txBody>
          <a:bodyPr/>
          <a:lstStyle/>
          <a:p>
            <a:r>
              <a:rPr lang="en-US" noProof="0"/>
              <a:t>9/5/2026</a:t>
            </a:r>
            <a:endParaRPr lang="en-US" noProof="0" dirty="0"/>
          </a:p>
        </p:txBody>
      </p:sp>
      <p:sp>
        <p:nvSpPr>
          <p:cNvPr id="4" name="Slide Number Placeholder 3">
            <a:extLst>
              <a:ext uri="{FF2B5EF4-FFF2-40B4-BE49-F238E27FC236}">
                <a16:creationId xmlns:a16="http://schemas.microsoft.com/office/drawing/2014/main" id="{B38BF62A-6F36-4AFB-C34B-B5CD6527FF5C}"/>
              </a:ext>
            </a:extLst>
          </p:cNvPr>
          <p:cNvSpPr>
            <a:spLocks noGrp="1"/>
          </p:cNvSpPr>
          <p:nvPr>
            <p:ph type="sldNum" sz="quarter" idx="12"/>
            <p:custDataLst>
              <p:tags r:id="rId6"/>
            </p:custDataLst>
          </p:nvPr>
        </p:nvSpPr>
        <p:spPr/>
        <p:txBody>
          <a:bodyPr/>
          <a:lstStyle/>
          <a:p>
            <a:r>
              <a:rPr lang="en-US" noProof="0"/>
              <a:t>28</a:t>
            </a:r>
            <a:endParaRPr lang="en-US" noProof="0" dirty="0"/>
          </a:p>
        </p:txBody>
      </p:sp>
      <p:sp>
        <p:nvSpPr>
          <p:cNvPr id="6" name="TextBox 5">
            <a:extLst>
              <a:ext uri="{FF2B5EF4-FFF2-40B4-BE49-F238E27FC236}">
                <a16:creationId xmlns:a16="http://schemas.microsoft.com/office/drawing/2014/main" id="{19E4B8FB-55FB-804F-D918-87CA02061244}"/>
              </a:ext>
            </a:extLst>
          </p:cNvPr>
          <p:cNvSpPr txBox="1"/>
          <p:nvPr>
            <p:custDataLst>
              <p:tags r:id="rId7"/>
            </p:custDataLst>
          </p:nvPr>
        </p:nvSpPr>
        <p:spPr>
          <a:xfrm>
            <a:off x="2598019" y="2790430"/>
            <a:ext cx="2184998" cy="578882"/>
          </a:xfrm>
          <a:prstGeom prst="roundRect">
            <a:avLst/>
          </a:prstGeom>
          <a:gradFill>
            <a:gsLst>
              <a:gs pos="0">
                <a:srgbClr val="AFD8F7"/>
              </a:gs>
              <a:gs pos="50000">
                <a:srgbClr val="A2CDEE"/>
              </a:gs>
              <a:gs pos="100000">
                <a:srgbClr val="8CC8F0"/>
              </a:gs>
            </a:gsLst>
          </a:gradFill>
        </p:spPr>
        <p:style>
          <a:lnRef idx="1">
            <a:schemeClr val="accent4"/>
          </a:lnRef>
          <a:fillRef idx="2">
            <a:schemeClr val="accent4"/>
          </a:fillRef>
          <a:effectRef idx="1">
            <a:schemeClr val="accent4"/>
          </a:effectRef>
          <a:fontRef idx="minor">
            <a:schemeClr val="dk1"/>
          </a:fontRef>
        </p:style>
        <p:txBody>
          <a:bodyPr wrap="none" rtlCol="0">
            <a:spAutoFit/>
          </a:bodyPr>
          <a:lstStyle/>
          <a:p>
            <a:pPr algn="ctr"/>
            <a:r>
              <a:rPr lang="en-US" sz="2800" noProof="0" dirty="0"/>
              <a:t>Abstractions</a:t>
            </a:r>
          </a:p>
        </p:txBody>
      </p:sp>
      <p:sp>
        <p:nvSpPr>
          <p:cNvPr id="7" name="TextBox 6">
            <a:extLst>
              <a:ext uri="{FF2B5EF4-FFF2-40B4-BE49-F238E27FC236}">
                <a16:creationId xmlns:a16="http://schemas.microsoft.com/office/drawing/2014/main" id="{11B47FF7-FF2B-E35C-C5DC-D36095FC9DA6}"/>
              </a:ext>
            </a:extLst>
          </p:cNvPr>
          <p:cNvSpPr txBox="1"/>
          <p:nvPr>
            <p:custDataLst>
              <p:tags r:id="rId8"/>
            </p:custDataLst>
          </p:nvPr>
        </p:nvSpPr>
        <p:spPr>
          <a:xfrm>
            <a:off x="8145540" y="2713079"/>
            <a:ext cx="1474203" cy="578882"/>
          </a:xfrm>
          <a:prstGeom prst="roundRect">
            <a:avLst/>
          </a:prstGeom>
          <a:gradFill>
            <a:gsLst>
              <a:gs pos="0">
                <a:srgbClr val="AFD8F7"/>
              </a:gs>
              <a:gs pos="50000">
                <a:srgbClr val="A2CDEE"/>
              </a:gs>
              <a:gs pos="100000">
                <a:srgbClr val="8CC8F0"/>
              </a:gs>
            </a:gsLst>
          </a:gradFill>
        </p:spPr>
        <p:style>
          <a:lnRef idx="1">
            <a:schemeClr val="accent4"/>
          </a:lnRef>
          <a:fillRef idx="2">
            <a:schemeClr val="accent4"/>
          </a:fillRef>
          <a:effectRef idx="1">
            <a:schemeClr val="accent4"/>
          </a:effectRef>
          <a:fontRef idx="minor">
            <a:schemeClr val="dk1"/>
          </a:fontRef>
        </p:style>
        <p:txBody>
          <a:bodyPr wrap="square" rtlCol="0">
            <a:spAutoFit/>
          </a:bodyPr>
          <a:lstStyle/>
          <a:p>
            <a:pPr algn="ctr"/>
            <a:r>
              <a:rPr lang="en-US" sz="2800" noProof="0" dirty="0"/>
              <a:t>LLMs</a:t>
            </a:r>
          </a:p>
        </p:txBody>
      </p:sp>
      <p:sp>
        <p:nvSpPr>
          <p:cNvPr id="9" name="TextBox 8">
            <a:extLst>
              <a:ext uri="{FF2B5EF4-FFF2-40B4-BE49-F238E27FC236}">
                <a16:creationId xmlns:a16="http://schemas.microsoft.com/office/drawing/2014/main" id="{ABDD9E2C-DB94-9465-C838-8C4F60DDBD33}"/>
              </a:ext>
            </a:extLst>
          </p:cNvPr>
          <p:cNvSpPr txBox="1"/>
          <p:nvPr>
            <p:custDataLst>
              <p:tags r:id="rId9"/>
            </p:custDataLst>
          </p:nvPr>
        </p:nvSpPr>
        <p:spPr>
          <a:xfrm>
            <a:off x="2758743" y="1672286"/>
            <a:ext cx="6851556" cy="578882"/>
          </a:xfrm>
          <a:prstGeom prst="roundRect">
            <a:avLst/>
          </a:prstGeom>
          <a:gradFill>
            <a:gsLst>
              <a:gs pos="0">
                <a:srgbClr val="AFD8F7"/>
              </a:gs>
              <a:gs pos="50000">
                <a:srgbClr val="A2CDEE"/>
              </a:gs>
              <a:gs pos="100000">
                <a:srgbClr val="8CC8F0"/>
              </a:gs>
            </a:gsLst>
          </a:gradFill>
        </p:spPr>
        <p:style>
          <a:lnRef idx="1">
            <a:schemeClr val="accent4"/>
          </a:lnRef>
          <a:fillRef idx="2">
            <a:schemeClr val="accent4"/>
          </a:fillRef>
          <a:effectRef idx="1">
            <a:schemeClr val="accent4"/>
          </a:effectRef>
          <a:fontRef idx="minor">
            <a:schemeClr val="dk1"/>
          </a:fontRef>
        </p:style>
        <p:txBody>
          <a:bodyPr wrap="none" rtlCol="0">
            <a:spAutoFit/>
          </a:bodyPr>
          <a:lstStyle/>
          <a:p>
            <a:pPr algn="ctr"/>
            <a:r>
              <a:rPr lang="en-US" sz="2800" noProof="0" dirty="0"/>
              <a:t>Simplifying algorithm design &amp; optimization</a:t>
            </a:r>
          </a:p>
        </p:txBody>
      </p:sp>
    </p:spTree>
    <p:custDataLst>
      <p:tags r:id="rId1"/>
    </p:custDataLst>
    <p:extLst>
      <p:ext uri="{BB962C8B-B14F-4D97-AF65-F5344CB8AC3E}">
        <p14:creationId xmlns:p14="http://schemas.microsoft.com/office/powerpoint/2010/main" val="3157673364"/>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8" name="Straight Connector 37">
            <a:extLst>
              <a:ext uri="{FF2B5EF4-FFF2-40B4-BE49-F238E27FC236}">
                <a16:creationId xmlns:a16="http://schemas.microsoft.com/office/drawing/2014/main" id="{89876299-1652-9960-0CF0-FAE18BAA3D39}"/>
              </a:ext>
            </a:extLst>
          </p:cNvPr>
          <p:cNvCxnSpPr>
            <a:cxnSpLocks/>
            <a:stCxn id="14" idx="0"/>
            <a:endCxn id="6" idx="2"/>
          </p:cNvCxnSpPr>
          <p:nvPr>
            <p:custDataLst>
              <p:tags r:id="rId2"/>
            </p:custDataLst>
          </p:nvPr>
        </p:nvCxnSpPr>
        <p:spPr>
          <a:xfrm flipV="1">
            <a:off x="1910839" y="3369312"/>
            <a:ext cx="1779679" cy="242474"/>
          </a:xfrm>
          <a:prstGeom prst="line">
            <a:avLst/>
          </a:prstGeom>
          <a:ln w="28575">
            <a:solidFill>
              <a:srgbClr val="0D1717"/>
            </a:solidFill>
            <a:prstDash val="sysDot"/>
          </a:ln>
        </p:spPr>
        <p:style>
          <a:lnRef idx="2">
            <a:schemeClr val="accent1"/>
          </a:lnRef>
          <a:fillRef idx="0">
            <a:schemeClr val="accent1"/>
          </a:fillRef>
          <a:effectRef idx="1">
            <a:schemeClr val="accent1"/>
          </a:effectRef>
          <a:fontRef idx="minor">
            <a:schemeClr val="tx1"/>
          </a:fontRef>
        </p:style>
      </p:cxnSp>
      <p:cxnSp>
        <p:nvCxnSpPr>
          <p:cNvPr id="40" name="Straight Connector 39">
            <a:extLst>
              <a:ext uri="{FF2B5EF4-FFF2-40B4-BE49-F238E27FC236}">
                <a16:creationId xmlns:a16="http://schemas.microsoft.com/office/drawing/2014/main" id="{09A658A6-462A-721C-919E-76FEB163D5B8}"/>
              </a:ext>
            </a:extLst>
          </p:cNvPr>
          <p:cNvCxnSpPr>
            <a:cxnSpLocks/>
            <a:stCxn id="6" idx="2"/>
            <a:endCxn id="24" idx="0"/>
          </p:cNvCxnSpPr>
          <p:nvPr>
            <p:custDataLst>
              <p:tags r:id="rId3"/>
            </p:custDataLst>
          </p:nvPr>
        </p:nvCxnSpPr>
        <p:spPr>
          <a:xfrm>
            <a:off x="3690518" y="3369312"/>
            <a:ext cx="1143970" cy="242998"/>
          </a:xfrm>
          <a:prstGeom prst="line">
            <a:avLst/>
          </a:prstGeom>
          <a:ln w="28575">
            <a:solidFill>
              <a:srgbClr val="0D1717"/>
            </a:solidFill>
            <a:prstDash val="sysDot"/>
          </a:ln>
        </p:spPr>
        <p:style>
          <a:lnRef idx="2">
            <a:schemeClr val="accent1"/>
          </a:lnRef>
          <a:fillRef idx="0">
            <a:schemeClr val="accent1"/>
          </a:fillRef>
          <a:effectRef idx="1">
            <a:schemeClr val="accent1"/>
          </a:effectRef>
          <a:fontRef idx="minor">
            <a:schemeClr val="tx1"/>
          </a:fontRef>
        </p:style>
      </p:cxnSp>
      <p:cxnSp>
        <p:nvCxnSpPr>
          <p:cNvPr id="13" name="Straight Arrow Connector 12">
            <a:extLst>
              <a:ext uri="{FF2B5EF4-FFF2-40B4-BE49-F238E27FC236}">
                <a16:creationId xmlns:a16="http://schemas.microsoft.com/office/drawing/2014/main" id="{EDC6E5E0-5E49-A14A-1A69-8F74E4643E8D}"/>
              </a:ext>
            </a:extLst>
          </p:cNvPr>
          <p:cNvCxnSpPr>
            <a:cxnSpLocks/>
            <a:endCxn id="7" idx="0"/>
          </p:cNvCxnSpPr>
          <p:nvPr>
            <p:custDataLst>
              <p:tags r:id="rId4"/>
            </p:custDataLst>
          </p:nvPr>
        </p:nvCxnSpPr>
        <p:spPr>
          <a:xfrm>
            <a:off x="7936706" y="2251168"/>
            <a:ext cx="945936" cy="461911"/>
          </a:xfrm>
          <a:prstGeom prst="straightConnector1">
            <a:avLst/>
          </a:prstGeom>
          <a:ln w="28575">
            <a:solidFill>
              <a:srgbClr val="0D1717"/>
            </a:solidFill>
            <a:tailEnd type="triangle"/>
          </a:ln>
        </p:spPr>
        <p:style>
          <a:lnRef idx="2">
            <a:schemeClr val="accent1"/>
          </a:lnRef>
          <a:fillRef idx="0">
            <a:schemeClr val="accent1"/>
          </a:fillRef>
          <a:effectRef idx="1">
            <a:schemeClr val="accent1"/>
          </a:effectRef>
          <a:fontRef idx="minor">
            <a:schemeClr val="tx1"/>
          </a:fontRef>
        </p:style>
      </p:cxnSp>
      <p:cxnSp>
        <p:nvCxnSpPr>
          <p:cNvPr id="11" name="Straight Arrow Connector 10">
            <a:extLst>
              <a:ext uri="{FF2B5EF4-FFF2-40B4-BE49-F238E27FC236}">
                <a16:creationId xmlns:a16="http://schemas.microsoft.com/office/drawing/2014/main" id="{BF39B83B-4C76-1D1B-19E8-3F68E2DC03EF}"/>
              </a:ext>
            </a:extLst>
          </p:cNvPr>
          <p:cNvCxnSpPr>
            <a:cxnSpLocks/>
            <a:endCxn id="6" idx="0"/>
          </p:cNvCxnSpPr>
          <p:nvPr>
            <p:custDataLst>
              <p:tags r:id="rId5"/>
            </p:custDataLst>
          </p:nvPr>
        </p:nvCxnSpPr>
        <p:spPr>
          <a:xfrm flipH="1">
            <a:off x="3690518" y="2251168"/>
            <a:ext cx="851867" cy="539262"/>
          </a:xfrm>
          <a:prstGeom prst="straightConnector1">
            <a:avLst/>
          </a:prstGeom>
          <a:ln w="28575">
            <a:solidFill>
              <a:srgbClr val="0D1717"/>
            </a:solidFill>
            <a:tailEnd type="triangle"/>
          </a:ln>
        </p:spPr>
        <p:style>
          <a:lnRef idx="2">
            <a:schemeClr val="accent1"/>
          </a:lnRef>
          <a:fillRef idx="0">
            <a:schemeClr val="accent1"/>
          </a:fillRef>
          <a:effectRef idx="1">
            <a:schemeClr val="accent1"/>
          </a:effectRef>
          <a:fontRef idx="minor">
            <a:schemeClr val="tx1"/>
          </a:fontRef>
        </p:style>
      </p:cxnSp>
      <p:sp>
        <p:nvSpPr>
          <p:cNvPr id="2" name="Title 1">
            <a:extLst>
              <a:ext uri="{FF2B5EF4-FFF2-40B4-BE49-F238E27FC236}">
                <a16:creationId xmlns:a16="http://schemas.microsoft.com/office/drawing/2014/main" id="{232648C3-E8A8-80F5-FFF8-D207F8FAB0B7}"/>
              </a:ext>
            </a:extLst>
          </p:cNvPr>
          <p:cNvSpPr>
            <a:spLocks noGrp="1"/>
          </p:cNvSpPr>
          <p:nvPr>
            <p:ph type="title"/>
            <p:custDataLst>
              <p:tags r:id="rId6"/>
            </p:custDataLst>
          </p:nvPr>
        </p:nvSpPr>
        <p:spPr/>
        <p:txBody>
          <a:bodyPr/>
          <a:lstStyle/>
          <a:p>
            <a:r>
              <a:rPr lang="en-US" noProof="0" dirty="0"/>
              <a:t>LLMs and abstractions</a:t>
            </a:r>
          </a:p>
        </p:txBody>
      </p:sp>
      <p:sp>
        <p:nvSpPr>
          <p:cNvPr id="3" name="Date Placeholder 2">
            <a:extLst>
              <a:ext uri="{FF2B5EF4-FFF2-40B4-BE49-F238E27FC236}">
                <a16:creationId xmlns:a16="http://schemas.microsoft.com/office/drawing/2014/main" id="{5B3156B7-FB64-2477-4F0F-ECE30CB02A63}"/>
              </a:ext>
            </a:extLst>
          </p:cNvPr>
          <p:cNvSpPr>
            <a:spLocks noGrp="1"/>
          </p:cNvSpPr>
          <p:nvPr>
            <p:ph type="dt" sz="half" idx="10"/>
            <p:custDataLst>
              <p:tags r:id="rId7"/>
            </p:custDataLst>
          </p:nvPr>
        </p:nvSpPr>
        <p:spPr/>
        <p:txBody>
          <a:bodyPr/>
          <a:lstStyle/>
          <a:p>
            <a:r>
              <a:rPr lang="en-US" noProof="0"/>
              <a:t>9/5/2026</a:t>
            </a:r>
            <a:endParaRPr lang="en-US" noProof="0" dirty="0"/>
          </a:p>
        </p:txBody>
      </p:sp>
      <p:sp>
        <p:nvSpPr>
          <p:cNvPr id="4" name="Slide Number Placeholder 3">
            <a:extLst>
              <a:ext uri="{FF2B5EF4-FFF2-40B4-BE49-F238E27FC236}">
                <a16:creationId xmlns:a16="http://schemas.microsoft.com/office/drawing/2014/main" id="{B38BF62A-6F36-4AFB-C34B-B5CD6527FF5C}"/>
              </a:ext>
            </a:extLst>
          </p:cNvPr>
          <p:cNvSpPr>
            <a:spLocks noGrp="1"/>
          </p:cNvSpPr>
          <p:nvPr>
            <p:ph type="sldNum" sz="quarter" idx="12"/>
            <p:custDataLst>
              <p:tags r:id="rId8"/>
            </p:custDataLst>
          </p:nvPr>
        </p:nvSpPr>
        <p:spPr/>
        <p:txBody>
          <a:bodyPr/>
          <a:lstStyle/>
          <a:p>
            <a:r>
              <a:rPr lang="en-US" noProof="0"/>
              <a:t>28</a:t>
            </a:r>
            <a:endParaRPr lang="en-US" noProof="0" dirty="0"/>
          </a:p>
        </p:txBody>
      </p:sp>
      <p:sp>
        <p:nvSpPr>
          <p:cNvPr id="6" name="TextBox 5">
            <a:extLst>
              <a:ext uri="{FF2B5EF4-FFF2-40B4-BE49-F238E27FC236}">
                <a16:creationId xmlns:a16="http://schemas.microsoft.com/office/drawing/2014/main" id="{19E4B8FB-55FB-804F-D918-87CA02061244}"/>
              </a:ext>
            </a:extLst>
          </p:cNvPr>
          <p:cNvSpPr txBox="1"/>
          <p:nvPr>
            <p:custDataLst>
              <p:tags r:id="rId9"/>
            </p:custDataLst>
          </p:nvPr>
        </p:nvSpPr>
        <p:spPr>
          <a:xfrm>
            <a:off x="2598019" y="2790430"/>
            <a:ext cx="2184998" cy="578882"/>
          </a:xfrm>
          <a:prstGeom prst="roundRect">
            <a:avLst/>
          </a:prstGeom>
          <a:gradFill>
            <a:gsLst>
              <a:gs pos="0">
                <a:srgbClr val="AFD8F7"/>
              </a:gs>
              <a:gs pos="50000">
                <a:srgbClr val="A2CDEE"/>
              </a:gs>
              <a:gs pos="100000">
                <a:srgbClr val="8CC8F0"/>
              </a:gs>
            </a:gsLst>
          </a:gradFill>
        </p:spPr>
        <p:style>
          <a:lnRef idx="1">
            <a:schemeClr val="accent4"/>
          </a:lnRef>
          <a:fillRef idx="2">
            <a:schemeClr val="accent4"/>
          </a:fillRef>
          <a:effectRef idx="1">
            <a:schemeClr val="accent4"/>
          </a:effectRef>
          <a:fontRef idx="minor">
            <a:schemeClr val="dk1"/>
          </a:fontRef>
        </p:style>
        <p:txBody>
          <a:bodyPr wrap="none" rtlCol="0">
            <a:spAutoFit/>
          </a:bodyPr>
          <a:lstStyle/>
          <a:p>
            <a:pPr algn="ctr"/>
            <a:r>
              <a:rPr lang="en-US" sz="2800" noProof="0" dirty="0"/>
              <a:t>Abstractions</a:t>
            </a:r>
          </a:p>
        </p:txBody>
      </p:sp>
      <p:sp>
        <p:nvSpPr>
          <p:cNvPr id="7" name="TextBox 6">
            <a:extLst>
              <a:ext uri="{FF2B5EF4-FFF2-40B4-BE49-F238E27FC236}">
                <a16:creationId xmlns:a16="http://schemas.microsoft.com/office/drawing/2014/main" id="{11B47FF7-FF2B-E35C-C5DC-D36095FC9DA6}"/>
              </a:ext>
            </a:extLst>
          </p:cNvPr>
          <p:cNvSpPr txBox="1"/>
          <p:nvPr>
            <p:custDataLst>
              <p:tags r:id="rId10"/>
            </p:custDataLst>
          </p:nvPr>
        </p:nvSpPr>
        <p:spPr>
          <a:xfrm>
            <a:off x="8145540" y="2713079"/>
            <a:ext cx="1474203" cy="578882"/>
          </a:xfrm>
          <a:prstGeom prst="roundRect">
            <a:avLst/>
          </a:prstGeom>
          <a:gradFill>
            <a:gsLst>
              <a:gs pos="0">
                <a:srgbClr val="AFD8F7"/>
              </a:gs>
              <a:gs pos="50000">
                <a:srgbClr val="A2CDEE"/>
              </a:gs>
              <a:gs pos="100000">
                <a:srgbClr val="8CC8F0"/>
              </a:gs>
            </a:gsLst>
          </a:gradFill>
        </p:spPr>
        <p:style>
          <a:lnRef idx="1">
            <a:schemeClr val="accent4"/>
          </a:lnRef>
          <a:fillRef idx="2">
            <a:schemeClr val="accent4"/>
          </a:fillRef>
          <a:effectRef idx="1">
            <a:schemeClr val="accent4"/>
          </a:effectRef>
          <a:fontRef idx="minor">
            <a:schemeClr val="dk1"/>
          </a:fontRef>
        </p:style>
        <p:txBody>
          <a:bodyPr wrap="square" rtlCol="0">
            <a:spAutoFit/>
          </a:bodyPr>
          <a:lstStyle/>
          <a:p>
            <a:pPr algn="ctr"/>
            <a:r>
              <a:rPr lang="en-US" sz="2800" noProof="0" dirty="0"/>
              <a:t>LLMs</a:t>
            </a:r>
          </a:p>
        </p:txBody>
      </p:sp>
      <p:sp>
        <p:nvSpPr>
          <p:cNvPr id="9" name="TextBox 8">
            <a:extLst>
              <a:ext uri="{FF2B5EF4-FFF2-40B4-BE49-F238E27FC236}">
                <a16:creationId xmlns:a16="http://schemas.microsoft.com/office/drawing/2014/main" id="{ABDD9E2C-DB94-9465-C838-8C4F60DDBD33}"/>
              </a:ext>
            </a:extLst>
          </p:cNvPr>
          <p:cNvSpPr txBox="1"/>
          <p:nvPr>
            <p:custDataLst>
              <p:tags r:id="rId11"/>
            </p:custDataLst>
          </p:nvPr>
        </p:nvSpPr>
        <p:spPr>
          <a:xfrm>
            <a:off x="2758743" y="1672286"/>
            <a:ext cx="6851556" cy="578882"/>
          </a:xfrm>
          <a:prstGeom prst="roundRect">
            <a:avLst/>
          </a:prstGeom>
          <a:gradFill>
            <a:gsLst>
              <a:gs pos="0">
                <a:srgbClr val="AFD8F7"/>
              </a:gs>
              <a:gs pos="50000">
                <a:srgbClr val="A2CDEE"/>
              </a:gs>
              <a:gs pos="100000">
                <a:srgbClr val="8CC8F0"/>
              </a:gs>
            </a:gsLst>
          </a:gradFill>
        </p:spPr>
        <p:style>
          <a:lnRef idx="1">
            <a:schemeClr val="accent4"/>
          </a:lnRef>
          <a:fillRef idx="2">
            <a:schemeClr val="accent4"/>
          </a:fillRef>
          <a:effectRef idx="1">
            <a:schemeClr val="accent4"/>
          </a:effectRef>
          <a:fontRef idx="minor">
            <a:schemeClr val="dk1"/>
          </a:fontRef>
        </p:style>
        <p:txBody>
          <a:bodyPr wrap="none" rtlCol="0">
            <a:spAutoFit/>
          </a:bodyPr>
          <a:lstStyle/>
          <a:p>
            <a:pPr algn="ctr"/>
            <a:r>
              <a:rPr lang="en-US" sz="2800" noProof="0" dirty="0"/>
              <a:t>Simplifying algorithm design &amp; optimization</a:t>
            </a:r>
          </a:p>
        </p:txBody>
      </p:sp>
      <p:sp>
        <p:nvSpPr>
          <p:cNvPr id="14" name="TextBox 13">
            <a:extLst>
              <a:ext uri="{FF2B5EF4-FFF2-40B4-BE49-F238E27FC236}">
                <a16:creationId xmlns:a16="http://schemas.microsoft.com/office/drawing/2014/main" id="{FBC68EF8-2BD7-3EAB-EBBD-E77F253B6551}"/>
              </a:ext>
            </a:extLst>
          </p:cNvPr>
          <p:cNvSpPr txBox="1"/>
          <p:nvPr>
            <p:custDataLst>
              <p:tags r:id="rId12"/>
            </p:custDataLst>
          </p:nvPr>
        </p:nvSpPr>
        <p:spPr>
          <a:xfrm>
            <a:off x="792196" y="3611786"/>
            <a:ext cx="2237285" cy="578882"/>
          </a:xfrm>
          <a:prstGeom prst="roundRect">
            <a:avLst/>
          </a:prstGeom>
          <a:gradFill>
            <a:gsLst>
              <a:gs pos="0">
                <a:srgbClr val="B5DCAE"/>
              </a:gs>
              <a:gs pos="50000">
                <a:srgbClr val="A8D1A1"/>
              </a:gs>
              <a:gs pos="100000">
                <a:srgbClr val="97CC8C"/>
              </a:gs>
            </a:gsLst>
          </a:gradFill>
        </p:spPr>
        <p:style>
          <a:lnRef idx="1">
            <a:schemeClr val="accent6"/>
          </a:lnRef>
          <a:fillRef idx="2">
            <a:schemeClr val="accent6"/>
          </a:fillRef>
          <a:effectRef idx="1">
            <a:schemeClr val="accent6"/>
          </a:effectRef>
          <a:fontRef idx="minor">
            <a:schemeClr val="dk1"/>
          </a:fontRef>
        </p:style>
        <p:txBody>
          <a:bodyPr wrap="none" rtlCol="0">
            <a:spAutoFit/>
          </a:bodyPr>
          <a:lstStyle/>
          <a:p>
            <a:pPr algn="ctr"/>
            <a:r>
              <a:rPr lang="en-US" sz="2800" noProof="0" dirty="0"/>
              <a:t>Interpretable</a:t>
            </a:r>
          </a:p>
        </p:txBody>
      </p:sp>
      <p:sp>
        <p:nvSpPr>
          <p:cNvPr id="22" name="TextBox 21">
            <a:extLst>
              <a:ext uri="{FF2B5EF4-FFF2-40B4-BE49-F238E27FC236}">
                <a16:creationId xmlns:a16="http://schemas.microsoft.com/office/drawing/2014/main" id="{00AE5E7C-9BCF-9753-06F8-EAF716A55760}"/>
              </a:ext>
            </a:extLst>
          </p:cNvPr>
          <p:cNvSpPr txBox="1"/>
          <p:nvPr>
            <p:custDataLst>
              <p:tags r:id="rId13"/>
            </p:custDataLst>
          </p:nvPr>
        </p:nvSpPr>
        <p:spPr>
          <a:xfrm>
            <a:off x="748894" y="4331346"/>
            <a:ext cx="2323888" cy="578882"/>
          </a:xfrm>
          <a:prstGeom prst="roundRect">
            <a:avLst/>
          </a:prstGeom>
          <a:gradFill>
            <a:gsLst>
              <a:gs pos="0">
                <a:srgbClr val="B5DCAE"/>
              </a:gs>
              <a:gs pos="50000">
                <a:srgbClr val="A8D1A1"/>
              </a:gs>
              <a:gs pos="100000">
                <a:srgbClr val="97CC8C"/>
              </a:gs>
            </a:gsLst>
          </a:gradFill>
        </p:spPr>
        <p:style>
          <a:lnRef idx="1">
            <a:schemeClr val="accent6"/>
          </a:lnRef>
          <a:fillRef idx="2">
            <a:schemeClr val="accent6"/>
          </a:fillRef>
          <a:effectRef idx="1">
            <a:schemeClr val="accent6"/>
          </a:effectRef>
          <a:fontRef idx="minor">
            <a:schemeClr val="dk1"/>
          </a:fontRef>
        </p:style>
        <p:txBody>
          <a:bodyPr wrap="none" rtlCol="0">
            <a:spAutoFit/>
          </a:bodyPr>
          <a:lstStyle/>
          <a:p>
            <a:pPr algn="ctr"/>
            <a:r>
              <a:rPr lang="en-US" sz="2800" noProof="0" dirty="0"/>
              <a:t>Deterministic</a:t>
            </a:r>
          </a:p>
        </p:txBody>
      </p:sp>
      <p:sp>
        <p:nvSpPr>
          <p:cNvPr id="24" name="TextBox 23">
            <a:extLst>
              <a:ext uri="{FF2B5EF4-FFF2-40B4-BE49-F238E27FC236}">
                <a16:creationId xmlns:a16="http://schemas.microsoft.com/office/drawing/2014/main" id="{56DFA2B2-D1FB-7E40-AA4F-77E26D5DACCE}"/>
              </a:ext>
            </a:extLst>
          </p:cNvPr>
          <p:cNvSpPr txBox="1"/>
          <p:nvPr>
            <p:custDataLst>
              <p:tags r:id="rId14"/>
            </p:custDataLst>
          </p:nvPr>
        </p:nvSpPr>
        <p:spPr>
          <a:xfrm>
            <a:off x="3585124" y="3612310"/>
            <a:ext cx="2498727" cy="578882"/>
          </a:xfrm>
          <a:prstGeom prst="roundRect">
            <a:avLst/>
          </a:prstGeom>
          <a:gradFill>
            <a:gsLst>
              <a:gs pos="0">
                <a:srgbClr val="E1A3A3"/>
              </a:gs>
              <a:gs pos="50000">
                <a:srgbClr val="D69696"/>
              </a:gs>
              <a:gs pos="100000">
                <a:srgbClr val="DC9696"/>
              </a:gs>
            </a:gsLst>
          </a:gradFill>
          <a:ln>
            <a:solidFill>
              <a:srgbClr val="A12B2B"/>
            </a:solidFill>
          </a:ln>
        </p:spPr>
        <p:style>
          <a:lnRef idx="1">
            <a:schemeClr val="accent5"/>
          </a:lnRef>
          <a:fillRef idx="2">
            <a:schemeClr val="accent5"/>
          </a:fillRef>
          <a:effectRef idx="1">
            <a:schemeClr val="accent5"/>
          </a:effectRef>
          <a:fontRef idx="minor">
            <a:schemeClr val="dk1"/>
          </a:fontRef>
        </p:style>
        <p:txBody>
          <a:bodyPr wrap="none" rtlCol="0">
            <a:spAutoFit/>
          </a:bodyPr>
          <a:lstStyle/>
          <a:p>
            <a:pPr algn="ctr"/>
            <a:r>
              <a:rPr lang="en-US" sz="2800" noProof="0" dirty="0"/>
              <a:t>Learning curve</a:t>
            </a:r>
          </a:p>
        </p:txBody>
      </p:sp>
      <p:sp>
        <p:nvSpPr>
          <p:cNvPr id="26" name="TextBox 25">
            <a:extLst>
              <a:ext uri="{FF2B5EF4-FFF2-40B4-BE49-F238E27FC236}">
                <a16:creationId xmlns:a16="http://schemas.microsoft.com/office/drawing/2014/main" id="{FDBFF3EE-C465-006F-A738-B2C3CB9FD4F2}"/>
              </a:ext>
            </a:extLst>
          </p:cNvPr>
          <p:cNvSpPr txBox="1"/>
          <p:nvPr>
            <p:custDataLst>
              <p:tags r:id="rId15"/>
            </p:custDataLst>
          </p:nvPr>
        </p:nvSpPr>
        <p:spPr>
          <a:xfrm>
            <a:off x="3781206" y="4331346"/>
            <a:ext cx="2003622" cy="578882"/>
          </a:xfrm>
          <a:prstGeom prst="roundRect">
            <a:avLst/>
          </a:prstGeom>
          <a:gradFill>
            <a:gsLst>
              <a:gs pos="0">
                <a:srgbClr val="E1A3A3"/>
              </a:gs>
              <a:gs pos="50000">
                <a:srgbClr val="D69696"/>
              </a:gs>
              <a:gs pos="100000">
                <a:srgbClr val="DC9696"/>
              </a:gs>
            </a:gsLst>
          </a:gradFill>
          <a:ln>
            <a:solidFill>
              <a:srgbClr val="A12B2B"/>
            </a:solidFill>
          </a:ln>
        </p:spPr>
        <p:style>
          <a:lnRef idx="1">
            <a:schemeClr val="accent5"/>
          </a:lnRef>
          <a:fillRef idx="2">
            <a:schemeClr val="accent5"/>
          </a:fillRef>
          <a:effectRef idx="1">
            <a:schemeClr val="accent5"/>
          </a:effectRef>
          <a:fontRef idx="minor">
            <a:schemeClr val="dk1"/>
          </a:fontRef>
        </p:style>
        <p:txBody>
          <a:bodyPr wrap="none" rtlCol="0">
            <a:spAutoFit/>
          </a:bodyPr>
          <a:lstStyle/>
          <a:p>
            <a:pPr algn="ctr"/>
            <a:r>
              <a:rPr lang="en-US" sz="2800" noProof="0" dirty="0"/>
              <a:t>Not general</a:t>
            </a:r>
          </a:p>
        </p:txBody>
      </p:sp>
    </p:spTree>
    <p:custDataLst>
      <p:tags r:id="rId1"/>
    </p:custDataLst>
    <p:extLst>
      <p:ext uri="{BB962C8B-B14F-4D97-AF65-F5344CB8AC3E}">
        <p14:creationId xmlns:p14="http://schemas.microsoft.com/office/powerpoint/2010/main" val="2821348871"/>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8" name="Straight Connector 37">
            <a:extLst>
              <a:ext uri="{FF2B5EF4-FFF2-40B4-BE49-F238E27FC236}">
                <a16:creationId xmlns:a16="http://schemas.microsoft.com/office/drawing/2014/main" id="{89876299-1652-9960-0CF0-FAE18BAA3D39}"/>
              </a:ext>
            </a:extLst>
          </p:cNvPr>
          <p:cNvCxnSpPr>
            <a:cxnSpLocks/>
            <a:stCxn id="14" idx="0"/>
            <a:endCxn id="6" idx="2"/>
          </p:cNvCxnSpPr>
          <p:nvPr>
            <p:custDataLst>
              <p:tags r:id="rId2"/>
            </p:custDataLst>
          </p:nvPr>
        </p:nvCxnSpPr>
        <p:spPr>
          <a:xfrm flipV="1">
            <a:off x="1910839" y="3369312"/>
            <a:ext cx="1779679" cy="242474"/>
          </a:xfrm>
          <a:prstGeom prst="line">
            <a:avLst/>
          </a:prstGeom>
          <a:ln w="28575">
            <a:solidFill>
              <a:srgbClr val="0D1717"/>
            </a:solidFill>
            <a:prstDash val="sysDot"/>
          </a:ln>
        </p:spPr>
        <p:style>
          <a:lnRef idx="2">
            <a:schemeClr val="accent1"/>
          </a:lnRef>
          <a:fillRef idx="0">
            <a:schemeClr val="accent1"/>
          </a:fillRef>
          <a:effectRef idx="1">
            <a:schemeClr val="accent1"/>
          </a:effectRef>
          <a:fontRef idx="minor">
            <a:schemeClr val="tx1"/>
          </a:fontRef>
        </p:style>
      </p:cxnSp>
      <p:cxnSp>
        <p:nvCxnSpPr>
          <p:cNvPr id="40" name="Straight Connector 39">
            <a:extLst>
              <a:ext uri="{FF2B5EF4-FFF2-40B4-BE49-F238E27FC236}">
                <a16:creationId xmlns:a16="http://schemas.microsoft.com/office/drawing/2014/main" id="{09A658A6-462A-721C-919E-76FEB163D5B8}"/>
              </a:ext>
            </a:extLst>
          </p:cNvPr>
          <p:cNvCxnSpPr>
            <a:cxnSpLocks/>
            <a:stCxn id="6" idx="2"/>
            <a:endCxn id="24" idx="0"/>
          </p:cNvCxnSpPr>
          <p:nvPr>
            <p:custDataLst>
              <p:tags r:id="rId3"/>
            </p:custDataLst>
          </p:nvPr>
        </p:nvCxnSpPr>
        <p:spPr>
          <a:xfrm>
            <a:off x="3690518" y="3369312"/>
            <a:ext cx="1143970" cy="242998"/>
          </a:xfrm>
          <a:prstGeom prst="line">
            <a:avLst/>
          </a:prstGeom>
          <a:ln w="28575">
            <a:solidFill>
              <a:srgbClr val="0D1717"/>
            </a:solidFill>
            <a:prstDash val="sysDot"/>
          </a:ln>
        </p:spPr>
        <p:style>
          <a:lnRef idx="2">
            <a:schemeClr val="accent1"/>
          </a:lnRef>
          <a:fillRef idx="0">
            <a:schemeClr val="accent1"/>
          </a:fillRef>
          <a:effectRef idx="1">
            <a:schemeClr val="accent1"/>
          </a:effectRef>
          <a:fontRef idx="minor">
            <a:schemeClr val="tx1"/>
          </a:fontRef>
        </p:style>
      </p:cxnSp>
      <p:cxnSp>
        <p:nvCxnSpPr>
          <p:cNvPr id="42" name="Straight Connector 41">
            <a:extLst>
              <a:ext uri="{FF2B5EF4-FFF2-40B4-BE49-F238E27FC236}">
                <a16:creationId xmlns:a16="http://schemas.microsoft.com/office/drawing/2014/main" id="{6BD53AA8-39CA-47DE-F5FA-41E1EE49B24D}"/>
              </a:ext>
            </a:extLst>
          </p:cNvPr>
          <p:cNvCxnSpPr>
            <a:cxnSpLocks/>
            <a:stCxn id="16" idx="0"/>
            <a:endCxn id="7" idx="2"/>
          </p:cNvCxnSpPr>
          <p:nvPr>
            <p:custDataLst>
              <p:tags r:id="rId4"/>
            </p:custDataLst>
          </p:nvPr>
        </p:nvCxnSpPr>
        <p:spPr>
          <a:xfrm flipV="1">
            <a:off x="7621023" y="3291961"/>
            <a:ext cx="1261619" cy="327230"/>
          </a:xfrm>
          <a:prstGeom prst="line">
            <a:avLst/>
          </a:prstGeom>
          <a:ln w="28575">
            <a:solidFill>
              <a:srgbClr val="0D1717"/>
            </a:solidFill>
            <a:prstDash val="sysDot"/>
          </a:ln>
        </p:spPr>
        <p:style>
          <a:lnRef idx="2">
            <a:schemeClr val="accent1"/>
          </a:lnRef>
          <a:fillRef idx="0">
            <a:schemeClr val="accent1"/>
          </a:fillRef>
          <a:effectRef idx="1">
            <a:schemeClr val="accent1"/>
          </a:effectRef>
          <a:fontRef idx="minor">
            <a:schemeClr val="tx1"/>
          </a:fontRef>
        </p:style>
      </p:cxnSp>
      <p:cxnSp>
        <p:nvCxnSpPr>
          <p:cNvPr id="44" name="Straight Connector 43">
            <a:extLst>
              <a:ext uri="{FF2B5EF4-FFF2-40B4-BE49-F238E27FC236}">
                <a16:creationId xmlns:a16="http://schemas.microsoft.com/office/drawing/2014/main" id="{57CF218E-2303-9C34-7EE9-CD93166E4988}"/>
              </a:ext>
            </a:extLst>
          </p:cNvPr>
          <p:cNvCxnSpPr>
            <a:cxnSpLocks/>
            <a:stCxn id="28" idx="0"/>
            <a:endCxn id="7" idx="2"/>
          </p:cNvCxnSpPr>
          <p:nvPr>
            <p:custDataLst>
              <p:tags r:id="rId5"/>
            </p:custDataLst>
          </p:nvPr>
        </p:nvCxnSpPr>
        <p:spPr>
          <a:xfrm flipH="1" flipV="1">
            <a:off x="8882642" y="3291961"/>
            <a:ext cx="1613721" cy="323659"/>
          </a:xfrm>
          <a:prstGeom prst="line">
            <a:avLst/>
          </a:prstGeom>
          <a:ln w="28575">
            <a:solidFill>
              <a:srgbClr val="0D1717"/>
            </a:solidFill>
            <a:prstDash val="sysDot"/>
          </a:ln>
        </p:spPr>
        <p:style>
          <a:lnRef idx="2">
            <a:schemeClr val="accent1"/>
          </a:lnRef>
          <a:fillRef idx="0">
            <a:schemeClr val="accent1"/>
          </a:fillRef>
          <a:effectRef idx="1">
            <a:schemeClr val="accent1"/>
          </a:effectRef>
          <a:fontRef idx="minor">
            <a:schemeClr val="tx1"/>
          </a:fontRef>
        </p:style>
      </p:cxnSp>
      <p:cxnSp>
        <p:nvCxnSpPr>
          <p:cNvPr id="13" name="Straight Arrow Connector 12">
            <a:extLst>
              <a:ext uri="{FF2B5EF4-FFF2-40B4-BE49-F238E27FC236}">
                <a16:creationId xmlns:a16="http://schemas.microsoft.com/office/drawing/2014/main" id="{EDC6E5E0-5E49-A14A-1A69-8F74E4643E8D}"/>
              </a:ext>
            </a:extLst>
          </p:cNvPr>
          <p:cNvCxnSpPr>
            <a:cxnSpLocks/>
            <a:endCxn id="7" idx="0"/>
          </p:cNvCxnSpPr>
          <p:nvPr>
            <p:custDataLst>
              <p:tags r:id="rId6"/>
            </p:custDataLst>
          </p:nvPr>
        </p:nvCxnSpPr>
        <p:spPr>
          <a:xfrm>
            <a:off x="7936706" y="2251168"/>
            <a:ext cx="945936" cy="461911"/>
          </a:xfrm>
          <a:prstGeom prst="straightConnector1">
            <a:avLst/>
          </a:prstGeom>
          <a:ln w="28575">
            <a:solidFill>
              <a:srgbClr val="0D1717"/>
            </a:solidFill>
            <a:tailEnd type="triangle"/>
          </a:ln>
        </p:spPr>
        <p:style>
          <a:lnRef idx="2">
            <a:schemeClr val="accent1"/>
          </a:lnRef>
          <a:fillRef idx="0">
            <a:schemeClr val="accent1"/>
          </a:fillRef>
          <a:effectRef idx="1">
            <a:schemeClr val="accent1"/>
          </a:effectRef>
          <a:fontRef idx="minor">
            <a:schemeClr val="tx1"/>
          </a:fontRef>
        </p:style>
      </p:cxnSp>
      <p:cxnSp>
        <p:nvCxnSpPr>
          <p:cNvPr id="11" name="Straight Arrow Connector 10">
            <a:extLst>
              <a:ext uri="{FF2B5EF4-FFF2-40B4-BE49-F238E27FC236}">
                <a16:creationId xmlns:a16="http://schemas.microsoft.com/office/drawing/2014/main" id="{BF39B83B-4C76-1D1B-19E8-3F68E2DC03EF}"/>
              </a:ext>
            </a:extLst>
          </p:cNvPr>
          <p:cNvCxnSpPr>
            <a:cxnSpLocks/>
            <a:endCxn id="6" idx="0"/>
          </p:cNvCxnSpPr>
          <p:nvPr>
            <p:custDataLst>
              <p:tags r:id="rId7"/>
            </p:custDataLst>
          </p:nvPr>
        </p:nvCxnSpPr>
        <p:spPr>
          <a:xfrm flipH="1">
            <a:off x="3690518" y="2251168"/>
            <a:ext cx="851867" cy="539262"/>
          </a:xfrm>
          <a:prstGeom prst="straightConnector1">
            <a:avLst/>
          </a:prstGeom>
          <a:ln w="28575">
            <a:solidFill>
              <a:srgbClr val="0D1717"/>
            </a:solidFill>
            <a:tailEnd type="triangle"/>
          </a:ln>
        </p:spPr>
        <p:style>
          <a:lnRef idx="2">
            <a:schemeClr val="accent1"/>
          </a:lnRef>
          <a:fillRef idx="0">
            <a:schemeClr val="accent1"/>
          </a:fillRef>
          <a:effectRef idx="1">
            <a:schemeClr val="accent1"/>
          </a:effectRef>
          <a:fontRef idx="minor">
            <a:schemeClr val="tx1"/>
          </a:fontRef>
        </p:style>
      </p:cxnSp>
      <p:sp>
        <p:nvSpPr>
          <p:cNvPr id="2" name="Title 1">
            <a:extLst>
              <a:ext uri="{FF2B5EF4-FFF2-40B4-BE49-F238E27FC236}">
                <a16:creationId xmlns:a16="http://schemas.microsoft.com/office/drawing/2014/main" id="{232648C3-E8A8-80F5-FFF8-D207F8FAB0B7}"/>
              </a:ext>
            </a:extLst>
          </p:cNvPr>
          <p:cNvSpPr>
            <a:spLocks noGrp="1"/>
          </p:cNvSpPr>
          <p:nvPr>
            <p:ph type="title"/>
            <p:custDataLst>
              <p:tags r:id="rId8"/>
            </p:custDataLst>
          </p:nvPr>
        </p:nvSpPr>
        <p:spPr/>
        <p:txBody>
          <a:bodyPr/>
          <a:lstStyle/>
          <a:p>
            <a:r>
              <a:rPr lang="en-US" noProof="0" dirty="0"/>
              <a:t>LLMs and abstractions</a:t>
            </a:r>
          </a:p>
        </p:txBody>
      </p:sp>
      <p:sp>
        <p:nvSpPr>
          <p:cNvPr id="3" name="Date Placeholder 2">
            <a:extLst>
              <a:ext uri="{FF2B5EF4-FFF2-40B4-BE49-F238E27FC236}">
                <a16:creationId xmlns:a16="http://schemas.microsoft.com/office/drawing/2014/main" id="{5B3156B7-FB64-2477-4F0F-ECE30CB02A63}"/>
              </a:ext>
            </a:extLst>
          </p:cNvPr>
          <p:cNvSpPr>
            <a:spLocks noGrp="1"/>
          </p:cNvSpPr>
          <p:nvPr>
            <p:ph type="dt" sz="half" idx="10"/>
            <p:custDataLst>
              <p:tags r:id="rId9"/>
            </p:custDataLst>
          </p:nvPr>
        </p:nvSpPr>
        <p:spPr/>
        <p:txBody>
          <a:bodyPr/>
          <a:lstStyle/>
          <a:p>
            <a:r>
              <a:rPr lang="en-US" noProof="0"/>
              <a:t>9/5/2026</a:t>
            </a:r>
            <a:endParaRPr lang="en-US" noProof="0" dirty="0"/>
          </a:p>
        </p:txBody>
      </p:sp>
      <p:sp>
        <p:nvSpPr>
          <p:cNvPr id="4" name="Slide Number Placeholder 3">
            <a:extLst>
              <a:ext uri="{FF2B5EF4-FFF2-40B4-BE49-F238E27FC236}">
                <a16:creationId xmlns:a16="http://schemas.microsoft.com/office/drawing/2014/main" id="{B38BF62A-6F36-4AFB-C34B-B5CD6527FF5C}"/>
              </a:ext>
            </a:extLst>
          </p:cNvPr>
          <p:cNvSpPr>
            <a:spLocks noGrp="1"/>
          </p:cNvSpPr>
          <p:nvPr>
            <p:ph type="sldNum" sz="quarter" idx="12"/>
            <p:custDataLst>
              <p:tags r:id="rId10"/>
            </p:custDataLst>
          </p:nvPr>
        </p:nvSpPr>
        <p:spPr/>
        <p:txBody>
          <a:bodyPr/>
          <a:lstStyle/>
          <a:p>
            <a:r>
              <a:rPr lang="en-US" noProof="0"/>
              <a:t>28</a:t>
            </a:r>
            <a:endParaRPr lang="en-US" noProof="0" dirty="0"/>
          </a:p>
        </p:txBody>
      </p:sp>
      <p:sp>
        <p:nvSpPr>
          <p:cNvPr id="6" name="TextBox 5">
            <a:extLst>
              <a:ext uri="{FF2B5EF4-FFF2-40B4-BE49-F238E27FC236}">
                <a16:creationId xmlns:a16="http://schemas.microsoft.com/office/drawing/2014/main" id="{19E4B8FB-55FB-804F-D918-87CA02061244}"/>
              </a:ext>
            </a:extLst>
          </p:cNvPr>
          <p:cNvSpPr txBox="1"/>
          <p:nvPr>
            <p:custDataLst>
              <p:tags r:id="rId11"/>
            </p:custDataLst>
          </p:nvPr>
        </p:nvSpPr>
        <p:spPr>
          <a:xfrm>
            <a:off x="2598019" y="2790430"/>
            <a:ext cx="2184998" cy="578882"/>
          </a:xfrm>
          <a:prstGeom prst="roundRect">
            <a:avLst/>
          </a:prstGeom>
          <a:gradFill>
            <a:gsLst>
              <a:gs pos="0">
                <a:srgbClr val="AFD8F7"/>
              </a:gs>
              <a:gs pos="50000">
                <a:srgbClr val="A2CDEE"/>
              </a:gs>
              <a:gs pos="100000">
                <a:srgbClr val="8CC8F0"/>
              </a:gs>
            </a:gsLst>
          </a:gradFill>
        </p:spPr>
        <p:style>
          <a:lnRef idx="1">
            <a:schemeClr val="accent4"/>
          </a:lnRef>
          <a:fillRef idx="2">
            <a:schemeClr val="accent4"/>
          </a:fillRef>
          <a:effectRef idx="1">
            <a:schemeClr val="accent4"/>
          </a:effectRef>
          <a:fontRef idx="minor">
            <a:schemeClr val="dk1"/>
          </a:fontRef>
        </p:style>
        <p:txBody>
          <a:bodyPr wrap="none" rtlCol="0">
            <a:spAutoFit/>
          </a:bodyPr>
          <a:lstStyle/>
          <a:p>
            <a:pPr algn="ctr"/>
            <a:r>
              <a:rPr lang="en-US" sz="2800" noProof="0" dirty="0"/>
              <a:t>Abstractions</a:t>
            </a:r>
          </a:p>
        </p:txBody>
      </p:sp>
      <p:sp>
        <p:nvSpPr>
          <p:cNvPr id="7" name="TextBox 6">
            <a:extLst>
              <a:ext uri="{FF2B5EF4-FFF2-40B4-BE49-F238E27FC236}">
                <a16:creationId xmlns:a16="http://schemas.microsoft.com/office/drawing/2014/main" id="{11B47FF7-FF2B-E35C-C5DC-D36095FC9DA6}"/>
              </a:ext>
            </a:extLst>
          </p:cNvPr>
          <p:cNvSpPr txBox="1"/>
          <p:nvPr>
            <p:custDataLst>
              <p:tags r:id="rId12"/>
            </p:custDataLst>
          </p:nvPr>
        </p:nvSpPr>
        <p:spPr>
          <a:xfrm>
            <a:off x="8145540" y="2713079"/>
            <a:ext cx="1474203" cy="578882"/>
          </a:xfrm>
          <a:prstGeom prst="roundRect">
            <a:avLst/>
          </a:prstGeom>
          <a:gradFill>
            <a:gsLst>
              <a:gs pos="0">
                <a:srgbClr val="AFD8F7"/>
              </a:gs>
              <a:gs pos="50000">
                <a:srgbClr val="A2CDEE"/>
              </a:gs>
              <a:gs pos="100000">
                <a:srgbClr val="8CC8F0"/>
              </a:gs>
            </a:gsLst>
          </a:gradFill>
        </p:spPr>
        <p:style>
          <a:lnRef idx="1">
            <a:schemeClr val="accent4"/>
          </a:lnRef>
          <a:fillRef idx="2">
            <a:schemeClr val="accent4"/>
          </a:fillRef>
          <a:effectRef idx="1">
            <a:schemeClr val="accent4"/>
          </a:effectRef>
          <a:fontRef idx="minor">
            <a:schemeClr val="dk1"/>
          </a:fontRef>
        </p:style>
        <p:txBody>
          <a:bodyPr wrap="square" rtlCol="0">
            <a:spAutoFit/>
          </a:bodyPr>
          <a:lstStyle/>
          <a:p>
            <a:pPr algn="ctr"/>
            <a:r>
              <a:rPr lang="en-US" sz="2800" noProof="0" dirty="0"/>
              <a:t>LLMs</a:t>
            </a:r>
          </a:p>
        </p:txBody>
      </p:sp>
      <p:sp>
        <p:nvSpPr>
          <p:cNvPr id="9" name="TextBox 8">
            <a:extLst>
              <a:ext uri="{FF2B5EF4-FFF2-40B4-BE49-F238E27FC236}">
                <a16:creationId xmlns:a16="http://schemas.microsoft.com/office/drawing/2014/main" id="{ABDD9E2C-DB94-9465-C838-8C4F60DDBD33}"/>
              </a:ext>
            </a:extLst>
          </p:cNvPr>
          <p:cNvSpPr txBox="1"/>
          <p:nvPr>
            <p:custDataLst>
              <p:tags r:id="rId13"/>
            </p:custDataLst>
          </p:nvPr>
        </p:nvSpPr>
        <p:spPr>
          <a:xfrm>
            <a:off x="2758743" y="1672286"/>
            <a:ext cx="6851556" cy="578882"/>
          </a:xfrm>
          <a:prstGeom prst="roundRect">
            <a:avLst/>
          </a:prstGeom>
          <a:gradFill>
            <a:gsLst>
              <a:gs pos="0">
                <a:srgbClr val="AFD8F7"/>
              </a:gs>
              <a:gs pos="50000">
                <a:srgbClr val="A2CDEE"/>
              </a:gs>
              <a:gs pos="100000">
                <a:srgbClr val="8CC8F0"/>
              </a:gs>
            </a:gsLst>
          </a:gradFill>
        </p:spPr>
        <p:style>
          <a:lnRef idx="1">
            <a:schemeClr val="accent4"/>
          </a:lnRef>
          <a:fillRef idx="2">
            <a:schemeClr val="accent4"/>
          </a:fillRef>
          <a:effectRef idx="1">
            <a:schemeClr val="accent4"/>
          </a:effectRef>
          <a:fontRef idx="minor">
            <a:schemeClr val="dk1"/>
          </a:fontRef>
        </p:style>
        <p:txBody>
          <a:bodyPr wrap="none" rtlCol="0">
            <a:spAutoFit/>
          </a:bodyPr>
          <a:lstStyle/>
          <a:p>
            <a:pPr algn="ctr"/>
            <a:r>
              <a:rPr lang="en-US" sz="2800" noProof="0" dirty="0"/>
              <a:t>Simplifying algorithm design &amp; optimization</a:t>
            </a:r>
          </a:p>
        </p:txBody>
      </p:sp>
      <p:sp>
        <p:nvSpPr>
          <p:cNvPr id="14" name="TextBox 13">
            <a:extLst>
              <a:ext uri="{FF2B5EF4-FFF2-40B4-BE49-F238E27FC236}">
                <a16:creationId xmlns:a16="http://schemas.microsoft.com/office/drawing/2014/main" id="{FBC68EF8-2BD7-3EAB-EBBD-E77F253B6551}"/>
              </a:ext>
            </a:extLst>
          </p:cNvPr>
          <p:cNvSpPr txBox="1"/>
          <p:nvPr>
            <p:custDataLst>
              <p:tags r:id="rId14"/>
            </p:custDataLst>
          </p:nvPr>
        </p:nvSpPr>
        <p:spPr>
          <a:xfrm>
            <a:off x="792196" y="3611786"/>
            <a:ext cx="2237285" cy="578882"/>
          </a:xfrm>
          <a:prstGeom prst="roundRect">
            <a:avLst/>
          </a:prstGeom>
          <a:gradFill>
            <a:gsLst>
              <a:gs pos="0">
                <a:srgbClr val="B5DCAE"/>
              </a:gs>
              <a:gs pos="50000">
                <a:srgbClr val="A8D1A1"/>
              </a:gs>
              <a:gs pos="100000">
                <a:srgbClr val="97CC8C"/>
              </a:gs>
            </a:gsLst>
          </a:gradFill>
        </p:spPr>
        <p:style>
          <a:lnRef idx="1">
            <a:schemeClr val="accent6"/>
          </a:lnRef>
          <a:fillRef idx="2">
            <a:schemeClr val="accent6"/>
          </a:fillRef>
          <a:effectRef idx="1">
            <a:schemeClr val="accent6"/>
          </a:effectRef>
          <a:fontRef idx="minor">
            <a:schemeClr val="dk1"/>
          </a:fontRef>
        </p:style>
        <p:txBody>
          <a:bodyPr wrap="none" rtlCol="0">
            <a:spAutoFit/>
          </a:bodyPr>
          <a:lstStyle/>
          <a:p>
            <a:pPr algn="ctr"/>
            <a:r>
              <a:rPr lang="en-US" sz="2800" noProof="0" dirty="0"/>
              <a:t>Interpretable</a:t>
            </a:r>
          </a:p>
        </p:txBody>
      </p:sp>
      <p:sp>
        <p:nvSpPr>
          <p:cNvPr id="16" name="TextBox 15">
            <a:extLst>
              <a:ext uri="{FF2B5EF4-FFF2-40B4-BE49-F238E27FC236}">
                <a16:creationId xmlns:a16="http://schemas.microsoft.com/office/drawing/2014/main" id="{145ED155-D147-8024-5E14-14189388C2EE}"/>
              </a:ext>
            </a:extLst>
          </p:cNvPr>
          <p:cNvSpPr txBox="1"/>
          <p:nvPr>
            <p:custDataLst>
              <p:tags r:id="rId15"/>
            </p:custDataLst>
          </p:nvPr>
        </p:nvSpPr>
        <p:spPr>
          <a:xfrm>
            <a:off x="6906565" y="3619191"/>
            <a:ext cx="1428916" cy="578882"/>
          </a:xfrm>
          <a:prstGeom prst="roundRect">
            <a:avLst/>
          </a:prstGeom>
          <a:gradFill>
            <a:gsLst>
              <a:gs pos="0">
                <a:srgbClr val="B5DCAE"/>
              </a:gs>
              <a:gs pos="50000">
                <a:srgbClr val="A8D1A1"/>
              </a:gs>
              <a:gs pos="100000">
                <a:srgbClr val="97CC8C"/>
              </a:gs>
            </a:gsLst>
          </a:gradFill>
        </p:spPr>
        <p:style>
          <a:lnRef idx="1">
            <a:schemeClr val="accent6"/>
          </a:lnRef>
          <a:fillRef idx="2">
            <a:schemeClr val="accent6"/>
          </a:fillRef>
          <a:effectRef idx="1">
            <a:schemeClr val="accent6"/>
          </a:effectRef>
          <a:fontRef idx="minor">
            <a:schemeClr val="dk1"/>
          </a:fontRef>
        </p:style>
        <p:txBody>
          <a:bodyPr wrap="none" rtlCol="0">
            <a:spAutoFit/>
          </a:bodyPr>
          <a:lstStyle/>
          <a:p>
            <a:pPr algn="ctr"/>
            <a:r>
              <a:rPr lang="en-US" sz="2800" noProof="0" dirty="0"/>
              <a:t>Flexible</a:t>
            </a:r>
          </a:p>
        </p:txBody>
      </p:sp>
      <p:sp>
        <p:nvSpPr>
          <p:cNvPr id="20" name="TextBox 19">
            <a:extLst>
              <a:ext uri="{FF2B5EF4-FFF2-40B4-BE49-F238E27FC236}">
                <a16:creationId xmlns:a16="http://schemas.microsoft.com/office/drawing/2014/main" id="{2BAB4CE5-730D-15C7-FE5D-C7F62D2A14B1}"/>
              </a:ext>
            </a:extLst>
          </p:cNvPr>
          <p:cNvSpPr txBox="1"/>
          <p:nvPr>
            <p:custDataLst>
              <p:tags r:id="rId16"/>
            </p:custDataLst>
          </p:nvPr>
        </p:nvSpPr>
        <p:spPr>
          <a:xfrm>
            <a:off x="6256462" y="4333988"/>
            <a:ext cx="2626180" cy="578882"/>
          </a:xfrm>
          <a:prstGeom prst="roundRect">
            <a:avLst/>
          </a:prstGeom>
          <a:gradFill>
            <a:gsLst>
              <a:gs pos="0">
                <a:srgbClr val="B5DCAE"/>
              </a:gs>
              <a:gs pos="50000">
                <a:srgbClr val="A8D1A1"/>
              </a:gs>
              <a:gs pos="100000">
                <a:srgbClr val="97CC8C"/>
              </a:gs>
            </a:gsLst>
          </a:gradFill>
        </p:spPr>
        <p:style>
          <a:lnRef idx="1">
            <a:schemeClr val="accent6"/>
          </a:lnRef>
          <a:fillRef idx="2">
            <a:schemeClr val="accent6"/>
          </a:fillRef>
          <a:effectRef idx="1">
            <a:schemeClr val="accent6"/>
          </a:effectRef>
          <a:fontRef idx="minor">
            <a:schemeClr val="dk1"/>
          </a:fontRef>
        </p:style>
        <p:txBody>
          <a:bodyPr wrap="none" rtlCol="0">
            <a:spAutoFit/>
          </a:bodyPr>
          <a:lstStyle/>
          <a:p>
            <a:pPr algn="ctr"/>
            <a:r>
              <a:rPr lang="en-US" sz="2800" noProof="0" dirty="0"/>
              <a:t>Fully automatic</a:t>
            </a:r>
          </a:p>
        </p:txBody>
      </p:sp>
      <p:sp>
        <p:nvSpPr>
          <p:cNvPr id="22" name="TextBox 21">
            <a:extLst>
              <a:ext uri="{FF2B5EF4-FFF2-40B4-BE49-F238E27FC236}">
                <a16:creationId xmlns:a16="http://schemas.microsoft.com/office/drawing/2014/main" id="{00AE5E7C-9BCF-9753-06F8-EAF716A55760}"/>
              </a:ext>
            </a:extLst>
          </p:cNvPr>
          <p:cNvSpPr txBox="1"/>
          <p:nvPr>
            <p:custDataLst>
              <p:tags r:id="rId17"/>
            </p:custDataLst>
          </p:nvPr>
        </p:nvSpPr>
        <p:spPr>
          <a:xfrm>
            <a:off x="748894" y="4331346"/>
            <a:ext cx="2323888" cy="578882"/>
          </a:xfrm>
          <a:prstGeom prst="roundRect">
            <a:avLst/>
          </a:prstGeom>
          <a:gradFill>
            <a:gsLst>
              <a:gs pos="0">
                <a:srgbClr val="B5DCAE"/>
              </a:gs>
              <a:gs pos="50000">
                <a:srgbClr val="A8D1A1"/>
              </a:gs>
              <a:gs pos="100000">
                <a:srgbClr val="97CC8C"/>
              </a:gs>
            </a:gsLst>
          </a:gradFill>
        </p:spPr>
        <p:style>
          <a:lnRef idx="1">
            <a:schemeClr val="accent6"/>
          </a:lnRef>
          <a:fillRef idx="2">
            <a:schemeClr val="accent6"/>
          </a:fillRef>
          <a:effectRef idx="1">
            <a:schemeClr val="accent6"/>
          </a:effectRef>
          <a:fontRef idx="minor">
            <a:schemeClr val="dk1"/>
          </a:fontRef>
        </p:style>
        <p:txBody>
          <a:bodyPr wrap="none" rtlCol="0">
            <a:spAutoFit/>
          </a:bodyPr>
          <a:lstStyle/>
          <a:p>
            <a:pPr algn="ctr"/>
            <a:r>
              <a:rPr lang="en-US" sz="2800" noProof="0" dirty="0"/>
              <a:t>Deterministic</a:t>
            </a:r>
          </a:p>
        </p:txBody>
      </p:sp>
      <p:sp>
        <p:nvSpPr>
          <p:cNvPr id="24" name="TextBox 23">
            <a:extLst>
              <a:ext uri="{FF2B5EF4-FFF2-40B4-BE49-F238E27FC236}">
                <a16:creationId xmlns:a16="http://schemas.microsoft.com/office/drawing/2014/main" id="{56DFA2B2-D1FB-7E40-AA4F-77E26D5DACCE}"/>
              </a:ext>
            </a:extLst>
          </p:cNvPr>
          <p:cNvSpPr txBox="1"/>
          <p:nvPr>
            <p:custDataLst>
              <p:tags r:id="rId18"/>
            </p:custDataLst>
          </p:nvPr>
        </p:nvSpPr>
        <p:spPr>
          <a:xfrm>
            <a:off x="3585124" y="3612310"/>
            <a:ext cx="2498727" cy="578882"/>
          </a:xfrm>
          <a:prstGeom prst="roundRect">
            <a:avLst/>
          </a:prstGeom>
          <a:gradFill>
            <a:gsLst>
              <a:gs pos="0">
                <a:srgbClr val="E1A3A3"/>
              </a:gs>
              <a:gs pos="50000">
                <a:srgbClr val="D69696"/>
              </a:gs>
              <a:gs pos="100000">
                <a:srgbClr val="DC9696"/>
              </a:gs>
            </a:gsLst>
          </a:gradFill>
          <a:ln>
            <a:solidFill>
              <a:srgbClr val="A12B2B"/>
            </a:solidFill>
          </a:ln>
        </p:spPr>
        <p:style>
          <a:lnRef idx="1">
            <a:schemeClr val="accent5"/>
          </a:lnRef>
          <a:fillRef idx="2">
            <a:schemeClr val="accent5"/>
          </a:fillRef>
          <a:effectRef idx="1">
            <a:schemeClr val="accent5"/>
          </a:effectRef>
          <a:fontRef idx="minor">
            <a:schemeClr val="dk1"/>
          </a:fontRef>
        </p:style>
        <p:txBody>
          <a:bodyPr wrap="none" rtlCol="0">
            <a:spAutoFit/>
          </a:bodyPr>
          <a:lstStyle/>
          <a:p>
            <a:pPr algn="ctr"/>
            <a:r>
              <a:rPr lang="en-US" sz="2800" noProof="0" dirty="0"/>
              <a:t>Learning curve</a:t>
            </a:r>
          </a:p>
        </p:txBody>
      </p:sp>
      <p:sp>
        <p:nvSpPr>
          <p:cNvPr id="26" name="TextBox 25">
            <a:extLst>
              <a:ext uri="{FF2B5EF4-FFF2-40B4-BE49-F238E27FC236}">
                <a16:creationId xmlns:a16="http://schemas.microsoft.com/office/drawing/2014/main" id="{FDBFF3EE-C465-006F-A738-B2C3CB9FD4F2}"/>
              </a:ext>
            </a:extLst>
          </p:cNvPr>
          <p:cNvSpPr txBox="1"/>
          <p:nvPr>
            <p:custDataLst>
              <p:tags r:id="rId19"/>
            </p:custDataLst>
          </p:nvPr>
        </p:nvSpPr>
        <p:spPr>
          <a:xfrm>
            <a:off x="3781206" y="4331346"/>
            <a:ext cx="2003622" cy="578882"/>
          </a:xfrm>
          <a:prstGeom prst="roundRect">
            <a:avLst/>
          </a:prstGeom>
          <a:gradFill>
            <a:gsLst>
              <a:gs pos="0">
                <a:srgbClr val="E1A3A3"/>
              </a:gs>
              <a:gs pos="50000">
                <a:srgbClr val="D69696"/>
              </a:gs>
              <a:gs pos="100000">
                <a:srgbClr val="DC9696"/>
              </a:gs>
            </a:gsLst>
          </a:gradFill>
          <a:ln>
            <a:solidFill>
              <a:srgbClr val="A12B2B"/>
            </a:solidFill>
          </a:ln>
        </p:spPr>
        <p:style>
          <a:lnRef idx="1">
            <a:schemeClr val="accent5"/>
          </a:lnRef>
          <a:fillRef idx="2">
            <a:schemeClr val="accent5"/>
          </a:fillRef>
          <a:effectRef idx="1">
            <a:schemeClr val="accent5"/>
          </a:effectRef>
          <a:fontRef idx="minor">
            <a:schemeClr val="dk1"/>
          </a:fontRef>
        </p:style>
        <p:txBody>
          <a:bodyPr wrap="none" rtlCol="0">
            <a:spAutoFit/>
          </a:bodyPr>
          <a:lstStyle/>
          <a:p>
            <a:pPr algn="ctr"/>
            <a:r>
              <a:rPr lang="en-US" sz="2800" noProof="0" dirty="0"/>
              <a:t>Not general</a:t>
            </a:r>
          </a:p>
        </p:txBody>
      </p:sp>
      <p:sp>
        <p:nvSpPr>
          <p:cNvPr id="28" name="TextBox 27">
            <a:extLst>
              <a:ext uri="{FF2B5EF4-FFF2-40B4-BE49-F238E27FC236}">
                <a16:creationId xmlns:a16="http://schemas.microsoft.com/office/drawing/2014/main" id="{23290D71-6DEC-174A-0D4C-C5A0334D42F9}"/>
              </a:ext>
            </a:extLst>
          </p:cNvPr>
          <p:cNvSpPr txBox="1"/>
          <p:nvPr>
            <p:custDataLst>
              <p:tags r:id="rId20"/>
            </p:custDataLst>
          </p:nvPr>
        </p:nvSpPr>
        <p:spPr>
          <a:xfrm>
            <a:off x="9549708" y="3615620"/>
            <a:ext cx="1893310" cy="578882"/>
          </a:xfrm>
          <a:prstGeom prst="roundRect">
            <a:avLst/>
          </a:prstGeom>
          <a:gradFill>
            <a:gsLst>
              <a:gs pos="0">
                <a:srgbClr val="E1A3A3"/>
              </a:gs>
              <a:gs pos="50000">
                <a:srgbClr val="D69696"/>
              </a:gs>
              <a:gs pos="100000">
                <a:srgbClr val="DC9696"/>
              </a:gs>
            </a:gsLst>
          </a:gradFill>
          <a:ln>
            <a:solidFill>
              <a:srgbClr val="A12B2B"/>
            </a:solidFill>
          </a:ln>
        </p:spPr>
        <p:style>
          <a:lnRef idx="1">
            <a:schemeClr val="accent5"/>
          </a:lnRef>
          <a:fillRef idx="2">
            <a:schemeClr val="accent5"/>
          </a:fillRef>
          <a:effectRef idx="1">
            <a:schemeClr val="accent5"/>
          </a:effectRef>
          <a:fontRef idx="minor">
            <a:schemeClr val="dk1"/>
          </a:fontRef>
        </p:style>
        <p:txBody>
          <a:bodyPr wrap="none" rtlCol="0">
            <a:spAutoFit/>
          </a:bodyPr>
          <a:lstStyle>
            <a:defPPr>
              <a:defRPr lang="en-US"/>
            </a:defPPr>
            <a:lvl1pPr algn="ctr">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r>
              <a:rPr lang="en-US" sz="2800" noProof="0" dirty="0"/>
              <a:t>Stochastic</a:t>
            </a:r>
          </a:p>
        </p:txBody>
      </p:sp>
      <p:sp>
        <p:nvSpPr>
          <p:cNvPr id="30" name="TextBox 29">
            <a:extLst>
              <a:ext uri="{FF2B5EF4-FFF2-40B4-BE49-F238E27FC236}">
                <a16:creationId xmlns:a16="http://schemas.microsoft.com/office/drawing/2014/main" id="{52B42A5D-EA70-C360-ADE0-BC629217A2FF}"/>
              </a:ext>
            </a:extLst>
          </p:cNvPr>
          <p:cNvSpPr txBox="1"/>
          <p:nvPr>
            <p:custDataLst>
              <p:tags r:id="rId21"/>
            </p:custDataLst>
          </p:nvPr>
        </p:nvSpPr>
        <p:spPr>
          <a:xfrm>
            <a:off x="9081148" y="4333988"/>
            <a:ext cx="2727489" cy="578882"/>
          </a:xfrm>
          <a:prstGeom prst="roundRect">
            <a:avLst/>
          </a:prstGeom>
          <a:gradFill>
            <a:gsLst>
              <a:gs pos="0">
                <a:srgbClr val="E1A3A3"/>
              </a:gs>
              <a:gs pos="50000">
                <a:srgbClr val="D69696"/>
              </a:gs>
              <a:gs pos="100000">
                <a:srgbClr val="DC9696"/>
              </a:gs>
            </a:gsLst>
          </a:gradFill>
          <a:ln>
            <a:solidFill>
              <a:srgbClr val="A12B2B"/>
            </a:solidFill>
          </a:ln>
        </p:spPr>
        <p:style>
          <a:lnRef idx="1">
            <a:schemeClr val="accent5"/>
          </a:lnRef>
          <a:fillRef idx="2">
            <a:schemeClr val="accent5"/>
          </a:fillRef>
          <a:effectRef idx="1">
            <a:schemeClr val="accent5"/>
          </a:effectRef>
          <a:fontRef idx="minor">
            <a:schemeClr val="dk1"/>
          </a:fontRef>
        </p:style>
        <p:txBody>
          <a:bodyPr wrap="none" rtlCol="0">
            <a:spAutoFit/>
          </a:bodyPr>
          <a:lstStyle>
            <a:defPPr>
              <a:defRPr lang="en-US"/>
            </a:defPPr>
            <a:lvl1pPr algn="ctr">
              <a:defRPr>
                <a:solidFill>
                  <a:schemeClr val="dk1"/>
                </a:solidFill>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r>
              <a:rPr lang="en-US" sz="2800" noProof="0" dirty="0"/>
              <a:t>Complex output</a:t>
            </a:r>
          </a:p>
        </p:txBody>
      </p:sp>
    </p:spTree>
    <p:custDataLst>
      <p:tags r:id="rId1"/>
    </p:custDataLst>
    <p:extLst>
      <p:ext uri="{BB962C8B-B14F-4D97-AF65-F5344CB8AC3E}">
        <p14:creationId xmlns:p14="http://schemas.microsoft.com/office/powerpoint/2010/main" val="1539560238"/>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8" name="Straight Connector 37">
            <a:extLst>
              <a:ext uri="{FF2B5EF4-FFF2-40B4-BE49-F238E27FC236}">
                <a16:creationId xmlns:a16="http://schemas.microsoft.com/office/drawing/2014/main" id="{89876299-1652-9960-0CF0-FAE18BAA3D39}"/>
              </a:ext>
            </a:extLst>
          </p:cNvPr>
          <p:cNvCxnSpPr>
            <a:cxnSpLocks/>
            <a:stCxn id="14" idx="0"/>
            <a:endCxn id="6" idx="2"/>
          </p:cNvCxnSpPr>
          <p:nvPr>
            <p:custDataLst>
              <p:tags r:id="rId2"/>
            </p:custDataLst>
          </p:nvPr>
        </p:nvCxnSpPr>
        <p:spPr>
          <a:xfrm flipV="1">
            <a:off x="1910839" y="3369312"/>
            <a:ext cx="1779679" cy="242474"/>
          </a:xfrm>
          <a:prstGeom prst="line">
            <a:avLst/>
          </a:prstGeom>
          <a:ln w="28575">
            <a:solidFill>
              <a:srgbClr val="0D1717"/>
            </a:solidFill>
            <a:prstDash val="sysDot"/>
          </a:ln>
        </p:spPr>
        <p:style>
          <a:lnRef idx="2">
            <a:schemeClr val="accent1"/>
          </a:lnRef>
          <a:fillRef idx="0">
            <a:schemeClr val="accent1"/>
          </a:fillRef>
          <a:effectRef idx="1">
            <a:schemeClr val="accent1"/>
          </a:effectRef>
          <a:fontRef idx="minor">
            <a:schemeClr val="tx1"/>
          </a:fontRef>
        </p:style>
      </p:cxnSp>
      <p:cxnSp>
        <p:nvCxnSpPr>
          <p:cNvPr id="40" name="Straight Connector 39">
            <a:extLst>
              <a:ext uri="{FF2B5EF4-FFF2-40B4-BE49-F238E27FC236}">
                <a16:creationId xmlns:a16="http://schemas.microsoft.com/office/drawing/2014/main" id="{09A658A6-462A-721C-919E-76FEB163D5B8}"/>
              </a:ext>
            </a:extLst>
          </p:cNvPr>
          <p:cNvCxnSpPr>
            <a:cxnSpLocks/>
            <a:stCxn id="6" idx="2"/>
            <a:endCxn id="24" idx="0"/>
          </p:cNvCxnSpPr>
          <p:nvPr>
            <p:custDataLst>
              <p:tags r:id="rId3"/>
            </p:custDataLst>
          </p:nvPr>
        </p:nvCxnSpPr>
        <p:spPr>
          <a:xfrm>
            <a:off x="3690518" y="3369312"/>
            <a:ext cx="1143970" cy="242998"/>
          </a:xfrm>
          <a:prstGeom prst="line">
            <a:avLst/>
          </a:prstGeom>
          <a:ln w="28575">
            <a:solidFill>
              <a:srgbClr val="0D1717"/>
            </a:solidFill>
            <a:prstDash val="sysDot"/>
          </a:ln>
        </p:spPr>
        <p:style>
          <a:lnRef idx="2">
            <a:schemeClr val="accent1"/>
          </a:lnRef>
          <a:fillRef idx="0">
            <a:schemeClr val="accent1"/>
          </a:fillRef>
          <a:effectRef idx="1">
            <a:schemeClr val="accent1"/>
          </a:effectRef>
          <a:fontRef idx="minor">
            <a:schemeClr val="tx1"/>
          </a:fontRef>
        </p:style>
      </p:cxnSp>
      <p:cxnSp>
        <p:nvCxnSpPr>
          <p:cNvPr id="42" name="Straight Connector 41">
            <a:extLst>
              <a:ext uri="{FF2B5EF4-FFF2-40B4-BE49-F238E27FC236}">
                <a16:creationId xmlns:a16="http://schemas.microsoft.com/office/drawing/2014/main" id="{6BD53AA8-39CA-47DE-F5FA-41E1EE49B24D}"/>
              </a:ext>
            </a:extLst>
          </p:cNvPr>
          <p:cNvCxnSpPr>
            <a:cxnSpLocks/>
            <a:stCxn id="16" idx="0"/>
            <a:endCxn id="7" idx="2"/>
          </p:cNvCxnSpPr>
          <p:nvPr>
            <p:custDataLst>
              <p:tags r:id="rId4"/>
            </p:custDataLst>
          </p:nvPr>
        </p:nvCxnSpPr>
        <p:spPr>
          <a:xfrm flipV="1">
            <a:off x="7621023" y="3291961"/>
            <a:ext cx="1261619" cy="327230"/>
          </a:xfrm>
          <a:prstGeom prst="line">
            <a:avLst/>
          </a:prstGeom>
          <a:ln w="28575">
            <a:solidFill>
              <a:srgbClr val="0D1717"/>
            </a:solidFill>
            <a:prstDash val="sysDot"/>
          </a:ln>
        </p:spPr>
        <p:style>
          <a:lnRef idx="2">
            <a:schemeClr val="accent1"/>
          </a:lnRef>
          <a:fillRef idx="0">
            <a:schemeClr val="accent1"/>
          </a:fillRef>
          <a:effectRef idx="1">
            <a:schemeClr val="accent1"/>
          </a:effectRef>
          <a:fontRef idx="minor">
            <a:schemeClr val="tx1"/>
          </a:fontRef>
        </p:style>
      </p:cxnSp>
      <p:cxnSp>
        <p:nvCxnSpPr>
          <p:cNvPr id="44" name="Straight Connector 43">
            <a:extLst>
              <a:ext uri="{FF2B5EF4-FFF2-40B4-BE49-F238E27FC236}">
                <a16:creationId xmlns:a16="http://schemas.microsoft.com/office/drawing/2014/main" id="{57CF218E-2303-9C34-7EE9-CD93166E4988}"/>
              </a:ext>
            </a:extLst>
          </p:cNvPr>
          <p:cNvCxnSpPr>
            <a:cxnSpLocks/>
            <a:stCxn id="28" idx="0"/>
            <a:endCxn id="7" idx="2"/>
          </p:cNvCxnSpPr>
          <p:nvPr>
            <p:custDataLst>
              <p:tags r:id="rId5"/>
            </p:custDataLst>
          </p:nvPr>
        </p:nvCxnSpPr>
        <p:spPr>
          <a:xfrm flipH="1" flipV="1">
            <a:off x="8882642" y="3291961"/>
            <a:ext cx="1613721" cy="323659"/>
          </a:xfrm>
          <a:prstGeom prst="line">
            <a:avLst/>
          </a:prstGeom>
          <a:ln w="28575">
            <a:solidFill>
              <a:srgbClr val="0D1717"/>
            </a:solidFill>
            <a:prstDash val="sysDot"/>
          </a:ln>
        </p:spPr>
        <p:style>
          <a:lnRef idx="2">
            <a:schemeClr val="accent1"/>
          </a:lnRef>
          <a:fillRef idx="0">
            <a:schemeClr val="accent1"/>
          </a:fillRef>
          <a:effectRef idx="1">
            <a:schemeClr val="accent1"/>
          </a:effectRef>
          <a:fontRef idx="minor">
            <a:schemeClr val="tx1"/>
          </a:fontRef>
        </p:style>
      </p:cxnSp>
      <p:cxnSp>
        <p:nvCxnSpPr>
          <p:cNvPr id="13" name="Straight Arrow Connector 12">
            <a:extLst>
              <a:ext uri="{FF2B5EF4-FFF2-40B4-BE49-F238E27FC236}">
                <a16:creationId xmlns:a16="http://schemas.microsoft.com/office/drawing/2014/main" id="{EDC6E5E0-5E49-A14A-1A69-8F74E4643E8D}"/>
              </a:ext>
            </a:extLst>
          </p:cNvPr>
          <p:cNvCxnSpPr>
            <a:cxnSpLocks/>
            <a:endCxn id="7" idx="0"/>
          </p:cNvCxnSpPr>
          <p:nvPr>
            <p:custDataLst>
              <p:tags r:id="rId6"/>
            </p:custDataLst>
          </p:nvPr>
        </p:nvCxnSpPr>
        <p:spPr>
          <a:xfrm>
            <a:off x="7936706" y="2251168"/>
            <a:ext cx="945936" cy="461911"/>
          </a:xfrm>
          <a:prstGeom prst="straightConnector1">
            <a:avLst/>
          </a:prstGeom>
          <a:ln w="28575">
            <a:solidFill>
              <a:srgbClr val="0D1717"/>
            </a:solidFill>
            <a:tailEnd type="triangle"/>
          </a:ln>
        </p:spPr>
        <p:style>
          <a:lnRef idx="2">
            <a:schemeClr val="accent1"/>
          </a:lnRef>
          <a:fillRef idx="0">
            <a:schemeClr val="accent1"/>
          </a:fillRef>
          <a:effectRef idx="1">
            <a:schemeClr val="accent1"/>
          </a:effectRef>
          <a:fontRef idx="minor">
            <a:schemeClr val="tx1"/>
          </a:fontRef>
        </p:style>
      </p:cxnSp>
      <p:cxnSp>
        <p:nvCxnSpPr>
          <p:cNvPr id="11" name="Straight Arrow Connector 10">
            <a:extLst>
              <a:ext uri="{FF2B5EF4-FFF2-40B4-BE49-F238E27FC236}">
                <a16:creationId xmlns:a16="http://schemas.microsoft.com/office/drawing/2014/main" id="{BF39B83B-4C76-1D1B-19E8-3F68E2DC03EF}"/>
              </a:ext>
            </a:extLst>
          </p:cNvPr>
          <p:cNvCxnSpPr>
            <a:cxnSpLocks/>
            <a:endCxn id="6" idx="0"/>
          </p:cNvCxnSpPr>
          <p:nvPr>
            <p:custDataLst>
              <p:tags r:id="rId7"/>
            </p:custDataLst>
          </p:nvPr>
        </p:nvCxnSpPr>
        <p:spPr>
          <a:xfrm flipH="1">
            <a:off x="3690518" y="2251168"/>
            <a:ext cx="851867" cy="539262"/>
          </a:xfrm>
          <a:prstGeom prst="straightConnector1">
            <a:avLst/>
          </a:prstGeom>
          <a:ln w="28575">
            <a:solidFill>
              <a:srgbClr val="0D1717"/>
            </a:solidFill>
            <a:tailEnd type="triangle"/>
          </a:ln>
        </p:spPr>
        <p:style>
          <a:lnRef idx="2">
            <a:schemeClr val="accent1"/>
          </a:lnRef>
          <a:fillRef idx="0">
            <a:schemeClr val="accent1"/>
          </a:fillRef>
          <a:effectRef idx="1">
            <a:schemeClr val="accent1"/>
          </a:effectRef>
          <a:fontRef idx="minor">
            <a:schemeClr val="tx1"/>
          </a:fontRef>
        </p:style>
      </p:cxnSp>
      <p:sp>
        <p:nvSpPr>
          <p:cNvPr id="2" name="Title 1">
            <a:extLst>
              <a:ext uri="{FF2B5EF4-FFF2-40B4-BE49-F238E27FC236}">
                <a16:creationId xmlns:a16="http://schemas.microsoft.com/office/drawing/2014/main" id="{232648C3-E8A8-80F5-FFF8-D207F8FAB0B7}"/>
              </a:ext>
            </a:extLst>
          </p:cNvPr>
          <p:cNvSpPr>
            <a:spLocks noGrp="1"/>
          </p:cNvSpPr>
          <p:nvPr>
            <p:ph type="title"/>
            <p:custDataLst>
              <p:tags r:id="rId8"/>
            </p:custDataLst>
          </p:nvPr>
        </p:nvSpPr>
        <p:spPr/>
        <p:txBody>
          <a:bodyPr/>
          <a:lstStyle/>
          <a:p>
            <a:r>
              <a:rPr lang="en-US" noProof="0" dirty="0"/>
              <a:t>LLMs and abstractions</a:t>
            </a:r>
          </a:p>
        </p:txBody>
      </p:sp>
      <p:sp>
        <p:nvSpPr>
          <p:cNvPr id="3" name="Date Placeholder 2">
            <a:extLst>
              <a:ext uri="{FF2B5EF4-FFF2-40B4-BE49-F238E27FC236}">
                <a16:creationId xmlns:a16="http://schemas.microsoft.com/office/drawing/2014/main" id="{5B3156B7-FB64-2477-4F0F-ECE30CB02A63}"/>
              </a:ext>
            </a:extLst>
          </p:cNvPr>
          <p:cNvSpPr>
            <a:spLocks noGrp="1"/>
          </p:cNvSpPr>
          <p:nvPr>
            <p:ph type="dt" sz="half" idx="10"/>
            <p:custDataLst>
              <p:tags r:id="rId9"/>
            </p:custDataLst>
          </p:nvPr>
        </p:nvSpPr>
        <p:spPr/>
        <p:txBody>
          <a:bodyPr/>
          <a:lstStyle/>
          <a:p>
            <a:r>
              <a:rPr lang="en-US" noProof="0"/>
              <a:t>9/5/2026</a:t>
            </a:r>
            <a:endParaRPr lang="en-US" noProof="0" dirty="0"/>
          </a:p>
        </p:txBody>
      </p:sp>
      <p:sp>
        <p:nvSpPr>
          <p:cNvPr id="4" name="Slide Number Placeholder 3">
            <a:extLst>
              <a:ext uri="{FF2B5EF4-FFF2-40B4-BE49-F238E27FC236}">
                <a16:creationId xmlns:a16="http://schemas.microsoft.com/office/drawing/2014/main" id="{B38BF62A-6F36-4AFB-C34B-B5CD6527FF5C}"/>
              </a:ext>
            </a:extLst>
          </p:cNvPr>
          <p:cNvSpPr>
            <a:spLocks noGrp="1"/>
          </p:cNvSpPr>
          <p:nvPr>
            <p:ph type="sldNum" sz="quarter" idx="12"/>
            <p:custDataLst>
              <p:tags r:id="rId10"/>
            </p:custDataLst>
          </p:nvPr>
        </p:nvSpPr>
        <p:spPr/>
        <p:txBody>
          <a:bodyPr/>
          <a:lstStyle/>
          <a:p>
            <a:r>
              <a:rPr lang="en-US" noProof="0"/>
              <a:t>28</a:t>
            </a:r>
            <a:endParaRPr lang="en-US" noProof="0" dirty="0"/>
          </a:p>
        </p:txBody>
      </p:sp>
      <p:sp>
        <p:nvSpPr>
          <p:cNvPr id="6" name="TextBox 5">
            <a:extLst>
              <a:ext uri="{FF2B5EF4-FFF2-40B4-BE49-F238E27FC236}">
                <a16:creationId xmlns:a16="http://schemas.microsoft.com/office/drawing/2014/main" id="{19E4B8FB-55FB-804F-D918-87CA02061244}"/>
              </a:ext>
            </a:extLst>
          </p:cNvPr>
          <p:cNvSpPr txBox="1"/>
          <p:nvPr>
            <p:custDataLst>
              <p:tags r:id="rId11"/>
            </p:custDataLst>
          </p:nvPr>
        </p:nvSpPr>
        <p:spPr>
          <a:xfrm>
            <a:off x="2598019" y="2790430"/>
            <a:ext cx="2184998" cy="578882"/>
          </a:xfrm>
          <a:prstGeom prst="roundRect">
            <a:avLst/>
          </a:prstGeom>
          <a:gradFill>
            <a:gsLst>
              <a:gs pos="0">
                <a:srgbClr val="AFD8F7"/>
              </a:gs>
              <a:gs pos="50000">
                <a:srgbClr val="A2CDEE"/>
              </a:gs>
              <a:gs pos="100000">
                <a:srgbClr val="8CC8F0"/>
              </a:gs>
            </a:gsLst>
          </a:gradFill>
        </p:spPr>
        <p:style>
          <a:lnRef idx="1">
            <a:schemeClr val="accent4"/>
          </a:lnRef>
          <a:fillRef idx="2">
            <a:schemeClr val="accent4"/>
          </a:fillRef>
          <a:effectRef idx="1">
            <a:schemeClr val="accent4"/>
          </a:effectRef>
          <a:fontRef idx="minor">
            <a:schemeClr val="dk1"/>
          </a:fontRef>
        </p:style>
        <p:txBody>
          <a:bodyPr wrap="none" rtlCol="0">
            <a:spAutoFit/>
          </a:bodyPr>
          <a:lstStyle/>
          <a:p>
            <a:pPr algn="ctr"/>
            <a:r>
              <a:rPr lang="en-US" sz="2800" noProof="0" dirty="0"/>
              <a:t>Abstractions</a:t>
            </a:r>
          </a:p>
        </p:txBody>
      </p:sp>
      <p:sp>
        <p:nvSpPr>
          <p:cNvPr id="7" name="TextBox 6">
            <a:extLst>
              <a:ext uri="{FF2B5EF4-FFF2-40B4-BE49-F238E27FC236}">
                <a16:creationId xmlns:a16="http://schemas.microsoft.com/office/drawing/2014/main" id="{11B47FF7-FF2B-E35C-C5DC-D36095FC9DA6}"/>
              </a:ext>
            </a:extLst>
          </p:cNvPr>
          <p:cNvSpPr txBox="1"/>
          <p:nvPr>
            <p:custDataLst>
              <p:tags r:id="rId12"/>
            </p:custDataLst>
          </p:nvPr>
        </p:nvSpPr>
        <p:spPr>
          <a:xfrm>
            <a:off x="8145540" y="2713079"/>
            <a:ext cx="1474203" cy="578882"/>
          </a:xfrm>
          <a:prstGeom prst="roundRect">
            <a:avLst/>
          </a:prstGeom>
          <a:gradFill>
            <a:gsLst>
              <a:gs pos="0">
                <a:srgbClr val="AFD8F7"/>
              </a:gs>
              <a:gs pos="50000">
                <a:srgbClr val="A2CDEE"/>
              </a:gs>
              <a:gs pos="100000">
                <a:srgbClr val="8CC8F0"/>
              </a:gs>
            </a:gsLst>
          </a:gradFill>
        </p:spPr>
        <p:style>
          <a:lnRef idx="1">
            <a:schemeClr val="accent4"/>
          </a:lnRef>
          <a:fillRef idx="2">
            <a:schemeClr val="accent4"/>
          </a:fillRef>
          <a:effectRef idx="1">
            <a:schemeClr val="accent4"/>
          </a:effectRef>
          <a:fontRef idx="minor">
            <a:schemeClr val="dk1"/>
          </a:fontRef>
        </p:style>
        <p:txBody>
          <a:bodyPr wrap="square" rtlCol="0">
            <a:spAutoFit/>
          </a:bodyPr>
          <a:lstStyle/>
          <a:p>
            <a:pPr algn="ctr"/>
            <a:r>
              <a:rPr lang="en-US" sz="2800" noProof="0" dirty="0"/>
              <a:t>LLMs</a:t>
            </a:r>
          </a:p>
        </p:txBody>
      </p:sp>
      <p:sp>
        <p:nvSpPr>
          <p:cNvPr id="9" name="TextBox 8">
            <a:extLst>
              <a:ext uri="{FF2B5EF4-FFF2-40B4-BE49-F238E27FC236}">
                <a16:creationId xmlns:a16="http://schemas.microsoft.com/office/drawing/2014/main" id="{ABDD9E2C-DB94-9465-C838-8C4F60DDBD33}"/>
              </a:ext>
            </a:extLst>
          </p:cNvPr>
          <p:cNvSpPr txBox="1"/>
          <p:nvPr>
            <p:custDataLst>
              <p:tags r:id="rId13"/>
            </p:custDataLst>
          </p:nvPr>
        </p:nvSpPr>
        <p:spPr>
          <a:xfrm>
            <a:off x="2758743" y="1672286"/>
            <a:ext cx="6851556" cy="578882"/>
          </a:xfrm>
          <a:prstGeom prst="roundRect">
            <a:avLst/>
          </a:prstGeom>
          <a:gradFill>
            <a:gsLst>
              <a:gs pos="0">
                <a:srgbClr val="AFD8F7"/>
              </a:gs>
              <a:gs pos="50000">
                <a:srgbClr val="A2CDEE"/>
              </a:gs>
              <a:gs pos="100000">
                <a:srgbClr val="8CC8F0"/>
              </a:gs>
            </a:gsLst>
          </a:gradFill>
        </p:spPr>
        <p:style>
          <a:lnRef idx="1">
            <a:schemeClr val="accent4"/>
          </a:lnRef>
          <a:fillRef idx="2">
            <a:schemeClr val="accent4"/>
          </a:fillRef>
          <a:effectRef idx="1">
            <a:schemeClr val="accent4"/>
          </a:effectRef>
          <a:fontRef idx="minor">
            <a:schemeClr val="dk1"/>
          </a:fontRef>
        </p:style>
        <p:txBody>
          <a:bodyPr wrap="none" rtlCol="0">
            <a:spAutoFit/>
          </a:bodyPr>
          <a:lstStyle/>
          <a:p>
            <a:pPr algn="ctr"/>
            <a:r>
              <a:rPr lang="en-US" sz="2800" noProof="0" dirty="0"/>
              <a:t>Simplifying algorithm design &amp; optimization</a:t>
            </a:r>
          </a:p>
        </p:txBody>
      </p:sp>
      <p:sp>
        <p:nvSpPr>
          <p:cNvPr id="14" name="TextBox 13">
            <a:extLst>
              <a:ext uri="{FF2B5EF4-FFF2-40B4-BE49-F238E27FC236}">
                <a16:creationId xmlns:a16="http://schemas.microsoft.com/office/drawing/2014/main" id="{FBC68EF8-2BD7-3EAB-EBBD-E77F253B6551}"/>
              </a:ext>
            </a:extLst>
          </p:cNvPr>
          <p:cNvSpPr txBox="1"/>
          <p:nvPr>
            <p:custDataLst>
              <p:tags r:id="rId14"/>
            </p:custDataLst>
          </p:nvPr>
        </p:nvSpPr>
        <p:spPr>
          <a:xfrm>
            <a:off x="792196" y="3611786"/>
            <a:ext cx="2237285" cy="578882"/>
          </a:xfrm>
          <a:prstGeom prst="roundRect">
            <a:avLst/>
          </a:prstGeom>
          <a:gradFill>
            <a:gsLst>
              <a:gs pos="0">
                <a:srgbClr val="B5DCAE"/>
              </a:gs>
              <a:gs pos="50000">
                <a:srgbClr val="A8D1A1"/>
              </a:gs>
              <a:gs pos="100000">
                <a:srgbClr val="97CC8C"/>
              </a:gs>
            </a:gsLst>
          </a:gradFill>
        </p:spPr>
        <p:style>
          <a:lnRef idx="1">
            <a:schemeClr val="accent6"/>
          </a:lnRef>
          <a:fillRef idx="2">
            <a:schemeClr val="accent6"/>
          </a:fillRef>
          <a:effectRef idx="1">
            <a:schemeClr val="accent6"/>
          </a:effectRef>
          <a:fontRef idx="minor">
            <a:schemeClr val="dk1"/>
          </a:fontRef>
        </p:style>
        <p:txBody>
          <a:bodyPr wrap="none" rtlCol="0">
            <a:spAutoFit/>
          </a:bodyPr>
          <a:lstStyle/>
          <a:p>
            <a:pPr algn="ctr"/>
            <a:r>
              <a:rPr lang="en-US" sz="2800" noProof="0" dirty="0"/>
              <a:t>Interpretable</a:t>
            </a:r>
          </a:p>
        </p:txBody>
      </p:sp>
      <p:sp>
        <p:nvSpPr>
          <p:cNvPr id="16" name="TextBox 15">
            <a:extLst>
              <a:ext uri="{FF2B5EF4-FFF2-40B4-BE49-F238E27FC236}">
                <a16:creationId xmlns:a16="http://schemas.microsoft.com/office/drawing/2014/main" id="{145ED155-D147-8024-5E14-14189388C2EE}"/>
              </a:ext>
            </a:extLst>
          </p:cNvPr>
          <p:cNvSpPr txBox="1"/>
          <p:nvPr>
            <p:custDataLst>
              <p:tags r:id="rId15"/>
            </p:custDataLst>
          </p:nvPr>
        </p:nvSpPr>
        <p:spPr>
          <a:xfrm>
            <a:off x="6906565" y="3619191"/>
            <a:ext cx="1428916" cy="578882"/>
          </a:xfrm>
          <a:prstGeom prst="roundRect">
            <a:avLst/>
          </a:prstGeom>
          <a:gradFill>
            <a:gsLst>
              <a:gs pos="0">
                <a:srgbClr val="B5DCAE"/>
              </a:gs>
              <a:gs pos="50000">
                <a:srgbClr val="A8D1A1"/>
              </a:gs>
              <a:gs pos="100000">
                <a:srgbClr val="97CC8C"/>
              </a:gs>
            </a:gsLst>
          </a:gradFill>
        </p:spPr>
        <p:style>
          <a:lnRef idx="1">
            <a:schemeClr val="accent6"/>
          </a:lnRef>
          <a:fillRef idx="2">
            <a:schemeClr val="accent6"/>
          </a:fillRef>
          <a:effectRef idx="1">
            <a:schemeClr val="accent6"/>
          </a:effectRef>
          <a:fontRef idx="minor">
            <a:schemeClr val="dk1"/>
          </a:fontRef>
        </p:style>
        <p:txBody>
          <a:bodyPr wrap="none" rtlCol="0">
            <a:spAutoFit/>
          </a:bodyPr>
          <a:lstStyle/>
          <a:p>
            <a:pPr algn="ctr"/>
            <a:r>
              <a:rPr lang="en-US" sz="2800" noProof="0" dirty="0"/>
              <a:t>Flexible</a:t>
            </a:r>
          </a:p>
        </p:txBody>
      </p:sp>
      <p:sp>
        <p:nvSpPr>
          <p:cNvPr id="20" name="TextBox 19">
            <a:extLst>
              <a:ext uri="{FF2B5EF4-FFF2-40B4-BE49-F238E27FC236}">
                <a16:creationId xmlns:a16="http://schemas.microsoft.com/office/drawing/2014/main" id="{2BAB4CE5-730D-15C7-FE5D-C7F62D2A14B1}"/>
              </a:ext>
            </a:extLst>
          </p:cNvPr>
          <p:cNvSpPr txBox="1"/>
          <p:nvPr>
            <p:custDataLst>
              <p:tags r:id="rId16"/>
            </p:custDataLst>
          </p:nvPr>
        </p:nvSpPr>
        <p:spPr>
          <a:xfrm>
            <a:off x="6256462" y="4333988"/>
            <a:ext cx="2626180" cy="578882"/>
          </a:xfrm>
          <a:prstGeom prst="roundRect">
            <a:avLst/>
          </a:prstGeom>
          <a:gradFill>
            <a:gsLst>
              <a:gs pos="0">
                <a:srgbClr val="B5DCAE"/>
              </a:gs>
              <a:gs pos="50000">
                <a:srgbClr val="A8D1A1"/>
              </a:gs>
              <a:gs pos="100000">
                <a:srgbClr val="97CC8C"/>
              </a:gs>
            </a:gsLst>
          </a:gradFill>
        </p:spPr>
        <p:style>
          <a:lnRef idx="1">
            <a:schemeClr val="accent6"/>
          </a:lnRef>
          <a:fillRef idx="2">
            <a:schemeClr val="accent6"/>
          </a:fillRef>
          <a:effectRef idx="1">
            <a:schemeClr val="accent6"/>
          </a:effectRef>
          <a:fontRef idx="minor">
            <a:schemeClr val="dk1"/>
          </a:fontRef>
        </p:style>
        <p:txBody>
          <a:bodyPr wrap="none" rtlCol="0">
            <a:spAutoFit/>
          </a:bodyPr>
          <a:lstStyle/>
          <a:p>
            <a:pPr algn="ctr"/>
            <a:r>
              <a:rPr lang="en-US" sz="2800" noProof="0" dirty="0"/>
              <a:t>Fully automatic</a:t>
            </a:r>
          </a:p>
        </p:txBody>
      </p:sp>
      <p:sp>
        <p:nvSpPr>
          <p:cNvPr id="22" name="TextBox 21">
            <a:extLst>
              <a:ext uri="{FF2B5EF4-FFF2-40B4-BE49-F238E27FC236}">
                <a16:creationId xmlns:a16="http://schemas.microsoft.com/office/drawing/2014/main" id="{00AE5E7C-9BCF-9753-06F8-EAF716A55760}"/>
              </a:ext>
            </a:extLst>
          </p:cNvPr>
          <p:cNvSpPr txBox="1"/>
          <p:nvPr>
            <p:custDataLst>
              <p:tags r:id="rId17"/>
            </p:custDataLst>
          </p:nvPr>
        </p:nvSpPr>
        <p:spPr>
          <a:xfrm>
            <a:off x="748894" y="4331346"/>
            <a:ext cx="2323888" cy="578882"/>
          </a:xfrm>
          <a:prstGeom prst="roundRect">
            <a:avLst/>
          </a:prstGeom>
          <a:gradFill>
            <a:gsLst>
              <a:gs pos="0">
                <a:srgbClr val="B5DCAE"/>
              </a:gs>
              <a:gs pos="50000">
                <a:srgbClr val="A8D1A1"/>
              </a:gs>
              <a:gs pos="100000">
                <a:srgbClr val="97CC8C"/>
              </a:gs>
            </a:gsLst>
          </a:gradFill>
        </p:spPr>
        <p:style>
          <a:lnRef idx="1">
            <a:schemeClr val="accent6"/>
          </a:lnRef>
          <a:fillRef idx="2">
            <a:schemeClr val="accent6"/>
          </a:fillRef>
          <a:effectRef idx="1">
            <a:schemeClr val="accent6"/>
          </a:effectRef>
          <a:fontRef idx="minor">
            <a:schemeClr val="dk1"/>
          </a:fontRef>
        </p:style>
        <p:txBody>
          <a:bodyPr wrap="none" rtlCol="0">
            <a:spAutoFit/>
          </a:bodyPr>
          <a:lstStyle/>
          <a:p>
            <a:pPr algn="ctr"/>
            <a:r>
              <a:rPr lang="en-US" sz="2800" noProof="0" dirty="0"/>
              <a:t>Deterministic</a:t>
            </a:r>
          </a:p>
        </p:txBody>
      </p:sp>
      <p:sp>
        <p:nvSpPr>
          <p:cNvPr id="24" name="TextBox 23">
            <a:extLst>
              <a:ext uri="{FF2B5EF4-FFF2-40B4-BE49-F238E27FC236}">
                <a16:creationId xmlns:a16="http://schemas.microsoft.com/office/drawing/2014/main" id="{56DFA2B2-D1FB-7E40-AA4F-77E26D5DACCE}"/>
              </a:ext>
            </a:extLst>
          </p:cNvPr>
          <p:cNvSpPr txBox="1"/>
          <p:nvPr>
            <p:custDataLst>
              <p:tags r:id="rId18"/>
            </p:custDataLst>
          </p:nvPr>
        </p:nvSpPr>
        <p:spPr>
          <a:xfrm>
            <a:off x="3585124" y="3612310"/>
            <a:ext cx="2498727" cy="578882"/>
          </a:xfrm>
          <a:prstGeom prst="roundRect">
            <a:avLst/>
          </a:prstGeom>
          <a:gradFill>
            <a:gsLst>
              <a:gs pos="0">
                <a:srgbClr val="E1A3A3"/>
              </a:gs>
              <a:gs pos="50000">
                <a:srgbClr val="D69696"/>
              </a:gs>
              <a:gs pos="100000">
                <a:srgbClr val="DC9696"/>
              </a:gs>
            </a:gsLst>
          </a:gradFill>
          <a:ln>
            <a:solidFill>
              <a:srgbClr val="A12B2B"/>
            </a:solidFill>
          </a:ln>
        </p:spPr>
        <p:style>
          <a:lnRef idx="1">
            <a:schemeClr val="accent5"/>
          </a:lnRef>
          <a:fillRef idx="2">
            <a:schemeClr val="accent5"/>
          </a:fillRef>
          <a:effectRef idx="1">
            <a:schemeClr val="accent5"/>
          </a:effectRef>
          <a:fontRef idx="minor">
            <a:schemeClr val="dk1"/>
          </a:fontRef>
        </p:style>
        <p:txBody>
          <a:bodyPr wrap="none" rtlCol="0">
            <a:spAutoFit/>
          </a:bodyPr>
          <a:lstStyle/>
          <a:p>
            <a:pPr algn="ctr"/>
            <a:r>
              <a:rPr lang="en-US" sz="2800" noProof="0" dirty="0"/>
              <a:t>Learning curve</a:t>
            </a:r>
          </a:p>
        </p:txBody>
      </p:sp>
      <p:sp>
        <p:nvSpPr>
          <p:cNvPr id="26" name="TextBox 25">
            <a:extLst>
              <a:ext uri="{FF2B5EF4-FFF2-40B4-BE49-F238E27FC236}">
                <a16:creationId xmlns:a16="http://schemas.microsoft.com/office/drawing/2014/main" id="{FDBFF3EE-C465-006F-A738-B2C3CB9FD4F2}"/>
              </a:ext>
            </a:extLst>
          </p:cNvPr>
          <p:cNvSpPr txBox="1"/>
          <p:nvPr>
            <p:custDataLst>
              <p:tags r:id="rId19"/>
            </p:custDataLst>
          </p:nvPr>
        </p:nvSpPr>
        <p:spPr>
          <a:xfrm>
            <a:off x="3781206" y="4331346"/>
            <a:ext cx="2003622" cy="578882"/>
          </a:xfrm>
          <a:prstGeom prst="roundRect">
            <a:avLst/>
          </a:prstGeom>
          <a:gradFill>
            <a:gsLst>
              <a:gs pos="0">
                <a:srgbClr val="E1A3A3"/>
              </a:gs>
              <a:gs pos="50000">
                <a:srgbClr val="D69696"/>
              </a:gs>
              <a:gs pos="100000">
                <a:srgbClr val="DC9696"/>
              </a:gs>
            </a:gsLst>
          </a:gradFill>
          <a:ln>
            <a:solidFill>
              <a:srgbClr val="A12B2B"/>
            </a:solidFill>
          </a:ln>
        </p:spPr>
        <p:style>
          <a:lnRef idx="1">
            <a:schemeClr val="accent5"/>
          </a:lnRef>
          <a:fillRef idx="2">
            <a:schemeClr val="accent5"/>
          </a:fillRef>
          <a:effectRef idx="1">
            <a:schemeClr val="accent5"/>
          </a:effectRef>
          <a:fontRef idx="minor">
            <a:schemeClr val="dk1"/>
          </a:fontRef>
        </p:style>
        <p:txBody>
          <a:bodyPr wrap="none" rtlCol="0">
            <a:spAutoFit/>
          </a:bodyPr>
          <a:lstStyle/>
          <a:p>
            <a:pPr algn="ctr"/>
            <a:r>
              <a:rPr lang="en-US" sz="2800" noProof="0" dirty="0"/>
              <a:t>Not general</a:t>
            </a:r>
          </a:p>
        </p:txBody>
      </p:sp>
      <p:sp>
        <p:nvSpPr>
          <p:cNvPr id="28" name="TextBox 27">
            <a:extLst>
              <a:ext uri="{FF2B5EF4-FFF2-40B4-BE49-F238E27FC236}">
                <a16:creationId xmlns:a16="http://schemas.microsoft.com/office/drawing/2014/main" id="{23290D71-6DEC-174A-0D4C-C5A0334D42F9}"/>
              </a:ext>
            </a:extLst>
          </p:cNvPr>
          <p:cNvSpPr txBox="1"/>
          <p:nvPr>
            <p:custDataLst>
              <p:tags r:id="rId20"/>
            </p:custDataLst>
          </p:nvPr>
        </p:nvSpPr>
        <p:spPr>
          <a:xfrm>
            <a:off x="9549708" y="3615620"/>
            <a:ext cx="1893310" cy="578882"/>
          </a:xfrm>
          <a:prstGeom prst="roundRect">
            <a:avLst/>
          </a:prstGeom>
          <a:gradFill>
            <a:gsLst>
              <a:gs pos="0">
                <a:srgbClr val="E1A3A3"/>
              </a:gs>
              <a:gs pos="50000">
                <a:srgbClr val="D69696"/>
              </a:gs>
              <a:gs pos="100000">
                <a:srgbClr val="DC9696"/>
              </a:gs>
            </a:gsLst>
          </a:gradFill>
          <a:ln>
            <a:solidFill>
              <a:srgbClr val="A12B2B"/>
            </a:solidFill>
          </a:ln>
        </p:spPr>
        <p:style>
          <a:lnRef idx="1">
            <a:schemeClr val="accent5"/>
          </a:lnRef>
          <a:fillRef idx="2">
            <a:schemeClr val="accent5"/>
          </a:fillRef>
          <a:effectRef idx="1">
            <a:schemeClr val="accent5"/>
          </a:effectRef>
          <a:fontRef idx="minor">
            <a:schemeClr val="dk1"/>
          </a:fontRef>
        </p:style>
        <p:txBody>
          <a:bodyPr wrap="none" rtlCol="0">
            <a:spAutoFit/>
          </a:bodyPr>
          <a:lstStyle>
            <a:defPPr>
              <a:defRPr lang="en-US"/>
            </a:defPPr>
            <a:lvl1pPr algn="ctr">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r>
              <a:rPr lang="en-US" sz="2800" noProof="0" dirty="0"/>
              <a:t>Stochastic</a:t>
            </a:r>
          </a:p>
        </p:txBody>
      </p:sp>
      <p:sp>
        <p:nvSpPr>
          <p:cNvPr id="30" name="TextBox 29">
            <a:extLst>
              <a:ext uri="{FF2B5EF4-FFF2-40B4-BE49-F238E27FC236}">
                <a16:creationId xmlns:a16="http://schemas.microsoft.com/office/drawing/2014/main" id="{52B42A5D-EA70-C360-ADE0-BC629217A2FF}"/>
              </a:ext>
            </a:extLst>
          </p:cNvPr>
          <p:cNvSpPr txBox="1"/>
          <p:nvPr>
            <p:custDataLst>
              <p:tags r:id="rId21"/>
            </p:custDataLst>
          </p:nvPr>
        </p:nvSpPr>
        <p:spPr>
          <a:xfrm>
            <a:off x="9081148" y="4333988"/>
            <a:ext cx="2727489" cy="578882"/>
          </a:xfrm>
          <a:prstGeom prst="roundRect">
            <a:avLst/>
          </a:prstGeom>
          <a:gradFill>
            <a:gsLst>
              <a:gs pos="0">
                <a:srgbClr val="E1A3A3"/>
              </a:gs>
              <a:gs pos="50000">
                <a:srgbClr val="D69696"/>
              </a:gs>
              <a:gs pos="100000">
                <a:srgbClr val="DC9696"/>
              </a:gs>
            </a:gsLst>
          </a:gradFill>
          <a:ln>
            <a:solidFill>
              <a:srgbClr val="A12B2B"/>
            </a:solidFill>
          </a:ln>
        </p:spPr>
        <p:style>
          <a:lnRef idx="1">
            <a:schemeClr val="accent5"/>
          </a:lnRef>
          <a:fillRef idx="2">
            <a:schemeClr val="accent5"/>
          </a:fillRef>
          <a:effectRef idx="1">
            <a:schemeClr val="accent5"/>
          </a:effectRef>
          <a:fontRef idx="minor">
            <a:schemeClr val="dk1"/>
          </a:fontRef>
        </p:style>
        <p:txBody>
          <a:bodyPr wrap="none" rtlCol="0">
            <a:spAutoFit/>
          </a:bodyPr>
          <a:lstStyle>
            <a:defPPr>
              <a:defRPr lang="en-US"/>
            </a:defPPr>
            <a:lvl1pPr algn="ctr">
              <a:defRPr>
                <a:solidFill>
                  <a:schemeClr val="dk1"/>
                </a:solidFill>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r>
              <a:rPr lang="en-US" sz="2800" noProof="0" dirty="0"/>
              <a:t>Complex output</a:t>
            </a:r>
          </a:p>
        </p:txBody>
      </p:sp>
      <p:sp>
        <p:nvSpPr>
          <p:cNvPr id="35" name="Right Brace 34">
            <a:extLst>
              <a:ext uri="{FF2B5EF4-FFF2-40B4-BE49-F238E27FC236}">
                <a16:creationId xmlns:a16="http://schemas.microsoft.com/office/drawing/2014/main" id="{9F09A8EB-ABF6-B6C8-D0BA-80FB857DE93D}"/>
              </a:ext>
            </a:extLst>
          </p:cNvPr>
          <p:cNvSpPr/>
          <p:nvPr>
            <p:custDataLst>
              <p:tags r:id="rId22"/>
            </p:custDataLst>
          </p:nvPr>
        </p:nvSpPr>
        <p:spPr>
          <a:xfrm rot="5400000">
            <a:off x="6014510" y="898475"/>
            <a:ext cx="162980" cy="8496300"/>
          </a:xfrm>
          <a:prstGeom prst="rightBrace">
            <a:avLst/>
          </a:prstGeom>
          <a:ln w="19050">
            <a:solidFill>
              <a:srgbClr val="0D1717"/>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noProof="0" dirty="0"/>
          </a:p>
        </p:txBody>
      </p:sp>
      <p:sp>
        <p:nvSpPr>
          <p:cNvPr id="36" name="TextBox 35">
            <a:extLst>
              <a:ext uri="{FF2B5EF4-FFF2-40B4-BE49-F238E27FC236}">
                <a16:creationId xmlns:a16="http://schemas.microsoft.com/office/drawing/2014/main" id="{2389E2B3-4BCB-989F-B436-E7DF27AF788B}"/>
              </a:ext>
            </a:extLst>
          </p:cNvPr>
          <p:cNvSpPr txBox="1"/>
          <p:nvPr>
            <p:custDataLst>
              <p:tags r:id="rId23"/>
            </p:custDataLst>
          </p:nvPr>
        </p:nvSpPr>
        <p:spPr>
          <a:xfrm>
            <a:off x="3673702" y="5222758"/>
            <a:ext cx="4844596" cy="954107"/>
          </a:xfrm>
          <a:prstGeom prst="rect">
            <a:avLst/>
          </a:prstGeom>
          <a:noFill/>
        </p:spPr>
        <p:txBody>
          <a:bodyPr wrap="none" rtlCol="0">
            <a:spAutoFit/>
          </a:bodyPr>
          <a:lstStyle/>
          <a:p>
            <a:pPr algn="ctr"/>
            <a:r>
              <a:rPr lang="en-US" sz="2800" noProof="0" dirty="0"/>
              <a:t>Would abstractions help LLMs</a:t>
            </a:r>
            <a:br>
              <a:rPr lang="en-US" sz="2800" noProof="0" dirty="0"/>
            </a:br>
            <a:r>
              <a:rPr lang="en-US" sz="2800" noProof="0" dirty="0"/>
              <a:t>generate better code?</a:t>
            </a:r>
          </a:p>
        </p:txBody>
      </p:sp>
    </p:spTree>
    <p:custDataLst>
      <p:tags r:id="rId1"/>
    </p:custDataLst>
    <p:extLst>
      <p:ext uri="{BB962C8B-B14F-4D97-AF65-F5344CB8AC3E}">
        <p14:creationId xmlns:p14="http://schemas.microsoft.com/office/powerpoint/2010/main" val="996160215"/>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160FE5F9-EFB1-2C3D-2EB1-4044711DA90C}"/>
              </a:ext>
            </a:extLst>
          </p:cNvPr>
          <p:cNvPicPr>
            <a:picLocks noChangeAspect="1"/>
          </p:cNvPicPr>
          <p:nvPr>
            <p:custDataLst>
              <p:tags r:id="rId2"/>
            </p:custDataLst>
          </p:nvPr>
        </p:nvPicPr>
        <p:blipFill>
          <a:blip r:embed="rId8"/>
          <a:stretch>
            <a:fillRect/>
          </a:stretch>
        </p:blipFill>
        <p:spPr>
          <a:xfrm>
            <a:off x="147523" y="2205523"/>
            <a:ext cx="11896954" cy="3659422"/>
          </a:xfrm>
          <a:prstGeom prst="rect">
            <a:avLst/>
          </a:prstGeom>
        </p:spPr>
      </p:pic>
      <p:sp>
        <p:nvSpPr>
          <p:cNvPr id="2" name="Title 1">
            <a:extLst>
              <a:ext uri="{FF2B5EF4-FFF2-40B4-BE49-F238E27FC236}">
                <a16:creationId xmlns:a16="http://schemas.microsoft.com/office/drawing/2014/main" id="{2E0C2664-DC88-E304-B076-8CF690BAF6A4}"/>
              </a:ext>
            </a:extLst>
          </p:cNvPr>
          <p:cNvSpPr>
            <a:spLocks noGrp="1"/>
          </p:cNvSpPr>
          <p:nvPr>
            <p:ph type="title"/>
            <p:custDataLst>
              <p:tags r:id="rId3"/>
            </p:custDataLst>
          </p:nvPr>
        </p:nvSpPr>
        <p:spPr/>
        <p:txBody>
          <a:bodyPr/>
          <a:lstStyle/>
          <a:p>
            <a:r>
              <a:rPr lang="en-US" noProof="0" dirty="0"/>
              <a:t>LLMs and abstractions</a:t>
            </a:r>
          </a:p>
        </p:txBody>
      </p:sp>
      <p:sp>
        <p:nvSpPr>
          <p:cNvPr id="3" name="Date Placeholder 2">
            <a:extLst>
              <a:ext uri="{FF2B5EF4-FFF2-40B4-BE49-F238E27FC236}">
                <a16:creationId xmlns:a16="http://schemas.microsoft.com/office/drawing/2014/main" id="{9A1CFC6B-07B4-BDEC-76A2-BB27FFB2C420}"/>
              </a:ext>
            </a:extLst>
          </p:cNvPr>
          <p:cNvSpPr>
            <a:spLocks noGrp="1"/>
          </p:cNvSpPr>
          <p:nvPr>
            <p:ph type="dt" sz="half" idx="10"/>
            <p:custDataLst>
              <p:tags r:id="rId4"/>
            </p:custDataLst>
          </p:nvPr>
        </p:nvSpPr>
        <p:spPr/>
        <p:txBody>
          <a:bodyPr/>
          <a:lstStyle/>
          <a:p>
            <a:r>
              <a:rPr lang="en-US" noProof="0"/>
              <a:t>9/5/2026</a:t>
            </a:r>
            <a:endParaRPr lang="en-US" noProof="0" dirty="0"/>
          </a:p>
        </p:txBody>
      </p:sp>
      <p:sp>
        <p:nvSpPr>
          <p:cNvPr id="4" name="Slide Number Placeholder 3">
            <a:extLst>
              <a:ext uri="{FF2B5EF4-FFF2-40B4-BE49-F238E27FC236}">
                <a16:creationId xmlns:a16="http://schemas.microsoft.com/office/drawing/2014/main" id="{7673A756-8275-BE08-DCD4-BFA841AFC05E}"/>
              </a:ext>
            </a:extLst>
          </p:cNvPr>
          <p:cNvSpPr>
            <a:spLocks noGrp="1"/>
          </p:cNvSpPr>
          <p:nvPr>
            <p:ph type="sldNum" sz="quarter" idx="12"/>
            <p:custDataLst>
              <p:tags r:id="rId5"/>
            </p:custDataLst>
          </p:nvPr>
        </p:nvSpPr>
        <p:spPr/>
        <p:txBody>
          <a:bodyPr/>
          <a:lstStyle/>
          <a:p>
            <a:r>
              <a:rPr lang="en-US" noProof="0"/>
              <a:t>29</a:t>
            </a:r>
            <a:endParaRPr lang="en-US" noProof="0" dirty="0"/>
          </a:p>
        </p:txBody>
      </p:sp>
    </p:spTree>
    <p:custDataLst>
      <p:tags r:id="rId1"/>
    </p:custDataLst>
    <p:extLst>
      <p:ext uri="{BB962C8B-B14F-4D97-AF65-F5344CB8AC3E}">
        <p14:creationId xmlns:p14="http://schemas.microsoft.com/office/powerpoint/2010/main" val="2370400677"/>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160FE5F9-EFB1-2C3D-2EB1-4044711DA90C}"/>
              </a:ext>
            </a:extLst>
          </p:cNvPr>
          <p:cNvPicPr>
            <a:picLocks noChangeAspect="1"/>
          </p:cNvPicPr>
          <p:nvPr>
            <p:custDataLst>
              <p:tags r:id="rId2"/>
            </p:custDataLst>
          </p:nvPr>
        </p:nvPicPr>
        <p:blipFill>
          <a:blip r:embed="rId12"/>
          <a:stretch>
            <a:fillRect/>
          </a:stretch>
        </p:blipFill>
        <p:spPr>
          <a:xfrm>
            <a:off x="147523" y="2205523"/>
            <a:ext cx="11896954" cy="3659422"/>
          </a:xfrm>
          <a:prstGeom prst="rect">
            <a:avLst/>
          </a:prstGeom>
        </p:spPr>
      </p:pic>
      <p:sp>
        <p:nvSpPr>
          <p:cNvPr id="2" name="Title 1">
            <a:extLst>
              <a:ext uri="{FF2B5EF4-FFF2-40B4-BE49-F238E27FC236}">
                <a16:creationId xmlns:a16="http://schemas.microsoft.com/office/drawing/2014/main" id="{2E0C2664-DC88-E304-B076-8CF690BAF6A4}"/>
              </a:ext>
            </a:extLst>
          </p:cNvPr>
          <p:cNvSpPr>
            <a:spLocks noGrp="1"/>
          </p:cNvSpPr>
          <p:nvPr>
            <p:ph type="title"/>
            <p:custDataLst>
              <p:tags r:id="rId3"/>
            </p:custDataLst>
          </p:nvPr>
        </p:nvSpPr>
        <p:spPr/>
        <p:txBody>
          <a:bodyPr/>
          <a:lstStyle/>
          <a:p>
            <a:r>
              <a:rPr lang="en-US" noProof="0" dirty="0"/>
              <a:t>LLMs and abstractions</a:t>
            </a:r>
          </a:p>
        </p:txBody>
      </p:sp>
      <p:sp>
        <p:nvSpPr>
          <p:cNvPr id="3" name="Date Placeholder 2">
            <a:extLst>
              <a:ext uri="{FF2B5EF4-FFF2-40B4-BE49-F238E27FC236}">
                <a16:creationId xmlns:a16="http://schemas.microsoft.com/office/drawing/2014/main" id="{9A1CFC6B-07B4-BDEC-76A2-BB27FFB2C420}"/>
              </a:ext>
            </a:extLst>
          </p:cNvPr>
          <p:cNvSpPr>
            <a:spLocks noGrp="1"/>
          </p:cNvSpPr>
          <p:nvPr>
            <p:ph type="dt" sz="half" idx="10"/>
            <p:custDataLst>
              <p:tags r:id="rId4"/>
            </p:custDataLst>
          </p:nvPr>
        </p:nvSpPr>
        <p:spPr/>
        <p:txBody>
          <a:bodyPr/>
          <a:lstStyle/>
          <a:p>
            <a:r>
              <a:rPr lang="en-US" noProof="0"/>
              <a:t>9/5/2026</a:t>
            </a:r>
            <a:endParaRPr lang="en-US" noProof="0" dirty="0"/>
          </a:p>
        </p:txBody>
      </p:sp>
      <p:sp>
        <p:nvSpPr>
          <p:cNvPr id="4" name="Slide Number Placeholder 3">
            <a:extLst>
              <a:ext uri="{FF2B5EF4-FFF2-40B4-BE49-F238E27FC236}">
                <a16:creationId xmlns:a16="http://schemas.microsoft.com/office/drawing/2014/main" id="{7673A756-8275-BE08-DCD4-BFA841AFC05E}"/>
              </a:ext>
            </a:extLst>
          </p:cNvPr>
          <p:cNvSpPr>
            <a:spLocks noGrp="1"/>
          </p:cNvSpPr>
          <p:nvPr>
            <p:ph type="sldNum" sz="quarter" idx="12"/>
            <p:custDataLst>
              <p:tags r:id="rId5"/>
            </p:custDataLst>
          </p:nvPr>
        </p:nvSpPr>
        <p:spPr/>
        <p:txBody>
          <a:bodyPr/>
          <a:lstStyle/>
          <a:p>
            <a:r>
              <a:rPr lang="en-US" noProof="0"/>
              <a:t>29</a:t>
            </a:r>
            <a:endParaRPr lang="en-US" noProof="0" dirty="0"/>
          </a:p>
        </p:txBody>
      </p:sp>
      <p:cxnSp>
        <p:nvCxnSpPr>
          <p:cNvPr id="13" name="Straight Arrow Connector 12">
            <a:extLst>
              <a:ext uri="{FF2B5EF4-FFF2-40B4-BE49-F238E27FC236}">
                <a16:creationId xmlns:a16="http://schemas.microsoft.com/office/drawing/2014/main" id="{0AC0D334-1CA1-478B-E2DF-FDBB97BA6ED4}"/>
              </a:ext>
            </a:extLst>
          </p:cNvPr>
          <p:cNvCxnSpPr>
            <a:cxnSpLocks/>
            <a:stCxn id="7" idx="2"/>
          </p:cNvCxnSpPr>
          <p:nvPr>
            <p:custDataLst>
              <p:tags r:id="rId6"/>
            </p:custDataLst>
          </p:nvPr>
        </p:nvCxnSpPr>
        <p:spPr>
          <a:xfrm>
            <a:off x="2585951" y="2006531"/>
            <a:ext cx="0" cy="992163"/>
          </a:xfrm>
          <a:prstGeom prst="straightConnector1">
            <a:avLst/>
          </a:prstGeom>
          <a:ln w="28575">
            <a:solidFill>
              <a:srgbClr val="0D1717"/>
            </a:solidFill>
            <a:tailEnd type="triangle"/>
          </a:ln>
        </p:spPr>
        <p:style>
          <a:lnRef idx="2">
            <a:schemeClr val="accent1"/>
          </a:lnRef>
          <a:fillRef idx="0">
            <a:schemeClr val="accent1"/>
          </a:fillRef>
          <a:effectRef idx="1">
            <a:schemeClr val="accent1"/>
          </a:effectRef>
          <a:fontRef idx="minor">
            <a:schemeClr val="tx1"/>
          </a:fontRef>
        </p:style>
      </p:cxnSp>
      <p:cxnSp>
        <p:nvCxnSpPr>
          <p:cNvPr id="30" name="Straight Arrow Connector 29">
            <a:extLst>
              <a:ext uri="{FF2B5EF4-FFF2-40B4-BE49-F238E27FC236}">
                <a16:creationId xmlns:a16="http://schemas.microsoft.com/office/drawing/2014/main" id="{92B3DD40-0E3D-BE7E-C1A9-7FE95248193E}"/>
              </a:ext>
            </a:extLst>
          </p:cNvPr>
          <p:cNvCxnSpPr>
            <a:cxnSpLocks/>
            <a:stCxn id="11" idx="2"/>
          </p:cNvCxnSpPr>
          <p:nvPr>
            <p:custDataLst>
              <p:tags r:id="rId7"/>
            </p:custDataLst>
          </p:nvPr>
        </p:nvCxnSpPr>
        <p:spPr>
          <a:xfrm>
            <a:off x="8499278" y="1928644"/>
            <a:ext cx="0" cy="1461390"/>
          </a:xfrm>
          <a:prstGeom prst="straightConnector1">
            <a:avLst/>
          </a:prstGeom>
          <a:ln w="28575">
            <a:solidFill>
              <a:srgbClr val="0D1717"/>
            </a:solidFill>
            <a:tailEnd type="triangle"/>
          </a:ln>
        </p:spPr>
        <p:style>
          <a:lnRef idx="2">
            <a:schemeClr val="accent1"/>
          </a:lnRef>
          <a:fillRef idx="0">
            <a:schemeClr val="accent1"/>
          </a:fillRef>
          <a:effectRef idx="1">
            <a:schemeClr val="accent1"/>
          </a:effectRef>
          <a:fontRef idx="minor">
            <a:schemeClr val="tx1"/>
          </a:fontRef>
        </p:style>
      </p:cxnSp>
      <p:pic>
        <p:nvPicPr>
          <p:cNvPr id="7" name="Picture 6">
            <a:extLst>
              <a:ext uri="{FF2B5EF4-FFF2-40B4-BE49-F238E27FC236}">
                <a16:creationId xmlns:a16="http://schemas.microsoft.com/office/drawing/2014/main" id="{B2DD5B8E-4E3D-5FCE-6E08-4D6F0F157642}"/>
              </a:ext>
            </a:extLst>
          </p:cNvPr>
          <p:cNvPicPr>
            <a:picLocks noChangeAspect="1"/>
          </p:cNvPicPr>
          <p:nvPr>
            <p:custDataLst>
              <p:tags r:id="rId8"/>
            </p:custDataLst>
          </p:nvPr>
        </p:nvPicPr>
        <p:blipFill>
          <a:blip r:embed="rId13"/>
          <a:srcRect l="12577" t="17864" r="12520" b="16352"/>
          <a:stretch>
            <a:fillRect/>
          </a:stretch>
        </p:blipFill>
        <p:spPr>
          <a:xfrm>
            <a:off x="2252997" y="1421705"/>
            <a:ext cx="665908" cy="584826"/>
          </a:xfrm>
          <a:prstGeom prst="rect">
            <a:avLst/>
          </a:prstGeom>
        </p:spPr>
      </p:pic>
      <p:pic>
        <p:nvPicPr>
          <p:cNvPr id="11" name="Picture 10">
            <a:extLst>
              <a:ext uri="{FF2B5EF4-FFF2-40B4-BE49-F238E27FC236}">
                <a16:creationId xmlns:a16="http://schemas.microsoft.com/office/drawing/2014/main" id="{59AD9D03-998D-F121-27FE-56A7D3065215}"/>
              </a:ext>
            </a:extLst>
          </p:cNvPr>
          <p:cNvPicPr>
            <a:picLocks noChangeAspect="1"/>
          </p:cNvPicPr>
          <p:nvPr>
            <p:custDataLst>
              <p:tags r:id="rId9"/>
            </p:custDataLst>
          </p:nvPr>
        </p:nvPicPr>
        <p:blipFill>
          <a:blip r:embed="rId13"/>
          <a:srcRect l="12577" t="17864" r="12520" b="16352"/>
          <a:stretch>
            <a:fillRect/>
          </a:stretch>
        </p:blipFill>
        <p:spPr>
          <a:xfrm>
            <a:off x="8166324" y="1343818"/>
            <a:ext cx="665908" cy="584826"/>
          </a:xfrm>
          <a:prstGeom prst="rect">
            <a:avLst/>
          </a:prstGeom>
        </p:spPr>
      </p:pic>
    </p:spTree>
    <p:custDataLst>
      <p:tags r:id="rId1"/>
    </p:custDataLst>
    <p:extLst>
      <p:ext uri="{BB962C8B-B14F-4D97-AF65-F5344CB8AC3E}">
        <p14:creationId xmlns:p14="http://schemas.microsoft.com/office/powerpoint/2010/main" val="3802295685"/>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160FE5F9-EFB1-2C3D-2EB1-4044711DA90C}"/>
              </a:ext>
            </a:extLst>
          </p:cNvPr>
          <p:cNvPicPr>
            <a:picLocks noChangeAspect="1"/>
          </p:cNvPicPr>
          <p:nvPr>
            <p:custDataLst>
              <p:tags r:id="rId2"/>
            </p:custDataLst>
          </p:nvPr>
        </p:nvPicPr>
        <p:blipFill>
          <a:blip r:embed="rId14"/>
          <a:stretch>
            <a:fillRect/>
          </a:stretch>
        </p:blipFill>
        <p:spPr>
          <a:xfrm>
            <a:off x="147523" y="2205523"/>
            <a:ext cx="11896954" cy="3659422"/>
          </a:xfrm>
          <a:prstGeom prst="rect">
            <a:avLst/>
          </a:prstGeom>
        </p:spPr>
      </p:pic>
      <p:sp>
        <p:nvSpPr>
          <p:cNvPr id="2" name="Title 1">
            <a:extLst>
              <a:ext uri="{FF2B5EF4-FFF2-40B4-BE49-F238E27FC236}">
                <a16:creationId xmlns:a16="http://schemas.microsoft.com/office/drawing/2014/main" id="{2E0C2664-DC88-E304-B076-8CF690BAF6A4}"/>
              </a:ext>
            </a:extLst>
          </p:cNvPr>
          <p:cNvSpPr>
            <a:spLocks noGrp="1"/>
          </p:cNvSpPr>
          <p:nvPr>
            <p:ph type="title"/>
            <p:custDataLst>
              <p:tags r:id="rId3"/>
            </p:custDataLst>
          </p:nvPr>
        </p:nvSpPr>
        <p:spPr/>
        <p:txBody>
          <a:bodyPr/>
          <a:lstStyle/>
          <a:p>
            <a:r>
              <a:rPr lang="en-US" noProof="0" dirty="0"/>
              <a:t>LLMs and abstractions</a:t>
            </a:r>
          </a:p>
        </p:txBody>
      </p:sp>
      <p:sp>
        <p:nvSpPr>
          <p:cNvPr id="3" name="Date Placeholder 2">
            <a:extLst>
              <a:ext uri="{FF2B5EF4-FFF2-40B4-BE49-F238E27FC236}">
                <a16:creationId xmlns:a16="http://schemas.microsoft.com/office/drawing/2014/main" id="{9A1CFC6B-07B4-BDEC-76A2-BB27FFB2C420}"/>
              </a:ext>
            </a:extLst>
          </p:cNvPr>
          <p:cNvSpPr>
            <a:spLocks noGrp="1"/>
          </p:cNvSpPr>
          <p:nvPr>
            <p:ph type="dt" sz="half" idx="10"/>
            <p:custDataLst>
              <p:tags r:id="rId4"/>
            </p:custDataLst>
          </p:nvPr>
        </p:nvSpPr>
        <p:spPr/>
        <p:txBody>
          <a:bodyPr/>
          <a:lstStyle/>
          <a:p>
            <a:r>
              <a:rPr lang="en-US" noProof="0"/>
              <a:t>9/5/2026</a:t>
            </a:r>
            <a:endParaRPr lang="en-US" noProof="0" dirty="0"/>
          </a:p>
        </p:txBody>
      </p:sp>
      <p:sp>
        <p:nvSpPr>
          <p:cNvPr id="4" name="Slide Number Placeholder 3">
            <a:extLst>
              <a:ext uri="{FF2B5EF4-FFF2-40B4-BE49-F238E27FC236}">
                <a16:creationId xmlns:a16="http://schemas.microsoft.com/office/drawing/2014/main" id="{7673A756-8275-BE08-DCD4-BFA841AFC05E}"/>
              </a:ext>
            </a:extLst>
          </p:cNvPr>
          <p:cNvSpPr>
            <a:spLocks noGrp="1"/>
          </p:cNvSpPr>
          <p:nvPr>
            <p:ph type="sldNum" sz="quarter" idx="12"/>
            <p:custDataLst>
              <p:tags r:id="rId5"/>
            </p:custDataLst>
          </p:nvPr>
        </p:nvSpPr>
        <p:spPr/>
        <p:txBody>
          <a:bodyPr/>
          <a:lstStyle/>
          <a:p>
            <a:r>
              <a:rPr lang="en-US" noProof="0"/>
              <a:t>29</a:t>
            </a:r>
            <a:endParaRPr lang="en-US" noProof="0" dirty="0"/>
          </a:p>
        </p:txBody>
      </p:sp>
      <p:cxnSp>
        <p:nvCxnSpPr>
          <p:cNvPr id="13" name="Straight Arrow Connector 12">
            <a:extLst>
              <a:ext uri="{FF2B5EF4-FFF2-40B4-BE49-F238E27FC236}">
                <a16:creationId xmlns:a16="http://schemas.microsoft.com/office/drawing/2014/main" id="{0AC0D334-1CA1-478B-E2DF-FDBB97BA6ED4}"/>
              </a:ext>
            </a:extLst>
          </p:cNvPr>
          <p:cNvCxnSpPr>
            <a:cxnSpLocks/>
            <a:stCxn id="7" idx="2"/>
          </p:cNvCxnSpPr>
          <p:nvPr>
            <p:custDataLst>
              <p:tags r:id="rId6"/>
            </p:custDataLst>
          </p:nvPr>
        </p:nvCxnSpPr>
        <p:spPr>
          <a:xfrm>
            <a:off x="2585951" y="2006531"/>
            <a:ext cx="0" cy="992163"/>
          </a:xfrm>
          <a:prstGeom prst="straightConnector1">
            <a:avLst/>
          </a:prstGeom>
          <a:ln w="28575">
            <a:solidFill>
              <a:srgbClr val="0D1717"/>
            </a:solidFill>
            <a:tailEnd type="triangle"/>
          </a:ln>
        </p:spPr>
        <p:style>
          <a:lnRef idx="2">
            <a:schemeClr val="accent1"/>
          </a:lnRef>
          <a:fillRef idx="0">
            <a:schemeClr val="accent1"/>
          </a:fillRef>
          <a:effectRef idx="1">
            <a:schemeClr val="accent1"/>
          </a:effectRef>
          <a:fontRef idx="minor">
            <a:schemeClr val="tx1"/>
          </a:fontRef>
        </p:style>
      </p:cxnSp>
      <p:cxnSp>
        <p:nvCxnSpPr>
          <p:cNvPr id="30" name="Straight Arrow Connector 29">
            <a:extLst>
              <a:ext uri="{FF2B5EF4-FFF2-40B4-BE49-F238E27FC236}">
                <a16:creationId xmlns:a16="http://schemas.microsoft.com/office/drawing/2014/main" id="{92B3DD40-0E3D-BE7E-C1A9-7FE95248193E}"/>
              </a:ext>
            </a:extLst>
          </p:cNvPr>
          <p:cNvCxnSpPr>
            <a:cxnSpLocks/>
            <a:stCxn id="11" idx="2"/>
          </p:cNvCxnSpPr>
          <p:nvPr>
            <p:custDataLst>
              <p:tags r:id="rId7"/>
            </p:custDataLst>
          </p:nvPr>
        </p:nvCxnSpPr>
        <p:spPr>
          <a:xfrm>
            <a:off x="8499278" y="1928644"/>
            <a:ext cx="0" cy="1461390"/>
          </a:xfrm>
          <a:prstGeom prst="straightConnector1">
            <a:avLst/>
          </a:prstGeom>
          <a:ln w="28575">
            <a:solidFill>
              <a:srgbClr val="0D1717"/>
            </a:solidFill>
            <a:tailEnd type="triangle"/>
          </a:ln>
        </p:spPr>
        <p:style>
          <a:lnRef idx="2">
            <a:schemeClr val="accent1"/>
          </a:lnRef>
          <a:fillRef idx="0">
            <a:schemeClr val="accent1"/>
          </a:fillRef>
          <a:effectRef idx="1">
            <a:schemeClr val="accent1"/>
          </a:effectRef>
          <a:fontRef idx="minor">
            <a:schemeClr val="tx1"/>
          </a:fontRef>
        </p:style>
      </p:cxnSp>
      <p:sp>
        <p:nvSpPr>
          <p:cNvPr id="5" name="TextBox 4">
            <a:extLst>
              <a:ext uri="{FF2B5EF4-FFF2-40B4-BE49-F238E27FC236}">
                <a16:creationId xmlns:a16="http://schemas.microsoft.com/office/drawing/2014/main" id="{BDA1AECA-B818-9D85-2746-62B9AE88EC04}"/>
              </a:ext>
            </a:extLst>
          </p:cNvPr>
          <p:cNvSpPr txBox="1"/>
          <p:nvPr>
            <p:custDataLst>
              <p:tags r:id="rId8"/>
            </p:custDataLst>
          </p:nvPr>
        </p:nvSpPr>
        <p:spPr>
          <a:xfrm>
            <a:off x="81118" y="1928644"/>
            <a:ext cx="1905330" cy="461665"/>
          </a:xfrm>
          <a:prstGeom prst="rect">
            <a:avLst/>
          </a:prstGeom>
          <a:noFill/>
        </p:spPr>
        <p:txBody>
          <a:bodyPr wrap="none" rtlCol="0" anchor="b">
            <a:spAutoFit/>
          </a:bodyPr>
          <a:lstStyle/>
          <a:p>
            <a:pPr algn="ctr"/>
            <a:r>
              <a:rPr lang="en-US" sz="2400" dirty="0" err="1"/>
              <a:t>PolyBench</a:t>
            </a:r>
            <a:r>
              <a:rPr lang="en-US" sz="2400" dirty="0"/>
              <a:t>/C</a:t>
            </a:r>
          </a:p>
        </p:txBody>
      </p:sp>
      <p:pic>
        <p:nvPicPr>
          <p:cNvPr id="7" name="Picture 6">
            <a:extLst>
              <a:ext uri="{FF2B5EF4-FFF2-40B4-BE49-F238E27FC236}">
                <a16:creationId xmlns:a16="http://schemas.microsoft.com/office/drawing/2014/main" id="{B2DD5B8E-4E3D-5FCE-6E08-4D6F0F157642}"/>
              </a:ext>
            </a:extLst>
          </p:cNvPr>
          <p:cNvPicPr>
            <a:picLocks noChangeAspect="1"/>
          </p:cNvPicPr>
          <p:nvPr>
            <p:custDataLst>
              <p:tags r:id="rId9"/>
            </p:custDataLst>
          </p:nvPr>
        </p:nvPicPr>
        <p:blipFill>
          <a:blip r:embed="rId15"/>
          <a:srcRect l="12577" t="17864" r="12520" b="16352"/>
          <a:stretch>
            <a:fillRect/>
          </a:stretch>
        </p:blipFill>
        <p:spPr>
          <a:xfrm>
            <a:off x="2252997" y="1421705"/>
            <a:ext cx="665908" cy="584826"/>
          </a:xfrm>
          <a:prstGeom prst="rect">
            <a:avLst/>
          </a:prstGeom>
        </p:spPr>
      </p:pic>
      <p:pic>
        <p:nvPicPr>
          <p:cNvPr id="11" name="Picture 10">
            <a:extLst>
              <a:ext uri="{FF2B5EF4-FFF2-40B4-BE49-F238E27FC236}">
                <a16:creationId xmlns:a16="http://schemas.microsoft.com/office/drawing/2014/main" id="{59AD9D03-998D-F121-27FE-56A7D3065215}"/>
              </a:ext>
            </a:extLst>
          </p:cNvPr>
          <p:cNvPicPr>
            <a:picLocks noChangeAspect="1"/>
          </p:cNvPicPr>
          <p:nvPr>
            <p:custDataLst>
              <p:tags r:id="rId10"/>
            </p:custDataLst>
          </p:nvPr>
        </p:nvPicPr>
        <p:blipFill>
          <a:blip r:embed="rId15"/>
          <a:srcRect l="12577" t="17864" r="12520" b="16352"/>
          <a:stretch>
            <a:fillRect/>
          </a:stretch>
        </p:blipFill>
        <p:spPr>
          <a:xfrm>
            <a:off x="8166324" y="1343818"/>
            <a:ext cx="665908" cy="584826"/>
          </a:xfrm>
          <a:prstGeom prst="rect">
            <a:avLst/>
          </a:prstGeom>
        </p:spPr>
      </p:pic>
      <p:cxnSp>
        <p:nvCxnSpPr>
          <p:cNvPr id="14" name="Straight Arrow Connector 13">
            <a:extLst>
              <a:ext uri="{FF2B5EF4-FFF2-40B4-BE49-F238E27FC236}">
                <a16:creationId xmlns:a16="http://schemas.microsoft.com/office/drawing/2014/main" id="{BD834972-E809-4BF9-BFD2-EB6411C5399D}"/>
              </a:ext>
            </a:extLst>
          </p:cNvPr>
          <p:cNvCxnSpPr>
            <a:cxnSpLocks/>
            <a:stCxn id="5" idx="2"/>
          </p:cNvCxnSpPr>
          <p:nvPr>
            <p:custDataLst>
              <p:tags r:id="rId11"/>
            </p:custDataLst>
          </p:nvPr>
        </p:nvCxnSpPr>
        <p:spPr>
          <a:xfrm>
            <a:off x="1033783" y="2390309"/>
            <a:ext cx="0" cy="726747"/>
          </a:xfrm>
          <a:prstGeom prst="straightConnector1">
            <a:avLst/>
          </a:prstGeom>
          <a:ln w="28575">
            <a:solidFill>
              <a:srgbClr val="0D1717"/>
            </a:solidFill>
            <a:tailEnd type="triangle"/>
          </a:ln>
        </p:spPr>
        <p:style>
          <a:lnRef idx="2">
            <a:schemeClr val="accent1"/>
          </a:lnRef>
          <a:fillRef idx="0">
            <a:schemeClr val="accent1"/>
          </a:fillRef>
          <a:effectRef idx="1">
            <a:schemeClr val="accent1"/>
          </a:effectRef>
          <a:fontRef idx="minor">
            <a:schemeClr val="tx1"/>
          </a:fontRef>
        </p:style>
      </p:cxnSp>
    </p:spTree>
    <p:custDataLst>
      <p:tags r:id="rId1"/>
    </p:custDataLst>
    <p:extLst>
      <p:ext uri="{BB962C8B-B14F-4D97-AF65-F5344CB8AC3E}">
        <p14:creationId xmlns:p14="http://schemas.microsoft.com/office/powerpoint/2010/main" val="1466500730"/>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E043DA17-E138-247B-4A07-447B5A24647A}"/>
              </a:ext>
            </a:extLst>
          </p:cNvPr>
          <p:cNvPicPr>
            <a:picLocks noChangeAspect="1"/>
          </p:cNvPicPr>
          <p:nvPr/>
        </p:nvPicPr>
        <p:blipFill>
          <a:blip r:embed="rId4"/>
          <a:stretch>
            <a:fillRect/>
          </a:stretch>
        </p:blipFill>
        <p:spPr>
          <a:xfrm>
            <a:off x="371719" y="952391"/>
            <a:ext cx="11607430" cy="5594782"/>
          </a:xfrm>
          <a:prstGeom prst="rect">
            <a:avLst/>
          </a:prstGeom>
        </p:spPr>
      </p:pic>
      <p:sp>
        <p:nvSpPr>
          <p:cNvPr id="6" name="Title 5">
            <a:extLst>
              <a:ext uri="{FF2B5EF4-FFF2-40B4-BE49-F238E27FC236}">
                <a16:creationId xmlns:a16="http://schemas.microsoft.com/office/drawing/2014/main" id="{7951329F-EFE3-A4A4-5416-4AA800AB8042}"/>
              </a:ext>
            </a:extLst>
          </p:cNvPr>
          <p:cNvSpPr>
            <a:spLocks noGrp="1"/>
          </p:cNvSpPr>
          <p:nvPr>
            <p:ph type="title"/>
          </p:nvPr>
        </p:nvSpPr>
        <p:spPr/>
        <p:txBody>
          <a:bodyPr/>
          <a:lstStyle/>
          <a:p>
            <a:r>
              <a:rPr lang="en-US" dirty="0"/>
              <a:t>Performance results</a:t>
            </a:r>
          </a:p>
        </p:txBody>
      </p:sp>
      <p:sp>
        <p:nvSpPr>
          <p:cNvPr id="3" name="Date Placeholder 2">
            <a:extLst>
              <a:ext uri="{FF2B5EF4-FFF2-40B4-BE49-F238E27FC236}">
                <a16:creationId xmlns:a16="http://schemas.microsoft.com/office/drawing/2014/main" id="{2CD49F71-7448-E212-BBEF-8893E6B1C5F2}"/>
              </a:ext>
            </a:extLst>
          </p:cNvPr>
          <p:cNvSpPr>
            <a:spLocks noGrp="1"/>
          </p:cNvSpPr>
          <p:nvPr>
            <p:ph type="dt" sz="half" idx="10"/>
          </p:nvPr>
        </p:nvSpPr>
        <p:spPr/>
        <p:txBody>
          <a:bodyPr/>
          <a:lstStyle/>
          <a:p>
            <a:r>
              <a:rPr lang="en-US" noProof="0"/>
              <a:t>9/5/2026</a:t>
            </a:r>
            <a:endParaRPr lang="en-US" noProof="0" dirty="0"/>
          </a:p>
        </p:txBody>
      </p:sp>
      <p:sp>
        <p:nvSpPr>
          <p:cNvPr id="4" name="Slide Number Placeholder 3">
            <a:extLst>
              <a:ext uri="{FF2B5EF4-FFF2-40B4-BE49-F238E27FC236}">
                <a16:creationId xmlns:a16="http://schemas.microsoft.com/office/drawing/2014/main" id="{B6276319-0BF2-515F-5739-FB698D92221B}"/>
              </a:ext>
            </a:extLst>
          </p:cNvPr>
          <p:cNvSpPr>
            <a:spLocks noGrp="1"/>
          </p:cNvSpPr>
          <p:nvPr>
            <p:ph type="sldNum" sz="quarter" idx="12"/>
          </p:nvPr>
        </p:nvSpPr>
        <p:spPr/>
        <p:txBody>
          <a:bodyPr/>
          <a:lstStyle/>
          <a:p>
            <a:r>
              <a:rPr lang="en-US" noProof="0"/>
              <a:t>30</a:t>
            </a:r>
            <a:endParaRPr lang="en-US" noProof="0" dirty="0"/>
          </a:p>
        </p:txBody>
      </p:sp>
      <p:cxnSp>
        <p:nvCxnSpPr>
          <p:cNvPr id="8" name="Straight Arrow Connector 7">
            <a:extLst>
              <a:ext uri="{FF2B5EF4-FFF2-40B4-BE49-F238E27FC236}">
                <a16:creationId xmlns:a16="http://schemas.microsoft.com/office/drawing/2014/main" id="{C8052565-253C-E35C-2150-0BF281B9248A}"/>
              </a:ext>
            </a:extLst>
          </p:cNvPr>
          <p:cNvCxnSpPr>
            <a:cxnSpLocks/>
            <a:stCxn id="10" idx="2"/>
          </p:cNvCxnSpPr>
          <p:nvPr/>
        </p:nvCxnSpPr>
        <p:spPr>
          <a:xfrm>
            <a:off x="1224053" y="1613934"/>
            <a:ext cx="590330" cy="652813"/>
          </a:xfrm>
          <a:prstGeom prst="straightConnector1">
            <a:avLst/>
          </a:prstGeom>
          <a:ln>
            <a:solidFill>
              <a:srgbClr val="1F77B4"/>
            </a:solidFill>
            <a:tailEnd type="triangle"/>
          </a:ln>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F4510F7E-BEF2-4291-2C14-78CF368B4E8A}"/>
              </a:ext>
            </a:extLst>
          </p:cNvPr>
          <p:cNvSpPr txBox="1"/>
          <p:nvPr/>
        </p:nvSpPr>
        <p:spPr>
          <a:xfrm>
            <a:off x="0" y="1213824"/>
            <a:ext cx="2448106" cy="400110"/>
          </a:xfrm>
          <a:prstGeom prst="rect">
            <a:avLst/>
          </a:prstGeom>
          <a:noFill/>
        </p:spPr>
        <p:txBody>
          <a:bodyPr wrap="none" rtlCol="0">
            <a:spAutoFit/>
          </a:bodyPr>
          <a:lstStyle/>
          <a:p>
            <a:pPr algn="ctr"/>
            <a:r>
              <a:rPr lang="en-US" noProof="0" dirty="0"/>
              <a:t>Best </a:t>
            </a:r>
            <a:r>
              <a:rPr lang="en-US" sz="2000" noProof="0" dirty="0"/>
              <a:t>performance</a:t>
            </a:r>
            <a:r>
              <a:rPr lang="en-US" noProof="0" dirty="0"/>
              <a:t> (C)</a:t>
            </a:r>
          </a:p>
        </p:txBody>
      </p:sp>
    </p:spTree>
    <p:custDataLst>
      <p:tags r:id="rId1"/>
    </p:custDataLst>
    <p:extLst>
      <p:ext uri="{BB962C8B-B14F-4D97-AF65-F5344CB8AC3E}">
        <p14:creationId xmlns:p14="http://schemas.microsoft.com/office/powerpoint/2010/main" val="1341665896"/>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extBox 19">
            <a:extLst>
              <a:ext uri="{FF2B5EF4-FFF2-40B4-BE49-F238E27FC236}">
                <a16:creationId xmlns:a16="http://schemas.microsoft.com/office/drawing/2014/main" id="{EBEA25C6-5912-033A-1DD3-AE5CB2BC4AB3}"/>
              </a:ext>
            </a:extLst>
          </p:cNvPr>
          <p:cNvSpPr txBox="1"/>
          <p:nvPr>
            <p:custDataLst>
              <p:tags r:id="rId2"/>
            </p:custDataLst>
          </p:nvPr>
        </p:nvSpPr>
        <p:spPr>
          <a:xfrm>
            <a:off x="7111622" y="513594"/>
            <a:ext cx="3443606" cy="523220"/>
          </a:xfrm>
          <a:prstGeom prst="rect">
            <a:avLst/>
          </a:prstGeom>
        </p:spPr>
        <p:style>
          <a:lnRef idx="0">
            <a:schemeClr val="accent5"/>
          </a:lnRef>
          <a:fillRef idx="3">
            <a:schemeClr val="accent5"/>
          </a:fillRef>
          <a:effectRef idx="3">
            <a:schemeClr val="accent5"/>
          </a:effectRef>
          <a:fontRef idx="minor">
            <a:schemeClr val="lt1"/>
          </a:fontRef>
        </p:style>
        <p:txBody>
          <a:bodyPr wrap="none" rtlCol="0" anchor="ctr">
            <a:noAutofit/>
          </a:bodyPr>
          <a:lstStyle>
            <a:defPPr>
              <a:defRPr lang="en-US"/>
            </a:defPPr>
            <a:lvl1pPr algn="ctr">
              <a:defRPr sz="2400"/>
            </a:lvl1pPr>
          </a:lstStyle>
          <a:p>
            <a:r>
              <a:rPr lang="en-US" sz="2800" noProof="0" dirty="0"/>
              <a:t>Stencil computation</a:t>
            </a:r>
          </a:p>
        </p:txBody>
      </p:sp>
      <p:sp>
        <p:nvSpPr>
          <p:cNvPr id="32" name="TextBox 31">
            <a:extLst>
              <a:ext uri="{FF2B5EF4-FFF2-40B4-BE49-F238E27FC236}">
                <a16:creationId xmlns:a16="http://schemas.microsoft.com/office/drawing/2014/main" id="{575DD392-3AAA-5F2A-363D-37ADF1B2AD3E}"/>
              </a:ext>
            </a:extLst>
          </p:cNvPr>
          <p:cNvSpPr txBox="1"/>
          <p:nvPr>
            <p:custDataLst>
              <p:tags r:id="rId3"/>
            </p:custDataLst>
          </p:nvPr>
        </p:nvSpPr>
        <p:spPr>
          <a:xfrm>
            <a:off x="309795" y="1043357"/>
            <a:ext cx="3933000" cy="523220"/>
          </a:xfrm>
          <a:prstGeom prst="rect">
            <a:avLst/>
          </a:prstGeom>
        </p:spPr>
        <p:style>
          <a:lnRef idx="0">
            <a:schemeClr val="accent6"/>
          </a:lnRef>
          <a:fillRef idx="3">
            <a:schemeClr val="accent6"/>
          </a:fillRef>
          <a:effectRef idx="3">
            <a:schemeClr val="accent6"/>
          </a:effectRef>
          <a:fontRef idx="minor">
            <a:schemeClr val="lt1"/>
          </a:fontRef>
        </p:style>
        <p:txBody>
          <a:bodyPr wrap="none" rtlCol="0" anchor="ctr">
            <a:noAutofit/>
          </a:bodyPr>
          <a:lstStyle/>
          <a:p>
            <a:pPr algn="ctr"/>
            <a:r>
              <a:rPr lang="en-US" sz="2800" noProof="0" dirty="0"/>
              <a:t>General HPC computing</a:t>
            </a:r>
          </a:p>
        </p:txBody>
      </p:sp>
      <p:sp>
        <p:nvSpPr>
          <p:cNvPr id="7" name="TextBox 6">
            <a:extLst>
              <a:ext uri="{FF2B5EF4-FFF2-40B4-BE49-F238E27FC236}">
                <a16:creationId xmlns:a16="http://schemas.microsoft.com/office/drawing/2014/main" id="{F178AC6C-FC18-4019-D6D7-374777F1BAEC}"/>
              </a:ext>
            </a:extLst>
          </p:cNvPr>
          <p:cNvSpPr txBox="1"/>
          <p:nvPr>
            <p:custDataLst>
              <p:tags r:id="rId4"/>
            </p:custDataLst>
          </p:nvPr>
        </p:nvSpPr>
        <p:spPr>
          <a:xfrm>
            <a:off x="9116787" y="5760739"/>
            <a:ext cx="2935740" cy="518764"/>
          </a:xfrm>
          <a:prstGeom prst="rect">
            <a:avLst/>
          </a:prstGeom>
          <a:gradFill>
            <a:gsLst>
              <a:gs pos="0">
                <a:srgbClr val="E9642F"/>
              </a:gs>
              <a:gs pos="50000">
                <a:schemeClr val="accent2">
                  <a:satMod val="110000"/>
                  <a:lumMod val="100000"/>
                  <a:shade val="100000"/>
                </a:schemeClr>
              </a:gs>
              <a:gs pos="100000">
                <a:schemeClr val="accent2">
                  <a:lumMod val="99000"/>
                  <a:satMod val="120000"/>
                  <a:shade val="78000"/>
                </a:schemeClr>
              </a:gs>
            </a:gsLst>
          </a:gradFill>
        </p:spPr>
        <p:style>
          <a:lnRef idx="0">
            <a:schemeClr val="accent2"/>
          </a:lnRef>
          <a:fillRef idx="3">
            <a:schemeClr val="accent2"/>
          </a:fillRef>
          <a:effectRef idx="3">
            <a:schemeClr val="accent2"/>
          </a:effectRef>
          <a:fontRef idx="minor">
            <a:schemeClr val="lt1"/>
          </a:fontRef>
        </p:style>
        <p:txBody>
          <a:bodyPr wrap="none" rtlCol="0" anchor="ctr">
            <a:noAutofit/>
          </a:bodyPr>
          <a:lstStyle/>
          <a:p>
            <a:pPr algn="ctr"/>
            <a:r>
              <a:rPr lang="en-US" sz="2400" noProof="0" dirty="0"/>
              <a:t>LLM code generation</a:t>
            </a:r>
          </a:p>
        </p:txBody>
      </p:sp>
      <p:sp>
        <p:nvSpPr>
          <p:cNvPr id="9" name="TextBox 8">
            <a:extLst>
              <a:ext uri="{FF2B5EF4-FFF2-40B4-BE49-F238E27FC236}">
                <a16:creationId xmlns:a16="http://schemas.microsoft.com/office/drawing/2014/main" id="{1AE6887D-8433-28B1-0FDD-63B1B7428374}"/>
              </a:ext>
            </a:extLst>
          </p:cNvPr>
          <p:cNvSpPr txBox="1"/>
          <p:nvPr>
            <p:custDataLst>
              <p:tags r:id="rId5"/>
            </p:custDataLst>
          </p:nvPr>
        </p:nvSpPr>
        <p:spPr>
          <a:xfrm>
            <a:off x="2331057" y="6316525"/>
            <a:ext cx="3372077" cy="523220"/>
          </a:xfrm>
          <a:prstGeom prst="rect">
            <a:avLst/>
          </a:prstGeom>
        </p:spPr>
        <p:style>
          <a:lnRef idx="0">
            <a:schemeClr val="accent1"/>
          </a:lnRef>
          <a:fillRef idx="3">
            <a:schemeClr val="accent1"/>
          </a:fillRef>
          <a:effectRef idx="3">
            <a:schemeClr val="accent1"/>
          </a:effectRef>
          <a:fontRef idx="minor">
            <a:schemeClr val="lt1"/>
          </a:fontRef>
        </p:style>
        <p:txBody>
          <a:bodyPr wrap="none" rtlCol="0" anchor="ctr">
            <a:noAutofit/>
          </a:bodyPr>
          <a:lstStyle/>
          <a:p>
            <a:pPr algn="ctr"/>
            <a:r>
              <a:rPr lang="en-US" sz="2800" noProof="0" dirty="0"/>
              <a:t>k-Nearest Neighbors</a:t>
            </a:r>
          </a:p>
        </p:txBody>
      </p:sp>
      <p:sp>
        <p:nvSpPr>
          <p:cNvPr id="2" name="Title 1">
            <a:extLst>
              <a:ext uri="{FF2B5EF4-FFF2-40B4-BE49-F238E27FC236}">
                <a16:creationId xmlns:a16="http://schemas.microsoft.com/office/drawing/2014/main" id="{6447B745-9B50-DD90-5161-BD2A06CEA44B}"/>
              </a:ext>
            </a:extLst>
          </p:cNvPr>
          <p:cNvSpPr>
            <a:spLocks noGrp="1"/>
          </p:cNvSpPr>
          <p:nvPr>
            <p:ph type="title"/>
            <p:custDataLst>
              <p:tags r:id="rId6"/>
            </p:custDataLst>
          </p:nvPr>
        </p:nvSpPr>
        <p:spPr/>
        <p:txBody>
          <a:bodyPr/>
          <a:lstStyle/>
          <a:p>
            <a:r>
              <a:rPr lang="en-US" noProof="0" dirty="0"/>
              <a:t>Contribution map</a:t>
            </a:r>
          </a:p>
        </p:txBody>
      </p:sp>
      <p:sp>
        <p:nvSpPr>
          <p:cNvPr id="3" name="Date Placeholder 2">
            <a:extLst>
              <a:ext uri="{FF2B5EF4-FFF2-40B4-BE49-F238E27FC236}">
                <a16:creationId xmlns:a16="http://schemas.microsoft.com/office/drawing/2014/main" id="{BD7C89E2-483C-AAE2-A28B-882731CF7B1F}"/>
              </a:ext>
            </a:extLst>
          </p:cNvPr>
          <p:cNvSpPr>
            <a:spLocks noGrp="1"/>
          </p:cNvSpPr>
          <p:nvPr>
            <p:ph type="dt" sz="half" idx="10"/>
            <p:custDataLst>
              <p:tags r:id="rId7"/>
            </p:custDataLst>
          </p:nvPr>
        </p:nvSpPr>
        <p:spPr/>
        <p:txBody>
          <a:bodyPr/>
          <a:lstStyle/>
          <a:p>
            <a:r>
              <a:rPr lang="en-US" noProof="0"/>
              <a:t>9/5/2026</a:t>
            </a:r>
            <a:endParaRPr lang="en-US" noProof="0" dirty="0"/>
          </a:p>
        </p:txBody>
      </p:sp>
      <p:sp>
        <p:nvSpPr>
          <p:cNvPr id="4" name="Slide Number Placeholder 3">
            <a:extLst>
              <a:ext uri="{FF2B5EF4-FFF2-40B4-BE49-F238E27FC236}">
                <a16:creationId xmlns:a16="http://schemas.microsoft.com/office/drawing/2014/main" id="{1EE703C1-86DF-7428-224F-96B06FB73E3C}"/>
              </a:ext>
            </a:extLst>
          </p:cNvPr>
          <p:cNvSpPr>
            <a:spLocks noGrp="1"/>
          </p:cNvSpPr>
          <p:nvPr>
            <p:ph type="sldNum" sz="quarter" idx="12"/>
            <p:custDataLst>
              <p:tags r:id="rId8"/>
            </p:custDataLst>
          </p:nvPr>
        </p:nvSpPr>
        <p:spPr/>
        <p:txBody>
          <a:bodyPr/>
          <a:lstStyle/>
          <a:p>
            <a:r>
              <a:rPr lang="en-US" noProof="0"/>
              <a:t>31</a:t>
            </a:r>
            <a:endParaRPr lang="en-US" noProof="0" dirty="0"/>
          </a:p>
        </p:txBody>
      </p:sp>
    </p:spTree>
    <p:custDataLst>
      <p:tags r:id="rId1"/>
    </p:custDataLst>
    <p:extLst>
      <p:ext uri="{BB962C8B-B14F-4D97-AF65-F5344CB8AC3E}">
        <p14:creationId xmlns:p14="http://schemas.microsoft.com/office/powerpoint/2010/main" val="101445592"/>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9" name="Straight Connector 18">
            <a:extLst>
              <a:ext uri="{FF2B5EF4-FFF2-40B4-BE49-F238E27FC236}">
                <a16:creationId xmlns:a16="http://schemas.microsoft.com/office/drawing/2014/main" id="{E9233798-963E-F8A0-85A4-DCE8EC91DBF9}"/>
              </a:ext>
            </a:extLst>
          </p:cNvPr>
          <p:cNvCxnSpPr>
            <a:stCxn id="8" idx="0"/>
            <a:endCxn id="32" idx="2"/>
          </p:cNvCxnSpPr>
          <p:nvPr>
            <p:custDataLst>
              <p:tags r:id="rId2"/>
            </p:custDataLst>
          </p:nvPr>
        </p:nvCxnSpPr>
        <p:spPr>
          <a:xfrm flipV="1">
            <a:off x="1566991" y="1566577"/>
            <a:ext cx="709304" cy="302248"/>
          </a:xfrm>
          <a:prstGeom prst="line">
            <a:avLst/>
          </a:prstGeom>
          <a:ln>
            <a:solidFill>
              <a:schemeClr val="accent6">
                <a:lumMod val="75000"/>
              </a:schemeClr>
            </a:solidFill>
          </a:ln>
        </p:spPr>
        <p:style>
          <a:lnRef idx="2">
            <a:schemeClr val="accent1"/>
          </a:lnRef>
          <a:fillRef idx="0">
            <a:schemeClr val="accent1"/>
          </a:fillRef>
          <a:effectRef idx="1">
            <a:schemeClr val="accent1"/>
          </a:effectRef>
          <a:fontRef idx="minor">
            <a:schemeClr val="tx1"/>
          </a:fontRef>
        </p:style>
      </p:cxnSp>
      <p:sp>
        <p:nvSpPr>
          <p:cNvPr id="8" name="TextBox 7">
            <a:extLst>
              <a:ext uri="{FF2B5EF4-FFF2-40B4-BE49-F238E27FC236}">
                <a16:creationId xmlns:a16="http://schemas.microsoft.com/office/drawing/2014/main" id="{0C1F297F-A46E-4127-A44D-943053748AAD}"/>
              </a:ext>
            </a:extLst>
          </p:cNvPr>
          <p:cNvSpPr txBox="1"/>
          <p:nvPr>
            <p:custDataLst>
              <p:tags r:id="rId3"/>
            </p:custDataLst>
          </p:nvPr>
        </p:nvSpPr>
        <p:spPr>
          <a:xfrm>
            <a:off x="927858" y="1868825"/>
            <a:ext cx="1278266" cy="510778"/>
          </a:xfrm>
          <a:prstGeom prst="roundRect">
            <a:avLst/>
          </a:prstGeom>
          <a:gradFill flip="none" rotWithShape="1">
            <a:gsLst>
              <a:gs pos="0">
                <a:schemeClr val="accent6">
                  <a:lumMod val="67000"/>
                </a:schemeClr>
              </a:gs>
              <a:gs pos="48000">
                <a:schemeClr val="accent6">
                  <a:lumMod val="97000"/>
                  <a:lumOff val="3000"/>
                </a:schemeClr>
              </a:gs>
              <a:gs pos="100000">
                <a:srgbClr val="74D054"/>
              </a:gs>
            </a:gsLst>
            <a:lin ang="16200000" scaled="1"/>
            <a:tileRect/>
          </a:gradFill>
          <a:ln w="38100">
            <a:solidFill>
              <a:srgbClr val="FF0000"/>
            </a:solidFill>
          </a:ln>
        </p:spPr>
        <p:style>
          <a:lnRef idx="0">
            <a:scrgbClr r="0" g="0" b="0"/>
          </a:lnRef>
          <a:fillRef idx="0">
            <a:scrgbClr r="0" g="0" b="0"/>
          </a:fillRef>
          <a:effectRef idx="0">
            <a:scrgbClr r="0" g="0" b="0"/>
          </a:effectRef>
          <a:fontRef idx="minor">
            <a:schemeClr val="lt1"/>
          </a:fontRef>
        </p:style>
        <p:txBody>
          <a:bodyPr wrap="none" rtlCol="0" anchor="ctr">
            <a:noAutofit/>
          </a:bodyPr>
          <a:lstStyle/>
          <a:p>
            <a:pPr algn="ctr"/>
            <a:r>
              <a:rPr lang="en-US" sz="2400" noProof="0" dirty="0"/>
              <a:t>Layouts</a:t>
            </a:r>
          </a:p>
        </p:txBody>
      </p:sp>
      <p:sp>
        <p:nvSpPr>
          <p:cNvPr id="20" name="TextBox 19">
            <a:extLst>
              <a:ext uri="{FF2B5EF4-FFF2-40B4-BE49-F238E27FC236}">
                <a16:creationId xmlns:a16="http://schemas.microsoft.com/office/drawing/2014/main" id="{EBEA25C6-5912-033A-1DD3-AE5CB2BC4AB3}"/>
              </a:ext>
            </a:extLst>
          </p:cNvPr>
          <p:cNvSpPr txBox="1"/>
          <p:nvPr>
            <p:custDataLst>
              <p:tags r:id="rId4"/>
            </p:custDataLst>
          </p:nvPr>
        </p:nvSpPr>
        <p:spPr>
          <a:xfrm>
            <a:off x="7111622" y="513594"/>
            <a:ext cx="3443606" cy="523220"/>
          </a:xfrm>
          <a:prstGeom prst="rect">
            <a:avLst/>
          </a:prstGeom>
        </p:spPr>
        <p:style>
          <a:lnRef idx="0">
            <a:schemeClr val="accent5"/>
          </a:lnRef>
          <a:fillRef idx="3">
            <a:schemeClr val="accent5"/>
          </a:fillRef>
          <a:effectRef idx="3">
            <a:schemeClr val="accent5"/>
          </a:effectRef>
          <a:fontRef idx="minor">
            <a:schemeClr val="lt1"/>
          </a:fontRef>
        </p:style>
        <p:txBody>
          <a:bodyPr wrap="none" rtlCol="0" anchor="ctr">
            <a:noAutofit/>
          </a:bodyPr>
          <a:lstStyle>
            <a:defPPr>
              <a:defRPr lang="en-US"/>
            </a:defPPr>
            <a:lvl1pPr algn="ctr">
              <a:defRPr sz="2400"/>
            </a:lvl1pPr>
          </a:lstStyle>
          <a:p>
            <a:r>
              <a:rPr lang="en-US" sz="2800" noProof="0" dirty="0"/>
              <a:t>Stencil computation</a:t>
            </a:r>
          </a:p>
        </p:txBody>
      </p:sp>
      <p:sp>
        <p:nvSpPr>
          <p:cNvPr id="32" name="TextBox 31">
            <a:extLst>
              <a:ext uri="{FF2B5EF4-FFF2-40B4-BE49-F238E27FC236}">
                <a16:creationId xmlns:a16="http://schemas.microsoft.com/office/drawing/2014/main" id="{575DD392-3AAA-5F2A-363D-37ADF1B2AD3E}"/>
              </a:ext>
            </a:extLst>
          </p:cNvPr>
          <p:cNvSpPr txBox="1"/>
          <p:nvPr>
            <p:custDataLst>
              <p:tags r:id="rId5"/>
            </p:custDataLst>
          </p:nvPr>
        </p:nvSpPr>
        <p:spPr>
          <a:xfrm>
            <a:off x="309795" y="1043357"/>
            <a:ext cx="3933000" cy="523220"/>
          </a:xfrm>
          <a:prstGeom prst="rect">
            <a:avLst/>
          </a:prstGeom>
        </p:spPr>
        <p:style>
          <a:lnRef idx="0">
            <a:schemeClr val="accent6"/>
          </a:lnRef>
          <a:fillRef idx="3">
            <a:schemeClr val="accent6"/>
          </a:fillRef>
          <a:effectRef idx="3">
            <a:schemeClr val="accent6"/>
          </a:effectRef>
          <a:fontRef idx="minor">
            <a:schemeClr val="lt1"/>
          </a:fontRef>
        </p:style>
        <p:txBody>
          <a:bodyPr wrap="none" rtlCol="0" anchor="ctr">
            <a:noAutofit/>
          </a:bodyPr>
          <a:lstStyle/>
          <a:p>
            <a:pPr algn="ctr"/>
            <a:r>
              <a:rPr lang="en-US" sz="2800" noProof="0" dirty="0"/>
              <a:t>General HPC computing</a:t>
            </a:r>
          </a:p>
        </p:txBody>
      </p:sp>
      <p:sp>
        <p:nvSpPr>
          <p:cNvPr id="7" name="TextBox 6">
            <a:extLst>
              <a:ext uri="{FF2B5EF4-FFF2-40B4-BE49-F238E27FC236}">
                <a16:creationId xmlns:a16="http://schemas.microsoft.com/office/drawing/2014/main" id="{F178AC6C-FC18-4019-D6D7-374777F1BAEC}"/>
              </a:ext>
            </a:extLst>
          </p:cNvPr>
          <p:cNvSpPr txBox="1"/>
          <p:nvPr>
            <p:custDataLst>
              <p:tags r:id="rId6"/>
            </p:custDataLst>
          </p:nvPr>
        </p:nvSpPr>
        <p:spPr>
          <a:xfrm>
            <a:off x="9116787" y="5760739"/>
            <a:ext cx="2935740" cy="518764"/>
          </a:xfrm>
          <a:prstGeom prst="rect">
            <a:avLst/>
          </a:prstGeom>
          <a:gradFill>
            <a:gsLst>
              <a:gs pos="0">
                <a:srgbClr val="E9642F"/>
              </a:gs>
              <a:gs pos="50000">
                <a:schemeClr val="accent2">
                  <a:satMod val="110000"/>
                  <a:lumMod val="100000"/>
                  <a:shade val="100000"/>
                </a:schemeClr>
              </a:gs>
              <a:gs pos="100000">
                <a:schemeClr val="accent2">
                  <a:lumMod val="99000"/>
                  <a:satMod val="120000"/>
                  <a:shade val="78000"/>
                </a:schemeClr>
              </a:gs>
            </a:gsLst>
          </a:gradFill>
        </p:spPr>
        <p:style>
          <a:lnRef idx="0">
            <a:schemeClr val="accent2"/>
          </a:lnRef>
          <a:fillRef idx="3">
            <a:schemeClr val="accent2"/>
          </a:fillRef>
          <a:effectRef idx="3">
            <a:schemeClr val="accent2"/>
          </a:effectRef>
          <a:fontRef idx="minor">
            <a:schemeClr val="lt1"/>
          </a:fontRef>
        </p:style>
        <p:txBody>
          <a:bodyPr wrap="none" rtlCol="0" anchor="ctr">
            <a:noAutofit/>
          </a:bodyPr>
          <a:lstStyle/>
          <a:p>
            <a:pPr algn="ctr"/>
            <a:r>
              <a:rPr lang="en-US" sz="2400" noProof="0" dirty="0"/>
              <a:t>LLM code generation</a:t>
            </a:r>
          </a:p>
        </p:txBody>
      </p:sp>
      <p:sp>
        <p:nvSpPr>
          <p:cNvPr id="9" name="TextBox 8">
            <a:extLst>
              <a:ext uri="{FF2B5EF4-FFF2-40B4-BE49-F238E27FC236}">
                <a16:creationId xmlns:a16="http://schemas.microsoft.com/office/drawing/2014/main" id="{1AE6887D-8433-28B1-0FDD-63B1B7428374}"/>
              </a:ext>
            </a:extLst>
          </p:cNvPr>
          <p:cNvSpPr txBox="1"/>
          <p:nvPr>
            <p:custDataLst>
              <p:tags r:id="rId7"/>
            </p:custDataLst>
          </p:nvPr>
        </p:nvSpPr>
        <p:spPr>
          <a:xfrm>
            <a:off x="2331057" y="6316525"/>
            <a:ext cx="3372077" cy="523220"/>
          </a:xfrm>
          <a:prstGeom prst="rect">
            <a:avLst/>
          </a:prstGeom>
        </p:spPr>
        <p:style>
          <a:lnRef idx="0">
            <a:schemeClr val="accent1"/>
          </a:lnRef>
          <a:fillRef idx="3">
            <a:schemeClr val="accent1"/>
          </a:fillRef>
          <a:effectRef idx="3">
            <a:schemeClr val="accent1"/>
          </a:effectRef>
          <a:fontRef idx="minor">
            <a:schemeClr val="lt1"/>
          </a:fontRef>
        </p:style>
        <p:txBody>
          <a:bodyPr wrap="none" rtlCol="0" anchor="ctr">
            <a:noAutofit/>
          </a:bodyPr>
          <a:lstStyle/>
          <a:p>
            <a:pPr algn="ctr"/>
            <a:r>
              <a:rPr lang="en-US" sz="2800" noProof="0" dirty="0"/>
              <a:t>k-Nearest Neighbors</a:t>
            </a:r>
          </a:p>
        </p:txBody>
      </p:sp>
      <p:sp>
        <p:nvSpPr>
          <p:cNvPr id="2" name="Title 1">
            <a:extLst>
              <a:ext uri="{FF2B5EF4-FFF2-40B4-BE49-F238E27FC236}">
                <a16:creationId xmlns:a16="http://schemas.microsoft.com/office/drawing/2014/main" id="{6447B745-9B50-DD90-5161-BD2A06CEA44B}"/>
              </a:ext>
            </a:extLst>
          </p:cNvPr>
          <p:cNvSpPr>
            <a:spLocks noGrp="1"/>
          </p:cNvSpPr>
          <p:nvPr>
            <p:ph type="title"/>
            <p:custDataLst>
              <p:tags r:id="rId8"/>
            </p:custDataLst>
          </p:nvPr>
        </p:nvSpPr>
        <p:spPr/>
        <p:txBody>
          <a:bodyPr/>
          <a:lstStyle/>
          <a:p>
            <a:r>
              <a:rPr lang="en-US" noProof="0" dirty="0"/>
              <a:t>Contribution map</a:t>
            </a:r>
          </a:p>
        </p:txBody>
      </p:sp>
      <p:sp>
        <p:nvSpPr>
          <p:cNvPr id="3" name="Date Placeholder 2">
            <a:extLst>
              <a:ext uri="{FF2B5EF4-FFF2-40B4-BE49-F238E27FC236}">
                <a16:creationId xmlns:a16="http://schemas.microsoft.com/office/drawing/2014/main" id="{BD7C89E2-483C-AAE2-A28B-882731CF7B1F}"/>
              </a:ext>
            </a:extLst>
          </p:cNvPr>
          <p:cNvSpPr>
            <a:spLocks noGrp="1"/>
          </p:cNvSpPr>
          <p:nvPr>
            <p:ph type="dt" sz="half" idx="10"/>
            <p:custDataLst>
              <p:tags r:id="rId9"/>
            </p:custDataLst>
          </p:nvPr>
        </p:nvSpPr>
        <p:spPr/>
        <p:txBody>
          <a:bodyPr/>
          <a:lstStyle/>
          <a:p>
            <a:r>
              <a:rPr lang="en-US" noProof="0"/>
              <a:t>9/5/2026</a:t>
            </a:r>
            <a:endParaRPr lang="en-US" noProof="0" dirty="0"/>
          </a:p>
        </p:txBody>
      </p:sp>
      <p:sp>
        <p:nvSpPr>
          <p:cNvPr id="4" name="Slide Number Placeholder 3">
            <a:extLst>
              <a:ext uri="{FF2B5EF4-FFF2-40B4-BE49-F238E27FC236}">
                <a16:creationId xmlns:a16="http://schemas.microsoft.com/office/drawing/2014/main" id="{1EE703C1-86DF-7428-224F-96B06FB73E3C}"/>
              </a:ext>
            </a:extLst>
          </p:cNvPr>
          <p:cNvSpPr>
            <a:spLocks noGrp="1"/>
          </p:cNvSpPr>
          <p:nvPr>
            <p:ph type="sldNum" sz="quarter" idx="12"/>
            <p:custDataLst>
              <p:tags r:id="rId10"/>
            </p:custDataLst>
          </p:nvPr>
        </p:nvSpPr>
        <p:spPr/>
        <p:txBody>
          <a:bodyPr/>
          <a:lstStyle/>
          <a:p>
            <a:r>
              <a:rPr lang="en-US" noProof="0"/>
              <a:t>31</a:t>
            </a:r>
            <a:endParaRPr lang="en-US" noProof="0" dirty="0"/>
          </a:p>
        </p:txBody>
      </p:sp>
      <p:pic>
        <p:nvPicPr>
          <p:cNvPr id="108" name="Graphic 107" descr="Document with solid fill">
            <a:extLst>
              <a:ext uri="{FF2B5EF4-FFF2-40B4-BE49-F238E27FC236}">
                <a16:creationId xmlns:a16="http://schemas.microsoft.com/office/drawing/2014/main" id="{C2DFAA5D-5334-A49A-48B2-E76A0FA60672}"/>
              </a:ext>
            </a:extLst>
          </p:cNvPr>
          <p:cNvPicPr>
            <a:picLocks noChangeAspect="1"/>
          </p:cNvPicPr>
          <p:nvPr>
            <p:custDataLst>
              <p:tags r:id="rId11"/>
            </p:custDataLst>
          </p:nvPr>
        </p:nvPicPr>
        <p:blipFill>
          <a:blip>
            <a:extLst>
              <a:ext uri="{96DAC541-7B7A-43D3-8B79-37D633B846F1}">
                <asvg:svgBlip xmlns:asvg="http://schemas.microsoft.com/office/drawing/2016/SVG/main" r:embed="rId14"/>
              </a:ext>
            </a:extLst>
          </a:blip>
          <a:stretch>
            <a:fillRect/>
          </a:stretch>
        </p:blipFill>
        <p:spPr>
          <a:xfrm>
            <a:off x="259545" y="1724594"/>
            <a:ext cx="692126" cy="692126"/>
          </a:xfrm>
          <a:prstGeom prst="rect">
            <a:avLst/>
          </a:prstGeom>
        </p:spPr>
      </p:pic>
    </p:spTree>
    <p:custDataLst>
      <p:tags r:id="rId1"/>
    </p:custDataLst>
    <p:extLst>
      <p:ext uri="{BB962C8B-B14F-4D97-AF65-F5344CB8AC3E}">
        <p14:creationId xmlns:p14="http://schemas.microsoft.com/office/powerpoint/2010/main" val="4209959593"/>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9" name="Straight Connector 18">
            <a:extLst>
              <a:ext uri="{FF2B5EF4-FFF2-40B4-BE49-F238E27FC236}">
                <a16:creationId xmlns:a16="http://schemas.microsoft.com/office/drawing/2014/main" id="{E9233798-963E-F8A0-85A4-DCE8EC91DBF9}"/>
              </a:ext>
            </a:extLst>
          </p:cNvPr>
          <p:cNvCxnSpPr>
            <a:stCxn id="8" idx="0"/>
            <a:endCxn id="32" idx="2"/>
          </p:cNvCxnSpPr>
          <p:nvPr>
            <p:custDataLst>
              <p:tags r:id="rId2"/>
            </p:custDataLst>
          </p:nvPr>
        </p:nvCxnSpPr>
        <p:spPr>
          <a:xfrm flipV="1">
            <a:off x="1566991" y="1566577"/>
            <a:ext cx="709304" cy="302248"/>
          </a:xfrm>
          <a:prstGeom prst="line">
            <a:avLst/>
          </a:prstGeom>
          <a:ln>
            <a:solidFill>
              <a:schemeClr val="accent6">
                <a:lumMod val="75000"/>
              </a:schemeClr>
            </a:solidFill>
          </a:ln>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B3289B2B-81D7-3AAE-0581-2401DD73C129}"/>
              </a:ext>
            </a:extLst>
          </p:cNvPr>
          <p:cNvCxnSpPr>
            <a:cxnSpLocks/>
            <a:stCxn id="8" idx="2"/>
            <a:endCxn id="12" idx="0"/>
          </p:cNvCxnSpPr>
          <p:nvPr>
            <p:custDataLst>
              <p:tags r:id="rId3"/>
            </p:custDataLst>
          </p:nvPr>
        </p:nvCxnSpPr>
        <p:spPr>
          <a:xfrm>
            <a:off x="1566991" y="2379603"/>
            <a:ext cx="472321" cy="479916"/>
          </a:xfrm>
          <a:prstGeom prst="line">
            <a:avLst/>
          </a:prstGeom>
          <a:ln>
            <a:solidFill>
              <a:schemeClr val="accent6">
                <a:lumMod val="75000"/>
              </a:schemeClr>
            </a:solidFill>
          </a:ln>
        </p:spPr>
        <p:style>
          <a:lnRef idx="2">
            <a:schemeClr val="accent1"/>
          </a:lnRef>
          <a:fillRef idx="0">
            <a:schemeClr val="accent1"/>
          </a:fillRef>
          <a:effectRef idx="1">
            <a:schemeClr val="accent1"/>
          </a:effectRef>
          <a:fontRef idx="minor">
            <a:schemeClr val="tx1"/>
          </a:fontRef>
        </p:style>
      </p:cxnSp>
      <p:sp>
        <p:nvSpPr>
          <p:cNvPr id="8" name="TextBox 7">
            <a:extLst>
              <a:ext uri="{FF2B5EF4-FFF2-40B4-BE49-F238E27FC236}">
                <a16:creationId xmlns:a16="http://schemas.microsoft.com/office/drawing/2014/main" id="{0C1F297F-A46E-4127-A44D-943053748AAD}"/>
              </a:ext>
            </a:extLst>
          </p:cNvPr>
          <p:cNvSpPr txBox="1"/>
          <p:nvPr>
            <p:custDataLst>
              <p:tags r:id="rId4"/>
            </p:custDataLst>
          </p:nvPr>
        </p:nvSpPr>
        <p:spPr>
          <a:xfrm>
            <a:off x="927858" y="1868825"/>
            <a:ext cx="1278266" cy="510778"/>
          </a:xfrm>
          <a:prstGeom prst="roundRect">
            <a:avLst/>
          </a:prstGeom>
          <a:gradFill flip="none" rotWithShape="1">
            <a:gsLst>
              <a:gs pos="0">
                <a:schemeClr val="accent6">
                  <a:lumMod val="67000"/>
                </a:schemeClr>
              </a:gs>
              <a:gs pos="48000">
                <a:schemeClr val="accent6">
                  <a:lumMod val="97000"/>
                  <a:lumOff val="3000"/>
                </a:schemeClr>
              </a:gs>
              <a:gs pos="100000">
                <a:srgbClr val="74D054"/>
              </a:gs>
            </a:gsLst>
            <a:lin ang="16200000" scaled="1"/>
            <a:tileRect/>
          </a:gradFill>
          <a:ln w="38100">
            <a:solidFill>
              <a:srgbClr val="FF0000"/>
            </a:solidFill>
          </a:ln>
        </p:spPr>
        <p:style>
          <a:lnRef idx="0">
            <a:scrgbClr r="0" g="0" b="0"/>
          </a:lnRef>
          <a:fillRef idx="0">
            <a:scrgbClr r="0" g="0" b="0"/>
          </a:fillRef>
          <a:effectRef idx="0">
            <a:scrgbClr r="0" g="0" b="0"/>
          </a:effectRef>
          <a:fontRef idx="minor">
            <a:schemeClr val="lt1"/>
          </a:fontRef>
        </p:style>
        <p:txBody>
          <a:bodyPr wrap="none" rtlCol="0" anchor="ctr">
            <a:noAutofit/>
          </a:bodyPr>
          <a:lstStyle/>
          <a:p>
            <a:pPr algn="ctr"/>
            <a:r>
              <a:rPr lang="en-US" sz="2400" noProof="0" dirty="0"/>
              <a:t>Layouts</a:t>
            </a:r>
          </a:p>
        </p:txBody>
      </p:sp>
      <p:sp>
        <p:nvSpPr>
          <p:cNvPr id="12" name="TextBox 11">
            <a:extLst>
              <a:ext uri="{FF2B5EF4-FFF2-40B4-BE49-F238E27FC236}">
                <a16:creationId xmlns:a16="http://schemas.microsoft.com/office/drawing/2014/main" id="{B8DD753E-8E05-7A83-7639-B87EDB75A42B}"/>
              </a:ext>
            </a:extLst>
          </p:cNvPr>
          <p:cNvSpPr txBox="1"/>
          <p:nvPr>
            <p:custDataLst>
              <p:tags r:id="rId5"/>
            </p:custDataLst>
          </p:nvPr>
        </p:nvSpPr>
        <p:spPr>
          <a:xfrm>
            <a:off x="1261402" y="2859519"/>
            <a:ext cx="1555820" cy="510778"/>
          </a:xfrm>
          <a:prstGeom prst="roundRect">
            <a:avLst/>
          </a:prstGeom>
          <a:gradFill flip="none" rotWithShape="1">
            <a:gsLst>
              <a:gs pos="0">
                <a:schemeClr val="accent6">
                  <a:lumMod val="67000"/>
                </a:schemeClr>
              </a:gs>
              <a:gs pos="48000">
                <a:schemeClr val="accent6">
                  <a:lumMod val="97000"/>
                  <a:lumOff val="3000"/>
                </a:schemeClr>
              </a:gs>
              <a:gs pos="100000">
                <a:srgbClr val="74D054"/>
              </a:gs>
            </a:gsLst>
            <a:lin ang="16200000" scaled="1"/>
            <a:tileRect/>
          </a:gradFill>
          <a:ln w="38100">
            <a:solidFill>
              <a:srgbClr val="FF0000"/>
            </a:solidFill>
          </a:ln>
        </p:spPr>
        <p:style>
          <a:lnRef idx="0">
            <a:scrgbClr r="0" g="0" b="0"/>
          </a:lnRef>
          <a:fillRef idx="0">
            <a:scrgbClr r="0" g="0" b="0"/>
          </a:fillRef>
          <a:effectRef idx="0">
            <a:scrgbClr r="0" g="0" b="0"/>
          </a:effectRef>
          <a:fontRef idx="minor">
            <a:schemeClr val="lt1"/>
          </a:fontRef>
        </p:style>
        <p:txBody>
          <a:bodyPr wrap="none" rtlCol="0" anchor="ctr">
            <a:noAutofit/>
          </a:bodyPr>
          <a:lstStyle/>
          <a:p>
            <a:pPr algn="ctr"/>
            <a:r>
              <a:rPr lang="en-US" sz="2400" noProof="0" dirty="0"/>
              <a:t>Traversals</a:t>
            </a:r>
          </a:p>
        </p:txBody>
      </p:sp>
      <p:sp>
        <p:nvSpPr>
          <p:cNvPr id="20" name="TextBox 19">
            <a:extLst>
              <a:ext uri="{FF2B5EF4-FFF2-40B4-BE49-F238E27FC236}">
                <a16:creationId xmlns:a16="http://schemas.microsoft.com/office/drawing/2014/main" id="{EBEA25C6-5912-033A-1DD3-AE5CB2BC4AB3}"/>
              </a:ext>
            </a:extLst>
          </p:cNvPr>
          <p:cNvSpPr txBox="1"/>
          <p:nvPr>
            <p:custDataLst>
              <p:tags r:id="rId6"/>
            </p:custDataLst>
          </p:nvPr>
        </p:nvSpPr>
        <p:spPr>
          <a:xfrm>
            <a:off x="7111622" y="513594"/>
            <a:ext cx="3443606" cy="523220"/>
          </a:xfrm>
          <a:prstGeom prst="rect">
            <a:avLst/>
          </a:prstGeom>
        </p:spPr>
        <p:style>
          <a:lnRef idx="0">
            <a:schemeClr val="accent5"/>
          </a:lnRef>
          <a:fillRef idx="3">
            <a:schemeClr val="accent5"/>
          </a:fillRef>
          <a:effectRef idx="3">
            <a:schemeClr val="accent5"/>
          </a:effectRef>
          <a:fontRef idx="minor">
            <a:schemeClr val="lt1"/>
          </a:fontRef>
        </p:style>
        <p:txBody>
          <a:bodyPr wrap="none" rtlCol="0" anchor="ctr">
            <a:noAutofit/>
          </a:bodyPr>
          <a:lstStyle>
            <a:defPPr>
              <a:defRPr lang="en-US"/>
            </a:defPPr>
            <a:lvl1pPr algn="ctr">
              <a:defRPr sz="2400"/>
            </a:lvl1pPr>
          </a:lstStyle>
          <a:p>
            <a:r>
              <a:rPr lang="en-US" sz="2800" noProof="0" dirty="0"/>
              <a:t>Stencil computation</a:t>
            </a:r>
          </a:p>
        </p:txBody>
      </p:sp>
      <p:sp>
        <p:nvSpPr>
          <p:cNvPr id="32" name="TextBox 31">
            <a:extLst>
              <a:ext uri="{FF2B5EF4-FFF2-40B4-BE49-F238E27FC236}">
                <a16:creationId xmlns:a16="http://schemas.microsoft.com/office/drawing/2014/main" id="{575DD392-3AAA-5F2A-363D-37ADF1B2AD3E}"/>
              </a:ext>
            </a:extLst>
          </p:cNvPr>
          <p:cNvSpPr txBox="1"/>
          <p:nvPr>
            <p:custDataLst>
              <p:tags r:id="rId7"/>
            </p:custDataLst>
          </p:nvPr>
        </p:nvSpPr>
        <p:spPr>
          <a:xfrm>
            <a:off x="309795" y="1043357"/>
            <a:ext cx="3933000" cy="523220"/>
          </a:xfrm>
          <a:prstGeom prst="rect">
            <a:avLst/>
          </a:prstGeom>
        </p:spPr>
        <p:style>
          <a:lnRef idx="0">
            <a:schemeClr val="accent6"/>
          </a:lnRef>
          <a:fillRef idx="3">
            <a:schemeClr val="accent6"/>
          </a:fillRef>
          <a:effectRef idx="3">
            <a:schemeClr val="accent6"/>
          </a:effectRef>
          <a:fontRef idx="minor">
            <a:schemeClr val="lt1"/>
          </a:fontRef>
        </p:style>
        <p:txBody>
          <a:bodyPr wrap="none" rtlCol="0" anchor="ctr">
            <a:noAutofit/>
          </a:bodyPr>
          <a:lstStyle/>
          <a:p>
            <a:pPr algn="ctr"/>
            <a:r>
              <a:rPr lang="en-US" sz="2800" noProof="0" dirty="0"/>
              <a:t>General HPC computing</a:t>
            </a:r>
          </a:p>
        </p:txBody>
      </p:sp>
      <p:sp>
        <p:nvSpPr>
          <p:cNvPr id="7" name="TextBox 6">
            <a:extLst>
              <a:ext uri="{FF2B5EF4-FFF2-40B4-BE49-F238E27FC236}">
                <a16:creationId xmlns:a16="http://schemas.microsoft.com/office/drawing/2014/main" id="{F178AC6C-FC18-4019-D6D7-374777F1BAEC}"/>
              </a:ext>
            </a:extLst>
          </p:cNvPr>
          <p:cNvSpPr txBox="1"/>
          <p:nvPr>
            <p:custDataLst>
              <p:tags r:id="rId8"/>
            </p:custDataLst>
          </p:nvPr>
        </p:nvSpPr>
        <p:spPr>
          <a:xfrm>
            <a:off x="9116787" y="5760739"/>
            <a:ext cx="2935740" cy="518764"/>
          </a:xfrm>
          <a:prstGeom prst="rect">
            <a:avLst/>
          </a:prstGeom>
          <a:gradFill>
            <a:gsLst>
              <a:gs pos="0">
                <a:srgbClr val="E9642F"/>
              </a:gs>
              <a:gs pos="50000">
                <a:schemeClr val="accent2">
                  <a:satMod val="110000"/>
                  <a:lumMod val="100000"/>
                  <a:shade val="100000"/>
                </a:schemeClr>
              </a:gs>
              <a:gs pos="100000">
                <a:schemeClr val="accent2">
                  <a:lumMod val="99000"/>
                  <a:satMod val="120000"/>
                  <a:shade val="78000"/>
                </a:schemeClr>
              </a:gs>
            </a:gsLst>
          </a:gradFill>
        </p:spPr>
        <p:style>
          <a:lnRef idx="0">
            <a:schemeClr val="accent2"/>
          </a:lnRef>
          <a:fillRef idx="3">
            <a:schemeClr val="accent2"/>
          </a:fillRef>
          <a:effectRef idx="3">
            <a:schemeClr val="accent2"/>
          </a:effectRef>
          <a:fontRef idx="minor">
            <a:schemeClr val="lt1"/>
          </a:fontRef>
        </p:style>
        <p:txBody>
          <a:bodyPr wrap="none" rtlCol="0" anchor="ctr">
            <a:noAutofit/>
          </a:bodyPr>
          <a:lstStyle/>
          <a:p>
            <a:pPr algn="ctr"/>
            <a:r>
              <a:rPr lang="en-US" sz="2400" noProof="0" dirty="0"/>
              <a:t>LLM code generation</a:t>
            </a:r>
          </a:p>
        </p:txBody>
      </p:sp>
      <p:sp>
        <p:nvSpPr>
          <p:cNvPr id="9" name="TextBox 8">
            <a:extLst>
              <a:ext uri="{FF2B5EF4-FFF2-40B4-BE49-F238E27FC236}">
                <a16:creationId xmlns:a16="http://schemas.microsoft.com/office/drawing/2014/main" id="{1AE6887D-8433-28B1-0FDD-63B1B7428374}"/>
              </a:ext>
            </a:extLst>
          </p:cNvPr>
          <p:cNvSpPr txBox="1"/>
          <p:nvPr>
            <p:custDataLst>
              <p:tags r:id="rId9"/>
            </p:custDataLst>
          </p:nvPr>
        </p:nvSpPr>
        <p:spPr>
          <a:xfrm>
            <a:off x="2331057" y="6316525"/>
            <a:ext cx="3372077" cy="523220"/>
          </a:xfrm>
          <a:prstGeom prst="rect">
            <a:avLst/>
          </a:prstGeom>
        </p:spPr>
        <p:style>
          <a:lnRef idx="0">
            <a:schemeClr val="accent1"/>
          </a:lnRef>
          <a:fillRef idx="3">
            <a:schemeClr val="accent1"/>
          </a:fillRef>
          <a:effectRef idx="3">
            <a:schemeClr val="accent1"/>
          </a:effectRef>
          <a:fontRef idx="minor">
            <a:schemeClr val="lt1"/>
          </a:fontRef>
        </p:style>
        <p:txBody>
          <a:bodyPr wrap="none" rtlCol="0" anchor="ctr">
            <a:noAutofit/>
          </a:bodyPr>
          <a:lstStyle/>
          <a:p>
            <a:pPr algn="ctr"/>
            <a:r>
              <a:rPr lang="en-US" sz="2800" noProof="0" dirty="0"/>
              <a:t>k-Nearest Neighbors</a:t>
            </a:r>
          </a:p>
        </p:txBody>
      </p:sp>
      <p:sp>
        <p:nvSpPr>
          <p:cNvPr id="2" name="Title 1">
            <a:extLst>
              <a:ext uri="{FF2B5EF4-FFF2-40B4-BE49-F238E27FC236}">
                <a16:creationId xmlns:a16="http://schemas.microsoft.com/office/drawing/2014/main" id="{6447B745-9B50-DD90-5161-BD2A06CEA44B}"/>
              </a:ext>
            </a:extLst>
          </p:cNvPr>
          <p:cNvSpPr>
            <a:spLocks noGrp="1"/>
          </p:cNvSpPr>
          <p:nvPr>
            <p:ph type="title"/>
            <p:custDataLst>
              <p:tags r:id="rId10"/>
            </p:custDataLst>
          </p:nvPr>
        </p:nvSpPr>
        <p:spPr/>
        <p:txBody>
          <a:bodyPr/>
          <a:lstStyle/>
          <a:p>
            <a:r>
              <a:rPr lang="en-US" noProof="0" dirty="0"/>
              <a:t>Contribution map</a:t>
            </a:r>
          </a:p>
        </p:txBody>
      </p:sp>
      <p:sp>
        <p:nvSpPr>
          <p:cNvPr id="3" name="Date Placeholder 2">
            <a:extLst>
              <a:ext uri="{FF2B5EF4-FFF2-40B4-BE49-F238E27FC236}">
                <a16:creationId xmlns:a16="http://schemas.microsoft.com/office/drawing/2014/main" id="{BD7C89E2-483C-AAE2-A28B-882731CF7B1F}"/>
              </a:ext>
            </a:extLst>
          </p:cNvPr>
          <p:cNvSpPr>
            <a:spLocks noGrp="1"/>
          </p:cNvSpPr>
          <p:nvPr>
            <p:ph type="dt" sz="half" idx="10"/>
            <p:custDataLst>
              <p:tags r:id="rId11"/>
            </p:custDataLst>
          </p:nvPr>
        </p:nvSpPr>
        <p:spPr/>
        <p:txBody>
          <a:bodyPr/>
          <a:lstStyle/>
          <a:p>
            <a:r>
              <a:rPr lang="en-US" noProof="0"/>
              <a:t>9/5/2026</a:t>
            </a:r>
            <a:endParaRPr lang="en-US" noProof="0" dirty="0"/>
          </a:p>
        </p:txBody>
      </p:sp>
      <p:sp>
        <p:nvSpPr>
          <p:cNvPr id="4" name="Slide Number Placeholder 3">
            <a:extLst>
              <a:ext uri="{FF2B5EF4-FFF2-40B4-BE49-F238E27FC236}">
                <a16:creationId xmlns:a16="http://schemas.microsoft.com/office/drawing/2014/main" id="{1EE703C1-86DF-7428-224F-96B06FB73E3C}"/>
              </a:ext>
            </a:extLst>
          </p:cNvPr>
          <p:cNvSpPr>
            <a:spLocks noGrp="1"/>
          </p:cNvSpPr>
          <p:nvPr>
            <p:ph type="sldNum" sz="quarter" idx="12"/>
            <p:custDataLst>
              <p:tags r:id="rId12"/>
            </p:custDataLst>
          </p:nvPr>
        </p:nvSpPr>
        <p:spPr/>
        <p:txBody>
          <a:bodyPr/>
          <a:lstStyle/>
          <a:p>
            <a:r>
              <a:rPr lang="en-US" noProof="0"/>
              <a:t>31</a:t>
            </a:r>
            <a:endParaRPr lang="en-US" noProof="0" dirty="0"/>
          </a:p>
        </p:txBody>
      </p:sp>
      <p:pic>
        <p:nvPicPr>
          <p:cNvPr id="108" name="Graphic 107" descr="Document with solid fill">
            <a:extLst>
              <a:ext uri="{FF2B5EF4-FFF2-40B4-BE49-F238E27FC236}">
                <a16:creationId xmlns:a16="http://schemas.microsoft.com/office/drawing/2014/main" id="{C2DFAA5D-5334-A49A-48B2-E76A0FA60672}"/>
              </a:ext>
            </a:extLst>
          </p:cNvPr>
          <p:cNvPicPr>
            <a:picLocks noChangeAspect="1"/>
          </p:cNvPicPr>
          <p:nvPr>
            <p:custDataLst>
              <p:tags r:id="rId13"/>
            </p:custDataLst>
          </p:nvPr>
        </p:nvPicPr>
        <p:blipFill>
          <a:blip>
            <a:extLst>
              <a:ext uri="{96DAC541-7B7A-43D3-8B79-37D633B846F1}">
                <asvg:svgBlip xmlns:asvg="http://schemas.microsoft.com/office/drawing/2016/SVG/main" r:embed="rId17"/>
              </a:ext>
            </a:extLst>
          </a:blip>
          <a:stretch>
            <a:fillRect/>
          </a:stretch>
        </p:blipFill>
        <p:spPr>
          <a:xfrm>
            <a:off x="259545" y="1724594"/>
            <a:ext cx="692126" cy="692126"/>
          </a:xfrm>
          <a:prstGeom prst="rect">
            <a:avLst/>
          </a:prstGeom>
        </p:spPr>
      </p:pic>
      <p:pic>
        <p:nvPicPr>
          <p:cNvPr id="112" name="Graphic 111" descr="Document with solid fill">
            <a:extLst>
              <a:ext uri="{FF2B5EF4-FFF2-40B4-BE49-F238E27FC236}">
                <a16:creationId xmlns:a16="http://schemas.microsoft.com/office/drawing/2014/main" id="{89A83EF7-9621-C7E8-72AF-14DB294FEC07}"/>
              </a:ext>
            </a:extLst>
          </p:cNvPr>
          <p:cNvPicPr>
            <a:picLocks noChangeAspect="1"/>
          </p:cNvPicPr>
          <p:nvPr>
            <p:custDataLst>
              <p:tags r:id="rId14"/>
            </p:custDataLst>
          </p:nvPr>
        </p:nvPicPr>
        <p:blipFill>
          <a:blip>
            <a:extLst>
              <a:ext uri="{96DAC541-7B7A-43D3-8B79-37D633B846F1}">
                <asvg:svgBlip xmlns:asvg="http://schemas.microsoft.com/office/drawing/2016/SVG/main" r:embed="rId17"/>
              </a:ext>
            </a:extLst>
          </a:blip>
          <a:stretch>
            <a:fillRect/>
          </a:stretch>
        </p:blipFill>
        <p:spPr>
          <a:xfrm>
            <a:off x="612168" y="2754124"/>
            <a:ext cx="692126" cy="692126"/>
          </a:xfrm>
          <a:prstGeom prst="rect">
            <a:avLst/>
          </a:prstGeom>
        </p:spPr>
      </p:pic>
    </p:spTree>
    <p:custDataLst>
      <p:tags r:id="rId1"/>
    </p:custDataLst>
    <p:extLst>
      <p:ext uri="{BB962C8B-B14F-4D97-AF65-F5344CB8AC3E}">
        <p14:creationId xmlns:p14="http://schemas.microsoft.com/office/powerpoint/2010/main" val="2190284110"/>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9" name="Straight Connector 18">
            <a:extLst>
              <a:ext uri="{FF2B5EF4-FFF2-40B4-BE49-F238E27FC236}">
                <a16:creationId xmlns:a16="http://schemas.microsoft.com/office/drawing/2014/main" id="{E9233798-963E-F8A0-85A4-DCE8EC91DBF9}"/>
              </a:ext>
            </a:extLst>
          </p:cNvPr>
          <p:cNvCxnSpPr>
            <a:stCxn id="8" idx="0"/>
            <a:endCxn id="32" idx="2"/>
          </p:cNvCxnSpPr>
          <p:nvPr>
            <p:custDataLst>
              <p:tags r:id="rId2"/>
            </p:custDataLst>
          </p:nvPr>
        </p:nvCxnSpPr>
        <p:spPr>
          <a:xfrm flipV="1">
            <a:off x="1566991" y="1566577"/>
            <a:ext cx="709304" cy="302248"/>
          </a:xfrm>
          <a:prstGeom prst="line">
            <a:avLst/>
          </a:prstGeom>
          <a:ln>
            <a:solidFill>
              <a:schemeClr val="accent6">
                <a:lumMod val="75000"/>
              </a:schemeClr>
            </a:solidFill>
          </a:ln>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B3289B2B-81D7-3AAE-0581-2401DD73C129}"/>
              </a:ext>
            </a:extLst>
          </p:cNvPr>
          <p:cNvCxnSpPr>
            <a:cxnSpLocks/>
            <a:stCxn id="8" idx="2"/>
            <a:endCxn id="12" idx="0"/>
          </p:cNvCxnSpPr>
          <p:nvPr>
            <p:custDataLst>
              <p:tags r:id="rId3"/>
            </p:custDataLst>
          </p:nvPr>
        </p:nvCxnSpPr>
        <p:spPr>
          <a:xfrm>
            <a:off x="1566991" y="2379603"/>
            <a:ext cx="472321" cy="479916"/>
          </a:xfrm>
          <a:prstGeom prst="line">
            <a:avLst/>
          </a:prstGeom>
          <a:ln>
            <a:solidFill>
              <a:schemeClr val="accent6">
                <a:lumMod val="75000"/>
              </a:schemeClr>
            </a:solidFill>
          </a:ln>
        </p:spPr>
        <p:style>
          <a:lnRef idx="2">
            <a:schemeClr val="accent1"/>
          </a:lnRef>
          <a:fillRef idx="0">
            <a:schemeClr val="accent1"/>
          </a:fillRef>
          <a:effectRef idx="1">
            <a:schemeClr val="accent1"/>
          </a:effectRef>
          <a:fontRef idx="minor">
            <a:schemeClr val="tx1"/>
          </a:fontRef>
        </p:style>
      </p:cxnSp>
      <p:cxnSp>
        <p:nvCxnSpPr>
          <p:cNvPr id="29" name="Straight Connector 28">
            <a:extLst>
              <a:ext uri="{FF2B5EF4-FFF2-40B4-BE49-F238E27FC236}">
                <a16:creationId xmlns:a16="http://schemas.microsoft.com/office/drawing/2014/main" id="{C463B896-BD13-512A-E580-7BE4DFC4E1B3}"/>
              </a:ext>
            </a:extLst>
          </p:cNvPr>
          <p:cNvCxnSpPr>
            <a:cxnSpLocks/>
            <a:stCxn id="12" idx="2"/>
            <a:endCxn id="16" idx="0"/>
          </p:cNvCxnSpPr>
          <p:nvPr>
            <p:custDataLst>
              <p:tags r:id="rId4"/>
            </p:custDataLst>
          </p:nvPr>
        </p:nvCxnSpPr>
        <p:spPr>
          <a:xfrm flipH="1">
            <a:off x="1384604" y="3370297"/>
            <a:ext cx="654708" cy="467263"/>
          </a:xfrm>
          <a:prstGeom prst="line">
            <a:avLst/>
          </a:prstGeom>
          <a:ln>
            <a:solidFill>
              <a:schemeClr val="accent6">
                <a:lumMod val="75000"/>
              </a:schemeClr>
            </a:solidFill>
          </a:ln>
        </p:spPr>
        <p:style>
          <a:lnRef idx="2">
            <a:schemeClr val="accent1"/>
          </a:lnRef>
          <a:fillRef idx="0">
            <a:schemeClr val="accent1"/>
          </a:fillRef>
          <a:effectRef idx="1">
            <a:schemeClr val="accent1"/>
          </a:effectRef>
          <a:fontRef idx="minor">
            <a:schemeClr val="tx1"/>
          </a:fontRef>
        </p:style>
      </p:cxnSp>
      <p:sp>
        <p:nvSpPr>
          <p:cNvPr id="8" name="TextBox 7">
            <a:extLst>
              <a:ext uri="{FF2B5EF4-FFF2-40B4-BE49-F238E27FC236}">
                <a16:creationId xmlns:a16="http://schemas.microsoft.com/office/drawing/2014/main" id="{0C1F297F-A46E-4127-A44D-943053748AAD}"/>
              </a:ext>
            </a:extLst>
          </p:cNvPr>
          <p:cNvSpPr txBox="1"/>
          <p:nvPr>
            <p:custDataLst>
              <p:tags r:id="rId5"/>
            </p:custDataLst>
          </p:nvPr>
        </p:nvSpPr>
        <p:spPr>
          <a:xfrm>
            <a:off x="927858" y="1868825"/>
            <a:ext cx="1278266" cy="510778"/>
          </a:xfrm>
          <a:prstGeom prst="roundRect">
            <a:avLst/>
          </a:prstGeom>
          <a:gradFill flip="none" rotWithShape="1">
            <a:gsLst>
              <a:gs pos="0">
                <a:schemeClr val="accent6">
                  <a:lumMod val="67000"/>
                </a:schemeClr>
              </a:gs>
              <a:gs pos="48000">
                <a:schemeClr val="accent6">
                  <a:lumMod val="97000"/>
                  <a:lumOff val="3000"/>
                </a:schemeClr>
              </a:gs>
              <a:gs pos="100000">
                <a:srgbClr val="74D054"/>
              </a:gs>
            </a:gsLst>
            <a:lin ang="16200000" scaled="1"/>
            <a:tileRect/>
          </a:gradFill>
          <a:ln w="38100">
            <a:solidFill>
              <a:srgbClr val="FF0000"/>
            </a:solidFill>
          </a:ln>
        </p:spPr>
        <p:style>
          <a:lnRef idx="0">
            <a:scrgbClr r="0" g="0" b="0"/>
          </a:lnRef>
          <a:fillRef idx="0">
            <a:scrgbClr r="0" g="0" b="0"/>
          </a:fillRef>
          <a:effectRef idx="0">
            <a:scrgbClr r="0" g="0" b="0"/>
          </a:effectRef>
          <a:fontRef idx="minor">
            <a:schemeClr val="lt1"/>
          </a:fontRef>
        </p:style>
        <p:txBody>
          <a:bodyPr wrap="none" rtlCol="0" anchor="ctr">
            <a:noAutofit/>
          </a:bodyPr>
          <a:lstStyle/>
          <a:p>
            <a:pPr algn="ctr"/>
            <a:r>
              <a:rPr lang="en-US" sz="2400" noProof="0" dirty="0"/>
              <a:t>Layouts</a:t>
            </a:r>
          </a:p>
        </p:txBody>
      </p:sp>
      <p:sp>
        <p:nvSpPr>
          <p:cNvPr id="12" name="TextBox 11">
            <a:extLst>
              <a:ext uri="{FF2B5EF4-FFF2-40B4-BE49-F238E27FC236}">
                <a16:creationId xmlns:a16="http://schemas.microsoft.com/office/drawing/2014/main" id="{B8DD753E-8E05-7A83-7639-B87EDB75A42B}"/>
              </a:ext>
            </a:extLst>
          </p:cNvPr>
          <p:cNvSpPr txBox="1"/>
          <p:nvPr>
            <p:custDataLst>
              <p:tags r:id="rId6"/>
            </p:custDataLst>
          </p:nvPr>
        </p:nvSpPr>
        <p:spPr>
          <a:xfrm>
            <a:off x="1261402" y="2859519"/>
            <a:ext cx="1555820" cy="510778"/>
          </a:xfrm>
          <a:prstGeom prst="roundRect">
            <a:avLst/>
          </a:prstGeom>
          <a:gradFill flip="none" rotWithShape="1">
            <a:gsLst>
              <a:gs pos="0">
                <a:schemeClr val="accent6">
                  <a:lumMod val="67000"/>
                </a:schemeClr>
              </a:gs>
              <a:gs pos="48000">
                <a:schemeClr val="accent6">
                  <a:lumMod val="97000"/>
                  <a:lumOff val="3000"/>
                </a:schemeClr>
              </a:gs>
              <a:gs pos="100000">
                <a:srgbClr val="74D054"/>
              </a:gs>
            </a:gsLst>
            <a:lin ang="16200000" scaled="1"/>
            <a:tileRect/>
          </a:gradFill>
          <a:ln w="38100">
            <a:solidFill>
              <a:srgbClr val="FF0000"/>
            </a:solidFill>
          </a:ln>
        </p:spPr>
        <p:style>
          <a:lnRef idx="0">
            <a:scrgbClr r="0" g="0" b="0"/>
          </a:lnRef>
          <a:fillRef idx="0">
            <a:scrgbClr r="0" g="0" b="0"/>
          </a:fillRef>
          <a:effectRef idx="0">
            <a:scrgbClr r="0" g="0" b="0"/>
          </a:effectRef>
          <a:fontRef idx="minor">
            <a:schemeClr val="lt1"/>
          </a:fontRef>
        </p:style>
        <p:txBody>
          <a:bodyPr wrap="none" rtlCol="0" anchor="ctr">
            <a:noAutofit/>
          </a:bodyPr>
          <a:lstStyle/>
          <a:p>
            <a:pPr algn="ctr"/>
            <a:r>
              <a:rPr lang="en-US" sz="2400" noProof="0" dirty="0"/>
              <a:t>Traversals</a:t>
            </a:r>
          </a:p>
        </p:txBody>
      </p:sp>
      <p:sp>
        <p:nvSpPr>
          <p:cNvPr id="16" name="TextBox 15">
            <a:extLst>
              <a:ext uri="{FF2B5EF4-FFF2-40B4-BE49-F238E27FC236}">
                <a16:creationId xmlns:a16="http://schemas.microsoft.com/office/drawing/2014/main" id="{DFE9A3AF-209B-AE12-2963-A07256AC3AD8}"/>
              </a:ext>
            </a:extLst>
          </p:cNvPr>
          <p:cNvSpPr txBox="1"/>
          <p:nvPr>
            <p:custDataLst>
              <p:tags r:id="rId7"/>
            </p:custDataLst>
          </p:nvPr>
        </p:nvSpPr>
        <p:spPr>
          <a:xfrm>
            <a:off x="541538" y="3837560"/>
            <a:ext cx="1686131" cy="510778"/>
          </a:xfrm>
          <a:prstGeom prst="roundRect">
            <a:avLst/>
          </a:prstGeom>
          <a:gradFill flip="none" rotWithShape="1">
            <a:gsLst>
              <a:gs pos="0">
                <a:schemeClr val="accent6">
                  <a:lumMod val="67000"/>
                </a:schemeClr>
              </a:gs>
              <a:gs pos="48000">
                <a:schemeClr val="accent6">
                  <a:lumMod val="97000"/>
                  <a:lumOff val="3000"/>
                </a:schemeClr>
              </a:gs>
              <a:gs pos="100000">
                <a:srgbClr val="74D054"/>
              </a:gs>
            </a:gsLst>
            <a:lin ang="16200000" scaled="1"/>
            <a:tileRect/>
          </a:gradFill>
          <a:ln w="38100">
            <a:solidFill>
              <a:srgbClr val="FF0000"/>
            </a:solidFill>
          </a:ln>
        </p:spPr>
        <p:style>
          <a:lnRef idx="0">
            <a:scrgbClr r="0" g="0" b="0"/>
          </a:lnRef>
          <a:fillRef idx="0">
            <a:scrgbClr r="0" g="0" b="0"/>
          </a:fillRef>
          <a:effectRef idx="0">
            <a:scrgbClr r="0" g="0" b="0"/>
          </a:effectRef>
          <a:fontRef idx="minor">
            <a:schemeClr val="lt1"/>
          </a:fontRef>
        </p:style>
        <p:txBody>
          <a:bodyPr wrap="none" rtlCol="0" anchor="ctr">
            <a:spAutoFit/>
          </a:bodyPr>
          <a:lstStyle/>
          <a:p>
            <a:pPr algn="ctr"/>
            <a:r>
              <a:rPr lang="en-US" sz="2400" noProof="0" dirty="0"/>
              <a:t>Autotuning</a:t>
            </a:r>
          </a:p>
        </p:txBody>
      </p:sp>
      <p:sp>
        <p:nvSpPr>
          <p:cNvPr id="20" name="TextBox 19">
            <a:extLst>
              <a:ext uri="{FF2B5EF4-FFF2-40B4-BE49-F238E27FC236}">
                <a16:creationId xmlns:a16="http://schemas.microsoft.com/office/drawing/2014/main" id="{EBEA25C6-5912-033A-1DD3-AE5CB2BC4AB3}"/>
              </a:ext>
            </a:extLst>
          </p:cNvPr>
          <p:cNvSpPr txBox="1"/>
          <p:nvPr>
            <p:custDataLst>
              <p:tags r:id="rId8"/>
            </p:custDataLst>
          </p:nvPr>
        </p:nvSpPr>
        <p:spPr>
          <a:xfrm>
            <a:off x="7111622" y="513594"/>
            <a:ext cx="3443606" cy="523220"/>
          </a:xfrm>
          <a:prstGeom prst="rect">
            <a:avLst/>
          </a:prstGeom>
        </p:spPr>
        <p:style>
          <a:lnRef idx="0">
            <a:schemeClr val="accent5"/>
          </a:lnRef>
          <a:fillRef idx="3">
            <a:schemeClr val="accent5"/>
          </a:fillRef>
          <a:effectRef idx="3">
            <a:schemeClr val="accent5"/>
          </a:effectRef>
          <a:fontRef idx="minor">
            <a:schemeClr val="lt1"/>
          </a:fontRef>
        </p:style>
        <p:txBody>
          <a:bodyPr wrap="none" rtlCol="0" anchor="ctr">
            <a:noAutofit/>
          </a:bodyPr>
          <a:lstStyle>
            <a:defPPr>
              <a:defRPr lang="en-US"/>
            </a:defPPr>
            <a:lvl1pPr algn="ctr">
              <a:defRPr sz="2400"/>
            </a:lvl1pPr>
          </a:lstStyle>
          <a:p>
            <a:r>
              <a:rPr lang="en-US" sz="2800" noProof="0" dirty="0"/>
              <a:t>Stencil computation</a:t>
            </a:r>
          </a:p>
        </p:txBody>
      </p:sp>
      <p:sp>
        <p:nvSpPr>
          <p:cNvPr id="32" name="TextBox 31">
            <a:extLst>
              <a:ext uri="{FF2B5EF4-FFF2-40B4-BE49-F238E27FC236}">
                <a16:creationId xmlns:a16="http://schemas.microsoft.com/office/drawing/2014/main" id="{575DD392-3AAA-5F2A-363D-37ADF1B2AD3E}"/>
              </a:ext>
            </a:extLst>
          </p:cNvPr>
          <p:cNvSpPr txBox="1"/>
          <p:nvPr>
            <p:custDataLst>
              <p:tags r:id="rId9"/>
            </p:custDataLst>
          </p:nvPr>
        </p:nvSpPr>
        <p:spPr>
          <a:xfrm>
            <a:off x="309795" y="1043357"/>
            <a:ext cx="3933000" cy="523220"/>
          </a:xfrm>
          <a:prstGeom prst="rect">
            <a:avLst/>
          </a:prstGeom>
        </p:spPr>
        <p:style>
          <a:lnRef idx="0">
            <a:schemeClr val="accent6"/>
          </a:lnRef>
          <a:fillRef idx="3">
            <a:schemeClr val="accent6"/>
          </a:fillRef>
          <a:effectRef idx="3">
            <a:schemeClr val="accent6"/>
          </a:effectRef>
          <a:fontRef idx="minor">
            <a:schemeClr val="lt1"/>
          </a:fontRef>
        </p:style>
        <p:txBody>
          <a:bodyPr wrap="none" rtlCol="0" anchor="ctr">
            <a:noAutofit/>
          </a:bodyPr>
          <a:lstStyle/>
          <a:p>
            <a:pPr algn="ctr"/>
            <a:r>
              <a:rPr lang="en-US" sz="2800" noProof="0" dirty="0"/>
              <a:t>General HPC computing</a:t>
            </a:r>
          </a:p>
        </p:txBody>
      </p:sp>
      <p:sp>
        <p:nvSpPr>
          <p:cNvPr id="7" name="TextBox 6">
            <a:extLst>
              <a:ext uri="{FF2B5EF4-FFF2-40B4-BE49-F238E27FC236}">
                <a16:creationId xmlns:a16="http://schemas.microsoft.com/office/drawing/2014/main" id="{F178AC6C-FC18-4019-D6D7-374777F1BAEC}"/>
              </a:ext>
            </a:extLst>
          </p:cNvPr>
          <p:cNvSpPr txBox="1"/>
          <p:nvPr>
            <p:custDataLst>
              <p:tags r:id="rId10"/>
            </p:custDataLst>
          </p:nvPr>
        </p:nvSpPr>
        <p:spPr>
          <a:xfrm>
            <a:off x="9116787" y="5760739"/>
            <a:ext cx="2935740" cy="518764"/>
          </a:xfrm>
          <a:prstGeom prst="rect">
            <a:avLst/>
          </a:prstGeom>
          <a:gradFill>
            <a:gsLst>
              <a:gs pos="0">
                <a:srgbClr val="E9642F"/>
              </a:gs>
              <a:gs pos="50000">
                <a:schemeClr val="accent2">
                  <a:satMod val="110000"/>
                  <a:lumMod val="100000"/>
                  <a:shade val="100000"/>
                </a:schemeClr>
              </a:gs>
              <a:gs pos="100000">
                <a:schemeClr val="accent2">
                  <a:lumMod val="99000"/>
                  <a:satMod val="120000"/>
                  <a:shade val="78000"/>
                </a:schemeClr>
              </a:gs>
            </a:gsLst>
          </a:gradFill>
        </p:spPr>
        <p:style>
          <a:lnRef idx="0">
            <a:schemeClr val="accent2"/>
          </a:lnRef>
          <a:fillRef idx="3">
            <a:schemeClr val="accent2"/>
          </a:fillRef>
          <a:effectRef idx="3">
            <a:schemeClr val="accent2"/>
          </a:effectRef>
          <a:fontRef idx="minor">
            <a:schemeClr val="lt1"/>
          </a:fontRef>
        </p:style>
        <p:txBody>
          <a:bodyPr wrap="none" rtlCol="0" anchor="ctr">
            <a:noAutofit/>
          </a:bodyPr>
          <a:lstStyle/>
          <a:p>
            <a:pPr algn="ctr"/>
            <a:r>
              <a:rPr lang="en-US" sz="2400" noProof="0" dirty="0"/>
              <a:t>LLM code generation</a:t>
            </a:r>
          </a:p>
        </p:txBody>
      </p:sp>
      <p:sp>
        <p:nvSpPr>
          <p:cNvPr id="9" name="TextBox 8">
            <a:extLst>
              <a:ext uri="{FF2B5EF4-FFF2-40B4-BE49-F238E27FC236}">
                <a16:creationId xmlns:a16="http://schemas.microsoft.com/office/drawing/2014/main" id="{1AE6887D-8433-28B1-0FDD-63B1B7428374}"/>
              </a:ext>
            </a:extLst>
          </p:cNvPr>
          <p:cNvSpPr txBox="1"/>
          <p:nvPr>
            <p:custDataLst>
              <p:tags r:id="rId11"/>
            </p:custDataLst>
          </p:nvPr>
        </p:nvSpPr>
        <p:spPr>
          <a:xfrm>
            <a:off x="2331057" y="6316525"/>
            <a:ext cx="3372077" cy="523220"/>
          </a:xfrm>
          <a:prstGeom prst="rect">
            <a:avLst/>
          </a:prstGeom>
        </p:spPr>
        <p:style>
          <a:lnRef idx="0">
            <a:schemeClr val="accent1"/>
          </a:lnRef>
          <a:fillRef idx="3">
            <a:schemeClr val="accent1"/>
          </a:fillRef>
          <a:effectRef idx="3">
            <a:schemeClr val="accent1"/>
          </a:effectRef>
          <a:fontRef idx="minor">
            <a:schemeClr val="lt1"/>
          </a:fontRef>
        </p:style>
        <p:txBody>
          <a:bodyPr wrap="none" rtlCol="0" anchor="ctr">
            <a:noAutofit/>
          </a:bodyPr>
          <a:lstStyle/>
          <a:p>
            <a:pPr algn="ctr"/>
            <a:r>
              <a:rPr lang="en-US" sz="2800" noProof="0" dirty="0"/>
              <a:t>k-Nearest Neighbors</a:t>
            </a:r>
          </a:p>
        </p:txBody>
      </p:sp>
      <p:sp>
        <p:nvSpPr>
          <p:cNvPr id="2" name="Title 1">
            <a:extLst>
              <a:ext uri="{FF2B5EF4-FFF2-40B4-BE49-F238E27FC236}">
                <a16:creationId xmlns:a16="http://schemas.microsoft.com/office/drawing/2014/main" id="{6447B745-9B50-DD90-5161-BD2A06CEA44B}"/>
              </a:ext>
            </a:extLst>
          </p:cNvPr>
          <p:cNvSpPr>
            <a:spLocks noGrp="1"/>
          </p:cNvSpPr>
          <p:nvPr>
            <p:ph type="title"/>
            <p:custDataLst>
              <p:tags r:id="rId12"/>
            </p:custDataLst>
          </p:nvPr>
        </p:nvSpPr>
        <p:spPr/>
        <p:txBody>
          <a:bodyPr/>
          <a:lstStyle/>
          <a:p>
            <a:r>
              <a:rPr lang="en-US" noProof="0" dirty="0"/>
              <a:t>Contribution map</a:t>
            </a:r>
          </a:p>
        </p:txBody>
      </p:sp>
      <p:sp>
        <p:nvSpPr>
          <p:cNvPr id="3" name="Date Placeholder 2">
            <a:extLst>
              <a:ext uri="{FF2B5EF4-FFF2-40B4-BE49-F238E27FC236}">
                <a16:creationId xmlns:a16="http://schemas.microsoft.com/office/drawing/2014/main" id="{BD7C89E2-483C-AAE2-A28B-882731CF7B1F}"/>
              </a:ext>
            </a:extLst>
          </p:cNvPr>
          <p:cNvSpPr>
            <a:spLocks noGrp="1"/>
          </p:cNvSpPr>
          <p:nvPr>
            <p:ph type="dt" sz="half" idx="10"/>
            <p:custDataLst>
              <p:tags r:id="rId13"/>
            </p:custDataLst>
          </p:nvPr>
        </p:nvSpPr>
        <p:spPr/>
        <p:txBody>
          <a:bodyPr/>
          <a:lstStyle/>
          <a:p>
            <a:r>
              <a:rPr lang="en-US" noProof="0"/>
              <a:t>9/5/2026</a:t>
            </a:r>
            <a:endParaRPr lang="en-US" noProof="0" dirty="0"/>
          </a:p>
        </p:txBody>
      </p:sp>
      <p:sp>
        <p:nvSpPr>
          <p:cNvPr id="4" name="Slide Number Placeholder 3">
            <a:extLst>
              <a:ext uri="{FF2B5EF4-FFF2-40B4-BE49-F238E27FC236}">
                <a16:creationId xmlns:a16="http://schemas.microsoft.com/office/drawing/2014/main" id="{1EE703C1-86DF-7428-224F-96B06FB73E3C}"/>
              </a:ext>
            </a:extLst>
          </p:cNvPr>
          <p:cNvSpPr>
            <a:spLocks noGrp="1"/>
          </p:cNvSpPr>
          <p:nvPr>
            <p:ph type="sldNum" sz="quarter" idx="12"/>
            <p:custDataLst>
              <p:tags r:id="rId14"/>
            </p:custDataLst>
          </p:nvPr>
        </p:nvSpPr>
        <p:spPr/>
        <p:txBody>
          <a:bodyPr/>
          <a:lstStyle/>
          <a:p>
            <a:r>
              <a:rPr lang="en-US" noProof="0"/>
              <a:t>31</a:t>
            </a:r>
            <a:endParaRPr lang="en-US" noProof="0" dirty="0"/>
          </a:p>
        </p:txBody>
      </p:sp>
      <p:pic>
        <p:nvPicPr>
          <p:cNvPr id="108" name="Graphic 107" descr="Document with solid fill">
            <a:extLst>
              <a:ext uri="{FF2B5EF4-FFF2-40B4-BE49-F238E27FC236}">
                <a16:creationId xmlns:a16="http://schemas.microsoft.com/office/drawing/2014/main" id="{C2DFAA5D-5334-A49A-48B2-E76A0FA60672}"/>
              </a:ext>
            </a:extLst>
          </p:cNvPr>
          <p:cNvPicPr>
            <a:picLocks noChangeAspect="1"/>
          </p:cNvPicPr>
          <p:nvPr>
            <p:custDataLst>
              <p:tags r:id="rId15"/>
            </p:custDataLst>
          </p:nvPr>
        </p:nvPicPr>
        <p:blipFill>
          <a:blip>
            <a:extLst>
              <a:ext uri="{96DAC541-7B7A-43D3-8B79-37D633B846F1}">
                <asvg:svgBlip xmlns:asvg="http://schemas.microsoft.com/office/drawing/2016/SVG/main" r:embed="rId20"/>
              </a:ext>
            </a:extLst>
          </a:blip>
          <a:stretch>
            <a:fillRect/>
          </a:stretch>
        </p:blipFill>
        <p:spPr>
          <a:xfrm>
            <a:off x="259545" y="1724594"/>
            <a:ext cx="692126" cy="692126"/>
          </a:xfrm>
          <a:prstGeom prst="rect">
            <a:avLst/>
          </a:prstGeom>
        </p:spPr>
      </p:pic>
      <p:pic>
        <p:nvPicPr>
          <p:cNvPr id="112" name="Graphic 111" descr="Document with solid fill">
            <a:extLst>
              <a:ext uri="{FF2B5EF4-FFF2-40B4-BE49-F238E27FC236}">
                <a16:creationId xmlns:a16="http://schemas.microsoft.com/office/drawing/2014/main" id="{89A83EF7-9621-C7E8-72AF-14DB294FEC07}"/>
              </a:ext>
            </a:extLst>
          </p:cNvPr>
          <p:cNvPicPr>
            <a:picLocks noChangeAspect="1"/>
          </p:cNvPicPr>
          <p:nvPr>
            <p:custDataLst>
              <p:tags r:id="rId16"/>
            </p:custDataLst>
          </p:nvPr>
        </p:nvPicPr>
        <p:blipFill>
          <a:blip>
            <a:extLst>
              <a:ext uri="{96DAC541-7B7A-43D3-8B79-37D633B846F1}">
                <asvg:svgBlip xmlns:asvg="http://schemas.microsoft.com/office/drawing/2016/SVG/main" r:embed="rId20"/>
              </a:ext>
            </a:extLst>
          </a:blip>
          <a:stretch>
            <a:fillRect/>
          </a:stretch>
        </p:blipFill>
        <p:spPr>
          <a:xfrm>
            <a:off x="612168" y="2754124"/>
            <a:ext cx="692126" cy="692126"/>
          </a:xfrm>
          <a:prstGeom prst="rect">
            <a:avLst/>
          </a:prstGeom>
        </p:spPr>
      </p:pic>
      <p:pic>
        <p:nvPicPr>
          <p:cNvPr id="114" name="Graphic 113" descr="Document with solid fill">
            <a:extLst>
              <a:ext uri="{FF2B5EF4-FFF2-40B4-BE49-F238E27FC236}">
                <a16:creationId xmlns:a16="http://schemas.microsoft.com/office/drawing/2014/main" id="{429BC7B5-3FE6-AD92-9E9A-1B2F2AEC39C2}"/>
              </a:ext>
            </a:extLst>
          </p:cNvPr>
          <p:cNvPicPr>
            <a:picLocks noChangeAspect="1"/>
          </p:cNvPicPr>
          <p:nvPr>
            <p:custDataLst>
              <p:tags r:id="rId17"/>
            </p:custDataLst>
          </p:nvPr>
        </p:nvPicPr>
        <p:blipFill>
          <a:blip>
            <a:extLst>
              <a:ext uri="{96DAC541-7B7A-43D3-8B79-37D633B846F1}">
                <asvg:svgBlip xmlns:asvg="http://schemas.microsoft.com/office/drawing/2016/SVG/main" r:embed="rId21"/>
              </a:ext>
            </a:extLst>
          </a:blip>
          <a:stretch>
            <a:fillRect/>
          </a:stretch>
        </p:blipFill>
        <p:spPr>
          <a:xfrm>
            <a:off x="-73665" y="3804149"/>
            <a:ext cx="684040" cy="684040"/>
          </a:xfrm>
          <a:prstGeom prst="rect">
            <a:avLst/>
          </a:prstGeom>
        </p:spPr>
      </p:pic>
    </p:spTree>
    <p:custDataLst>
      <p:tags r:id="rId1"/>
    </p:custDataLst>
    <p:extLst>
      <p:ext uri="{BB962C8B-B14F-4D97-AF65-F5344CB8AC3E}">
        <p14:creationId xmlns:p14="http://schemas.microsoft.com/office/powerpoint/2010/main" val="2933014242"/>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9" name="Straight Connector 18">
            <a:extLst>
              <a:ext uri="{FF2B5EF4-FFF2-40B4-BE49-F238E27FC236}">
                <a16:creationId xmlns:a16="http://schemas.microsoft.com/office/drawing/2014/main" id="{E9233798-963E-F8A0-85A4-DCE8EC91DBF9}"/>
              </a:ext>
            </a:extLst>
          </p:cNvPr>
          <p:cNvCxnSpPr>
            <a:stCxn id="8" idx="0"/>
            <a:endCxn id="32" idx="2"/>
          </p:cNvCxnSpPr>
          <p:nvPr>
            <p:custDataLst>
              <p:tags r:id="rId2"/>
            </p:custDataLst>
          </p:nvPr>
        </p:nvCxnSpPr>
        <p:spPr>
          <a:xfrm flipV="1">
            <a:off x="1566991" y="1566577"/>
            <a:ext cx="709304" cy="302248"/>
          </a:xfrm>
          <a:prstGeom prst="line">
            <a:avLst/>
          </a:prstGeom>
          <a:ln>
            <a:solidFill>
              <a:schemeClr val="accent6">
                <a:lumMod val="75000"/>
              </a:schemeClr>
            </a:solidFill>
          </a:ln>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B3289B2B-81D7-3AAE-0581-2401DD73C129}"/>
              </a:ext>
            </a:extLst>
          </p:cNvPr>
          <p:cNvCxnSpPr>
            <a:cxnSpLocks/>
            <a:stCxn id="8" idx="2"/>
            <a:endCxn id="12" idx="0"/>
          </p:cNvCxnSpPr>
          <p:nvPr>
            <p:custDataLst>
              <p:tags r:id="rId3"/>
            </p:custDataLst>
          </p:nvPr>
        </p:nvCxnSpPr>
        <p:spPr>
          <a:xfrm>
            <a:off x="1566991" y="2379603"/>
            <a:ext cx="472321" cy="479916"/>
          </a:xfrm>
          <a:prstGeom prst="line">
            <a:avLst/>
          </a:prstGeom>
          <a:ln>
            <a:solidFill>
              <a:schemeClr val="accent6">
                <a:lumMod val="75000"/>
              </a:schemeClr>
            </a:solidFill>
          </a:ln>
        </p:spPr>
        <p:style>
          <a:lnRef idx="2">
            <a:schemeClr val="accent1"/>
          </a:lnRef>
          <a:fillRef idx="0">
            <a:schemeClr val="accent1"/>
          </a:fillRef>
          <a:effectRef idx="1">
            <a:schemeClr val="accent1"/>
          </a:effectRef>
          <a:fontRef idx="minor">
            <a:schemeClr val="tx1"/>
          </a:fontRef>
        </p:style>
      </p:cxnSp>
      <p:cxnSp>
        <p:nvCxnSpPr>
          <p:cNvPr id="29" name="Straight Connector 28">
            <a:extLst>
              <a:ext uri="{FF2B5EF4-FFF2-40B4-BE49-F238E27FC236}">
                <a16:creationId xmlns:a16="http://schemas.microsoft.com/office/drawing/2014/main" id="{C463B896-BD13-512A-E580-7BE4DFC4E1B3}"/>
              </a:ext>
            </a:extLst>
          </p:cNvPr>
          <p:cNvCxnSpPr>
            <a:cxnSpLocks/>
            <a:stCxn id="12" idx="2"/>
            <a:endCxn id="16" idx="0"/>
          </p:cNvCxnSpPr>
          <p:nvPr>
            <p:custDataLst>
              <p:tags r:id="rId4"/>
            </p:custDataLst>
          </p:nvPr>
        </p:nvCxnSpPr>
        <p:spPr>
          <a:xfrm flipH="1">
            <a:off x="1384604" y="3370297"/>
            <a:ext cx="654708" cy="467263"/>
          </a:xfrm>
          <a:prstGeom prst="line">
            <a:avLst/>
          </a:prstGeom>
          <a:ln>
            <a:solidFill>
              <a:schemeClr val="accent6">
                <a:lumMod val="75000"/>
              </a:schemeClr>
            </a:solidFill>
          </a:ln>
        </p:spPr>
        <p:style>
          <a:lnRef idx="2">
            <a:schemeClr val="accent1"/>
          </a:lnRef>
          <a:fillRef idx="0">
            <a:schemeClr val="accent1"/>
          </a:fillRef>
          <a:effectRef idx="1">
            <a:schemeClr val="accent1"/>
          </a:effectRef>
          <a:fontRef idx="minor">
            <a:schemeClr val="tx1"/>
          </a:fontRef>
        </p:style>
      </p:cxnSp>
      <p:cxnSp>
        <p:nvCxnSpPr>
          <p:cNvPr id="51" name="Straight Connector 50">
            <a:extLst>
              <a:ext uri="{FF2B5EF4-FFF2-40B4-BE49-F238E27FC236}">
                <a16:creationId xmlns:a16="http://schemas.microsoft.com/office/drawing/2014/main" id="{F7EFBF46-A6BD-4284-E20E-BCB82964D1D7}"/>
              </a:ext>
            </a:extLst>
          </p:cNvPr>
          <p:cNvCxnSpPr>
            <a:cxnSpLocks/>
            <a:stCxn id="9" idx="0"/>
            <a:endCxn id="14" idx="2"/>
          </p:cNvCxnSpPr>
          <p:nvPr>
            <p:custDataLst>
              <p:tags r:id="rId5"/>
            </p:custDataLst>
          </p:nvPr>
        </p:nvCxnSpPr>
        <p:spPr>
          <a:xfrm flipV="1">
            <a:off x="4017096" y="5962338"/>
            <a:ext cx="729418" cy="354187"/>
          </a:xfrm>
          <a:prstGeom prst="line">
            <a:avLst/>
          </a:prstGeom>
        </p:spPr>
        <p:style>
          <a:lnRef idx="2">
            <a:schemeClr val="accent1"/>
          </a:lnRef>
          <a:fillRef idx="0">
            <a:schemeClr val="accent1"/>
          </a:fillRef>
          <a:effectRef idx="1">
            <a:schemeClr val="accent1"/>
          </a:effectRef>
          <a:fontRef idx="minor">
            <a:schemeClr val="tx1"/>
          </a:fontRef>
        </p:style>
      </p:cxnSp>
      <p:sp>
        <p:nvSpPr>
          <p:cNvPr id="8" name="TextBox 7">
            <a:extLst>
              <a:ext uri="{FF2B5EF4-FFF2-40B4-BE49-F238E27FC236}">
                <a16:creationId xmlns:a16="http://schemas.microsoft.com/office/drawing/2014/main" id="{0C1F297F-A46E-4127-A44D-943053748AAD}"/>
              </a:ext>
            </a:extLst>
          </p:cNvPr>
          <p:cNvSpPr txBox="1"/>
          <p:nvPr>
            <p:custDataLst>
              <p:tags r:id="rId6"/>
            </p:custDataLst>
          </p:nvPr>
        </p:nvSpPr>
        <p:spPr>
          <a:xfrm>
            <a:off x="927858" y="1868825"/>
            <a:ext cx="1278266" cy="510778"/>
          </a:xfrm>
          <a:prstGeom prst="roundRect">
            <a:avLst/>
          </a:prstGeom>
          <a:gradFill flip="none" rotWithShape="1">
            <a:gsLst>
              <a:gs pos="0">
                <a:schemeClr val="accent6">
                  <a:lumMod val="67000"/>
                </a:schemeClr>
              </a:gs>
              <a:gs pos="48000">
                <a:schemeClr val="accent6">
                  <a:lumMod val="97000"/>
                  <a:lumOff val="3000"/>
                </a:schemeClr>
              </a:gs>
              <a:gs pos="100000">
                <a:srgbClr val="74D054"/>
              </a:gs>
            </a:gsLst>
            <a:lin ang="16200000" scaled="1"/>
            <a:tileRect/>
          </a:gradFill>
          <a:ln w="38100">
            <a:solidFill>
              <a:srgbClr val="FF0000"/>
            </a:solidFill>
          </a:ln>
        </p:spPr>
        <p:style>
          <a:lnRef idx="0">
            <a:scrgbClr r="0" g="0" b="0"/>
          </a:lnRef>
          <a:fillRef idx="0">
            <a:scrgbClr r="0" g="0" b="0"/>
          </a:fillRef>
          <a:effectRef idx="0">
            <a:scrgbClr r="0" g="0" b="0"/>
          </a:effectRef>
          <a:fontRef idx="minor">
            <a:schemeClr val="lt1"/>
          </a:fontRef>
        </p:style>
        <p:txBody>
          <a:bodyPr wrap="none" rtlCol="0" anchor="ctr">
            <a:noAutofit/>
          </a:bodyPr>
          <a:lstStyle/>
          <a:p>
            <a:pPr algn="ctr"/>
            <a:r>
              <a:rPr lang="en-US" sz="2400" noProof="0" dirty="0"/>
              <a:t>Layouts</a:t>
            </a:r>
          </a:p>
        </p:txBody>
      </p:sp>
      <p:sp>
        <p:nvSpPr>
          <p:cNvPr id="12" name="TextBox 11">
            <a:extLst>
              <a:ext uri="{FF2B5EF4-FFF2-40B4-BE49-F238E27FC236}">
                <a16:creationId xmlns:a16="http://schemas.microsoft.com/office/drawing/2014/main" id="{B8DD753E-8E05-7A83-7639-B87EDB75A42B}"/>
              </a:ext>
            </a:extLst>
          </p:cNvPr>
          <p:cNvSpPr txBox="1"/>
          <p:nvPr>
            <p:custDataLst>
              <p:tags r:id="rId7"/>
            </p:custDataLst>
          </p:nvPr>
        </p:nvSpPr>
        <p:spPr>
          <a:xfrm>
            <a:off x="1261402" y="2859519"/>
            <a:ext cx="1555820" cy="510778"/>
          </a:xfrm>
          <a:prstGeom prst="roundRect">
            <a:avLst/>
          </a:prstGeom>
          <a:gradFill flip="none" rotWithShape="1">
            <a:gsLst>
              <a:gs pos="0">
                <a:schemeClr val="accent6">
                  <a:lumMod val="67000"/>
                </a:schemeClr>
              </a:gs>
              <a:gs pos="48000">
                <a:schemeClr val="accent6">
                  <a:lumMod val="97000"/>
                  <a:lumOff val="3000"/>
                </a:schemeClr>
              </a:gs>
              <a:gs pos="100000">
                <a:srgbClr val="74D054"/>
              </a:gs>
            </a:gsLst>
            <a:lin ang="16200000" scaled="1"/>
            <a:tileRect/>
          </a:gradFill>
          <a:ln w="38100">
            <a:solidFill>
              <a:srgbClr val="FF0000"/>
            </a:solidFill>
          </a:ln>
        </p:spPr>
        <p:style>
          <a:lnRef idx="0">
            <a:scrgbClr r="0" g="0" b="0"/>
          </a:lnRef>
          <a:fillRef idx="0">
            <a:scrgbClr r="0" g="0" b="0"/>
          </a:fillRef>
          <a:effectRef idx="0">
            <a:scrgbClr r="0" g="0" b="0"/>
          </a:effectRef>
          <a:fontRef idx="minor">
            <a:schemeClr val="lt1"/>
          </a:fontRef>
        </p:style>
        <p:txBody>
          <a:bodyPr wrap="none" rtlCol="0" anchor="ctr">
            <a:noAutofit/>
          </a:bodyPr>
          <a:lstStyle/>
          <a:p>
            <a:pPr algn="ctr"/>
            <a:r>
              <a:rPr lang="en-US" sz="2400" noProof="0" dirty="0"/>
              <a:t>Traversals</a:t>
            </a:r>
          </a:p>
        </p:txBody>
      </p:sp>
      <p:sp>
        <p:nvSpPr>
          <p:cNvPr id="16" name="TextBox 15">
            <a:extLst>
              <a:ext uri="{FF2B5EF4-FFF2-40B4-BE49-F238E27FC236}">
                <a16:creationId xmlns:a16="http://schemas.microsoft.com/office/drawing/2014/main" id="{DFE9A3AF-209B-AE12-2963-A07256AC3AD8}"/>
              </a:ext>
            </a:extLst>
          </p:cNvPr>
          <p:cNvSpPr txBox="1"/>
          <p:nvPr>
            <p:custDataLst>
              <p:tags r:id="rId8"/>
            </p:custDataLst>
          </p:nvPr>
        </p:nvSpPr>
        <p:spPr>
          <a:xfrm>
            <a:off x="541538" y="3837560"/>
            <a:ext cx="1686131" cy="510778"/>
          </a:xfrm>
          <a:prstGeom prst="roundRect">
            <a:avLst/>
          </a:prstGeom>
          <a:gradFill flip="none" rotWithShape="1">
            <a:gsLst>
              <a:gs pos="0">
                <a:schemeClr val="accent6">
                  <a:lumMod val="67000"/>
                </a:schemeClr>
              </a:gs>
              <a:gs pos="48000">
                <a:schemeClr val="accent6">
                  <a:lumMod val="97000"/>
                  <a:lumOff val="3000"/>
                </a:schemeClr>
              </a:gs>
              <a:gs pos="100000">
                <a:srgbClr val="74D054"/>
              </a:gs>
            </a:gsLst>
            <a:lin ang="16200000" scaled="1"/>
            <a:tileRect/>
          </a:gradFill>
          <a:ln w="38100">
            <a:solidFill>
              <a:srgbClr val="FF0000"/>
            </a:solidFill>
          </a:ln>
        </p:spPr>
        <p:style>
          <a:lnRef idx="0">
            <a:scrgbClr r="0" g="0" b="0"/>
          </a:lnRef>
          <a:fillRef idx="0">
            <a:scrgbClr r="0" g="0" b="0"/>
          </a:fillRef>
          <a:effectRef idx="0">
            <a:scrgbClr r="0" g="0" b="0"/>
          </a:effectRef>
          <a:fontRef idx="minor">
            <a:schemeClr val="lt1"/>
          </a:fontRef>
        </p:style>
        <p:txBody>
          <a:bodyPr wrap="none" rtlCol="0" anchor="ctr">
            <a:spAutoFit/>
          </a:bodyPr>
          <a:lstStyle/>
          <a:p>
            <a:pPr algn="ctr"/>
            <a:r>
              <a:rPr lang="en-US" sz="2400" noProof="0" dirty="0"/>
              <a:t>Autotuning</a:t>
            </a:r>
          </a:p>
        </p:txBody>
      </p:sp>
      <p:sp>
        <p:nvSpPr>
          <p:cNvPr id="20" name="TextBox 19">
            <a:extLst>
              <a:ext uri="{FF2B5EF4-FFF2-40B4-BE49-F238E27FC236}">
                <a16:creationId xmlns:a16="http://schemas.microsoft.com/office/drawing/2014/main" id="{EBEA25C6-5912-033A-1DD3-AE5CB2BC4AB3}"/>
              </a:ext>
            </a:extLst>
          </p:cNvPr>
          <p:cNvSpPr txBox="1"/>
          <p:nvPr>
            <p:custDataLst>
              <p:tags r:id="rId9"/>
            </p:custDataLst>
          </p:nvPr>
        </p:nvSpPr>
        <p:spPr>
          <a:xfrm>
            <a:off x="7111622" y="513594"/>
            <a:ext cx="3443606" cy="523220"/>
          </a:xfrm>
          <a:prstGeom prst="rect">
            <a:avLst/>
          </a:prstGeom>
        </p:spPr>
        <p:style>
          <a:lnRef idx="0">
            <a:schemeClr val="accent5"/>
          </a:lnRef>
          <a:fillRef idx="3">
            <a:schemeClr val="accent5"/>
          </a:fillRef>
          <a:effectRef idx="3">
            <a:schemeClr val="accent5"/>
          </a:effectRef>
          <a:fontRef idx="minor">
            <a:schemeClr val="lt1"/>
          </a:fontRef>
        </p:style>
        <p:txBody>
          <a:bodyPr wrap="none" rtlCol="0" anchor="ctr">
            <a:noAutofit/>
          </a:bodyPr>
          <a:lstStyle>
            <a:defPPr>
              <a:defRPr lang="en-US"/>
            </a:defPPr>
            <a:lvl1pPr algn="ctr">
              <a:defRPr sz="2400"/>
            </a:lvl1pPr>
          </a:lstStyle>
          <a:p>
            <a:r>
              <a:rPr lang="en-US" sz="2800" noProof="0" dirty="0"/>
              <a:t>Stencil computation</a:t>
            </a:r>
          </a:p>
        </p:txBody>
      </p:sp>
      <p:sp>
        <p:nvSpPr>
          <p:cNvPr id="32" name="TextBox 31">
            <a:extLst>
              <a:ext uri="{FF2B5EF4-FFF2-40B4-BE49-F238E27FC236}">
                <a16:creationId xmlns:a16="http://schemas.microsoft.com/office/drawing/2014/main" id="{575DD392-3AAA-5F2A-363D-37ADF1B2AD3E}"/>
              </a:ext>
            </a:extLst>
          </p:cNvPr>
          <p:cNvSpPr txBox="1"/>
          <p:nvPr>
            <p:custDataLst>
              <p:tags r:id="rId10"/>
            </p:custDataLst>
          </p:nvPr>
        </p:nvSpPr>
        <p:spPr>
          <a:xfrm>
            <a:off x="309795" y="1043357"/>
            <a:ext cx="3933000" cy="523220"/>
          </a:xfrm>
          <a:prstGeom prst="rect">
            <a:avLst/>
          </a:prstGeom>
        </p:spPr>
        <p:style>
          <a:lnRef idx="0">
            <a:schemeClr val="accent6"/>
          </a:lnRef>
          <a:fillRef idx="3">
            <a:schemeClr val="accent6"/>
          </a:fillRef>
          <a:effectRef idx="3">
            <a:schemeClr val="accent6"/>
          </a:effectRef>
          <a:fontRef idx="minor">
            <a:schemeClr val="lt1"/>
          </a:fontRef>
        </p:style>
        <p:txBody>
          <a:bodyPr wrap="none" rtlCol="0" anchor="ctr">
            <a:noAutofit/>
          </a:bodyPr>
          <a:lstStyle/>
          <a:p>
            <a:pPr algn="ctr"/>
            <a:r>
              <a:rPr lang="en-US" sz="2800" noProof="0" dirty="0"/>
              <a:t>General HPC computing</a:t>
            </a:r>
          </a:p>
        </p:txBody>
      </p:sp>
      <p:sp>
        <p:nvSpPr>
          <p:cNvPr id="7" name="TextBox 6">
            <a:extLst>
              <a:ext uri="{FF2B5EF4-FFF2-40B4-BE49-F238E27FC236}">
                <a16:creationId xmlns:a16="http://schemas.microsoft.com/office/drawing/2014/main" id="{F178AC6C-FC18-4019-D6D7-374777F1BAEC}"/>
              </a:ext>
            </a:extLst>
          </p:cNvPr>
          <p:cNvSpPr txBox="1"/>
          <p:nvPr>
            <p:custDataLst>
              <p:tags r:id="rId11"/>
            </p:custDataLst>
          </p:nvPr>
        </p:nvSpPr>
        <p:spPr>
          <a:xfrm>
            <a:off x="9116787" y="5760739"/>
            <a:ext cx="2935740" cy="518764"/>
          </a:xfrm>
          <a:prstGeom prst="rect">
            <a:avLst/>
          </a:prstGeom>
          <a:gradFill>
            <a:gsLst>
              <a:gs pos="0">
                <a:srgbClr val="E9642F"/>
              </a:gs>
              <a:gs pos="50000">
                <a:schemeClr val="accent2">
                  <a:satMod val="110000"/>
                  <a:lumMod val="100000"/>
                  <a:shade val="100000"/>
                </a:schemeClr>
              </a:gs>
              <a:gs pos="100000">
                <a:schemeClr val="accent2">
                  <a:lumMod val="99000"/>
                  <a:satMod val="120000"/>
                  <a:shade val="78000"/>
                </a:schemeClr>
              </a:gs>
            </a:gsLst>
          </a:gradFill>
        </p:spPr>
        <p:style>
          <a:lnRef idx="0">
            <a:schemeClr val="accent2"/>
          </a:lnRef>
          <a:fillRef idx="3">
            <a:schemeClr val="accent2"/>
          </a:fillRef>
          <a:effectRef idx="3">
            <a:schemeClr val="accent2"/>
          </a:effectRef>
          <a:fontRef idx="minor">
            <a:schemeClr val="lt1"/>
          </a:fontRef>
        </p:style>
        <p:txBody>
          <a:bodyPr wrap="none" rtlCol="0" anchor="ctr">
            <a:noAutofit/>
          </a:bodyPr>
          <a:lstStyle/>
          <a:p>
            <a:pPr algn="ctr"/>
            <a:r>
              <a:rPr lang="en-US" sz="2400" noProof="0" dirty="0"/>
              <a:t>LLM code generation</a:t>
            </a:r>
          </a:p>
        </p:txBody>
      </p:sp>
      <p:sp>
        <p:nvSpPr>
          <p:cNvPr id="9" name="TextBox 8">
            <a:extLst>
              <a:ext uri="{FF2B5EF4-FFF2-40B4-BE49-F238E27FC236}">
                <a16:creationId xmlns:a16="http://schemas.microsoft.com/office/drawing/2014/main" id="{1AE6887D-8433-28B1-0FDD-63B1B7428374}"/>
              </a:ext>
            </a:extLst>
          </p:cNvPr>
          <p:cNvSpPr txBox="1"/>
          <p:nvPr>
            <p:custDataLst>
              <p:tags r:id="rId12"/>
            </p:custDataLst>
          </p:nvPr>
        </p:nvSpPr>
        <p:spPr>
          <a:xfrm>
            <a:off x="2331057" y="6316525"/>
            <a:ext cx="3372077" cy="523220"/>
          </a:xfrm>
          <a:prstGeom prst="rect">
            <a:avLst/>
          </a:prstGeom>
        </p:spPr>
        <p:style>
          <a:lnRef idx="0">
            <a:schemeClr val="accent1"/>
          </a:lnRef>
          <a:fillRef idx="3">
            <a:schemeClr val="accent1"/>
          </a:fillRef>
          <a:effectRef idx="3">
            <a:schemeClr val="accent1"/>
          </a:effectRef>
          <a:fontRef idx="minor">
            <a:schemeClr val="lt1"/>
          </a:fontRef>
        </p:style>
        <p:txBody>
          <a:bodyPr wrap="none" rtlCol="0" anchor="ctr">
            <a:noAutofit/>
          </a:bodyPr>
          <a:lstStyle/>
          <a:p>
            <a:pPr algn="ctr"/>
            <a:r>
              <a:rPr lang="en-US" sz="2800" noProof="0" dirty="0"/>
              <a:t>k-Nearest Neighbors</a:t>
            </a:r>
          </a:p>
        </p:txBody>
      </p:sp>
      <p:sp>
        <p:nvSpPr>
          <p:cNvPr id="14" name="TextBox 13">
            <a:extLst>
              <a:ext uri="{FF2B5EF4-FFF2-40B4-BE49-F238E27FC236}">
                <a16:creationId xmlns:a16="http://schemas.microsoft.com/office/drawing/2014/main" id="{694A14F9-37A7-558D-DCD1-B6BA288136A3}"/>
              </a:ext>
            </a:extLst>
          </p:cNvPr>
          <p:cNvSpPr txBox="1"/>
          <p:nvPr>
            <p:custDataLst>
              <p:tags r:id="rId13"/>
            </p:custDataLst>
          </p:nvPr>
        </p:nvSpPr>
        <p:spPr>
          <a:xfrm>
            <a:off x="3193480" y="5441518"/>
            <a:ext cx="3106068" cy="520820"/>
          </a:xfrm>
          <a:prstGeom prst="roundRect">
            <a:avLst>
              <a:gd name="adj" fmla="val 14270"/>
            </a:avLst>
          </a:prstGeom>
          <a:gradFill flip="none" rotWithShape="1">
            <a:gsLst>
              <a:gs pos="0">
                <a:schemeClr val="accent1">
                  <a:lumMod val="67000"/>
                </a:schemeClr>
              </a:gs>
              <a:gs pos="48000">
                <a:schemeClr val="accent1">
                  <a:lumMod val="97000"/>
                  <a:lumOff val="3000"/>
                </a:schemeClr>
              </a:gs>
              <a:gs pos="100000">
                <a:srgbClr val="24A3DC"/>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wrap="none" rtlCol="0" anchor="ctr">
            <a:noAutofit/>
          </a:bodyPr>
          <a:lstStyle/>
          <a:p>
            <a:pPr algn="ctr"/>
            <a:r>
              <a:rPr lang="en-US" sz="2400" noProof="0" dirty="0" err="1"/>
              <a:t>kNN</a:t>
            </a:r>
            <a:r>
              <a:rPr lang="en-US" sz="2400" noProof="0" dirty="0"/>
              <a:t> with </a:t>
            </a:r>
            <a:r>
              <a:rPr lang="en-US" sz="2400" noProof="0" dirty="0" err="1"/>
              <a:t>bitonic</a:t>
            </a:r>
            <a:r>
              <a:rPr lang="en-US" sz="2400" noProof="0" dirty="0"/>
              <a:t> sort</a:t>
            </a:r>
          </a:p>
        </p:txBody>
      </p:sp>
      <p:sp>
        <p:nvSpPr>
          <p:cNvPr id="2" name="Title 1">
            <a:extLst>
              <a:ext uri="{FF2B5EF4-FFF2-40B4-BE49-F238E27FC236}">
                <a16:creationId xmlns:a16="http://schemas.microsoft.com/office/drawing/2014/main" id="{6447B745-9B50-DD90-5161-BD2A06CEA44B}"/>
              </a:ext>
            </a:extLst>
          </p:cNvPr>
          <p:cNvSpPr>
            <a:spLocks noGrp="1"/>
          </p:cNvSpPr>
          <p:nvPr>
            <p:ph type="title"/>
            <p:custDataLst>
              <p:tags r:id="rId14"/>
            </p:custDataLst>
          </p:nvPr>
        </p:nvSpPr>
        <p:spPr/>
        <p:txBody>
          <a:bodyPr/>
          <a:lstStyle/>
          <a:p>
            <a:r>
              <a:rPr lang="en-US" noProof="0" dirty="0"/>
              <a:t>Contribution map</a:t>
            </a:r>
          </a:p>
        </p:txBody>
      </p:sp>
      <p:sp>
        <p:nvSpPr>
          <p:cNvPr id="3" name="Date Placeholder 2">
            <a:extLst>
              <a:ext uri="{FF2B5EF4-FFF2-40B4-BE49-F238E27FC236}">
                <a16:creationId xmlns:a16="http://schemas.microsoft.com/office/drawing/2014/main" id="{BD7C89E2-483C-AAE2-A28B-882731CF7B1F}"/>
              </a:ext>
            </a:extLst>
          </p:cNvPr>
          <p:cNvSpPr>
            <a:spLocks noGrp="1"/>
          </p:cNvSpPr>
          <p:nvPr>
            <p:ph type="dt" sz="half" idx="10"/>
            <p:custDataLst>
              <p:tags r:id="rId15"/>
            </p:custDataLst>
          </p:nvPr>
        </p:nvSpPr>
        <p:spPr/>
        <p:txBody>
          <a:bodyPr/>
          <a:lstStyle/>
          <a:p>
            <a:r>
              <a:rPr lang="en-US" noProof="0"/>
              <a:t>9/5/2026</a:t>
            </a:r>
            <a:endParaRPr lang="en-US" noProof="0" dirty="0"/>
          </a:p>
        </p:txBody>
      </p:sp>
      <p:sp>
        <p:nvSpPr>
          <p:cNvPr id="4" name="Slide Number Placeholder 3">
            <a:extLst>
              <a:ext uri="{FF2B5EF4-FFF2-40B4-BE49-F238E27FC236}">
                <a16:creationId xmlns:a16="http://schemas.microsoft.com/office/drawing/2014/main" id="{1EE703C1-86DF-7428-224F-96B06FB73E3C}"/>
              </a:ext>
            </a:extLst>
          </p:cNvPr>
          <p:cNvSpPr>
            <a:spLocks noGrp="1"/>
          </p:cNvSpPr>
          <p:nvPr>
            <p:ph type="sldNum" sz="quarter" idx="12"/>
            <p:custDataLst>
              <p:tags r:id="rId16"/>
            </p:custDataLst>
          </p:nvPr>
        </p:nvSpPr>
        <p:spPr/>
        <p:txBody>
          <a:bodyPr/>
          <a:lstStyle/>
          <a:p>
            <a:r>
              <a:rPr lang="en-US" noProof="0"/>
              <a:t>31</a:t>
            </a:r>
            <a:endParaRPr lang="en-US" noProof="0" dirty="0"/>
          </a:p>
        </p:txBody>
      </p:sp>
      <p:pic>
        <p:nvPicPr>
          <p:cNvPr id="108" name="Graphic 107" descr="Document with solid fill">
            <a:extLst>
              <a:ext uri="{FF2B5EF4-FFF2-40B4-BE49-F238E27FC236}">
                <a16:creationId xmlns:a16="http://schemas.microsoft.com/office/drawing/2014/main" id="{C2DFAA5D-5334-A49A-48B2-E76A0FA60672}"/>
              </a:ext>
            </a:extLst>
          </p:cNvPr>
          <p:cNvPicPr>
            <a:picLocks noChangeAspect="1"/>
          </p:cNvPicPr>
          <p:nvPr>
            <p:custDataLst>
              <p:tags r:id="rId17"/>
            </p:custDataLst>
          </p:nvPr>
        </p:nvPicPr>
        <p:blipFill>
          <a:blip>
            <a:extLst>
              <a:ext uri="{96DAC541-7B7A-43D3-8B79-37D633B846F1}">
                <asvg:svgBlip xmlns:asvg="http://schemas.microsoft.com/office/drawing/2016/SVG/main" r:embed="rId24"/>
              </a:ext>
            </a:extLst>
          </a:blip>
          <a:stretch>
            <a:fillRect/>
          </a:stretch>
        </p:blipFill>
        <p:spPr>
          <a:xfrm>
            <a:off x="259545" y="1724594"/>
            <a:ext cx="692126" cy="692126"/>
          </a:xfrm>
          <a:prstGeom prst="rect">
            <a:avLst/>
          </a:prstGeom>
        </p:spPr>
      </p:pic>
      <p:pic>
        <p:nvPicPr>
          <p:cNvPr id="112" name="Graphic 111" descr="Document with solid fill">
            <a:extLst>
              <a:ext uri="{FF2B5EF4-FFF2-40B4-BE49-F238E27FC236}">
                <a16:creationId xmlns:a16="http://schemas.microsoft.com/office/drawing/2014/main" id="{89A83EF7-9621-C7E8-72AF-14DB294FEC07}"/>
              </a:ext>
            </a:extLst>
          </p:cNvPr>
          <p:cNvPicPr>
            <a:picLocks noChangeAspect="1"/>
          </p:cNvPicPr>
          <p:nvPr>
            <p:custDataLst>
              <p:tags r:id="rId18"/>
            </p:custDataLst>
          </p:nvPr>
        </p:nvPicPr>
        <p:blipFill>
          <a:blip>
            <a:extLst>
              <a:ext uri="{96DAC541-7B7A-43D3-8B79-37D633B846F1}">
                <asvg:svgBlip xmlns:asvg="http://schemas.microsoft.com/office/drawing/2016/SVG/main" r:embed="rId24"/>
              </a:ext>
            </a:extLst>
          </a:blip>
          <a:stretch>
            <a:fillRect/>
          </a:stretch>
        </p:blipFill>
        <p:spPr>
          <a:xfrm>
            <a:off x="612168" y="2754124"/>
            <a:ext cx="692126" cy="692126"/>
          </a:xfrm>
          <a:prstGeom prst="rect">
            <a:avLst/>
          </a:prstGeom>
        </p:spPr>
      </p:pic>
      <p:pic>
        <p:nvPicPr>
          <p:cNvPr id="114" name="Graphic 113" descr="Document with solid fill">
            <a:extLst>
              <a:ext uri="{FF2B5EF4-FFF2-40B4-BE49-F238E27FC236}">
                <a16:creationId xmlns:a16="http://schemas.microsoft.com/office/drawing/2014/main" id="{429BC7B5-3FE6-AD92-9E9A-1B2F2AEC39C2}"/>
              </a:ext>
            </a:extLst>
          </p:cNvPr>
          <p:cNvPicPr>
            <a:picLocks noChangeAspect="1"/>
          </p:cNvPicPr>
          <p:nvPr>
            <p:custDataLst>
              <p:tags r:id="rId19"/>
            </p:custDataLst>
          </p:nvPr>
        </p:nvPicPr>
        <p:blipFill>
          <a:blip>
            <a:extLst>
              <a:ext uri="{96DAC541-7B7A-43D3-8B79-37D633B846F1}">
                <asvg:svgBlip xmlns:asvg="http://schemas.microsoft.com/office/drawing/2016/SVG/main" r:embed="rId25"/>
              </a:ext>
            </a:extLst>
          </a:blip>
          <a:stretch>
            <a:fillRect/>
          </a:stretch>
        </p:blipFill>
        <p:spPr>
          <a:xfrm>
            <a:off x="-73665" y="3804149"/>
            <a:ext cx="684040" cy="684040"/>
          </a:xfrm>
          <a:prstGeom prst="rect">
            <a:avLst/>
          </a:prstGeom>
        </p:spPr>
      </p:pic>
      <p:pic>
        <p:nvPicPr>
          <p:cNvPr id="126" name="Graphic 125" descr="Document with solid fill">
            <a:extLst>
              <a:ext uri="{FF2B5EF4-FFF2-40B4-BE49-F238E27FC236}">
                <a16:creationId xmlns:a16="http://schemas.microsoft.com/office/drawing/2014/main" id="{F102692C-45CE-30BD-D7DB-69F758D3939A}"/>
              </a:ext>
            </a:extLst>
          </p:cNvPr>
          <p:cNvPicPr>
            <a:picLocks noChangeAspect="1"/>
          </p:cNvPicPr>
          <p:nvPr>
            <p:custDataLst>
              <p:tags r:id="rId20"/>
            </p:custDataLst>
          </p:nvPr>
        </p:nvPicPr>
        <p:blipFill>
          <a:blip>
            <a:extLst>
              <a:ext uri="{96DAC541-7B7A-43D3-8B79-37D633B846F1}">
                <asvg:svgBlip xmlns:asvg="http://schemas.microsoft.com/office/drawing/2016/SVG/main" r:embed="rId26"/>
              </a:ext>
            </a:extLst>
          </a:blip>
          <a:stretch>
            <a:fillRect/>
          </a:stretch>
        </p:blipFill>
        <p:spPr>
          <a:xfrm>
            <a:off x="6226770" y="5370763"/>
            <a:ext cx="684040" cy="684040"/>
          </a:xfrm>
          <a:prstGeom prst="rect">
            <a:avLst/>
          </a:prstGeom>
        </p:spPr>
      </p:pic>
      <p:pic>
        <p:nvPicPr>
          <p:cNvPr id="132" name="Graphic 131" descr="Hourglass 90% with solid fill">
            <a:extLst>
              <a:ext uri="{FF2B5EF4-FFF2-40B4-BE49-F238E27FC236}">
                <a16:creationId xmlns:a16="http://schemas.microsoft.com/office/drawing/2014/main" id="{AB289F9A-E988-4BD3-D736-A280662A8294}"/>
              </a:ext>
            </a:extLst>
          </p:cNvPr>
          <p:cNvPicPr>
            <a:picLocks noChangeAspect="1"/>
          </p:cNvPicPr>
          <p:nvPr>
            <p:custDataLst>
              <p:tags r:id="rId21"/>
            </p:custDataLst>
          </p:nvPr>
        </p:nvPicPr>
        <p:blipFill>
          <a:blip>
            <a:extLst>
              <a:ext uri="{96DAC541-7B7A-43D3-8B79-37D633B846F1}">
                <asvg:svgBlip xmlns:asvg="http://schemas.microsoft.com/office/drawing/2016/SVG/main" r:embed="rId27"/>
              </a:ext>
            </a:extLst>
          </a:blip>
          <a:stretch>
            <a:fillRect/>
          </a:stretch>
        </p:blipFill>
        <p:spPr>
          <a:xfrm>
            <a:off x="6739057" y="5535157"/>
            <a:ext cx="372564" cy="372564"/>
          </a:xfrm>
          <a:prstGeom prst="rect">
            <a:avLst/>
          </a:prstGeom>
        </p:spPr>
      </p:pic>
    </p:spTree>
    <p:custDataLst>
      <p:tags r:id="rId1"/>
    </p:custDataLst>
    <p:extLst>
      <p:ext uri="{BB962C8B-B14F-4D97-AF65-F5344CB8AC3E}">
        <p14:creationId xmlns:p14="http://schemas.microsoft.com/office/powerpoint/2010/main" val="3121367147"/>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9" name="Straight Connector 18">
            <a:extLst>
              <a:ext uri="{FF2B5EF4-FFF2-40B4-BE49-F238E27FC236}">
                <a16:creationId xmlns:a16="http://schemas.microsoft.com/office/drawing/2014/main" id="{E9233798-963E-F8A0-85A4-DCE8EC91DBF9}"/>
              </a:ext>
            </a:extLst>
          </p:cNvPr>
          <p:cNvCxnSpPr>
            <a:stCxn id="8" idx="0"/>
            <a:endCxn id="32" idx="2"/>
          </p:cNvCxnSpPr>
          <p:nvPr>
            <p:custDataLst>
              <p:tags r:id="rId2"/>
            </p:custDataLst>
          </p:nvPr>
        </p:nvCxnSpPr>
        <p:spPr>
          <a:xfrm flipV="1">
            <a:off x="1566991" y="1566577"/>
            <a:ext cx="709304" cy="302248"/>
          </a:xfrm>
          <a:prstGeom prst="line">
            <a:avLst/>
          </a:prstGeom>
          <a:ln>
            <a:solidFill>
              <a:schemeClr val="accent6">
                <a:lumMod val="75000"/>
              </a:schemeClr>
            </a:solidFill>
          </a:ln>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B3289B2B-81D7-3AAE-0581-2401DD73C129}"/>
              </a:ext>
            </a:extLst>
          </p:cNvPr>
          <p:cNvCxnSpPr>
            <a:cxnSpLocks/>
            <a:stCxn id="8" idx="2"/>
            <a:endCxn id="12" idx="0"/>
          </p:cNvCxnSpPr>
          <p:nvPr>
            <p:custDataLst>
              <p:tags r:id="rId3"/>
            </p:custDataLst>
          </p:nvPr>
        </p:nvCxnSpPr>
        <p:spPr>
          <a:xfrm>
            <a:off x="1566991" y="2379603"/>
            <a:ext cx="472321" cy="479916"/>
          </a:xfrm>
          <a:prstGeom prst="line">
            <a:avLst/>
          </a:prstGeom>
          <a:ln>
            <a:solidFill>
              <a:schemeClr val="accent6">
                <a:lumMod val="75000"/>
              </a:schemeClr>
            </a:solidFill>
          </a:ln>
        </p:spPr>
        <p:style>
          <a:lnRef idx="2">
            <a:schemeClr val="accent1"/>
          </a:lnRef>
          <a:fillRef idx="0">
            <a:schemeClr val="accent1"/>
          </a:fillRef>
          <a:effectRef idx="1">
            <a:schemeClr val="accent1"/>
          </a:effectRef>
          <a:fontRef idx="minor">
            <a:schemeClr val="tx1"/>
          </a:fontRef>
        </p:style>
      </p:cxnSp>
      <p:cxnSp>
        <p:nvCxnSpPr>
          <p:cNvPr id="29" name="Straight Connector 28">
            <a:extLst>
              <a:ext uri="{FF2B5EF4-FFF2-40B4-BE49-F238E27FC236}">
                <a16:creationId xmlns:a16="http://schemas.microsoft.com/office/drawing/2014/main" id="{C463B896-BD13-512A-E580-7BE4DFC4E1B3}"/>
              </a:ext>
            </a:extLst>
          </p:cNvPr>
          <p:cNvCxnSpPr>
            <a:cxnSpLocks/>
            <a:stCxn id="12" idx="2"/>
            <a:endCxn id="16" idx="0"/>
          </p:cNvCxnSpPr>
          <p:nvPr>
            <p:custDataLst>
              <p:tags r:id="rId4"/>
            </p:custDataLst>
          </p:nvPr>
        </p:nvCxnSpPr>
        <p:spPr>
          <a:xfrm flipH="1">
            <a:off x="1384604" y="3370297"/>
            <a:ext cx="654708" cy="467263"/>
          </a:xfrm>
          <a:prstGeom prst="line">
            <a:avLst/>
          </a:prstGeom>
          <a:ln>
            <a:solidFill>
              <a:schemeClr val="accent6">
                <a:lumMod val="75000"/>
              </a:schemeClr>
            </a:solidFill>
          </a:ln>
        </p:spPr>
        <p:style>
          <a:lnRef idx="2">
            <a:schemeClr val="accent1"/>
          </a:lnRef>
          <a:fillRef idx="0">
            <a:schemeClr val="accent1"/>
          </a:fillRef>
          <a:effectRef idx="1">
            <a:schemeClr val="accent1"/>
          </a:effectRef>
          <a:fontRef idx="minor">
            <a:schemeClr val="tx1"/>
          </a:fontRef>
        </p:style>
      </p:cxnSp>
      <p:cxnSp>
        <p:nvCxnSpPr>
          <p:cNvPr id="39" name="Straight Connector 38">
            <a:extLst>
              <a:ext uri="{FF2B5EF4-FFF2-40B4-BE49-F238E27FC236}">
                <a16:creationId xmlns:a16="http://schemas.microsoft.com/office/drawing/2014/main" id="{8255A13C-9878-1144-1E9D-F162566EDD33}"/>
              </a:ext>
            </a:extLst>
          </p:cNvPr>
          <p:cNvCxnSpPr>
            <a:cxnSpLocks/>
            <a:stCxn id="20" idx="2"/>
            <a:endCxn id="24" idx="0"/>
          </p:cNvCxnSpPr>
          <p:nvPr>
            <p:custDataLst>
              <p:tags r:id="rId5"/>
            </p:custDataLst>
          </p:nvPr>
        </p:nvCxnSpPr>
        <p:spPr>
          <a:xfrm>
            <a:off x="8833425" y="1036814"/>
            <a:ext cx="1087664" cy="1083627"/>
          </a:xfrm>
          <a:prstGeom prst="line">
            <a:avLst/>
          </a:prstGeom>
          <a:ln>
            <a:solidFill>
              <a:schemeClr val="accent5">
                <a:lumMod val="75000"/>
              </a:schemeClr>
            </a:solidFill>
          </a:ln>
        </p:spPr>
        <p:style>
          <a:lnRef idx="2">
            <a:schemeClr val="accent1"/>
          </a:lnRef>
          <a:fillRef idx="0">
            <a:schemeClr val="accent1"/>
          </a:fillRef>
          <a:effectRef idx="1">
            <a:schemeClr val="accent1"/>
          </a:effectRef>
          <a:fontRef idx="minor">
            <a:schemeClr val="tx1"/>
          </a:fontRef>
        </p:style>
      </p:cxnSp>
      <p:cxnSp>
        <p:nvCxnSpPr>
          <p:cNvPr id="51" name="Straight Connector 50">
            <a:extLst>
              <a:ext uri="{FF2B5EF4-FFF2-40B4-BE49-F238E27FC236}">
                <a16:creationId xmlns:a16="http://schemas.microsoft.com/office/drawing/2014/main" id="{F7EFBF46-A6BD-4284-E20E-BCB82964D1D7}"/>
              </a:ext>
            </a:extLst>
          </p:cNvPr>
          <p:cNvCxnSpPr>
            <a:cxnSpLocks/>
            <a:stCxn id="9" idx="0"/>
            <a:endCxn id="14" idx="2"/>
          </p:cNvCxnSpPr>
          <p:nvPr>
            <p:custDataLst>
              <p:tags r:id="rId6"/>
            </p:custDataLst>
          </p:nvPr>
        </p:nvCxnSpPr>
        <p:spPr>
          <a:xfrm flipV="1">
            <a:off x="4017096" y="5962338"/>
            <a:ext cx="729418" cy="354187"/>
          </a:xfrm>
          <a:prstGeom prst="line">
            <a:avLst/>
          </a:prstGeom>
        </p:spPr>
        <p:style>
          <a:lnRef idx="2">
            <a:schemeClr val="accent1"/>
          </a:lnRef>
          <a:fillRef idx="0">
            <a:schemeClr val="accent1"/>
          </a:fillRef>
          <a:effectRef idx="1">
            <a:schemeClr val="accent1"/>
          </a:effectRef>
          <a:fontRef idx="minor">
            <a:schemeClr val="tx1"/>
          </a:fontRef>
        </p:style>
      </p:cxnSp>
      <p:sp>
        <p:nvSpPr>
          <p:cNvPr id="8" name="TextBox 7">
            <a:extLst>
              <a:ext uri="{FF2B5EF4-FFF2-40B4-BE49-F238E27FC236}">
                <a16:creationId xmlns:a16="http://schemas.microsoft.com/office/drawing/2014/main" id="{0C1F297F-A46E-4127-A44D-943053748AAD}"/>
              </a:ext>
            </a:extLst>
          </p:cNvPr>
          <p:cNvSpPr txBox="1"/>
          <p:nvPr>
            <p:custDataLst>
              <p:tags r:id="rId7"/>
            </p:custDataLst>
          </p:nvPr>
        </p:nvSpPr>
        <p:spPr>
          <a:xfrm>
            <a:off x="927858" y="1868825"/>
            <a:ext cx="1278266" cy="510778"/>
          </a:xfrm>
          <a:prstGeom prst="roundRect">
            <a:avLst/>
          </a:prstGeom>
          <a:gradFill flip="none" rotWithShape="1">
            <a:gsLst>
              <a:gs pos="0">
                <a:schemeClr val="accent6">
                  <a:lumMod val="67000"/>
                </a:schemeClr>
              </a:gs>
              <a:gs pos="48000">
                <a:schemeClr val="accent6">
                  <a:lumMod val="97000"/>
                  <a:lumOff val="3000"/>
                </a:schemeClr>
              </a:gs>
              <a:gs pos="100000">
                <a:srgbClr val="74D054"/>
              </a:gs>
            </a:gsLst>
            <a:lin ang="16200000" scaled="1"/>
            <a:tileRect/>
          </a:gradFill>
          <a:ln w="38100">
            <a:solidFill>
              <a:srgbClr val="FF0000"/>
            </a:solidFill>
          </a:ln>
        </p:spPr>
        <p:style>
          <a:lnRef idx="0">
            <a:scrgbClr r="0" g="0" b="0"/>
          </a:lnRef>
          <a:fillRef idx="0">
            <a:scrgbClr r="0" g="0" b="0"/>
          </a:fillRef>
          <a:effectRef idx="0">
            <a:scrgbClr r="0" g="0" b="0"/>
          </a:effectRef>
          <a:fontRef idx="minor">
            <a:schemeClr val="lt1"/>
          </a:fontRef>
        </p:style>
        <p:txBody>
          <a:bodyPr wrap="none" rtlCol="0" anchor="ctr">
            <a:noAutofit/>
          </a:bodyPr>
          <a:lstStyle/>
          <a:p>
            <a:pPr algn="ctr"/>
            <a:r>
              <a:rPr lang="en-US" sz="2400" noProof="0" dirty="0"/>
              <a:t>Layouts</a:t>
            </a:r>
          </a:p>
        </p:txBody>
      </p:sp>
      <p:sp>
        <p:nvSpPr>
          <p:cNvPr id="12" name="TextBox 11">
            <a:extLst>
              <a:ext uri="{FF2B5EF4-FFF2-40B4-BE49-F238E27FC236}">
                <a16:creationId xmlns:a16="http://schemas.microsoft.com/office/drawing/2014/main" id="{B8DD753E-8E05-7A83-7639-B87EDB75A42B}"/>
              </a:ext>
            </a:extLst>
          </p:cNvPr>
          <p:cNvSpPr txBox="1"/>
          <p:nvPr>
            <p:custDataLst>
              <p:tags r:id="rId8"/>
            </p:custDataLst>
          </p:nvPr>
        </p:nvSpPr>
        <p:spPr>
          <a:xfrm>
            <a:off x="1261402" y="2859519"/>
            <a:ext cx="1555820" cy="510778"/>
          </a:xfrm>
          <a:prstGeom prst="roundRect">
            <a:avLst/>
          </a:prstGeom>
          <a:gradFill flip="none" rotWithShape="1">
            <a:gsLst>
              <a:gs pos="0">
                <a:schemeClr val="accent6">
                  <a:lumMod val="67000"/>
                </a:schemeClr>
              </a:gs>
              <a:gs pos="48000">
                <a:schemeClr val="accent6">
                  <a:lumMod val="97000"/>
                  <a:lumOff val="3000"/>
                </a:schemeClr>
              </a:gs>
              <a:gs pos="100000">
                <a:srgbClr val="74D054"/>
              </a:gs>
            </a:gsLst>
            <a:lin ang="16200000" scaled="1"/>
            <a:tileRect/>
          </a:gradFill>
          <a:ln w="38100">
            <a:solidFill>
              <a:srgbClr val="FF0000"/>
            </a:solidFill>
          </a:ln>
        </p:spPr>
        <p:style>
          <a:lnRef idx="0">
            <a:scrgbClr r="0" g="0" b="0"/>
          </a:lnRef>
          <a:fillRef idx="0">
            <a:scrgbClr r="0" g="0" b="0"/>
          </a:fillRef>
          <a:effectRef idx="0">
            <a:scrgbClr r="0" g="0" b="0"/>
          </a:effectRef>
          <a:fontRef idx="minor">
            <a:schemeClr val="lt1"/>
          </a:fontRef>
        </p:style>
        <p:txBody>
          <a:bodyPr wrap="none" rtlCol="0" anchor="ctr">
            <a:noAutofit/>
          </a:bodyPr>
          <a:lstStyle/>
          <a:p>
            <a:pPr algn="ctr"/>
            <a:r>
              <a:rPr lang="en-US" sz="2400" noProof="0" dirty="0"/>
              <a:t>Traversals</a:t>
            </a:r>
          </a:p>
        </p:txBody>
      </p:sp>
      <p:sp>
        <p:nvSpPr>
          <p:cNvPr id="16" name="TextBox 15">
            <a:extLst>
              <a:ext uri="{FF2B5EF4-FFF2-40B4-BE49-F238E27FC236}">
                <a16:creationId xmlns:a16="http://schemas.microsoft.com/office/drawing/2014/main" id="{DFE9A3AF-209B-AE12-2963-A07256AC3AD8}"/>
              </a:ext>
            </a:extLst>
          </p:cNvPr>
          <p:cNvSpPr txBox="1"/>
          <p:nvPr>
            <p:custDataLst>
              <p:tags r:id="rId9"/>
            </p:custDataLst>
          </p:nvPr>
        </p:nvSpPr>
        <p:spPr>
          <a:xfrm>
            <a:off x="541538" y="3837560"/>
            <a:ext cx="1686131" cy="510778"/>
          </a:xfrm>
          <a:prstGeom prst="roundRect">
            <a:avLst/>
          </a:prstGeom>
          <a:gradFill flip="none" rotWithShape="1">
            <a:gsLst>
              <a:gs pos="0">
                <a:schemeClr val="accent6">
                  <a:lumMod val="67000"/>
                </a:schemeClr>
              </a:gs>
              <a:gs pos="48000">
                <a:schemeClr val="accent6">
                  <a:lumMod val="97000"/>
                  <a:lumOff val="3000"/>
                </a:schemeClr>
              </a:gs>
              <a:gs pos="100000">
                <a:srgbClr val="74D054"/>
              </a:gs>
            </a:gsLst>
            <a:lin ang="16200000" scaled="1"/>
            <a:tileRect/>
          </a:gradFill>
          <a:ln w="38100">
            <a:solidFill>
              <a:srgbClr val="FF0000"/>
            </a:solidFill>
          </a:ln>
        </p:spPr>
        <p:style>
          <a:lnRef idx="0">
            <a:scrgbClr r="0" g="0" b="0"/>
          </a:lnRef>
          <a:fillRef idx="0">
            <a:scrgbClr r="0" g="0" b="0"/>
          </a:fillRef>
          <a:effectRef idx="0">
            <a:scrgbClr r="0" g="0" b="0"/>
          </a:effectRef>
          <a:fontRef idx="minor">
            <a:schemeClr val="lt1"/>
          </a:fontRef>
        </p:style>
        <p:txBody>
          <a:bodyPr wrap="none" rtlCol="0" anchor="ctr">
            <a:spAutoFit/>
          </a:bodyPr>
          <a:lstStyle/>
          <a:p>
            <a:pPr algn="ctr"/>
            <a:r>
              <a:rPr lang="en-US" sz="2400" noProof="0" dirty="0"/>
              <a:t>Autotuning</a:t>
            </a:r>
          </a:p>
        </p:txBody>
      </p:sp>
      <p:sp>
        <p:nvSpPr>
          <p:cNvPr id="20" name="TextBox 19">
            <a:extLst>
              <a:ext uri="{FF2B5EF4-FFF2-40B4-BE49-F238E27FC236}">
                <a16:creationId xmlns:a16="http://schemas.microsoft.com/office/drawing/2014/main" id="{EBEA25C6-5912-033A-1DD3-AE5CB2BC4AB3}"/>
              </a:ext>
            </a:extLst>
          </p:cNvPr>
          <p:cNvSpPr txBox="1"/>
          <p:nvPr>
            <p:custDataLst>
              <p:tags r:id="rId10"/>
            </p:custDataLst>
          </p:nvPr>
        </p:nvSpPr>
        <p:spPr>
          <a:xfrm>
            <a:off x="7111622" y="513594"/>
            <a:ext cx="3443606" cy="523220"/>
          </a:xfrm>
          <a:prstGeom prst="rect">
            <a:avLst/>
          </a:prstGeom>
        </p:spPr>
        <p:style>
          <a:lnRef idx="0">
            <a:schemeClr val="accent5"/>
          </a:lnRef>
          <a:fillRef idx="3">
            <a:schemeClr val="accent5"/>
          </a:fillRef>
          <a:effectRef idx="3">
            <a:schemeClr val="accent5"/>
          </a:effectRef>
          <a:fontRef idx="minor">
            <a:schemeClr val="lt1"/>
          </a:fontRef>
        </p:style>
        <p:txBody>
          <a:bodyPr wrap="none" rtlCol="0" anchor="ctr">
            <a:noAutofit/>
          </a:bodyPr>
          <a:lstStyle>
            <a:defPPr>
              <a:defRPr lang="en-US"/>
            </a:defPPr>
            <a:lvl1pPr algn="ctr">
              <a:defRPr sz="2400"/>
            </a:lvl1pPr>
          </a:lstStyle>
          <a:p>
            <a:r>
              <a:rPr lang="en-US" sz="2800" noProof="0" dirty="0"/>
              <a:t>Stencil computation</a:t>
            </a:r>
          </a:p>
        </p:txBody>
      </p:sp>
      <p:sp>
        <p:nvSpPr>
          <p:cNvPr id="24" name="TextBox 23">
            <a:extLst>
              <a:ext uri="{FF2B5EF4-FFF2-40B4-BE49-F238E27FC236}">
                <a16:creationId xmlns:a16="http://schemas.microsoft.com/office/drawing/2014/main" id="{F05BE16C-7358-765B-9F41-391F715E3540}"/>
              </a:ext>
            </a:extLst>
          </p:cNvPr>
          <p:cNvSpPr txBox="1"/>
          <p:nvPr>
            <p:custDataLst>
              <p:tags r:id="rId11"/>
            </p:custDataLst>
          </p:nvPr>
        </p:nvSpPr>
        <p:spPr>
          <a:xfrm>
            <a:off x="8170159" y="2120441"/>
            <a:ext cx="3501860" cy="523967"/>
          </a:xfrm>
          <a:prstGeom prst="roundRect">
            <a:avLst>
              <a:gd name="adj" fmla="val 20345"/>
            </a:avLst>
          </a:prstGeom>
          <a:gradFill flip="none" rotWithShape="1">
            <a:gsLst>
              <a:gs pos="0">
                <a:schemeClr val="accent5">
                  <a:lumMod val="67000"/>
                </a:schemeClr>
              </a:gs>
              <a:gs pos="48000">
                <a:schemeClr val="accent5">
                  <a:lumMod val="97000"/>
                  <a:lumOff val="3000"/>
                </a:schemeClr>
              </a:gs>
              <a:gs pos="100000">
                <a:srgbClr val="D04EC1"/>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wrap="none" rtlCol="0" anchor="ctr">
            <a:noAutofit/>
          </a:bodyPr>
          <a:lstStyle/>
          <a:p>
            <a:pPr algn="ctr"/>
            <a:r>
              <a:rPr lang="en-US" sz="2400" noProof="0" dirty="0"/>
              <a:t>Bitwise encoding of </a:t>
            </a:r>
            <a:r>
              <a:rPr lang="en-US" sz="2400" noProof="0" dirty="0" err="1"/>
              <a:t>GoL</a:t>
            </a:r>
            <a:endParaRPr lang="en-US" sz="2400" noProof="0" dirty="0"/>
          </a:p>
        </p:txBody>
      </p:sp>
      <p:sp>
        <p:nvSpPr>
          <p:cNvPr id="32" name="TextBox 31">
            <a:extLst>
              <a:ext uri="{FF2B5EF4-FFF2-40B4-BE49-F238E27FC236}">
                <a16:creationId xmlns:a16="http://schemas.microsoft.com/office/drawing/2014/main" id="{575DD392-3AAA-5F2A-363D-37ADF1B2AD3E}"/>
              </a:ext>
            </a:extLst>
          </p:cNvPr>
          <p:cNvSpPr txBox="1"/>
          <p:nvPr>
            <p:custDataLst>
              <p:tags r:id="rId12"/>
            </p:custDataLst>
          </p:nvPr>
        </p:nvSpPr>
        <p:spPr>
          <a:xfrm>
            <a:off x="309795" y="1043357"/>
            <a:ext cx="3933000" cy="523220"/>
          </a:xfrm>
          <a:prstGeom prst="rect">
            <a:avLst/>
          </a:prstGeom>
        </p:spPr>
        <p:style>
          <a:lnRef idx="0">
            <a:schemeClr val="accent6"/>
          </a:lnRef>
          <a:fillRef idx="3">
            <a:schemeClr val="accent6"/>
          </a:fillRef>
          <a:effectRef idx="3">
            <a:schemeClr val="accent6"/>
          </a:effectRef>
          <a:fontRef idx="minor">
            <a:schemeClr val="lt1"/>
          </a:fontRef>
        </p:style>
        <p:txBody>
          <a:bodyPr wrap="none" rtlCol="0" anchor="ctr">
            <a:noAutofit/>
          </a:bodyPr>
          <a:lstStyle/>
          <a:p>
            <a:pPr algn="ctr"/>
            <a:r>
              <a:rPr lang="en-US" sz="2800" noProof="0" dirty="0"/>
              <a:t>General HPC computing</a:t>
            </a:r>
          </a:p>
        </p:txBody>
      </p:sp>
      <p:sp>
        <p:nvSpPr>
          <p:cNvPr id="7" name="TextBox 6">
            <a:extLst>
              <a:ext uri="{FF2B5EF4-FFF2-40B4-BE49-F238E27FC236}">
                <a16:creationId xmlns:a16="http://schemas.microsoft.com/office/drawing/2014/main" id="{F178AC6C-FC18-4019-D6D7-374777F1BAEC}"/>
              </a:ext>
            </a:extLst>
          </p:cNvPr>
          <p:cNvSpPr txBox="1"/>
          <p:nvPr>
            <p:custDataLst>
              <p:tags r:id="rId13"/>
            </p:custDataLst>
          </p:nvPr>
        </p:nvSpPr>
        <p:spPr>
          <a:xfrm>
            <a:off x="9116787" y="5760739"/>
            <a:ext cx="2935740" cy="518764"/>
          </a:xfrm>
          <a:prstGeom prst="rect">
            <a:avLst/>
          </a:prstGeom>
          <a:gradFill>
            <a:gsLst>
              <a:gs pos="0">
                <a:srgbClr val="E9642F"/>
              </a:gs>
              <a:gs pos="50000">
                <a:schemeClr val="accent2">
                  <a:satMod val="110000"/>
                  <a:lumMod val="100000"/>
                  <a:shade val="100000"/>
                </a:schemeClr>
              </a:gs>
              <a:gs pos="100000">
                <a:schemeClr val="accent2">
                  <a:lumMod val="99000"/>
                  <a:satMod val="120000"/>
                  <a:shade val="78000"/>
                </a:schemeClr>
              </a:gs>
            </a:gsLst>
          </a:gradFill>
        </p:spPr>
        <p:style>
          <a:lnRef idx="0">
            <a:schemeClr val="accent2"/>
          </a:lnRef>
          <a:fillRef idx="3">
            <a:schemeClr val="accent2"/>
          </a:fillRef>
          <a:effectRef idx="3">
            <a:schemeClr val="accent2"/>
          </a:effectRef>
          <a:fontRef idx="minor">
            <a:schemeClr val="lt1"/>
          </a:fontRef>
        </p:style>
        <p:txBody>
          <a:bodyPr wrap="none" rtlCol="0" anchor="ctr">
            <a:noAutofit/>
          </a:bodyPr>
          <a:lstStyle/>
          <a:p>
            <a:pPr algn="ctr"/>
            <a:r>
              <a:rPr lang="en-US" sz="2400" noProof="0" dirty="0"/>
              <a:t>LLM code generation</a:t>
            </a:r>
          </a:p>
        </p:txBody>
      </p:sp>
      <p:sp>
        <p:nvSpPr>
          <p:cNvPr id="9" name="TextBox 8">
            <a:extLst>
              <a:ext uri="{FF2B5EF4-FFF2-40B4-BE49-F238E27FC236}">
                <a16:creationId xmlns:a16="http://schemas.microsoft.com/office/drawing/2014/main" id="{1AE6887D-8433-28B1-0FDD-63B1B7428374}"/>
              </a:ext>
            </a:extLst>
          </p:cNvPr>
          <p:cNvSpPr txBox="1"/>
          <p:nvPr>
            <p:custDataLst>
              <p:tags r:id="rId14"/>
            </p:custDataLst>
          </p:nvPr>
        </p:nvSpPr>
        <p:spPr>
          <a:xfrm>
            <a:off x="2331057" y="6316525"/>
            <a:ext cx="3372077" cy="523220"/>
          </a:xfrm>
          <a:prstGeom prst="rect">
            <a:avLst/>
          </a:prstGeom>
        </p:spPr>
        <p:style>
          <a:lnRef idx="0">
            <a:schemeClr val="accent1"/>
          </a:lnRef>
          <a:fillRef idx="3">
            <a:schemeClr val="accent1"/>
          </a:fillRef>
          <a:effectRef idx="3">
            <a:schemeClr val="accent1"/>
          </a:effectRef>
          <a:fontRef idx="minor">
            <a:schemeClr val="lt1"/>
          </a:fontRef>
        </p:style>
        <p:txBody>
          <a:bodyPr wrap="none" rtlCol="0" anchor="ctr">
            <a:noAutofit/>
          </a:bodyPr>
          <a:lstStyle/>
          <a:p>
            <a:pPr algn="ctr"/>
            <a:r>
              <a:rPr lang="en-US" sz="2800" noProof="0" dirty="0"/>
              <a:t>k-Nearest Neighbors</a:t>
            </a:r>
          </a:p>
        </p:txBody>
      </p:sp>
      <p:sp>
        <p:nvSpPr>
          <p:cNvPr id="14" name="TextBox 13">
            <a:extLst>
              <a:ext uri="{FF2B5EF4-FFF2-40B4-BE49-F238E27FC236}">
                <a16:creationId xmlns:a16="http://schemas.microsoft.com/office/drawing/2014/main" id="{694A14F9-37A7-558D-DCD1-B6BA288136A3}"/>
              </a:ext>
            </a:extLst>
          </p:cNvPr>
          <p:cNvSpPr txBox="1"/>
          <p:nvPr>
            <p:custDataLst>
              <p:tags r:id="rId15"/>
            </p:custDataLst>
          </p:nvPr>
        </p:nvSpPr>
        <p:spPr>
          <a:xfrm>
            <a:off x="3193480" y="5441518"/>
            <a:ext cx="3106068" cy="520820"/>
          </a:xfrm>
          <a:prstGeom prst="roundRect">
            <a:avLst>
              <a:gd name="adj" fmla="val 14270"/>
            </a:avLst>
          </a:prstGeom>
          <a:gradFill flip="none" rotWithShape="1">
            <a:gsLst>
              <a:gs pos="0">
                <a:schemeClr val="accent1">
                  <a:lumMod val="67000"/>
                </a:schemeClr>
              </a:gs>
              <a:gs pos="48000">
                <a:schemeClr val="accent1">
                  <a:lumMod val="97000"/>
                  <a:lumOff val="3000"/>
                </a:schemeClr>
              </a:gs>
              <a:gs pos="100000">
                <a:srgbClr val="24A3DC"/>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wrap="none" rtlCol="0" anchor="ctr">
            <a:noAutofit/>
          </a:bodyPr>
          <a:lstStyle/>
          <a:p>
            <a:pPr algn="ctr"/>
            <a:r>
              <a:rPr lang="en-US" sz="2400" noProof="0" dirty="0" err="1"/>
              <a:t>kNN</a:t>
            </a:r>
            <a:r>
              <a:rPr lang="en-US" sz="2400" noProof="0" dirty="0"/>
              <a:t> with </a:t>
            </a:r>
            <a:r>
              <a:rPr lang="en-US" sz="2400" noProof="0" dirty="0" err="1"/>
              <a:t>bitonic</a:t>
            </a:r>
            <a:r>
              <a:rPr lang="en-US" sz="2400" noProof="0" dirty="0"/>
              <a:t> sort</a:t>
            </a:r>
          </a:p>
        </p:txBody>
      </p:sp>
      <p:sp>
        <p:nvSpPr>
          <p:cNvPr id="2" name="Title 1">
            <a:extLst>
              <a:ext uri="{FF2B5EF4-FFF2-40B4-BE49-F238E27FC236}">
                <a16:creationId xmlns:a16="http://schemas.microsoft.com/office/drawing/2014/main" id="{6447B745-9B50-DD90-5161-BD2A06CEA44B}"/>
              </a:ext>
            </a:extLst>
          </p:cNvPr>
          <p:cNvSpPr>
            <a:spLocks noGrp="1"/>
          </p:cNvSpPr>
          <p:nvPr>
            <p:ph type="title"/>
            <p:custDataLst>
              <p:tags r:id="rId16"/>
            </p:custDataLst>
          </p:nvPr>
        </p:nvSpPr>
        <p:spPr/>
        <p:txBody>
          <a:bodyPr/>
          <a:lstStyle/>
          <a:p>
            <a:r>
              <a:rPr lang="en-US" noProof="0" dirty="0"/>
              <a:t>Contribution map</a:t>
            </a:r>
          </a:p>
        </p:txBody>
      </p:sp>
      <p:sp>
        <p:nvSpPr>
          <p:cNvPr id="3" name="Date Placeholder 2">
            <a:extLst>
              <a:ext uri="{FF2B5EF4-FFF2-40B4-BE49-F238E27FC236}">
                <a16:creationId xmlns:a16="http://schemas.microsoft.com/office/drawing/2014/main" id="{BD7C89E2-483C-AAE2-A28B-882731CF7B1F}"/>
              </a:ext>
            </a:extLst>
          </p:cNvPr>
          <p:cNvSpPr>
            <a:spLocks noGrp="1"/>
          </p:cNvSpPr>
          <p:nvPr>
            <p:ph type="dt" sz="half" idx="10"/>
            <p:custDataLst>
              <p:tags r:id="rId17"/>
            </p:custDataLst>
          </p:nvPr>
        </p:nvSpPr>
        <p:spPr/>
        <p:txBody>
          <a:bodyPr/>
          <a:lstStyle/>
          <a:p>
            <a:r>
              <a:rPr lang="en-US" noProof="0"/>
              <a:t>9/5/2026</a:t>
            </a:r>
            <a:endParaRPr lang="en-US" noProof="0" dirty="0"/>
          </a:p>
        </p:txBody>
      </p:sp>
      <p:sp>
        <p:nvSpPr>
          <p:cNvPr id="4" name="Slide Number Placeholder 3">
            <a:extLst>
              <a:ext uri="{FF2B5EF4-FFF2-40B4-BE49-F238E27FC236}">
                <a16:creationId xmlns:a16="http://schemas.microsoft.com/office/drawing/2014/main" id="{1EE703C1-86DF-7428-224F-96B06FB73E3C}"/>
              </a:ext>
            </a:extLst>
          </p:cNvPr>
          <p:cNvSpPr>
            <a:spLocks noGrp="1"/>
          </p:cNvSpPr>
          <p:nvPr>
            <p:ph type="sldNum" sz="quarter" idx="12"/>
            <p:custDataLst>
              <p:tags r:id="rId18"/>
            </p:custDataLst>
          </p:nvPr>
        </p:nvSpPr>
        <p:spPr/>
        <p:txBody>
          <a:bodyPr/>
          <a:lstStyle/>
          <a:p>
            <a:r>
              <a:rPr lang="en-US" noProof="0"/>
              <a:t>31</a:t>
            </a:r>
            <a:endParaRPr lang="en-US" noProof="0" dirty="0"/>
          </a:p>
        </p:txBody>
      </p:sp>
      <p:pic>
        <p:nvPicPr>
          <p:cNvPr id="108" name="Graphic 107" descr="Document with solid fill">
            <a:extLst>
              <a:ext uri="{FF2B5EF4-FFF2-40B4-BE49-F238E27FC236}">
                <a16:creationId xmlns:a16="http://schemas.microsoft.com/office/drawing/2014/main" id="{C2DFAA5D-5334-A49A-48B2-E76A0FA60672}"/>
              </a:ext>
            </a:extLst>
          </p:cNvPr>
          <p:cNvPicPr>
            <a:picLocks noChangeAspect="1"/>
          </p:cNvPicPr>
          <p:nvPr>
            <p:custDataLst>
              <p:tags r:id="rId19"/>
            </p:custDataLst>
          </p:nvPr>
        </p:nvPicPr>
        <p:blipFill>
          <a:blip>
            <a:extLst>
              <a:ext uri="{96DAC541-7B7A-43D3-8B79-37D633B846F1}">
                <asvg:svgBlip xmlns:asvg="http://schemas.microsoft.com/office/drawing/2016/SVG/main" r:embed="rId27"/>
              </a:ext>
            </a:extLst>
          </a:blip>
          <a:stretch>
            <a:fillRect/>
          </a:stretch>
        </p:blipFill>
        <p:spPr>
          <a:xfrm>
            <a:off x="259545" y="1724594"/>
            <a:ext cx="692126" cy="692126"/>
          </a:xfrm>
          <a:prstGeom prst="rect">
            <a:avLst/>
          </a:prstGeom>
        </p:spPr>
      </p:pic>
      <p:pic>
        <p:nvPicPr>
          <p:cNvPr id="112" name="Graphic 111" descr="Document with solid fill">
            <a:extLst>
              <a:ext uri="{FF2B5EF4-FFF2-40B4-BE49-F238E27FC236}">
                <a16:creationId xmlns:a16="http://schemas.microsoft.com/office/drawing/2014/main" id="{89A83EF7-9621-C7E8-72AF-14DB294FEC07}"/>
              </a:ext>
            </a:extLst>
          </p:cNvPr>
          <p:cNvPicPr>
            <a:picLocks noChangeAspect="1"/>
          </p:cNvPicPr>
          <p:nvPr>
            <p:custDataLst>
              <p:tags r:id="rId20"/>
            </p:custDataLst>
          </p:nvPr>
        </p:nvPicPr>
        <p:blipFill>
          <a:blip>
            <a:extLst>
              <a:ext uri="{96DAC541-7B7A-43D3-8B79-37D633B846F1}">
                <asvg:svgBlip xmlns:asvg="http://schemas.microsoft.com/office/drawing/2016/SVG/main" r:embed="rId27"/>
              </a:ext>
            </a:extLst>
          </a:blip>
          <a:stretch>
            <a:fillRect/>
          </a:stretch>
        </p:blipFill>
        <p:spPr>
          <a:xfrm>
            <a:off x="612168" y="2754124"/>
            <a:ext cx="692126" cy="692126"/>
          </a:xfrm>
          <a:prstGeom prst="rect">
            <a:avLst/>
          </a:prstGeom>
        </p:spPr>
      </p:pic>
      <p:pic>
        <p:nvPicPr>
          <p:cNvPr id="114" name="Graphic 113" descr="Document with solid fill">
            <a:extLst>
              <a:ext uri="{FF2B5EF4-FFF2-40B4-BE49-F238E27FC236}">
                <a16:creationId xmlns:a16="http://schemas.microsoft.com/office/drawing/2014/main" id="{429BC7B5-3FE6-AD92-9E9A-1B2F2AEC39C2}"/>
              </a:ext>
            </a:extLst>
          </p:cNvPr>
          <p:cNvPicPr>
            <a:picLocks noChangeAspect="1"/>
          </p:cNvPicPr>
          <p:nvPr>
            <p:custDataLst>
              <p:tags r:id="rId21"/>
            </p:custDataLst>
          </p:nvPr>
        </p:nvPicPr>
        <p:blipFill>
          <a:blip>
            <a:extLst>
              <a:ext uri="{96DAC541-7B7A-43D3-8B79-37D633B846F1}">
                <asvg:svgBlip xmlns:asvg="http://schemas.microsoft.com/office/drawing/2016/SVG/main" r:embed="rId28"/>
              </a:ext>
            </a:extLst>
          </a:blip>
          <a:stretch>
            <a:fillRect/>
          </a:stretch>
        </p:blipFill>
        <p:spPr>
          <a:xfrm>
            <a:off x="-73665" y="3804149"/>
            <a:ext cx="684040" cy="684040"/>
          </a:xfrm>
          <a:prstGeom prst="rect">
            <a:avLst/>
          </a:prstGeom>
        </p:spPr>
      </p:pic>
      <p:pic>
        <p:nvPicPr>
          <p:cNvPr id="122" name="Graphic 121" descr="Document with solid fill">
            <a:extLst>
              <a:ext uri="{FF2B5EF4-FFF2-40B4-BE49-F238E27FC236}">
                <a16:creationId xmlns:a16="http://schemas.microsoft.com/office/drawing/2014/main" id="{20BCF91A-2BC4-2C84-EDB6-83BC8A598E2B}"/>
              </a:ext>
            </a:extLst>
          </p:cNvPr>
          <p:cNvPicPr>
            <a:picLocks noChangeAspect="1"/>
          </p:cNvPicPr>
          <p:nvPr>
            <p:custDataLst>
              <p:tags r:id="rId22"/>
            </p:custDataLst>
          </p:nvPr>
        </p:nvPicPr>
        <p:blipFill>
          <a:blip>
            <a:extLst>
              <a:ext uri="{96DAC541-7B7A-43D3-8B79-37D633B846F1}">
                <asvg:svgBlip xmlns:asvg="http://schemas.microsoft.com/office/drawing/2016/SVG/main" r:embed="rId27"/>
              </a:ext>
            </a:extLst>
          </a:blip>
          <a:stretch>
            <a:fillRect/>
          </a:stretch>
        </p:blipFill>
        <p:spPr>
          <a:xfrm>
            <a:off x="11577153" y="2104335"/>
            <a:ext cx="688481" cy="688481"/>
          </a:xfrm>
          <a:prstGeom prst="rect">
            <a:avLst/>
          </a:prstGeom>
        </p:spPr>
      </p:pic>
      <p:pic>
        <p:nvPicPr>
          <p:cNvPr id="126" name="Graphic 125" descr="Document with solid fill">
            <a:extLst>
              <a:ext uri="{FF2B5EF4-FFF2-40B4-BE49-F238E27FC236}">
                <a16:creationId xmlns:a16="http://schemas.microsoft.com/office/drawing/2014/main" id="{F102692C-45CE-30BD-D7DB-69F758D3939A}"/>
              </a:ext>
            </a:extLst>
          </p:cNvPr>
          <p:cNvPicPr>
            <a:picLocks noChangeAspect="1"/>
          </p:cNvPicPr>
          <p:nvPr>
            <p:custDataLst>
              <p:tags r:id="rId23"/>
            </p:custDataLst>
          </p:nvPr>
        </p:nvPicPr>
        <p:blipFill>
          <a:blip>
            <a:extLst>
              <a:ext uri="{96DAC541-7B7A-43D3-8B79-37D633B846F1}">
                <asvg:svgBlip xmlns:asvg="http://schemas.microsoft.com/office/drawing/2016/SVG/main" r:embed="rId29"/>
              </a:ext>
            </a:extLst>
          </a:blip>
          <a:stretch>
            <a:fillRect/>
          </a:stretch>
        </p:blipFill>
        <p:spPr>
          <a:xfrm>
            <a:off x="6226770" y="5370763"/>
            <a:ext cx="684040" cy="684040"/>
          </a:xfrm>
          <a:prstGeom prst="rect">
            <a:avLst/>
          </a:prstGeom>
        </p:spPr>
      </p:pic>
      <p:pic>
        <p:nvPicPr>
          <p:cNvPr id="132" name="Graphic 131" descr="Hourglass 90% with solid fill">
            <a:extLst>
              <a:ext uri="{FF2B5EF4-FFF2-40B4-BE49-F238E27FC236}">
                <a16:creationId xmlns:a16="http://schemas.microsoft.com/office/drawing/2014/main" id="{AB289F9A-E988-4BD3-D736-A280662A8294}"/>
              </a:ext>
            </a:extLst>
          </p:cNvPr>
          <p:cNvPicPr>
            <a:picLocks noChangeAspect="1"/>
          </p:cNvPicPr>
          <p:nvPr>
            <p:custDataLst>
              <p:tags r:id="rId24"/>
            </p:custDataLst>
          </p:nvPr>
        </p:nvPicPr>
        <p:blipFill>
          <a:blip>
            <a:extLst>
              <a:ext uri="{96DAC541-7B7A-43D3-8B79-37D633B846F1}">
                <asvg:svgBlip xmlns:asvg="http://schemas.microsoft.com/office/drawing/2016/SVG/main" r:embed="rId30"/>
              </a:ext>
            </a:extLst>
          </a:blip>
          <a:stretch>
            <a:fillRect/>
          </a:stretch>
        </p:blipFill>
        <p:spPr>
          <a:xfrm>
            <a:off x="6739057" y="5535157"/>
            <a:ext cx="372564" cy="372564"/>
          </a:xfrm>
          <a:prstGeom prst="rect">
            <a:avLst/>
          </a:prstGeom>
        </p:spPr>
      </p:pic>
    </p:spTree>
    <p:custDataLst>
      <p:tags r:id="rId1"/>
    </p:custDataLst>
    <p:extLst>
      <p:ext uri="{BB962C8B-B14F-4D97-AF65-F5344CB8AC3E}">
        <p14:creationId xmlns:p14="http://schemas.microsoft.com/office/powerpoint/2010/main" val="3192635629"/>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9" name="Straight Connector 18">
            <a:extLst>
              <a:ext uri="{FF2B5EF4-FFF2-40B4-BE49-F238E27FC236}">
                <a16:creationId xmlns:a16="http://schemas.microsoft.com/office/drawing/2014/main" id="{E9233798-963E-F8A0-85A4-DCE8EC91DBF9}"/>
              </a:ext>
            </a:extLst>
          </p:cNvPr>
          <p:cNvCxnSpPr>
            <a:stCxn id="8" idx="0"/>
            <a:endCxn id="32" idx="2"/>
          </p:cNvCxnSpPr>
          <p:nvPr>
            <p:custDataLst>
              <p:tags r:id="rId2"/>
            </p:custDataLst>
          </p:nvPr>
        </p:nvCxnSpPr>
        <p:spPr>
          <a:xfrm flipV="1">
            <a:off x="1566991" y="1566577"/>
            <a:ext cx="709304" cy="302248"/>
          </a:xfrm>
          <a:prstGeom prst="line">
            <a:avLst/>
          </a:prstGeom>
          <a:ln>
            <a:solidFill>
              <a:schemeClr val="accent6">
                <a:lumMod val="75000"/>
              </a:schemeClr>
            </a:solidFill>
          </a:ln>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B3289B2B-81D7-3AAE-0581-2401DD73C129}"/>
              </a:ext>
            </a:extLst>
          </p:cNvPr>
          <p:cNvCxnSpPr>
            <a:cxnSpLocks/>
            <a:stCxn id="8" idx="2"/>
            <a:endCxn id="12" idx="0"/>
          </p:cNvCxnSpPr>
          <p:nvPr>
            <p:custDataLst>
              <p:tags r:id="rId3"/>
            </p:custDataLst>
          </p:nvPr>
        </p:nvCxnSpPr>
        <p:spPr>
          <a:xfrm>
            <a:off x="1566991" y="2379603"/>
            <a:ext cx="472321" cy="479916"/>
          </a:xfrm>
          <a:prstGeom prst="line">
            <a:avLst/>
          </a:prstGeom>
          <a:ln>
            <a:solidFill>
              <a:schemeClr val="accent6">
                <a:lumMod val="75000"/>
              </a:schemeClr>
            </a:solidFill>
          </a:ln>
        </p:spPr>
        <p:style>
          <a:lnRef idx="2">
            <a:schemeClr val="accent1"/>
          </a:lnRef>
          <a:fillRef idx="0">
            <a:schemeClr val="accent1"/>
          </a:fillRef>
          <a:effectRef idx="1">
            <a:schemeClr val="accent1"/>
          </a:effectRef>
          <a:fontRef idx="minor">
            <a:schemeClr val="tx1"/>
          </a:fontRef>
        </p:style>
      </p:cxnSp>
      <p:cxnSp>
        <p:nvCxnSpPr>
          <p:cNvPr id="29" name="Straight Connector 28">
            <a:extLst>
              <a:ext uri="{FF2B5EF4-FFF2-40B4-BE49-F238E27FC236}">
                <a16:creationId xmlns:a16="http://schemas.microsoft.com/office/drawing/2014/main" id="{C463B896-BD13-512A-E580-7BE4DFC4E1B3}"/>
              </a:ext>
            </a:extLst>
          </p:cNvPr>
          <p:cNvCxnSpPr>
            <a:cxnSpLocks/>
            <a:stCxn id="12" idx="2"/>
            <a:endCxn id="16" idx="0"/>
          </p:cNvCxnSpPr>
          <p:nvPr>
            <p:custDataLst>
              <p:tags r:id="rId4"/>
            </p:custDataLst>
          </p:nvPr>
        </p:nvCxnSpPr>
        <p:spPr>
          <a:xfrm flipH="1">
            <a:off x="1384604" y="3370297"/>
            <a:ext cx="654708" cy="467263"/>
          </a:xfrm>
          <a:prstGeom prst="line">
            <a:avLst/>
          </a:prstGeom>
          <a:ln>
            <a:solidFill>
              <a:schemeClr val="accent6">
                <a:lumMod val="75000"/>
              </a:schemeClr>
            </a:solidFill>
          </a:ln>
        </p:spPr>
        <p:style>
          <a:lnRef idx="2">
            <a:schemeClr val="accent1"/>
          </a:lnRef>
          <a:fillRef idx="0">
            <a:schemeClr val="accent1"/>
          </a:fillRef>
          <a:effectRef idx="1">
            <a:schemeClr val="accent1"/>
          </a:effectRef>
          <a:fontRef idx="minor">
            <a:schemeClr val="tx1"/>
          </a:fontRef>
        </p:style>
      </p:cxnSp>
      <p:cxnSp>
        <p:nvCxnSpPr>
          <p:cNvPr id="39" name="Straight Connector 38">
            <a:extLst>
              <a:ext uri="{FF2B5EF4-FFF2-40B4-BE49-F238E27FC236}">
                <a16:creationId xmlns:a16="http://schemas.microsoft.com/office/drawing/2014/main" id="{8255A13C-9878-1144-1E9D-F162566EDD33}"/>
              </a:ext>
            </a:extLst>
          </p:cNvPr>
          <p:cNvCxnSpPr>
            <a:cxnSpLocks/>
            <a:stCxn id="20" idx="2"/>
            <a:endCxn id="24" idx="0"/>
          </p:cNvCxnSpPr>
          <p:nvPr>
            <p:custDataLst>
              <p:tags r:id="rId5"/>
            </p:custDataLst>
          </p:nvPr>
        </p:nvCxnSpPr>
        <p:spPr>
          <a:xfrm>
            <a:off x="8833425" y="1036814"/>
            <a:ext cx="1087664" cy="1083627"/>
          </a:xfrm>
          <a:prstGeom prst="line">
            <a:avLst/>
          </a:prstGeom>
          <a:ln>
            <a:solidFill>
              <a:schemeClr val="accent5">
                <a:lumMod val="75000"/>
              </a:schemeClr>
            </a:solidFill>
          </a:ln>
        </p:spPr>
        <p:style>
          <a:lnRef idx="2">
            <a:schemeClr val="accent1"/>
          </a:lnRef>
          <a:fillRef idx="0">
            <a:schemeClr val="accent1"/>
          </a:fillRef>
          <a:effectRef idx="1">
            <a:schemeClr val="accent1"/>
          </a:effectRef>
          <a:fontRef idx="minor">
            <a:schemeClr val="tx1"/>
          </a:fontRef>
        </p:style>
      </p:cxnSp>
      <p:cxnSp>
        <p:nvCxnSpPr>
          <p:cNvPr id="45" name="Straight Connector 44">
            <a:extLst>
              <a:ext uri="{FF2B5EF4-FFF2-40B4-BE49-F238E27FC236}">
                <a16:creationId xmlns:a16="http://schemas.microsoft.com/office/drawing/2014/main" id="{AFA5D45D-66F4-E252-F84E-6AB600B22F19}"/>
              </a:ext>
            </a:extLst>
          </p:cNvPr>
          <p:cNvCxnSpPr>
            <a:cxnSpLocks/>
            <a:stCxn id="7" idx="0"/>
          </p:cNvCxnSpPr>
          <p:nvPr>
            <p:custDataLst>
              <p:tags r:id="rId6"/>
            </p:custDataLst>
          </p:nvPr>
        </p:nvCxnSpPr>
        <p:spPr>
          <a:xfrm flipH="1" flipV="1">
            <a:off x="8671522" y="5366250"/>
            <a:ext cx="1913135" cy="394489"/>
          </a:xfrm>
          <a:prstGeom prst="line">
            <a:avLst/>
          </a:prstGeom>
          <a:ln>
            <a:solidFill>
              <a:schemeClr val="accent2">
                <a:lumMod val="75000"/>
              </a:schemeClr>
            </a:solidFill>
          </a:ln>
        </p:spPr>
        <p:style>
          <a:lnRef idx="2">
            <a:schemeClr val="accent1"/>
          </a:lnRef>
          <a:fillRef idx="0">
            <a:schemeClr val="accent1"/>
          </a:fillRef>
          <a:effectRef idx="1">
            <a:schemeClr val="accent1"/>
          </a:effectRef>
          <a:fontRef idx="minor">
            <a:schemeClr val="tx1"/>
          </a:fontRef>
        </p:style>
      </p:cxnSp>
      <p:cxnSp>
        <p:nvCxnSpPr>
          <p:cNvPr id="51" name="Straight Connector 50">
            <a:extLst>
              <a:ext uri="{FF2B5EF4-FFF2-40B4-BE49-F238E27FC236}">
                <a16:creationId xmlns:a16="http://schemas.microsoft.com/office/drawing/2014/main" id="{F7EFBF46-A6BD-4284-E20E-BCB82964D1D7}"/>
              </a:ext>
            </a:extLst>
          </p:cNvPr>
          <p:cNvCxnSpPr>
            <a:cxnSpLocks/>
            <a:stCxn id="9" idx="0"/>
            <a:endCxn id="14" idx="2"/>
          </p:cNvCxnSpPr>
          <p:nvPr>
            <p:custDataLst>
              <p:tags r:id="rId7"/>
            </p:custDataLst>
          </p:nvPr>
        </p:nvCxnSpPr>
        <p:spPr>
          <a:xfrm flipV="1">
            <a:off x="4017096" y="5962338"/>
            <a:ext cx="729418" cy="354187"/>
          </a:xfrm>
          <a:prstGeom prst="line">
            <a:avLst/>
          </a:prstGeom>
        </p:spPr>
        <p:style>
          <a:lnRef idx="2">
            <a:schemeClr val="accent1"/>
          </a:lnRef>
          <a:fillRef idx="0">
            <a:schemeClr val="accent1"/>
          </a:fillRef>
          <a:effectRef idx="1">
            <a:schemeClr val="accent1"/>
          </a:effectRef>
          <a:fontRef idx="minor">
            <a:schemeClr val="tx1"/>
          </a:fontRef>
        </p:style>
      </p:cxnSp>
      <p:cxnSp>
        <p:nvCxnSpPr>
          <p:cNvPr id="57" name="Connector: Curved 56">
            <a:extLst>
              <a:ext uri="{FF2B5EF4-FFF2-40B4-BE49-F238E27FC236}">
                <a16:creationId xmlns:a16="http://schemas.microsoft.com/office/drawing/2014/main" id="{1F8B0C2D-897D-CBED-F309-05EF687E2ECB}"/>
              </a:ext>
            </a:extLst>
          </p:cNvPr>
          <p:cNvCxnSpPr>
            <a:cxnSpLocks/>
            <a:stCxn id="14" idx="0"/>
          </p:cNvCxnSpPr>
          <p:nvPr>
            <p:custDataLst>
              <p:tags r:id="rId8"/>
            </p:custDataLst>
          </p:nvPr>
        </p:nvCxnSpPr>
        <p:spPr>
          <a:xfrm rot="5400000" flipH="1" flipV="1">
            <a:off x="5727936" y="4153996"/>
            <a:ext cx="306100" cy="2268944"/>
          </a:xfrm>
          <a:prstGeom prst="curvedConnector2">
            <a:avLst/>
          </a:prstGeom>
          <a:ln>
            <a:prstDash val="sysDash"/>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59" name="Connector: Curved 58">
            <a:extLst>
              <a:ext uri="{FF2B5EF4-FFF2-40B4-BE49-F238E27FC236}">
                <a16:creationId xmlns:a16="http://schemas.microsoft.com/office/drawing/2014/main" id="{8E46E008-894C-4654-09CA-E580A4B474FB}"/>
              </a:ext>
            </a:extLst>
          </p:cNvPr>
          <p:cNvCxnSpPr>
            <a:cxnSpLocks/>
            <a:stCxn id="24" idx="2"/>
          </p:cNvCxnSpPr>
          <p:nvPr>
            <p:custDataLst>
              <p:tags r:id="rId9"/>
            </p:custDataLst>
          </p:nvPr>
        </p:nvCxnSpPr>
        <p:spPr>
          <a:xfrm rot="5400000">
            <a:off x="8166220" y="3149715"/>
            <a:ext cx="2260177" cy="1249563"/>
          </a:xfrm>
          <a:prstGeom prst="curvedConnector3">
            <a:avLst>
              <a:gd name="adj1" fmla="val 50000"/>
            </a:avLst>
          </a:prstGeom>
          <a:ln>
            <a:solidFill>
              <a:schemeClr val="accent5">
                <a:lumMod val="75000"/>
              </a:schemeClr>
            </a:solidFill>
            <a:prstDash val="dash"/>
            <a:headEnd type="none" w="med" len="med"/>
            <a:tailEnd type="arrow" w="med" len="med"/>
          </a:ln>
        </p:spPr>
        <p:style>
          <a:lnRef idx="2">
            <a:schemeClr val="accent1"/>
          </a:lnRef>
          <a:fillRef idx="0">
            <a:schemeClr val="accent1"/>
          </a:fillRef>
          <a:effectRef idx="1">
            <a:schemeClr val="accent1"/>
          </a:effectRef>
          <a:fontRef idx="minor">
            <a:schemeClr val="tx1"/>
          </a:fontRef>
        </p:style>
      </p:cxnSp>
      <p:sp>
        <p:nvSpPr>
          <p:cNvPr id="8" name="TextBox 7">
            <a:extLst>
              <a:ext uri="{FF2B5EF4-FFF2-40B4-BE49-F238E27FC236}">
                <a16:creationId xmlns:a16="http://schemas.microsoft.com/office/drawing/2014/main" id="{0C1F297F-A46E-4127-A44D-943053748AAD}"/>
              </a:ext>
            </a:extLst>
          </p:cNvPr>
          <p:cNvSpPr txBox="1"/>
          <p:nvPr>
            <p:custDataLst>
              <p:tags r:id="rId10"/>
            </p:custDataLst>
          </p:nvPr>
        </p:nvSpPr>
        <p:spPr>
          <a:xfrm>
            <a:off x="927858" y="1868825"/>
            <a:ext cx="1278266" cy="510778"/>
          </a:xfrm>
          <a:prstGeom prst="roundRect">
            <a:avLst/>
          </a:prstGeom>
          <a:gradFill flip="none" rotWithShape="1">
            <a:gsLst>
              <a:gs pos="0">
                <a:schemeClr val="accent6">
                  <a:lumMod val="67000"/>
                </a:schemeClr>
              </a:gs>
              <a:gs pos="48000">
                <a:schemeClr val="accent6">
                  <a:lumMod val="97000"/>
                  <a:lumOff val="3000"/>
                </a:schemeClr>
              </a:gs>
              <a:gs pos="100000">
                <a:srgbClr val="74D054"/>
              </a:gs>
            </a:gsLst>
            <a:lin ang="16200000" scaled="1"/>
            <a:tileRect/>
          </a:gradFill>
          <a:ln w="38100">
            <a:solidFill>
              <a:srgbClr val="FF0000"/>
            </a:solidFill>
          </a:ln>
        </p:spPr>
        <p:style>
          <a:lnRef idx="0">
            <a:scrgbClr r="0" g="0" b="0"/>
          </a:lnRef>
          <a:fillRef idx="0">
            <a:scrgbClr r="0" g="0" b="0"/>
          </a:fillRef>
          <a:effectRef idx="0">
            <a:scrgbClr r="0" g="0" b="0"/>
          </a:effectRef>
          <a:fontRef idx="minor">
            <a:schemeClr val="lt1"/>
          </a:fontRef>
        </p:style>
        <p:txBody>
          <a:bodyPr wrap="none" rtlCol="0" anchor="ctr">
            <a:noAutofit/>
          </a:bodyPr>
          <a:lstStyle/>
          <a:p>
            <a:pPr algn="ctr"/>
            <a:r>
              <a:rPr lang="en-US" sz="2400" noProof="0" dirty="0"/>
              <a:t>Layouts</a:t>
            </a:r>
          </a:p>
        </p:txBody>
      </p:sp>
      <p:sp>
        <p:nvSpPr>
          <p:cNvPr id="12" name="TextBox 11">
            <a:extLst>
              <a:ext uri="{FF2B5EF4-FFF2-40B4-BE49-F238E27FC236}">
                <a16:creationId xmlns:a16="http://schemas.microsoft.com/office/drawing/2014/main" id="{B8DD753E-8E05-7A83-7639-B87EDB75A42B}"/>
              </a:ext>
            </a:extLst>
          </p:cNvPr>
          <p:cNvSpPr txBox="1"/>
          <p:nvPr>
            <p:custDataLst>
              <p:tags r:id="rId11"/>
            </p:custDataLst>
          </p:nvPr>
        </p:nvSpPr>
        <p:spPr>
          <a:xfrm>
            <a:off x="1261402" y="2859519"/>
            <a:ext cx="1555820" cy="510778"/>
          </a:xfrm>
          <a:prstGeom prst="roundRect">
            <a:avLst/>
          </a:prstGeom>
          <a:gradFill flip="none" rotWithShape="1">
            <a:gsLst>
              <a:gs pos="0">
                <a:schemeClr val="accent6">
                  <a:lumMod val="67000"/>
                </a:schemeClr>
              </a:gs>
              <a:gs pos="48000">
                <a:schemeClr val="accent6">
                  <a:lumMod val="97000"/>
                  <a:lumOff val="3000"/>
                </a:schemeClr>
              </a:gs>
              <a:gs pos="100000">
                <a:srgbClr val="74D054"/>
              </a:gs>
            </a:gsLst>
            <a:lin ang="16200000" scaled="1"/>
            <a:tileRect/>
          </a:gradFill>
          <a:ln w="38100">
            <a:solidFill>
              <a:srgbClr val="FF0000"/>
            </a:solidFill>
          </a:ln>
        </p:spPr>
        <p:style>
          <a:lnRef idx="0">
            <a:scrgbClr r="0" g="0" b="0"/>
          </a:lnRef>
          <a:fillRef idx="0">
            <a:scrgbClr r="0" g="0" b="0"/>
          </a:fillRef>
          <a:effectRef idx="0">
            <a:scrgbClr r="0" g="0" b="0"/>
          </a:effectRef>
          <a:fontRef idx="minor">
            <a:schemeClr val="lt1"/>
          </a:fontRef>
        </p:style>
        <p:txBody>
          <a:bodyPr wrap="none" rtlCol="0" anchor="ctr">
            <a:noAutofit/>
          </a:bodyPr>
          <a:lstStyle/>
          <a:p>
            <a:pPr algn="ctr"/>
            <a:r>
              <a:rPr lang="en-US" sz="2400" noProof="0" dirty="0"/>
              <a:t>Traversals</a:t>
            </a:r>
          </a:p>
        </p:txBody>
      </p:sp>
      <p:sp>
        <p:nvSpPr>
          <p:cNvPr id="16" name="TextBox 15">
            <a:extLst>
              <a:ext uri="{FF2B5EF4-FFF2-40B4-BE49-F238E27FC236}">
                <a16:creationId xmlns:a16="http://schemas.microsoft.com/office/drawing/2014/main" id="{DFE9A3AF-209B-AE12-2963-A07256AC3AD8}"/>
              </a:ext>
            </a:extLst>
          </p:cNvPr>
          <p:cNvSpPr txBox="1"/>
          <p:nvPr>
            <p:custDataLst>
              <p:tags r:id="rId12"/>
            </p:custDataLst>
          </p:nvPr>
        </p:nvSpPr>
        <p:spPr>
          <a:xfrm>
            <a:off x="541538" y="3837560"/>
            <a:ext cx="1686131" cy="510778"/>
          </a:xfrm>
          <a:prstGeom prst="roundRect">
            <a:avLst/>
          </a:prstGeom>
          <a:gradFill flip="none" rotWithShape="1">
            <a:gsLst>
              <a:gs pos="0">
                <a:schemeClr val="accent6">
                  <a:lumMod val="67000"/>
                </a:schemeClr>
              </a:gs>
              <a:gs pos="48000">
                <a:schemeClr val="accent6">
                  <a:lumMod val="97000"/>
                  <a:lumOff val="3000"/>
                </a:schemeClr>
              </a:gs>
              <a:gs pos="100000">
                <a:srgbClr val="74D054"/>
              </a:gs>
            </a:gsLst>
            <a:lin ang="16200000" scaled="1"/>
            <a:tileRect/>
          </a:gradFill>
          <a:ln w="38100">
            <a:solidFill>
              <a:srgbClr val="FF0000"/>
            </a:solidFill>
          </a:ln>
        </p:spPr>
        <p:style>
          <a:lnRef idx="0">
            <a:scrgbClr r="0" g="0" b="0"/>
          </a:lnRef>
          <a:fillRef idx="0">
            <a:scrgbClr r="0" g="0" b="0"/>
          </a:fillRef>
          <a:effectRef idx="0">
            <a:scrgbClr r="0" g="0" b="0"/>
          </a:effectRef>
          <a:fontRef idx="minor">
            <a:schemeClr val="lt1"/>
          </a:fontRef>
        </p:style>
        <p:txBody>
          <a:bodyPr wrap="none" rtlCol="0" anchor="ctr">
            <a:spAutoFit/>
          </a:bodyPr>
          <a:lstStyle/>
          <a:p>
            <a:pPr algn="ctr"/>
            <a:r>
              <a:rPr lang="en-US" sz="2400" noProof="0" dirty="0"/>
              <a:t>Autotuning</a:t>
            </a:r>
          </a:p>
        </p:txBody>
      </p:sp>
      <p:sp>
        <p:nvSpPr>
          <p:cNvPr id="20" name="TextBox 19">
            <a:extLst>
              <a:ext uri="{FF2B5EF4-FFF2-40B4-BE49-F238E27FC236}">
                <a16:creationId xmlns:a16="http://schemas.microsoft.com/office/drawing/2014/main" id="{EBEA25C6-5912-033A-1DD3-AE5CB2BC4AB3}"/>
              </a:ext>
            </a:extLst>
          </p:cNvPr>
          <p:cNvSpPr txBox="1"/>
          <p:nvPr>
            <p:custDataLst>
              <p:tags r:id="rId13"/>
            </p:custDataLst>
          </p:nvPr>
        </p:nvSpPr>
        <p:spPr>
          <a:xfrm>
            <a:off x="7111622" y="513594"/>
            <a:ext cx="3443606" cy="523220"/>
          </a:xfrm>
          <a:prstGeom prst="rect">
            <a:avLst/>
          </a:prstGeom>
        </p:spPr>
        <p:style>
          <a:lnRef idx="0">
            <a:schemeClr val="accent5"/>
          </a:lnRef>
          <a:fillRef idx="3">
            <a:schemeClr val="accent5"/>
          </a:fillRef>
          <a:effectRef idx="3">
            <a:schemeClr val="accent5"/>
          </a:effectRef>
          <a:fontRef idx="minor">
            <a:schemeClr val="lt1"/>
          </a:fontRef>
        </p:style>
        <p:txBody>
          <a:bodyPr wrap="none" rtlCol="0" anchor="ctr">
            <a:noAutofit/>
          </a:bodyPr>
          <a:lstStyle>
            <a:defPPr>
              <a:defRPr lang="en-US"/>
            </a:defPPr>
            <a:lvl1pPr algn="ctr">
              <a:defRPr sz="2400"/>
            </a:lvl1pPr>
          </a:lstStyle>
          <a:p>
            <a:r>
              <a:rPr lang="en-US" sz="2800" noProof="0" dirty="0"/>
              <a:t>Stencil computation</a:t>
            </a:r>
          </a:p>
        </p:txBody>
      </p:sp>
      <p:sp>
        <p:nvSpPr>
          <p:cNvPr id="24" name="TextBox 23">
            <a:extLst>
              <a:ext uri="{FF2B5EF4-FFF2-40B4-BE49-F238E27FC236}">
                <a16:creationId xmlns:a16="http://schemas.microsoft.com/office/drawing/2014/main" id="{F05BE16C-7358-765B-9F41-391F715E3540}"/>
              </a:ext>
            </a:extLst>
          </p:cNvPr>
          <p:cNvSpPr txBox="1"/>
          <p:nvPr>
            <p:custDataLst>
              <p:tags r:id="rId14"/>
            </p:custDataLst>
          </p:nvPr>
        </p:nvSpPr>
        <p:spPr>
          <a:xfrm>
            <a:off x="8170159" y="2120441"/>
            <a:ext cx="3501860" cy="523967"/>
          </a:xfrm>
          <a:prstGeom prst="roundRect">
            <a:avLst>
              <a:gd name="adj" fmla="val 20345"/>
            </a:avLst>
          </a:prstGeom>
          <a:gradFill flip="none" rotWithShape="1">
            <a:gsLst>
              <a:gs pos="0">
                <a:schemeClr val="accent5">
                  <a:lumMod val="67000"/>
                </a:schemeClr>
              </a:gs>
              <a:gs pos="48000">
                <a:schemeClr val="accent5">
                  <a:lumMod val="97000"/>
                  <a:lumOff val="3000"/>
                </a:schemeClr>
              </a:gs>
              <a:gs pos="100000">
                <a:srgbClr val="D04EC1"/>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wrap="none" rtlCol="0" anchor="ctr">
            <a:noAutofit/>
          </a:bodyPr>
          <a:lstStyle/>
          <a:p>
            <a:pPr algn="ctr"/>
            <a:r>
              <a:rPr lang="en-US" sz="2400" noProof="0" dirty="0"/>
              <a:t>Bitwise encoding of </a:t>
            </a:r>
            <a:r>
              <a:rPr lang="en-US" sz="2400" noProof="0" dirty="0" err="1"/>
              <a:t>GoL</a:t>
            </a:r>
            <a:endParaRPr lang="en-US" sz="2400" noProof="0" dirty="0"/>
          </a:p>
        </p:txBody>
      </p:sp>
      <p:sp>
        <p:nvSpPr>
          <p:cNvPr id="28" name="TextBox 27">
            <a:extLst>
              <a:ext uri="{FF2B5EF4-FFF2-40B4-BE49-F238E27FC236}">
                <a16:creationId xmlns:a16="http://schemas.microsoft.com/office/drawing/2014/main" id="{4E10342D-AF4F-9D7A-596A-774C5A75EE80}"/>
              </a:ext>
            </a:extLst>
          </p:cNvPr>
          <p:cNvSpPr txBox="1"/>
          <p:nvPr>
            <p:custDataLst>
              <p:tags r:id="rId15"/>
            </p:custDataLst>
          </p:nvPr>
        </p:nvSpPr>
        <p:spPr>
          <a:xfrm>
            <a:off x="7015459" y="4904585"/>
            <a:ext cx="3312125" cy="490859"/>
          </a:xfrm>
          <a:prstGeom prst="roundRect">
            <a:avLst/>
          </a:prstGeom>
          <a:gradFill flip="none" rotWithShape="1">
            <a:gsLst>
              <a:gs pos="0">
                <a:schemeClr val="accent2">
                  <a:lumMod val="67000"/>
                </a:schemeClr>
              </a:gs>
              <a:gs pos="48000">
                <a:schemeClr val="accent2">
                  <a:lumMod val="97000"/>
                  <a:lumOff val="3000"/>
                </a:schemeClr>
              </a:gs>
              <a:gs pos="100000">
                <a:srgbClr val="EB7E41"/>
              </a:gs>
            </a:gsLst>
            <a:lin ang="16200000" scaled="1"/>
            <a:tileRect/>
          </a:gradFill>
          <a:ln w="38100">
            <a:solidFill>
              <a:srgbClr val="FF0000"/>
            </a:solidFill>
          </a:ln>
        </p:spPr>
        <p:style>
          <a:lnRef idx="0">
            <a:scrgbClr r="0" g="0" b="0"/>
          </a:lnRef>
          <a:fillRef idx="0">
            <a:scrgbClr r="0" g="0" b="0"/>
          </a:fillRef>
          <a:effectRef idx="0">
            <a:scrgbClr r="0" g="0" b="0"/>
          </a:effectRef>
          <a:fontRef idx="minor">
            <a:schemeClr val="lt1"/>
          </a:fontRef>
        </p:style>
        <p:txBody>
          <a:bodyPr wrap="none" rtlCol="0" anchor="ctr">
            <a:noAutofit/>
          </a:bodyPr>
          <a:lstStyle/>
          <a:p>
            <a:pPr algn="ctr"/>
            <a:r>
              <a:rPr lang="en-US" sz="2400" noProof="0" dirty="0"/>
              <a:t>Tutoring LLMs for CUDA</a:t>
            </a:r>
          </a:p>
        </p:txBody>
      </p:sp>
      <p:sp>
        <p:nvSpPr>
          <p:cNvPr id="32" name="TextBox 31">
            <a:extLst>
              <a:ext uri="{FF2B5EF4-FFF2-40B4-BE49-F238E27FC236}">
                <a16:creationId xmlns:a16="http://schemas.microsoft.com/office/drawing/2014/main" id="{575DD392-3AAA-5F2A-363D-37ADF1B2AD3E}"/>
              </a:ext>
            </a:extLst>
          </p:cNvPr>
          <p:cNvSpPr txBox="1"/>
          <p:nvPr>
            <p:custDataLst>
              <p:tags r:id="rId16"/>
            </p:custDataLst>
          </p:nvPr>
        </p:nvSpPr>
        <p:spPr>
          <a:xfrm>
            <a:off x="309795" y="1043357"/>
            <a:ext cx="3933000" cy="523220"/>
          </a:xfrm>
          <a:prstGeom prst="rect">
            <a:avLst/>
          </a:prstGeom>
        </p:spPr>
        <p:style>
          <a:lnRef idx="0">
            <a:schemeClr val="accent6"/>
          </a:lnRef>
          <a:fillRef idx="3">
            <a:schemeClr val="accent6"/>
          </a:fillRef>
          <a:effectRef idx="3">
            <a:schemeClr val="accent6"/>
          </a:effectRef>
          <a:fontRef idx="minor">
            <a:schemeClr val="lt1"/>
          </a:fontRef>
        </p:style>
        <p:txBody>
          <a:bodyPr wrap="none" rtlCol="0" anchor="ctr">
            <a:noAutofit/>
          </a:bodyPr>
          <a:lstStyle/>
          <a:p>
            <a:pPr algn="ctr"/>
            <a:r>
              <a:rPr lang="en-US" sz="2800" noProof="0" dirty="0"/>
              <a:t>General HPC computing</a:t>
            </a:r>
          </a:p>
        </p:txBody>
      </p:sp>
      <p:sp>
        <p:nvSpPr>
          <p:cNvPr id="7" name="TextBox 6">
            <a:extLst>
              <a:ext uri="{FF2B5EF4-FFF2-40B4-BE49-F238E27FC236}">
                <a16:creationId xmlns:a16="http://schemas.microsoft.com/office/drawing/2014/main" id="{F178AC6C-FC18-4019-D6D7-374777F1BAEC}"/>
              </a:ext>
            </a:extLst>
          </p:cNvPr>
          <p:cNvSpPr txBox="1"/>
          <p:nvPr>
            <p:custDataLst>
              <p:tags r:id="rId17"/>
            </p:custDataLst>
          </p:nvPr>
        </p:nvSpPr>
        <p:spPr>
          <a:xfrm>
            <a:off x="9116787" y="5760739"/>
            <a:ext cx="2935740" cy="518764"/>
          </a:xfrm>
          <a:prstGeom prst="rect">
            <a:avLst/>
          </a:prstGeom>
          <a:gradFill>
            <a:gsLst>
              <a:gs pos="0">
                <a:srgbClr val="E9642F"/>
              </a:gs>
              <a:gs pos="50000">
                <a:schemeClr val="accent2">
                  <a:satMod val="110000"/>
                  <a:lumMod val="100000"/>
                  <a:shade val="100000"/>
                </a:schemeClr>
              </a:gs>
              <a:gs pos="100000">
                <a:schemeClr val="accent2">
                  <a:lumMod val="99000"/>
                  <a:satMod val="120000"/>
                  <a:shade val="78000"/>
                </a:schemeClr>
              </a:gs>
            </a:gsLst>
          </a:gradFill>
        </p:spPr>
        <p:style>
          <a:lnRef idx="0">
            <a:schemeClr val="accent2"/>
          </a:lnRef>
          <a:fillRef idx="3">
            <a:schemeClr val="accent2"/>
          </a:fillRef>
          <a:effectRef idx="3">
            <a:schemeClr val="accent2"/>
          </a:effectRef>
          <a:fontRef idx="minor">
            <a:schemeClr val="lt1"/>
          </a:fontRef>
        </p:style>
        <p:txBody>
          <a:bodyPr wrap="none" rtlCol="0" anchor="ctr">
            <a:noAutofit/>
          </a:bodyPr>
          <a:lstStyle/>
          <a:p>
            <a:pPr algn="ctr"/>
            <a:r>
              <a:rPr lang="en-US" sz="2400" noProof="0" dirty="0"/>
              <a:t>LLM code generation</a:t>
            </a:r>
          </a:p>
        </p:txBody>
      </p:sp>
      <p:sp>
        <p:nvSpPr>
          <p:cNvPr id="9" name="TextBox 8">
            <a:extLst>
              <a:ext uri="{FF2B5EF4-FFF2-40B4-BE49-F238E27FC236}">
                <a16:creationId xmlns:a16="http://schemas.microsoft.com/office/drawing/2014/main" id="{1AE6887D-8433-28B1-0FDD-63B1B7428374}"/>
              </a:ext>
            </a:extLst>
          </p:cNvPr>
          <p:cNvSpPr txBox="1"/>
          <p:nvPr>
            <p:custDataLst>
              <p:tags r:id="rId18"/>
            </p:custDataLst>
          </p:nvPr>
        </p:nvSpPr>
        <p:spPr>
          <a:xfrm>
            <a:off x="2331057" y="6316525"/>
            <a:ext cx="3372077" cy="523220"/>
          </a:xfrm>
          <a:prstGeom prst="rect">
            <a:avLst/>
          </a:prstGeom>
        </p:spPr>
        <p:style>
          <a:lnRef idx="0">
            <a:schemeClr val="accent1"/>
          </a:lnRef>
          <a:fillRef idx="3">
            <a:schemeClr val="accent1"/>
          </a:fillRef>
          <a:effectRef idx="3">
            <a:schemeClr val="accent1"/>
          </a:effectRef>
          <a:fontRef idx="minor">
            <a:schemeClr val="lt1"/>
          </a:fontRef>
        </p:style>
        <p:txBody>
          <a:bodyPr wrap="none" rtlCol="0" anchor="ctr">
            <a:noAutofit/>
          </a:bodyPr>
          <a:lstStyle/>
          <a:p>
            <a:pPr algn="ctr"/>
            <a:r>
              <a:rPr lang="en-US" sz="2800" noProof="0" dirty="0"/>
              <a:t>k-Nearest Neighbors</a:t>
            </a:r>
          </a:p>
        </p:txBody>
      </p:sp>
      <p:sp>
        <p:nvSpPr>
          <p:cNvPr id="14" name="TextBox 13">
            <a:extLst>
              <a:ext uri="{FF2B5EF4-FFF2-40B4-BE49-F238E27FC236}">
                <a16:creationId xmlns:a16="http://schemas.microsoft.com/office/drawing/2014/main" id="{694A14F9-37A7-558D-DCD1-B6BA288136A3}"/>
              </a:ext>
            </a:extLst>
          </p:cNvPr>
          <p:cNvSpPr txBox="1"/>
          <p:nvPr>
            <p:custDataLst>
              <p:tags r:id="rId19"/>
            </p:custDataLst>
          </p:nvPr>
        </p:nvSpPr>
        <p:spPr>
          <a:xfrm>
            <a:off x="3193480" y="5441518"/>
            <a:ext cx="3106068" cy="520820"/>
          </a:xfrm>
          <a:prstGeom prst="roundRect">
            <a:avLst>
              <a:gd name="adj" fmla="val 14270"/>
            </a:avLst>
          </a:prstGeom>
          <a:gradFill flip="none" rotWithShape="1">
            <a:gsLst>
              <a:gs pos="0">
                <a:schemeClr val="accent1">
                  <a:lumMod val="67000"/>
                </a:schemeClr>
              </a:gs>
              <a:gs pos="48000">
                <a:schemeClr val="accent1">
                  <a:lumMod val="97000"/>
                  <a:lumOff val="3000"/>
                </a:schemeClr>
              </a:gs>
              <a:gs pos="100000">
                <a:srgbClr val="24A3DC"/>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wrap="none" rtlCol="0" anchor="ctr">
            <a:noAutofit/>
          </a:bodyPr>
          <a:lstStyle/>
          <a:p>
            <a:pPr algn="ctr"/>
            <a:r>
              <a:rPr lang="en-US" sz="2400" noProof="0" dirty="0" err="1"/>
              <a:t>kNN</a:t>
            </a:r>
            <a:r>
              <a:rPr lang="en-US" sz="2400" noProof="0" dirty="0"/>
              <a:t> with </a:t>
            </a:r>
            <a:r>
              <a:rPr lang="en-US" sz="2400" noProof="0" dirty="0" err="1"/>
              <a:t>bitonic</a:t>
            </a:r>
            <a:r>
              <a:rPr lang="en-US" sz="2400" noProof="0" dirty="0"/>
              <a:t> sort</a:t>
            </a:r>
          </a:p>
        </p:txBody>
      </p:sp>
      <p:sp>
        <p:nvSpPr>
          <p:cNvPr id="2" name="Title 1">
            <a:extLst>
              <a:ext uri="{FF2B5EF4-FFF2-40B4-BE49-F238E27FC236}">
                <a16:creationId xmlns:a16="http://schemas.microsoft.com/office/drawing/2014/main" id="{6447B745-9B50-DD90-5161-BD2A06CEA44B}"/>
              </a:ext>
            </a:extLst>
          </p:cNvPr>
          <p:cNvSpPr>
            <a:spLocks noGrp="1"/>
          </p:cNvSpPr>
          <p:nvPr>
            <p:ph type="title"/>
            <p:custDataLst>
              <p:tags r:id="rId20"/>
            </p:custDataLst>
          </p:nvPr>
        </p:nvSpPr>
        <p:spPr/>
        <p:txBody>
          <a:bodyPr/>
          <a:lstStyle/>
          <a:p>
            <a:r>
              <a:rPr lang="en-US" noProof="0" dirty="0"/>
              <a:t>Contribution map</a:t>
            </a:r>
          </a:p>
        </p:txBody>
      </p:sp>
      <p:sp>
        <p:nvSpPr>
          <p:cNvPr id="3" name="Date Placeholder 2">
            <a:extLst>
              <a:ext uri="{FF2B5EF4-FFF2-40B4-BE49-F238E27FC236}">
                <a16:creationId xmlns:a16="http://schemas.microsoft.com/office/drawing/2014/main" id="{BD7C89E2-483C-AAE2-A28B-882731CF7B1F}"/>
              </a:ext>
            </a:extLst>
          </p:cNvPr>
          <p:cNvSpPr>
            <a:spLocks noGrp="1"/>
          </p:cNvSpPr>
          <p:nvPr>
            <p:ph type="dt" sz="half" idx="10"/>
            <p:custDataLst>
              <p:tags r:id="rId21"/>
            </p:custDataLst>
          </p:nvPr>
        </p:nvSpPr>
        <p:spPr/>
        <p:txBody>
          <a:bodyPr/>
          <a:lstStyle/>
          <a:p>
            <a:r>
              <a:rPr lang="en-US" noProof="0"/>
              <a:t>9/5/2026</a:t>
            </a:r>
            <a:endParaRPr lang="en-US" noProof="0" dirty="0"/>
          </a:p>
        </p:txBody>
      </p:sp>
      <p:sp>
        <p:nvSpPr>
          <p:cNvPr id="4" name="Slide Number Placeholder 3">
            <a:extLst>
              <a:ext uri="{FF2B5EF4-FFF2-40B4-BE49-F238E27FC236}">
                <a16:creationId xmlns:a16="http://schemas.microsoft.com/office/drawing/2014/main" id="{1EE703C1-86DF-7428-224F-96B06FB73E3C}"/>
              </a:ext>
            </a:extLst>
          </p:cNvPr>
          <p:cNvSpPr>
            <a:spLocks noGrp="1"/>
          </p:cNvSpPr>
          <p:nvPr>
            <p:ph type="sldNum" sz="quarter" idx="12"/>
            <p:custDataLst>
              <p:tags r:id="rId22"/>
            </p:custDataLst>
          </p:nvPr>
        </p:nvSpPr>
        <p:spPr/>
        <p:txBody>
          <a:bodyPr/>
          <a:lstStyle/>
          <a:p>
            <a:r>
              <a:rPr lang="en-US" noProof="0"/>
              <a:t>31</a:t>
            </a:r>
            <a:endParaRPr lang="en-US" noProof="0" dirty="0"/>
          </a:p>
        </p:txBody>
      </p:sp>
      <p:pic>
        <p:nvPicPr>
          <p:cNvPr id="108" name="Graphic 107" descr="Document with solid fill">
            <a:extLst>
              <a:ext uri="{FF2B5EF4-FFF2-40B4-BE49-F238E27FC236}">
                <a16:creationId xmlns:a16="http://schemas.microsoft.com/office/drawing/2014/main" id="{C2DFAA5D-5334-A49A-48B2-E76A0FA60672}"/>
              </a:ext>
            </a:extLst>
          </p:cNvPr>
          <p:cNvPicPr>
            <a:picLocks noChangeAspect="1"/>
          </p:cNvPicPr>
          <p:nvPr>
            <p:custDataLst>
              <p:tags r:id="rId23"/>
            </p:custDataLst>
          </p:nvPr>
        </p:nvPicPr>
        <p:blipFill>
          <a:blip>
            <a:extLst>
              <a:ext uri="{96DAC541-7B7A-43D3-8B79-37D633B846F1}">
                <asvg:svgBlip xmlns:asvg="http://schemas.microsoft.com/office/drawing/2016/SVG/main" r:embed="rId32"/>
              </a:ext>
            </a:extLst>
          </a:blip>
          <a:stretch>
            <a:fillRect/>
          </a:stretch>
        </p:blipFill>
        <p:spPr>
          <a:xfrm>
            <a:off x="259545" y="1724594"/>
            <a:ext cx="692126" cy="692126"/>
          </a:xfrm>
          <a:prstGeom prst="rect">
            <a:avLst/>
          </a:prstGeom>
        </p:spPr>
      </p:pic>
      <p:pic>
        <p:nvPicPr>
          <p:cNvPr id="112" name="Graphic 111" descr="Document with solid fill">
            <a:extLst>
              <a:ext uri="{FF2B5EF4-FFF2-40B4-BE49-F238E27FC236}">
                <a16:creationId xmlns:a16="http://schemas.microsoft.com/office/drawing/2014/main" id="{89A83EF7-9621-C7E8-72AF-14DB294FEC07}"/>
              </a:ext>
            </a:extLst>
          </p:cNvPr>
          <p:cNvPicPr>
            <a:picLocks noChangeAspect="1"/>
          </p:cNvPicPr>
          <p:nvPr>
            <p:custDataLst>
              <p:tags r:id="rId24"/>
            </p:custDataLst>
          </p:nvPr>
        </p:nvPicPr>
        <p:blipFill>
          <a:blip>
            <a:extLst>
              <a:ext uri="{96DAC541-7B7A-43D3-8B79-37D633B846F1}">
                <asvg:svgBlip xmlns:asvg="http://schemas.microsoft.com/office/drawing/2016/SVG/main" r:embed="rId32"/>
              </a:ext>
            </a:extLst>
          </a:blip>
          <a:stretch>
            <a:fillRect/>
          </a:stretch>
        </p:blipFill>
        <p:spPr>
          <a:xfrm>
            <a:off x="612168" y="2754124"/>
            <a:ext cx="692126" cy="692126"/>
          </a:xfrm>
          <a:prstGeom prst="rect">
            <a:avLst/>
          </a:prstGeom>
        </p:spPr>
      </p:pic>
      <p:pic>
        <p:nvPicPr>
          <p:cNvPr id="114" name="Graphic 113" descr="Document with solid fill">
            <a:extLst>
              <a:ext uri="{FF2B5EF4-FFF2-40B4-BE49-F238E27FC236}">
                <a16:creationId xmlns:a16="http://schemas.microsoft.com/office/drawing/2014/main" id="{429BC7B5-3FE6-AD92-9E9A-1B2F2AEC39C2}"/>
              </a:ext>
            </a:extLst>
          </p:cNvPr>
          <p:cNvPicPr>
            <a:picLocks noChangeAspect="1"/>
          </p:cNvPicPr>
          <p:nvPr>
            <p:custDataLst>
              <p:tags r:id="rId25"/>
            </p:custDataLst>
          </p:nvPr>
        </p:nvPicPr>
        <p:blipFill>
          <a:blip>
            <a:extLst>
              <a:ext uri="{96DAC541-7B7A-43D3-8B79-37D633B846F1}">
                <asvg:svgBlip xmlns:asvg="http://schemas.microsoft.com/office/drawing/2016/SVG/main" r:embed="rId33"/>
              </a:ext>
            </a:extLst>
          </a:blip>
          <a:stretch>
            <a:fillRect/>
          </a:stretch>
        </p:blipFill>
        <p:spPr>
          <a:xfrm>
            <a:off x="-73665" y="3804149"/>
            <a:ext cx="684040" cy="684040"/>
          </a:xfrm>
          <a:prstGeom prst="rect">
            <a:avLst/>
          </a:prstGeom>
        </p:spPr>
      </p:pic>
      <p:pic>
        <p:nvPicPr>
          <p:cNvPr id="122" name="Graphic 121" descr="Document with solid fill">
            <a:extLst>
              <a:ext uri="{FF2B5EF4-FFF2-40B4-BE49-F238E27FC236}">
                <a16:creationId xmlns:a16="http://schemas.microsoft.com/office/drawing/2014/main" id="{20BCF91A-2BC4-2C84-EDB6-83BC8A598E2B}"/>
              </a:ext>
            </a:extLst>
          </p:cNvPr>
          <p:cNvPicPr>
            <a:picLocks noChangeAspect="1"/>
          </p:cNvPicPr>
          <p:nvPr>
            <p:custDataLst>
              <p:tags r:id="rId26"/>
            </p:custDataLst>
          </p:nvPr>
        </p:nvPicPr>
        <p:blipFill>
          <a:blip>
            <a:extLst>
              <a:ext uri="{96DAC541-7B7A-43D3-8B79-37D633B846F1}">
                <asvg:svgBlip xmlns:asvg="http://schemas.microsoft.com/office/drawing/2016/SVG/main" r:embed="rId32"/>
              </a:ext>
            </a:extLst>
          </a:blip>
          <a:stretch>
            <a:fillRect/>
          </a:stretch>
        </p:blipFill>
        <p:spPr>
          <a:xfrm>
            <a:off x="11577153" y="2104335"/>
            <a:ext cx="688481" cy="688481"/>
          </a:xfrm>
          <a:prstGeom prst="rect">
            <a:avLst/>
          </a:prstGeom>
        </p:spPr>
      </p:pic>
      <p:pic>
        <p:nvPicPr>
          <p:cNvPr id="124" name="Graphic 123" descr="Document with solid fill">
            <a:extLst>
              <a:ext uri="{FF2B5EF4-FFF2-40B4-BE49-F238E27FC236}">
                <a16:creationId xmlns:a16="http://schemas.microsoft.com/office/drawing/2014/main" id="{37545ACE-E0D5-4418-C01A-F54A238C5EAB}"/>
              </a:ext>
            </a:extLst>
          </p:cNvPr>
          <p:cNvPicPr>
            <a:picLocks noChangeAspect="1"/>
          </p:cNvPicPr>
          <p:nvPr>
            <p:custDataLst>
              <p:tags r:id="rId27"/>
            </p:custDataLst>
          </p:nvPr>
        </p:nvPicPr>
        <p:blipFill>
          <a:blip>
            <a:extLst>
              <a:ext uri="{96DAC541-7B7A-43D3-8B79-37D633B846F1}">
                <asvg:svgBlip xmlns:asvg="http://schemas.microsoft.com/office/drawing/2016/SVG/main" r:embed="rId32"/>
              </a:ext>
            </a:extLst>
          </a:blip>
          <a:stretch>
            <a:fillRect/>
          </a:stretch>
        </p:blipFill>
        <p:spPr>
          <a:xfrm>
            <a:off x="10242637" y="4803784"/>
            <a:ext cx="684040" cy="684040"/>
          </a:xfrm>
          <a:prstGeom prst="rect">
            <a:avLst/>
          </a:prstGeom>
        </p:spPr>
      </p:pic>
      <p:pic>
        <p:nvPicPr>
          <p:cNvPr id="126" name="Graphic 125" descr="Document with solid fill">
            <a:extLst>
              <a:ext uri="{FF2B5EF4-FFF2-40B4-BE49-F238E27FC236}">
                <a16:creationId xmlns:a16="http://schemas.microsoft.com/office/drawing/2014/main" id="{F102692C-45CE-30BD-D7DB-69F758D3939A}"/>
              </a:ext>
            </a:extLst>
          </p:cNvPr>
          <p:cNvPicPr>
            <a:picLocks noChangeAspect="1"/>
          </p:cNvPicPr>
          <p:nvPr>
            <p:custDataLst>
              <p:tags r:id="rId28"/>
            </p:custDataLst>
          </p:nvPr>
        </p:nvPicPr>
        <p:blipFill>
          <a:blip>
            <a:extLst>
              <a:ext uri="{96DAC541-7B7A-43D3-8B79-37D633B846F1}">
                <asvg:svgBlip xmlns:asvg="http://schemas.microsoft.com/office/drawing/2016/SVG/main" r:embed="rId34"/>
              </a:ext>
            </a:extLst>
          </a:blip>
          <a:stretch>
            <a:fillRect/>
          </a:stretch>
        </p:blipFill>
        <p:spPr>
          <a:xfrm>
            <a:off x="6226770" y="5370763"/>
            <a:ext cx="684040" cy="684040"/>
          </a:xfrm>
          <a:prstGeom prst="rect">
            <a:avLst/>
          </a:prstGeom>
        </p:spPr>
      </p:pic>
      <p:pic>
        <p:nvPicPr>
          <p:cNvPr id="132" name="Graphic 131" descr="Hourglass 90% with solid fill">
            <a:extLst>
              <a:ext uri="{FF2B5EF4-FFF2-40B4-BE49-F238E27FC236}">
                <a16:creationId xmlns:a16="http://schemas.microsoft.com/office/drawing/2014/main" id="{AB289F9A-E988-4BD3-D736-A280662A8294}"/>
              </a:ext>
            </a:extLst>
          </p:cNvPr>
          <p:cNvPicPr>
            <a:picLocks noChangeAspect="1"/>
          </p:cNvPicPr>
          <p:nvPr>
            <p:custDataLst>
              <p:tags r:id="rId29"/>
            </p:custDataLst>
          </p:nvPr>
        </p:nvPicPr>
        <p:blipFill>
          <a:blip>
            <a:extLst>
              <a:ext uri="{96DAC541-7B7A-43D3-8B79-37D633B846F1}">
                <asvg:svgBlip xmlns:asvg="http://schemas.microsoft.com/office/drawing/2016/SVG/main" r:embed="rId35"/>
              </a:ext>
            </a:extLst>
          </a:blip>
          <a:stretch>
            <a:fillRect/>
          </a:stretch>
        </p:blipFill>
        <p:spPr>
          <a:xfrm>
            <a:off x="6739057" y="5535157"/>
            <a:ext cx="372564" cy="372564"/>
          </a:xfrm>
          <a:prstGeom prst="rect">
            <a:avLst/>
          </a:prstGeom>
        </p:spPr>
      </p:pic>
    </p:spTree>
    <p:custDataLst>
      <p:tags r:id="rId1"/>
    </p:custDataLst>
    <p:extLst>
      <p:ext uri="{BB962C8B-B14F-4D97-AF65-F5344CB8AC3E}">
        <p14:creationId xmlns:p14="http://schemas.microsoft.com/office/powerpoint/2010/main" val="1078746633"/>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9" name="Straight Connector 18">
            <a:extLst>
              <a:ext uri="{FF2B5EF4-FFF2-40B4-BE49-F238E27FC236}">
                <a16:creationId xmlns:a16="http://schemas.microsoft.com/office/drawing/2014/main" id="{E9233798-963E-F8A0-85A4-DCE8EC91DBF9}"/>
              </a:ext>
            </a:extLst>
          </p:cNvPr>
          <p:cNvCxnSpPr>
            <a:stCxn id="8" idx="0"/>
            <a:endCxn id="32" idx="2"/>
          </p:cNvCxnSpPr>
          <p:nvPr>
            <p:custDataLst>
              <p:tags r:id="rId2"/>
            </p:custDataLst>
          </p:nvPr>
        </p:nvCxnSpPr>
        <p:spPr>
          <a:xfrm flipV="1">
            <a:off x="1566991" y="1566577"/>
            <a:ext cx="709304" cy="302248"/>
          </a:xfrm>
          <a:prstGeom prst="line">
            <a:avLst/>
          </a:prstGeom>
          <a:ln>
            <a:solidFill>
              <a:schemeClr val="accent6">
                <a:lumMod val="75000"/>
              </a:schemeClr>
            </a:solidFill>
          </a:ln>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B3289B2B-81D7-3AAE-0581-2401DD73C129}"/>
              </a:ext>
            </a:extLst>
          </p:cNvPr>
          <p:cNvCxnSpPr>
            <a:cxnSpLocks/>
            <a:stCxn id="8" idx="2"/>
            <a:endCxn id="12" idx="0"/>
          </p:cNvCxnSpPr>
          <p:nvPr>
            <p:custDataLst>
              <p:tags r:id="rId3"/>
            </p:custDataLst>
          </p:nvPr>
        </p:nvCxnSpPr>
        <p:spPr>
          <a:xfrm>
            <a:off x="1566991" y="2379603"/>
            <a:ext cx="472321" cy="479916"/>
          </a:xfrm>
          <a:prstGeom prst="line">
            <a:avLst/>
          </a:prstGeom>
          <a:ln>
            <a:solidFill>
              <a:schemeClr val="accent6">
                <a:lumMod val="75000"/>
              </a:schemeClr>
            </a:solidFill>
          </a:ln>
        </p:spPr>
        <p:style>
          <a:lnRef idx="2">
            <a:schemeClr val="accent1"/>
          </a:lnRef>
          <a:fillRef idx="0">
            <a:schemeClr val="accent1"/>
          </a:fillRef>
          <a:effectRef idx="1">
            <a:schemeClr val="accent1"/>
          </a:effectRef>
          <a:fontRef idx="minor">
            <a:schemeClr val="tx1"/>
          </a:fontRef>
        </p:style>
      </p:cxnSp>
      <p:cxnSp>
        <p:nvCxnSpPr>
          <p:cNvPr id="25" name="Straight Connector 24">
            <a:extLst>
              <a:ext uri="{FF2B5EF4-FFF2-40B4-BE49-F238E27FC236}">
                <a16:creationId xmlns:a16="http://schemas.microsoft.com/office/drawing/2014/main" id="{175AF3EF-64B7-79EF-0C5F-53B19C1B2FAA}"/>
              </a:ext>
            </a:extLst>
          </p:cNvPr>
          <p:cNvCxnSpPr>
            <a:cxnSpLocks/>
            <a:stCxn id="12" idx="2"/>
            <a:endCxn id="6" idx="0"/>
          </p:cNvCxnSpPr>
          <p:nvPr>
            <p:custDataLst>
              <p:tags r:id="rId4"/>
            </p:custDataLst>
          </p:nvPr>
        </p:nvCxnSpPr>
        <p:spPr>
          <a:xfrm>
            <a:off x="2039312" y="3370297"/>
            <a:ext cx="682628" cy="1264729"/>
          </a:xfrm>
          <a:prstGeom prst="line">
            <a:avLst/>
          </a:prstGeom>
          <a:ln>
            <a:solidFill>
              <a:schemeClr val="accent6">
                <a:lumMod val="75000"/>
              </a:schemeClr>
            </a:solidFill>
          </a:ln>
        </p:spPr>
        <p:style>
          <a:lnRef idx="2">
            <a:schemeClr val="accent1"/>
          </a:lnRef>
          <a:fillRef idx="0">
            <a:schemeClr val="accent1"/>
          </a:fillRef>
          <a:effectRef idx="1">
            <a:schemeClr val="accent1"/>
          </a:effectRef>
          <a:fontRef idx="minor">
            <a:schemeClr val="tx1"/>
          </a:fontRef>
        </p:style>
      </p:cxnSp>
      <p:cxnSp>
        <p:nvCxnSpPr>
          <p:cNvPr id="29" name="Straight Connector 28">
            <a:extLst>
              <a:ext uri="{FF2B5EF4-FFF2-40B4-BE49-F238E27FC236}">
                <a16:creationId xmlns:a16="http://schemas.microsoft.com/office/drawing/2014/main" id="{C463B896-BD13-512A-E580-7BE4DFC4E1B3}"/>
              </a:ext>
            </a:extLst>
          </p:cNvPr>
          <p:cNvCxnSpPr>
            <a:cxnSpLocks/>
            <a:stCxn id="12" idx="2"/>
            <a:endCxn id="16" idx="0"/>
          </p:cNvCxnSpPr>
          <p:nvPr>
            <p:custDataLst>
              <p:tags r:id="rId5"/>
            </p:custDataLst>
          </p:nvPr>
        </p:nvCxnSpPr>
        <p:spPr>
          <a:xfrm flipH="1">
            <a:off x="1384604" y="3370297"/>
            <a:ext cx="654708" cy="467263"/>
          </a:xfrm>
          <a:prstGeom prst="line">
            <a:avLst/>
          </a:prstGeom>
          <a:ln>
            <a:solidFill>
              <a:schemeClr val="accent6">
                <a:lumMod val="75000"/>
              </a:schemeClr>
            </a:solidFill>
          </a:ln>
        </p:spPr>
        <p:style>
          <a:lnRef idx="2">
            <a:schemeClr val="accent1"/>
          </a:lnRef>
          <a:fillRef idx="0">
            <a:schemeClr val="accent1"/>
          </a:fillRef>
          <a:effectRef idx="1">
            <a:schemeClr val="accent1"/>
          </a:effectRef>
          <a:fontRef idx="minor">
            <a:schemeClr val="tx1"/>
          </a:fontRef>
        </p:style>
      </p:cxnSp>
      <p:cxnSp>
        <p:nvCxnSpPr>
          <p:cNvPr id="39" name="Straight Connector 38">
            <a:extLst>
              <a:ext uri="{FF2B5EF4-FFF2-40B4-BE49-F238E27FC236}">
                <a16:creationId xmlns:a16="http://schemas.microsoft.com/office/drawing/2014/main" id="{8255A13C-9878-1144-1E9D-F162566EDD33}"/>
              </a:ext>
            </a:extLst>
          </p:cNvPr>
          <p:cNvCxnSpPr>
            <a:cxnSpLocks/>
            <a:stCxn id="20" idx="2"/>
            <a:endCxn id="24" idx="0"/>
          </p:cNvCxnSpPr>
          <p:nvPr>
            <p:custDataLst>
              <p:tags r:id="rId6"/>
            </p:custDataLst>
          </p:nvPr>
        </p:nvCxnSpPr>
        <p:spPr>
          <a:xfrm>
            <a:off x="8833425" y="1036814"/>
            <a:ext cx="1087664" cy="1083627"/>
          </a:xfrm>
          <a:prstGeom prst="line">
            <a:avLst/>
          </a:prstGeom>
          <a:ln>
            <a:solidFill>
              <a:schemeClr val="accent5">
                <a:lumMod val="75000"/>
              </a:schemeClr>
            </a:solidFill>
          </a:ln>
        </p:spPr>
        <p:style>
          <a:lnRef idx="2">
            <a:schemeClr val="accent1"/>
          </a:lnRef>
          <a:fillRef idx="0">
            <a:schemeClr val="accent1"/>
          </a:fillRef>
          <a:effectRef idx="1">
            <a:schemeClr val="accent1"/>
          </a:effectRef>
          <a:fontRef idx="minor">
            <a:schemeClr val="tx1"/>
          </a:fontRef>
        </p:style>
      </p:cxnSp>
      <p:cxnSp>
        <p:nvCxnSpPr>
          <p:cNvPr id="45" name="Straight Connector 44">
            <a:extLst>
              <a:ext uri="{FF2B5EF4-FFF2-40B4-BE49-F238E27FC236}">
                <a16:creationId xmlns:a16="http://schemas.microsoft.com/office/drawing/2014/main" id="{AFA5D45D-66F4-E252-F84E-6AB600B22F19}"/>
              </a:ext>
            </a:extLst>
          </p:cNvPr>
          <p:cNvCxnSpPr>
            <a:cxnSpLocks/>
            <a:stCxn id="7" idx="0"/>
          </p:cNvCxnSpPr>
          <p:nvPr>
            <p:custDataLst>
              <p:tags r:id="rId7"/>
            </p:custDataLst>
          </p:nvPr>
        </p:nvCxnSpPr>
        <p:spPr>
          <a:xfrm flipH="1" flipV="1">
            <a:off x="8671522" y="5366250"/>
            <a:ext cx="1913135" cy="394489"/>
          </a:xfrm>
          <a:prstGeom prst="line">
            <a:avLst/>
          </a:prstGeom>
          <a:ln>
            <a:solidFill>
              <a:schemeClr val="accent2">
                <a:lumMod val="75000"/>
              </a:schemeClr>
            </a:solidFill>
          </a:ln>
        </p:spPr>
        <p:style>
          <a:lnRef idx="2">
            <a:schemeClr val="accent1"/>
          </a:lnRef>
          <a:fillRef idx="0">
            <a:schemeClr val="accent1"/>
          </a:fillRef>
          <a:effectRef idx="1">
            <a:schemeClr val="accent1"/>
          </a:effectRef>
          <a:fontRef idx="minor">
            <a:schemeClr val="tx1"/>
          </a:fontRef>
        </p:style>
      </p:cxnSp>
      <p:cxnSp>
        <p:nvCxnSpPr>
          <p:cNvPr id="51" name="Straight Connector 50">
            <a:extLst>
              <a:ext uri="{FF2B5EF4-FFF2-40B4-BE49-F238E27FC236}">
                <a16:creationId xmlns:a16="http://schemas.microsoft.com/office/drawing/2014/main" id="{F7EFBF46-A6BD-4284-E20E-BCB82964D1D7}"/>
              </a:ext>
            </a:extLst>
          </p:cNvPr>
          <p:cNvCxnSpPr>
            <a:cxnSpLocks/>
            <a:stCxn id="9" idx="0"/>
            <a:endCxn id="14" idx="2"/>
          </p:cNvCxnSpPr>
          <p:nvPr>
            <p:custDataLst>
              <p:tags r:id="rId8"/>
            </p:custDataLst>
          </p:nvPr>
        </p:nvCxnSpPr>
        <p:spPr>
          <a:xfrm flipV="1">
            <a:off x="4017096" y="5962338"/>
            <a:ext cx="729418" cy="354187"/>
          </a:xfrm>
          <a:prstGeom prst="line">
            <a:avLst/>
          </a:prstGeom>
        </p:spPr>
        <p:style>
          <a:lnRef idx="2">
            <a:schemeClr val="accent1"/>
          </a:lnRef>
          <a:fillRef idx="0">
            <a:schemeClr val="accent1"/>
          </a:fillRef>
          <a:effectRef idx="1">
            <a:schemeClr val="accent1"/>
          </a:effectRef>
          <a:fontRef idx="minor">
            <a:schemeClr val="tx1"/>
          </a:fontRef>
        </p:style>
      </p:cxnSp>
      <p:cxnSp>
        <p:nvCxnSpPr>
          <p:cNvPr id="57" name="Connector: Curved 56">
            <a:extLst>
              <a:ext uri="{FF2B5EF4-FFF2-40B4-BE49-F238E27FC236}">
                <a16:creationId xmlns:a16="http://schemas.microsoft.com/office/drawing/2014/main" id="{1F8B0C2D-897D-CBED-F309-05EF687E2ECB}"/>
              </a:ext>
            </a:extLst>
          </p:cNvPr>
          <p:cNvCxnSpPr>
            <a:cxnSpLocks/>
            <a:stCxn id="14" idx="0"/>
          </p:cNvCxnSpPr>
          <p:nvPr>
            <p:custDataLst>
              <p:tags r:id="rId9"/>
            </p:custDataLst>
          </p:nvPr>
        </p:nvCxnSpPr>
        <p:spPr>
          <a:xfrm rot="5400000" flipH="1" flipV="1">
            <a:off x="5727936" y="4153996"/>
            <a:ext cx="306100" cy="2268944"/>
          </a:xfrm>
          <a:prstGeom prst="curvedConnector2">
            <a:avLst/>
          </a:prstGeom>
          <a:ln>
            <a:prstDash val="sysDash"/>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59" name="Connector: Curved 58">
            <a:extLst>
              <a:ext uri="{FF2B5EF4-FFF2-40B4-BE49-F238E27FC236}">
                <a16:creationId xmlns:a16="http://schemas.microsoft.com/office/drawing/2014/main" id="{8E46E008-894C-4654-09CA-E580A4B474FB}"/>
              </a:ext>
            </a:extLst>
          </p:cNvPr>
          <p:cNvCxnSpPr>
            <a:cxnSpLocks/>
            <a:stCxn id="24" idx="2"/>
          </p:cNvCxnSpPr>
          <p:nvPr>
            <p:custDataLst>
              <p:tags r:id="rId10"/>
            </p:custDataLst>
          </p:nvPr>
        </p:nvCxnSpPr>
        <p:spPr>
          <a:xfrm rot="5400000">
            <a:off x="8166220" y="3149715"/>
            <a:ext cx="2260177" cy="1249563"/>
          </a:xfrm>
          <a:prstGeom prst="curvedConnector3">
            <a:avLst>
              <a:gd name="adj1" fmla="val 50000"/>
            </a:avLst>
          </a:prstGeom>
          <a:ln>
            <a:solidFill>
              <a:schemeClr val="accent5">
                <a:lumMod val="75000"/>
              </a:schemeClr>
            </a:solidFill>
            <a:prstDash val="dash"/>
            <a:headEnd type="none" w="med" len="med"/>
            <a:tailEnd type="arrow" w="med" len="med"/>
          </a:ln>
        </p:spPr>
        <p:style>
          <a:lnRef idx="2">
            <a:schemeClr val="accent1"/>
          </a:lnRef>
          <a:fillRef idx="0">
            <a:schemeClr val="accent1"/>
          </a:fillRef>
          <a:effectRef idx="1">
            <a:schemeClr val="accent1"/>
          </a:effectRef>
          <a:fontRef idx="minor">
            <a:schemeClr val="tx1"/>
          </a:fontRef>
        </p:style>
      </p:cxnSp>
      <p:sp>
        <p:nvSpPr>
          <p:cNvPr id="6" name="TextBox 5">
            <a:extLst>
              <a:ext uri="{FF2B5EF4-FFF2-40B4-BE49-F238E27FC236}">
                <a16:creationId xmlns:a16="http://schemas.microsoft.com/office/drawing/2014/main" id="{0C2203B1-0F93-3F92-FADF-DA1FA387F65C}"/>
              </a:ext>
            </a:extLst>
          </p:cNvPr>
          <p:cNvSpPr txBox="1"/>
          <p:nvPr>
            <p:custDataLst>
              <p:tags r:id="rId11"/>
            </p:custDataLst>
          </p:nvPr>
        </p:nvSpPr>
        <p:spPr>
          <a:xfrm>
            <a:off x="1863204" y="4635026"/>
            <a:ext cx="1717472" cy="510778"/>
          </a:xfrm>
          <a:prstGeom prst="roundRect">
            <a:avLst/>
          </a:prstGeom>
          <a:gradFill flip="none" rotWithShape="1">
            <a:gsLst>
              <a:gs pos="0">
                <a:schemeClr val="accent6">
                  <a:lumMod val="67000"/>
                </a:schemeClr>
              </a:gs>
              <a:gs pos="48000">
                <a:schemeClr val="accent6">
                  <a:lumMod val="97000"/>
                  <a:lumOff val="3000"/>
                </a:schemeClr>
              </a:gs>
              <a:gs pos="100000">
                <a:srgbClr val="74D054"/>
              </a:gs>
            </a:gsLst>
            <a:lin ang="16200000" scaled="1"/>
            <a:tileRect/>
          </a:gradFill>
          <a:ln w="38100">
            <a:solidFill>
              <a:srgbClr val="FF0000"/>
            </a:solidFill>
          </a:ln>
        </p:spPr>
        <p:style>
          <a:lnRef idx="0">
            <a:scrgbClr r="0" g="0" b="0"/>
          </a:lnRef>
          <a:fillRef idx="0">
            <a:scrgbClr r="0" g="0" b="0"/>
          </a:fillRef>
          <a:effectRef idx="0">
            <a:scrgbClr r="0" g="0" b="0"/>
          </a:effectRef>
          <a:fontRef idx="minor">
            <a:schemeClr val="lt1"/>
          </a:fontRef>
        </p:style>
        <p:txBody>
          <a:bodyPr wrap="none" rtlCol="0" anchor="ctr">
            <a:noAutofit/>
          </a:bodyPr>
          <a:lstStyle/>
          <a:p>
            <a:pPr algn="ctr"/>
            <a:r>
              <a:rPr lang="en-US" sz="2400" noProof="0" dirty="0"/>
              <a:t>Distributed</a:t>
            </a:r>
          </a:p>
        </p:txBody>
      </p:sp>
      <p:sp>
        <p:nvSpPr>
          <p:cNvPr id="8" name="TextBox 7">
            <a:extLst>
              <a:ext uri="{FF2B5EF4-FFF2-40B4-BE49-F238E27FC236}">
                <a16:creationId xmlns:a16="http://schemas.microsoft.com/office/drawing/2014/main" id="{0C1F297F-A46E-4127-A44D-943053748AAD}"/>
              </a:ext>
            </a:extLst>
          </p:cNvPr>
          <p:cNvSpPr txBox="1"/>
          <p:nvPr>
            <p:custDataLst>
              <p:tags r:id="rId12"/>
            </p:custDataLst>
          </p:nvPr>
        </p:nvSpPr>
        <p:spPr>
          <a:xfrm>
            <a:off x="927858" y="1868825"/>
            <a:ext cx="1278266" cy="510778"/>
          </a:xfrm>
          <a:prstGeom prst="roundRect">
            <a:avLst/>
          </a:prstGeom>
          <a:gradFill flip="none" rotWithShape="1">
            <a:gsLst>
              <a:gs pos="0">
                <a:schemeClr val="accent6">
                  <a:lumMod val="67000"/>
                </a:schemeClr>
              </a:gs>
              <a:gs pos="48000">
                <a:schemeClr val="accent6">
                  <a:lumMod val="97000"/>
                  <a:lumOff val="3000"/>
                </a:schemeClr>
              </a:gs>
              <a:gs pos="100000">
                <a:srgbClr val="74D054"/>
              </a:gs>
            </a:gsLst>
            <a:lin ang="16200000" scaled="1"/>
            <a:tileRect/>
          </a:gradFill>
          <a:ln w="38100">
            <a:solidFill>
              <a:srgbClr val="FF0000"/>
            </a:solidFill>
          </a:ln>
        </p:spPr>
        <p:style>
          <a:lnRef idx="0">
            <a:scrgbClr r="0" g="0" b="0"/>
          </a:lnRef>
          <a:fillRef idx="0">
            <a:scrgbClr r="0" g="0" b="0"/>
          </a:fillRef>
          <a:effectRef idx="0">
            <a:scrgbClr r="0" g="0" b="0"/>
          </a:effectRef>
          <a:fontRef idx="minor">
            <a:schemeClr val="lt1"/>
          </a:fontRef>
        </p:style>
        <p:txBody>
          <a:bodyPr wrap="none" rtlCol="0" anchor="ctr">
            <a:noAutofit/>
          </a:bodyPr>
          <a:lstStyle/>
          <a:p>
            <a:pPr algn="ctr"/>
            <a:r>
              <a:rPr lang="en-US" sz="2400" noProof="0" dirty="0"/>
              <a:t>Layouts</a:t>
            </a:r>
          </a:p>
        </p:txBody>
      </p:sp>
      <p:sp>
        <p:nvSpPr>
          <p:cNvPr id="12" name="TextBox 11">
            <a:extLst>
              <a:ext uri="{FF2B5EF4-FFF2-40B4-BE49-F238E27FC236}">
                <a16:creationId xmlns:a16="http://schemas.microsoft.com/office/drawing/2014/main" id="{B8DD753E-8E05-7A83-7639-B87EDB75A42B}"/>
              </a:ext>
            </a:extLst>
          </p:cNvPr>
          <p:cNvSpPr txBox="1"/>
          <p:nvPr>
            <p:custDataLst>
              <p:tags r:id="rId13"/>
            </p:custDataLst>
          </p:nvPr>
        </p:nvSpPr>
        <p:spPr>
          <a:xfrm>
            <a:off x="1261402" y="2859519"/>
            <a:ext cx="1555820" cy="510778"/>
          </a:xfrm>
          <a:prstGeom prst="roundRect">
            <a:avLst/>
          </a:prstGeom>
          <a:gradFill flip="none" rotWithShape="1">
            <a:gsLst>
              <a:gs pos="0">
                <a:schemeClr val="accent6">
                  <a:lumMod val="67000"/>
                </a:schemeClr>
              </a:gs>
              <a:gs pos="48000">
                <a:schemeClr val="accent6">
                  <a:lumMod val="97000"/>
                  <a:lumOff val="3000"/>
                </a:schemeClr>
              </a:gs>
              <a:gs pos="100000">
                <a:srgbClr val="74D054"/>
              </a:gs>
            </a:gsLst>
            <a:lin ang="16200000" scaled="1"/>
            <a:tileRect/>
          </a:gradFill>
          <a:ln w="38100">
            <a:solidFill>
              <a:srgbClr val="FF0000"/>
            </a:solidFill>
          </a:ln>
        </p:spPr>
        <p:style>
          <a:lnRef idx="0">
            <a:scrgbClr r="0" g="0" b="0"/>
          </a:lnRef>
          <a:fillRef idx="0">
            <a:scrgbClr r="0" g="0" b="0"/>
          </a:fillRef>
          <a:effectRef idx="0">
            <a:scrgbClr r="0" g="0" b="0"/>
          </a:effectRef>
          <a:fontRef idx="minor">
            <a:schemeClr val="lt1"/>
          </a:fontRef>
        </p:style>
        <p:txBody>
          <a:bodyPr wrap="none" rtlCol="0" anchor="ctr">
            <a:noAutofit/>
          </a:bodyPr>
          <a:lstStyle/>
          <a:p>
            <a:pPr algn="ctr"/>
            <a:r>
              <a:rPr lang="en-US" sz="2400" noProof="0" dirty="0"/>
              <a:t>Traversals</a:t>
            </a:r>
          </a:p>
        </p:txBody>
      </p:sp>
      <p:sp>
        <p:nvSpPr>
          <p:cNvPr id="16" name="TextBox 15">
            <a:extLst>
              <a:ext uri="{FF2B5EF4-FFF2-40B4-BE49-F238E27FC236}">
                <a16:creationId xmlns:a16="http://schemas.microsoft.com/office/drawing/2014/main" id="{DFE9A3AF-209B-AE12-2963-A07256AC3AD8}"/>
              </a:ext>
            </a:extLst>
          </p:cNvPr>
          <p:cNvSpPr txBox="1"/>
          <p:nvPr>
            <p:custDataLst>
              <p:tags r:id="rId14"/>
            </p:custDataLst>
          </p:nvPr>
        </p:nvSpPr>
        <p:spPr>
          <a:xfrm>
            <a:off x="541538" y="3837560"/>
            <a:ext cx="1686131" cy="510778"/>
          </a:xfrm>
          <a:prstGeom prst="roundRect">
            <a:avLst/>
          </a:prstGeom>
          <a:gradFill flip="none" rotWithShape="1">
            <a:gsLst>
              <a:gs pos="0">
                <a:schemeClr val="accent6">
                  <a:lumMod val="67000"/>
                </a:schemeClr>
              </a:gs>
              <a:gs pos="48000">
                <a:schemeClr val="accent6">
                  <a:lumMod val="97000"/>
                  <a:lumOff val="3000"/>
                </a:schemeClr>
              </a:gs>
              <a:gs pos="100000">
                <a:srgbClr val="74D054"/>
              </a:gs>
            </a:gsLst>
            <a:lin ang="16200000" scaled="1"/>
            <a:tileRect/>
          </a:gradFill>
          <a:ln w="38100">
            <a:solidFill>
              <a:srgbClr val="FF0000"/>
            </a:solidFill>
          </a:ln>
        </p:spPr>
        <p:style>
          <a:lnRef idx="0">
            <a:scrgbClr r="0" g="0" b="0"/>
          </a:lnRef>
          <a:fillRef idx="0">
            <a:scrgbClr r="0" g="0" b="0"/>
          </a:fillRef>
          <a:effectRef idx="0">
            <a:scrgbClr r="0" g="0" b="0"/>
          </a:effectRef>
          <a:fontRef idx="minor">
            <a:schemeClr val="lt1"/>
          </a:fontRef>
        </p:style>
        <p:txBody>
          <a:bodyPr wrap="none" rtlCol="0" anchor="ctr">
            <a:spAutoFit/>
          </a:bodyPr>
          <a:lstStyle/>
          <a:p>
            <a:pPr algn="ctr"/>
            <a:r>
              <a:rPr lang="en-US" sz="2400" noProof="0" dirty="0"/>
              <a:t>Autotuning</a:t>
            </a:r>
          </a:p>
        </p:txBody>
      </p:sp>
      <p:sp>
        <p:nvSpPr>
          <p:cNvPr id="20" name="TextBox 19">
            <a:extLst>
              <a:ext uri="{FF2B5EF4-FFF2-40B4-BE49-F238E27FC236}">
                <a16:creationId xmlns:a16="http://schemas.microsoft.com/office/drawing/2014/main" id="{EBEA25C6-5912-033A-1DD3-AE5CB2BC4AB3}"/>
              </a:ext>
            </a:extLst>
          </p:cNvPr>
          <p:cNvSpPr txBox="1"/>
          <p:nvPr>
            <p:custDataLst>
              <p:tags r:id="rId15"/>
            </p:custDataLst>
          </p:nvPr>
        </p:nvSpPr>
        <p:spPr>
          <a:xfrm>
            <a:off x="7111622" y="513594"/>
            <a:ext cx="3443606" cy="523220"/>
          </a:xfrm>
          <a:prstGeom prst="rect">
            <a:avLst/>
          </a:prstGeom>
        </p:spPr>
        <p:style>
          <a:lnRef idx="0">
            <a:schemeClr val="accent5"/>
          </a:lnRef>
          <a:fillRef idx="3">
            <a:schemeClr val="accent5"/>
          </a:fillRef>
          <a:effectRef idx="3">
            <a:schemeClr val="accent5"/>
          </a:effectRef>
          <a:fontRef idx="minor">
            <a:schemeClr val="lt1"/>
          </a:fontRef>
        </p:style>
        <p:txBody>
          <a:bodyPr wrap="none" rtlCol="0" anchor="ctr">
            <a:noAutofit/>
          </a:bodyPr>
          <a:lstStyle>
            <a:defPPr>
              <a:defRPr lang="en-US"/>
            </a:defPPr>
            <a:lvl1pPr algn="ctr">
              <a:defRPr sz="2400"/>
            </a:lvl1pPr>
          </a:lstStyle>
          <a:p>
            <a:r>
              <a:rPr lang="en-US" sz="2800" noProof="0" dirty="0"/>
              <a:t>Stencil computation</a:t>
            </a:r>
          </a:p>
        </p:txBody>
      </p:sp>
      <p:sp>
        <p:nvSpPr>
          <p:cNvPr id="24" name="TextBox 23">
            <a:extLst>
              <a:ext uri="{FF2B5EF4-FFF2-40B4-BE49-F238E27FC236}">
                <a16:creationId xmlns:a16="http://schemas.microsoft.com/office/drawing/2014/main" id="{F05BE16C-7358-765B-9F41-391F715E3540}"/>
              </a:ext>
            </a:extLst>
          </p:cNvPr>
          <p:cNvSpPr txBox="1"/>
          <p:nvPr>
            <p:custDataLst>
              <p:tags r:id="rId16"/>
            </p:custDataLst>
          </p:nvPr>
        </p:nvSpPr>
        <p:spPr>
          <a:xfrm>
            <a:off x="8170159" y="2120441"/>
            <a:ext cx="3501860" cy="523967"/>
          </a:xfrm>
          <a:prstGeom prst="roundRect">
            <a:avLst>
              <a:gd name="adj" fmla="val 20345"/>
            </a:avLst>
          </a:prstGeom>
          <a:gradFill flip="none" rotWithShape="1">
            <a:gsLst>
              <a:gs pos="0">
                <a:schemeClr val="accent5">
                  <a:lumMod val="67000"/>
                </a:schemeClr>
              </a:gs>
              <a:gs pos="48000">
                <a:schemeClr val="accent5">
                  <a:lumMod val="97000"/>
                  <a:lumOff val="3000"/>
                </a:schemeClr>
              </a:gs>
              <a:gs pos="100000">
                <a:srgbClr val="D04EC1"/>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wrap="none" rtlCol="0" anchor="ctr">
            <a:noAutofit/>
          </a:bodyPr>
          <a:lstStyle/>
          <a:p>
            <a:pPr algn="ctr"/>
            <a:r>
              <a:rPr lang="en-US" sz="2400" noProof="0" dirty="0"/>
              <a:t>Bitwise encoding of </a:t>
            </a:r>
            <a:r>
              <a:rPr lang="en-US" sz="2400" noProof="0" dirty="0" err="1"/>
              <a:t>GoL</a:t>
            </a:r>
            <a:endParaRPr lang="en-US" sz="2400" noProof="0" dirty="0"/>
          </a:p>
        </p:txBody>
      </p:sp>
      <p:sp>
        <p:nvSpPr>
          <p:cNvPr id="28" name="TextBox 27">
            <a:extLst>
              <a:ext uri="{FF2B5EF4-FFF2-40B4-BE49-F238E27FC236}">
                <a16:creationId xmlns:a16="http://schemas.microsoft.com/office/drawing/2014/main" id="{4E10342D-AF4F-9D7A-596A-774C5A75EE80}"/>
              </a:ext>
            </a:extLst>
          </p:cNvPr>
          <p:cNvSpPr txBox="1"/>
          <p:nvPr>
            <p:custDataLst>
              <p:tags r:id="rId17"/>
            </p:custDataLst>
          </p:nvPr>
        </p:nvSpPr>
        <p:spPr>
          <a:xfrm>
            <a:off x="7015459" y="4904585"/>
            <a:ext cx="3312125" cy="490859"/>
          </a:xfrm>
          <a:prstGeom prst="roundRect">
            <a:avLst/>
          </a:prstGeom>
          <a:gradFill flip="none" rotWithShape="1">
            <a:gsLst>
              <a:gs pos="0">
                <a:schemeClr val="accent2">
                  <a:lumMod val="67000"/>
                </a:schemeClr>
              </a:gs>
              <a:gs pos="48000">
                <a:schemeClr val="accent2">
                  <a:lumMod val="97000"/>
                  <a:lumOff val="3000"/>
                </a:schemeClr>
              </a:gs>
              <a:gs pos="100000">
                <a:srgbClr val="EB7E41"/>
              </a:gs>
            </a:gsLst>
            <a:lin ang="16200000" scaled="1"/>
            <a:tileRect/>
          </a:gradFill>
          <a:ln w="38100">
            <a:solidFill>
              <a:srgbClr val="FF0000"/>
            </a:solidFill>
          </a:ln>
        </p:spPr>
        <p:style>
          <a:lnRef idx="0">
            <a:scrgbClr r="0" g="0" b="0"/>
          </a:lnRef>
          <a:fillRef idx="0">
            <a:scrgbClr r="0" g="0" b="0"/>
          </a:fillRef>
          <a:effectRef idx="0">
            <a:scrgbClr r="0" g="0" b="0"/>
          </a:effectRef>
          <a:fontRef idx="minor">
            <a:schemeClr val="lt1"/>
          </a:fontRef>
        </p:style>
        <p:txBody>
          <a:bodyPr wrap="none" rtlCol="0" anchor="ctr">
            <a:noAutofit/>
          </a:bodyPr>
          <a:lstStyle/>
          <a:p>
            <a:pPr algn="ctr"/>
            <a:r>
              <a:rPr lang="en-US" sz="2400" noProof="0" dirty="0"/>
              <a:t>Tutoring LLMs for CUDA</a:t>
            </a:r>
          </a:p>
        </p:txBody>
      </p:sp>
      <p:sp>
        <p:nvSpPr>
          <p:cNvPr id="32" name="TextBox 31">
            <a:extLst>
              <a:ext uri="{FF2B5EF4-FFF2-40B4-BE49-F238E27FC236}">
                <a16:creationId xmlns:a16="http://schemas.microsoft.com/office/drawing/2014/main" id="{575DD392-3AAA-5F2A-363D-37ADF1B2AD3E}"/>
              </a:ext>
            </a:extLst>
          </p:cNvPr>
          <p:cNvSpPr txBox="1"/>
          <p:nvPr>
            <p:custDataLst>
              <p:tags r:id="rId18"/>
            </p:custDataLst>
          </p:nvPr>
        </p:nvSpPr>
        <p:spPr>
          <a:xfrm>
            <a:off x="309795" y="1043357"/>
            <a:ext cx="3933000" cy="523220"/>
          </a:xfrm>
          <a:prstGeom prst="rect">
            <a:avLst/>
          </a:prstGeom>
        </p:spPr>
        <p:style>
          <a:lnRef idx="0">
            <a:schemeClr val="accent6"/>
          </a:lnRef>
          <a:fillRef idx="3">
            <a:schemeClr val="accent6"/>
          </a:fillRef>
          <a:effectRef idx="3">
            <a:schemeClr val="accent6"/>
          </a:effectRef>
          <a:fontRef idx="minor">
            <a:schemeClr val="lt1"/>
          </a:fontRef>
        </p:style>
        <p:txBody>
          <a:bodyPr wrap="none" rtlCol="0" anchor="ctr">
            <a:noAutofit/>
          </a:bodyPr>
          <a:lstStyle/>
          <a:p>
            <a:pPr algn="ctr"/>
            <a:r>
              <a:rPr lang="en-US" sz="2800" noProof="0" dirty="0"/>
              <a:t>General HPC computing</a:t>
            </a:r>
          </a:p>
        </p:txBody>
      </p:sp>
      <p:sp>
        <p:nvSpPr>
          <p:cNvPr id="7" name="TextBox 6">
            <a:extLst>
              <a:ext uri="{FF2B5EF4-FFF2-40B4-BE49-F238E27FC236}">
                <a16:creationId xmlns:a16="http://schemas.microsoft.com/office/drawing/2014/main" id="{F178AC6C-FC18-4019-D6D7-374777F1BAEC}"/>
              </a:ext>
            </a:extLst>
          </p:cNvPr>
          <p:cNvSpPr txBox="1"/>
          <p:nvPr>
            <p:custDataLst>
              <p:tags r:id="rId19"/>
            </p:custDataLst>
          </p:nvPr>
        </p:nvSpPr>
        <p:spPr>
          <a:xfrm>
            <a:off x="9116787" y="5760739"/>
            <a:ext cx="2935740" cy="518764"/>
          </a:xfrm>
          <a:prstGeom prst="rect">
            <a:avLst/>
          </a:prstGeom>
          <a:gradFill>
            <a:gsLst>
              <a:gs pos="0">
                <a:srgbClr val="E9642F"/>
              </a:gs>
              <a:gs pos="50000">
                <a:schemeClr val="accent2">
                  <a:satMod val="110000"/>
                  <a:lumMod val="100000"/>
                  <a:shade val="100000"/>
                </a:schemeClr>
              </a:gs>
              <a:gs pos="100000">
                <a:schemeClr val="accent2">
                  <a:lumMod val="99000"/>
                  <a:satMod val="120000"/>
                  <a:shade val="78000"/>
                </a:schemeClr>
              </a:gs>
            </a:gsLst>
          </a:gradFill>
        </p:spPr>
        <p:style>
          <a:lnRef idx="0">
            <a:schemeClr val="accent2"/>
          </a:lnRef>
          <a:fillRef idx="3">
            <a:schemeClr val="accent2"/>
          </a:fillRef>
          <a:effectRef idx="3">
            <a:schemeClr val="accent2"/>
          </a:effectRef>
          <a:fontRef idx="minor">
            <a:schemeClr val="lt1"/>
          </a:fontRef>
        </p:style>
        <p:txBody>
          <a:bodyPr wrap="none" rtlCol="0" anchor="ctr">
            <a:noAutofit/>
          </a:bodyPr>
          <a:lstStyle/>
          <a:p>
            <a:pPr algn="ctr"/>
            <a:r>
              <a:rPr lang="en-US" sz="2400" noProof="0" dirty="0"/>
              <a:t>LLM code generation</a:t>
            </a:r>
          </a:p>
        </p:txBody>
      </p:sp>
      <p:sp>
        <p:nvSpPr>
          <p:cNvPr id="9" name="TextBox 8">
            <a:extLst>
              <a:ext uri="{FF2B5EF4-FFF2-40B4-BE49-F238E27FC236}">
                <a16:creationId xmlns:a16="http://schemas.microsoft.com/office/drawing/2014/main" id="{1AE6887D-8433-28B1-0FDD-63B1B7428374}"/>
              </a:ext>
            </a:extLst>
          </p:cNvPr>
          <p:cNvSpPr txBox="1"/>
          <p:nvPr>
            <p:custDataLst>
              <p:tags r:id="rId20"/>
            </p:custDataLst>
          </p:nvPr>
        </p:nvSpPr>
        <p:spPr>
          <a:xfrm>
            <a:off x="2331057" y="6316525"/>
            <a:ext cx="3372077" cy="523220"/>
          </a:xfrm>
          <a:prstGeom prst="rect">
            <a:avLst/>
          </a:prstGeom>
        </p:spPr>
        <p:style>
          <a:lnRef idx="0">
            <a:schemeClr val="accent1"/>
          </a:lnRef>
          <a:fillRef idx="3">
            <a:schemeClr val="accent1"/>
          </a:fillRef>
          <a:effectRef idx="3">
            <a:schemeClr val="accent1"/>
          </a:effectRef>
          <a:fontRef idx="minor">
            <a:schemeClr val="lt1"/>
          </a:fontRef>
        </p:style>
        <p:txBody>
          <a:bodyPr wrap="none" rtlCol="0" anchor="ctr">
            <a:noAutofit/>
          </a:bodyPr>
          <a:lstStyle/>
          <a:p>
            <a:pPr algn="ctr"/>
            <a:r>
              <a:rPr lang="en-US" sz="2800" noProof="0" dirty="0"/>
              <a:t>k-Nearest Neighbors</a:t>
            </a:r>
          </a:p>
        </p:txBody>
      </p:sp>
      <p:sp>
        <p:nvSpPr>
          <p:cNvPr id="14" name="TextBox 13">
            <a:extLst>
              <a:ext uri="{FF2B5EF4-FFF2-40B4-BE49-F238E27FC236}">
                <a16:creationId xmlns:a16="http://schemas.microsoft.com/office/drawing/2014/main" id="{694A14F9-37A7-558D-DCD1-B6BA288136A3}"/>
              </a:ext>
            </a:extLst>
          </p:cNvPr>
          <p:cNvSpPr txBox="1"/>
          <p:nvPr>
            <p:custDataLst>
              <p:tags r:id="rId21"/>
            </p:custDataLst>
          </p:nvPr>
        </p:nvSpPr>
        <p:spPr>
          <a:xfrm>
            <a:off x="3193480" y="5441518"/>
            <a:ext cx="3106068" cy="520820"/>
          </a:xfrm>
          <a:prstGeom prst="roundRect">
            <a:avLst>
              <a:gd name="adj" fmla="val 14270"/>
            </a:avLst>
          </a:prstGeom>
          <a:gradFill flip="none" rotWithShape="1">
            <a:gsLst>
              <a:gs pos="0">
                <a:schemeClr val="accent1">
                  <a:lumMod val="67000"/>
                </a:schemeClr>
              </a:gs>
              <a:gs pos="48000">
                <a:schemeClr val="accent1">
                  <a:lumMod val="97000"/>
                  <a:lumOff val="3000"/>
                </a:schemeClr>
              </a:gs>
              <a:gs pos="100000">
                <a:srgbClr val="24A3DC"/>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wrap="none" rtlCol="0" anchor="ctr">
            <a:noAutofit/>
          </a:bodyPr>
          <a:lstStyle/>
          <a:p>
            <a:pPr algn="ctr"/>
            <a:r>
              <a:rPr lang="en-US" sz="2400" noProof="0" dirty="0" err="1"/>
              <a:t>kNN</a:t>
            </a:r>
            <a:r>
              <a:rPr lang="en-US" sz="2400" noProof="0" dirty="0"/>
              <a:t> with </a:t>
            </a:r>
            <a:r>
              <a:rPr lang="en-US" sz="2400" noProof="0" dirty="0" err="1"/>
              <a:t>bitonic</a:t>
            </a:r>
            <a:r>
              <a:rPr lang="en-US" sz="2400" noProof="0" dirty="0"/>
              <a:t> sort</a:t>
            </a:r>
          </a:p>
        </p:txBody>
      </p:sp>
      <p:sp>
        <p:nvSpPr>
          <p:cNvPr id="2" name="Title 1">
            <a:extLst>
              <a:ext uri="{FF2B5EF4-FFF2-40B4-BE49-F238E27FC236}">
                <a16:creationId xmlns:a16="http://schemas.microsoft.com/office/drawing/2014/main" id="{6447B745-9B50-DD90-5161-BD2A06CEA44B}"/>
              </a:ext>
            </a:extLst>
          </p:cNvPr>
          <p:cNvSpPr>
            <a:spLocks noGrp="1"/>
          </p:cNvSpPr>
          <p:nvPr>
            <p:ph type="title"/>
            <p:custDataLst>
              <p:tags r:id="rId22"/>
            </p:custDataLst>
          </p:nvPr>
        </p:nvSpPr>
        <p:spPr/>
        <p:txBody>
          <a:bodyPr/>
          <a:lstStyle/>
          <a:p>
            <a:r>
              <a:rPr lang="en-US" noProof="0" dirty="0"/>
              <a:t>Contribution map</a:t>
            </a:r>
          </a:p>
        </p:txBody>
      </p:sp>
      <p:sp>
        <p:nvSpPr>
          <p:cNvPr id="3" name="Date Placeholder 2">
            <a:extLst>
              <a:ext uri="{FF2B5EF4-FFF2-40B4-BE49-F238E27FC236}">
                <a16:creationId xmlns:a16="http://schemas.microsoft.com/office/drawing/2014/main" id="{BD7C89E2-483C-AAE2-A28B-882731CF7B1F}"/>
              </a:ext>
            </a:extLst>
          </p:cNvPr>
          <p:cNvSpPr>
            <a:spLocks noGrp="1"/>
          </p:cNvSpPr>
          <p:nvPr>
            <p:ph type="dt" sz="half" idx="10"/>
            <p:custDataLst>
              <p:tags r:id="rId23"/>
            </p:custDataLst>
          </p:nvPr>
        </p:nvSpPr>
        <p:spPr/>
        <p:txBody>
          <a:bodyPr/>
          <a:lstStyle/>
          <a:p>
            <a:r>
              <a:rPr lang="en-US" noProof="0"/>
              <a:t>9/5/2026</a:t>
            </a:r>
            <a:endParaRPr lang="en-US" noProof="0" dirty="0"/>
          </a:p>
        </p:txBody>
      </p:sp>
      <p:sp>
        <p:nvSpPr>
          <p:cNvPr id="4" name="Slide Number Placeholder 3">
            <a:extLst>
              <a:ext uri="{FF2B5EF4-FFF2-40B4-BE49-F238E27FC236}">
                <a16:creationId xmlns:a16="http://schemas.microsoft.com/office/drawing/2014/main" id="{1EE703C1-86DF-7428-224F-96B06FB73E3C}"/>
              </a:ext>
            </a:extLst>
          </p:cNvPr>
          <p:cNvSpPr>
            <a:spLocks noGrp="1"/>
          </p:cNvSpPr>
          <p:nvPr>
            <p:ph type="sldNum" sz="quarter" idx="12"/>
            <p:custDataLst>
              <p:tags r:id="rId24"/>
            </p:custDataLst>
          </p:nvPr>
        </p:nvSpPr>
        <p:spPr/>
        <p:txBody>
          <a:bodyPr/>
          <a:lstStyle/>
          <a:p>
            <a:r>
              <a:rPr lang="en-US" noProof="0"/>
              <a:t>31</a:t>
            </a:r>
            <a:endParaRPr lang="en-US" noProof="0" dirty="0"/>
          </a:p>
        </p:txBody>
      </p:sp>
      <p:pic>
        <p:nvPicPr>
          <p:cNvPr id="108" name="Graphic 107" descr="Document with solid fill">
            <a:extLst>
              <a:ext uri="{FF2B5EF4-FFF2-40B4-BE49-F238E27FC236}">
                <a16:creationId xmlns:a16="http://schemas.microsoft.com/office/drawing/2014/main" id="{C2DFAA5D-5334-A49A-48B2-E76A0FA60672}"/>
              </a:ext>
            </a:extLst>
          </p:cNvPr>
          <p:cNvPicPr>
            <a:picLocks noChangeAspect="1"/>
          </p:cNvPicPr>
          <p:nvPr>
            <p:custDataLst>
              <p:tags r:id="rId25"/>
            </p:custDataLst>
          </p:nvPr>
        </p:nvPicPr>
        <p:blipFill>
          <a:blip>
            <a:extLst>
              <a:ext uri="{96DAC541-7B7A-43D3-8B79-37D633B846F1}">
                <asvg:svgBlip xmlns:asvg="http://schemas.microsoft.com/office/drawing/2016/SVG/main" r:embed="rId35"/>
              </a:ext>
            </a:extLst>
          </a:blip>
          <a:stretch>
            <a:fillRect/>
          </a:stretch>
        </p:blipFill>
        <p:spPr>
          <a:xfrm>
            <a:off x="259545" y="1724594"/>
            <a:ext cx="692126" cy="692126"/>
          </a:xfrm>
          <a:prstGeom prst="rect">
            <a:avLst/>
          </a:prstGeom>
        </p:spPr>
      </p:pic>
      <p:pic>
        <p:nvPicPr>
          <p:cNvPr id="112" name="Graphic 111" descr="Document with solid fill">
            <a:extLst>
              <a:ext uri="{FF2B5EF4-FFF2-40B4-BE49-F238E27FC236}">
                <a16:creationId xmlns:a16="http://schemas.microsoft.com/office/drawing/2014/main" id="{89A83EF7-9621-C7E8-72AF-14DB294FEC07}"/>
              </a:ext>
            </a:extLst>
          </p:cNvPr>
          <p:cNvPicPr>
            <a:picLocks noChangeAspect="1"/>
          </p:cNvPicPr>
          <p:nvPr>
            <p:custDataLst>
              <p:tags r:id="rId26"/>
            </p:custDataLst>
          </p:nvPr>
        </p:nvPicPr>
        <p:blipFill>
          <a:blip>
            <a:extLst>
              <a:ext uri="{96DAC541-7B7A-43D3-8B79-37D633B846F1}">
                <asvg:svgBlip xmlns:asvg="http://schemas.microsoft.com/office/drawing/2016/SVG/main" r:embed="rId35"/>
              </a:ext>
            </a:extLst>
          </a:blip>
          <a:stretch>
            <a:fillRect/>
          </a:stretch>
        </p:blipFill>
        <p:spPr>
          <a:xfrm>
            <a:off x="612168" y="2754124"/>
            <a:ext cx="692126" cy="692126"/>
          </a:xfrm>
          <a:prstGeom prst="rect">
            <a:avLst/>
          </a:prstGeom>
        </p:spPr>
      </p:pic>
      <p:pic>
        <p:nvPicPr>
          <p:cNvPr id="114" name="Graphic 113" descr="Document with solid fill">
            <a:extLst>
              <a:ext uri="{FF2B5EF4-FFF2-40B4-BE49-F238E27FC236}">
                <a16:creationId xmlns:a16="http://schemas.microsoft.com/office/drawing/2014/main" id="{429BC7B5-3FE6-AD92-9E9A-1B2F2AEC39C2}"/>
              </a:ext>
            </a:extLst>
          </p:cNvPr>
          <p:cNvPicPr>
            <a:picLocks noChangeAspect="1"/>
          </p:cNvPicPr>
          <p:nvPr>
            <p:custDataLst>
              <p:tags r:id="rId27"/>
            </p:custDataLst>
          </p:nvPr>
        </p:nvPicPr>
        <p:blipFill>
          <a:blip>
            <a:extLst>
              <a:ext uri="{96DAC541-7B7A-43D3-8B79-37D633B846F1}">
                <asvg:svgBlip xmlns:asvg="http://schemas.microsoft.com/office/drawing/2016/SVG/main" r:embed="rId36"/>
              </a:ext>
            </a:extLst>
          </a:blip>
          <a:stretch>
            <a:fillRect/>
          </a:stretch>
        </p:blipFill>
        <p:spPr>
          <a:xfrm>
            <a:off x="-73665" y="3804149"/>
            <a:ext cx="684040" cy="684040"/>
          </a:xfrm>
          <a:prstGeom prst="rect">
            <a:avLst/>
          </a:prstGeom>
        </p:spPr>
      </p:pic>
      <p:pic>
        <p:nvPicPr>
          <p:cNvPr id="116" name="Graphic 115" descr="Document with solid fill">
            <a:extLst>
              <a:ext uri="{FF2B5EF4-FFF2-40B4-BE49-F238E27FC236}">
                <a16:creationId xmlns:a16="http://schemas.microsoft.com/office/drawing/2014/main" id="{A0950E09-4E68-6022-AEDC-C43AAE7095AF}"/>
              </a:ext>
            </a:extLst>
          </p:cNvPr>
          <p:cNvPicPr>
            <a:picLocks noChangeAspect="1"/>
          </p:cNvPicPr>
          <p:nvPr>
            <p:custDataLst>
              <p:tags r:id="rId28"/>
            </p:custDataLst>
          </p:nvPr>
        </p:nvPicPr>
        <p:blipFill>
          <a:blip>
            <a:extLst>
              <a:ext uri="{96DAC541-7B7A-43D3-8B79-37D633B846F1}">
                <asvg:svgBlip xmlns:asvg="http://schemas.microsoft.com/office/drawing/2016/SVG/main" r:embed="rId35"/>
              </a:ext>
            </a:extLst>
          </a:blip>
          <a:stretch>
            <a:fillRect/>
          </a:stretch>
        </p:blipFill>
        <p:spPr>
          <a:xfrm>
            <a:off x="1267745" y="4557585"/>
            <a:ext cx="688481" cy="688481"/>
          </a:xfrm>
          <a:prstGeom prst="rect">
            <a:avLst/>
          </a:prstGeom>
        </p:spPr>
      </p:pic>
      <p:pic>
        <p:nvPicPr>
          <p:cNvPr id="122" name="Graphic 121" descr="Document with solid fill">
            <a:extLst>
              <a:ext uri="{FF2B5EF4-FFF2-40B4-BE49-F238E27FC236}">
                <a16:creationId xmlns:a16="http://schemas.microsoft.com/office/drawing/2014/main" id="{20BCF91A-2BC4-2C84-EDB6-83BC8A598E2B}"/>
              </a:ext>
            </a:extLst>
          </p:cNvPr>
          <p:cNvPicPr>
            <a:picLocks noChangeAspect="1"/>
          </p:cNvPicPr>
          <p:nvPr>
            <p:custDataLst>
              <p:tags r:id="rId29"/>
            </p:custDataLst>
          </p:nvPr>
        </p:nvPicPr>
        <p:blipFill>
          <a:blip>
            <a:extLst>
              <a:ext uri="{96DAC541-7B7A-43D3-8B79-37D633B846F1}">
                <asvg:svgBlip xmlns:asvg="http://schemas.microsoft.com/office/drawing/2016/SVG/main" r:embed="rId35"/>
              </a:ext>
            </a:extLst>
          </a:blip>
          <a:stretch>
            <a:fillRect/>
          </a:stretch>
        </p:blipFill>
        <p:spPr>
          <a:xfrm>
            <a:off x="11577153" y="2104335"/>
            <a:ext cx="688481" cy="688481"/>
          </a:xfrm>
          <a:prstGeom prst="rect">
            <a:avLst/>
          </a:prstGeom>
        </p:spPr>
      </p:pic>
      <p:pic>
        <p:nvPicPr>
          <p:cNvPr id="124" name="Graphic 123" descr="Document with solid fill">
            <a:extLst>
              <a:ext uri="{FF2B5EF4-FFF2-40B4-BE49-F238E27FC236}">
                <a16:creationId xmlns:a16="http://schemas.microsoft.com/office/drawing/2014/main" id="{37545ACE-E0D5-4418-C01A-F54A238C5EAB}"/>
              </a:ext>
            </a:extLst>
          </p:cNvPr>
          <p:cNvPicPr>
            <a:picLocks noChangeAspect="1"/>
          </p:cNvPicPr>
          <p:nvPr>
            <p:custDataLst>
              <p:tags r:id="rId30"/>
            </p:custDataLst>
          </p:nvPr>
        </p:nvPicPr>
        <p:blipFill>
          <a:blip>
            <a:extLst>
              <a:ext uri="{96DAC541-7B7A-43D3-8B79-37D633B846F1}">
                <asvg:svgBlip xmlns:asvg="http://schemas.microsoft.com/office/drawing/2016/SVG/main" r:embed="rId35"/>
              </a:ext>
            </a:extLst>
          </a:blip>
          <a:stretch>
            <a:fillRect/>
          </a:stretch>
        </p:blipFill>
        <p:spPr>
          <a:xfrm>
            <a:off x="10242637" y="4803784"/>
            <a:ext cx="684040" cy="684040"/>
          </a:xfrm>
          <a:prstGeom prst="rect">
            <a:avLst/>
          </a:prstGeom>
        </p:spPr>
      </p:pic>
      <p:pic>
        <p:nvPicPr>
          <p:cNvPr id="126" name="Graphic 125" descr="Document with solid fill">
            <a:extLst>
              <a:ext uri="{FF2B5EF4-FFF2-40B4-BE49-F238E27FC236}">
                <a16:creationId xmlns:a16="http://schemas.microsoft.com/office/drawing/2014/main" id="{F102692C-45CE-30BD-D7DB-69F758D3939A}"/>
              </a:ext>
            </a:extLst>
          </p:cNvPr>
          <p:cNvPicPr>
            <a:picLocks noChangeAspect="1"/>
          </p:cNvPicPr>
          <p:nvPr>
            <p:custDataLst>
              <p:tags r:id="rId31"/>
            </p:custDataLst>
          </p:nvPr>
        </p:nvPicPr>
        <p:blipFill>
          <a:blip>
            <a:extLst>
              <a:ext uri="{96DAC541-7B7A-43D3-8B79-37D633B846F1}">
                <asvg:svgBlip xmlns:asvg="http://schemas.microsoft.com/office/drawing/2016/SVG/main" r:embed="rId37"/>
              </a:ext>
            </a:extLst>
          </a:blip>
          <a:stretch>
            <a:fillRect/>
          </a:stretch>
        </p:blipFill>
        <p:spPr>
          <a:xfrm>
            <a:off x="6226770" y="5370763"/>
            <a:ext cx="684040" cy="684040"/>
          </a:xfrm>
          <a:prstGeom prst="rect">
            <a:avLst/>
          </a:prstGeom>
        </p:spPr>
      </p:pic>
      <p:pic>
        <p:nvPicPr>
          <p:cNvPr id="132" name="Graphic 131" descr="Hourglass 90% with solid fill">
            <a:extLst>
              <a:ext uri="{FF2B5EF4-FFF2-40B4-BE49-F238E27FC236}">
                <a16:creationId xmlns:a16="http://schemas.microsoft.com/office/drawing/2014/main" id="{AB289F9A-E988-4BD3-D736-A280662A8294}"/>
              </a:ext>
            </a:extLst>
          </p:cNvPr>
          <p:cNvPicPr>
            <a:picLocks noChangeAspect="1"/>
          </p:cNvPicPr>
          <p:nvPr>
            <p:custDataLst>
              <p:tags r:id="rId32"/>
            </p:custDataLst>
          </p:nvPr>
        </p:nvPicPr>
        <p:blipFill>
          <a:blip>
            <a:extLst>
              <a:ext uri="{96DAC541-7B7A-43D3-8B79-37D633B846F1}">
                <asvg:svgBlip xmlns:asvg="http://schemas.microsoft.com/office/drawing/2016/SVG/main" r:embed="rId38"/>
              </a:ext>
            </a:extLst>
          </a:blip>
          <a:stretch>
            <a:fillRect/>
          </a:stretch>
        </p:blipFill>
        <p:spPr>
          <a:xfrm>
            <a:off x="6739057" y="5535157"/>
            <a:ext cx="372564" cy="372564"/>
          </a:xfrm>
          <a:prstGeom prst="rect">
            <a:avLst/>
          </a:prstGeom>
        </p:spPr>
      </p:pic>
    </p:spTree>
    <p:custDataLst>
      <p:tags r:id="rId1"/>
    </p:custDataLst>
    <p:extLst>
      <p:ext uri="{BB962C8B-B14F-4D97-AF65-F5344CB8AC3E}">
        <p14:creationId xmlns:p14="http://schemas.microsoft.com/office/powerpoint/2010/main" val="556504754"/>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9" name="Straight Connector 18">
            <a:extLst>
              <a:ext uri="{FF2B5EF4-FFF2-40B4-BE49-F238E27FC236}">
                <a16:creationId xmlns:a16="http://schemas.microsoft.com/office/drawing/2014/main" id="{E9233798-963E-F8A0-85A4-DCE8EC91DBF9}"/>
              </a:ext>
            </a:extLst>
          </p:cNvPr>
          <p:cNvCxnSpPr>
            <a:stCxn id="8" idx="0"/>
            <a:endCxn id="32" idx="2"/>
          </p:cNvCxnSpPr>
          <p:nvPr>
            <p:custDataLst>
              <p:tags r:id="rId2"/>
            </p:custDataLst>
          </p:nvPr>
        </p:nvCxnSpPr>
        <p:spPr>
          <a:xfrm flipV="1">
            <a:off x="1566991" y="1566577"/>
            <a:ext cx="709304" cy="302248"/>
          </a:xfrm>
          <a:prstGeom prst="line">
            <a:avLst/>
          </a:prstGeom>
          <a:ln>
            <a:solidFill>
              <a:schemeClr val="accent6">
                <a:lumMod val="75000"/>
              </a:schemeClr>
            </a:solidFill>
          </a:ln>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B3289B2B-81D7-3AAE-0581-2401DD73C129}"/>
              </a:ext>
            </a:extLst>
          </p:cNvPr>
          <p:cNvCxnSpPr>
            <a:cxnSpLocks/>
            <a:stCxn id="8" idx="2"/>
            <a:endCxn id="12" idx="0"/>
          </p:cNvCxnSpPr>
          <p:nvPr>
            <p:custDataLst>
              <p:tags r:id="rId3"/>
            </p:custDataLst>
          </p:nvPr>
        </p:nvCxnSpPr>
        <p:spPr>
          <a:xfrm>
            <a:off x="1566991" y="2379603"/>
            <a:ext cx="472321" cy="479916"/>
          </a:xfrm>
          <a:prstGeom prst="line">
            <a:avLst/>
          </a:prstGeom>
          <a:ln>
            <a:solidFill>
              <a:schemeClr val="accent6">
                <a:lumMod val="75000"/>
              </a:schemeClr>
            </a:solidFill>
          </a:ln>
        </p:spPr>
        <p:style>
          <a:lnRef idx="2">
            <a:schemeClr val="accent1"/>
          </a:lnRef>
          <a:fillRef idx="0">
            <a:schemeClr val="accent1"/>
          </a:fillRef>
          <a:effectRef idx="1">
            <a:schemeClr val="accent1"/>
          </a:effectRef>
          <a:fontRef idx="minor">
            <a:schemeClr val="tx1"/>
          </a:fontRef>
        </p:style>
      </p:cxnSp>
      <p:cxnSp>
        <p:nvCxnSpPr>
          <p:cNvPr id="25" name="Straight Connector 24">
            <a:extLst>
              <a:ext uri="{FF2B5EF4-FFF2-40B4-BE49-F238E27FC236}">
                <a16:creationId xmlns:a16="http://schemas.microsoft.com/office/drawing/2014/main" id="{175AF3EF-64B7-79EF-0C5F-53B19C1B2FAA}"/>
              </a:ext>
            </a:extLst>
          </p:cNvPr>
          <p:cNvCxnSpPr>
            <a:cxnSpLocks/>
            <a:stCxn id="12" idx="2"/>
            <a:endCxn id="6" idx="0"/>
          </p:cNvCxnSpPr>
          <p:nvPr>
            <p:custDataLst>
              <p:tags r:id="rId4"/>
            </p:custDataLst>
          </p:nvPr>
        </p:nvCxnSpPr>
        <p:spPr>
          <a:xfrm>
            <a:off x="2039312" y="3370297"/>
            <a:ext cx="682628" cy="1264729"/>
          </a:xfrm>
          <a:prstGeom prst="line">
            <a:avLst/>
          </a:prstGeom>
          <a:ln>
            <a:solidFill>
              <a:schemeClr val="accent6">
                <a:lumMod val="75000"/>
              </a:schemeClr>
            </a:solidFill>
          </a:ln>
        </p:spPr>
        <p:style>
          <a:lnRef idx="2">
            <a:schemeClr val="accent1"/>
          </a:lnRef>
          <a:fillRef idx="0">
            <a:schemeClr val="accent1"/>
          </a:fillRef>
          <a:effectRef idx="1">
            <a:schemeClr val="accent1"/>
          </a:effectRef>
          <a:fontRef idx="minor">
            <a:schemeClr val="tx1"/>
          </a:fontRef>
        </p:style>
      </p:cxnSp>
      <p:cxnSp>
        <p:nvCxnSpPr>
          <p:cNvPr id="29" name="Straight Connector 28">
            <a:extLst>
              <a:ext uri="{FF2B5EF4-FFF2-40B4-BE49-F238E27FC236}">
                <a16:creationId xmlns:a16="http://schemas.microsoft.com/office/drawing/2014/main" id="{C463B896-BD13-512A-E580-7BE4DFC4E1B3}"/>
              </a:ext>
            </a:extLst>
          </p:cNvPr>
          <p:cNvCxnSpPr>
            <a:cxnSpLocks/>
            <a:stCxn id="12" idx="2"/>
            <a:endCxn id="16" idx="0"/>
          </p:cNvCxnSpPr>
          <p:nvPr>
            <p:custDataLst>
              <p:tags r:id="rId5"/>
            </p:custDataLst>
          </p:nvPr>
        </p:nvCxnSpPr>
        <p:spPr>
          <a:xfrm flipH="1">
            <a:off x="1384604" y="3370297"/>
            <a:ext cx="654708" cy="467263"/>
          </a:xfrm>
          <a:prstGeom prst="line">
            <a:avLst/>
          </a:prstGeom>
          <a:ln>
            <a:solidFill>
              <a:schemeClr val="accent6">
                <a:lumMod val="75000"/>
              </a:schemeClr>
            </a:solidFill>
          </a:ln>
        </p:spPr>
        <p:style>
          <a:lnRef idx="2">
            <a:schemeClr val="accent1"/>
          </a:lnRef>
          <a:fillRef idx="0">
            <a:schemeClr val="accent1"/>
          </a:fillRef>
          <a:effectRef idx="1">
            <a:schemeClr val="accent1"/>
          </a:effectRef>
          <a:fontRef idx="minor">
            <a:schemeClr val="tx1"/>
          </a:fontRef>
        </p:style>
      </p:cxnSp>
      <p:cxnSp>
        <p:nvCxnSpPr>
          <p:cNvPr id="39" name="Straight Connector 38">
            <a:extLst>
              <a:ext uri="{FF2B5EF4-FFF2-40B4-BE49-F238E27FC236}">
                <a16:creationId xmlns:a16="http://schemas.microsoft.com/office/drawing/2014/main" id="{8255A13C-9878-1144-1E9D-F162566EDD33}"/>
              </a:ext>
            </a:extLst>
          </p:cNvPr>
          <p:cNvCxnSpPr>
            <a:cxnSpLocks/>
            <a:stCxn id="20" idx="2"/>
            <a:endCxn id="24" idx="0"/>
          </p:cNvCxnSpPr>
          <p:nvPr>
            <p:custDataLst>
              <p:tags r:id="rId6"/>
            </p:custDataLst>
          </p:nvPr>
        </p:nvCxnSpPr>
        <p:spPr>
          <a:xfrm>
            <a:off x="8833425" y="1036814"/>
            <a:ext cx="1087664" cy="1083627"/>
          </a:xfrm>
          <a:prstGeom prst="line">
            <a:avLst/>
          </a:prstGeom>
          <a:ln>
            <a:solidFill>
              <a:schemeClr val="accent5">
                <a:lumMod val="75000"/>
              </a:schemeClr>
            </a:solidFill>
          </a:ln>
        </p:spPr>
        <p:style>
          <a:lnRef idx="2">
            <a:schemeClr val="accent1"/>
          </a:lnRef>
          <a:fillRef idx="0">
            <a:schemeClr val="accent1"/>
          </a:fillRef>
          <a:effectRef idx="1">
            <a:schemeClr val="accent1"/>
          </a:effectRef>
          <a:fontRef idx="minor">
            <a:schemeClr val="tx1"/>
          </a:fontRef>
        </p:style>
      </p:cxnSp>
      <p:cxnSp>
        <p:nvCxnSpPr>
          <p:cNvPr id="41" name="Straight Connector 40">
            <a:extLst>
              <a:ext uri="{FF2B5EF4-FFF2-40B4-BE49-F238E27FC236}">
                <a16:creationId xmlns:a16="http://schemas.microsoft.com/office/drawing/2014/main" id="{81200874-7B6C-FB45-5B09-FF8BB238D79B}"/>
              </a:ext>
            </a:extLst>
          </p:cNvPr>
          <p:cNvCxnSpPr>
            <a:cxnSpLocks/>
            <a:stCxn id="20" idx="2"/>
            <a:endCxn id="27" idx="0"/>
          </p:cNvCxnSpPr>
          <p:nvPr>
            <p:custDataLst>
              <p:tags r:id="rId7"/>
            </p:custDataLst>
          </p:nvPr>
        </p:nvCxnSpPr>
        <p:spPr>
          <a:xfrm flipH="1">
            <a:off x="6489089" y="1036814"/>
            <a:ext cx="2344336" cy="662466"/>
          </a:xfrm>
          <a:prstGeom prst="line">
            <a:avLst/>
          </a:prstGeom>
          <a:ln>
            <a:solidFill>
              <a:schemeClr val="accent5">
                <a:lumMod val="75000"/>
              </a:schemeClr>
            </a:solidFill>
          </a:ln>
        </p:spPr>
        <p:style>
          <a:lnRef idx="2">
            <a:schemeClr val="accent1"/>
          </a:lnRef>
          <a:fillRef idx="0">
            <a:schemeClr val="accent1"/>
          </a:fillRef>
          <a:effectRef idx="1">
            <a:schemeClr val="accent1"/>
          </a:effectRef>
          <a:fontRef idx="minor">
            <a:schemeClr val="tx1"/>
          </a:fontRef>
        </p:style>
      </p:cxnSp>
      <p:cxnSp>
        <p:nvCxnSpPr>
          <p:cNvPr id="45" name="Straight Connector 44">
            <a:extLst>
              <a:ext uri="{FF2B5EF4-FFF2-40B4-BE49-F238E27FC236}">
                <a16:creationId xmlns:a16="http://schemas.microsoft.com/office/drawing/2014/main" id="{AFA5D45D-66F4-E252-F84E-6AB600B22F19}"/>
              </a:ext>
            </a:extLst>
          </p:cNvPr>
          <p:cNvCxnSpPr>
            <a:cxnSpLocks/>
            <a:stCxn id="7" idx="0"/>
          </p:cNvCxnSpPr>
          <p:nvPr>
            <p:custDataLst>
              <p:tags r:id="rId8"/>
            </p:custDataLst>
          </p:nvPr>
        </p:nvCxnSpPr>
        <p:spPr>
          <a:xfrm flipH="1" flipV="1">
            <a:off x="8671522" y="5366250"/>
            <a:ext cx="1913135" cy="394489"/>
          </a:xfrm>
          <a:prstGeom prst="line">
            <a:avLst/>
          </a:prstGeom>
          <a:ln>
            <a:solidFill>
              <a:schemeClr val="accent2">
                <a:lumMod val="75000"/>
              </a:schemeClr>
            </a:solidFill>
          </a:ln>
        </p:spPr>
        <p:style>
          <a:lnRef idx="2">
            <a:schemeClr val="accent1"/>
          </a:lnRef>
          <a:fillRef idx="0">
            <a:schemeClr val="accent1"/>
          </a:fillRef>
          <a:effectRef idx="1">
            <a:schemeClr val="accent1"/>
          </a:effectRef>
          <a:fontRef idx="minor">
            <a:schemeClr val="tx1"/>
          </a:fontRef>
        </p:style>
      </p:cxnSp>
      <p:cxnSp>
        <p:nvCxnSpPr>
          <p:cNvPr id="51" name="Straight Connector 50">
            <a:extLst>
              <a:ext uri="{FF2B5EF4-FFF2-40B4-BE49-F238E27FC236}">
                <a16:creationId xmlns:a16="http://schemas.microsoft.com/office/drawing/2014/main" id="{F7EFBF46-A6BD-4284-E20E-BCB82964D1D7}"/>
              </a:ext>
            </a:extLst>
          </p:cNvPr>
          <p:cNvCxnSpPr>
            <a:cxnSpLocks/>
            <a:stCxn id="9" idx="0"/>
            <a:endCxn id="14" idx="2"/>
          </p:cNvCxnSpPr>
          <p:nvPr>
            <p:custDataLst>
              <p:tags r:id="rId9"/>
            </p:custDataLst>
          </p:nvPr>
        </p:nvCxnSpPr>
        <p:spPr>
          <a:xfrm flipV="1">
            <a:off x="4017096" y="5962338"/>
            <a:ext cx="729418" cy="354187"/>
          </a:xfrm>
          <a:prstGeom prst="line">
            <a:avLst/>
          </a:prstGeom>
        </p:spPr>
        <p:style>
          <a:lnRef idx="2">
            <a:schemeClr val="accent1"/>
          </a:lnRef>
          <a:fillRef idx="0">
            <a:schemeClr val="accent1"/>
          </a:fillRef>
          <a:effectRef idx="1">
            <a:schemeClr val="accent1"/>
          </a:effectRef>
          <a:fontRef idx="minor">
            <a:schemeClr val="tx1"/>
          </a:fontRef>
        </p:style>
      </p:cxnSp>
      <p:cxnSp>
        <p:nvCxnSpPr>
          <p:cNvPr id="57" name="Connector: Curved 56">
            <a:extLst>
              <a:ext uri="{FF2B5EF4-FFF2-40B4-BE49-F238E27FC236}">
                <a16:creationId xmlns:a16="http://schemas.microsoft.com/office/drawing/2014/main" id="{1F8B0C2D-897D-CBED-F309-05EF687E2ECB}"/>
              </a:ext>
            </a:extLst>
          </p:cNvPr>
          <p:cNvCxnSpPr>
            <a:cxnSpLocks/>
            <a:stCxn id="14" idx="0"/>
          </p:cNvCxnSpPr>
          <p:nvPr>
            <p:custDataLst>
              <p:tags r:id="rId10"/>
            </p:custDataLst>
          </p:nvPr>
        </p:nvCxnSpPr>
        <p:spPr>
          <a:xfrm rot="5400000" flipH="1" flipV="1">
            <a:off x="5727936" y="4153996"/>
            <a:ext cx="306100" cy="2268944"/>
          </a:xfrm>
          <a:prstGeom prst="curvedConnector2">
            <a:avLst/>
          </a:prstGeom>
          <a:ln>
            <a:prstDash val="sysDash"/>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59" name="Connector: Curved 58">
            <a:extLst>
              <a:ext uri="{FF2B5EF4-FFF2-40B4-BE49-F238E27FC236}">
                <a16:creationId xmlns:a16="http://schemas.microsoft.com/office/drawing/2014/main" id="{8E46E008-894C-4654-09CA-E580A4B474FB}"/>
              </a:ext>
            </a:extLst>
          </p:cNvPr>
          <p:cNvCxnSpPr>
            <a:cxnSpLocks/>
            <a:stCxn id="24" idx="2"/>
          </p:cNvCxnSpPr>
          <p:nvPr>
            <p:custDataLst>
              <p:tags r:id="rId11"/>
            </p:custDataLst>
          </p:nvPr>
        </p:nvCxnSpPr>
        <p:spPr>
          <a:xfrm rot="5400000">
            <a:off x="8166220" y="3149715"/>
            <a:ext cx="2260177" cy="1249563"/>
          </a:xfrm>
          <a:prstGeom prst="curvedConnector3">
            <a:avLst>
              <a:gd name="adj1" fmla="val 50000"/>
            </a:avLst>
          </a:prstGeom>
          <a:ln>
            <a:solidFill>
              <a:schemeClr val="accent5">
                <a:lumMod val="75000"/>
              </a:schemeClr>
            </a:solidFill>
            <a:prstDash val="dash"/>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104" name="Connector: Curved 103">
            <a:extLst>
              <a:ext uri="{FF2B5EF4-FFF2-40B4-BE49-F238E27FC236}">
                <a16:creationId xmlns:a16="http://schemas.microsoft.com/office/drawing/2014/main" id="{59BF5CAB-CE77-3E1E-A10F-85C7982CD7CE}"/>
              </a:ext>
            </a:extLst>
          </p:cNvPr>
          <p:cNvCxnSpPr>
            <a:cxnSpLocks/>
            <a:stCxn id="12" idx="0"/>
            <a:endCxn id="27" idx="1"/>
          </p:cNvCxnSpPr>
          <p:nvPr>
            <p:custDataLst>
              <p:tags r:id="rId12"/>
            </p:custDataLst>
          </p:nvPr>
        </p:nvCxnSpPr>
        <p:spPr>
          <a:xfrm rot="5400000" flipH="1" flipV="1">
            <a:off x="3239916" y="760661"/>
            <a:ext cx="898255" cy="3299462"/>
          </a:xfrm>
          <a:prstGeom prst="curvedConnector2">
            <a:avLst/>
          </a:prstGeom>
          <a:ln w="57150">
            <a:solidFill>
              <a:schemeClr val="tx1"/>
            </a:solidFill>
            <a:prstDash val="solid"/>
            <a:tailEnd type="triangle"/>
          </a:ln>
        </p:spPr>
        <p:style>
          <a:lnRef idx="2">
            <a:schemeClr val="accent1"/>
          </a:lnRef>
          <a:fillRef idx="0">
            <a:schemeClr val="accent1"/>
          </a:fillRef>
          <a:effectRef idx="1">
            <a:schemeClr val="accent1"/>
          </a:effectRef>
          <a:fontRef idx="minor">
            <a:schemeClr val="tx1"/>
          </a:fontRef>
        </p:style>
      </p:cxnSp>
      <p:sp>
        <p:nvSpPr>
          <p:cNvPr id="6" name="TextBox 5">
            <a:extLst>
              <a:ext uri="{FF2B5EF4-FFF2-40B4-BE49-F238E27FC236}">
                <a16:creationId xmlns:a16="http://schemas.microsoft.com/office/drawing/2014/main" id="{0C2203B1-0F93-3F92-FADF-DA1FA387F65C}"/>
              </a:ext>
            </a:extLst>
          </p:cNvPr>
          <p:cNvSpPr txBox="1"/>
          <p:nvPr>
            <p:custDataLst>
              <p:tags r:id="rId13"/>
            </p:custDataLst>
          </p:nvPr>
        </p:nvSpPr>
        <p:spPr>
          <a:xfrm>
            <a:off x="1863204" y="4635026"/>
            <a:ext cx="1717472" cy="510778"/>
          </a:xfrm>
          <a:prstGeom prst="roundRect">
            <a:avLst/>
          </a:prstGeom>
          <a:gradFill flip="none" rotWithShape="1">
            <a:gsLst>
              <a:gs pos="0">
                <a:schemeClr val="accent6">
                  <a:lumMod val="67000"/>
                </a:schemeClr>
              </a:gs>
              <a:gs pos="48000">
                <a:schemeClr val="accent6">
                  <a:lumMod val="97000"/>
                  <a:lumOff val="3000"/>
                </a:schemeClr>
              </a:gs>
              <a:gs pos="100000">
                <a:srgbClr val="74D054"/>
              </a:gs>
            </a:gsLst>
            <a:lin ang="16200000" scaled="1"/>
            <a:tileRect/>
          </a:gradFill>
          <a:ln w="38100">
            <a:solidFill>
              <a:srgbClr val="FF0000"/>
            </a:solidFill>
          </a:ln>
        </p:spPr>
        <p:style>
          <a:lnRef idx="0">
            <a:scrgbClr r="0" g="0" b="0"/>
          </a:lnRef>
          <a:fillRef idx="0">
            <a:scrgbClr r="0" g="0" b="0"/>
          </a:fillRef>
          <a:effectRef idx="0">
            <a:scrgbClr r="0" g="0" b="0"/>
          </a:effectRef>
          <a:fontRef idx="minor">
            <a:schemeClr val="lt1"/>
          </a:fontRef>
        </p:style>
        <p:txBody>
          <a:bodyPr wrap="none" rtlCol="0" anchor="ctr">
            <a:noAutofit/>
          </a:bodyPr>
          <a:lstStyle/>
          <a:p>
            <a:pPr algn="ctr"/>
            <a:r>
              <a:rPr lang="en-US" sz="2400" noProof="0" dirty="0"/>
              <a:t>Distributed</a:t>
            </a:r>
          </a:p>
        </p:txBody>
      </p:sp>
      <p:sp>
        <p:nvSpPr>
          <p:cNvPr id="8" name="TextBox 7">
            <a:extLst>
              <a:ext uri="{FF2B5EF4-FFF2-40B4-BE49-F238E27FC236}">
                <a16:creationId xmlns:a16="http://schemas.microsoft.com/office/drawing/2014/main" id="{0C1F297F-A46E-4127-A44D-943053748AAD}"/>
              </a:ext>
            </a:extLst>
          </p:cNvPr>
          <p:cNvSpPr txBox="1"/>
          <p:nvPr>
            <p:custDataLst>
              <p:tags r:id="rId14"/>
            </p:custDataLst>
          </p:nvPr>
        </p:nvSpPr>
        <p:spPr>
          <a:xfrm>
            <a:off x="927858" y="1868825"/>
            <a:ext cx="1278266" cy="510778"/>
          </a:xfrm>
          <a:prstGeom prst="roundRect">
            <a:avLst/>
          </a:prstGeom>
          <a:gradFill flip="none" rotWithShape="1">
            <a:gsLst>
              <a:gs pos="0">
                <a:schemeClr val="accent6">
                  <a:lumMod val="67000"/>
                </a:schemeClr>
              </a:gs>
              <a:gs pos="48000">
                <a:schemeClr val="accent6">
                  <a:lumMod val="97000"/>
                  <a:lumOff val="3000"/>
                </a:schemeClr>
              </a:gs>
              <a:gs pos="100000">
                <a:srgbClr val="74D054"/>
              </a:gs>
            </a:gsLst>
            <a:lin ang="16200000" scaled="1"/>
            <a:tileRect/>
          </a:gradFill>
          <a:ln w="38100">
            <a:solidFill>
              <a:srgbClr val="FF0000"/>
            </a:solidFill>
          </a:ln>
        </p:spPr>
        <p:style>
          <a:lnRef idx="0">
            <a:scrgbClr r="0" g="0" b="0"/>
          </a:lnRef>
          <a:fillRef idx="0">
            <a:scrgbClr r="0" g="0" b="0"/>
          </a:fillRef>
          <a:effectRef idx="0">
            <a:scrgbClr r="0" g="0" b="0"/>
          </a:effectRef>
          <a:fontRef idx="minor">
            <a:schemeClr val="lt1"/>
          </a:fontRef>
        </p:style>
        <p:txBody>
          <a:bodyPr wrap="none" rtlCol="0" anchor="ctr">
            <a:noAutofit/>
          </a:bodyPr>
          <a:lstStyle/>
          <a:p>
            <a:pPr algn="ctr"/>
            <a:r>
              <a:rPr lang="en-US" sz="2400" noProof="0" dirty="0"/>
              <a:t>Layouts</a:t>
            </a:r>
          </a:p>
        </p:txBody>
      </p:sp>
      <p:sp>
        <p:nvSpPr>
          <p:cNvPr id="12" name="TextBox 11">
            <a:extLst>
              <a:ext uri="{FF2B5EF4-FFF2-40B4-BE49-F238E27FC236}">
                <a16:creationId xmlns:a16="http://schemas.microsoft.com/office/drawing/2014/main" id="{B8DD753E-8E05-7A83-7639-B87EDB75A42B}"/>
              </a:ext>
            </a:extLst>
          </p:cNvPr>
          <p:cNvSpPr txBox="1"/>
          <p:nvPr>
            <p:custDataLst>
              <p:tags r:id="rId15"/>
            </p:custDataLst>
          </p:nvPr>
        </p:nvSpPr>
        <p:spPr>
          <a:xfrm>
            <a:off x="1261402" y="2859519"/>
            <a:ext cx="1555820" cy="510778"/>
          </a:xfrm>
          <a:prstGeom prst="roundRect">
            <a:avLst/>
          </a:prstGeom>
          <a:gradFill flip="none" rotWithShape="1">
            <a:gsLst>
              <a:gs pos="0">
                <a:schemeClr val="accent6">
                  <a:lumMod val="67000"/>
                </a:schemeClr>
              </a:gs>
              <a:gs pos="48000">
                <a:schemeClr val="accent6">
                  <a:lumMod val="97000"/>
                  <a:lumOff val="3000"/>
                </a:schemeClr>
              </a:gs>
              <a:gs pos="100000">
                <a:srgbClr val="74D054"/>
              </a:gs>
            </a:gsLst>
            <a:lin ang="16200000" scaled="1"/>
            <a:tileRect/>
          </a:gradFill>
          <a:ln w="38100">
            <a:solidFill>
              <a:srgbClr val="FF0000"/>
            </a:solidFill>
          </a:ln>
        </p:spPr>
        <p:style>
          <a:lnRef idx="0">
            <a:scrgbClr r="0" g="0" b="0"/>
          </a:lnRef>
          <a:fillRef idx="0">
            <a:scrgbClr r="0" g="0" b="0"/>
          </a:fillRef>
          <a:effectRef idx="0">
            <a:scrgbClr r="0" g="0" b="0"/>
          </a:effectRef>
          <a:fontRef idx="minor">
            <a:schemeClr val="lt1"/>
          </a:fontRef>
        </p:style>
        <p:txBody>
          <a:bodyPr wrap="none" rtlCol="0" anchor="ctr">
            <a:noAutofit/>
          </a:bodyPr>
          <a:lstStyle/>
          <a:p>
            <a:pPr algn="ctr"/>
            <a:r>
              <a:rPr lang="en-US" sz="2400" noProof="0" dirty="0"/>
              <a:t>Traversals</a:t>
            </a:r>
          </a:p>
        </p:txBody>
      </p:sp>
      <p:sp>
        <p:nvSpPr>
          <p:cNvPr id="16" name="TextBox 15">
            <a:extLst>
              <a:ext uri="{FF2B5EF4-FFF2-40B4-BE49-F238E27FC236}">
                <a16:creationId xmlns:a16="http://schemas.microsoft.com/office/drawing/2014/main" id="{DFE9A3AF-209B-AE12-2963-A07256AC3AD8}"/>
              </a:ext>
            </a:extLst>
          </p:cNvPr>
          <p:cNvSpPr txBox="1"/>
          <p:nvPr>
            <p:custDataLst>
              <p:tags r:id="rId16"/>
            </p:custDataLst>
          </p:nvPr>
        </p:nvSpPr>
        <p:spPr>
          <a:xfrm>
            <a:off x="541538" y="3837560"/>
            <a:ext cx="1686131" cy="510778"/>
          </a:xfrm>
          <a:prstGeom prst="roundRect">
            <a:avLst/>
          </a:prstGeom>
          <a:gradFill flip="none" rotWithShape="1">
            <a:gsLst>
              <a:gs pos="0">
                <a:schemeClr val="accent6">
                  <a:lumMod val="67000"/>
                </a:schemeClr>
              </a:gs>
              <a:gs pos="48000">
                <a:schemeClr val="accent6">
                  <a:lumMod val="97000"/>
                  <a:lumOff val="3000"/>
                </a:schemeClr>
              </a:gs>
              <a:gs pos="100000">
                <a:srgbClr val="74D054"/>
              </a:gs>
            </a:gsLst>
            <a:lin ang="16200000" scaled="1"/>
            <a:tileRect/>
          </a:gradFill>
          <a:ln w="38100">
            <a:solidFill>
              <a:srgbClr val="FF0000"/>
            </a:solidFill>
          </a:ln>
        </p:spPr>
        <p:style>
          <a:lnRef idx="0">
            <a:scrgbClr r="0" g="0" b="0"/>
          </a:lnRef>
          <a:fillRef idx="0">
            <a:scrgbClr r="0" g="0" b="0"/>
          </a:fillRef>
          <a:effectRef idx="0">
            <a:scrgbClr r="0" g="0" b="0"/>
          </a:effectRef>
          <a:fontRef idx="minor">
            <a:schemeClr val="lt1"/>
          </a:fontRef>
        </p:style>
        <p:txBody>
          <a:bodyPr wrap="none" rtlCol="0" anchor="ctr">
            <a:spAutoFit/>
          </a:bodyPr>
          <a:lstStyle/>
          <a:p>
            <a:pPr algn="ctr"/>
            <a:r>
              <a:rPr lang="en-US" sz="2400" noProof="0" dirty="0"/>
              <a:t>Autotuning</a:t>
            </a:r>
          </a:p>
        </p:txBody>
      </p:sp>
      <p:sp>
        <p:nvSpPr>
          <p:cNvPr id="20" name="TextBox 19">
            <a:extLst>
              <a:ext uri="{FF2B5EF4-FFF2-40B4-BE49-F238E27FC236}">
                <a16:creationId xmlns:a16="http://schemas.microsoft.com/office/drawing/2014/main" id="{EBEA25C6-5912-033A-1DD3-AE5CB2BC4AB3}"/>
              </a:ext>
            </a:extLst>
          </p:cNvPr>
          <p:cNvSpPr txBox="1"/>
          <p:nvPr>
            <p:custDataLst>
              <p:tags r:id="rId17"/>
            </p:custDataLst>
          </p:nvPr>
        </p:nvSpPr>
        <p:spPr>
          <a:xfrm>
            <a:off x="7111622" y="513594"/>
            <a:ext cx="3443606" cy="523220"/>
          </a:xfrm>
          <a:prstGeom prst="rect">
            <a:avLst/>
          </a:prstGeom>
        </p:spPr>
        <p:style>
          <a:lnRef idx="0">
            <a:schemeClr val="accent5"/>
          </a:lnRef>
          <a:fillRef idx="3">
            <a:schemeClr val="accent5"/>
          </a:fillRef>
          <a:effectRef idx="3">
            <a:schemeClr val="accent5"/>
          </a:effectRef>
          <a:fontRef idx="minor">
            <a:schemeClr val="lt1"/>
          </a:fontRef>
        </p:style>
        <p:txBody>
          <a:bodyPr wrap="none" rtlCol="0" anchor="ctr">
            <a:noAutofit/>
          </a:bodyPr>
          <a:lstStyle>
            <a:defPPr>
              <a:defRPr lang="en-US"/>
            </a:defPPr>
            <a:lvl1pPr algn="ctr">
              <a:defRPr sz="2400"/>
            </a:lvl1pPr>
          </a:lstStyle>
          <a:p>
            <a:r>
              <a:rPr lang="en-US" sz="2800" noProof="0" dirty="0"/>
              <a:t>Stencil computation</a:t>
            </a:r>
          </a:p>
        </p:txBody>
      </p:sp>
      <p:sp>
        <p:nvSpPr>
          <p:cNvPr id="24" name="TextBox 23">
            <a:extLst>
              <a:ext uri="{FF2B5EF4-FFF2-40B4-BE49-F238E27FC236}">
                <a16:creationId xmlns:a16="http://schemas.microsoft.com/office/drawing/2014/main" id="{F05BE16C-7358-765B-9F41-391F715E3540}"/>
              </a:ext>
            </a:extLst>
          </p:cNvPr>
          <p:cNvSpPr txBox="1"/>
          <p:nvPr>
            <p:custDataLst>
              <p:tags r:id="rId18"/>
            </p:custDataLst>
          </p:nvPr>
        </p:nvSpPr>
        <p:spPr>
          <a:xfrm>
            <a:off x="8170159" y="2120441"/>
            <a:ext cx="3501860" cy="523967"/>
          </a:xfrm>
          <a:prstGeom prst="roundRect">
            <a:avLst>
              <a:gd name="adj" fmla="val 20345"/>
            </a:avLst>
          </a:prstGeom>
          <a:gradFill flip="none" rotWithShape="1">
            <a:gsLst>
              <a:gs pos="0">
                <a:schemeClr val="accent5">
                  <a:lumMod val="67000"/>
                </a:schemeClr>
              </a:gs>
              <a:gs pos="48000">
                <a:schemeClr val="accent5">
                  <a:lumMod val="97000"/>
                  <a:lumOff val="3000"/>
                </a:schemeClr>
              </a:gs>
              <a:gs pos="100000">
                <a:srgbClr val="D04EC1"/>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wrap="none" rtlCol="0" anchor="ctr">
            <a:noAutofit/>
          </a:bodyPr>
          <a:lstStyle/>
          <a:p>
            <a:pPr algn="ctr"/>
            <a:r>
              <a:rPr lang="en-US" sz="2400" noProof="0" dirty="0"/>
              <a:t>Bitwise encoding of </a:t>
            </a:r>
            <a:r>
              <a:rPr lang="en-US" sz="2400" noProof="0" dirty="0" err="1"/>
              <a:t>GoL</a:t>
            </a:r>
            <a:endParaRPr lang="en-US" sz="2400" noProof="0" dirty="0"/>
          </a:p>
        </p:txBody>
      </p:sp>
      <p:sp>
        <p:nvSpPr>
          <p:cNvPr id="27" name="TextBox 26">
            <a:extLst>
              <a:ext uri="{FF2B5EF4-FFF2-40B4-BE49-F238E27FC236}">
                <a16:creationId xmlns:a16="http://schemas.microsoft.com/office/drawing/2014/main" id="{4C486DD0-E83D-76B8-FFAB-7DFBC00CF409}"/>
              </a:ext>
            </a:extLst>
          </p:cNvPr>
          <p:cNvSpPr txBox="1"/>
          <p:nvPr>
            <p:custDataLst>
              <p:tags r:id="rId19"/>
            </p:custDataLst>
          </p:nvPr>
        </p:nvSpPr>
        <p:spPr>
          <a:xfrm>
            <a:off x="5338774" y="1699280"/>
            <a:ext cx="2300630" cy="523968"/>
          </a:xfrm>
          <a:prstGeom prst="roundRect">
            <a:avLst>
              <a:gd name="adj" fmla="val 20286"/>
            </a:avLst>
          </a:prstGeom>
          <a:gradFill flip="none" rotWithShape="1">
            <a:gsLst>
              <a:gs pos="0">
                <a:schemeClr val="accent5">
                  <a:lumMod val="67000"/>
                </a:schemeClr>
              </a:gs>
              <a:gs pos="48000">
                <a:schemeClr val="accent5">
                  <a:lumMod val="97000"/>
                  <a:lumOff val="3000"/>
                </a:schemeClr>
              </a:gs>
              <a:gs pos="100000">
                <a:srgbClr val="D04EC1"/>
              </a:gs>
            </a:gsLst>
            <a:lin ang="16200000" scaled="1"/>
            <a:tileRect/>
          </a:gradFill>
          <a:ln w="38100">
            <a:solidFill>
              <a:srgbClr val="FF0000"/>
            </a:solidFill>
          </a:ln>
        </p:spPr>
        <p:style>
          <a:lnRef idx="0">
            <a:scrgbClr r="0" g="0" b="0"/>
          </a:lnRef>
          <a:fillRef idx="0">
            <a:scrgbClr r="0" g="0" b="0"/>
          </a:fillRef>
          <a:effectRef idx="0">
            <a:scrgbClr r="0" g="0" b="0"/>
          </a:effectRef>
          <a:fontRef idx="minor">
            <a:schemeClr val="lt1"/>
          </a:fontRef>
        </p:style>
        <p:txBody>
          <a:bodyPr wrap="none" rtlCol="0" anchor="ctr">
            <a:noAutofit/>
          </a:bodyPr>
          <a:lstStyle/>
          <a:p>
            <a:pPr algn="ctr"/>
            <a:r>
              <a:rPr lang="en-US" sz="2400" noProof="0" dirty="0"/>
              <a:t>CA abstraction</a:t>
            </a:r>
          </a:p>
        </p:txBody>
      </p:sp>
      <p:sp>
        <p:nvSpPr>
          <p:cNvPr id="28" name="TextBox 27">
            <a:extLst>
              <a:ext uri="{FF2B5EF4-FFF2-40B4-BE49-F238E27FC236}">
                <a16:creationId xmlns:a16="http://schemas.microsoft.com/office/drawing/2014/main" id="{4E10342D-AF4F-9D7A-596A-774C5A75EE80}"/>
              </a:ext>
            </a:extLst>
          </p:cNvPr>
          <p:cNvSpPr txBox="1"/>
          <p:nvPr>
            <p:custDataLst>
              <p:tags r:id="rId20"/>
            </p:custDataLst>
          </p:nvPr>
        </p:nvSpPr>
        <p:spPr>
          <a:xfrm>
            <a:off x="7015459" y="4904585"/>
            <a:ext cx="3312125" cy="490859"/>
          </a:xfrm>
          <a:prstGeom prst="roundRect">
            <a:avLst/>
          </a:prstGeom>
          <a:gradFill flip="none" rotWithShape="1">
            <a:gsLst>
              <a:gs pos="0">
                <a:schemeClr val="accent2">
                  <a:lumMod val="67000"/>
                </a:schemeClr>
              </a:gs>
              <a:gs pos="48000">
                <a:schemeClr val="accent2">
                  <a:lumMod val="97000"/>
                  <a:lumOff val="3000"/>
                </a:schemeClr>
              </a:gs>
              <a:gs pos="100000">
                <a:srgbClr val="EB7E41"/>
              </a:gs>
            </a:gsLst>
            <a:lin ang="16200000" scaled="1"/>
            <a:tileRect/>
          </a:gradFill>
          <a:ln w="38100">
            <a:solidFill>
              <a:srgbClr val="FF0000"/>
            </a:solidFill>
          </a:ln>
        </p:spPr>
        <p:style>
          <a:lnRef idx="0">
            <a:scrgbClr r="0" g="0" b="0"/>
          </a:lnRef>
          <a:fillRef idx="0">
            <a:scrgbClr r="0" g="0" b="0"/>
          </a:fillRef>
          <a:effectRef idx="0">
            <a:scrgbClr r="0" g="0" b="0"/>
          </a:effectRef>
          <a:fontRef idx="minor">
            <a:schemeClr val="lt1"/>
          </a:fontRef>
        </p:style>
        <p:txBody>
          <a:bodyPr wrap="none" rtlCol="0" anchor="ctr">
            <a:noAutofit/>
          </a:bodyPr>
          <a:lstStyle/>
          <a:p>
            <a:pPr algn="ctr"/>
            <a:r>
              <a:rPr lang="en-US" sz="2400" noProof="0" dirty="0"/>
              <a:t>Tutoring LLMs for CUDA</a:t>
            </a:r>
          </a:p>
        </p:txBody>
      </p:sp>
      <p:sp>
        <p:nvSpPr>
          <p:cNvPr id="32" name="TextBox 31">
            <a:extLst>
              <a:ext uri="{FF2B5EF4-FFF2-40B4-BE49-F238E27FC236}">
                <a16:creationId xmlns:a16="http://schemas.microsoft.com/office/drawing/2014/main" id="{575DD392-3AAA-5F2A-363D-37ADF1B2AD3E}"/>
              </a:ext>
            </a:extLst>
          </p:cNvPr>
          <p:cNvSpPr txBox="1"/>
          <p:nvPr>
            <p:custDataLst>
              <p:tags r:id="rId21"/>
            </p:custDataLst>
          </p:nvPr>
        </p:nvSpPr>
        <p:spPr>
          <a:xfrm>
            <a:off x="309795" y="1043357"/>
            <a:ext cx="3933000" cy="523220"/>
          </a:xfrm>
          <a:prstGeom prst="rect">
            <a:avLst/>
          </a:prstGeom>
        </p:spPr>
        <p:style>
          <a:lnRef idx="0">
            <a:schemeClr val="accent6"/>
          </a:lnRef>
          <a:fillRef idx="3">
            <a:schemeClr val="accent6"/>
          </a:fillRef>
          <a:effectRef idx="3">
            <a:schemeClr val="accent6"/>
          </a:effectRef>
          <a:fontRef idx="minor">
            <a:schemeClr val="lt1"/>
          </a:fontRef>
        </p:style>
        <p:txBody>
          <a:bodyPr wrap="none" rtlCol="0" anchor="ctr">
            <a:noAutofit/>
          </a:bodyPr>
          <a:lstStyle/>
          <a:p>
            <a:pPr algn="ctr"/>
            <a:r>
              <a:rPr lang="en-US" sz="2800" noProof="0" dirty="0"/>
              <a:t>General HPC computing</a:t>
            </a:r>
          </a:p>
        </p:txBody>
      </p:sp>
      <p:sp>
        <p:nvSpPr>
          <p:cNvPr id="7" name="TextBox 6">
            <a:extLst>
              <a:ext uri="{FF2B5EF4-FFF2-40B4-BE49-F238E27FC236}">
                <a16:creationId xmlns:a16="http://schemas.microsoft.com/office/drawing/2014/main" id="{F178AC6C-FC18-4019-D6D7-374777F1BAEC}"/>
              </a:ext>
            </a:extLst>
          </p:cNvPr>
          <p:cNvSpPr txBox="1"/>
          <p:nvPr>
            <p:custDataLst>
              <p:tags r:id="rId22"/>
            </p:custDataLst>
          </p:nvPr>
        </p:nvSpPr>
        <p:spPr>
          <a:xfrm>
            <a:off x="9116787" y="5760739"/>
            <a:ext cx="2935740" cy="518764"/>
          </a:xfrm>
          <a:prstGeom prst="rect">
            <a:avLst/>
          </a:prstGeom>
          <a:gradFill>
            <a:gsLst>
              <a:gs pos="0">
                <a:srgbClr val="E9642F"/>
              </a:gs>
              <a:gs pos="50000">
                <a:schemeClr val="accent2">
                  <a:satMod val="110000"/>
                  <a:lumMod val="100000"/>
                  <a:shade val="100000"/>
                </a:schemeClr>
              </a:gs>
              <a:gs pos="100000">
                <a:schemeClr val="accent2">
                  <a:lumMod val="99000"/>
                  <a:satMod val="120000"/>
                  <a:shade val="78000"/>
                </a:schemeClr>
              </a:gs>
            </a:gsLst>
          </a:gradFill>
        </p:spPr>
        <p:style>
          <a:lnRef idx="0">
            <a:schemeClr val="accent2"/>
          </a:lnRef>
          <a:fillRef idx="3">
            <a:schemeClr val="accent2"/>
          </a:fillRef>
          <a:effectRef idx="3">
            <a:schemeClr val="accent2"/>
          </a:effectRef>
          <a:fontRef idx="minor">
            <a:schemeClr val="lt1"/>
          </a:fontRef>
        </p:style>
        <p:txBody>
          <a:bodyPr wrap="none" rtlCol="0" anchor="ctr">
            <a:noAutofit/>
          </a:bodyPr>
          <a:lstStyle/>
          <a:p>
            <a:pPr algn="ctr"/>
            <a:r>
              <a:rPr lang="en-US" sz="2400" noProof="0" dirty="0"/>
              <a:t>LLM code generation</a:t>
            </a:r>
          </a:p>
        </p:txBody>
      </p:sp>
      <p:sp>
        <p:nvSpPr>
          <p:cNvPr id="9" name="TextBox 8">
            <a:extLst>
              <a:ext uri="{FF2B5EF4-FFF2-40B4-BE49-F238E27FC236}">
                <a16:creationId xmlns:a16="http://schemas.microsoft.com/office/drawing/2014/main" id="{1AE6887D-8433-28B1-0FDD-63B1B7428374}"/>
              </a:ext>
            </a:extLst>
          </p:cNvPr>
          <p:cNvSpPr txBox="1"/>
          <p:nvPr>
            <p:custDataLst>
              <p:tags r:id="rId23"/>
            </p:custDataLst>
          </p:nvPr>
        </p:nvSpPr>
        <p:spPr>
          <a:xfrm>
            <a:off x="2331057" y="6316525"/>
            <a:ext cx="3372077" cy="523220"/>
          </a:xfrm>
          <a:prstGeom prst="rect">
            <a:avLst/>
          </a:prstGeom>
        </p:spPr>
        <p:style>
          <a:lnRef idx="0">
            <a:schemeClr val="accent1"/>
          </a:lnRef>
          <a:fillRef idx="3">
            <a:schemeClr val="accent1"/>
          </a:fillRef>
          <a:effectRef idx="3">
            <a:schemeClr val="accent1"/>
          </a:effectRef>
          <a:fontRef idx="minor">
            <a:schemeClr val="lt1"/>
          </a:fontRef>
        </p:style>
        <p:txBody>
          <a:bodyPr wrap="none" rtlCol="0" anchor="ctr">
            <a:noAutofit/>
          </a:bodyPr>
          <a:lstStyle/>
          <a:p>
            <a:pPr algn="ctr"/>
            <a:r>
              <a:rPr lang="en-US" sz="2800" noProof="0" dirty="0"/>
              <a:t>k-Nearest Neighbors</a:t>
            </a:r>
          </a:p>
        </p:txBody>
      </p:sp>
      <p:sp>
        <p:nvSpPr>
          <p:cNvPr id="14" name="TextBox 13">
            <a:extLst>
              <a:ext uri="{FF2B5EF4-FFF2-40B4-BE49-F238E27FC236}">
                <a16:creationId xmlns:a16="http://schemas.microsoft.com/office/drawing/2014/main" id="{694A14F9-37A7-558D-DCD1-B6BA288136A3}"/>
              </a:ext>
            </a:extLst>
          </p:cNvPr>
          <p:cNvSpPr txBox="1"/>
          <p:nvPr>
            <p:custDataLst>
              <p:tags r:id="rId24"/>
            </p:custDataLst>
          </p:nvPr>
        </p:nvSpPr>
        <p:spPr>
          <a:xfrm>
            <a:off x="3193480" y="5441518"/>
            <a:ext cx="3106068" cy="520820"/>
          </a:xfrm>
          <a:prstGeom prst="roundRect">
            <a:avLst>
              <a:gd name="adj" fmla="val 14270"/>
            </a:avLst>
          </a:prstGeom>
          <a:gradFill flip="none" rotWithShape="1">
            <a:gsLst>
              <a:gs pos="0">
                <a:schemeClr val="accent1">
                  <a:lumMod val="67000"/>
                </a:schemeClr>
              </a:gs>
              <a:gs pos="48000">
                <a:schemeClr val="accent1">
                  <a:lumMod val="97000"/>
                  <a:lumOff val="3000"/>
                </a:schemeClr>
              </a:gs>
              <a:gs pos="100000">
                <a:srgbClr val="24A3DC"/>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wrap="none" rtlCol="0" anchor="ctr">
            <a:noAutofit/>
          </a:bodyPr>
          <a:lstStyle/>
          <a:p>
            <a:pPr algn="ctr"/>
            <a:r>
              <a:rPr lang="en-US" sz="2400" noProof="0" dirty="0" err="1"/>
              <a:t>kNN</a:t>
            </a:r>
            <a:r>
              <a:rPr lang="en-US" sz="2400" noProof="0" dirty="0"/>
              <a:t> with </a:t>
            </a:r>
            <a:r>
              <a:rPr lang="en-US" sz="2400" noProof="0" dirty="0" err="1"/>
              <a:t>bitonic</a:t>
            </a:r>
            <a:r>
              <a:rPr lang="en-US" sz="2400" noProof="0" dirty="0"/>
              <a:t> sort</a:t>
            </a:r>
          </a:p>
        </p:txBody>
      </p:sp>
      <p:sp>
        <p:nvSpPr>
          <p:cNvPr id="2" name="Title 1">
            <a:extLst>
              <a:ext uri="{FF2B5EF4-FFF2-40B4-BE49-F238E27FC236}">
                <a16:creationId xmlns:a16="http://schemas.microsoft.com/office/drawing/2014/main" id="{6447B745-9B50-DD90-5161-BD2A06CEA44B}"/>
              </a:ext>
            </a:extLst>
          </p:cNvPr>
          <p:cNvSpPr>
            <a:spLocks noGrp="1"/>
          </p:cNvSpPr>
          <p:nvPr>
            <p:ph type="title"/>
            <p:custDataLst>
              <p:tags r:id="rId25"/>
            </p:custDataLst>
          </p:nvPr>
        </p:nvSpPr>
        <p:spPr/>
        <p:txBody>
          <a:bodyPr/>
          <a:lstStyle/>
          <a:p>
            <a:r>
              <a:rPr lang="en-US" noProof="0" dirty="0"/>
              <a:t>Contribution map</a:t>
            </a:r>
          </a:p>
        </p:txBody>
      </p:sp>
      <p:sp>
        <p:nvSpPr>
          <p:cNvPr id="3" name="Date Placeholder 2">
            <a:extLst>
              <a:ext uri="{FF2B5EF4-FFF2-40B4-BE49-F238E27FC236}">
                <a16:creationId xmlns:a16="http://schemas.microsoft.com/office/drawing/2014/main" id="{BD7C89E2-483C-AAE2-A28B-882731CF7B1F}"/>
              </a:ext>
            </a:extLst>
          </p:cNvPr>
          <p:cNvSpPr>
            <a:spLocks noGrp="1"/>
          </p:cNvSpPr>
          <p:nvPr>
            <p:ph type="dt" sz="half" idx="10"/>
            <p:custDataLst>
              <p:tags r:id="rId26"/>
            </p:custDataLst>
          </p:nvPr>
        </p:nvSpPr>
        <p:spPr/>
        <p:txBody>
          <a:bodyPr/>
          <a:lstStyle/>
          <a:p>
            <a:r>
              <a:rPr lang="en-US" noProof="0"/>
              <a:t>9/5/2026</a:t>
            </a:r>
            <a:endParaRPr lang="en-US" noProof="0" dirty="0"/>
          </a:p>
        </p:txBody>
      </p:sp>
      <p:sp>
        <p:nvSpPr>
          <p:cNvPr id="4" name="Slide Number Placeholder 3">
            <a:extLst>
              <a:ext uri="{FF2B5EF4-FFF2-40B4-BE49-F238E27FC236}">
                <a16:creationId xmlns:a16="http://schemas.microsoft.com/office/drawing/2014/main" id="{1EE703C1-86DF-7428-224F-96B06FB73E3C}"/>
              </a:ext>
            </a:extLst>
          </p:cNvPr>
          <p:cNvSpPr>
            <a:spLocks noGrp="1"/>
          </p:cNvSpPr>
          <p:nvPr>
            <p:ph type="sldNum" sz="quarter" idx="12"/>
            <p:custDataLst>
              <p:tags r:id="rId27"/>
            </p:custDataLst>
          </p:nvPr>
        </p:nvSpPr>
        <p:spPr/>
        <p:txBody>
          <a:bodyPr/>
          <a:lstStyle/>
          <a:p>
            <a:r>
              <a:rPr lang="en-US" noProof="0"/>
              <a:t>31</a:t>
            </a:r>
            <a:endParaRPr lang="en-US" noProof="0" dirty="0"/>
          </a:p>
        </p:txBody>
      </p:sp>
      <p:sp>
        <p:nvSpPr>
          <p:cNvPr id="105" name="TextBox 104">
            <a:extLst>
              <a:ext uri="{FF2B5EF4-FFF2-40B4-BE49-F238E27FC236}">
                <a16:creationId xmlns:a16="http://schemas.microsoft.com/office/drawing/2014/main" id="{34EEE70E-66B1-DBA0-D563-ADA02418E73F}"/>
              </a:ext>
            </a:extLst>
          </p:cNvPr>
          <p:cNvSpPr txBox="1"/>
          <p:nvPr>
            <p:custDataLst>
              <p:tags r:id="rId28"/>
            </p:custDataLst>
          </p:nvPr>
        </p:nvSpPr>
        <p:spPr>
          <a:xfrm rot="21191511">
            <a:off x="2323825" y="1656128"/>
            <a:ext cx="2731838" cy="461665"/>
          </a:xfrm>
          <a:prstGeom prst="rect">
            <a:avLst/>
          </a:prstGeom>
          <a:noFill/>
        </p:spPr>
        <p:txBody>
          <a:bodyPr wrap="none" rtlCol="0">
            <a:noAutofit/>
          </a:bodyPr>
          <a:lstStyle/>
          <a:p>
            <a:r>
              <a:rPr lang="en-US" sz="2400" noProof="0" dirty="0"/>
              <a:t>Knowledge transfer</a:t>
            </a:r>
          </a:p>
        </p:txBody>
      </p:sp>
      <p:pic>
        <p:nvPicPr>
          <p:cNvPr id="108" name="Graphic 107" descr="Document with solid fill">
            <a:extLst>
              <a:ext uri="{FF2B5EF4-FFF2-40B4-BE49-F238E27FC236}">
                <a16:creationId xmlns:a16="http://schemas.microsoft.com/office/drawing/2014/main" id="{C2DFAA5D-5334-A49A-48B2-E76A0FA60672}"/>
              </a:ext>
            </a:extLst>
          </p:cNvPr>
          <p:cNvPicPr>
            <a:picLocks noChangeAspect="1"/>
          </p:cNvPicPr>
          <p:nvPr>
            <p:custDataLst>
              <p:tags r:id="rId29"/>
            </p:custDataLst>
          </p:nvPr>
        </p:nvPicPr>
        <p:blipFill>
          <a:blip>
            <a:extLst>
              <a:ext uri="{96DAC541-7B7A-43D3-8B79-37D633B846F1}">
                <asvg:svgBlip xmlns:asvg="http://schemas.microsoft.com/office/drawing/2016/SVG/main" r:embed="rId40"/>
              </a:ext>
            </a:extLst>
          </a:blip>
          <a:stretch>
            <a:fillRect/>
          </a:stretch>
        </p:blipFill>
        <p:spPr>
          <a:xfrm>
            <a:off x="259545" y="1724594"/>
            <a:ext cx="692126" cy="692126"/>
          </a:xfrm>
          <a:prstGeom prst="rect">
            <a:avLst/>
          </a:prstGeom>
        </p:spPr>
      </p:pic>
      <p:pic>
        <p:nvPicPr>
          <p:cNvPr id="112" name="Graphic 111" descr="Document with solid fill">
            <a:extLst>
              <a:ext uri="{FF2B5EF4-FFF2-40B4-BE49-F238E27FC236}">
                <a16:creationId xmlns:a16="http://schemas.microsoft.com/office/drawing/2014/main" id="{89A83EF7-9621-C7E8-72AF-14DB294FEC07}"/>
              </a:ext>
            </a:extLst>
          </p:cNvPr>
          <p:cNvPicPr>
            <a:picLocks noChangeAspect="1"/>
          </p:cNvPicPr>
          <p:nvPr>
            <p:custDataLst>
              <p:tags r:id="rId30"/>
            </p:custDataLst>
          </p:nvPr>
        </p:nvPicPr>
        <p:blipFill>
          <a:blip>
            <a:extLst>
              <a:ext uri="{96DAC541-7B7A-43D3-8B79-37D633B846F1}">
                <asvg:svgBlip xmlns:asvg="http://schemas.microsoft.com/office/drawing/2016/SVG/main" r:embed="rId40"/>
              </a:ext>
            </a:extLst>
          </a:blip>
          <a:stretch>
            <a:fillRect/>
          </a:stretch>
        </p:blipFill>
        <p:spPr>
          <a:xfrm>
            <a:off x="612168" y="2754124"/>
            <a:ext cx="692126" cy="692126"/>
          </a:xfrm>
          <a:prstGeom prst="rect">
            <a:avLst/>
          </a:prstGeom>
        </p:spPr>
      </p:pic>
      <p:pic>
        <p:nvPicPr>
          <p:cNvPr id="114" name="Graphic 113" descr="Document with solid fill">
            <a:extLst>
              <a:ext uri="{FF2B5EF4-FFF2-40B4-BE49-F238E27FC236}">
                <a16:creationId xmlns:a16="http://schemas.microsoft.com/office/drawing/2014/main" id="{429BC7B5-3FE6-AD92-9E9A-1B2F2AEC39C2}"/>
              </a:ext>
            </a:extLst>
          </p:cNvPr>
          <p:cNvPicPr>
            <a:picLocks noChangeAspect="1"/>
          </p:cNvPicPr>
          <p:nvPr>
            <p:custDataLst>
              <p:tags r:id="rId31"/>
            </p:custDataLst>
          </p:nvPr>
        </p:nvPicPr>
        <p:blipFill>
          <a:blip>
            <a:extLst>
              <a:ext uri="{96DAC541-7B7A-43D3-8B79-37D633B846F1}">
                <asvg:svgBlip xmlns:asvg="http://schemas.microsoft.com/office/drawing/2016/SVG/main" r:embed="rId41"/>
              </a:ext>
            </a:extLst>
          </a:blip>
          <a:stretch>
            <a:fillRect/>
          </a:stretch>
        </p:blipFill>
        <p:spPr>
          <a:xfrm>
            <a:off x="-73665" y="3804149"/>
            <a:ext cx="684040" cy="684040"/>
          </a:xfrm>
          <a:prstGeom prst="rect">
            <a:avLst/>
          </a:prstGeom>
        </p:spPr>
      </p:pic>
      <p:pic>
        <p:nvPicPr>
          <p:cNvPr id="116" name="Graphic 115" descr="Document with solid fill">
            <a:extLst>
              <a:ext uri="{FF2B5EF4-FFF2-40B4-BE49-F238E27FC236}">
                <a16:creationId xmlns:a16="http://schemas.microsoft.com/office/drawing/2014/main" id="{A0950E09-4E68-6022-AEDC-C43AAE7095AF}"/>
              </a:ext>
            </a:extLst>
          </p:cNvPr>
          <p:cNvPicPr>
            <a:picLocks noChangeAspect="1"/>
          </p:cNvPicPr>
          <p:nvPr>
            <p:custDataLst>
              <p:tags r:id="rId32"/>
            </p:custDataLst>
          </p:nvPr>
        </p:nvPicPr>
        <p:blipFill>
          <a:blip>
            <a:extLst>
              <a:ext uri="{96DAC541-7B7A-43D3-8B79-37D633B846F1}">
                <asvg:svgBlip xmlns:asvg="http://schemas.microsoft.com/office/drawing/2016/SVG/main" r:embed="rId40"/>
              </a:ext>
            </a:extLst>
          </a:blip>
          <a:stretch>
            <a:fillRect/>
          </a:stretch>
        </p:blipFill>
        <p:spPr>
          <a:xfrm>
            <a:off x="1267745" y="4557585"/>
            <a:ext cx="688481" cy="688481"/>
          </a:xfrm>
          <a:prstGeom prst="rect">
            <a:avLst/>
          </a:prstGeom>
        </p:spPr>
      </p:pic>
      <p:pic>
        <p:nvPicPr>
          <p:cNvPr id="120" name="Graphic 119" descr="Document with solid fill">
            <a:extLst>
              <a:ext uri="{FF2B5EF4-FFF2-40B4-BE49-F238E27FC236}">
                <a16:creationId xmlns:a16="http://schemas.microsoft.com/office/drawing/2014/main" id="{0495A40B-1AEC-0013-8842-1E42AD2CB062}"/>
              </a:ext>
            </a:extLst>
          </p:cNvPr>
          <p:cNvPicPr>
            <a:picLocks noChangeAspect="1"/>
          </p:cNvPicPr>
          <p:nvPr>
            <p:custDataLst>
              <p:tags r:id="rId33"/>
            </p:custDataLst>
          </p:nvPr>
        </p:nvPicPr>
        <p:blipFill>
          <a:blip>
            <a:extLst>
              <a:ext uri="{96DAC541-7B7A-43D3-8B79-37D633B846F1}">
                <asvg:svgBlip xmlns:asvg="http://schemas.microsoft.com/office/drawing/2016/SVG/main" r:embed="rId42"/>
              </a:ext>
            </a:extLst>
          </a:blip>
          <a:stretch>
            <a:fillRect/>
          </a:stretch>
        </p:blipFill>
        <p:spPr>
          <a:xfrm>
            <a:off x="7535326" y="1614868"/>
            <a:ext cx="688481" cy="688481"/>
          </a:xfrm>
          <a:prstGeom prst="rect">
            <a:avLst/>
          </a:prstGeom>
        </p:spPr>
      </p:pic>
      <p:pic>
        <p:nvPicPr>
          <p:cNvPr id="122" name="Graphic 121" descr="Document with solid fill">
            <a:extLst>
              <a:ext uri="{FF2B5EF4-FFF2-40B4-BE49-F238E27FC236}">
                <a16:creationId xmlns:a16="http://schemas.microsoft.com/office/drawing/2014/main" id="{20BCF91A-2BC4-2C84-EDB6-83BC8A598E2B}"/>
              </a:ext>
            </a:extLst>
          </p:cNvPr>
          <p:cNvPicPr>
            <a:picLocks noChangeAspect="1"/>
          </p:cNvPicPr>
          <p:nvPr>
            <p:custDataLst>
              <p:tags r:id="rId34"/>
            </p:custDataLst>
          </p:nvPr>
        </p:nvPicPr>
        <p:blipFill>
          <a:blip>
            <a:extLst>
              <a:ext uri="{96DAC541-7B7A-43D3-8B79-37D633B846F1}">
                <asvg:svgBlip xmlns:asvg="http://schemas.microsoft.com/office/drawing/2016/SVG/main" r:embed="rId40"/>
              </a:ext>
            </a:extLst>
          </a:blip>
          <a:stretch>
            <a:fillRect/>
          </a:stretch>
        </p:blipFill>
        <p:spPr>
          <a:xfrm>
            <a:off x="11577153" y="2104335"/>
            <a:ext cx="688481" cy="688481"/>
          </a:xfrm>
          <a:prstGeom prst="rect">
            <a:avLst/>
          </a:prstGeom>
        </p:spPr>
      </p:pic>
      <p:pic>
        <p:nvPicPr>
          <p:cNvPr id="124" name="Graphic 123" descr="Document with solid fill">
            <a:extLst>
              <a:ext uri="{FF2B5EF4-FFF2-40B4-BE49-F238E27FC236}">
                <a16:creationId xmlns:a16="http://schemas.microsoft.com/office/drawing/2014/main" id="{37545ACE-E0D5-4418-C01A-F54A238C5EAB}"/>
              </a:ext>
            </a:extLst>
          </p:cNvPr>
          <p:cNvPicPr>
            <a:picLocks noChangeAspect="1"/>
          </p:cNvPicPr>
          <p:nvPr>
            <p:custDataLst>
              <p:tags r:id="rId35"/>
            </p:custDataLst>
          </p:nvPr>
        </p:nvPicPr>
        <p:blipFill>
          <a:blip>
            <a:extLst>
              <a:ext uri="{96DAC541-7B7A-43D3-8B79-37D633B846F1}">
                <asvg:svgBlip xmlns:asvg="http://schemas.microsoft.com/office/drawing/2016/SVG/main" r:embed="rId40"/>
              </a:ext>
            </a:extLst>
          </a:blip>
          <a:stretch>
            <a:fillRect/>
          </a:stretch>
        </p:blipFill>
        <p:spPr>
          <a:xfrm>
            <a:off x="10242637" y="4803784"/>
            <a:ext cx="684040" cy="684040"/>
          </a:xfrm>
          <a:prstGeom prst="rect">
            <a:avLst/>
          </a:prstGeom>
        </p:spPr>
      </p:pic>
      <p:pic>
        <p:nvPicPr>
          <p:cNvPr id="126" name="Graphic 125" descr="Document with solid fill">
            <a:extLst>
              <a:ext uri="{FF2B5EF4-FFF2-40B4-BE49-F238E27FC236}">
                <a16:creationId xmlns:a16="http://schemas.microsoft.com/office/drawing/2014/main" id="{F102692C-45CE-30BD-D7DB-69F758D3939A}"/>
              </a:ext>
            </a:extLst>
          </p:cNvPr>
          <p:cNvPicPr>
            <a:picLocks noChangeAspect="1"/>
          </p:cNvPicPr>
          <p:nvPr>
            <p:custDataLst>
              <p:tags r:id="rId36"/>
            </p:custDataLst>
          </p:nvPr>
        </p:nvPicPr>
        <p:blipFill>
          <a:blip>
            <a:extLst>
              <a:ext uri="{96DAC541-7B7A-43D3-8B79-37D633B846F1}">
                <asvg:svgBlip xmlns:asvg="http://schemas.microsoft.com/office/drawing/2016/SVG/main" r:embed="rId43"/>
              </a:ext>
            </a:extLst>
          </a:blip>
          <a:stretch>
            <a:fillRect/>
          </a:stretch>
        </p:blipFill>
        <p:spPr>
          <a:xfrm>
            <a:off x="6226770" y="5370763"/>
            <a:ext cx="684040" cy="684040"/>
          </a:xfrm>
          <a:prstGeom prst="rect">
            <a:avLst/>
          </a:prstGeom>
        </p:spPr>
      </p:pic>
      <p:pic>
        <p:nvPicPr>
          <p:cNvPr id="132" name="Graphic 131" descr="Hourglass 90% with solid fill">
            <a:extLst>
              <a:ext uri="{FF2B5EF4-FFF2-40B4-BE49-F238E27FC236}">
                <a16:creationId xmlns:a16="http://schemas.microsoft.com/office/drawing/2014/main" id="{AB289F9A-E988-4BD3-D736-A280662A8294}"/>
              </a:ext>
            </a:extLst>
          </p:cNvPr>
          <p:cNvPicPr>
            <a:picLocks noChangeAspect="1"/>
          </p:cNvPicPr>
          <p:nvPr>
            <p:custDataLst>
              <p:tags r:id="rId37"/>
            </p:custDataLst>
          </p:nvPr>
        </p:nvPicPr>
        <p:blipFill>
          <a:blip>
            <a:extLst>
              <a:ext uri="{96DAC541-7B7A-43D3-8B79-37D633B846F1}">
                <asvg:svgBlip xmlns:asvg="http://schemas.microsoft.com/office/drawing/2016/SVG/main" r:embed="rId44"/>
              </a:ext>
            </a:extLst>
          </a:blip>
          <a:stretch>
            <a:fillRect/>
          </a:stretch>
        </p:blipFill>
        <p:spPr>
          <a:xfrm>
            <a:off x="6739057" y="5535157"/>
            <a:ext cx="372564" cy="372564"/>
          </a:xfrm>
          <a:prstGeom prst="rect">
            <a:avLst/>
          </a:prstGeom>
        </p:spPr>
      </p:pic>
    </p:spTree>
    <p:custDataLst>
      <p:tags r:id="rId1"/>
    </p:custDataLst>
    <p:extLst>
      <p:ext uri="{BB962C8B-B14F-4D97-AF65-F5344CB8AC3E}">
        <p14:creationId xmlns:p14="http://schemas.microsoft.com/office/powerpoint/2010/main" val="3322772813"/>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3" name="Straight Connector 42">
            <a:extLst>
              <a:ext uri="{FF2B5EF4-FFF2-40B4-BE49-F238E27FC236}">
                <a16:creationId xmlns:a16="http://schemas.microsoft.com/office/drawing/2014/main" id="{695E5EAD-8C5F-44D5-24B6-62E7988C0C83}"/>
              </a:ext>
            </a:extLst>
          </p:cNvPr>
          <p:cNvCxnSpPr/>
          <p:nvPr>
            <p:custDataLst>
              <p:tags r:id="rId2"/>
            </p:custDataLst>
          </p:nvPr>
        </p:nvCxnSpPr>
        <p:spPr>
          <a:xfrm flipH="1" flipV="1">
            <a:off x="5424075" y="4413726"/>
            <a:ext cx="3247447" cy="490859"/>
          </a:xfrm>
          <a:prstGeom prst="line">
            <a:avLst/>
          </a:prstGeom>
          <a:ln>
            <a:solidFill>
              <a:schemeClr val="accent2">
                <a:lumMod val="75000"/>
              </a:schemeClr>
            </a:solidFill>
          </a:ln>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E9233798-963E-F8A0-85A4-DCE8EC91DBF9}"/>
              </a:ext>
            </a:extLst>
          </p:cNvPr>
          <p:cNvCxnSpPr>
            <a:stCxn id="8" idx="0"/>
            <a:endCxn id="32" idx="2"/>
          </p:cNvCxnSpPr>
          <p:nvPr>
            <p:custDataLst>
              <p:tags r:id="rId3"/>
            </p:custDataLst>
          </p:nvPr>
        </p:nvCxnSpPr>
        <p:spPr>
          <a:xfrm flipV="1">
            <a:off x="1566991" y="1566577"/>
            <a:ext cx="709304" cy="302248"/>
          </a:xfrm>
          <a:prstGeom prst="line">
            <a:avLst/>
          </a:prstGeom>
          <a:ln>
            <a:solidFill>
              <a:schemeClr val="accent6">
                <a:lumMod val="75000"/>
              </a:schemeClr>
            </a:solidFill>
          </a:ln>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B3289B2B-81D7-3AAE-0581-2401DD73C129}"/>
              </a:ext>
            </a:extLst>
          </p:cNvPr>
          <p:cNvCxnSpPr>
            <a:cxnSpLocks/>
            <a:stCxn id="8" idx="2"/>
            <a:endCxn id="12" idx="0"/>
          </p:cNvCxnSpPr>
          <p:nvPr>
            <p:custDataLst>
              <p:tags r:id="rId4"/>
            </p:custDataLst>
          </p:nvPr>
        </p:nvCxnSpPr>
        <p:spPr>
          <a:xfrm>
            <a:off x="1566991" y="2379603"/>
            <a:ext cx="472321" cy="479916"/>
          </a:xfrm>
          <a:prstGeom prst="line">
            <a:avLst/>
          </a:prstGeom>
          <a:ln>
            <a:solidFill>
              <a:schemeClr val="accent6">
                <a:lumMod val="75000"/>
              </a:schemeClr>
            </a:solidFill>
          </a:ln>
        </p:spPr>
        <p:style>
          <a:lnRef idx="2">
            <a:schemeClr val="accent1"/>
          </a:lnRef>
          <a:fillRef idx="0">
            <a:schemeClr val="accent1"/>
          </a:fillRef>
          <a:effectRef idx="1">
            <a:schemeClr val="accent1"/>
          </a:effectRef>
          <a:fontRef idx="minor">
            <a:schemeClr val="tx1"/>
          </a:fontRef>
        </p:style>
      </p:cxnSp>
      <p:cxnSp>
        <p:nvCxnSpPr>
          <p:cNvPr id="25" name="Straight Connector 24">
            <a:extLst>
              <a:ext uri="{FF2B5EF4-FFF2-40B4-BE49-F238E27FC236}">
                <a16:creationId xmlns:a16="http://schemas.microsoft.com/office/drawing/2014/main" id="{175AF3EF-64B7-79EF-0C5F-53B19C1B2FAA}"/>
              </a:ext>
            </a:extLst>
          </p:cNvPr>
          <p:cNvCxnSpPr>
            <a:cxnSpLocks/>
            <a:stCxn id="12" idx="2"/>
            <a:endCxn id="6" idx="0"/>
          </p:cNvCxnSpPr>
          <p:nvPr>
            <p:custDataLst>
              <p:tags r:id="rId5"/>
            </p:custDataLst>
          </p:nvPr>
        </p:nvCxnSpPr>
        <p:spPr>
          <a:xfrm>
            <a:off x="2039312" y="3370297"/>
            <a:ext cx="682628" cy="1264729"/>
          </a:xfrm>
          <a:prstGeom prst="line">
            <a:avLst/>
          </a:prstGeom>
          <a:ln>
            <a:solidFill>
              <a:schemeClr val="accent6">
                <a:lumMod val="75000"/>
              </a:schemeClr>
            </a:solidFill>
          </a:ln>
        </p:spPr>
        <p:style>
          <a:lnRef idx="2">
            <a:schemeClr val="accent1"/>
          </a:lnRef>
          <a:fillRef idx="0">
            <a:schemeClr val="accent1"/>
          </a:fillRef>
          <a:effectRef idx="1">
            <a:schemeClr val="accent1"/>
          </a:effectRef>
          <a:fontRef idx="minor">
            <a:schemeClr val="tx1"/>
          </a:fontRef>
        </p:style>
      </p:cxnSp>
      <p:cxnSp>
        <p:nvCxnSpPr>
          <p:cNvPr id="29" name="Straight Connector 28">
            <a:extLst>
              <a:ext uri="{FF2B5EF4-FFF2-40B4-BE49-F238E27FC236}">
                <a16:creationId xmlns:a16="http://schemas.microsoft.com/office/drawing/2014/main" id="{C463B896-BD13-512A-E580-7BE4DFC4E1B3}"/>
              </a:ext>
            </a:extLst>
          </p:cNvPr>
          <p:cNvCxnSpPr>
            <a:cxnSpLocks/>
            <a:stCxn id="12" idx="2"/>
            <a:endCxn id="16" idx="0"/>
          </p:cNvCxnSpPr>
          <p:nvPr>
            <p:custDataLst>
              <p:tags r:id="rId6"/>
            </p:custDataLst>
          </p:nvPr>
        </p:nvCxnSpPr>
        <p:spPr>
          <a:xfrm flipH="1">
            <a:off x="1384604" y="3370297"/>
            <a:ext cx="654708" cy="467263"/>
          </a:xfrm>
          <a:prstGeom prst="line">
            <a:avLst/>
          </a:prstGeom>
          <a:ln>
            <a:solidFill>
              <a:schemeClr val="accent6">
                <a:lumMod val="75000"/>
              </a:schemeClr>
            </a:solidFill>
          </a:ln>
        </p:spPr>
        <p:style>
          <a:lnRef idx="2">
            <a:schemeClr val="accent1"/>
          </a:lnRef>
          <a:fillRef idx="0">
            <a:schemeClr val="accent1"/>
          </a:fillRef>
          <a:effectRef idx="1">
            <a:schemeClr val="accent1"/>
          </a:effectRef>
          <a:fontRef idx="minor">
            <a:schemeClr val="tx1"/>
          </a:fontRef>
        </p:style>
      </p:cxnSp>
      <p:cxnSp>
        <p:nvCxnSpPr>
          <p:cNvPr id="39" name="Straight Connector 38">
            <a:extLst>
              <a:ext uri="{FF2B5EF4-FFF2-40B4-BE49-F238E27FC236}">
                <a16:creationId xmlns:a16="http://schemas.microsoft.com/office/drawing/2014/main" id="{8255A13C-9878-1144-1E9D-F162566EDD33}"/>
              </a:ext>
            </a:extLst>
          </p:cNvPr>
          <p:cNvCxnSpPr>
            <a:cxnSpLocks/>
            <a:stCxn id="20" idx="2"/>
            <a:endCxn id="24" idx="0"/>
          </p:cNvCxnSpPr>
          <p:nvPr>
            <p:custDataLst>
              <p:tags r:id="rId7"/>
            </p:custDataLst>
          </p:nvPr>
        </p:nvCxnSpPr>
        <p:spPr>
          <a:xfrm>
            <a:off x="8833425" y="1036814"/>
            <a:ext cx="1087664" cy="1083627"/>
          </a:xfrm>
          <a:prstGeom prst="line">
            <a:avLst/>
          </a:prstGeom>
          <a:ln>
            <a:solidFill>
              <a:schemeClr val="accent5">
                <a:lumMod val="75000"/>
              </a:schemeClr>
            </a:solidFill>
          </a:ln>
        </p:spPr>
        <p:style>
          <a:lnRef idx="2">
            <a:schemeClr val="accent1"/>
          </a:lnRef>
          <a:fillRef idx="0">
            <a:schemeClr val="accent1"/>
          </a:fillRef>
          <a:effectRef idx="1">
            <a:schemeClr val="accent1"/>
          </a:effectRef>
          <a:fontRef idx="minor">
            <a:schemeClr val="tx1"/>
          </a:fontRef>
        </p:style>
      </p:cxnSp>
      <p:cxnSp>
        <p:nvCxnSpPr>
          <p:cNvPr id="41" name="Straight Connector 40">
            <a:extLst>
              <a:ext uri="{FF2B5EF4-FFF2-40B4-BE49-F238E27FC236}">
                <a16:creationId xmlns:a16="http://schemas.microsoft.com/office/drawing/2014/main" id="{81200874-7B6C-FB45-5B09-FF8BB238D79B}"/>
              </a:ext>
            </a:extLst>
          </p:cNvPr>
          <p:cNvCxnSpPr>
            <a:cxnSpLocks/>
            <a:stCxn id="20" idx="2"/>
            <a:endCxn id="27" idx="0"/>
          </p:cNvCxnSpPr>
          <p:nvPr>
            <p:custDataLst>
              <p:tags r:id="rId8"/>
            </p:custDataLst>
          </p:nvPr>
        </p:nvCxnSpPr>
        <p:spPr>
          <a:xfrm flipH="1">
            <a:off x="6489089" y="1036814"/>
            <a:ext cx="2344336" cy="662466"/>
          </a:xfrm>
          <a:prstGeom prst="line">
            <a:avLst/>
          </a:prstGeom>
          <a:ln>
            <a:solidFill>
              <a:schemeClr val="accent5">
                <a:lumMod val="75000"/>
              </a:schemeClr>
            </a:solidFill>
          </a:ln>
        </p:spPr>
        <p:style>
          <a:lnRef idx="2">
            <a:schemeClr val="accent1"/>
          </a:lnRef>
          <a:fillRef idx="0">
            <a:schemeClr val="accent1"/>
          </a:fillRef>
          <a:effectRef idx="1">
            <a:schemeClr val="accent1"/>
          </a:effectRef>
          <a:fontRef idx="minor">
            <a:schemeClr val="tx1"/>
          </a:fontRef>
        </p:style>
      </p:cxnSp>
      <p:cxnSp>
        <p:nvCxnSpPr>
          <p:cNvPr id="45" name="Straight Connector 44">
            <a:extLst>
              <a:ext uri="{FF2B5EF4-FFF2-40B4-BE49-F238E27FC236}">
                <a16:creationId xmlns:a16="http://schemas.microsoft.com/office/drawing/2014/main" id="{AFA5D45D-66F4-E252-F84E-6AB600B22F19}"/>
              </a:ext>
            </a:extLst>
          </p:cNvPr>
          <p:cNvCxnSpPr>
            <a:cxnSpLocks/>
            <a:stCxn id="7" idx="0"/>
          </p:cNvCxnSpPr>
          <p:nvPr>
            <p:custDataLst>
              <p:tags r:id="rId9"/>
            </p:custDataLst>
          </p:nvPr>
        </p:nvCxnSpPr>
        <p:spPr>
          <a:xfrm flipH="1" flipV="1">
            <a:off x="8671522" y="5366250"/>
            <a:ext cx="1913135" cy="394489"/>
          </a:xfrm>
          <a:prstGeom prst="line">
            <a:avLst/>
          </a:prstGeom>
          <a:ln>
            <a:solidFill>
              <a:schemeClr val="accent2">
                <a:lumMod val="75000"/>
              </a:schemeClr>
            </a:solidFill>
          </a:ln>
        </p:spPr>
        <p:style>
          <a:lnRef idx="2">
            <a:schemeClr val="accent1"/>
          </a:lnRef>
          <a:fillRef idx="0">
            <a:schemeClr val="accent1"/>
          </a:fillRef>
          <a:effectRef idx="1">
            <a:schemeClr val="accent1"/>
          </a:effectRef>
          <a:fontRef idx="minor">
            <a:schemeClr val="tx1"/>
          </a:fontRef>
        </p:style>
      </p:cxnSp>
      <p:cxnSp>
        <p:nvCxnSpPr>
          <p:cNvPr id="51" name="Straight Connector 50">
            <a:extLst>
              <a:ext uri="{FF2B5EF4-FFF2-40B4-BE49-F238E27FC236}">
                <a16:creationId xmlns:a16="http://schemas.microsoft.com/office/drawing/2014/main" id="{F7EFBF46-A6BD-4284-E20E-BCB82964D1D7}"/>
              </a:ext>
            </a:extLst>
          </p:cNvPr>
          <p:cNvCxnSpPr>
            <a:cxnSpLocks/>
            <a:stCxn id="9" idx="0"/>
            <a:endCxn id="14" idx="2"/>
          </p:cNvCxnSpPr>
          <p:nvPr>
            <p:custDataLst>
              <p:tags r:id="rId10"/>
            </p:custDataLst>
          </p:nvPr>
        </p:nvCxnSpPr>
        <p:spPr>
          <a:xfrm flipV="1">
            <a:off x="4017096" y="5962338"/>
            <a:ext cx="729418" cy="354187"/>
          </a:xfrm>
          <a:prstGeom prst="line">
            <a:avLst/>
          </a:prstGeom>
        </p:spPr>
        <p:style>
          <a:lnRef idx="2">
            <a:schemeClr val="accent1"/>
          </a:lnRef>
          <a:fillRef idx="0">
            <a:schemeClr val="accent1"/>
          </a:fillRef>
          <a:effectRef idx="1">
            <a:schemeClr val="accent1"/>
          </a:effectRef>
          <a:fontRef idx="minor">
            <a:schemeClr val="tx1"/>
          </a:fontRef>
        </p:style>
      </p:cxnSp>
      <p:cxnSp>
        <p:nvCxnSpPr>
          <p:cNvPr id="57" name="Connector: Curved 56">
            <a:extLst>
              <a:ext uri="{FF2B5EF4-FFF2-40B4-BE49-F238E27FC236}">
                <a16:creationId xmlns:a16="http://schemas.microsoft.com/office/drawing/2014/main" id="{1F8B0C2D-897D-CBED-F309-05EF687E2ECB}"/>
              </a:ext>
            </a:extLst>
          </p:cNvPr>
          <p:cNvCxnSpPr>
            <a:cxnSpLocks/>
            <a:stCxn id="14" idx="0"/>
          </p:cNvCxnSpPr>
          <p:nvPr>
            <p:custDataLst>
              <p:tags r:id="rId11"/>
            </p:custDataLst>
          </p:nvPr>
        </p:nvCxnSpPr>
        <p:spPr>
          <a:xfrm rot="5400000" flipH="1" flipV="1">
            <a:off x="5727936" y="4153996"/>
            <a:ext cx="306100" cy="2268944"/>
          </a:xfrm>
          <a:prstGeom prst="curvedConnector2">
            <a:avLst/>
          </a:prstGeom>
          <a:ln>
            <a:prstDash val="sysDash"/>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59" name="Connector: Curved 58">
            <a:extLst>
              <a:ext uri="{FF2B5EF4-FFF2-40B4-BE49-F238E27FC236}">
                <a16:creationId xmlns:a16="http://schemas.microsoft.com/office/drawing/2014/main" id="{8E46E008-894C-4654-09CA-E580A4B474FB}"/>
              </a:ext>
            </a:extLst>
          </p:cNvPr>
          <p:cNvCxnSpPr>
            <a:cxnSpLocks/>
            <a:stCxn id="24" idx="2"/>
          </p:cNvCxnSpPr>
          <p:nvPr>
            <p:custDataLst>
              <p:tags r:id="rId12"/>
            </p:custDataLst>
          </p:nvPr>
        </p:nvCxnSpPr>
        <p:spPr>
          <a:xfrm rot="5400000">
            <a:off x="8166220" y="3149715"/>
            <a:ext cx="2260177" cy="1249563"/>
          </a:xfrm>
          <a:prstGeom prst="curvedConnector3">
            <a:avLst>
              <a:gd name="adj1" fmla="val 50000"/>
            </a:avLst>
          </a:prstGeom>
          <a:ln>
            <a:solidFill>
              <a:schemeClr val="accent5">
                <a:lumMod val="75000"/>
              </a:schemeClr>
            </a:solidFill>
            <a:prstDash val="dash"/>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104" name="Connector: Curved 103">
            <a:extLst>
              <a:ext uri="{FF2B5EF4-FFF2-40B4-BE49-F238E27FC236}">
                <a16:creationId xmlns:a16="http://schemas.microsoft.com/office/drawing/2014/main" id="{59BF5CAB-CE77-3E1E-A10F-85C7982CD7CE}"/>
              </a:ext>
            </a:extLst>
          </p:cNvPr>
          <p:cNvCxnSpPr>
            <a:cxnSpLocks/>
            <a:stCxn id="12" idx="0"/>
            <a:endCxn id="27" idx="1"/>
          </p:cNvCxnSpPr>
          <p:nvPr>
            <p:custDataLst>
              <p:tags r:id="rId13"/>
            </p:custDataLst>
          </p:nvPr>
        </p:nvCxnSpPr>
        <p:spPr>
          <a:xfrm rot="5400000" flipH="1" flipV="1">
            <a:off x="3239916" y="760661"/>
            <a:ext cx="898255" cy="3299462"/>
          </a:xfrm>
          <a:prstGeom prst="curvedConnector2">
            <a:avLst/>
          </a:prstGeom>
          <a:ln w="57150">
            <a:solidFill>
              <a:schemeClr val="tx1"/>
            </a:solidFill>
            <a:prstDash val="solid"/>
            <a:tailEnd type="triangle"/>
          </a:ln>
        </p:spPr>
        <p:style>
          <a:lnRef idx="2">
            <a:schemeClr val="accent1"/>
          </a:lnRef>
          <a:fillRef idx="0">
            <a:schemeClr val="accent1"/>
          </a:fillRef>
          <a:effectRef idx="1">
            <a:schemeClr val="accent1"/>
          </a:effectRef>
          <a:fontRef idx="minor">
            <a:schemeClr val="tx1"/>
          </a:fontRef>
        </p:style>
      </p:cxnSp>
      <p:cxnSp>
        <p:nvCxnSpPr>
          <p:cNvPr id="64" name="Straight Connector 63">
            <a:extLst>
              <a:ext uri="{FF2B5EF4-FFF2-40B4-BE49-F238E27FC236}">
                <a16:creationId xmlns:a16="http://schemas.microsoft.com/office/drawing/2014/main" id="{FFAEA780-35AE-C922-6C99-138293EB3A99}"/>
              </a:ext>
            </a:extLst>
          </p:cNvPr>
          <p:cNvCxnSpPr>
            <a:cxnSpLocks/>
            <a:stCxn id="12" idx="3"/>
          </p:cNvCxnSpPr>
          <p:nvPr>
            <p:custDataLst>
              <p:tags r:id="rId14"/>
            </p:custDataLst>
          </p:nvPr>
        </p:nvCxnSpPr>
        <p:spPr>
          <a:xfrm>
            <a:off x="2817222" y="3114908"/>
            <a:ext cx="2606853" cy="788040"/>
          </a:xfrm>
          <a:prstGeom prst="line">
            <a:avLst/>
          </a:prstGeom>
          <a:ln>
            <a:solidFill>
              <a:schemeClr val="accent6">
                <a:lumMod val="75000"/>
              </a:schemeClr>
            </a:solidFill>
          </a:ln>
        </p:spPr>
        <p:style>
          <a:lnRef idx="2">
            <a:schemeClr val="accent1"/>
          </a:lnRef>
          <a:fillRef idx="0">
            <a:schemeClr val="accent1"/>
          </a:fillRef>
          <a:effectRef idx="1">
            <a:schemeClr val="accent1"/>
          </a:effectRef>
          <a:fontRef idx="minor">
            <a:schemeClr val="tx1"/>
          </a:fontRef>
        </p:style>
      </p:cxnSp>
      <p:sp>
        <p:nvSpPr>
          <p:cNvPr id="6" name="TextBox 5">
            <a:extLst>
              <a:ext uri="{FF2B5EF4-FFF2-40B4-BE49-F238E27FC236}">
                <a16:creationId xmlns:a16="http://schemas.microsoft.com/office/drawing/2014/main" id="{0C2203B1-0F93-3F92-FADF-DA1FA387F65C}"/>
              </a:ext>
            </a:extLst>
          </p:cNvPr>
          <p:cNvSpPr txBox="1"/>
          <p:nvPr>
            <p:custDataLst>
              <p:tags r:id="rId15"/>
            </p:custDataLst>
          </p:nvPr>
        </p:nvSpPr>
        <p:spPr>
          <a:xfrm>
            <a:off x="1863204" y="4635026"/>
            <a:ext cx="1717472" cy="510778"/>
          </a:xfrm>
          <a:prstGeom prst="roundRect">
            <a:avLst/>
          </a:prstGeom>
          <a:gradFill flip="none" rotWithShape="1">
            <a:gsLst>
              <a:gs pos="0">
                <a:schemeClr val="accent6">
                  <a:lumMod val="67000"/>
                </a:schemeClr>
              </a:gs>
              <a:gs pos="48000">
                <a:schemeClr val="accent6">
                  <a:lumMod val="97000"/>
                  <a:lumOff val="3000"/>
                </a:schemeClr>
              </a:gs>
              <a:gs pos="100000">
                <a:srgbClr val="74D054"/>
              </a:gs>
            </a:gsLst>
            <a:lin ang="16200000" scaled="1"/>
            <a:tileRect/>
          </a:gradFill>
          <a:ln w="38100">
            <a:solidFill>
              <a:srgbClr val="FF0000"/>
            </a:solidFill>
          </a:ln>
        </p:spPr>
        <p:style>
          <a:lnRef idx="0">
            <a:scrgbClr r="0" g="0" b="0"/>
          </a:lnRef>
          <a:fillRef idx="0">
            <a:scrgbClr r="0" g="0" b="0"/>
          </a:fillRef>
          <a:effectRef idx="0">
            <a:scrgbClr r="0" g="0" b="0"/>
          </a:effectRef>
          <a:fontRef idx="minor">
            <a:schemeClr val="lt1"/>
          </a:fontRef>
        </p:style>
        <p:txBody>
          <a:bodyPr wrap="none" rtlCol="0" anchor="ctr">
            <a:noAutofit/>
          </a:bodyPr>
          <a:lstStyle/>
          <a:p>
            <a:pPr algn="ctr"/>
            <a:r>
              <a:rPr lang="en-US" sz="2400" noProof="0" dirty="0"/>
              <a:t>Distributed</a:t>
            </a:r>
          </a:p>
        </p:txBody>
      </p:sp>
      <p:sp>
        <p:nvSpPr>
          <p:cNvPr id="8" name="TextBox 7">
            <a:extLst>
              <a:ext uri="{FF2B5EF4-FFF2-40B4-BE49-F238E27FC236}">
                <a16:creationId xmlns:a16="http://schemas.microsoft.com/office/drawing/2014/main" id="{0C1F297F-A46E-4127-A44D-943053748AAD}"/>
              </a:ext>
            </a:extLst>
          </p:cNvPr>
          <p:cNvSpPr txBox="1"/>
          <p:nvPr>
            <p:custDataLst>
              <p:tags r:id="rId16"/>
            </p:custDataLst>
          </p:nvPr>
        </p:nvSpPr>
        <p:spPr>
          <a:xfrm>
            <a:off x="927858" y="1868825"/>
            <a:ext cx="1278266" cy="510778"/>
          </a:xfrm>
          <a:prstGeom prst="roundRect">
            <a:avLst/>
          </a:prstGeom>
          <a:gradFill flip="none" rotWithShape="1">
            <a:gsLst>
              <a:gs pos="0">
                <a:schemeClr val="accent6">
                  <a:lumMod val="67000"/>
                </a:schemeClr>
              </a:gs>
              <a:gs pos="48000">
                <a:schemeClr val="accent6">
                  <a:lumMod val="97000"/>
                  <a:lumOff val="3000"/>
                </a:schemeClr>
              </a:gs>
              <a:gs pos="100000">
                <a:srgbClr val="74D054"/>
              </a:gs>
            </a:gsLst>
            <a:lin ang="16200000" scaled="1"/>
            <a:tileRect/>
          </a:gradFill>
          <a:ln w="38100">
            <a:solidFill>
              <a:srgbClr val="FF0000"/>
            </a:solidFill>
          </a:ln>
        </p:spPr>
        <p:style>
          <a:lnRef idx="0">
            <a:scrgbClr r="0" g="0" b="0"/>
          </a:lnRef>
          <a:fillRef idx="0">
            <a:scrgbClr r="0" g="0" b="0"/>
          </a:fillRef>
          <a:effectRef idx="0">
            <a:scrgbClr r="0" g="0" b="0"/>
          </a:effectRef>
          <a:fontRef idx="minor">
            <a:schemeClr val="lt1"/>
          </a:fontRef>
        </p:style>
        <p:txBody>
          <a:bodyPr wrap="none" rtlCol="0" anchor="ctr">
            <a:noAutofit/>
          </a:bodyPr>
          <a:lstStyle/>
          <a:p>
            <a:pPr algn="ctr"/>
            <a:r>
              <a:rPr lang="en-US" sz="2400" noProof="0" dirty="0"/>
              <a:t>Layouts</a:t>
            </a:r>
          </a:p>
        </p:txBody>
      </p:sp>
      <p:sp>
        <p:nvSpPr>
          <p:cNvPr id="12" name="TextBox 11">
            <a:extLst>
              <a:ext uri="{FF2B5EF4-FFF2-40B4-BE49-F238E27FC236}">
                <a16:creationId xmlns:a16="http://schemas.microsoft.com/office/drawing/2014/main" id="{B8DD753E-8E05-7A83-7639-B87EDB75A42B}"/>
              </a:ext>
            </a:extLst>
          </p:cNvPr>
          <p:cNvSpPr txBox="1"/>
          <p:nvPr>
            <p:custDataLst>
              <p:tags r:id="rId17"/>
            </p:custDataLst>
          </p:nvPr>
        </p:nvSpPr>
        <p:spPr>
          <a:xfrm>
            <a:off x="1261402" y="2859519"/>
            <a:ext cx="1555820" cy="510778"/>
          </a:xfrm>
          <a:prstGeom prst="roundRect">
            <a:avLst/>
          </a:prstGeom>
          <a:gradFill flip="none" rotWithShape="1">
            <a:gsLst>
              <a:gs pos="0">
                <a:schemeClr val="accent6">
                  <a:lumMod val="67000"/>
                </a:schemeClr>
              </a:gs>
              <a:gs pos="48000">
                <a:schemeClr val="accent6">
                  <a:lumMod val="97000"/>
                  <a:lumOff val="3000"/>
                </a:schemeClr>
              </a:gs>
              <a:gs pos="100000">
                <a:srgbClr val="74D054"/>
              </a:gs>
            </a:gsLst>
            <a:lin ang="16200000" scaled="1"/>
            <a:tileRect/>
          </a:gradFill>
          <a:ln w="38100">
            <a:solidFill>
              <a:srgbClr val="FF0000"/>
            </a:solidFill>
          </a:ln>
        </p:spPr>
        <p:style>
          <a:lnRef idx="0">
            <a:scrgbClr r="0" g="0" b="0"/>
          </a:lnRef>
          <a:fillRef idx="0">
            <a:scrgbClr r="0" g="0" b="0"/>
          </a:fillRef>
          <a:effectRef idx="0">
            <a:scrgbClr r="0" g="0" b="0"/>
          </a:effectRef>
          <a:fontRef idx="minor">
            <a:schemeClr val="lt1"/>
          </a:fontRef>
        </p:style>
        <p:txBody>
          <a:bodyPr wrap="none" rtlCol="0" anchor="ctr">
            <a:noAutofit/>
          </a:bodyPr>
          <a:lstStyle/>
          <a:p>
            <a:pPr algn="ctr"/>
            <a:r>
              <a:rPr lang="en-US" sz="2400" noProof="0" dirty="0"/>
              <a:t>Traversals</a:t>
            </a:r>
          </a:p>
        </p:txBody>
      </p:sp>
      <p:sp>
        <p:nvSpPr>
          <p:cNvPr id="16" name="TextBox 15">
            <a:extLst>
              <a:ext uri="{FF2B5EF4-FFF2-40B4-BE49-F238E27FC236}">
                <a16:creationId xmlns:a16="http://schemas.microsoft.com/office/drawing/2014/main" id="{DFE9A3AF-209B-AE12-2963-A07256AC3AD8}"/>
              </a:ext>
            </a:extLst>
          </p:cNvPr>
          <p:cNvSpPr txBox="1"/>
          <p:nvPr>
            <p:custDataLst>
              <p:tags r:id="rId18"/>
            </p:custDataLst>
          </p:nvPr>
        </p:nvSpPr>
        <p:spPr>
          <a:xfrm>
            <a:off x="541538" y="3837560"/>
            <a:ext cx="1686131" cy="510778"/>
          </a:xfrm>
          <a:prstGeom prst="roundRect">
            <a:avLst/>
          </a:prstGeom>
          <a:gradFill flip="none" rotWithShape="1">
            <a:gsLst>
              <a:gs pos="0">
                <a:schemeClr val="accent6">
                  <a:lumMod val="67000"/>
                </a:schemeClr>
              </a:gs>
              <a:gs pos="48000">
                <a:schemeClr val="accent6">
                  <a:lumMod val="97000"/>
                  <a:lumOff val="3000"/>
                </a:schemeClr>
              </a:gs>
              <a:gs pos="100000">
                <a:srgbClr val="74D054"/>
              </a:gs>
            </a:gsLst>
            <a:lin ang="16200000" scaled="1"/>
            <a:tileRect/>
          </a:gradFill>
          <a:ln w="38100">
            <a:solidFill>
              <a:srgbClr val="FF0000"/>
            </a:solidFill>
          </a:ln>
        </p:spPr>
        <p:style>
          <a:lnRef idx="0">
            <a:scrgbClr r="0" g="0" b="0"/>
          </a:lnRef>
          <a:fillRef idx="0">
            <a:scrgbClr r="0" g="0" b="0"/>
          </a:fillRef>
          <a:effectRef idx="0">
            <a:scrgbClr r="0" g="0" b="0"/>
          </a:effectRef>
          <a:fontRef idx="minor">
            <a:schemeClr val="lt1"/>
          </a:fontRef>
        </p:style>
        <p:txBody>
          <a:bodyPr wrap="none" rtlCol="0" anchor="ctr">
            <a:spAutoFit/>
          </a:bodyPr>
          <a:lstStyle/>
          <a:p>
            <a:pPr algn="ctr"/>
            <a:r>
              <a:rPr lang="en-US" sz="2400" noProof="0" dirty="0"/>
              <a:t>Autotuning</a:t>
            </a:r>
          </a:p>
        </p:txBody>
      </p:sp>
      <p:sp>
        <p:nvSpPr>
          <p:cNvPr id="20" name="TextBox 19">
            <a:extLst>
              <a:ext uri="{FF2B5EF4-FFF2-40B4-BE49-F238E27FC236}">
                <a16:creationId xmlns:a16="http://schemas.microsoft.com/office/drawing/2014/main" id="{EBEA25C6-5912-033A-1DD3-AE5CB2BC4AB3}"/>
              </a:ext>
            </a:extLst>
          </p:cNvPr>
          <p:cNvSpPr txBox="1"/>
          <p:nvPr>
            <p:custDataLst>
              <p:tags r:id="rId19"/>
            </p:custDataLst>
          </p:nvPr>
        </p:nvSpPr>
        <p:spPr>
          <a:xfrm>
            <a:off x="7111622" y="513594"/>
            <a:ext cx="3443606" cy="523220"/>
          </a:xfrm>
          <a:prstGeom prst="rect">
            <a:avLst/>
          </a:prstGeom>
        </p:spPr>
        <p:style>
          <a:lnRef idx="0">
            <a:schemeClr val="accent5"/>
          </a:lnRef>
          <a:fillRef idx="3">
            <a:schemeClr val="accent5"/>
          </a:fillRef>
          <a:effectRef idx="3">
            <a:schemeClr val="accent5"/>
          </a:effectRef>
          <a:fontRef idx="minor">
            <a:schemeClr val="lt1"/>
          </a:fontRef>
        </p:style>
        <p:txBody>
          <a:bodyPr wrap="none" rtlCol="0" anchor="ctr">
            <a:noAutofit/>
          </a:bodyPr>
          <a:lstStyle>
            <a:defPPr>
              <a:defRPr lang="en-US"/>
            </a:defPPr>
            <a:lvl1pPr algn="ctr">
              <a:defRPr sz="2400"/>
            </a:lvl1pPr>
          </a:lstStyle>
          <a:p>
            <a:r>
              <a:rPr lang="en-US" sz="2800" noProof="0" dirty="0"/>
              <a:t>Stencil computation</a:t>
            </a:r>
          </a:p>
        </p:txBody>
      </p:sp>
      <p:sp>
        <p:nvSpPr>
          <p:cNvPr id="24" name="TextBox 23">
            <a:extLst>
              <a:ext uri="{FF2B5EF4-FFF2-40B4-BE49-F238E27FC236}">
                <a16:creationId xmlns:a16="http://schemas.microsoft.com/office/drawing/2014/main" id="{F05BE16C-7358-765B-9F41-391F715E3540}"/>
              </a:ext>
            </a:extLst>
          </p:cNvPr>
          <p:cNvSpPr txBox="1"/>
          <p:nvPr>
            <p:custDataLst>
              <p:tags r:id="rId20"/>
            </p:custDataLst>
          </p:nvPr>
        </p:nvSpPr>
        <p:spPr>
          <a:xfrm>
            <a:off x="8170159" y="2120441"/>
            <a:ext cx="3501860" cy="523967"/>
          </a:xfrm>
          <a:prstGeom prst="roundRect">
            <a:avLst>
              <a:gd name="adj" fmla="val 20345"/>
            </a:avLst>
          </a:prstGeom>
          <a:gradFill flip="none" rotWithShape="1">
            <a:gsLst>
              <a:gs pos="0">
                <a:schemeClr val="accent5">
                  <a:lumMod val="67000"/>
                </a:schemeClr>
              </a:gs>
              <a:gs pos="48000">
                <a:schemeClr val="accent5">
                  <a:lumMod val="97000"/>
                  <a:lumOff val="3000"/>
                </a:schemeClr>
              </a:gs>
              <a:gs pos="100000">
                <a:srgbClr val="D04EC1"/>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wrap="none" rtlCol="0" anchor="ctr">
            <a:noAutofit/>
          </a:bodyPr>
          <a:lstStyle/>
          <a:p>
            <a:pPr algn="ctr"/>
            <a:r>
              <a:rPr lang="en-US" sz="2400" noProof="0" dirty="0"/>
              <a:t>Bitwise encoding of </a:t>
            </a:r>
            <a:r>
              <a:rPr lang="en-US" sz="2400" noProof="0" dirty="0" err="1"/>
              <a:t>GoL</a:t>
            </a:r>
            <a:endParaRPr lang="en-US" sz="2400" noProof="0" dirty="0"/>
          </a:p>
        </p:txBody>
      </p:sp>
      <p:sp>
        <p:nvSpPr>
          <p:cNvPr id="27" name="TextBox 26">
            <a:extLst>
              <a:ext uri="{FF2B5EF4-FFF2-40B4-BE49-F238E27FC236}">
                <a16:creationId xmlns:a16="http://schemas.microsoft.com/office/drawing/2014/main" id="{4C486DD0-E83D-76B8-FFAB-7DFBC00CF409}"/>
              </a:ext>
            </a:extLst>
          </p:cNvPr>
          <p:cNvSpPr txBox="1"/>
          <p:nvPr>
            <p:custDataLst>
              <p:tags r:id="rId21"/>
            </p:custDataLst>
          </p:nvPr>
        </p:nvSpPr>
        <p:spPr>
          <a:xfrm>
            <a:off x="5338774" y="1699280"/>
            <a:ext cx="2300630" cy="523968"/>
          </a:xfrm>
          <a:prstGeom prst="roundRect">
            <a:avLst>
              <a:gd name="adj" fmla="val 20286"/>
            </a:avLst>
          </a:prstGeom>
          <a:gradFill flip="none" rotWithShape="1">
            <a:gsLst>
              <a:gs pos="0">
                <a:schemeClr val="accent5">
                  <a:lumMod val="67000"/>
                </a:schemeClr>
              </a:gs>
              <a:gs pos="48000">
                <a:schemeClr val="accent5">
                  <a:lumMod val="97000"/>
                  <a:lumOff val="3000"/>
                </a:schemeClr>
              </a:gs>
              <a:gs pos="100000">
                <a:srgbClr val="D04EC1"/>
              </a:gs>
            </a:gsLst>
            <a:lin ang="16200000" scaled="1"/>
            <a:tileRect/>
          </a:gradFill>
          <a:ln w="38100">
            <a:solidFill>
              <a:srgbClr val="FF0000"/>
            </a:solidFill>
          </a:ln>
        </p:spPr>
        <p:style>
          <a:lnRef idx="0">
            <a:scrgbClr r="0" g="0" b="0"/>
          </a:lnRef>
          <a:fillRef idx="0">
            <a:scrgbClr r="0" g="0" b="0"/>
          </a:fillRef>
          <a:effectRef idx="0">
            <a:scrgbClr r="0" g="0" b="0"/>
          </a:effectRef>
          <a:fontRef idx="minor">
            <a:schemeClr val="lt1"/>
          </a:fontRef>
        </p:style>
        <p:txBody>
          <a:bodyPr wrap="none" rtlCol="0" anchor="ctr">
            <a:noAutofit/>
          </a:bodyPr>
          <a:lstStyle/>
          <a:p>
            <a:pPr algn="ctr"/>
            <a:r>
              <a:rPr lang="en-US" sz="2400" noProof="0" dirty="0"/>
              <a:t>CA abstraction</a:t>
            </a:r>
          </a:p>
        </p:txBody>
      </p:sp>
      <p:sp>
        <p:nvSpPr>
          <p:cNvPr id="28" name="TextBox 27">
            <a:extLst>
              <a:ext uri="{FF2B5EF4-FFF2-40B4-BE49-F238E27FC236}">
                <a16:creationId xmlns:a16="http://schemas.microsoft.com/office/drawing/2014/main" id="{4E10342D-AF4F-9D7A-596A-774C5A75EE80}"/>
              </a:ext>
            </a:extLst>
          </p:cNvPr>
          <p:cNvSpPr txBox="1"/>
          <p:nvPr>
            <p:custDataLst>
              <p:tags r:id="rId22"/>
            </p:custDataLst>
          </p:nvPr>
        </p:nvSpPr>
        <p:spPr>
          <a:xfrm>
            <a:off x="7015459" y="4904585"/>
            <a:ext cx="3312125" cy="490859"/>
          </a:xfrm>
          <a:prstGeom prst="roundRect">
            <a:avLst/>
          </a:prstGeom>
          <a:gradFill flip="none" rotWithShape="1">
            <a:gsLst>
              <a:gs pos="0">
                <a:schemeClr val="accent2">
                  <a:lumMod val="67000"/>
                </a:schemeClr>
              </a:gs>
              <a:gs pos="48000">
                <a:schemeClr val="accent2">
                  <a:lumMod val="97000"/>
                  <a:lumOff val="3000"/>
                </a:schemeClr>
              </a:gs>
              <a:gs pos="100000">
                <a:srgbClr val="EB7E41"/>
              </a:gs>
            </a:gsLst>
            <a:lin ang="16200000" scaled="1"/>
            <a:tileRect/>
          </a:gradFill>
          <a:ln w="38100">
            <a:solidFill>
              <a:srgbClr val="FF0000"/>
            </a:solidFill>
          </a:ln>
        </p:spPr>
        <p:style>
          <a:lnRef idx="0">
            <a:scrgbClr r="0" g="0" b="0"/>
          </a:lnRef>
          <a:fillRef idx="0">
            <a:scrgbClr r="0" g="0" b="0"/>
          </a:fillRef>
          <a:effectRef idx="0">
            <a:scrgbClr r="0" g="0" b="0"/>
          </a:effectRef>
          <a:fontRef idx="minor">
            <a:schemeClr val="lt1"/>
          </a:fontRef>
        </p:style>
        <p:txBody>
          <a:bodyPr wrap="none" rtlCol="0" anchor="ctr">
            <a:noAutofit/>
          </a:bodyPr>
          <a:lstStyle/>
          <a:p>
            <a:pPr algn="ctr"/>
            <a:r>
              <a:rPr lang="en-US" sz="2400" noProof="0" dirty="0"/>
              <a:t>Tutoring LLMs for CUDA</a:t>
            </a:r>
          </a:p>
        </p:txBody>
      </p:sp>
      <p:sp>
        <p:nvSpPr>
          <p:cNvPr id="32" name="TextBox 31">
            <a:extLst>
              <a:ext uri="{FF2B5EF4-FFF2-40B4-BE49-F238E27FC236}">
                <a16:creationId xmlns:a16="http://schemas.microsoft.com/office/drawing/2014/main" id="{575DD392-3AAA-5F2A-363D-37ADF1B2AD3E}"/>
              </a:ext>
            </a:extLst>
          </p:cNvPr>
          <p:cNvSpPr txBox="1"/>
          <p:nvPr>
            <p:custDataLst>
              <p:tags r:id="rId23"/>
            </p:custDataLst>
          </p:nvPr>
        </p:nvSpPr>
        <p:spPr>
          <a:xfrm>
            <a:off x="309795" y="1043357"/>
            <a:ext cx="3933000" cy="523220"/>
          </a:xfrm>
          <a:prstGeom prst="rect">
            <a:avLst/>
          </a:prstGeom>
        </p:spPr>
        <p:style>
          <a:lnRef idx="0">
            <a:schemeClr val="accent6"/>
          </a:lnRef>
          <a:fillRef idx="3">
            <a:schemeClr val="accent6"/>
          </a:fillRef>
          <a:effectRef idx="3">
            <a:schemeClr val="accent6"/>
          </a:effectRef>
          <a:fontRef idx="minor">
            <a:schemeClr val="lt1"/>
          </a:fontRef>
        </p:style>
        <p:txBody>
          <a:bodyPr wrap="none" rtlCol="0" anchor="ctr">
            <a:noAutofit/>
          </a:bodyPr>
          <a:lstStyle/>
          <a:p>
            <a:pPr algn="ctr"/>
            <a:r>
              <a:rPr lang="en-US" sz="2800" noProof="0" dirty="0"/>
              <a:t>General HPC computing</a:t>
            </a:r>
          </a:p>
        </p:txBody>
      </p:sp>
      <p:sp>
        <p:nvSpPr>
          <p:cNvPr id="7" name="TextBox 6">
            <a:extLst>
              <a:ext uri="{FF2B5EF4-FFF2-40B4-BE49-F238E27FC236}">
                <a16:creationId xmlns:a16="http://schemas.microsoft.com/office/drawing/2014/main" id="{F178AC6C-FC18-4019-D6D7-374777F1BAEC}"/>
              </a:ext>
            </a:extLst>
          </p:cNvPr>
          <p:cNvSpPr txBox="1"/>
          <p:nvPr>
            <p:custDataLst>
              <p:tags r:id="rId24"/>
            </p:custDataLst>
          </p:nvPr>
        </p:nvSpPr>
        <p:spPr>
          <a:xfrm>
            <a:off x="9116787" y="5760739"/>
            <a:ext cx="2935740" cy="518764"/>
          </a:xfrm>
          <a:prstGeom prst="rect">
            <a:avLst/>
          </a:prstGeom>
          <a:gradFill>
            <a:gsLst>
              <a:gs pos="0">
                <a:srgbClr val="E9642F"/>
              </a:gs>
              <a:gs pos="50000">
                <a:schemeClr val="accent2">
                  <a:satMod val="110000"/>
                  <a:lumMod val="100000"/>
                  <a:shade val="100000"/>
                </a:schemeClr>
              </a:gs>
              <a:gs pos="100000">
                <a:schemeClr val="accent2">
                  <a:lumMod val="99000"/>
                  <a:satMod val="120000"/>
                  <a:shade val="78000"/>
                </a:schemeClr>
              </a:gs>
            </a:gsLst>
          </a:gradFill>
        </p:spPr>
        <p:style>
          <a:lnRef idx="0">
            <a:schemeClr val="accent2"/>
          </a:lnRef>
          <a:fillRef idx="3">
            <a:schemeClr val="accent2"/>
          </a:fillRef>
          <a:effectRef idx="3">
            <a:schemeClr val="accent2"/>
          </a:effectRef>
          <a:fontRef idx="minor">
            <a:schemeClr val="lt1"/>
          </a:fontRef>
        </p:style>
        <p:txBody>
          <a:bodyPr wrap="none" rtlCol="0" anchor="ctr">
            <a:noAutofit/>
          </a:bodyPr>
          <a:lstStyle/>
          <a:p>
            <a:pPr algn="ctr"/>
            <a:r>
              <a:rPr lang="en-US" sz="2400" noProof="0" dirty="0"/>
              <a:t>LLM code generation</a:t>
            </a:r>
          </a:p>
        </p:txBody>
      </p:sp>
      <p:sp>
        <p:nvSpPr>
          <p:cNvPr id="9" name="TextBox 8">
            <a:extLst>
              <a:ext uri="{FF2B5EF4-FFF2-40B4-BE49-F238E27FC236}">
                <a16:creationId xmlns:a16="http://schemas.microsoft.com/office/drawing/2014/main" id="{1AE6887D-8433-28B1-0FDD-63B1B7428374}"/>
              </a:ext>
            </a:extLst>
          </p:cNvPr>
          <p:cNvSpPr txBox="1"/>
          <p:nvPr>
            <p:custDataLst>
              <p:tags r:id="rId25"/>
            </p:custDataLst>
          </p:nvPr>
        </p:nvSpPr>
        <p:spPr>
          <a:xfrm>
            <a:off x="2331057" y="6316525"/>
            <a:ext cx="3372077" cy="523220"/>
          </a:xfrm>
          <a:prstGeom prst="rect">
            <a:avLst/>
          </a:prstGeom>
        </p:spPr>
        <p:style>
          <a:lnRef idx="0">
            <a:schemeClr val="accent1"/>
          </a:lnRef>
          <a:fillRef idx="3">
            <a:schemeClr val="accent1"/>
          </a:fillRef>
          <a:effectRef idx="3">
            <a:schemeClr val="accent1"/>
          </a:effectRef>
          <a:fontRef idx="minor">
            <a:schemeClr val="lt1"/>
          </a:fontRef>
        </p:style>
        <p:txBody>
          <a:bodyPr wrap="none" rtlCol="0" anchor="ctr">
            <a:noAutofit/>
          </a:bodyPr>
          <a:lstStyle/>
          <a:p>
            <a:pPr algn="ctr"/>
            <a:r>
              <a:rPr lang="en-US" sz="2800" noProof="0" dirty="0"/>
              <a:t>k-Nearest Neighbors</a:t>
            </a:r>
          </a:p>
        </p:txBody>
      </p:sp>
      <p:sp>
        <p:nvSpPr>
          <p:cNvPr id="14" name="TextBox 13">
            <a:extLst>
              <a:ext uri="{FF2B5EF4-FFF2-40B4-BE49-F238E27FC236}">
                <a16:creationId xmlns:a16="http://schemas.microsoft.com/office/drawing/2014/main" id="{694A14F9-37A7-558D-DCD1-B6BA288136A3}"/>
              </a:ext>
            </a:extLst>
          </p:cNvPr>
          <p:cNvSpPr txBox="1"/>
          <p:nvPr>
            <p:custDataLst>
              <p:tags r:id="rId26"/>
            </p:custDataLst>
          </p:nvPr>
        </p:nvSpPr>
        <p:spPr>
          <a:xfrm>
            <a:off x="3193480" y="5441518"/>
            <a:ext cx="3106068" cy="520820"/>
          </a:xfrm>
          <a:prstGeom prst="roundRect">
            <a:avLst>
              <a:gd name="adj" fmla="val 14270"/>
            </a:avLst>
          </a:prstGeom>
          <a:gradFill flip="none" rotWithShape="1">
            <a:gsLst>
              <a:gs pos="0">
                <a:schemeClr val="accent1">
                  <a:lumMod val="67000"/>
                </a:schemeClr>
              </a:gs>
              <a:gs pos="48000">
                <a:schemeClr val="accent1">
                  <a:lumMod val="97000"/>
                  <a:lumOff val="3000"/>
                </a:schemeClr>
              </a:gs>
              <a:gs pos="100000">
                <a:srgbClr val="24A3DC"/>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wrap="none" rtlCol="0" anchor="ctr">
            <a:noAutofit/>
          </a:bodyPr>
          <a:lstStyle/>
          <a:p>
            <a:pPr algn="ctr"/>
            <a:r>
              <a:rPr lang="en-US" sz="2400" noProof="0" dirty="0" err="1"/>
              <a:t>kNN</a:t>
            </a:r>
            <a:r>
              <a:rPr lang="en-US" sz="2400" noProof="0" dirty="0"/>
              <a:t> with </a:t>
            </a:r>
            <a:r>
              <a:rPr lang="en-US" sz="2400" noProof="0" dirty="0" err="1"/>
              <a:t>bitonic</a:t>
            </a:r>
            <a:r>
              <a:rPr lang="en-US" sz="2400" noProof="0" dirty="0"/>
              <a:t> sort</a:t>
            </a:r>
          </a:p>
        </p:txBody>
      </p:sp>
      <p:sp>
        <p:nvSpPr>
          <p:cNvPr id="2" name="Title 1">
            <a:extLst>
              <a:ext uri="{FF2B5EF4-FFF2-40B4-BE49-F238E27FC236}">
                <a16:creationId xmlns:a16="http://schemas.microsoft.com/office/drawing/2014/main" id="{6447B745-9B50-DD90-5161-BD2A06CEA44B}"/>
              </a:ext>
            </a:extLst>
          </p:cNvPr>
          <p:cNvSpPr>
            <a:spLocks noGrp="1"/>
          </p:cNvSpPr>
          <p:nvPr>
            <p:ph type="title"/>
            <p:custDataLst>
              <p:tags r:id="rId27"/>
            </p:custDataLst>
          </p:nvPr>
        </p:nvSpPr>
        <p:spPr/>
        <p:txBody>
          <a:bodyPr/>
          <a:lstStyle/>
          <a:p>
            <a:r>
              <a:rPr lang="en-US" noProof="0" dirty="0"/>
              <a:t>Contribution map</a:t>
            </a:r>
          </a:p>
        </p:txBody>
      </p:sp>
      <p:sp>
        <p:nvSpPr>
          <p:cNvPr id="3" name="Date Placeholder 2">
            <a:extLst>
              <a:ext uri="{FF2B5EF4-FFF2-40B4-BE49-F238E27FC236}">
                <a16:creationId xmlns:a16="http://schemas.microsoft.com/office/drawing/2014/main" id="{BD7C89E2-483C-AAE2-A28B-882731CF7B1F}"/>
              </a:ext>
            </a:extLst>
          </p:cNvPr>
          <p:cNvSpPr>
            <a:spLocks noGrp="1"/>
          </p:cNvSpPr>
          <p:nvPr>
            <p:ph type="dt" sz="half" idx="10"/>
            <p:custDataLst>
              <p:tags r:id="rId28"/>
            </p:custDataLst>
          </p:nvPr>
        </p:nvSpPr>
        <p:spPr/>
        <p:txBody>
          <a:bodyPr/>
          <a:lstStyle/>
          <a:p>
            <a:r>
              <a:rPr lang="en-US" noProof="0"/>
              <a:t>9/5/2026</a:t>
            </a:r>
            <a:endParaRPr lang="en-US" noProof="0" dirty="0"/>
          </a:p>
        </p:txBody>
      </p:sp>
      <p:sp>
        <p:nvSpPr>
          <p:cNvPr id="4" name="Slide Number Placeholder 3">
            <a:extLst>
              <a:ext uri="{FF2B5EF4-FFF2-40B4-BE49-F238E27FC236}">
                <a16:creationId xmlns:a16="http://schemas.microsoft.com/office/drawing/2014/main" id="{1EE703C1-86DF-7428-224F-96B06FB73E3C}"/>
              </a:ext>
            </a:extLst>
          </p:cNvPr>
          <p:cNvSpPr>
            <a:spLocks noGrp="1"/>
          </p:cNvSpPr>
          <p:nvPr>
            <p:ph type="sldNum" sz="quarter" idx="12"/>
            <p:custDataLst>
              <p:tags r:id="rId29"/>
            </p:custDataLst>
          </p:nvPr>
        </p:nvSpPr>
        <p:spPr/>
        <p:txBody>
          <a:bodyPr/>
          <a:lstStyle/>
          <a:p>
            <a:r>
              <a:rPr lang="en-US" noProof="0"/>
              <a:t>31</a:t>
            </a:r>
            <a:endParaRPr lang="en-US" noProof="0" dirty="0"/>
          </a:p>
        </p:txBody>
      </p:sp>
      <p:sp>
        <p:nvSpPr>
          <p:cNvPr id="30" name="TextBox 29">
            <a:extLst>
              <a:ext uri="{FF2B5EF4-FFF2-40B4-BE49-F238E27FC236}">
                <a16:creationId xmlns:a16="http://schemas.microsoft.com/office/drawing/2014/main" id="{4AD7395F-5DE8-A141-7F54-EB10905B989D}"/>
              </a:ext>
            </a:extLst>
          </p:cNvPr>
          <p:cNvSpPr txBox="1"/>
          <p:nvPr>
            <p:custDataLst>
              <p:tags r:id="rId30"/>
            </p:custDataLst>
          </p:nvPr>
        </p:nvSpPr>
        <p:spPr>
          <a:xfrm>
            <a:off x="3818225" y="3902948"/>
            <a:ext cx="3211699" cy="510778"/>
          </a:xfrm>
          <a:prstGeom prst="roundRect">
            <a:avLst/>
          </a:prstGeom>
          <a:gradFill flip="none" rotWithShape="1">
            <a:gsLst>
              <a:gs pos="0">
                <a:schemeClr val="accent2">
                  <a:lumMod val="67000"/>
                </a:schemeClr>
              </a:gs>
              <a:gs pos="50000">
                <a:srgbClr val="8C7B14"/>
              </a:gs>
              <a:gs pos="100000">
                <a:schemeClr val="accent6">
                  <a:lumMod val="60000"/>
                  <a:lumOff val="40000"/>
                </a:schemeClr>
              </a:gs>
            </a:gsLst>
            <a:lin ang="16200000" scaled="1"/>
            <a:tileRect/>
          </a:gradFill>
          <a:ln w="38100">
            <a:solidFill>
              <a:srgbClr val="FF0000"/>
            </a:solidFill>
          </a:ln>
        </p:spPr>
        <p:style>
          <a:lnRef idx="0">
            <a:scrgbClr r="0" g="0" b="0"/>
          </a:lnRef>
          <a:fillRef idx="0">
            <a:scrgbClr r="0" g="0" b="0"/>
          </a:fillRef>
          <a:effectRef idx="0">
            <a:scrgbClr r="0" g="0" b="0"/>
          </a:effectRef>
          <a:fontRef idx="minor">
            <a:schemeClr val="lt1"/>
          </a:fontRef>
        </p:style>
        <p:txBody>
          <a:bodyPr wrap="none" rtlCol="0" anchor="ctr">
            <a:spAutoFit/>
          </a:bodyPr>
          <a:lstStyle/>
          <a:p>
            <a:pPr algn="ctr"/>
            <a:r>
              <a:rPr lang="en-US" sz="2400" noProof="0" dirty="0"/>
              <a:t>LLMs and abstractions</a:t>
            </a:r>
          </a:p>
        </p:txBody>
      </p:sp>
      <p:sp>
        <p:nvSpPr>
          <p:cNvPr id="105" name="TextBox 104">
            <a:extLst>
              <a:ext uri="{FF2B5EF4-FFF2-40B4-BE49-F238E27FC236}">
                <a16:creationId xmlns:a16="http://schemas.microsoft.com/office/drawing/2014/main" id="{34EEE70E-66B1-DBA0-D563-ADA02418E73F}"/>
              </a:ext>
            </a:extLst>
          </p:cNvPr>
          <p:cNvSpPr txBox="1"/>
          <p:nvPr>
            <p:custDataLst>
              <p:tags r:id="rId31"/>
            </p:custDataLst>
          </p:nvPr>
        </p:nvSpPr>
        <p:spPr>
          <a:xfrm rot="21191511">
            <a:off x="2323825" y="1656128"/>
            <a:ext cx="2731838" cy="461665"/>
          </a:xfrm>
          <a:prstGeom prst="rect">
            <a:avLst/>
          </a:prstGeom>
          <a:noFill/>
        </p:spPr>
        <p:txBody>
          <a:bodyPr wrap="none" rtlCol="0">
            <a:noAutofit/>
          </a:bodyPr>
          <a:lstStyle/>
          <a:p>
            <a:r>
              <a:rPr lang="en-US" sz="2400" noProof="0" dirty="0"/>
              <a:t>Knowledge transfer</a:t>
            </a:r>
          </a:p>
        </p:txBody>
      </p:sp>
      <p:pic>
        <p:nvPicPr>
          <p:cNvPr id="108" name="Graphic 107" descr="Document with solid fill">
            <a:extLst>
              <a:ext uri="{FF2B5EF4-FFF2-40B4-BE49-F238E27FC236}">
                <a16:creationId xmlns:a16="http://schemas.microsoft.com/office/drawing/2014/main" id="{C2DFAA5D-5334-A49A-48B2-E76A0FA60672}"/>
              </a:ext>
            </a:extLst>
          </p:cNvPr>
          <p:cNvPicPr>
            <a:picLocks noChangeAspect="1"/>
          </p:cNvPicPr>
          <p:nvPr>
            <p:custDataLst>
              <p:tags r:id="rId32"/>
            </p:custDataLst>
          </p:nvPr>
        </p:nvPicPr>
        <p:blipFill>
          <a:blip>
            <a:extLst>
              <a:ext uri="{96DAC541-7B7A-43D3-8B79-37D633B846F1}">
                <asvg:svgBlip xmlns:asvg="http://schemas.microsoft.com/office/drawing/2016/SVG/main" r:embed="rId44"/>
              </a:ext>
            </a:extLst>
          </a:blip>
          <a:stretch>
            <a:fillRect/>
          </a:stretch>
        </p:blipFill>
        <p:spPr>
          <a:xfrm>
            <a:off x="259545" y="1724594"/>
            <a:ext cx="692126" cy="692126"/>
          </a:xfrm>
          <a:prstGeom prst="rect">
            <a:avLst/>
          </a:prstGeom>
        </p:spPr>
      </p:pic>
      <p:pic>
        <p:nvPicPr>
          <p:cNvPr id="112" name="Graphic 111" descr="Document with solid fill">
            <a:extLst>
              <a:ext uri="{FF2B5EF4-FFF2-40B4-BE49-F238E27FC236}">
                <a16:creationId xmlns:a16="http://schemas.microsoft.com/office/drawing/2014/main" id="{89A83EF7-9621-C7E8-72AF-14DB294FEC07}"/>
              </a:ext>
            </a:extLst>
          </p:cNvPr>
          <p:cNvPicPr>
            <a:picLocks noChangeAspect="1"/>
          </p:cNvPicPr>
          <p:nvPr>
            <p:custDataLst>
              <p:tags r:id="rId33"/>
            </p:custDataLst>
          </p:nvPr>
        </p:nvPicPr>
        <p:blipFill>
          <a:blip>
            <a:extLst>
              <a:ext uri="{96DAC541-7B7A-43D3-8B79-37D633B846F1}">
                <asvg:svgBlip xmlns:asvg="http://schemas.microsoft.com/office/drawing/2016/SVG/main" r:embed="rId44"/>
              </a:ext>
            </a:extLst>
          </a:blip>
          <a:stretch>
            <a:fillRect/>
          </a:stretch>
        </p:blipFill>
        <p:spPr>
          <a:xfrm>
            <a:off x="612168" y="2754124"/>
            <a:ext cx="692126" cy="692126"/>
          </a:xfrm>
          <a:prstGeom prst="rect">
            <a:avLst/>
          </a:prstGeom>
        </p:spPr>
      </p:pic>
      <p:pic>
        <p:nvPicPr>
          <p:cNvPr id="114" name="Graphic 113" descr="Document with solid fill">
            <a:extLst>
              <a:ext uri="{FF2B5EF4-FFF2-40B4-BE49-F238E27FC236}">
                <a16:creationId xmlns:a16="http://schemas.microsoft.com/office/drawing/2014/main" id="{429BC7B5-3FE6-AD92-9E9A-1B2F2AEC39C2}"/>
              </a:ext>
            </a:extLst>
          </p:cNvPr>
          <p:cNvPicPr>
            <a:picLocks noChangeAspect="1"/>
          </p:cNvPicPr>
          <p:nvPr>
            <p:custDataLst>
              <p:tags r:id="rId34"/>
            </p:custDataLst>
          </p:nvPr>
        </p:nvPicPr>
        <p:blipFill>
          <a:blip>
            <a:extLst>
              <a:ext uri="{96DAC541-7B7A-43D3-8B79-37D633B846F1}">
                <asvg:svgBlip xmlns:asvg="http://schemas.microsoft.com/office/drawing/2016/SVG/main" r:embed="rId45"/>
              </a:ext>
            </a:extLst>
          </a:blip>
          <a:stretch>
            <a:fillRect/>
          </a:stretch>
        </p:blipFill>
        <p:spPr>
          <a:xfrm>
            <a:off x="-73665" y="3804149"/>
            <a:ext cx="684040" cy="684040"/>
          </a:xfrm>
          <a:prstGeom prst="rect">
            <a:avLst/>
          </a:prstGeom>
        </p:spPr>
      </p:pic>
      <p:pic>
        <p:nvPicPr>
          <p:cNvPr id="116" name="Graphic 115" descr="Document with solid fill">
            <a:extLst>
              <a:ext uri="{FF2B5EF4-FFF2-40B4-BE49-F238E27FC236}">
                <a16:creationId xmlns:a16="http://schemas.microsoft.com/office/drawing/2014/main" id="{A0950E09-4E68-6022-AEDC-C43AAE7095AF}"/>
              </a:ext>
            </a:extLst>
          </p:cNvPr>
          <p:cNvPicPr>
            <a:picLocks noChangeAspect="1"/>
          </p:cNvPicPr>
          <p:nvPr>
            <p:custDataLst>
              <p:tags r:id="rId35"/>
            </p:custDataLst>
          </p:nvPr>
        </p:nvPicPr>
        <p:blipFill>
          <a:blip>
            <a:extLst>
              <a:ext uri="{96DAC541-7B7A-43D3-8B79-37D633B846F1}">
                <asvg:svgBlip xmlns:asvg="http://schemas.microsoft.com/office/drawing/2016/SVG/main" r:embed="rId44"/>
              </a:ext>
            </a:extLst>
          </a:blip>
          <a:stretch>
            <a:fillRect/>
          </a:stretch>
        </p:blipFill>
        <p:spPr>
          <a:xfrm>
            <a:off x="1267745" y="4557585"/>
            <a:ext cx="688481" cy="688481"/>
          </a:xfrm>
          <a:prstGeom prst="rect">
            <a:avLst/>
          </a:prstGeom>
        </p:spPr>
      </p:pic>
      <p:pic>
        <p:nvPicPr>
          <p:cNvPr id="120" name="Graphic 119" descr="Document with solid fill">
            <a:extLst>
              <a:ext uri="{FF2B5EF4-FFF2-40B4-BE49-F238E27FC236}">
                <a16:creationId xmlns:a16="http://schemas.microsoft.com/office/drawing/2014/main" id="{0495A40B-1AEC-0013-8842-1E42AD2CB062}"/>
              </a:ext>
            </a:extLst>
          </p:cNvPr>
          <p:cNvPicPr>
            <a:picLocks noChangeAspect="1"/>
          </p:cNvPicPr>
          <p:nvPr>
            <p:custDataLst>
              <p:tags r:id="rId36"/>
            </p:custDataLst>
          </p:nvPr>
        </p:nvPicPr>
        <p:blipFill>
          <a:blip>
            <a:extLst>
              <a:ext uri="{96DAC541-7B7A-43D3-8B79-37D633B846F1}">
                <asvg:svgBlip xmlns:asvg="http://schemas.microsoft.com/office/drawing/2016/SVG/main" r:embed="rId46"/>
              </a:ext>
            </a:extLst>
          </a:blip>
          <a:stretch>
            <a:fillRect/>
          </a:stretch>
        </p:blipFill>
        <p:spPr>
          <a:xfrm>
            <a:off x="7535326" y="1614868"/>
            <a:ext cx="688481" cy="688481"/>
          </a:xfrm>
          <a:prstGeom prst="rect">
            <a:avLst/>
          </a:prstGeom>
        </p:spPr>
      </p:pic>
      <p:pic>
        <p:nvPicPr>
          <p:cNvPr id="122" name="Graphic 121" descr="Document with solid fill">
            <a:extLst>
              <a:ext uri="{FF2B5EF4-FFF2-40B4-BE49-F238E27FC236}">
                <a16:creationId xmlns:a16="http://schemas.microsoft.com/office/drawing/2014/main" id="{20BCF91A-2BC4-2C84-EDB6-83BC8A598E2B}"/>
              </a:ext>
            </a:extLst>
          </p:cNvPr>
          <p:cNvPicPr>
            <a:picLocks noChangeAspect="1"/>
          </p:cNvPicPr>
          <p:nvPr>
            <p:custDataLst>
              <p:tags r:id="rId37"/>
            </p:custDataLst>
          </p:nvPr>
        </p:nvPicPr>
        <p:blipFill>
          <a:blip>
            <a:extLst>
              <a:ext uri="{96DAC541-7B7A-43D3-8B79-37D633B846F1}">
                <asvg:svgBlip xmlns:asvg="http://schemas.microsoft.com/office/drawing/2016/SVG/main" r:embed="rId44"/>
              </a:ext>
            </a:extLst>
          </a:blip>
          <a:stretch>
            <a:fillRect/>
          </a:stretch>
        </p:blipFill>
        <p:spPr>
          <a:xfrm>
            <a:off x="11577153" y="2104335"/>
            <a:ext cx="688481" cy="688481"/>
          </a:xfrm>
          <a:prstGeom prst="rect">
            <a:avLst/>
          </a:prstGeom>
        </p:spPr>
      </p:pic>
      <p:pic>
        <p:nvPicPr>
          <p:cNvPr id="124" name="Graphic 123" descr="Document with solid fill">
            <a:extLst>
              <a:ext uri="{FF2B5EF4-FFF2-40B4-BE49-F238E27FC236}">
                <a16:creationId xmlns:a16="http://schemas.microsoft.com/office/drawing/2014/main" id="{37545ACE-E0D5-4418-C01A-F54A238C5EAB}"/>
              </a:ext>
            </a:extLst>
          </p:cNvPr>
          <p:cNvPicPr>
            <a:picLocks noChangeAspect="1"/>
          </p:cNvPicPr>
          <p:nvPr>
            <p:custDataLst>
              <p:tags r:id="rId38"/>
            </p:custDataLst>
          </p:nvPr>
        </p:nvPicPr>
        <p:blipFill>
          <a:blip>
            <a:extLst>
              <a:ext uri="{96DAC541-7B7A-43D3-8B79-37D633B846F1}">
                <asvg:svgBlip xmlns:asvg="http://schemas.microsoft.com/office/drawing/2016/SVG/main" r:embed="rId44"/>
              </a:ext>
            </a:extLst>
          </a:blip>
          <a:stretch>
            <a:fillRect/>
          </a:stretch>
        </p:blipFill>
        <p:spPr>
          <a:xfrm>
            <a:off x="10242637" y="4803784"/>
            <a:ext cx="684040" cy="684040"/>
          </a:xfrm>
          <a:prstGeom prst="rect">
            <a:avLst/>
          </a:prstGeom>
        </p:spPr>
      </p:pic>
      <p:pic>
        <p:nvPicPr>
          <p:cNvPr id="126" name="Graphic 125" descr="Document with solid fill">
            <a:extLst>
              <a:ext uri="{FF2B5EF4-FFF2-40B4-BE49-F238E27FC236}">
                <a16:creationId xmlns:a16="http://schemas.microsoft.com/office/drawing/2014/main" id="{F102692C-45CE-30BD-D7DB-69F758D3939A}"/>
              </a:ext>
            </a:extLst>
          </p:cNvPr>
          <p:cNvPicPr>
            <a:picLocks noChangeAspect="1"/>
          </p:cNvPicPr>
          <p:nvPr>
            <p:custDataLst>
              <p:tags r:id="rId39"/>
            </p:custDataLst>
          </p:nvPr>
        </p:nvPicPr>
        <p:blipFill>
          <a:blip>
            <a:extLst>
              <a:ext uri="{96DAC541-7B7A-43D3-8B79-37D633B846F1}">
                <asvg:svgBlip xmlns:asvg="http://schemas.microsoft.com/office/drawing/2016/SVG/main" r:embed="rId47"/>
              </a:ext>
            </a:extLst>
          </a:blip>
          <a:stretch>
            <a:fillRect/>
          </a:stretch>
        </p:blipFill>
        <p:spPr>
          <a:xfrm>
            <a:off x="6226770" y="5370763"/>
            <a:ext cx="684040" cy="684040"/>
          </a:xfrm>
          <a:prstGeom prst="rect">
            <a:avLst/>
          </a:prstGeom>
        </p:spPr>
      </p:pic>
      <p:pic>
        <p:nvPicPr>
          <p:cNvPr id="128" name="Graphic 127" descr="Document with solid fill">
            <a:extLst>
              <a:ext uri="{FF2B5EF4-FFF2-40B4-BE49-F238E27FC236}">
                <a16:creationId xmlns:a16="http://schemas.microsoft.com/office/drawing/2014/main" id="{E84D08A1-6570-0EBA-AB89-9527CFD7419F}"/>
              </a:ext>
            </a:extLst>
          </p:cNvPr>
          <p:cNvPicPr>
            <a:picLocks noChangeAspect="1"/>
          </p:cNvPicPr>
          <p:nvPr>
            <p:custDataLst>
              <p:tags r:id="rId40"/>
            </p:custDataLst>
          </p:nvPr>
        </p:nvPicPr>
        <p:blipFill>
          <a:blip>
            <a:extLst>
              <a:ext uri="{96DAC541-7B7A-43D3-8B79-37D633B846F1}">
                <asvg:svgBlip xmlns:asvg="http://schemas.microsoft.com/office/drawing/2016/SVG/main" r:embed="rId48"/>
              </a:ext>
            </a:extLst>
          </a:blip>
          <a:stretch>
            <a:fillRect/>
          </a:stretch>
        </p:blipFill>
        <p:spPr>
          <a:xfrm>
            <a:off x="6977217" y="3816317"/>
            <a:ext cx="684040" cy="684040"/>
          </a:xfrm>
          <a:prstGeom prst="rect">
            <a:avLst/>
          </a:prstGeom>
        </p:spPr>
      </p:pic>
      <p:pic>
        <p:nvPicPr>
          <p:cNvPr id="132" name="Graphic 131" descr="Hourglass 90% with solid fill">
            <a:extLst>
              <a:ext uri="{FF2B5EF4-FFF2-40B4-BE49-F238E27FC236}">
                <a16:creationId xmlns:a16="http://schemas.microsoft.com/office/drawing/2014/main" id="{AB289F9A-E988-4BD3-D736-A280662A8294}"/>
              </a:ext>
            </a:extLst>
          </p:cNvPr>
          <p:cNvPicPr>
            <a:picLocks noChangeAspect="1"/>
          </p:cNvPicPr>
          <p:nvPr>
            <p:custDataLst>
              <p:tags r:id="rId41"/>
            </p:custDataLst>
          </p:nvPr>
        </p:nvPicPr>
        <p:blipFill>
          <a:blip>
            <a:extLst>
              <a:ext uri="{96DAC541-7B7A-43D3-8B79-37D633B846F1}">
                <asvg:svgBlip xmlns:asvg="http://schemas.microsoft.com/office/drawing/2016/SVG/main" r:embed="rId49"/>
              </a:ext>
            </a:extLst>
          </a:blip>
          <a:stretch>
            <a:fillRect/>
          </a:stretch>
        </p:blipFill>
        <p:spPr>
          <a:xfrm>
            <a:off x="6739057" y="5535157"/>
            <a:ext cx="372564" cy="372564"/>
          </a:xfrm>
          <a:prstGeom prst="rect">
            <a:avLst/>
          </a:prstGeom>
        </p:spPr>
      </p:pic>
    </p:spTree>
    <p:custDataLst>
      <p:tags r:id="rId1"/>
    </p:custDataLst>
    <p:extLst>
      <p:ext uri="{BB962C8B-B14F-4D97-AF65-F5344CB8AC3E}">
        <p14:creationId xmlns:p14="http://schemas.microsoft.com/office/powerpoint/2010/main" val="635994012"/>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3" name="Straight Connector 42">
            <a:extLst>
              <a:ext uri="{FF2B5EF4-FFF2-40B4-BE49-F238E27FC236}">
                <a16:creationId xmlns:a16="http://schemas.microsoft.com/office/drawing/2014/main" id="{695E5EAD-8C5F-44D5-24B6-62E7988C0C83}"/>
              </a:ext>
            </a:extLst>
          </p:cNvPr>
          <p:cNvCxnSpPr/>
          <p:nvPr>
            <p:custDataLst>
              <p:tags r:id="rId2"/>
            </p:custDataLst>
          </p:nvPr>
        </p:nvCxnSpPr>
        <p:spPr>
          <a:xfrm flipH="1" flipV="1">
            <a:off x="5424075" y="4413726"/>
            <a:ext cx="3247447" cy="490859"/>
          </a:xfrm>
          <a:prstGeom prst="line">
            <a:avLst/>
          </a:prstGeom>
          <a:ln>
            <a:solidFill>
              <a:schemeClr val="accent2">
                <a:lumMod val="75000"/>
              </a:schemeClr>
            </a:solidFill>
          </a:ln>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E9233798-963E-F8A0-85A4-DCE8EC91DBF9}"/>
              </a:ext>
            </a:extLst>
          </p:cNvPr>
          <p:cNvCxnSpPr>
            <a:stCxn id="8" idx="0"/>
            <a:endCxn id="32" idx="2"/>
          </p:cNvCxnSpPr>
          <p:nvPr>
            <p:custDataLst>
              <p:tags r:id="rId3"/>
            </p:custDataLst>
          </p:nvPr>
        </p:nvCxnSpPr>
        <p:spPr>
          <a:xfrm flipV="1">
            <a:off x="1566991" y="1566577"/>
            <a:ext cx="709304" cy="302248"/>
          </a:xfrm>
          <a:prstGeom prst="line">
            <a:avLst/>
          </a:prstGeom>
          <a:ln>
            <a:solidFill>
              <a:schemeClr val="accent6">
                <a:lumMod val="75000"/>
              </a:schemeClr>
            </a:solidFill>
          </a:ln>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B3289B2B-81D7-3AAE-0581-2401DD73C129}"/>
              </a:ext>
            </a:extLst>
          </p:cNvPr>
          <p:cNvCxnSpPr>
            <a:cxnSpLocks/>
            <a:stCxn id="8" idx="2"/>
            <a:endCxn id="12" idx="0"/>
          </p:cNvCxnSpPr>
          <p:nvPr>
            <p:custDataLst>
              <p:tags r:id="rId4"/>
            </p:custDataLst>
          </p:nvPr>
        </p:nvCxnSpPr>
        <p:spPr>
          <a:xfrm>
            <a:off x="1566991" y="2379603"/>
            <a:ext cx="472321" cy="479916"/>
          </a:xfrm>
          <a:prstGeom prst="line">
            <a:avLst/>
          </a:prstGeom>
          <a:ln>
            <a:solidFill>
              <a:schemeClr val="accent6">
                <a:lumMod val="75000"/>
              </a:schemeClr>
            </a:solidFill>
          </a:ln>
        </p:spPr>
        <p:style>
          <a:lnRef idx="2">
            <a:schemeClr val="accent1"/>
          </a:lnRef>
          <a:fillRef idx="0">
            <a:schemeClr val="accent1"/>
          </a:fillRef>
          <a:effectRef idx="1">
            <a:schemeClr val="accent1"/>
          </a:effectRef>
          <a:fontRef idx="minor">
            <a:schemeClr val="tx1"/>
          </a:fontRef>
        </p:style>
      </p:cxnSp>
      <p:cxnSp>
        <p:nvCxnSpPr>
          <p:cNvPr id="25" name="Straight Connector 24">
            <a:extLst>
              <a:ext uri="{FF2B5EF4-FFF2-40B4-BE49-F238E27FC236}">
                <a16:creationId xmlns:a16="http://schemas.microsoft.com/office/drawing/2014/main" id="{175AF3EF-64B7-79EF-0C5F-53B19C1B2FAA}"/>
              </a:ext>
            </a:extLst>
          </p:cNvPr>
          <p:cNvCxnSpPr>
            <a:cxnSpLocks/>
            <a:stCxn id="12" idx="2"/>
            <a:endCxn id="6" idx="0"/>
          </p:cNvCxnSpPr>
          <p:nvPr>
            <p:custDataLst>
              <p:tags r:id="rId5"/>
            </p:custDataLst>
          </p:nvPr>
        </p:nvCxnSpPr>
        <p:spPr>
          <a:xfrm>
            <a:off x="2039312" y="3370297"/>
            <a:ext cx="682628" cy="1264729"/>
          </a:xfrm>
          <a:prstGeom prst="line">
            <a:avLst/>
          </a:prstGeom>
          <a:ln>
            <a:solidFill>
              <a:schemeClr val="accent6">
                <a:lumMod val="75000"/>
              </a:schemeClr>
            </a:solidFill>
          </a:ln>
        </p:spPr>
        <p:style>
          <a:lnRef idx="2">
            <a:schemeClr val="accent1"/>
          </a:lnRef>
          <a:fillRef idx="0">
            <a:schemeClr val="accent1"/>
          </a:fillRef>
          <a:effectRef idx="1">
            <a:schemeClr val="accent1"/>
          </a:effectRef>
          <a:fontRef idx="minor">
            <a:schemeClr val="tx1"/>
          </a:fontRef>
        </p:style>
      </p:cxnSp>
      <p:cxnSp>
        <p:nvCxnSpPr>
          <p:cNvPr id="29" name="Straight Connector 28">
            <a:extLst>
              <a:ext uri="{FF2B5EF4-FFF2-40B4-BE49-F238E27FC236}">
                <a16:creationId xmlns:a16="http://schemas.microsoft.com/office/drawing/2014/main" id="{C463B896-BD13-512A-E580-7BE4DFC4E1B3}"/>
              </a:ext>
            </a:extLst>
          </p:cNvPr>
          <p:cNvCxnSpPr>
            <a:cxnSpLocks/>
            <a:stCxn id="12" idx="2"/>
            <a:endCxn id="16" idx="0"/>
          </p:cNvCxnSpPr>
          <p:nvPr>
            <p:custDataLst>
              <p:tags r:id="rId6"/>
            </p:custDataLst>
          </p:nvPr>
        </p:nvCxnSpPr>
        <p:spPr>
          <a:xfrm flipH="1">
            <a:off x="1384604" y="3370297"/>
            <a:ext cx="654708" cy="467263"/>
          </a:xfrm>
          <a:prstGeom prst="line">
            <a:avLst/>
          </a:prstGeom>
          <a:ln>
            <a:solidFill>
              <a:schemeClr val="accent6">
                <a:lumMod val="75000"/>
              </a:schemeClr>
            </a:solidFill>
          </a:ln>
        </p:spPr>
        <p:style>
          <a:lnRef idx="2">
            <a:schemeClr val="accent1"/>
          </a:lnRef>
          <a:fillRef idx="0">
            <a:schemeClr val="accent1"/>
          </a:fillRef>
          <a:effectRef idx="1">
            <a:schemeClr val="accent1"/>
          </a:effectRef>
          <a:fontRef idx="minor">
            <a:schemeClr val="tx1"/>
          </a:fontRef>
        </p:style>
      </p:cxnSp>
      <p:cxnSp>
        <p:nvCxnSpPr>
          <p:cNvPr id="39" name="Straight Connector 38">
            <a:extLst>
              <a:ext uri="{FF2B5EF4-FFF2-40B4-BE49-F238E27FC236}">
                <a16:creationId xmlns:a16="http://schemas.microsoft.com/office/drawing/2014/main" id="{8255A13C-9878-1144-1E9D-F162566EDD33}"/>
              </a:ext>
            </a:extLst>
          </p:cNvPr>
          <p:cNvCxnSpPr>
            <a:cxnSpLocks/>
            <a:stCxn id="20" idx="2"/>
            <a:endCxn id="24" idx="0"/>
          </p:cNvCxnSpPr>
          <p:nvPr>
            <p:custDataLst>
              <p:tags r:id="rId7"/>
            </p:custDataLst>
          </p:nvPr>
        </p:nvCxnSpPr>
        <p:spPr>
          <a:xfrm>
            <a:off x="8833425" y="1036814"/>
            <a:ext cx="1087664" cy="1083627"/>
          </a:xfrm>
          <a:prstGeom prst="line">
            <a:avLst/>
          </a:prstGeom>
          <a:ln>
            <a:solidFill>
              <a:schemeClr val="accent5">
                <a:lumMod val="75000"/>
              </a:schemeClr>
            </a:solidFill>
          </a:ln>
        </p:spPr>
        <p:style>
          <a:lnRef idx="2">
            <a:schemeClr val="accent1"/>
          </a:lnRef>
          <a:fillRef idx="0">
            <a:schemeClr val="accent1"/>
          </a:fillRef>
          <a:effectRef idx="1">
            <a:schemeClr val="accent1"/>
          </a:effectRef>
          <a:fontRef idx="minor">
            <a:schemeClr val="tx1"/>
          </a:fontRef>
        </p:style>
      </p:cxnSp>
      <p:cxnSp>
        <p:nvCxnSpPr>
          <p:cNvPr id="41" name="Straight Connector 40">
            <a:extLst>
              <a:ext uri="{FF2B5EF4-FFF2-40B4-BE49-F238E27FC236}">
                <a16:creationId xmlns:a16="http://schemas.microsoft.com/office/drawing/2014/main" id="{81200874-7B6C-FB45-5B09-FF8BB238D79B}"/>
              </a:ext>
            </a:extLst>
          </p:cNvPr>
          <p:cNvCxnSpPr>
            <a:cxnSpLocks/>
            <a:stCxn id="20" idx="2"/>
            <a:endCxn id="27" idx="0"/>
          </p:cNvCxnSpPr>
          <p:nvPr>
            <p:custDataLst>
              <p:tags r:id="rId8"/>
            </p:custDataLst>
          </p:nvPr>
        </p:nvCxnSpPr>
        <p:spPr>
          <a:xfrm flipH="1">
            <a:off x="6489089" y="1036814"/>
            <a:ext cx="2344336" cy="662466"/>
          </a:xfrm>
          <a:prstGeom prst="line">
            <a:avLst/>
          </a:prstGeom>
          <a:ln>
            <a:solidFill>
              <a:schemeClr val="accent5">
                <a:lumMod val="75000"/>
              </a:schemeClr>
            </a:solidFill>
          </a:ln>
        </p:spPr>
        <p:style>
          <a:lnRef idx="2">
            <a:schemeClr val="accent1"/>
          </a:lnRef>
          <a:fillRef idx="0">
            <a:schemeClr val="accent1"/>
          </a:fillRef>
          <a:effectRef idx="1">
            <a:schemeClr val="accent1"/>
          </a:effectRef>
          <a:fontRef idx="minor">
            <a:schemeClr val="tx1"/>
          </a:fontRef>
        </p:style>
      </p:cxnSp>
      <p:cxnSp>
        <p:nvCxnSpPr>
          <p:cNvPr id="45" name="Straight Connector 44">
            <a:extLst>
              <a:ext uri="{FF2B5EF4-FFF2-40B4-BE49-F238E27FC236}">
                <a16:creationId xmlns:a16="http://schemas.microsoft.com/office/drawing/2014/main" id="{AFA5D45D-66F4-E252-F84E-6AB600B22F19}"/>
              </a:ext>
            </a:extLst>
          </p:cNvPr>
          <p:cNvCxnSpPr>
            <a:cxnSpLocks/>
            <a:stCxn id="7" idx="0"/>
          </p:cNvCxnSpPr>
          <p:nvPr>
            <p:custDataLst>
              <p:tags r:id="rId9"/>
            </p:custDataLst>
          </p:nvPr>
        </p:nvCxnSpPr>
        <p:spPr>
          <a:xfrm flipH="1" flipV="1">
            <a:off x="8671522" y="5366250"/>
            <a:ext cx="1913135" cy="394489"/>
          </a:xfrm>
          <a:prstGeom prst="line">
            <a:avLst/>
          </a:prstGeom>
          <a:ln>
            <a:solidFill>
              <a:schemeClr val="accent2">
                <a:lumMod val="75000"/>
              </a:schemeClr>
            </a:solidFill>
          </a:ln>
        </p:spPr>
        <p:style>
          <a:lnRef idx="2">
            <a:schemeClr val="accent1"/>
          </a:lnRef>
          <a:fillRef idx="0">
            <a:schemeClr val="accent1"/>
          </a:fillRef>
          <a:effectRef idx="1">
            <a:schemeClr val="accent1"/>
          </a:effectRef>
          <a:fontRef idx="minor">
            <a:schemeClr val="tx1"/>
          </a:fontRef>
        </p:style>
      </p:cxnSp>
      <p:cxnSp>
        <p:nvCxnSpPr>
          <p:cNvPr id="51" name="Straight Connector 50">
            <a:extLst>
              <a:ext uri="{FF2B5EF4-FFF2-40B4-BE49-F238E27FC236}">
                <a16:creationId xmlns:a16="http://schemas.microsoft.com/office/drawing/2014/main" id="{F7EFBF46-A6BD-4284-E20E-BCB82964D1D7}"/>
              </a:ext>
            </a:extLst>
          </p:cNvPr>
          <p:cNvCxnSpPr>
            <a:cxnSpLocks/>
            <a:stCxn id="9" idx="0"/>
            <a:endCxn id="14" idx="2"/>
          </p:cNvCxnSpPr>
          <p:nvPr>
            <p:custDataLst>
              <p:tags r:id="rId10"/>
            </p:custDataLst>
          </p:nvPr>
        </p:nvCxnSpPr>
        <p:spPr>
          <a:xfrm flipV="1">
            <a:off x="4017096" y="5962338"/>
            <a:ext cx="729418" cy="354187"/>
          </a:xfrm>
          <a:prstGeom prst="line">
            <a:avLst/>
          </a:prstGeom>
        </p:spPr>
        <p:style>
          <a:lnRef idx="2">
            <a:schemeClr val="accent1"/>
          </a:lnRef>
          <a:fillRef idx="0">
            <a:schemeClr val="accent1"/>
          </a:fillRef>
          <a:effectRef idx="1">
            <a:schemeClr val="accent1"/>
          </a:effectRef>
          <a:fontRef idx="minor">
            <a:schemeClr val="tx1"/>
          </a:fontRef>
        </p:style>
      </p:cxnSp>
      <p:cxnSp>
        <p:nvCxnSpPr>
          <p:cNvPr id="57" name="Connector: Curved 56">
            <a:extLst>
              <a:ext uri="{FF2B5EF4-FFF2-40B4-BE49-F238E27FC236}">
                <a16:creationId xmlns:a16="http://schemas.microsoft.com/office/drawing/2014/main" id="{1F8B0C2D-897D-CBED-F309-05EF687E2ECB}"/>
              </a:ext>
            </a:extLst>
          </p:cNvPr>
          <p:cNvCxnSpPr>
            <a:cxnSpLocks/>
            <a:stCxn id="14" idx="0"/>
          </p:cNvCxnSpPr>
          <p:nvPr>
            <p:custDataLst>
              <p:tags r:id="rId11"/>
            </p:custDataLst>
          </p:nvPr>
        </p:nvCxnSpPr>
        <p:spPr>
          <a:xfrm rot="5400000" flipH="1" flipV="1">
            <a:off x="5727936" y="4153996"/>
            <a:ext cx="306100" cy="2268944"/>
          </a:xfrm>
          <a:prstGeom prst="curvedConnector2">
            <a:avLst/>
          </a:prstGeom>
          <a:ln>
            <a:prstDash val="sysDash"/>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59" name="Connector: Curved 58">
            <a:extLst>
              <a:ext uri="{FF2B5EF4-FFF2-40B4-BE49-F238E27FC236}">
                <a16:creationId xmlns:a16="http://schemas.microsoft.com/office/drawing/2014/main" id="{8E46E008-894C-4654-09CA-E580A4B474FB}"/>
              </a:ext>
            </a:extLst>
          </p:cNvPr>
          <p:cNvCxnSpPr>
            <a:cxnSpLocks/>
            <a:stCxn id="24" idx="2"/>
          </p:cNvCxnSpPr>
          <p:nvPr>
            <p:custDataLst>
              <p:tags r:id="rId12"/>
            </p:custDataLst>
          </p:nvPr>
        </p:nvCxnSpPr>
        <p:spPr>
          <a:xfrm rot="5400000">
            <a:off x="8166220" y="3149715"/>
            <a:ext cx="2260177" cy="1249563"/>
          </a:xfrm>
          <a:prstGeom prst="curvedConnector3">
            <a:avLst>
              <a:gd name="adj1" fmla="val 50000"/>
            </a:avLst>
          </a:prstGeom>
          <a:ln>
            <a:solidFill>
              <a:schemeClr val="accent5">
                <a:lumMod val="75000"/>
              </a:schemeClr>
            </a:solidFill>
            <a:prstDash val="dash"/>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104" name="Connector: Curved 103">
            <a:extLst>
              <a:ext uri="{FF2B5EF4-FFF2-40B4-BE49-F238E27FC236}">
                <a16:creationId xmlns:a16="http://schemas.microsoft.com/office/drawing/2014/main" id="{59BF5CAB-CE77-3E1E-A10F-85C7982CD7CE}"/>
              </a:ext>
            </a:extLst>
          </p:cNvPr>
          <p:cNvCxnSpPr>
            <a:cxnSpLocks/>
            <a:stCxn id="12" idx="0"/>
            <a:endCxn id="27" idx="1"/>
          </p:cNvCxnSpPr>
          <p:nvPr>
            <p:custDataLst>
              <p:tags r:id="rId13"/>
            </p:custDataLst>
          </p:nvPr>
        </p:nvCxnSpPr>
        <p:spPr>
          <a:xfrm rot="5400000" flipH="1" flipV="1">
            <a:off x="3239916" y="760661"/>
            <a:ext cx="898255" cy="3299462"/>
          </a:xfrm>
          <a:prstGeom prst="curvedConnector2">
            <a:avLst/>
          </a:prstGeom>
          <a:ln w="57150">
            <a:solidFill>
              <a:schemeClr val="tx1"/>
            </a:solidFill>
            <a:prstDash val="solid"/>
            <a:tailEnd type="triangle"/>
          </a:ln>
        </p:spPr>
        <p:style>
          <a:lnRef idx="2">
            <a:schemeClr val="accent1"/>
          </a:lnRef>
          <a:fillRef idx="0">
            <a:schemeClr val="accent1"/>
          </a:fillRef>
          <a:effectRef idx="1">
            <a:schemeClr val="accent1"/>
          </a:effectRef>
          <a:fontRef idx="minor">
            <a:schemeClr val="tx1"/>
          </a:fontRef>
        </p:style>
      </p:cxnSp>
      <p:cxnSp>
        <p:nvCxnSpPr>
          <p:cNvPr id="86" name="Straight Connector 85">
            <a:extLst>
              <a:ext uri="{FF2B5EF4-FFF2-40B4-BE49-F238E27FC236}">
                <a16:creationId xmlns:a16="http://schemas.microsoft.com/office/drawing/2014/main" id="{633C5503-8ADB-3112-D468-A9D46C7291F9}"/>
              </a:ext>
            </a:extLst>
          </p:cNvPr>
          <p:cNvCxnSpPr>
            <a:cxnSpLocks/>
            <a:stCxn id="83" idx="0"/>
            <a:endCxn id="27" idx="2"/>
          </p:cNvCxnSpPr>
          <p:nvPr>
            <p:custDataLst>
              <p:tags r:id="rId14"/>
            </p:custDataLst>
          </p:nvPr>
        </p:nvCxnSpPr>
        <p:spPr>
          <a:xfrm flipV="1">
            <a:off x="6376588" y="2223248"/>
            <a:ext cx="112501" cy="645246"/>
          </a:xfrm>
          <a:prstGeom prst="line">
            <a:avLst/>
          </a:prstGeom>
          <a:ln>
            <a:solidFill>
              <a:schemeClr val="accent5">
                <a:lumMod val="75000"/>
              </a:schemeClr>
            </a:solidFill>
          </a:ln>
        </p:spPr>
        <p:style>
          <a:lnRef idx="2">
            <a:schemeClr val="accent1"/>
          </a:lnRef>
          <a:fillRef idx="0">
            <a:schemeClr val="accent1"/>
          </a:fillRef>
          <a:effectRef idx="1">
            <a:schemeClr val="accent1"/>
          </a:effectRef>
          <a:fontRef idx="minor">
            <a:schemeClr val="tx1"/>
          </a:fontRef>
        </p:style>
      </p:cxnSp>
      <p:cxnSp>
        <p:nvCxnSpPr>
          <p:cNvPr id="87" name="Straight Connector 86">
            <a:extLst>
              <a:ext uri="{FF2B5EF4-FFF2-40B4-BE49-F238E27FC236}">
                <a16:creationId xmlns:a16="http://schemas.microsoft.com/office/drawing/2014/main" id="{DEDBBB33-4558-F22F-1F22-F472582CA31D}"/>
              </a:ext>
            </a:extLst>
          </p:cNvPr>
          <p:cNvCxnSpPr>
            <a:cxnSpLocks/>
            <a:stCxn id="24" idx="1"/>
            <a:endCxn id="83" idx="0"/>
          </p:cNvCxnSpPr>
          <p:nvPr>
            <p:custDataLst>
              <p:tags r:id="rId15"/>
            </p:custDataLst>
          </p:nvPr>
        </p:nvCxnSpPr>
        <p:spPr>
          <a:xfrm flipH="1">
            <a:off x="6376588" y="2382425"/>
            <a:ext cx="1793571" cy="486069"/>
          </a:xfrm>
          <a:prstGeom prst="line">
            <a:avLst/>
          </a:prstGeom>
          <a:ln>
            <a:solidFill>
              <a:schemeClr val="accent5">
                <a:lumMod val="75000"/>
              </a:schemeClr>
            </a:solidFill>
          </a:ln>
        </p:spPr>
        <p:style>
          <a:lnRef idx="2">
            <a:schemeClr val="accent1"/>
          </a:lnRef>
          <a:fillRef idx="0">
            <a:schemeClr val="accent1"/>
          </a:fillRef>
          <a:effectRef idx="1">
            <a:schemeClr val="accent1"/>
          </a:effectRef>
          <a:fontRef idx="minor">
            <a:schemeClr val="tx1"/>
          </a:fontRef>
        </p:style>
      </p:cxnSp>
      <p:cxnSp>
        <p:nvCxnSpPr>
          <p:cNvPr id="64" name="Straight Connector 63">
            <a:extLst>
              <a:ext uri="{FF2B5EF4-FFF2-40B4-BE49-F238E27FC236}">
                <a16:creationId xmlns:a16="http://schemas.microsoft.com/office/drawing/2014/main" id="{FFAEA780-35AE-C922-6C99-138293EB3A99}"/>
              </a:ext>
            </a:extLst>
          </p:cNvPr>
          <p:cNvCxnSpPr>
            <a:cxnSpLocks/>
            <a:stCxn id="12" idx="3"/>
          </p:cNvCxnSpPr>
          <p:nvPr>
            <p:custDataLst>
              <p:tags r:id="rId16"/>
            </p:custDataLst>
          </p:nvPr>
        </p:nvCxnSpPr>
        <p:spPr>
          <a:xfrm>
            <a:off x="2817222" y="3114908"/>
            <a:ext cx="2606853" cy="788040"/>
          </a:xfrm>
          <a:prstGeom prst="line">
            <a:avLst/>
          </a:prstGeom>
          <a:ln>
            <a:solidFill>
              <a:schemeClr val="accent6">
                <a:lumMod val="75000"/>
              </a:schemeClr>
            </a:solidFill>
          </a:ln>
        </p:spPr>
        <p:style>
          <a:lnRef idx="2">
            <a:schemeClr val="accent1"/>
          </a:lnRef>
          <a:fillRef idx="0">
            <a:schemeClr val="accent1"/>
          </a:fillRef>
          <a:effectRef idx="1">
            <a:schemeClr val="accent1"/>
          </a:effectRef>
          <a:fontRef idx="minor">
            <a:schemeClr val="tx1"/>
          </a:fontRef>
        </p:style>
      </p:cxnSp>
      <p:sp>
        <p:nvSpPr>
          <p:cNvPr id="6" name="TextBox 5">
            <a:extLst>
              <a:ext uri="{FF2B5EF4-FFF2-40B4-BE49-F238E27FC236}">
                <a16:creationId xmlns:a16="http://schemas.microsoft.com/office/drawing/2014/main" id="{0C2203B1-0F93-3F92-FADF-DA1FA387F65C}"/>
              </a:ext>
            </a:extLst>
          </p:cNvPr>
          <p:cNvSpPr txBox="1"/>
          <p:nvPr>
            <p:custDataLst>
              <p:tags r:id="rId17"/>
            </p:custDataLst>
          </p:nvPr>
        </p:nvSpPr>
        <p:spPr>
          <a:xfrm>
            <a:off x="1863204" y="4635026"/>
            <a:ext cx="1717472" cy="510778"/>
          </a:xfrm>
          <a:prstGeom prst="roundRect">
            <a:avLst/>
          </a:prstGeom>
          <a:gradFill flip="none" rotWithShape="1">
            <a:gsLst>
              <a:gs pos="0">
                <a:schemeClr val="accent6">
                  <a:lumMod val="67000"/>
                </a:schemeClr>
              </a:gs>
              <a:gs pos="48000">
                <a:schemeClr val="accent6">
                  <a:lumMod val="97000"/>
                  <a:lumOff val="3000"/>
                </a:schemeClr>
              </a:gs>
              <a:gs pos="100000">
                <a:srgbClr val="74D054"/>
              </a:gs>
            </a:gsLst>
            <a:lin ang="16200000" scaled="1"/>
            <a:tileRect/>
          </a:gradFill>
          <a:ln w="38100">
            <a:solidFill>
              <a:srgbClr val="FF0000"/>
            </a:solidFill>
          </a:ln>
        </p:spPr>
        <p:style>
          <a:lnRef idx="0">
            <a:scrgbClr r="0" g="0" b="0"/>
          </a:lnRef>
          <a:fillRef idx="0">
            <a:scrgbClr r="0" g="0" b="0"/>
          </a:fillRef>
          <a:effectRef idx="0">
            <a:scrgbClr r="0" g="0" b="0"/>
          </a:effectRef>
          <a:fontRef idx="minor">
            <a:schemeClr val="lt1"/>
          </a:fontRef>
        </p:style>
        <p:txBody>
          <a:bodyPr wrap="none" rtlCol="0" anchor="ctr">
            <a:noAutofit/>
          </a:bodyPr>
          <a:lstStyle/>
          <a:p>
            <a:pPr algn="ctr"/>
            <a:r>
              <a:rPr lang="en-US" sz="2400" noProof="0" dirty="0"/>
              <a:t>Distributed</a:t>
            </a:r>
          </a:p>
        </p:txBody>
      </p:sp>
      <p:sp>
        <p:nvSpPr>
          <p:cNvPr id="8" name="TextBox 7">
            <a:extLst>
              <a:ext uri="{FF2B5EF4-FFF2-40B4-BE49-F238E27FC236}">
                <a16:creationId xmlns:a16="http://schemas.microsoft.com/office/drawing/2014/main" id="{0C1F297F-A46E-4127-A44D-943053748AAD}"/>
              </a:ext>
            </a:extLst>
          </p:cNvPr>
          <p:cNvSpPr txBox="1"/>
          <p:nvPr>
            <p:custDataLst>
              <p:tags r:id="rId18"/>
            </p:custDataLst>
          </p:nvPr>
        </p:nvSpPr>
        <p:spPr>
          <a:xfrm>
            <a:off x="927858" y="1868825"/>
            <a:ext cx="1278266" cy="510778"/>
          </a:xfrm>
          <a:prstGeom prst="roundRect">
            <a:avLst/>
          </a:prstGeom>
          <a:gradFill flip="none" rotWithShape="1">
            <a:gsLst>
              <a:gs pos="0">
                <a:schemeClr val="accent6">
                  <a:lumMod val="67000"/>
                </a:schemeClr>
              </a:gs>
              <a:gs pos="48000">
                <a:schemeClr val="accent6">
                  <a:lumMod val="97000"/>
                  <a:lumOff val="3000"/>
                </a:schemeClr>
              </a:gs>
              <a:gs pos="100000">
                <a:srgbClr val="74D054"/>
              </a:gs>
            </a:gsLst>
            <a:lin ang="16200000" scaled="1"/>
            <a:tileRect/>
          </a:gradFill>
          <a:ln w="38100">
            <a:solidFill>
              <a:srgbClr val="FF0000"/>
            </a:solidFill>
          </a:ln>
        </p:spPr>
        <p:style>
          <a:lnRef idx="0">
            <a:scrgbClr r="0" g="0" b="0"/>
          </a:lnRef>
          <a:fillRef idx="0">
            <a:scrgbClr r="0" g="0" b="0"/>
          </a:fillRef>
          <a:effectRef idx="0">
            <a:scrgbClr r="0" g="0" b="0"/>
          </a:effectRef>
          <a:fontRef idx="minor">
            <a:schemeClr val="lt1"/>
          </a:fontRef>
        </p:style>
        <p:txBody>
          <a:bodyPr wrap="none" rtlCol="0" anchor="ctr">
            <a:noAutofit/>
          </a:bodyPr>
          <a:lstStyle/>
          <a:p>
            <a:pPr algn="ctr"/>
            <a:r>
              <a:rPr lang="en-US" sz="2400" noProof="0" dirty="0"/>
              <a:t>Layouts</a:t>
            </a:r>
          </a:p>
        </p:txBody>
      </p:sp>
      <p:sp>
        <p:nvSpPr>
          <p:cNvPr id="12" name="TextBox 11">
            <a:extLst>
              <a:ext uri="{FF2B5EF4-FFF2-40B4-BE49-F238E27FC236}">
                <a16:creationId xmlns:a16="http://schemas.microsoft.com/office/drawing/2014/main" id="{B8DD753E-8E05-7A83-7639-B87EDB75A42B}"/>
              </a:ext>
            </a:extLst>
          </p:cNvPr>
          <p:cNvSpPr txBox="1"/>
          <p:nvPr>
            <p:custDataLst>
              <p:tags r:id="rId19"/>
            </p:custDataLst>
          </p:nvPr>
        </p:nvSpPr>
        <p:spPr>
          <a:xfrm>
            <a:off x="1261402" y="2859519"/>
            <a:ext cx="1555820" cy="510778"/>
          </a:xfrm>
          <a:prstGeom prst="roundRect">
            <a:avLst/>
          </a:prstGeom>
          <a:gradFill flip="none" rotWithShape="1">
            <a:gsLst>
              <a:gs pos="0">
                <a:schemeClr val="accent6">
                  <a:lumMod val="67000"/>
                </a:schemeClr>
              </a:gs>
              <a:gs pos="48000">
                <a:schemeClr val="accent6">
                  <a:lumMod val="97000"/>
                  <a:lumOff val="3000"/>
                </a:schemeClr>
              </a:gs>
              <a:gs pos="100000">
                <a:srgbClr val="74D054"/>
              </a:gs>
            </a:gsLst>
            <a:lin ang="16200000" scaled="1"/>
            <a:tileRect/>
          </a:gradFill>
          <a:ln w="38100">
            <a:solidFill>
              <a:srgbClr val="FF0000"/>
            </a:solidFill>
          </a:ln>
        </p:spPr>
        <p:style>
          <a:lnRef idx="0">
            <a:scrgbClr r="0" g="0" b="0"/>
          </a:lnRef>
          <a:fillRef idx="0">
            <a:scrgbClr r="0" g="0" b="0"/>
          </a:fillRef>
          <a:effectRef idx="0">
            <a:scrgbClr r="0" g="0" b="0"/>
          </a:effectRef>
          <a:fontRef idx="minor">
            <a:schemeClr val="lt1"/>
          </a:fontRef>
        </p:style>
        <p:txBody>
          <a:bodyPr wrap="none" rtlCol="0" anchor="ctr">
            <a:noAutofit/>
          </a:bodyPr>
          <a:lstStyle/>
          <a:p>
            <a:pPr algn="ctr"/>
            <a:r>
              <a:rPr lang="en-US" sz="2400" noProof="0" dirty="0"/>
              <a:t>Traversals</a:t>
            </a:r>
          </a:p>
        </p:txBody>
      </p:sp>
      <p:sp>
        <p:nvSpPr>
          <p:cNvPr id="16" name="TextBox 15">
            <a:extLst>
              <a:ext uri="{FF2B5EF4-FFF2-40B4-BE49-F238E27FC236}">
                <a16:creationId xmlns:a16="http://schemas.microsoft.com/office/drawing/2014/main" id="{DFE9A3AF-209B-AE12-2963-A07256AC3AD8}"/>
              </a:ext>
            </a:extLst>
          </p:cNvPr>
          <p:cNvSpPr txBox="1"/>
          <p:nvPr>
            <p:custDataLst>
              <p:tags r:id="rId20"/>
            </p:custDataLst>
          </p:nvPr>
        </p:nvSpPr>
        <p:spPr>
          <a:xfrm>
            <a:off x="541538" y="3837560"/>
            <a:ext cx="1686131" cy="510778"/>
          </a:xfrm>
          <a:prstGeom prst="roundRect">
            <a:avLst/>
          </a:prstGeom>
          <a:gradFill flip="none" rotWithShape="1">
            <a:gsLst>
              <a:gs pos="0">
                <a:schemeClr val="accent6">
                  <a:lumMod val="67000"/>
                </a:schemeClr>
              </a:gs>
              <a:gs pos="48000">
                <a:schemeClr val="accent6">
                  <a:lumMod val="97000"/>
                  <a:lumOff val="3000"/>
                </a:schemeClr>
              </a:gs>
              <a:gs pos="100000">
                <a:srgbClr val="74D054"/>
              </a:gs>
            </a:gsLst>
            <a:lin ang="16200000" scaled="1"/>
            <a:tileRect/>
          </a:gradFill>
          <a:ln w="38100">
            <a:solidFill>
              <a:srgbClr val="FF0000"/>
            </a:solidFill>
          </a:ln>
        </p:spPr>
        <p:style>
          <a:lnRef idx="0">
            <a:scrgbClr r="0" g="0" b="0"/>
          </a:lnRef>
          <a:fillRef idx="0">
            <a:scrgbClr r="0" g="0" b="0"/>
          </a:fillRef>
          <a:effectRef idx="0">
            <a:scrgbClr r="0" g="0" b="0"/>
          </a:effectRef>
          <a:fontRef idx="minor">
            <a:schemeClr val="lt1"/>
          </a:fontRef>
        </p:style>
        <p:txBody>
          <a:bodyPr wrap="none" rtlCol="0" anchor="ctr">
            <a:spAutoFit/>
          </a:bodyPr>
          <a:lstStyle/>
          <a:p>
            <a:pPr algn="ctr"/>
            <a:r>
              <a:rPr lang="en-US" sz="2400" noProof="0" dirty="0"/>
              <a:t>Autotuning</a:t>
            </a:r>
          </a:p>
        </p:txBody>
      </p:sp>
      <p:sp>
        <p:nvSpPr>
          <p:cNvPr id="20" name="TextBox 19">
            <a:extLst>
              <a:ext uri="{FF2B5EF4-FFF2-40B4-BE49-F238E27FC236}">
                <a16:creationId xmlns:a16="http://schemas.microsoft.com/office/drawing/2014/main" id="{EBEA25C6-5912-033A-1DD3-AE5CB2BC4AB3}"/>
              </a:ext>
            </a:extLst>
          </p:cNvPr>
          <p:cNvSpPr txBox="1"/>
          <p:nvPr>
            <p:custDataLst>
              <p:tags r:id="rId21"/>
            </p:custDataLst>
          </p:nvPr>
        </p:nvSpPr>
        <p:spPr>
          <a:xfrm>
            <a:off x="7111622" y="513594"/>
            <a:ext cx="3443606" cy="523220"/>
          </a:xfrm>
          <a:prstGeom prst="rect">
            <a:avLst/>
          </a:prstGeom>
        </p:spPr>
        <p:style>
          <a:lnRef idx="0">
            <a:schemeClr val="accent5"/>
          </a:lnRef>
          <a:fillRef idx="3">
            <a:schemeClr val="accent5"/>
          </a:fillRef>
          <a:effectRef idx="3">
            <a:schemeClr val="accent5"/>
          </a:effectRef>
          <a:fontRef idx="minor">
            <a:schemeClr val="lt1"/>
          </a:fontRef>
        </p:style>
        <p:txBody>
          <a:bodyPr wrap="none" rtlCol="0" anchor="ctr">
            <a:noAutofit/>
          </a:bodyPr>
          <a:lstStyle>
            <a:defPPr>
              <a:defRPr lang="en-US"/>
            </a:defPPr>
            <a:lvl1pPr algn="ctr">
              <a:defRPr sz="2400"/>
            </a:lvl1pPr>
          </a:lstStyle>
          <a:p>
            <a:r>
              <a:rPr lang="en-US" sz="2800" noProof="0" dirty="0"/>
              <a:t>Stencil computation</a:t>
            </a:r>
          </a:p>
        </p:txBody>
      </p:sp>
      <p:sp>
        <p:nvSpPr>
          <p:cNvPr id="24" name="TextBox 23">
            <a:extLst>
              <a:ext uri="{FF2B5EF4-FFF2-40B4-BE49-F238E27FC236}">
                <a16:creationId xmlns:a16="http://schemas.microsoft.com/office/drawing/2014/main" id="{F05BE16C-7358-765B-9F41-391F715E3540}"/>
              </a:ext>
            </a:extLst>
          </p:cNvPr>
          <p:cNvSpPr txBox="1"/>
          <p:nvPr>
            <p:custDataLst>
              <p:tags r:id="rId22"/>
            </p:custDataLst>
          </p:nvPr>
        </p:nvSpPr>
        <p:spPr>
          <a:xfrm>
            <a:off x="8170159" y="2120441"/>
            <a:ext cx="3501860" cy="523967"/>
          </a:xfrm>
          <a:prstGeom prst="roundRect">
            <a:avLst>
              <a:gd name="adj" fmla="val 20345"/>
            </a:avLst>
          </a:prstGeom>
          <a:gradFill flip="none" rotWithShape="1">
            <a:gsLst>
              <a:gs pos="0">
                <a:schemeClr val="accent5">
                  <a:lumMod val="67000"/>
                </a:schemeClr>
              </a:gs>
              <a:gs pos="48000">
                <a:schemeClr val="accent5">
                  <a:lumMod val="97000"/>
                  <a:lumOff val="3000"/>
                </a:schemeClr>
              </a:gs>
              <a:gs pos="100000">
                <a:srgbClr val="D04EC1"/>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wrap="none" rtlCol="0" anchor="ctr">
            <a:noAutofit/>
          </a:bodyPr>
          <a:lstStyle/>
          <a:p>
            <a:pPr algn="ctr"/>
            <a:r>
              <a:rPr lang="en-US" sz="2400" noProof="0" dirty="0"/>
              <a:t>Bitwise encoding of </a:t>
            </a:r>
            <a:r>
              <a:rPr lang="en-US" sz="2400" noProof="0" dirty="0" err="1"/>
              <a:t>GoL</a:t>
            </a:r>
            <a:endParaRPr lang="en-US" sz="2400" noProof="0" dirty="0"/>
          </a:p>
        </p:txBody>
      </p:sp>
      <p:sp>
        <p:nvSpPr>
          <p:cNvPr id="27" name="TextBox 26">
            <a:extLst>
              <a:ext uri="{FF2B5EF4-FFF2-40B4-BE49-F238E27FC236}">
                <a16:creationId xmlns:a16="http://schemas.microsoft.com/office/drawing/2014/main" id="{4C486DD0-E83D-76B8-FFAB-7DFBC00CF409}"/>
              </a:ext>
            </a:extLst>
          </p:cNvPr>
          <p:cNvSpPr txBox="1"/>
          <p:nvPr>
            <p:custDataLst>
              <p:tags r:id="rId23"/>
            </p:custDataLst>
          </p:nvPr>
        </p:nvSpPr>
        <p:spPr>
          <a:xfrm>
            <a:off x="5338774" y="1699280"/>
            <a:ext cx="2300630" cy="523968"/>
          </a:xfrm>
          <a:prstGeom prst="roundRect">
            <a:avLst>
              <a:gd name="adj" fmla="val 20286"/>
            </a:avLst>
          </a:prstGeom>
          <a:gradFill flip="none" rotWithShape="1">
            <a:gsLst>
              <a:gs pos="0">
                <a:schemeClr val="accent5">
                  <a:lumMod val="67000"/>
                </a:schemeClr>
              </a:gs>
              <a:gs pos="48000">
                <a:schemeClr val="accent5">
                  <a:lumMod val="97000"/>
                  <a:lumOff val="3000"/>
                </a:schemeClr>
              </a:gs>
              <a:gs pos="100000">
                <a:srgbClr val="D04EC1"/>
              </a:gs>
            </a:gsLst>
            <a:lin ang="16200000" scaled="1"/>
            <a:tileRect/>
          </a:gradFill>
          <a:ln w="38100">
            <a:solidFill>
              <a:srgbClr val="FF0000"/>
            </a:solidFill>
          </a:ln>
        </p:spPr>
        <p:style>
          <a:lnRef idx="0">
            <a:scrgbClr r="0" g="0" b="0"/>
          </a:lnRef>
          <a:fillRef idx="0">
            <a:scrgbClr r="0" g="0" b="0"/>
          </a:fillRef>
          <a:effectRef idx="0">
            <a:scrgbClr r="0" g="0" b="0"/>
          </a:effectRef>
          <a:fontRef idx="minor">
            <a:schemeClr val="lt1"/>
          </a:fontRef>
        </p:style>
        <p:txBody>
          <a:bodyPr wrap="none" rtlCol="0" anchor="ctr">
            <a:noAutofit/>
          </a:bodyPr>
          <a:lstStyle/>
          <a:p>
            <a:pPr algn="ctr"/>
            <a:r>
              <a:rPr lang="en-US" sz="2400" noProof="0" dirty="0"/>
              <a:t>CA abstraction</a:t>
            </a:r>
          </a:p>
        </p:txBody>
      </p:sp>
      <p:sp>
        <p:nvSpPr>
          <p:cNvPr id="28" name="TextBox 27">
            <a:extLst>
              <a:ext uri="{FF2B5EF4-FFF2-40B4-BE49-F238E27FC236}">
                <a16:creationId xmlns:a16="http://schemas.microsoft.com/office/drawing/2014/main" id="{4E10342D-AF4F-9D7A-596A-774C5A75EE80}"/>
              </a:ext>
            </a:extLst>
          </p:cNvPr>
          <p:cNvSpPr txBox="1"/>
          <p:nvPr>
            <p:custDataLst>
              <p:tags r:id="rId24"/>
            </p:custDataLst>
          </p:nvPr>
        </p:nvSpPr>
        <p:spPr>
          <a:xfrm>
            <a:off x="7015459" y="4904585"/>
            <a:ext cx="3312125" cy="490859"/>
          </a:xfrm>
          <a:prstGeom prst="roundRect">
            <a:avLst/>
          </a:prstGeom>
          <a:gradFill flip="none" rotWithShape="1">
            <a:gsLst>
              <a:gs pos="0">
                <a:schemeClr val="accent2">
                  <a:lumMod val="67000"/>
                </a:schemeClr>
              </a:gs>
              <a:gs pos="48000">
                <a:schemeClr val="accent2">
                  <a:lumMod val="97000"/>
                  <a:lumOff val="3000"/>
                </a:schemeClr>
              </a:gs>
              <a:gs pos="100000">
                <a:srgbClr val="EB7E41"/>
              </a:gs>
            </a:gsLst>
            <a:lin ang="16200000" scaled="1"/>
            <a:tileRect/>
          </a:gradFill>
          <a:ln w="38100">
            <a:solidFill>
              <a:srgbClr val="FF0000"/>
            </a:solidFill>
          </a:ln>
        </p:spPr>
        <p:style>
          <a:lnRef idx="0">
            <a:scrgbClr r="0" g="0" b="0"/>
          </a:lnRef>
          <a:fillRef idx="0">
            <a:scrgbClr r="0" g="0" b="0"/>
          </a:fillRef>
          <a:effectRef idx="0">
            <a:scrgbClr r="0" g="0" b="0"/>
          </a:effectRef>
          <a:fontRef idx="minor">
            <a:schemeClr val="lt1"/>
          </a:fontRef>
        </p:style>
        <p:txBody>
          <a:bodyPr wrap="none" rtlCol="0" anchor="ctr">
            <a:noAutofit/>
          </a:bodyPr>
          <a:lstStyle/>
          <a:p>
            <a:pPr algn="ctr"/>
            <a:r>
              <a:rPr lang="en-US" sz="2400" noProof="0" dirty="0"/>
              <a:t>Tutoring LLMs for CUDA</a:t>
            </a:r>
          </a:p>
        </p:txBody>
      </p:sp>
      <p:sp>
        <p:nvSpPr>
          <p:cNvPr id="32" name="TextBox 31">
            <a:extLst>
              <a:ext uri="{FF2B5EF4-FFF2-40B4-BE49-F238E27FC236}">
                <a16:creationId xmlns:a16="http://schemas.microsoft.com/office/drawing/2014/main" id="{575DD392-3AAA-5F2A-363D-37ADF1B2AD3E}"/>
              </a:ext>
            </a:extLst>
          </p:cNvPr>
          <p:cNvSpPr txBox="1"/>
          <p:nvPr>
            <p:custDataLst>
              <p:tags r:id="rId25"/>
            </p:custDataLst>
          </p:nvPr>
        </p:nvSpPr>
        <p:spPr>
          <a:xfrm>
            <a:off x="309795" y="1043357"/>
            <a:ext cx="3933000" cy="523220"/>
          </a:xfrm>
          <a:prstGeom prst="rect">
            <a:avLst/>
          </a:prstGeom>
        </p:spPr>
        <p:style>
          <a:lnRef idx="0">
            <a:schemeClr val="accent6"/>
          </a:lnRef>
          <a:fillRef idx="3">
            <a:schemeClr val="accent6"/>
          </a:fillRef>
          <a:effectRef idx="3">
            <a:schemeClr val="accent6"/>
          </a:effectRef>
          <a:fontRef idx="minor">
            <a:schemeClr val="lt1"/>
          </a:fontRef>
        </p:style>
        <p:txBody>
          <a:bodyPr wrap="none" rtlCol="0" anchor="ctr">
            <a:noAutofit/>
          </a:bodyPr>
          <a:lstStyle/>
          <a:p>
            <a:pPr algn="ctr"/>
            <a:r>
              <a:rPr lang="en-US" sz="2800" noProof="0" dirty="0"/>
              <a:t>General HPC computing</a:t>
            </a:r>
          </a:p>
        </p:txBody>
      </p:sp>
      <p:sp>
        <p:nvSpPr>
          <p:cNvPr id="7" name="TextBox 6">
            <a:extLst>
              <a:ext uri="{FF2B5EF4-FFF2-40B4-BE49-F238E27FC236}">
                <a16:creationId xmlns:a16="http://schemas.microsoft.com/office/drawing/2014/main" id="{F178AC6C-FC18-4019-D6D7-374777F1BAEC}"/>
              </a:ext>
            </a:extLst>
          </p:cNvPr>
          <p:cNvSpPr txBox="1"/>
          <p:nvPr>
            <p:custDataLst>
              <p:tags r:id="rId26"/>
            </p:custDataLst>
          </p:nvPr>
        </p:nvSpPr>
        <p:spPr>
          <a:xfrm>
            <a:off x="9116787" y="5760739"/>
            <a:ext cx="2935740" cy="518764"/>
          </a:xfrm>
          <a:prstGeom prst="rect">
            <a:avLst/>
          </a:prstGeom>
          <a:gradFill>
            <a:gsLst>
              <a:gs pos="0">
                <a:srgbClr val="E9642F"/>
              </a:gs>
              <a:gs pos="50000">
                <a:schemeClr val="accent2">
                  <a:satMod val="110000"/>
                  <a:lumMod val="100000"/>
                  <a:shade val="100000"/>
                </a:schemeClr>
              </a:gs>
              <a:gs pos="100000">
                <a:schemeClr val="accent2">
                  <a:lumMod val="99000"/>
                  <a:satMod val="120000"/>
                  <a:shade val="78000"/>
                </a:schemeClr>
              </a:gs>
            </a:gsLst>
          </a:gradFill>
        </p:spPr>
        <p:style>
          <a:lnRef idx="0">
            <a:schemeClr val="accent2"/>
          </a:lnRef>
          <a:fillRef idx="3">
            <a:schemeClr val="accent2"/>
          </a:fillRef>
          <a:effectRef idx="3">
            <a:schemeClr val="accent2"/>
          </a:effectRef>
          <a:fontRef idx="minor">
            <a:schemeClr val="lt1"/>
          </a:fontRef>
        </p:style>
        <p:txBody>
          <a:bodyPr wrap="none" rtlCol="0" anchor="ctr">
            <a:noAutofit/>
          </a:bodyPr>
          <a:lstStyle/>
          <a:p>
            <a:pPr algn="ctr"/>
            <a:r>
              <a:rPr lang="en-US" sz="2400" noProof="0" dirty="0"/>
              <a:t>LLM code generation</a:t>
            </a:r>
          </a:p>
        </p:txBody>
      </p:sp>
      <p:sp>
        <p:nvSpPr>
          <p:cNvPr id="9" name="TextBox 8">
            <a:extLst>
              <a:ext uri="{FF2B5EF4-FFF2-40B4-BE49-F238E27FC236}">
                <a16:creationId xmlns:a16="http://schemas.microsoft.com/office/drawing/2014/main" id="{1AE6887D-8433-28B1-0FDD-63B1B7428374}"/>
              </a:ext>
            </a:extLst>
          </p:cNvPr>
          <p:cNvSpPr txBox="1"/>
          <p:nvPr>
            <p:custDataLst>
              <p:tags r:id="rId27"/>
            </p:custDataLst>
          </p:nvPr>
        </p:nvSpPr>
        <p:spPr>
          <a:xfrm>
            <a:off x="2331057" y="6316525"/>
            <a:ext cx="3372077" cy="523220"/>
          </a:xfrm>
          <a:prstGeom prst="rect">
            <a:avLst/>
          </a:prstGeom>
        </p:spPr>
        <p:style>
          <a:lnRef idx="0">
            <a:schemeClr val="accent1"/>
          </a:lnRef>
          <a:fillRef idx="3">
            <a:schemeClr val="accent1"/>
          </a:fillRef>
          <a:effectRef idx="3">
            <a:schemeClr val="accent1"/>
          </a:effectRef>
          <a:fontRef idx="minor">
            <a:schemeClr val="lt1"/>
          </a:fontRef>
        </p:style>
        <p:txBody>
          <a:bodyPr wrap="none" rtlCol="0" anchor="ctr">
            <a:noAutofit/>
          </a:bodyPr>
          <a:lstStyle/>
          <a:p>
            <a:pPr algn="ctr"/>
            <a:r>
              <a:rPr lang="en-US" sz="2800" noProof="0" dirty="0"/>
              <a:t>k-Nearest Neighbors</a:t>
            </a:r>
          </a:p>
        </p:txBody>
      </p:sp>
      <p:sp>
        <p:nvSpPr>
          <p:cNvPr id="14" name="TextBox 13">
            <a:extLst>
              <a:ext uri="{FF2B5EF4-FFF2-40B4-BE49-F238E27FC236}">
                <a16:creationId xmlns:a16="http://schemas.microsoft.com/office/drawing/2014/main" id="{694A14F9-37A7-558D-DCD1-B6BA288136A3}"/>
              </a:ext>
            </a:extLst>
          </p:cNvPr>
          <p:cNvSpPr txBox="1"/>
          <p:nvPr>
            <p:custDataLst>
              <p:tags r:id="rId28"/>
            </p:custDataLst>
          </p:nvPr>
        </p:nvSpPr>
        <p:spPr>
          <a:xfrm>
            <a:off x="3193480" y="5441518"/>
            <a:ext cx="3106068" cy="520820"/>
          </a:xfrm>
          <a:prstGeom prst="roundRect">
            <a:avLst>
              <a:gd name="adj" fmla="val 14270"/>
            </a:avLst>
          </a:prstGeom>
          <a:gradFill flip="none" rotWithShape="1">
            <a:gsLst>
              <a:gs pos="0">
                <a:schemeClr val="accent1">
                  <a:lumMod val="67000"/>
                </a:schemeClr>
              </a:gs>
              <a:gs pos="48000">
                <a:schemeClr val="accent1">
                  <a:lumMod val="97000"/>
                  <a:lumOff val="3000"/>
                </a:schemeClr>
              </a:gs>
              <a:gs pos="100000">
                <a:srgbClr val="24A3DC"/>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wrap="none" rtlCol="0" anchor="ctr">
            <a:noAutofit/>
          </a:bodyPr>
          <a:lstStyle/>
          <a:p>
            <a:pPr algn="ctr"/>
            <a:r>
              <a:rPr lang="en-US" sz="2400" noProof="0" dirty="0" err="1"/>
              <a:t>kNN</a:t>
            </a:r>
            <a:r>
              <a:rPr lang="en-US" sz="2400" noProof="0" dirty="0"/>
              <a:t> with </a:t>
            </a:r>
            <a:r>
              <a:rPr lang="en-US" sz="2400" noProof="0" dirty="0" err="1"/>
              <a:t>bitonic</a:t>
            </a:r>
            <a:r>
              <a:rPr lang="en-US" sz="2400" noProof="0" dirty="0"/>
              <a:t> sort</a:t>
            </a:r>
          </a:p>
        </p:txBody>
      </p:sp>
      <p:sp>
        <p:nvSpPr>
          <p:cNvPr id="83" name="TextBox 82">
            <a:extLst>
              <a:ext uri="{FF2B5EF4-FFF2-40B4-BE49-F238E27FC236}">
                <a16:creationId xmlns:a16="http://schemas.microsoft.com/office/drawing/2014/main" id="{B8340993-B06E-A311-6876-6E4CE72B0A74}"/>
              </a:ext>
            </a:extLst>
          </p:cNvPr>
          <p:cNvSpPr txBox="1"/>
          <p:nvPr>
            <p:custDataLst>
              <p:tags r:id="rId29"/>
            </p:custDataLst>
          </p:nvPr>
        </p:nvSpPr>
        <p:spPr>
          <a:xfrm>
            <a:off x="4321131" y="2868494"/>
            <a:ext cx="4110914" cy="543595"/>
          </a:xfrm>
          <a:prstGeom prst="roundRect">
            <a:avLst>
              <a:gd name="adj" fmla="val 21669"/>
            </a:avLst>
          </a:prstGeom>
          <a:gradFill flip="none" rotWithShape="1">
            <a:gsLst>
              <a:gs pos="0">
                <a:schemeClr val="accent5">
                  <a:lumMod val="67000"/>
                </a:schemeClr>
              </a:gs>
              <a:gs pos="48000">
                <a:schemeClr val="accent5">
                  <a:lumMod val="97000"/>
                  <a:lumOff val="3000"/>
                </a:schemeClr>
              </a:gs>
              <a:gs pos="100000">
                <a:srgbClr val="D04EC1"/>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wrap="none" rtlCol="0" anchor="ctr">
            <a:noAutofit/>
          </a:bodyPr>
          <a:lstStyle/>
          <a:p>
            <a:pPr algn="ctr"/>
            <a:r>
              <a:rPr lang="en-US" sz="2400" noProof="0" dirty="0"/>
              <a:t>Bit-Planes for CA abstraction</a:t>
            </a:r>
          </a:p>
        </p:txBody>
      </p:sp>
      <p:sp>
        <p:nvSpPr>
          <p:cNvPr id="2" name="Title 1">
            <a:extLst>
              <a:ext uri="{FF2B5EF4-FFF2-40B4-BE49-F238E27FC236}">
                <a16:creationId xmlns:a16="http://schemas.microsoft.com/office/drawing/2014/main" id="{6447B745-9B50-DD90-5161-BD2A06CEA44B}"/>
              </a:ext>
            </a:extLst>
          </p:cNvPr>
          <p:cNvSpPr>
            <a:spLocks noGrp="1"/>
          </p:cNvSpPr>
          <p:nvPr>
            <p:ph type="title"/>
            <p:custDataLst>
              <p:tags r:id="rId30"/>
            </p:custDataLst>
          </p:nvPr>
        </p:nvSpPr>
        <p:spPr/>
        <p:txBody>
          <a:bodyPr/>
          <a:lstStyle/>
          <a:p>
            <a:r>
              <a:rPr lang="en-US" noProof="0" dirty="0"/>
              <a:t>Contribution map</a:t>
            </a:r>
          </a:p>
        </p:txBody>
      </p:sp>
      <p:sp>
        <p:nvSpPr>
          <p:cNvPr id="3" name="Date Placeholder 2">
            <a:extLst>
              <a:ext uri="{FF2B5EF4-FFF2-40B4-BE49-F238E27FC236}">
                <a16:creationId xmlns:a16="http://schemas.microsoft.com/office/drawing/2014/main" id="{BD7C89E2-483C-AAE2-A28B-882731CF7B1F}"/>
              </a:ext>
            </a:extLst>
          </p:cNvPr>
          <p:cNvSpPr>
            <a:spLocks noGrp="1"/>
          </p:cNvSpPr>
          <p:nvPr>
            <p:ph type="dt" sz="half" idx="10"/>
            <p:custDataLst>
              <p:tags r:id="rId31"/>
            </p:custDataLst>
          </p:nvPr>
        </p:nvSpPr>
        <p:spPr/>
        <p:txBody>
          <a:bodyPr/>
          <a:lstStyle/>
          <a:p>
            <a:r>
              <a:rPr lang="en-US" noProof="0"/>
              <a:t>9/5/2026</a:t>
            </a:r>
            <a:endParaRPr lang="en-US" noProof="0" dirty="0"/>
          </a:p>
        </p:txBody>
      </p:sp>
      <p:sp>
        <p:nvSpPr>
          <p:cNvPr id="4" name="Slide Number Placeholder 3">
            <a:extLst>
              <a:ext uri="{FF2B5EF4-FFF2-40B4-BE49-F238E27FC236}">
                <a16:creationId xmlns:a16="http://schemas.microsoft.com/office/drawing/2014/main" id="{1EE703C1-86DF-7428-224F-96B06FB73E3C}"/>
              </a:ext>
            </a:extLst>
          </p:cNvPr>
          <p:cNvSpPr>
            <a:spLocks noGrp="1"/>
          </p:cNvSpPr>
          <p:nvPr>
            <p:ph type="sldNum" sz="quarter" idx="12"/>
            <p:custDataLst>
              <p:tags r:id="rId32"/>
            </p:custDataLst>
          </p:nvPr>
        </p:nvSpPr>
        <p:spPr/>
        <p:txBody>
          <a:bodyPr/>
          <a:lstStyle/>
          <a:p>
            <a:r>
              <a:rPr lang="en-US" noProof="0"/>
              <a:t>31</a:t>
            </a:r>
            <a:endParaRPr lang="en-US" noProof="0" dirty="0"/>
          </a:p>
        </p:txBody>
      </p:sp>
      <p:sp>
        <p:nvSpPr>
          <p:cNvPr id="30" name="TextBox 29">
            <a:extLst>
              <a:ext uri="{FF2B5EF4-FFF2-40B4-BE49-F238E27FC236}">
                <a16:creationId xmlns:a16="http://schemas.microsoft.com/office/drawing/2014/main" id="{4AD7395F-5DE8-A141-7F54-EB10905B989D}"/>
              </a:ext>
            </a:extLst>
          </p:cNvPr>
          <p:cNvSpPr txBox="1"/>
          <p:nvPr>
            <p:custDataLst>
              <p:tags r:id="rId33"/>
            </p:custDataLst>
          </p:nvPr>
        </p:nvSpPr>
        <p:spPr>
          <a:xfrm>
            <a:off x="3818225" y="3902948"/>
            <a:ext cx="3211699" cy="510778"/>
          </a:xfrm>
          <a:prstGeom prst="roundRect">
            <a:avLst/>
          </a:prstGeom>
          <a:gradFill flip="none" rotWithShape="1">
            <a:gsLst>
              <a:gs pos="0">
                <a:schemeClr val="accent2">
                  <a:lumMod val="67000"/>
                </a:schemeClr>
              </a:gs>
              <a:gs pos="50000">
                <a:srgbClr val="8C7B14"/>
              </a:gs>
              <a:gs pos="100000">
                <a:schemeClr val="accent6">
                  <a:lumMod val="60000"/>
                  <a:lumOff val="40000"/>
                </a:schemeClr>
              </a:gs>
            </a:gsLst>
            <a:lin ang="16200000" scaled="1"/>
            <a:tileRect/>
          </a:gradFill>
          <a:ln w="38100">
            <a:solidFill>
              <a:srgbClr val="FF0000"/>
            </a:solidFill>
          </a:ln>
        </p:spPr>
        <p:style>
          <a:lnRef idx="0">
            <a:scrgbClr r="0" g="0" b="0"/>
          </a:lnRef>
          <a:fillRef idx="0">
            <a:scrgbClr r="0" g="0" b="0"/>
          </a:fillRef>
          <a:effectRef idx="0">
            <a:scrgbClr r="0" g="0" b="0"/>
          </a:effectRef>
          <a:fontRef idx="minor">
            <a:schemeClr val="lt1"/>
          </a:fontRef>
        </p:style>
        <p:txBody>
          <a:bodyPr wrap="none" rtlCol="0" anchor="ctr">
            <a:spAutoFit/>
          </a:bodyPr>
          <a:lstStyle/>
          <a:p>
            <a:pPr algn="ctr"/>
            <a:r>
              <a:rPr lang="en-US" sz="2400" noProof="0" dirty="0"/>
              <a:t>LLMs and abstractions</a:t>
            </a:r>
          </a:p>
        </p:txBody>
      </p:sp>
      <p:sp>
        <p:nvSpPr>
          <p:cNvPr id="105" name="TextBox 104">
            <a:extLst>
              <a:ext uri="{FF2B5EF4-FFF2-40B4-BE49-F238E27FC236}">
                <a16:creationId xmlns:a16="http://schemas.microsoft.com/office/drawing/2014/main" id="{34EEE70E-66B1-DBA0-D563-ADA02418E73F}"/>
              </a:ext>
            </a:extLst>
          </p:cNvPr>
          <p:cNvSpPr txBox="1"/>
          <p:nvPr>
            <p:custDataLst>
              <p:tags r:id="rId34"/>
            </p:custDataLst>
          </p:nvPr>
        </p:nvSpPr>
        <p:spPr>
          <a:xfrm rot="21191511">
            <a:off x="2323825" y="1656128"/>
            <a:ext cx="2731838" cy="461665"/>
          </a:xfrm>
          <a:prstGeom prst="rect">
            <a:avLst/>
          </a:prstGeom>
          <a:noFill/>
        </p:spPr>
        <p:txBody>
          <a:bodyPr wrap="none" rtlCol="0">
            <a:noAutofit/>
          </a:bodyPr>
          <a:lstStyle/>
          <a:p>
            <a:r>
              <a:rPr lang="en-US" sz="2400" noProof="0" dirty="0"/>
              <a:t>Knowledge transfer</a:t>
            </a:r>
          </a:p>
        </p:txBody>
      </p:sp>
      <p:pic>
        <p:nvPicPr>
          <p:cNvPr id="108" name="Graphic 107" descr="Document with solid fill">
            <a:extLst>
              <a:ext uri="{FF2B5EF4-FFF2-40B4-BE49-F238E27FC236}">
                <a16:creationId xmlns:a16="http://schemas.microsoft.com/office/drawing/2014/main" id="{C2DFAA5D-5334-A49A-48B2-E76A0FA60672}"/>
              </a:ext>
            </a:extLst>
          </p:cNvPr>
          <p:cNvPicPr>
            <a:picLocks noChangeAspect="1"/>
          </p:cNvPicPr>
          <p:nvPr>
            <p:custDataLst>
              <p:tags r:id="rId35"/>
            </p:custDataLst>
          </p:nvPr>
        </p:nvPicPr>
        <p:blipFill>
          <a:blip>
            <a:extLst>
              <a:ext uri="{96DAC541-7B7A-43D3-8B79-37D633B846F1}">
                <asvg:svgBlip xmlns:asvg="http://schemas.microsoft.com/office/drawing/2016/SVG/main" r:embed="rId49"/>
              </a:ext>
            </a:extLst>
          </a:blip>
          <a:stretch>
            <a:fillRect/>
          </a:stretch>
        </p:blipFill>
        <p:spPr>
          <a:xfrm>
            <a:off x="259545" y="1724594"/>
            <a:ext cx="692126" cy="692126"/>
          </a:xfrm>
          <a:prstGeom prst="rect">
            <a:avLst/>
          </a:prstGeom>
        </p:spPr>
      </p:pic>
      <p:pic>
        <p:nvPicPr>
          <p:cNvPr id="112" name="Graphic 111" descr="Document with solid fill">
            <a:extLst>
              <a:ext uri="{FF2B5EF4-FFF2-40B4-BE49-F238E27FC236}">
                <a16:creationId xmlns:a16="http://schemas.microsoft.com/office/drawing/2014/main" id="{89A83EF7-9621-C7E8-72AF-14DB294FEC07}"/>
              </a:ext>
            </a:extLst>
          </p:cNvPr>
          <p:cNvPicPr>
            <a:picLocks noChangeAspect="1"/>
          </p:cNvPicPr>
          <p:nvPr>
            <p:custDataLst>
              <p:tags r:id="rId36"/>
            </p:custDataLst>
          </p:nvPr>
        </p:nvPicPr>
        <p:blipFill>
          <a:blip>
            <a:extLst>
              <a:ext uri="{96DAC541-7B7A-43D3-8B79-37D633B846F1}">
                <asvg:svgBlip xmlns:asvg="http://schemas.microsoft.com/office/drawing/2016/SVG/main" r:embed="rId49"/>
              </a:ext>
            </a:extLst>
          </a:blip>
          <a:stretch>
            <a:fillRect/>
          </a:stretch>
        </p:blipFill>
        <p:spPr>
          <a:xfrm>
            <a:off x="612168" y="2754124"/>
            <a:ext cx="692126" cy="692126"/>
          </a:xfrm>
          <a:prstGeom prst="rect">
            <a:avLst/>
          </a:prstGeom>
        </p:spPr>
      </p:pic>
      <p:pic>
        <p:nvPicPr>
          <p:cNvPr id="114" name="Graphic 113" descr="Document with solid fill">
            <a:extLst>
              <a:ext uri="{FF2B5EF4-FFF2-40B4-BE49-F238E27FC236}">
                <a16:creationId xmlns:a16="http://schemas.microsoft.com/office/drawing/2014/main" id="{429BC7B5-3FE6-AD92-9E9A-1B2F2AEC39C2}"/>
              </a:ext>
            </a:extLst>
          </p:cNvPr>
          <p:cNvPicPr>
            <a:picLocks noChangeAspect="1"/>
          </p:cNvPicPr>
          <p:nvPr>
            <p:custDataLst>
              <p:tags r:id="rId37"/>
            </p:custDataLst>
          </p:nvPr>
        </p:nvPicPr>
        <p:blipFill>
          <a:blip>
            <a:extLst>
              <a:ext uri="{96DAC541-7B7A-43D3-8B79-37D633B846F1}">
                <asvg:svgBlip xmlns:asvg="http://schemas.microsoft.com/office/drawing/2016/SVG/main" r:embed="rId50"/>
              </a:ext>
            </a:extLst>
          </a:blip>
          <a:stretch>
            <a:fillRect/>
          </a:stretch>
        </p:blipFill>
        <p:spPr>
          <a:xfrm>
            <a:off x="-73665" y="3804149"/>
            <a:ext cx="684040" cy="684040"/>
          </a:xfrm>
          <a:prstGeom prst="rect">
            <a:avLst/>
          </a:prstGeom>
        </p:spPr>
      </p:pic>
      <p:pic>
        <p:nvPicPr>
          <p:cNvPr id="116" name="Graphic 115" descr="Document with solid fill">
            <a:extLst>
              <a:ext uri="{FF2B5EF4-FFF2-40B4-BE49-F238E27FC236}">
                <a16:creationId xmlns:a16="http://schemas.microsoft.com/office/drawing/2014/main" id="{A0950E09-4E68-6022-AEDC-C43AAE7095AF}"/>
              </a:ext>
            </a:extLst>
          </p:cNvPr>
          <p:cNvPicPr>
            <a:picLocks noChangeAspect="1"/>
          </p:cNvPicPr>
          <p:nvPr>
            <p:custDataLst>
              <p:tags r:id="rId38"/>
            </p:custDataLst>
          </p:nvPr>
        </p:nvPicPr>
        <p:blipFill>
          <a:blip>
            <a:extLst>
              <a:ext uri="{96DAC541-7B7A-43D3-8B79-37D633B846F1}">
                <asvg:svgBlip xmlns:asvg="http://schemas.microsoft.com/office/drawing/2016/SVG/main" r:embed="rId49"/>
              </a:ext>
            </a:extLst>
          </a:blip>
          <a:stretch>
            <a:fillRect/>
          </a:stretch>
        </p:blipFill>
        <p:spPr>
          <a:xfrm>
            <a:off x="1267745" y="4557585"/>
            <a:ext cx="688481" cy="688481"/>
          </a:xfrm>
          <a:prstGeom prst="rect">
            <a:avLst/>
          </a:prstGeom>
        </p:spPr>
      </p:pic>
      <p:pic>
        <p:nvPicPr>
          <p:cNvPr id="118" name="Graphic 117" descr="Document with solid fill">
            <a:extLst>
              <a:ext uri="{FF2B5EF4-FFF2-40B4-BE49-F238E27FC236}">
                <a16:creationId xmlns:a16="http://schemas.microsoft.com/office/drawing/2014/main" id="{2272B4AB-7D5F-AB8E-81F9-35DCF3C22CC4}"/>
              </a:ext>
            </a:extLst>
          </p:cNvPr>
          <p:cNvPicPr>
            <a:picLocks noChangeAspect="1"/>
          </p:cNvPicPr>
          <p:nvPr>
            <p:custDataLst>
              <p:tags r:id="rId39"/>
            </p:custDataLst>
          </p:nvPr>
        </p:nvPicPr>
        <p:blipFill>
          <a:blip>
            <a:extLst>
              <a:ext uri="{96DAC541-7B7A-43D3-8B79-37D633B846F1}">
                <asvg:svgBlip xmlns:asvg="http://schemas.microsoft.com/office/drawing/2016/SVG/main" r:embed="rId51"/>
              </a:ext>
            </a:extLst>
          </a:blip>
          <a:stretch>
            <a:fillRect/>
          </a:stretch>
        </p:blipFill>
        <p:spPr>
          <a:xfrm>
            <a:off x="8330988" y="2845627"/>
            <a:ext cx="684040" cy="684040"/>
          </a:xfrm>
          <a:prstGeom prst="rect">
            <a:avLst/>
          </a:prstGeom>
        </p:spPr>
      </p:pic>
      <p:pic>
        <p:nvPicPr>
          <p:cNvPr id="120" name="Graphic 119" descr="Document with solid fill">
            <a:extLst>
              <a:ext uri="{FF2B5EF4-FFF2-40B4-BE49-F238E27FC236}">
                <a16:creationId xmlns:a16="http://schemas.microsoft.com/office/drawing/2014/main" id="{0495A40B-1AEC-0013-8842-1E42AD2CB062}"/>
              </a:ext>
            </a:extLst>
          </p:cNvPr>
          <p:cNvPicPr>
            <a:picLocks noChangeAspect="1"/>
          </p:cNvPicPr>
          <p:nvPr>
            <p:custDataLst>
              <p:tags r:id="rId40"/>
            </p:custDataLst>
          </p:nvPr>
        </p:nvPicPr>
        <p:blipFill>
          <a:blip>
            <a:extLst>
              <a:ext uri="{96DAC541-7B7A-43D3-8B79-37D633B846F1}">
                <asvg:svgBlip xmlns:asvg="http://schemas.microsoft.com/office/drawing/2016/SVG/main" r:embed="rId52"/>
              </a:ext>
            </a:extLst>
          </a:blip>
          <a:stretch>
            <a:fillRect/>
          </a:stretch>
        </p:blipFill>
        <p:spPr>
          <a:xfrm>
            <a:off x="7535326" y="1614868"/>
            <a:ext cx="688481" cy="688481"/>
          </a:xfrm>
          <a:prstGeom prst="rect">
            <a:avLst/>
          </a:prstGeom>
        </p:spPr>
      </p:pic>
      <p:pic>
        <p:nvPicPr>
          <p:cNvPr id="122" name="Graphic 121" descr="Document with solid fill">
            <a:extLst>
              <a:ext uri="{FF2B5EF4-FFF2-40B4-BE49-F238E27FC236}">
                <a16:creationId xmlns:a16="http://schemas.microsoft.com/office/drawing/2014/main" id="{20BCF91A-2BC4-2C84-EDB6-83BC8A598E2B}"/>
              </a:ext>
            </a:extLst>
          </p:cNvPr>
          <p:cNvPicPr>
            <a:picLocks noChangeAspect="1"/>
          </p:cNvPicPr>
          <p:nvPr>
            <p:custDataLst>
              <p:tags r:id="rId41"/>
            </p:custDataLst>
          </p:nvPr>
        </p:nvPicPr>
        <p:blipFill>
          <a:blip>
            <a:extLst>
              <a:ext uri="{96DAC541-7B7A-43D3-8B79-37D633B846F1}">
                <asvg:svgBlip xmlns:asvg="http://schemas.microsoft.com/office/drawing/2016/SVG/main" r:embed="rId49"/>
              </a:ext>
            </a:extLst>
          </a:blip>
          <a:stretch>
            <a:fillRect/>
          </a:stretch>
        </p:blipFill>
        <p:spPr>
          <a:xfrm>
            <a:off x="11577153" y="2104335"/>
            <a:ext cx="688481" cy="688481"/>
          </a:xfrm>
          <a:prstGeom prst="rect">
            <a:avLst/>
          </a:prstGeom>
        </p:spPr>
      </p:pic>
      <p:pic>
        <p:nvPicPr>
          <p:cNvPr id="124" name="Graphic 123" descr="Document with solid fill">
            <a:extLst>
              <a:ext uri="{FF2B5EF4-FFF2-40B4-BE49-F238E27FC236}">
                <a16:creationId xmlns:a16="http://schemas.microsoft.com/office/drawing/2014/main" id="{37545ACE-E0D5-4418-C01A-F54A238C5EAB}"/>
              </a:ext>
            </a:extLst>
          </p:cNvPr>
          <p:cNvPicPr>
            <a:picLocks noChangeAspect="1"/>
          </p:cNvPicPr>
          <p:nvPr>
            <p:custDataLst>
              <p:tags r:id="rId42"/>
            </p:custDataLst>
          </p:nvPr>
        </p:nvPicPr>
        <p:blipFill>
          <a:blip>
            <a:extLst>
              <a:ext uri="{96DAC541-7B7A-43D3-8B79-37D633B846F1}">
                <asvg:svgBlip xmlns:asvg="http://schemas.microsoft.com/office/drawing/2016/SVG/main" r:embed="rId49"/>
              </a:ext>
            </a:extLst>
          </a:blip>
          <a:stretch>
            <a:fillRect/>
          </a:stretch>
        </p:blipFill>
        <p:spPr>
          <a:xfrm>
            <a:off x="10242637" y="4803784"/>
            <a:ext cx="684040" cy="684040"/>
          </a:xfrm>
          <a:prstGeom prst="rect">
            <a:avLst/>
          </a:prstGeom>
        </p:spPr>
      </p:pic>
      <p:pic>
        <p:nvPicPr>
          <p:cNvPr id="126" name="Graphic 125" descr="Document with solid fill">
            <a:extLst>
              <a:ext uri="{FF2B5EF4-FFF2-40B4-BE49-F238E27FC236}">
                <a16:creationId xmlns:a16="http://schemas.microsoft.com/office/drawing/2014/main" id="{F102692C-45CE-30BD-D7DB-69F758D3939A}"/>
              </a:ext>
            </a:extLst>
          </p:cNvPr>
          <p:cNvPicPr>
            <a:picLocks noChangeAspect="1"/>
          </p:cNvPicPr>
          <p:nvPr>
            <p:custDataLst>
              <p:tags r:id="rId43"/>
            </p:custDataLst>
          </p:nvPr>
        </p:nvPicPr>
        <p:blipFill>
          <a:blip>
            <a:extLst>
              <a:ext uri="{96DAC541-7B7A-43D3-8B79-37D633B846F1}">
                <asvg:svgBlip xmlns:asvg="http://schemas.microsoft.com/office/drawing/2016/SVG/main" r:embed="rId51"/>
              </a:ext>
            </a:extLst>
          </a:blip>
          <a:stretch>
            <a:fillRect/>
          </a:stretch>
        </p:blipFill>
        <p:spPr>
          <a:xfrm>
            <a:off x="6226770" y="5370763"/>
            <a:ext cx="684040" cy="684040"/>
          </a:xfrm>
          <a:prstGeom prst="rect">
            <a:avLst/>
          </a:prstGeom>
        </p:spPr>
      </p:pic>
      <p:pic>
        <p:nvPicPr>
          <p:cNvPr id="128" name="Graphic 127" descr="Document with solid fill">
            <a:extLst>
              <a:ext uri="{FF2B5EF4-FFF2-40B4-BE49-F238E27FC236}">
                <a16:creationId xmlns:a16="http://schemas.microsoft.com/office/drawing/2014/main" id="{E84D08A1-6570-0EBA-AB89-9527CFD7419F}"/>
              </a:ext>
            </a:extLst>
          </p:cNvPr>
          <p:cNvPicPr>
            <a:picLocks noChangeAspect="1"/>
          </p:cNvPicPr>
          <p:nvPr>
            <p:custDataLst>
              <p:tags r:id="rId44"/>
            </p:custDataLst>
          </p:nvPr>
        </p:nvPicPr>
        <p:blipFill>
          <a:blip>
            <a:extLst>
              <a:ext uri="{96DAC541-7B7A-43D3-8B79-37D633B846F1}">
                <asvg:svgBlip xmlns:asvg="http://schemas.microsoft.com/office/drawing/2016/SVG/main" r:embed="rId53"/>
              </a:ext>
            </a:extLst>
          </a:blip>
          <a:stretch>
            <a:fillRect/>
          </a:stretch>
        </p:blipFill>
        <p:spPr>
          <a:xfrm>
            <a:off x="6977217" y="3816317"/>
            <a:ext cx="684040" cy="684040"/>
          </a:xfrm>
          <a:prstGeom prst="rect">
            <a:avLst/>
          </a:prstGeom>
        </p:spPr>
      </p:pic>
      <p:pic>
        <p:nvPicPr>
          <p:cNvPr id="132" name="Graphic 131" descr="Hourglass 90% with solid fill">
            <a:extLst>
              <a:ext uri="{FF2B5EF4-FFF2-40B4-BE49-F238E27FC236}">
                <a16:creationId xmlns:a16="http://schemas.microsoft.com/office/drawing/2014/main" id="{AB289F9A-E988-4BD3-D736-A280662A8294}"/>
              </a:ext>
            </a:extLst>
          </p:cNvPr>
          <p:cNvPicPr>
            <a:picLocks noChangeAspect="1"/>
          </p:cNvPicPr>
          <p:nvPr>
            <p:custDataLst>
              <p:tags r:id="rId45"/>
            </p:custDataLst>
          </p:nvPr>
        </p:nvPicPr>
        <p:blipFill>
          <a:blip>
            <a:extLst>
              <a:ext uri="{96DAC541-7B7A-43D3-8B79-37D633B846F1}">
                <asvg:svgBlip xmlns:asvg="http://schemas.microsoft.com/office/drawing/2016/SVG/main" r:embed="rId54"/>
              </a:ext>
            </a:extLst>
          </a:blip>
          <a:stretch>
            <a:fillRect/>
          </a:stretch>
        </p:blipFill>
        <p:spPr>
          <a:xfrm>
            <a:off x="6739057" y="5535157"/>
            <a:ext cx="372564" cy="372564"/>
          </a:xfrm>
          <a:prstGeom prst="rect">
            <a:avLst/>
          </a:prstGeom>
        </p:spPr>
      </p:pic>
      <p:pic>
        <p:nvPicPr>
          <p:cNvPr id="134" name="Graphic 133" descr="Hourglass 90% with solid fill">
            <a:extLst>
              <a:ext uri="{FF2B5EF4-FFF2-40B4-BE49-F238E27FC236}">
                <a16:creationId xmlns:a16="http://schemas.microsoft.com/office/drawing/2014/main" id="{3A28964A-C8E0-7C8E-551D-E262DC957E63}"/>
              </a:ext>
            </a:extLst>
          </p:cNvPr>
          <p:cNvPicPr>
            <a:picLocks noChangeAspect="1"/>
          </p:cNvPicPr>
          <p:nvPr>
            <p:custDataLst>
              <p:tags r:id="rId46"/>
            </p:custDataLst>
          </p:nvPr>
        </p:nvPicPr>
        <p:blipFill>
          <a:blip>
            <a:extLst>
              <a:ext uri="{96DAC541-7B7A-43D3-8B79-37D633B846F1}">
                <asvg:svgBlip xmlns:asvg="http://schemas.microsoft.com/office/drawing/2016/SVG/main" r:embed="rId54"/>
              </a:ext>
            </a:extLst>
          </a:blip>
          <a:stretch>
            <a:fillRect/>
          </a:stretch>
        </p:blipFill>
        <p:spPr>
          <a:xfrm>
            <a:off x="8910745" y="3001049"/>
            <a:ext cx="372564" cy="372564"/>
          </a:xfrm>
          <a:prstGeom prst="rect">
            <a:avLst/>
          </a:prstGeom>
        </p:spPr>
      </p:pic>
    </p:spTree>
    <p:custDataLst>
      <p:tags r:id="rId1"/>
    </p:custDataLst>
    <p:extLst>
      <p:ext uri="{BB962C8B-B14F-4D97-AF65-F5344CB8AC3E}">
        <p14:creationId xmlns:p14="http://schemas.microsoft.com/office/powerpoint/2010/main" val="3742635528"/>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D6E2FB-C33B-F5A6-39E3-F8E23A8324D1}"/>
              </a:ext>
            </a:extLst>
          </p:cNvPr>
          <p:cNvSpPr>
            <a:spLocks noGrp="1"/>
          </p:cNvSpPr>
          <p:nvPr>
            <p:ph type="title"/>
          </p:nvPr>
        </p:nvSpPr>
        <p:spPr/>
        <p:txBody>
          <a:bodyPr/>
          <a:lstStyle/>
          <a:p>
            <a:r>
              <a:rPr lang="en-US" dirty="0"/>
              <a:t>Contribution s</a:t>
            </a:r>
            <a:r>
              <a:rPr lang="en-US" noProof="0" dirty="0" err="1"/>
              <a:t>ummary</a:t>
            </a:r>
            <a:endParaRPr lang="en-US" noProof="0" dirty="0"/>
          </a:p>
        </p:txBody>
      </p:sp>
      <p:sp>
        <p:nvSpPr>
          <p:cNvPr id="3" name="Date Placeholder 2">
            <a:extLst>
              <a:ext uri="{FF2B5EF4-FFF2-40B4-BE49-F238E27FC236}">
                <a16:creationId xmlns:a16="http://schemas.microsoft.com/office/drawing/2014/main" id="{619F2EFF-764E-D77C-839A-710FB5E7FAC9}"/>
              </a:ext>
            </a:extLst>
          </p:cNvPr>
          <p:cNvSpPr>
            <a:spLocks noGrp="1"/>
          </p:cNvSpPr>
          <p:nvPr>
            <p:ph type="dt" sz="half" idx="10"/>
          </p:nvPr>
        </p:nvSpPr>
        <p:spPr/>
        <p:txBody>
          <a:bodyPr/>
          <a:lstStyle/>
          <a:p>
            <a:r>
              <a:rPr lang="en-US" noProof="0"/>
              <a:t>9/5/2026</a:t>
            </a:r>
            <a:endParaRPr lang="en-US" noProof="0" dirty="0"/>
          </a:p>
        </p:txBody>
      </p:sp>
      <p:sp>
        <p:nvSpPr>
          <p:cNvPr id="4" name="Slide Number Placeholder 3">
            <a:extLst>
              <a:ext uri="{FF2B5EF4-FFF2-40B4-BE49-F238E27FC236}">
                <a16:creationId xmlns:a16="http://schemas.microsoft.com/office/drawing/2014/main" id="{63653686-DDC4-AE26-E80F-25922CD6EA22}"/>
              </a:ext>
            </a:extLst>
          </p:cNvPr>
          <p:cNvSpPr>
            <a:spLocks noGrp="1"/>
          </p:cNvSpPr>
          <p:nvPr>
            <p:ph type="sldNum" sz="quarter" idx="12"/>
          </p:nvPr>
        </p:nvSpPr>
        <p:spPr/>
        <p:txBody>
          <a:bodyPr/>
          <a:lstStyle/>
          <a:p>
            <a:r>
              <a:rPr lang="en-US" noProof="0"/>
              <a:t>32</a:t>
            </a:r>
            <a:endParaRPr lang="en-US" noProof="0" dirty="0"/>
          </a:p>
        </p:txBody>
      </p:sp>
      <p:sp>
        <p:nvSpPr>
          <p:cNvPr id="5" name="TextBox 4">
            <a:extLst>
              <a:ext uri="{FF2B5EF4-FFF2-40B4-BE49-F238E27FC236}">
                <a16:creationId xmlns:a16="http://schemas.microsoft.com/office/drawing/2014/main" id="{07460CFD-1ADD-C377-3592-F33BC4F867B6}"/>
              </a:ext>
            </a:extLst>
          </p:cNvPr>
          <p:cNvSpPr txBox="1"/>
          <p:nvPr/>
        </p:nvSpPr>
        <p:spPr>
          <a:xfrm>
            <a:off x="2426878" y="1800983"/>
            <a:ext cx="1230658" cy="430887"/>
          </a:xfrm>
          <a:prstGeom prst="rect">
            <a:avLst/>
          </a:prstGeom>
          <a:noFill/>
        </p:spPr>
        <p:txBody>
          <a:bodyPr wrap="square" rtlCol="0">
            <a:spAutoFit/>
          </a:bodyPr>
          <a:lstStyle/>
          <a:p>
            <a:pPr algn="r"/>
            <a:r>
              <a:rPr lang="en-US" sz="2200" noProof="0" dirty="0"/>
              <a:t>Layouts</a:t>
            </a:r>
          </a:p>
        </p:txBody>
      </p:sp>
      <p:sp>
        <p:nvSpPr>
          <p:cNvPr id="8" name="TextBox 7">
            <a:extLst>
              <a:ext uri="{FF2B5EF4-FFF2-40B4-BE49-F238E27FC236}">
                <a16:creationId xmlns:a16="http://schemas.microsoft.com/office/drawing/2014/main" id="{8A890452-B9A2-74CC-8DAA-A01425E62FD3}"/>
              </a:ext>
            </a:extLst>
          </p:cNvPr>
          <p:cNvSpPr txBox="1"/>
          <p:nvPr/>
        </p:nvSpPr>
        <p:spPr>
          <a:xfrm>
            <a:off x="2252985" y="2116499"/>
            <a:ext cx="1404551" cy="430887"/>
          </a:xfrm>
          <a:prstGeom prst="rect">
            <a:avLst/>
          </a:prstGeom>
          <a:noFill/>
        </p:spPr>
        <p:txBody>
          <a:bodyPr wrap="none" rtlCol="0">
            <a:spAutoFit/>
          </a:bodyPr>
          <a:lstStyle/>
          <a:p>
            <a:pPr algn="r"/>
            <a:r>
              <a:rPr lang="en-US" sz="2200" noProof="0" dirty="0"/>
              <a:t>Traversals</a:t>
            </a:r>
          </a:p>
        </p:txBody>
      </p:sp>
      <p:sp>
        <p:nvSpPr>
          <p:cNvPr id="10" name="TextBox 9">
            <a:extLst>
              <a:ext uri="{FF2B5EF4-FFF2-40B4-BE49-F238E27FC236}">
                <a16:creationId xmlns:a16="http://schemas.microsoft.com/office/drawing/2014/main" id="{BD8A1E1A-6D5A-56E5-F8EC-DE0EA51B3C0D}"/>
              </a:ext>
            </a:extLst>
          </p:cNvPr>
          <p:cNvSpPr txBox="1"/>
          <p:nvPr/>
        </p:nvSpPr>
        <p:spPr>
          <a:xfrm>
            <a:off x="2061971" y="2399717"/>
            <a:ext cx="1595565" cy="430887"/>
          </a:xfrm>
          <a:prstGeom prst="rect">
            <a:avLst/>
          </a:prstGeom>
          <a:noFill/>
        </p:spPr>
        <p:txBody>
          <a:bodyPr wrap="none" rtlCol="0">
            <a:spAutoFit/>
          </a:bodyPr>
          <a:lstStyle/>
          <a:p>
            <a:pPr algn="r"/>
            <a:r>
              <a:rPr lang="en-US" sz="2200" b="1" noProof="0" dirty="0"/>
              <a:t>Autotuning</a:t>
            </a:r>
          </a:p>
        </p:txBody>
      </p:sp>
      <p:sp>
        <p:nvSpPr>
          <p:cNvPr id="12" name="TextBox 11">
            <a:extLst>
              <a:ext uri="{FF2B5EF4-FFF2-40B4-BE49-F238E27FC236}">
                <a16:creationId xmlns:a16="http://schemas.microsoft.com/office/drawing/2014/main" id="{F9277F25-EB33-FBD0-50C1-C49A0970F767}"/>
              </a:ext>
            </a:extLst>
          </p:cNvPr>
          <p:cNvSpPr txBox="1"/>
          <p:nvPr/>
        </p:nvSpPr>
        <p:spPr>
          <a:xfrm>
            <a:off x="2111920" y="2695114"/>
            <a:ext cx="1545616" cy="430887"/>
          </a:xfrm>
          <a:prstGeom prst="rect">
            <a:avLst/>
          </a:prstGeom>
          <a:noFill/>
        </p:spPr>
        <p:txBody>
          <a:bodyPr wrap="none" rtlCol="0">
            <a:spAutoFit/>
          </a:bodyPr>
          <a:lstStyle/>
          <a:p>
            <a:pPr algn="r"/>
            <a:r>
              <a:rPr lang="en-US" sz="2200" noProof="0" dirty="0"/>
              <a:t>Distributed</a:t>
            </a:r>
          </a:p>
        </p:txBody>
      </p:sp>
      <p:sp>
        <p:nvSpPr>
          <p:cNvPr id="14" name="TextBox 13">
            <a:extLst>
              <a:ext uri="{FF2B5EF4-FFF2-40B4-BE49-F238E27FC236}">
                <a16:creationId xmlns:a16="http://schemas.microsoft.com/office/drawing/2014/main" id="{CE8F7A3C-A424-8253-CB99-0B73DC4FE674}"/>
              </a:ext>
            </a:extLst>
          </p:cNvPr>
          <p:cNvSpPr txBox="1"/>
          <p:nvPr/>
        </p:nvSpPr>
        <p:spPr>
          <a:xfrm>
            <a:off x="1570426" y="2961166"/>
            <a:ext cx="2087110" cy="430887"/>
          </a:xfrm>
          <a:prstGeom prst="rect">
            <a:avLst/>
          </a:prstGeom>
          <a:noFill/>
        </p:spPr>
        <p:txBody>
          <a:bodyPr wrap="none" rtlCol="0">
            <a:spAutoFit/>
          </a:bodyPr>
          <a:lstStyle/>
          <a:p>
            <a:pPr algn="r"/>
            <a:r>
              <a:rPr lang="en-US" sz="2200" b="1" noProof="0" dirty="0"/>
              <a:t>CA abstraction</a:t>
            </a:r>
          </a:p>
        </p:txBody>
      </p:sp>
      <p:sp>
        <p:nvSpPr>
          <p:cNvPr id="16" name="TextBox 15">
            <a:extLst>
              <a:ext uri="{FF2B5EF4-FFF2-40B4-BE49-F238E27FC236}">
                <a16:creationId xmlns:a16="http://schemas.microsoft.com/office/drawing/2014/main" id="{92124A68-C53E-11BD-CAF9-0273F97C47FA}"/>
              </a:ext>
            </a:extLst>
          </p:cNvPr>
          <p:cNvSpPr txBox="1"/>
          <p:nvPr/>
        </p:nvSpPr>
        <p:spPr>
          <a:xfrm>
            <a:off x="603495" y="3232729"/>
            <a:ext cx="3054041" cy="430887"/>
          </a:xfrm>
          <a:prstGeom prst="rect">
            <a:avLst/>
          </a:prstGeom>
          <a:noFill/>
        </p:spPr>
        <p:txBody>
          <a:bodyPr wrap="none" rtlCol="0">
            <a:spAutoFit/>
          </a:bodyPr>
          <a:lstStyle/>
          <a:p>
            <a:pPr algn="r"/>
            <a:r>
              <a:rPr lang="en-US" sz="2200" noProof="0" dirty="0"/>
              <a:t>Tutoring LLMs for CUDA</a:t>
            </a:r>
          </a:p>
        </p:txBody>
      </p:sp>
      <p:sp>
        <p:nvSpPr>
          <p:cNvPr id="18" name="TextBox 17">
            <a:extLst>
              <a:ext uri="{FF2B5EF4-FFF2-40B4-BE49-F238E27FC236}">
                <a16:creationId xmlns:a16="http://schemas.microsoft.com/office/drawing/2014/main" id="{DD278D3E-9071-30B3-5084-67810955D802}"/>
              </a:ext>
            </a:extLst>
          </p:cNvPr>
          <p:cNvSpPr txBox="1"/>
          <p:nvPr/>
        </p:nvSpPr>
        <p:spPr>
          <a:xfrm>
            <a:off x="723721" y="3541885"/>
            <a:ext cx="2933815" cy="430887"/>
          </a:xfrm>
          <a:prstGeom prst="rect">
            <a:avLst/>
          </a:prstGeom>
          <a:noFill/>
        </p:spPr>
        <p:txBody>
          <a:bodyPr wrap="none" rtlCol="0">
            <a:spAutoFit/>
          </a:bodyPr>
          <a:lstStyle/>
          <a:p>
            <a:pPr algn="r"/>
            <a:r>
              <a:rPr lang="en-US" sz="2200" noProof="0" dirty="0"/>
              <a:t>LLMs and abstractions</a:t>
            </a:r>
          </a:p>
        </p:txBody>
      </p:sp>
      <p:sp>
        <p:nvSpPr>
          <p:cNvPr id="20" name="TextBox 19">
            <a:extLst>
              <a:ext uri="{FF2B5EF4-FFF2-40B4-BE49-F238E27FC236}">
                <a16:creationId xmlns:a16="http://schemas.microsoft.com/office/drawing/2014/main" id="{2EEB6927-BD1C-C0F1-C38D-1A40C72A2497}"/>
              </a:ext>
            </a:extLst>
          </p:cNvPr>
          <p:cNvSpPr txBox="1"/>
          <p:nvPr/>
        </p:nvSpPr>
        <p:spPr>
          <a:xfrm>
            <a:off x="1404996" y="4431055"/>
            <a:ext cx="2252540" cy="430887"/>
          </a:xfrm>
          <a:prstGeom prst="rect">
            <a:avLst/>
          </a:prstGeom>
          <a:noFill/>
        </p:spPr>
        <p:txBody>
          <a:bodyPr wrap="none" rtlCol="0">
            <a:spAutoFit/>
          </a:bodyPr>
          <a:lstStyle/>
          <a:p>
            <a:pPr algn="r"/>
            <a:r>
              <a:rPr lang="en-US" sz="2200" noProof="0" dirty="0"/>
              <a:t>GPU </a:t>
            </a:r>
            <a:r>
              <a:rPr lang="en-US" sz="2200" noProof="0" dirty="0" err="1"/>
              <a:t>EmbedSOM</a:t>
            </a:r>
            <a:endParaRPr lang="en-US" sz="2200" noProof="0" dirty="0"/>
          </a:p>
        </p:txBody>
      </p:sp>
      <p:sp>
        <p:nvSpPr>
          <p:cNvPr id="22" name="TextBox 21">
            <a:extLst>
              <a:ext uri="{FF2B5EF4-FFF2-40B4-BE49-F238E27FC236}">
                <a16:creationId xmlns:a16="http://schemas.microsoft.com/office/drawing/2014/main" id="{35C78A90-FEC1-2DB8-B891-AC8BDA35A2A4}"/>
              </a:ext>
            </a:extLst>
          </p:cNvPr>
          <p:cNvSpPr txBox="1"/>
          <p:nvPr/>
        </p:nvSpPr>
        <p:spPr>
          <a:xfrm>
            <a:off x="550596" y="4716295"/>
            <a:ext cx="3106940" cy="430887"/>
          </a:xfrm>
          <a:prstGeom prst="rect">
            <a:avLst/>
          </a:prstGeom>
          <a:noFill/>
        </p:spPr>
        <p:txBody>
          <a:bodyPr wrap="none" rtlCol="0">
            <a:spAutoFit/>
          </a:bodyPr>
          <a:lstStyle/>
          <a:p>
            <a:pPr algn="r"/>
            <a:r>
              <a:rPr lang="en-US" sz="2200" noProof="0" dirty="0"/>
              <a:t>Bitwise encoding of </a:t>
            </a:r>
            <a:r>
              <a:rPr lang="en-US" sz="2200" noProof="0" dirty="0" err="1"/>
              <a:t>GoL</a:t>
            </a:r>
            <a:endParaRPr lang="en-US" sz="2200" noProof="0" dirty="0"/>
          </a:p>
        </p:txBody>
      </p:sp>
      <p:sp>
        <p:nvSpPr>
          <p:cNvPr id="24" name="TextBox 23">
            <a:extLst>
              <a:ext uri="{FF2B5EF4-FFF2-40B4-BE49-F238E27FC236}">
                <a16:creationId xmlns:a16="http://schemas.microsoft.com/office/drawing/2014/main" id="{1A9FF1FA-5071-1EAC-9BA2-D4E5B82F1A7A}"/>
              </a:ext>
            </a:extLst>
          </p:cNvPr>
          <p:cNvSpPr txBox="1"/>
          <p:nvPr/>
        </p:nvSpPr>
        <p:spPr>
          <a:xfrm>
            <a:off x="778223" y="5026689"/>
            <a:ext cx="2879313" cy="430887"/>
          </a:xfrm>
          <a:prstGeom prst="rect">
            <a:avLst/>
          </a:prstGeom>
          <a:noFill/>
        </p:spPr>
        <p:txBody>
          <a:bodyPr wrap="none" rtlCol="0">
            <a:spAutoFit/>
          </a:bodyPr>
          <a:lstStyle/>
          <a:p>
            <a:pPr algn="r"/>
            <a:r>
              <a:rPr lang="en-US" sz="2200" b="1" noProof="0" dirty="0" err="1"/>
              <a:t>kNN</a:t>
            </a:r>
            <a:r>
              <a:rPr lang="en-US" sz="2200" b="1" noProof="0" dirty="0"/>
              <a:t> with </a:t>
            </a:r>
            <a:r>
              <a:rPr lang="en-US" sz="2200" b="1" noProof="0" dirty="0" err="1"/>
              <a:t>bitonic</a:t>
            </a:r>
            <a:r>
              <a:rPr lang="en-US" sz="2200" b="1" noProof="0" dirty="0"/>
              <a:t> sort</a:t>
            </a:r>
          </a:p>
        </p:txBody>
      </p:sp>
      <p:sp>
        <p:nvSpPr>
          <p:cNvPr id="25" name="TextBox 24">
            <a:extLst>
              <a:ext uri="{FF2B5EF4-FFF2-40B4-BE49-F238E27FC236}">
                <a16:creationId xmlns:a16="http://schemas.microsoft.com/office/drawing/2014/main" id="{1814196E-42A9-2357-683E-D9B1852BAD1C}"/>
              </a:ext>
            </a:extLst>
          </p:cNvPr>
          <p:cNvSpPr txBox="1"/>
          <p:nvPr/>
        </p:nvSpPr>
        <p:spPr>
          <a:xfrm>
            <a:off x="743853" y="5292203"/>
            <a:ext cx="2913683" cy="430887"/>
          </a:xfrm>
          <a:prstGeom prst="rect">
            <a:avLst/>
          </a:prstGeom>
          <a:noFill/>
        </p:spPr>
        <p:txBody>
          <a:bodyPr wrap="none" rtlCol="0">
            <a:spAutoFit/>
          </a:bodyPr>
          <a:lstStyle/>
          <a:p>
            <a:pPr algn="r"/>
            <a:r>
              <a:rPr lang="en-US" sz="2200" b="1" noProof="0" dirty="0"/>
              <a:t>Bit-Planes – CA </a:t>
            </a:r>
            <a:r>
              <a:rPr lang="en-US" sz="2200" b="1" noProof="0" dirty="0" err="1"/>
              <a:t>abstr</a:t>
            </a:r>
            <a:r>
              <a:rPr lang="en-US" sz="2200" b="1" noProof="0" dirty="0"/>
              <a:t>.</a:t>
            </a:r>
          </a:p>
        </p:txBody>
      </p:sp>
      <p:sp>
        <p:nvSpPr>
          <p:cNvPr id="7" name="Left Brace 6">
            <a:extLst>
              <a:ext uri="{FF2B5EF4-FFF2-40B4-BE49-F238E27FC236}">
                <a16:creationId xmlns:a16="http://schemas.microsoft.com/office/drawing/2014/main" id="{70FB1660-D075-7B01-57E6-A7BE0BF087E2}"/>
              </a:ext>
            </a:extLst>
          </p:cNvPr>
          <p:cNvSpPr/>
          <p:nvPr/>
        </p:nvSpPr>
        <p:spPr>
          <a:xfrm>
            <a:off x="1958742" y="1903362"/>
            <a:ext cx="183607" cy="1113856"/>
          </a:xfrm>
          <a:prstGeom prst="leftBrace">
            <a:avLst/>
          </a:prstGeom>
          <a:ln w="12700">
            <a:solidFill>
              <a:schemeClr val="tx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2200" noProof="0" dirty="0"/>
          </a:p>
        </p:txBody>
      </p:sp>
      <p:sp>
        <p:nvSpPr>
          <p:cNvPr id="9" name="TextBox 8">
            <a:extLst>
              <a:ext uri="{FF2B5EF4-FFF2-40B4-BE49-F238E27FC236}">
                <a16:creationId xmlns:a16="http://schemas.microsoft.com/office/drawing/2014/main" id="{074A760B-F774-39E3-E0AC-9B2DEC8AF4DE}"/>
              </a:ext>
            </a:extLst>
          </p:cNvPr>
          <p:cNvSpPr txBox="1"/>
          <p:nvPr/>
        </p:nvSpPr>
        <p:spPr>
          <a:xfrm>
            <a:off x="1079975" y="2221582"/>
            <a:ext cx="878767" cy="430887"/>
          </a:xfrm>
          <a:prstGeom prst="rect">
            <a:avLst/>
          </a:prstGeom>
          <a:noFill/>
        </p:spPr>
        <p:txBody>
          <a:bodyPr wrap="none" rtlCol="0">
            <a:spAutoFit/>
          </a:bodyPr>
          <a:lstStyle/>
          <a:p>
            <a:r>
              <a:rPr lang="en-US" sz="2200" noProof="0" dirty="0"/>
              <a:t>Noarr</a:t>
            </a:r>
          </a:p>
        </p:txBody>
      </p:sp>
      <p:sp>
        <p:nvSpPr>
          <p:cNvPr id="13" name="Left Brace 12">
            <a:extLst>
              <a:ext uri="{FF2B5EF4-FFF2-40B4-BE49-F238E27FC236}">
                <a16:creationId xmlns:a16="http://schemas.microsoft.com/office/drawing/2014/main" id="{6258EB1D-0B46-9D04-4739-FBEC2EF2265A}"/>
              </a:ext>
            </a:extLst>
          </p:cNvPr>
          <p:cNvSpPr/>
          <p:nvPr/>
        </p:nvSpPr>
        <p:spPr>
          <a:xfrm>
            <a:off x="1469940" y="3017218"/>
            <a:ext cx="183607" cy="286541"/>
          </a:xfrm>
          <a:prstGeom prst="leftBrace">
            <a:avLst/>
          </a:prstGeom>
          <a:ln w="12700">
            <a:solidFill>
              <a:schemeClr val="tx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2200" noProof="0" dirty="0"/>
          </a:p>
        </p:txBody>
      </p:sp>
      <p:sp>
        <p:nvSpPr>
          <p:cNvPr id="17" name="TextBox 16">
            <a:extLst>
              <a:ext uri="{FF2B5EF4-FFF2-40B4-BE49-F238E27FC236}">
                <a16:creationId xmlns:a16="http://schemas.microsoft.com/office/drawing/2014/main" id="{FD7B44A4-A32D-E3BD-91BE-CB60C63F0094}"/>
              </a:ext>
            </a:extLst>
          </p:cNvPr>
          <p:cNvSpPr txBox="1"/>
          <p:nvPr/>
        </p:nvSpPr>
        <p:spPr>
          <a:xfrm>
            <a:off x="408380" y="2941387"/>
            <a:ext cx="1066318" cy="430887"/>
          </a:xfrm>
          <a:prstGeom prst="rect">
            <a:avLst/>
          </a:prstGeom>
          <a:noFill/>
        </p:spPr>
        <p:txBody>
          <a:bodyPr wrap="none" rtlCol="0">
            <a:spAutoFit/>
          </a:bodyPr>
          <a:lstStyle/>
          <a:p>
            <a:pPr algn="r"/>
            <a:r>
              <a:rPr lang="en-US" sz="2200" noProof="0" dirty="0"/>
              <a:t>Cellato</a:t>
            </a:r>
          </a:p>
        </p:txBody>
      </p:sp>
      <p:pic>
        <p:nvPicPr>
          <p:cNvPr id="19" name="Picture 18">
            <a:extLst>
              <a:ext uri="{FF2B5EF4-FFF2-40B4-BE49-F238E27FC236}">
                <a16:creationId xmlns:a16="http://schemas.microsoft.com/office/drawing/2014/main" id="{7BBFF5E8-6F34-AD91-483A-BF96ED8BB2E9}"/>
              </a:ext>
            </a:extLst>
          </p:cNvPr>
          <p:cNvPicPr>
            <a:picLocks noChangeAspect="1"/>
          </p:cNvPicPr>
          <p:nvPr/>
        </p:nvPicPr>
        <p:blipFill>
          <a:blip r:embed="rId3"/>
          <a:srcRect l="8227"/>
          <a:stretch>
            <a:fillRect/>
          </a:stretch>
        </p:blipFill>
        <p:spPr>
          <a:xfrm>
            <a:off x="3690596" y="1422499"/>
            <a:ext cx="8501404" cy="4274301"/>
          </a:xfrm>
          <a:prstGeom prst="rect">
            <a:avLst/>
          </a:prstGeom>
        </p:spPr>
      </p:pic>
      <p:cxnSp>
        <p:nvCxnSpPr>
          <p:cNvPr id="37" name="Connector: Curved 36">
            <a:extLst>
              <a:ext uri="{FF2B5EF4-FFF2-40B4-BE49-F238E27FC236}">
                <a16:creationId xmlns:a16="http://schemas.microsoft.com/office/drawing/2014/main" id="{2240D803-50FC-D08D-43CC-A9BA0D55AD8B}"/>
              </a:ext>
            </a:extLst>
          </p:cNvPr>
          <p:cNvCxnSpPr>
            <a:cxnSpLocks/>
            <a:stCxn id="25" idx="1"/>
            <a:endCxn id="17" idx="1"/>
          </p:cNvCxnSpPr>
          <p:nvPr/>
        </p:nvCxnSpPr>
        <p:spPr>
          <a:xfrm rot="10800000">
            <a:off x="408381" y="3156831"/>
            <a:ext cx="335473" cy="2350816"/>
          </a:xfrm>
          <a:prstGeom prst="curvedConnector3">
            <a:avLst>
              <a:gd name="adj1" fmla="val 168143"/>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6" name="Cloud 5">
            <a:extLst>
              <a:ext uri="{FF2B5EF4-FFF2-40B4-BE49-F238E27FC236}">
                <a16:creationId xmlns:a16="http://schemas.microsoft.com/office/drawing/2014/main" id="{649FBB15-DDE7-53A8-F2E8-FA8A59181102}"/>
              </a:ext>
            </a:extLst>
          </p:cNvPr>
          <p:cNvSpPr/>
          <p:nvPr/>
        </p:nvSpPr>
        <p:spPr>
          <a:xfrm>
            <a:off x="3610240" y="3574537"/>
            <a:ext cx="1718505" cy="390086"/>
          </a:xfrm>
          <a:prstGeom prst="cloud">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r"/>
            <a:r>
              <a:rPr lang="en-US" dirty="0">
                <a:solidFill>
                  <a:schemeClr val="tx1"/>
                </a:solidFill>
              </a:rPr>
              <a:t>ICA3PP         </a:t>
            </a:r>
          </a:p>
        </p:txBody>
      </p:sp>
    </p:spTree>
    <p:custDataLst>
      <p:tags r:id="rId1"/>
    </p:custDataLst>
    <p:extLst>
      <p:ext uri="{BB962C8B-B14F-4D97-AF65-F5344CB8AC3E}">
        <p14:creationId xmlns:p14="http://schemas.microsoft.com/office/powerpoint/2010/main" val="2025371872"/>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C814D937-1CAE-414B-A7D5-018C68698F98}"/>
              </a:ext>
            </a:extLst>
          </p:cNvPr>
          <p:cNvSpPr>
            <a:spLocks noGrp="1"/>
          </p:cNvSpPr>
          <p:nvPr>
            <p:ph type="title"/>
          </p:nvPr>
        </p:nvSpPr>
        <p:spPr/>
        <p:txBody>
          <a:bodyPr/>
          <a:lstStyle/>
          <a:p>
            <a:r>
              <a:rPr lang="en-US" noProof="0" dirty="0"/>
              <a:t>Review comments and questions</a:t>
            </a:r>
          </a:p>
        </p:txBody>
      </p:sp>
      <p:sp>
        <p:nvSpPr>
          <p:cNvPr id="7" name="Text Placeholder 6">
            <a:extLst>
              <a:ext uri="{FF2B5EF4-FFF2-40B4-BE49-F238E27FC236}">
                <a16:creationId xmlns:a16="http://schemas.microsoft.com/office/drawing/2014/main" id="{5130AF46-445A-EA10-5B0A-764E1CA13B08}"/>
              </a:ext>
            </a:extLst>
          </p:cNvPr>
          <p:cNvSpPr>
            <a:spLocks noGrp="1"/>
          </p:cNvSpPr>
          <p:nvPr>
            <p:ph type="body" idx="1"/>
          </p:nvPr>
        </p:nvSpPr>
        <p:spPr/>
        <p:txBody>
          <a:bodyPr/>
          <a:lstStyle/>
          <a:p>
            <a:endParaRPr lang="en-US" noProof="0" dirty="0"/>
          </a:p>
        </p:txBody>
      </p:sp>
      <p:sp>
        <p:nvSpPr>
          <p:cNvPr id="4" name="Date Placeholder 3">
            <a:extLst>
              <a:ext uri="{FF2B5EF4-FFF2-40B4-BE49-F238E27FC236}">
                <a16:creationId xmlns:a16="http://schemas.microsoft.com/office/drawing/2014/main" id="{1384B596-5AF7-51AF-3EE6-313BDA5CC3C0}"/>
              </a:ext>
            </a:extLst>
          </p:cNvPr>
          <p:cNvSpPr>
            <a:spLocks noGrp="1"/>
          </p:cNvSpPr>
          <p:nvPr>
            <p:ph type="dt" sz="half" idx="10"/>
          </p:nvPr>
        </p:nvSpPr>
        <p:spPr/>
        <p:txBody>
          <a:bodyPr/>
          <a:lstStyle/>
          <a:p>
            <a:r>
              <a:rPr lang="en-US" noProof="0"/>
              <a:t>9/5/2026</a:t>
            </a:r>
            <a:endParaRPr lang="en-US" noProof="0" dirty="0"/>
          </a:p>
        </p:txBody>
      </p:sp>
      <p:sp>
        <p:nvSpPr>
          <p:cNvPr id="5" name="Slide Number Placeholder 4">
            <a:extLst>
              <a:ext uri="{FF2B5EF4-FFF2-40B4-BE49-F238E27FC236}">
                <a16:creationId xmlns:a16="http://schemas.microsoft.com/office/drawing/2014/main" id="{3BD45EBF-BF5B-CB1B-7863-61BA3DD3C837}"/>
              </a:ext>
            </a:extLst>
          </p:cNvPr>
          <p:cNvSpPr>
            <a:spLocks noGrp="1"/>
          </p:cNvSpPr>
          <p:nvPr>
            <p:ph type="sldNum" sz="quarter" idx="12"/>
          </p:nvPr>
        </p:nvSpPr>
        <p:spPr/>
        <p:txBody>
          <a:bodyPr/>
          <a:lstStyle/>
          <a:p>
            <a:r>
              <a:rPr lang="en-US" noProof="0"/>
              <a:t>33</a:t>
            </a:r>
            <a:endParaRPr lang="en-US" noProof="0" dirty="0"/>
          </a:p>
        </p:txBody>
      </p:sp>
    </p:spTree>
    <p:custDataLst>
      <p:tags r:id="rId1"/>
    </p:custDataLst>
    <p:extLst>
      <p:ext uri="{BB962C8B-B14F-4D97-AF65-F5344CB8AC3E}">
        <p14:creationId xmlns:p14="http://schemas.microsoft.com/office/powerpoint/2010/main" val="2595384929"/>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2DA3A68D-BA44-145A-8266-F48BAE5922B6}"/>
              </a:ext>
            </a:extLst>
          </p:cNvPr>
          <p:cNvSpPr>
            <a:spLocks noGrp="1"/>
          </p:cNvSpPr>
          <p:nvPr>
            <p:ph type="title"/>
          </p:nvPr>
        </p:nvSpPr>
        <p:spPr/>
        <p:txBody>
          <a:bodyPr>
            <a:normAutofit/>
          </a:bodyPr>
          <a:lstStyle/>
          <a:p>
            <a:r>
              <a:rPr lang="en-US" noProof="0" dirty="0"/>
              <a:t>Why is Cellato separate from Noarr?</a:t>
            </a:r>
          </a:p>
        </p:txBody>
      </p:sp>
      <p:sp>
        <p:nvSpPr>
          <p:cNvPr id="7" name="Content Placeholder 6">
            <a:extLst>
              <a:ext uri="{FF2B5EF4-FFF2-40B4-BE49-F238E27FC236}">
                <a16:creationId xmlns:a16="http://schemas.microsoft.com/office/drawing/2014/main" id="{78E4B909-7FF2-6BA5-88FD-CADA9D5BE98F}"/>
              </a:ext>
            </a:extLst>
          </p:cNvPr>
          <p:cNvSpPr>
            <a:spLocks noGrp="1"/>
          </p:cNvSpPr>
          <p:nvPr>
            <p:ph idx="1"/>
          </p:nvPr>
        </p:nvSpPr>
        <p:spPr/>
        <p:txBody>
          <a:bodyPr anchor="ctr"/>
          <a:lstStyle/>
          <a:p>
            <a:r>
              <a:rPr lang="en-US" noProof="0" dirty="0"/>
              <a:t>Optimization tied to bit-level encoding and bitwise evaluation</a:t>
            </a:r>
          </a:p>
          <a:p>
            <a:r>
              <a:rPr lang="en-US" noProof="0" dirty="0"/>
              <a:t>Noarr doesn’t inspect or abstract statements/expressions</a:t>
            </a:r>
          </a:p>
          <a:p>
            <a:r>
              <a:rPr lang="en-US" dirty="0"/>
              <a:t>Cellato adopts layout &amp; traversal agnosticism and the template metaprogramming implementation; the goals are more specific</a:t>
            </a:r>
          </a:p>
          <a:p>
            <a:endParaRPr lang="en-US" noProof="0" dirty="0"/>
          </a:p>
        </p:txBody>
      </p:sp>
      <p:sp>
        <p:nvSpPr>
          <p:cNvPr id="4" name="Date Placeholder 3">
            <a:extLst>
              <a:ext uri="{FF2B5EF4-FFF2-40B4-BE49-F238E27FC236}">
                <a16:creationId xmlns:a16="http://schemas.microsoft.com/office/drawing/2014/main" id="{165FE8C8-E861-092A-DD67-F97F8685CC22}"/>
              </a:ext>
            </a:extLst>
          </p:cNvPr>
          <p:cNvSpPr>
            <a:spLocks noGrp="1"/>
          </p:cNvSpPr>
          <p:nvPr>
            <p:ph type="dt" sz="half" idx="10"/>
          </p:nvPr>
        </p:nvSpPr>
        <p:spPr/>
        <p:txBody>
          <a:bodyPr/>
          <a:lstStyle/>
          <a:p>
            <a:r>
              <a:rPr lang="en-US" noProof="0"/>
              <a:t>9/5/2026</a:t>
            </a:r>
            <a:endParaRPr lang="en-US" noProof="0" dirty="0"/>
          </a:p>
        </p:txBody>
      </p:sp>
      <p:sp>
        <p:nvSpPr>
          <p:cNvPr id="5" name="Slide Number Placeholder 4">
            <a:extLst>
              <a:ext uri="{FF2B5EF4-FFF2-40B4-BE49-F238E27FC236}">
                <a16:creationId xmlns:a16="http://schemas.microsoft.com/office/drawing/2014/main" id="{63AF3829-2535-EDEB-0FC1-2B5DC2FB518B}"/>
              </a:ext>
            </a:extLst>
          </p:cNvPr>
          <p:cNvSpPr>
            <a:spLocks noGrp="1"/>
          </p:cNvSpPr>
          <p:nvPr>
            <p:ph type="sldNum" sz="quarter" idx="12"/>
          </p:nvPr>
        </p:nvSpPr>
        <p:spPr/>
        <p:txBody>
          <a:bodyPr/>
          <a:lstStyle/>
          <a:p>
            <a:r>
              <a:rPr lang="en-US" noProof="0"/>
              <a:t>34</a:t>
            </a:r>
            <a:endParaRPr lang="en-US" noProof="0" dirty="0"/>
          </a:p>
        </p:txBody>
      </p:sp>
    </p:spTree>
    <p:custDataLst>
      <p:tags r:id="rId1"/>
    </p:custDataLst>
    <p:extLst>
      <p:ext uri="{BB962C8B-B14F-4D97-AF65-F5344CB8AC3E}">
        <p14:creationId xmlns:p14="http://schemas.microsoft.com/office/powerpoint/2010/main" val="3705317629"/>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EF595D-F97E-73E9-84DA-0FC353335568}"/>
              </a:ext>
            </a:extLst>
          </p:cNvPr>
          <p:cNvSpPr>
            <a:spLocks noGrp="1"/>
          </p:cNvSpPr>
          <p:nvPr>
            <p:ph type="title"/>
          </p:nvPr>
        </p:nvSpPr>
        <p:spPr/>
        <p:txBody>
          <a:bodyPr/>
          <a:lstStyle/>
          <a:p>
            <a:r>
              <a:rPr lang="en-US" noProof="0" dirty="0"/>
              <a:t>What do you think an abstraction designed specifically for an LLM should look like?</a:t>
            </a:r>
          </a:p>
        </p:txBody>
      </p:sp>
      <p:sp>
        <p:nvSpPr>
          <p:cNvPr id="3" name="Content Placeholder 2">
            <a:extLst>
              <a:ext uri="{FF2B5EF4-FFF2-40B4-BE49-F238E27FC236}">
                <a16:creationId xmlns:a16="http://schemas.microsoft.com/office/drawing/2014/main" id="{6F21508F-6DB1-BCB4-96D9-949E58869DE2}"/>
              </a:ext>
            </a:extLst>
          </p:cNvPr>
          <p:cNvSpPr>
            <a:spLocks noGrp="1"/>
          </p:cNvSpPr>
          <p:nvPr>
            <p:ph idx="1"/>
          </p:nvPr>
        </p:nvSpPr>
        <p:spPr/>
        <p:txBody>
          <a:bodyPr anchor="ctr"/>
          <a:lstStyle/>
          <a:p>
            <a:r>
              <a:rPr lang="en-US" noProof="0" dirty="0"/>
              <a:t>A good answer would require a specific study</a:t>
            </a:r>
          </a:p>
          <a:p>
            <a:r>
              <a:rPr lang="en-US" noProof="0" dirty="0"/>
              <a:t>I have identified (at the time of experiments) that C++ syntax was quite challenging to the LLM (particularly angle brackets)</a:t>
            </a:r>
          </a:p>
          <a:p>
            <a:r>
              <a:rPr lang="en-US" noProof="0" dirty="0"/>
              <a:t>Python-based Exo performed best out of the studied abstractions</a:t>
            </a:r>
          </a:p>
          <a:p>
            <a:r>
              <a:rPr lang="en-US" noProof="0" dirty="0"/>
              <a:t>Good performance on abstraction-less C suggests more explicit representation might perform better</a:t>
            </a:r>
          </a:p>
          <a:p>
            <a:endParaRPr lang="en-US" noProof="0" dirty="0"/>
          </a:p>
          <a:p>
            <a:r>
              <a:rPr lang="en-US" noProof="0" dirty="0"/>
              <a:t>Agentic LLMs might benefit from extensive compiler feedback and runtime metrics</a:t>
            </a:r>
          </a:p>
          <a:p>
            <a:r>
              <a:rPr lang="en-US" noProof="0" dirty="0"/>
              <a:t>Inspiration by ComPilot: structured back-and-forth communication</a:t>
            </a:r>
          </a:p>
        </p:txBody>
      </p:sp>
      <p:sp>
        <p:nvSpPr>
          <p:cNvPr id="4" name="Date Placeholder 3">
            <a:extLst>
              <a:ext uri="{FF2B5EF4-FFF2-40B4-BE49-F238E27FC236}">
                <a16:creationId xmlns:a16="http://schemas.microsoft.com/office/drawing/2014/main" id="{4D600627-2EB4-B0E4-6C58-9D40BFDA6DD6}"/>
              </a:ext>
            </a:extLst>
          </p:cNvPr>
          <p:cNvSpPr>
            <a:spLocks noGrp="1"/>
          </p:cNvSpPr>
          <p:nvPr>
            <p:ph type="dt" sz="half" idx="10"/>
          </p:nvPr>
        </p:nvSpPr>
        <p:spPr/>
        <p:txBody>
          <a:bodyPr/>
          <a:lstStyle/>
          <a:p>
            <a:r>
              <a:rPr lang="en-US" noProof="0"/>
              <a:t>9/5/2026</a:t>
            </a:r>
            <a:endParaRPr lang="en-US" noProof="0" dirty="0"/>
          </a:p>
        </p:txBody>
      </p:sp>
      <p:sp>
        <p:nvSpPr>
          <p:cNvPr id="5" name="Slide Number Placeholder 4">
            <a:extLst>
              <a:ext uri="{FF2B5EF4-FFF2-40B4-BE49-F238E27FC236}">
                <a16:creationId xmlns:a16="http://schemas.microsoft.com/office/drawing/2014/main" id="{EDCA47EB-C20E-1A0D-DA75-7B7C311F0375}"/>
              </a:ext>
            </a:extLst>
          </p:cNvPr>
          <p:cNvSpPr>
            <a:spLocks noGrp="1"/>
          </p:cNvSpPr>
          <p:nvPr>
            <p:ph type="sldNum" sz="quarter" idx="12"/>
          </p:nvPr>
        </p:nvSpPr>
        <p:spPr/>
        <p:txBody>
          <a:bodyPr/>
          <a:lstStyle/>
          <a:p>
            <a:r>
              <a:rPr lang="en-US" noProof="0"/>
              <a:t>35</a:t>
            </a:r>
            <a:endParaRPr lang="en-US" noProof="0" dirty="0"/>
          </a:p>
        </p:txBody>
      </p:sp>
    </p:spTree>
    <p:custDataLst>
      <p:tags r:id="rId1"/>
    </p:custDataLst>
    <p:extLst>
      <p:ext uri="{BB962C8B-B14F-4D97-AF65-F5344CB8AC3E}">
        <p14:creationId xmlns:p14="http://schemas.microsoft.com/office/powerpoint/2010/main" val="4269704961"/>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9231CC-E8C4-0B21-8037-B59EAE91DFC2}"/>
              </a:ext>
            </a:extLst>
          </p:cNvPr>
          <p:cNvSpPr>
            <a:spLocks noGrp="1"/>
          </p:cNvSpPr>
          <p:nvPr>
            <p:ph type="title"/>
          </p:nvPr>
        </p:nvSpPr>
        <p:spPr/>
        <p:txBody>
          <a:bodyPr/>
          <a:lstStyle/>
          <a:p>
            <a:r>
              <a:rPr lang="en-US" noProof="0" dirty="0"/>
              <a:t> Is </a:t>
            </a:r>
            <a:r>
              <a:rPr lang="en-US" noProof="0" dirty="0" err="1"/>
              <a:t>hvector</a:t>
            </a:r>
            <a:r>
              <a:rPr lang="en-US" noProof="0" dirty="0"/>
              <a:t> necessary?</a:t>
            </a:r>
            <a:br>
              <a:rPr lang="en-US" noProof="0" dirty="0"/>
            </a:br>
            <a:r>
              <a:rPr lang="en-US" noProof="0" dirty="0"/>
              <a:t>vector more convenient?</a:t>
            </a:r>
          </a:p>
        </p:txBody>
      </p:sp>
      <p:sp>
        <p:nvSpPr>
          <p:cNvPr id="3" name="Content Placeholder 2">
            <a:extLst>
              <a:ext uri="{FF2B5EF4-FFF2-40B4-BE49-F238E27FC236}">
                <a16:creationId xmlns:a16="http://schemas.microsoft.com/office/drawing/2014/main" id="{671A00C2-D819-CE9A-6EA6-9695C2780324}"/>
              </a:ext>
            </a:extLst>
          </p:cNvPr>
          <p:cNvSpPr>
            <a:spLocks noGrp="1"/>
          </p:cNvSpPr>
          <p:nvPr>
            <p:ph idx="1"/>
          </p:nvPr>
        </p:nvSpPr>
        <p:spPr/>
        <p:txBody>
          <a:bodyPr anchor="ctr"/>
          <a:lstStyle/>
          <a:p>
            <a:r>
              <a:rPr lang="en-US" noProof="0" dirty="0"/>
              <a:t>For a general multidimensional structure, </a:t>
            </a:r>
            <a:r>
              <a:rPr lang="en-US" noProof="0" dirty="0" err="1"/>
              <a:t>hvector</a:t>
            </a:r>
            <a:r>
              <a:rPr lang="en-US" noProof="0" dirty="0"/>
              <a:t> is more convenient</a:t>
            </a:r>
          </a:p>
          <a:p>
            <a:pPr lvl="1"/>
            <a:r>
              <a:rPr lang="en-US" noProof="0" dirty="0"/>
              <a:t>For the first iteration, vector seems like the right choice</a:t>
            </a:r>
          </a:p>
          <a:p>
            <a:pPr lvl="1"/>
            <a:r>
              <a:rPr lang="en-US" noProof="0" dirty="0"/>
              <a:t>For later iterations, the underlying datatype is the previous iteration</a:t>
            </a:r>
          </a:p>
          <a:p>
            <a:pPr lvl="2"/>
            <a:r>
              <a:rPr lang="en-US" noProof="0" dirty="0"/>
              <a:t>Then works conveniently only for contiguous-like encodings</a:t>
            </a:r>
          </a:p>
          <a:p>
            <a:pPr lvl="2"/>
            <a:r>
              <a:rPr lang="en-US" noProof="0" dirty="0"/>
              <a:t>Not for the following: the extent of sub-layout does not divide the stride of the result layout</a:t>
            </a:r>
            <a:br>
              <a:rPr lang="en-US" noProof="0" dirty="0"/>
            </a:br>
            <a:r>
              <a:rPr lang="en-US" noProof="0" dirty="0"/>
              <a:t>(see Slide 4 for better visualization of the two communicated layouts)</a:t>
            </a:r>
          </a:p>
        </p:txBody>
      </p:sp>
      <p:sp>
        <p:nvSpPr>
          <p:cNvPr id="4" name="Date Placeholder 3">
            <a:extLst>
              <a:ext uri="{FF2B5EF4-FFF2-40B4-BE49-F238E27FC236}">
                <a16:creationId xmlns:a16="http://schemas.microsoft.com/office/drawing/2014/main" id="{74CE120E-B666-59CF-BAF9-35F39BFC89E6}"/>
              </a:ext>
            </a:extLst>
          </p:cNvPr>
          <p:cNvSpPr>
            <a:spLocks noGrp="1"/>
          </p:cNvSpPr>
          <p:nvPr>
            <p:ph type="dt" sz="half" idx="10"/>
          </p:nvPr>
        </p:nvSpPr>
        <p:spPr/>
        <p:txBody>
          <a:bodyPr/>
          <a:lstStyle/>
          <a:p>
            <a:r>
              <a:rPr lang="en-US" noProof="0"/>
              <a:t>9/5/2026</a:t>
            </a:r>
            <a:endParaRPr lang="en-US" noProof="0" dirty="0"/>
          </a:p>
        </p:txBody>
      </p:sp>
      <p:sp>
        <p:nvSpPr>
          <p:cNvPr id="5" name="Slide Number Placeholder 4">
            <a:extLst>
              <a:ext uri="{FF2B5EF4-FFF2-40B4-BE49-F238E27FC236}">
                <a16:creationId xmlns:a16="http://schemas.microsoft.com/office/drawing/2014/main" id="{18EED586-2A74-4D32-AAE4-9ED352AB10CB}"/>
              </a:ext>
            </a:extLst>
          </p:cNvPr>
          <p:cNvSpPr>
            <a:spLocks noGrp="1"/>
          </p:cNvSpPr>
          <p:nvPr>
            <p:ph type="sldNum" sz="quarter" idx="12"/>
          </p:nvPr>
        </p:nvSpPr>
        <p:spPr/>
        <p:txBody>
          <a:bodyPr/>
          <a:lstStyle/>
          <a:p>
            <a:r>
              <a:rPr lang="en-US" noProof="0"/>
              <a:t>36</a:t>
            </a:r>
            <a:endParaRPr lang="en-US" noProof="0" dirty="0"/>
          </a:p>
        </p:txBody>
      </p:sp>
      <p:sp>
        <p:nvSpPr>
          <p:cNvPr id="6" name="TextBox 5">
            <a:extLst>
              <a:ext uri="{FF2B5EF4-FFF2-40B4-BE49-F238E27FC236}">
                <a16:creationId xmlns:a16="http://schemas.microsoft.com/office/drawing/2014/main" id="{E4446F09-51B2-65D1-B5C7-B33B2B727078}"/>
              </a:ext>
            </a:extLst>
          </p:cNvPr>
          <p:cNvSpPr txBox="1"/>
          <p:nvPr/>
        </p:nvSpPr>
        <p:spPr>
          <a:xfrm>
            <a:off x="4267201" y="5495658"/>
            <a:ext cx="373820" cy="369332"/>
          </a:xfrm>
          <a:prstGeom prst="rect">
            <a:avLst/>
          </a:prstGeom>
          <a:noFill/>
        </p:spPr>
        <p:txBody>
          <a:bodyPr wrap="none" rtlCol="0">
            <a:spAutoFit/>
          </a:bodyPr>
          <a:lstStyle/>
          <a:p>
            <a:r>
              <a:rPr lang="en-US" noProof="0" dirty="0"/>
              <a:t>1.</a:t>
            </a:r>
          </a:p>
        </p:txBody>
      </p:sp>
      <p:sp>
        <p:nvSpPr>
          <p:cNvPr id="7" name="Rectangle 6">
            <a:extLst>
              <a:ext uri="{FF2B5EF4-FFF2-40B4-BE49-F238E27FC236}">
                <a16:creationId xmlns:a16="http://schemas.microsoft.com/office/drawing/2014/main" id="{ED173626-BF0E-DC66-AF9C-49C4425418EF}"/>
              </a:ext>
            </a:extLst>
          </p:cNvPr>
          <p:cNvSpPr/>
          <p:nvPr/>
        </p:nvSpPr>
        <p:spPr>
          <a:xfrm>
            <a:off x="4771698" y="5495658"/>
            <a:ext cx="378372" cy="36512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9" name="Rectangle 8">
            <a:extLst>
              <a:ext uri="{FF2B5EF4-FFF2-40B4-BE49-F238E27FC236}">
                <a16:creationId xmlns:a16="http://schemas.microsoft.com/office/drawing/2014/main" id="{72FE75E6-20CA-0C32-444D-F5E72974B166}"/>
              </a:ext>
            </a:extLst>
          </p:cNvPr>
          <p:cNvSpPr/>
          <p:nvPr/>
        </p:nvSpPr>
        <p:spPr>
          <a:xfrm>
            <a:off x="5906814" y="5495653"/>
            <a:ext cx="378372" cy="36512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Rectangle 10">
            <a:extLst>
              <a:ext uri="{FF2B5EF4-FFF2-40B4-BE49-F238E27FC236}">
                <a16:creationId xmlns:a16="http://schemas.microsoft.com/office/drawing/2014/main" id="{AACFBA8D-FE38-38D4-9ED4-818152959C8D}"/>
              </a:ext>
            </a:extLst>
          </p:cNvPr>
          <p:cNvSpPr/>
          <p:nvPr/>
        </p:nvSpPr>
        <p:spPr>
          <a:xfrm>
            <a:off x="7049968" y="5495650"/>
            <a:ext cx="378372" cy="36512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3" name="Rectangle 12">
            <a:extLst>
              <a:ext uri="{FF2B5EF4-FFF2-40B4-BE49-F238E27FC236}">
                <a16:creationId xmlns:a16="http://schemas.microsoft.com/office/drawing/2014/main" id="{D81B5FB8-3E80-148D-A1CF-7D8097D394FC}"/>
              </a:ext>
            </a:extLst>
          </p:cNvPr>
          <p:cNvSpPr/>
          <p:nvPr/>
        </p:nvSpPr>
        <p:spPr>
          <a:xfrm>
            <a:off x="8195443" y="5495650"/>
            <a:ext cx="378372" cy="36512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5" name="TextBox 14">
            <a:extLst>
              <a:ext uri="{FF2B5EF4-FFF2-40B4-BE49-F238E27FC236}">
                <a16:creationId xmlns:a16="http://schemas.microsoft.com/office/drawing/2014/main" id="{C63AD2B4-D9EF-D3CE-FC20-5695D2C82C8E}"/>
              </a:ext>
            </a:extLst>
          </p:cNvPr>
          <p:cNvSpPr txBox="1"/>
          <p:nvPr/>
        </p:nvSpPr>
        <p:spPr>
          <a:xfrm>
            <a:off x="4267201" y="5987017"/>
            <a:ext cx="373820" cy="369332"/>
          </a:xfrm>
          <a:prstGeom prst="rect">
            <a:avLst/>
          </a:prstGeom>
          <a:noFill/>
        </p:spPr>
        <p:txBody>
          <a:bodyPr wrap="none" rtlCol="0">
            <a:spAutoFit/>
          </a:bodyPr>
          <a:lstStyle/>
          <a:p>
            <a:r>
              <a:rPr lang="en-US" noProof="0" dirty="0"/>
              <a:t>2.</a:t>
            </a:r>
          </a:p>
        </p:txBody>
      </p:sp>
      <p:sp>
        <p:nvSpPr>
          <p:cNvPr id="17" name="Rectangle 16">
            <a:extLst>
              <a:ext uri="{FF2B5EF4-FFF2-40B4-BE49-F238E27FC236}">
                <a16:creationId xmlns:a16="http://schemas.microsoft.com/office/drawing/2014/main" id="{BE996E37-8BAE-6155-A295-145A6CCF4B82}"/>
              </a:ext>
            </a:extLst>
          </p:cNvPr>
          <p:cNvSpPr/>
          <p:nvPr/>
        </p:nvSpPr>
        <p:spPr>
          <a:xfrm>
            <a:off x="4771698" y="5987017"/>
            <a:ext cx="378372" cy="36512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Rectangle 18">
            <a:extLst>
              <a:ext uri="{FF2B5EF4-FFF2-40B4-BE49-F238E27FC236}">
                <a16:creationId xmlns:a16="http://schemas.microsoft.com/office/drawing/2014/main" id="{C77AC894-FDFC-15D2-D531-72EF1A4246F3}"/>
              </a:ext>
            </a:extLst>
          </p:cNvPr>
          <p:cNvSpPr/>
          <p:nvPr/>
        </p:nvSpPr>
        <p:spPr>
          <a:xfrm>
            <a:off x="5906814" y="5987012"/>
            <a:ext cx="378372" cy="36512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1" name="Rectangle 20">
            <a:extLst>
              <a:ext uri="{FF2B5EF4-FFF2-40B4-BE49-F238E27FC236}">
                <a16:creationId xmlns:a16="http://schemas.microsoft.com/office/drawing/2014/main" id="{AAD899D7-8DF9-519A-B48F-0662D93D854D}"/>
              </a:ext>
            </a:extLst>
          </p:cNvPr>
          <p:cNvSpPr/>
          <p:nvPr/>
        </p:nvSpPr>
        <p:spPr>
          <a:xfrm>
            <a:off x="7049968" y="5987009"/>
            <a:ext cx="378372" cy="36512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3" name="Rectangle 22">
            <a:extLst>
              <a:ext uri="{FF2B5EF4-FFF2-40B4-BE49-F238E27FC236}">
                <a16:creationId xmlns:a16="http://schemas.microsoft.com/office/drawing/2014/main" id="{1E53DBD4-FED9-7F10-40C8-168760C29B11}"/>
              </a:ext>
            </a:extLst>
          </p:cNvPr>
          <p:cNvSpPr/>
          <p:nvPr/>
        </p:nvSpPr>
        <p:spPr>
          <a:xfrm>
            <a:off x="8195443" y="5987009"/>
            <a:ext cx="378372" cy="36512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5" name="Rectangle 24">
            <a:extLst>
              <a:ext uri="{FF2B5EF4-FFF2-40B4-BE49-F238E27FC236}">
                <a16:creationId xmlns:a16="http://schemas.microsoft.com/office/drawing/2014/main" id="{C071E504-7CC1-B356-FAE6-A5DBFF0C87C7}"/>
              </a:ext>
            </a:extLst>
          </p:cNvPr>
          <p:cNvSpPr/>
          <p:nvPr/>
        </p:nvSpPr>
        <p:spPr>
          <a:xfrm>
            <a:off x="5150070" y="5987016"/>
            <a:ext cx="378372" cy="365125"/>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noProof="0" dirty="0"/>
          </a:p>
        </p:txBody>
      </p:sp>
      <p:sp>
        <p:nvSpPr>
          <p:cNvPr id="27" name="Rectangle 26">
            <a:extLst>
              <a:ext uri="{FF2B5EF4-FFF2-40B4-BE49-F238E27FC236}">
                <a16:creationId xmlns:a16="http://schemas.microsoft.com/office/drawing/2014/main" id="{F6CB748B-0E70-E5A5-F020-DA07D9CB2730}"/>
              </a:ext>
            </a:extLst>
          </p:cNvPr>
          <p:cNvSpPr/>
          <p:nvPr/>
        </p:nvSpPr>
        <p:spPr>
          <a:xfrm>
            <a:off x="6285186" y="5987011"/>
            <a:ext cx="378372" cy="365125"/>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noProof="0" dirty="0"/>
          </a:p>
        </p:txBody>
      </p:sp>
      <p:sp>
        <p:nvSpPr>
          <p:cNvPr id="29" name="Rectangle 28">
            <a:extLst>
              <a:ext uri="{FF2B5EF4-FFF2-40B4-BE49-F238E27FC236}">
                <a16:creationId xmlns:a16="http://schemas.microsoft.com/office/drawing/2014/main" id="{D8CFBA8D-EA0C-ED86-7BBC-6F8DB3D90524}"/>
              </a:ext>
            </a:extLst>
          </p:cNvPr>
          <p:cNvSpPr/>
          <p:nvPr/>
        </p:nvSpPr>
        <p:spPr>
          <a:xfrm>
            <a:off x="7428340" y="5987008"/>
            <a:ext cx="378372" cy="365125"/>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noProof="0" dirty="0"/>
          </a:p>
        </p:txBody>
      </p:sp>
      <p:sp>
        <p:nvSpPr>
          <p:cNvPr id="31" name="Rectangle 30">
            <a:extLst>
              <a:ext uri="{FF2B5EF4-FFF2-40B4-BE49-F238E27FC236}">
                <a16:creationId xmlns:a16="http://schemas.microsoft.com/office/drawing/2014/main" id="{FFC0ADC7-CBA2-EB31-FD31-8FAB768F3C96}"/>
              </a:ext>
            </a:extLst>
          </p:cNvPr>
          <p:cNvSpPr/>
          <p:nvPr/>
        </p:nvSpPr>
        <p:spPr>
          <a:xfrm>
            <a:off x="8573815" y="5987008"/>
            <a:ext cx="378372" cy="365125"/>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noProof="0" dirty="0"/>
          </a:p>
        </p:txBody>
      </p:sp>
      <p:sp>
        <p:nvSpPr>
          <p:cNvPr id="33" name="Rectangle 32">
            <a:extLst>
              <a:ext uri="{FF2B5EF4-FFF2-40B4-BE49-F238E27FC236}">
                <a16:creationId xmlns:a16="http://schemas.microsoft.com/office/drawing/2014/main" id="{0BB49EF2-834B-00B9-CCAF-6035659289E3}"/>
              </a:ext>
            </a:extLst>
          </p:cNvPr>
          <p:cNvSpPr/>
          <p:nvPr/>
        </p:nvSpPr>
        <p:spPr>
          <a:xfrm>
            <a:off x="5528442" y="5987014"/>
            <a:ext cx="378372" cy="365125"/>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noProof="0" dirty="0"/>
          </a:p>
        </p:txBody>
      </p:sp>
      <p:sp>
        <p:nvSpPr>
          <p:cNvPr id="35" name="Rectangle 34">
            <a:extLst>
              <a:ext uri="{FF2B5EF4-FFF2-40B4-BE49-F238E27FC236}">
                <a16:creationId xmlns:a16="http://schemas.microsoft.com/office/drawing/2014/main" id="{03556D99-5A2D-184E-D039-451132AD5FE0}"/>
              </a:ext>
            </a:extLst>
          </p:cNvPr>
          <p:cNvSpPr/>
          <p:nvPr/>
        </p:nvSpPr>
        <p:spPr>
          <a:xfrm>
            <a:off x="6663558" y="5987009"/>
            <a:ext cx="378372" cy="365125"/>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noProof="0" dirty="0"/>
          </a:p>
        </p:txBody>
      </p:sp>
      <p:sp>
        <p:nvSpPr>
          <p:cNvPr id="37" name="Rectangle 36">
            <a:extLst>
              <a:ext uri="{FF2B5EF4-FFF2-40B4-BE49-F238E27FC236}">
                <a16:creationId xmlns:a16="http://schemas.microsoft.com/office/drawing/2014/main" id="{D658752F-1256-ECD3-4378-261ADA797F54}"/>
              </a:ext>
            </a:extLst>
          </p:cNvPr>
          <p:cNvSpPr/>
          <p:nvPr/>
        </p:nvSpPr>
        <p:spPr>
          <a:xfrm>
            <a:off x="7806712" y="5987006"/>
            <a:ext cx="378372" cy="365125"/>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noProof="0" dirty="0"/>
          </a:p>
        </p:txBody>
      </p:sp>
      <p:sp>
        <p:nvSpPr>
          <p:cNvPr id="39" name="Rectangle 38">
            <a:extLst>
              <a:ext uri="{FF2B5EF4-FFF2-40B4-BE49-F238E27FC236}">
                <a16:creationId xmlns:a16="http://schemas.microsoft.com/office/drawing/2014/main" id="{4812BFAD-5F87-4E46-3C3B-8B136D168949}"/>
              </a:ext>
            </a:extLst>
          </p:cNvPr>
          <p:cNvSpPr/>
          <p:nvPr/>
        </p:nvSpPr>
        <p:spPr>
          <a:xfrm>
            <a:off x="8952187" y="5987006"/>
            <a:ext cx="378372" cy="365125"/>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noProof="0" dirty="0"/>
          </a:p>
        </p:txBody>
      </p:sp>
      <p:sp>
        <p:nvSpPr>
          <p:cNvPr id="40" name="TextBox 39">
            <a:extLst>
              <a:ext uri="{FF2B5EF4-FFF2-40B4-BE49-F238E27FC236}">
                <a16:creationId xmlns:a16="http://schemas.microsoft.com/office/drawing/2014/main" id="{3B057709-2131-BEA4-A760-B569B0EC1EFB}"/>
              </a:ext>
            </a:extLst>
          </p:cNvPr>
          <p:cNvSpPr txBox="1"/>
          <p:nvPr/>
        </p:nvSpPr>
        <p:spPr>
          <a:xfrm>
            <a:off x="328993" y="1734207"/>
            <a:ext cx="10966465" cy="523220"/>
          </a:xfrm>
          <a:prstGeom prst="rect">
            <a:avLst/>
          </a:prstGeom>
          <a:noFill/>
        </p:spPr>
        <p:txBody>
          <a:bodyPr wrap="none" rtlCol="0">
            <a:spAutoFit/>
          </a:bodyPr>
          <a:lstStyle/>
          <a:p>
            <a:pPr algn="ctr"/>
            <a:r>
              <a:rPr lang="en-US" sz="2800" dirty="0"/>
              <a:t>(context: </a:t>
            </a:r>
            <a:r>
              <a:rPr lang="en-US" sz="2800" dirty="0" err="1"/>
              <a:t>type_vector</a:t>
            </a:r>
            <a:r>
              <a:rPr lang="en-US" sz="2800" dirty="0"/>
              <a:t> uses extent of the underlying type for offset calc.)</a:t>
            </a:r>
          </a:p>
        </p:txBody>
      </p:sp>
      <p:sp>
        <p:nvSpPr>
          <p:cNvPr id="8" name="Right Brace 7">
            <a:extLst>
              <a:ext uri="{FF2B5EF4-FFF2-40B4-BE49-F238E27FC236}">
                <a16:creationId xmlns:a16="http://schemas.microsoft.com/office/drawing/2014/main" id="{A97C4AB7-8F17-4C92-1028-4CC06934D205}"/>
              </a:ext>
            </a:extLst>
          </p:cNvPr>
          <p:cNvSpPr/>
          <p:nvPr/>
        </p:nvSpPr>
        <p:spPr>
          <a:xfrm rot="16200000">
            <a:off x="6611251" y="3528668"/>
            <a:ext cx="104615" cy="3802117"/>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0" name="TextBox 9">
            <a:extLst>
              <a:ext uri="{FF2B5EF4-FFF2-40B4-BE49-F238E27FC236}">
                <a16:creationId xmlns:a16="http://schemas.microsoft.com/office/drawing/2014/main" id="{5A02E8D5-F21B-9668-E4EF-AB0E1DD30169}"/>
              </a:ext>
            </a:extLst>
          </p:cNvPr>
          <p:cNvSpPr txBox="1"/>
          <p:nvPr/>
        </p:nvSpPr>
        <p:spPr>
          <a:xfrm>
            <a:off x="6228375" y="5026152"/>
            <a:ext cx="870367" cy="400110"/>
          </a:xfrm>
          <a:prstGeom prst="rect">
            <a:avLst/>
          </a:prstGeom>
          <a:noFill/>
        </p:spPr>
        <p:txBody>
          <a:bodyPr wrap="none" rtlCol="0" anchor="b">
            <a:spAutoFit/>
          </a:bodyPr>
          <a:lstStyle/>
          <a:p>
            <a:pPr algn="ctr"/>
            <a:r>
              <a:rPr lang="en-US" sz="2000" dirty="0"/>
              <a:t>extent</a:t>
            </a:r>
          </a:p>
        </p:txBody>
      </p:sp>
      <p:sp>
        <p:nvSpPr>
          <p:cNvPr id="14" name="Right Brace 13">
            <a:extLst>
              <a:ext uri="{FF2B5EF4-FFF2-40B4-BE49-F238E27FC236}">
                <a16:creationId xmlns:a16="http://schemas.microsoft.com/office/drawing/2014/main" id="{A67D3EE3-3CE5-18DC-C41F-978BC4DB7EEF}"/>
              </a:ext>
            </a:extLst>
          </p:cNvPr>
          <p:cNvSpPr/>
          <p:nvPr/>
        </p:nvSpPr>
        <p:spPr>
          <a:xfrm rot="5400000">
            <a:off x="5120513" y="6223859"/>
            <a:ext cx="59115" cy="378374"/>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6" name="TextBox 15">
            <a:extLst>
              <a:ext uri="{FF2B5EF4-FFF2-40B4-BE49-F238E27FC236}">
                <a16:creationId xmlns:a16="http://schemas.microsoft.com/office/drawing/2014/main" id="{618F4901-DE99-509C-6FD1-48F638F093B4}"/>
              </a:ext>
            </a:extLst>
          </p:cNvPr>
          <p:cNvSpPr txBox="1"/>
          <p:nvPr/>
        </p:nvSpPr>
        <p:spPr>
          <a:xfrm>
            <a:off x="4749560" y="6410087"/>
            <a:ext cx="817853" cy="400110"/>
          </a:xfrm>
          <a:prstGeom prst="rect">
            <a:avLst/>
          </a:prstGeom>
          <a:noFill/>
        </p:spPr>
        <p:txBody>
          <a:bodyPr wrap="none" rtlCol="0" anchor="t">
            <a:spAutoFit/>
          </a:bodyPr>
          <a:lstStyle/>
          <a:p>
            <a:pPr algn="ctr"/>
            <a:r>
              <a:rPr lang="en-US" sz="2000" dirty="0"/>
              <a:t>stride</a:t>
            </a:r>
          </a:p>
        </p:txBody>
      </p:sp>
    </p:spTree>
    <p:custDataLst>
      <p:tags r:id="rId1"/>
    </p:custDataLst>
    <p:extLst>
      <p:ext uri="{BB962C8B-B14F-4D97-AF65-F5344CB8AC3E}">
        <p14:creationId xmlns:p14="http://schemas.microsoft.com/office/powerpoint/2010/main" val="134891654"/>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A79577-4141-543D-D922-3370CFEB625E}"/>
              </a:ext>
            </a:extLst>
          </p:cNvPr>
          <p:cNvSpPr>
            <a:spLocks noGrp="1"/>
          </p:cNvSpPr>
          <p:nvPr>
            <p:ph type="title"/>
          </p:nvPr>
        </p:nvSpPr>
        <p:spPr/>
        <p:txBody>
          <a:bodyPr/>
          <a:lstStyle/>
          <a:p>
            <a:r>
              <a:rPr lang="en-US" noProof="0" dirty="0"/>
              <a:t>Is Noarr used outside the department?</a:t>
            </a:r>
            <a:br>
              <a:rPr lang="en-US" noProof="0" dirty="0"/>
            </a:br>
            <a:r>
              <a:rPr lang="en-US" noProof="0" dirty="0"/>
              <a:t>If not, why?</a:t>
            </a:r>
          </a:p>
        </p:txBody>
      </p:sp>
      <p:sp>
        <p:nvSpPr>
          <p:cNvPr id="3" name="Content Placeholder 2">
            <a:extLst>
              <a:ext uri="{FF2B5EF4-FFF2-40B4-BE49-F238E27FC236}">
                <a16:creationId xmlns:a16="http://schemas.microsoft.com/office/drawing/2014/main" id="{31E821CD-BE7F-B010-9DB1-510E4FCFFBDE}"/>
              </a:ext>
            </a:extLst>
          </p:cNvPr>
          <p:cNvSpPr>
            <a:spLocks noGrp="1"/>
          </p:cNvSpPr>
          <p:nvPr>
            <p:ph idx="1"/>
          </p:nvPr>
        </p:nvSpPr>
        <p:spPr/>
        <p:txBody>
          <a:bodyPr anchor="ctr"/>
          <a:lstStyle/>
          <a:p>
            <a:r>
              <a:rPr lang="en-US" noProof="0" dirty="0"/>
              <a:t>Some little use</a:t>
            </a:r>
          </a:p>
          <a:p>
            <a:pPr lvl="1"/>
            <a:r>
              <a:rPr lang="en-US" noProof="0" dirty="0"/>
              <a:t>Adam </a:t>
            </a:r>
            <a:r>
              <a:rPr lang="en-US" noProof="0" dirty="0" err="1"/>
              <a:t>Šmelko</a:t>
            </a:r>
            <a:r>
              <a:rPr lang="en-US" noProof="0" dirty="0"/>
              <a:t> (past member of the department)</a:t>
            </a:r>
          </a:p>
          <a:p>
            <a:pPr lvl="1"/>
            <a:r>
              <a:rPr lang="en-US" noProof="0" dirty="0"/>
              <a:t>Marek </a:t>
            </a:r>
            <a:r>
              <a:rPr lang="en-US" noProof="0" dirty="0" err="1"/>
              <a:t>Čupr</a:t>
            </a:r>
            <a:r>
              <a:rPr lang="en-US" noProof="0" dirty="0"/>
              <a:t> (BUT student)</a:t>
            </a:r>
          </a:p>
          <a:p>
            <a:r>
              <a:rPr lang="en-US" noProof="0" dirty="0"/>
              <a:t>Noarr is mostly an experimental tool</a:t>
            </a:r>
          </a:p>
          <a:p>
            <a:r>
              <a:rPr lang="en-US" noProof="0" dirty="0"/>
              <a:t>Development tied to research</a:t>
            </a:r>
          </a:p>
          <a:p>
            <a:endParaRPr lang="en-US" noProof="0" dirty="0"/>
          </a:p>
        </p:txBody>
      </p:sp>
      <p:sp>
        <p:nvSpPr>
          <p:cNvPr id="4" name="Date Placeholder 3">
            <a:extLst>
              <a:ext uri="{FF2B5EF4-FFF2-40B4-BE49-F238E27FC236}">
                <a16:creationId xmlns:a16="http://schemas.microsoft.com/office/drawing/2014/main" id="{24530F84-F1D1-A8AF-C539-37F86DA2DC81}"/>
              </a:ext>
            </a:extLst>
          </p:cNvPr>
          <p:cNvSpPr>
            <a:spLocks noGrp="1"/>
          </p:cNvSpPr>
          <p:nvPr>
            <p:ph type="dt" sz="half" idx="10"/>
          </p:nvPr>
        </p:nvSpPr>
        <p:spPr/>
        <p:txBody>
          <a:bodyPr/>
          <a:lstStyle/>
          <a:p>
            <a:r>
              <a:rPr lang="en-US" noProof="0"/>
              <a:t>9/5/2026</a:t>
            </a:r>
            <a:endParaRPr lang="en-US" noProof="0" dirty="0"/>
          </a:p>
        </p:txBody>
      </p:sp>
      <p:sp>
        <p:nvSpPr>
          <p:cNvPr id="5" name="Slide Number Placeholder 4">
            <a:extLst>
              <a:ext uri="{FF2B5EF4-FFF2-40B4-BE49-F238E27FC236}">
                <a16:creationId xmlns:a16="http://schemas.microsoft.com/office/drawing/2014/main" id="{02BCFBEF-2181-071A-E2A2-850955C7B133}"/>
              </a:ext>
            </a:extLst>
          </p:cNvPr>
          <p:cNvSpPr>
            <a:spLocks noGrp="1"/>
          </p:cNvSpPr>
          <p:nvPr>
            <p:ph type="sldNum" sz="quarter" idx="12"/>
          </p:nvPr>
        </p:nvSpPr>
        <p:spPr/>
        <p:txBody>
          <a:bodyPr/>
          <a:lstStyle/>
          <a:p>
            <a:r>
              <a:rPr lang="en-US" noProof="0"/>
              <a:t>37</a:t>
            </a:r>
            <a:endParaRPr lang="en-US" noProof="0" dirty="0"/>
          </a:p>
        </p:txBody>
      </p:sp>
    </p:spTree>
    <p:custDataLst>
      <p:tags r:id="rId1"/>
    </p:custDataLst>
    <p:extLst>
      <p:ext uri="{BB962C8B-B14F-4D97-AF65-F5344CB8AC3E}">
        <p14:creationId xmlns:p14="http://schemas.microsoft.com/office/powerpoint/2010/main" val="1750738551"/>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513DB4-56B7-B5F6-DADB-224E92331A19}"/>
              </a:ext>
            </a:extLst>
          </p:cNvPr>
          <p:cNvSpPr>
            <a:spLocks noGrp="1"/>
          </p:cNvSpPr>
          <p:nvPr>
            <p:ph type="title"/>
          </p:nvPr>
        </p:nvSpPr>
        <p:spPr/>
        <p:txBody>
          <a:bodyPr>
            <a:normAutofit/>
          </a:bodyPr>
          <a:lstStyle/>
          <a:p>
            <a:r>
              <a:rPr lang="en-US" noProof="0" dirty="0"/>
              <a:t>Can Noarr naturally incorporate</a:t>
            </a:r>
            <a:br>
              <a:rPr lang="en-US" noProof="0" dirty="0"/>
            </a:br>
            <a:r>
              <a:rPr lang="en-US" noProof="0" dirty="0"/>
              <a:t>#pragma </a:t>
            </a:r>
            <a:r>
              <a:rPr lang="en-US" noProof="0" dirty="0" err="1"/>
              <a:t>omp</a:t>
            </a:r>
            <a:r>
              <a:rPr lang="en-US" noProof="0" dirty="0"/>
              <a:t> </a:t>
            </a:r>
            <a:r>
              <a:rPr lang="en-US" noProof="0" dirty="0" err="1"/>
              <a:t>simd</a:t>
            </a:r>
            <a:r>
              <a:rPr lang="en-US" noProof="0" dirty="0"/>
              <a:t> or SIMD-aware traversers</a:t>
            </a:r>
          </a:p>
        </p:txBody>
      </p:sp>
      <p:sp>
        <p:nvSpPr>
          <p:cNvPr id="3" name="Content Placeholder 2">
            <a:extLst>
              <a:ext uri="{FF2B5EF4-FFF2-40B4-BE49-F238E27FC236}">
                <a16:creationId xmlns:a16="http://schemas.microsoft.com/office/drawing/2014/main" id="{BC42B871-DAA1-BBF1-B375-5D0537118BC2}"/>
              </a:ext>
            </a:extLst>
          </p:cNvPr>
          <p:cNvSpPr>
            <a:spLocks noGrp="1"/>
          </p:cNvSpPr>
          <p:nvPr>
            <p:ph idx="1"/>
          </p:nvPr>
        </p:nvSpPr>
        <p:spPr/>
        <p:txBody>
          <a:bodyPr anchor="ctr"/>
          <a:lstStyle/>
          <a:p>
            <a:r>
              <a:rPr lang="en-US" noProof="0" dirty="0"/>
              <a:t>OpenMP SIMD explicitly rejects class-based iteration (e.g., range-based for)</a:t>
            </a:r>
          </a:p>
          <a:p>
            <a:pPr lvl="1"/>
            <a:r>
              <a:rPr lang="en-US" noProof="0" dirty="0">
                <a:latin typeface="Fira Code" panose="020B0809050000020004" pitchFamily="49" charset="0"/>
                <a:ea typeface="Fira Code" panose="020B0809050000020004" pitchFamily="49" charset="0"/>
                <a:cs typeface="Fira Code" panose="020B0809050000020004" pitchFamily="49" charset="0"/>
              </a:rPr>
              <a:t>#pragma </a:t>
            </a:r>
            <a:r>
              <a:rPr lang="en-US" noProof="0" dirty="0" err="1">
                <a:latin typeface="Fira Code" panose="020B0809050000020004" pitchFamily="49" charset="0"/>
                <a:ea typeface="Fira Code" panose="020B0809050000020004" pitchFamily="49" charset="0"/>
                <a:cs typeface="Fira Code" panose="020B0809050000020004" pitchFamily="49" charset="0"/>
              </a:rPr>
              <a:t>omp</a:t>
            </a:r>
            <a:r>
              <a:rPr lang="en-US" noProof="0" dirty="0">
                <a:latin typeface="Fira Code" panose="020B0809050000020004" pitchFamily="49" charset="0"/>
                <a:ea typeface="Fira Code" panose="020B0809050000020004" pitchFamily="49" charset="0"/>
                <a:cs typeface="Fira Code" panose="020B0809050000020004" pitchFamily="49" charset="0"/>
              </a:rPr>
              <a:t> </a:t>
            </a:r>
            <a:r>
              <a:rPr lang="en-US" noProof="0" dirty="0" err="1">
                <a:latin typeface="Fira Code" panose="020B0809050000020004" pitchFamily="49" charset="0"/>
                <a:ea typeface="Fira Code" panose="020B0809050000020004" pitchFamily="49" charset="0"/>
                <a:cs typeface="Fira Code" panose="020B0809050000020004" pitchFamily="49" charset="0"/>
              </a:rPr>
              <a:t>simd</a:t>
            </a:r>
            <a:r>
              <a:rPr lang="en-US" noProof="0" dirty="0"/>
              <a:t> specifically may be in explicit SIMD-enabled for_each</a:t>
            </a:r>
          </a:p>
          <a:p>
            <a:pPr marL="914400" lvl="2" indent="0">
              <a:buNone/>
            </a:pPr>
            <a:r>
              <a:rPr lang="en-US" dirty="0" err="1">
                <a:solidFill>
                  <a:srgbClr val="001080"/>
                </a:solidFill>
                <a:latin typeface="Fira Code" panose="020B0809050000020004" pitchFamily="49" charset="0"/>
              </a:rPr>
              <a:t>traverser</a:t>
            </a:r>
            <a:r>
              <a:rPr lang="en-US" dirty="0" err="1">
                <a:latin typeface="Fira Code" panose="020B0809050000020004" pitchFamily="49" charset="0"/>
                <a:ea typeface="Fira Code" panose="020B0809050000020004" pitchFamily="49" charset="0"/>
                <a:cs typeface="Fira Code" panose="020B0809050000020004" pitchFamily="49" charset="0"/>
              </a:rPr>
              <a:t>.</a:t>
            </a:r>
            <a:r>
              <a:rPr lang="en-US" dirty="0" err="1">
                <a:solidFill>
                  <a:srgbClr val="795E26"/>
                </a:solidFill>
                <a:latin typeface="Fira Code" panose="020B0809050000020004" pitchFamily="49" charset="0"/>
                <a:ea typeface="Fira Code" panose="020B0809050000020004" pitchFamily="49" charset="0"/>
                <a:cs typeface="Fira Code" panose="020B0809050000020004" pitchFamily="49" charset="0"/>
              </a:rPr>
              <a:t>omp_simd_for_each</a:t>
            </a:r>
            <a:r>
              <a:rPr lang="en-US" noProof="0" dirty="0">
                <a:latin typeface="Fira Code" panose="020B0809050000020004" pitchFamily="49" charset="0"/>
                <a:ea typeface="Fira Code" panose="020B0809050000020004" pitchFamily="49" charset="0"/>
                <a:cs typeface="Fira Code" panose="020B0809050000020004" pitchFamily="49" charset="0"/>
              </a:rPr>
              <a:t>(…)</a:t>
            </a:r>
          </a:p>
          <a:p>
            <a:r>
              <a:rPr lang="en-US" noProof="0" dirty="0"/>
              <a:t>More extensive OpenMP pragma support challenging</a:t>
            </a:r>
          </a:p>
          <a:p>
            <a:r>
              <a:rPr lang="en-US" noProof="0" dirty="0"/>
              <a:t>Future SIMD-aware traversers</a:t>
            </a:r>
          </a:p>
          <a:p>
            <a:pPr lvl="1"/>
            <a:r>
              <a:rPr lang="en-US" noProof="0" dirty="0"/>
              <a:t>Possible with computation-aware abstractions</a:t>
            </a:r>
          </a:p>
          <a:p>
            <a:pPr lvl="1"/>
            <a:r>
              <a:rPr lang="en-US" noProof="0" dirty="0"/>
              <a:t>Noarr already implements “planners” </a:t>
            </a:r>
            <a:r>
              <a:rPr lang="en-US" noProof="0" dirty="0">
                <a:sym typeface="Wingdings" panose="05000000000000000000" pitchFamily="2" charset="2"/>
              </a:rPr>
              <a:t> traversers that store the computation and enable more expressive transformations</a:t>
            </a:r>
            <a:endParaRPr lang="en-US" noProof="0" dirty="0"/>
          </a:p>
        </p:txBody>
      </p:sp>
      <p:sp>
        <p:nvSpPr>
          <p:cNvPr id="4" name="Date Placeholder 3">
            <a:extLst>
              <a:ext uri="{FF2B5EF4-FFF2-40B4-BE49-F238E27FC236}">
                <a16:creationId xmlns:a16="http://schemas.microsoft.com/office/drawing/2014/main" id="{1892527F-86FC-931B-BB6D-A846949E1C75}"/>
              </a:ext>
            </a:extLst>
          </p:cNvPr>
          <p:cNvSpPr>
            <a:spLocks noGrp="1"/>
          </p:cNvSpPr>
          <p:nvPr>
            <p:ph type="dt" sz="half" idx="10"/>
          </p:nvPr>
        </p:nvSpPr>
        <p:spPr/>
        <p:txBody>
          <a:bodyPr/>
          <a:lstStyle/>
          <a:p>
            <a:r>
              <a:rPr lang="en-US" noProof="0"/>
              <a:t>9/5/2026</a:t>
            </a:r>
            <a:endParaRPr lang="en-US" noProof="0" dirty="0"/>
          </a:p>
        </p:txBody>
      </p:sp>
      <p:sp>
        <p:nvSpPr>
          <p:cNvPr id="5" name="Slide Number Placeholder 4">
            <a:extLst>
              <a:ext uri="{FF2B5EF4-FFF2-40B4-BE49-F238E27FC236}">
                <a16:creationId xmlns:a16="http://schemas.microsoft.com/office/drawing/2014/main" id="{8311E580-80EB-54AE-90EB-F7D45DA0B45E}"/>
              </a:ext>
            </a:extLst>
          </p:cNvPr>
          <p:cNvSpPr>
            <a:spLocks noGrp="1"/>
          </p:cNvSpPr>
          <p:nvPr>
            <p:ph type="sldNum" sz="quarter" idx="12"/>
          </p:nvPr>
        </p:nvSpPr>
        <p:spPr/>
        <p:txBody>
          <a:bodyPr/>
          <a:lstStyle/>
          <a:p>
            <a:r>
              <a:rPr lang="en-US" noProof="0"/>
              <a:t>38</a:t>
            </a:r>
            <a:endParaRPr lang="en-US" noProof="0" dirty="0"/>
          </a:p>
        </p:txBody>
      </p:sp>
    </p:spTree>
    <p:custDataLst>
      <p:tags r:id="rId1"/>
    </p:custDataLst>
    <p:extLst>
      <p:ext uri="{BB962C8B-B14F-4D97-AF65-F5344CB8AC3E}">
        <p14:creationId xmlns:p14="http://schemas.microsoft.com/office/powerpoint/2010/main" val="2029581641"/>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75DEE5-750D-2E34-780B-7B30703452C0}"/>
              </a:ext>
            </a:extLst>
          </p:cNvPr>
          <p:cNvSpPr>
            <a:spLocks noGrp="1"/>
          </p:cNvSpPr>
          <p:nvPr>
            <p:ph type="title"/>
          </p:nvPr>
        </p:nvSpPr>
        <p:spPr/>
        <p:txBody>
          <a:bodyPr/>
          <a:lstStyle/>
          <a:p>
            <a:r>
              <a:rPr lang="en-US" noProof="0" dirty="0"/>
              <a:t>Novelty in layout- and traversal-agnosticism</a:t>
            </a:r>
          </a:p>
        </p:txBody>
      </p:sp>
      <p:sp>
        <p:nvSpPr>
          <p:cNvPr id="3" name="Content Placeholder 2">
            <a:extLst>
              <a:ext uri="{FF2B5EF4-FFF2-40B4-BE49-F238E27FC236}">
                <a16:creationId xmlns:a16="http://schemas.microsoft.com/office/drawing/2014/main" id="{7A4C7CE7-A5CF-9AB9-4808-73A235F6B8CE}"/>
              </a:ext>
            </a:extLst>
          </p:cNvPr>
          <p:cNvSpPr>
            <a:spLocks noGrp="1"/>
          </p:cNvSpPr>
          <p:nvPr>
            <p:ph idx="1"/>
          </p:nvPr>
        </p:nvSpPr>
        <p:spPr/>
        <p:txBody>
          <a:bodyPr anchor="ctr"/>
          <a:lstStyle/>
          <a:p>
            <a:r>
              <a:rPr lang="en-US" noProof="0" dirty="0"/>
              <a:t>We do not claim to invent these two concepts as new paradigms</a:t>
            </a:r>
          </a:p>
          <a:p>
            <a:pPr lvl="1"/>
            <a:r>
              <a:rPr lang="en-US" noProof="0" dirty="0"/>
              <a:t>The thesis explicitly studies the two concepts</a:t>
            </a:r>
          </a:p>
          <a:p>
            <a:pPr lvl="2"/>
            <a:r>
              <a:rPr lang="en-US" noProof="0" dirty="0"/>
              <a:t>introducing them as two identified underexplored principles</a:t>
            </a:r>
          </a:p>
          <a:p>
            <a:r>
              <a:rPr lang="en-US" noProof="0" dirty="0"/>
              <a:t>Main novelty</a:t>
            </a:r>
          </a:p>
          <a:p>
            <a:pPr lvl="1"/>
            <a:r>
              <a:rPr lang="en-US" noProof="0" dirty="0"/>
              <a:t>Unified approach for layout &amp; traversal-agnostic algorithm design</a:t>
            </a:r>
          </a:p>
          <a:p>
            <a:pPr lvl="1"/>
            <a:r>
              <a:rPr lang="en-US" noProof="0" dirty="0"/>
              <a:t>Named dimensions and compositional approach</a:t>
            </a:r>
          </a:p>
          <a:p>
            <a:pPr lvl="1"/>
            <a:r>
              <a:rPr lang="en-US" noProof="0" dirty="0"/>
              <a:t>Abstracting evaluation strategy and encoding for Cellular Automata</a:t>
            </a:r>
          </a:p>
        </p:txBody>
      </p:sp>
      <p:sp>
        <p:nvSpPr>
          <p:cNvPr id="4" name="Date Placeholder 3">
            <a:extLst>
              <a:ext uri="{FF2B5EF4-FFF2-40B4-BE49-F238E27FC236}">
                <a16:creationId xmlns:a16="http://schemas.microsoft.com/office/drawing/2014/main" id="{948C54E1-6E6D-2E32-65E2-74ED092C4452}"/>
              </a:ext>
            </a:extLst>
          </p:cNvPr>
          <p:cNvSpPr>
            <a:spLocks noGrp="1"/>
          </p:cNvSpPr>
          <p:nvPr>
            <p:ph type="dt" sz="half" idx="10"/>
          </p:nvPr>
        </p:nvSpPr>
        <p:spPr/>
        <p:txBody>
          <a:bodyPr/>
          <a:lstStyle/>
          <a:p>
            <a:r>
              <a:rPr lang="en-US" noProof="0"/>
              <a:t>9/5/2026</a:t>
            </a:r>
            <a:endParaRPr lang="en-US" noProof="0" dirty="0"/>
          </a:p>
        </p:txBody>
      </p:sp>
      <p:sp>
        <p:nvSpPr>
          <p:cNvPr id="5" name="Slide Number Placeholder 4">
            <a:extLst>
              <a:ext uri="{FF2B5EF4-FFF2-40B4-BE49-F238E27FC236}">
                <a16:creationId xmlns:a16="http://schemas.microsoft.com/office/drawing/2014/main" id="{4F0AAC9A-8584-05EF-C97F-9A8A4DE36F9D}"/>
              </a:ext>
            </a:extLst>
          </p:cNvPr>
          <p:cNvSpPr>
            <a:spLocks noGrp="1"/>
          </p:cNvSpPr>
          <p:nvPr>
            <p:ph type="sldNum" sz="quarter" idx="12"/>
          </p:nvPr>
        </p:nvSpPr>
        <p:spPr/>
        <p:txBody>
          <a:bodyPr/>
          <a:lstStyle/>
          <a:p>
            <a:r>
              <a:rPr lang="en-US" noProof="0"/>
              <a:t>39</a:t>
            </a:r>
            <a:endParaRPr lang="en-US" noProof="0" dirty="0"/>
          </a:p>
        </p:txBody>
      </p:sp>
    </p:spTree>
    <p:custDataLst>
      <p:tags r:id="rId1"/>
    </p:custDataLst>
    <p:extLst>
      <p:ext uri="{BB962C8B-B14F-4D97-AF65-F5344CB8AC3E}">
        <p14:creationId xmlns:p14="http://schemas.microsoft.com/office/powerpoint/2010/main" val="1756571368"/>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5B94CF-19F9-112D-5812-9019906C4F6E}"/>
              </a:ext>
            </a:extLst>
          </p:cNvPr>
          <p:cNvSpPr>
            <a:spLocks noGrp="1"/>
          </p:cNvSpPr>
          <p:nvPr>
            <p:ph type="title"/>
          </p:nvPr>
        </p:nvSpPr>
        <p:spPr/>
        <p:txBody>
          <a:bodyPr>
            <a:normAutofit/>
          </a:bodyPr>
          <a:lstStyle/>
          <a:p>
            <a:r>
              <a:rPr lang="en-US" noProof="0" dirty="0"/>
              <a:t>Which of these ideas can be found in software like Kokkos or OpenMP's loop transformations?</a:t>
            </a:r>
          </a:p>
        </p:txBody>
      </p:sp>
      <p:sp>
        <p:nvSpPr>
          <p:cNvPr id="3" name="Content Placeholder 2">
            <a:extLst>
              <a:ext uri="{FF2B5EF4-FFF2-40B4-BE49-F238E27FC236}">
                <a16:creationId xmlns:a16="http://schemas.microsoft.com/office/drawing/2014/main" id="{5E30BABB-A5A5-A95D-8DB1-6B93F86A91B6}"/>
              </a:ext>
            </a:extLst>
          </p:cNvPr>
          <p:cNvSpPr>
            <a:spLocks noGrp="1"/>
          </p:cNvSpPr>
          <p:nvPr>
            <p:ph idx="1"/>
          </p:nvPr>
        </p:nvSpPr>
        <p:spPr/>
        <p:txBody>
          <a:bodyPr>
            <a:noAutofit/>
          </a:bodyPr>
          <a:lstStyle/>
          <a:p>
            <a:pPr marL="0" indent="0">
              <a:buNone/>
            </a:pPr>
            <a:r>
              <a:rPr lang="en-US" noProof="0" dirty="0"/>
              <a:t>(reaction to layout- and traversal-agnostic design)</a:t>
            </a:r>
          </a:p>
          <a:p>
            <a:endParaRPr lang="en-US" noProof="0" dirty="0"/>
          </a:p>
          <a:p>
            <a:r>
              <a:rPr lang="en-US" noProof="0" dirty="0"/>
              <a:t>Kokkos Views (and </a:t>
            </a:r>
            <a:r>
              <a:rPr lang="en-US" noProof="0" dirty="0" err="1"/>
              <a:t>mdspans</a:t>
            </a:r>
            <a:r>
              <a:rPr lang="en-US" noProof="0" dirty="0"/>
              <a:t>) abstract physical memory layout</a:t>
            </a:r>
          </a:p>
          <a:p>
            <a:pPr lvl="1"/>
            <a:r>
              <a:rPr lang="en-US" noProof="0" dirty="0"/>
              <a:t>Limited to multidimensional arrays</a:t>
            </a:r>
          </a:p>
          <a:p>
            <a:pPr lvl="1"/>
            <a:r>
              <a:rPr lang="en-US" noProof="0" dirty="0"/>
              <a:t>Mostly focus row-major vs column-major (and custom strides)</a:t>
            </a:r>
          </a:p>
          <a:p>
            <a:pPr lvl="1"/>
            <a:r>
              <a:rPr lang="en-US" noProof="0" dirty="0" err="1"/>
              <a:t>Subviews</a:t>
            </a:r>
            <a:endParaRPr lang="en-US" noProof="0" dirty="0"/>
          </a:p>
          <a:p>
            <a:pPr lvl="1"/>
            <a:r>
              <a:rPr lang="en-US" noProof="0" dirty="0">
                <a:sym typeface="Wingdings" panose="05000000000000000000" pitchFamily="2" charset="2"/>
              </a:rPr>
              <a:t>CuTe supports more general layout algebra</a:t>
            </a:r>
          </a:p>
          <a:p>
            <a:r>
              <a:rPr lang="en-US" noProof="0" dirty="0">
                <a:sym typeface="Wingdings" panose="05000000000000000000" pitchFamily="2" charset="2"/>
              </a:rPr>
              <a:t>OpenMP (6.0)  some powerful loop transformation directives</a:t>
            </a:r>
          </a:p>
          <a:p>
            <a:pPr lvl="1"/>
            <a:r>
              <a:rPr lang="en-US" noProof="0" dirty="0"/>
              <a:t>Not exactly traversal-agnostic design; good alternative in many use cases</a:t>
            </a:r>
          </a:p>
        </p:txBody>
      </p:sp>
      <p:sp>
        <p:nvSpPr>
          <p:cNvPr id="4" name="Date Placeholder 3">
            <a:extLst>
              <a:ext uri="{FF2B5EF4-FFF2-40B4-BE49-F238E27FC236}">
                <a16:creationId xmlns:a16="http://schemas.microsoft.com/office/drawing/2014/main" id="{1D30CB14-538F-D9BD-31BC-4BF79D148A24}"/>
              </a:ext>
            </a:extLst>
          </p:cNvPr>
          <p:cNvSpPr>
            <a:spLocks noGrp="1"/>
          </p:cNvSpPr>
          <p:nvPr>
            <p:ph type="dt" sz="half" idx="10"/>
          </p:nvPr>
        </p:nvSpPr>
        <p:spPr/>
        <p:txBody>
          <a:bodyPr/>
          <a:lstStyle/>
          <a:p>
            <a:r>
              <a:rPr lang="en-US" noProof="0"/>
              <a:t>9/5/2026</a:t>
            </a:r>
            <a:endParaRPr lang="en-US" noProof="0" dirty="0"/>
          </a:p>
        </p:txBody>
      </p:sp>
      <p:sp>
        <p:nvSpPr>
          <p:cNvPr id="5" name="Slide Number Placeholder 4">
            <a:extLst>
              <a:ext uri="{FF2B5EF4-FFF2-40B4-BE49-F238E27FC236}">
                <a16:creationId xmlns:a16="http://schemas.microsoft.com/office/drawing/2014/main" id="{6CB55591-70A5-4366-E73A-F1A5B371B2E3}"/>
              </a:ext>
            </a:extLst>
          </p:cNvPr>
          <p:cNvSpPr>
            <a:spLocks noGrp="1"/>
          </p:cNvSpPr>
          <p:nvPr>
            <p:ph type="sldNum" sz="quarter" idx="12"/>
          </p:nvPr>
        </p:nvSpPr>
        <p:spPr/>
        <p:txBody>
          <a:bodyPr/>
          <a:lstStyle/>
          <a:p>
            <a:r>
              <a:rPr lang="en-US" noProof="0"/>
              <a:t>40</a:t>
            </a:r>
            <a:endParaRPr lang="en-US" noProof="0" dirty="0"/>
          </a:p>
        </p:txBody>
      </p:sp>
    </p:spTree>
    <p:custDataLst>
      <p:tags r:id="rId1"/>
    </p:custDataLst>
    <p:extLst>
      <p:ext uri="{BB962C8B-B14F-4D97-AF65-F5344CB8AC3E}">
        <p14:creationId xmlns:p14="http://schemas.microsoft.com/office/powerpoint/2010/main" val="390188030"/>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236747-FA1D-0A89-B23F-652400CDBDA3}"/>
              </a:ext>
            </a:extLst>
          </p:cNvPr>
          <p:cNvSpPr>
            <a:spLocks noGrp="1"/>
          </p:cNvSpPr>
          <p:nvPr>
            <p:ph type="title"/>
          </p:nvPr>
        </p:nvSpPr>
        <p:spPr/>
        <p:txBody>
          <a:bodyPr/>
          <a:lstStyle/>
          <a:p>
            <a:r>
              <a:rPr lang="en-US" dirty="0"/>
              <a:t>State of the art summary and our novelty</a:t>
            </a:r>
          </a:p>
        </p:txBody>
      </p:sp>
      <p:sp>
        <p:nvSpPr>
          <p:cNvPr id="3" name="Content Placeholder 2">
            <a:extLst>
              <a:ext uri="{FF2B5EF4-FFF2-40B4-BE49-F238E27FC236}">
                <a16:creationId xmlns:a16="http://schemas.microsoft.com/office/drawing/2014/main" id="{8AC28D19-3293-E69A-8D0A-95CD64D09AD4}"/>
              </a:ext>
            </a:extLst>
          </p:cNvPr>
          <p:cNvSpPr>
            <a:spLocks noGrp="1"/>
          </p:cNvSpPr>
          <p:nvPr>
            <p:ph idx="1"/>
          </p:nvPr>
        </p:nvSpPr>
        <p:spPr/>
        <p:txBody>
          <a:bodyPr/>
          <a:lstStyle/>
          <a:p>
            <a:r>
              <a:rPr lang="en-US" dirty="0"/>
              <a:t>Layout abstractions</a:t>
            </a:r>
          </a:p>
          <a:p>
            <a:pPr lvl="1"/>
            <a:r>
              <a:rPr lang="en-US" dirty="0"/>
              <a:t>Kokkos Views for general use, </a:t>
            </a:r>
            <a:r>
              <a:rPr lang="en-US" dirty="0" err="1"/>
              <a:t>GridTools</a:t>
            </a:r>
            <a:r>
              <a:rPr lang="en-US" dirty="0"/>
              <a:t> for stencils</a:t>
            </a:r>
          </a:p>
          <a:p>
            <a:pPr lvl="1"/>
            <a:r>
              <a:rPr lang="en-US" dirty="0"/>
              <a:t>Both target CPU &amp; GPU</a:t>
            </a:r>
          </a:p>
          <a:p>
            <a:pPr lvl="1"/>
            <a:r>
              <a:rPr lang="en-US" dirty="0"/>
              <a:t>Both implement facilities for automatic parallelization, tiling (, halo exchange)</a:t>
            </a:r>
          </a:p>
          <a:p>
            <a:r>
              <a:rPr lang="en-US" dirty="0"/>
              <a:t>Alternative layout and traversal transformation, parallelization</a:t>
            </a:r>
          </a:p>
          <a:p>
            <a:pPr lvl="1"/>
            <a:r>
              <a:rPr lang="en-US" dirty="0"/>
              <a:t>Algorithm + schedule model: Halide, Tiramisu, Exo, OpenMP, …</a:t>
            </a:r>
          </a:p>
          <a:p>
            <a:pPr lvl="2"/>
            <a:r>
              <a:rPr lang="en-US" dirty="0"/>
              <a:t>Tools/frameworks that rely on (custom) compilation pipelines</a:t>
            </a:r>
          </a:p>
          <a:p>
            <a:pPr lvl="1"/>
            <a:r>
              <a:rPr lang="en-US" dirty="0"/>
              <a:t>Policy-based execution model: Kokkos, standard C++ algorithms</a:t>
            </a:r>
          </a:p>
          <a:p>
            <a:r>
              <a:rPr lang="en-US" dirty="0"/>
              <a:t>Novelty</a:t>
            </a:r>
          </a:p>
          <a:p>
            <a:pPr lvl="1"/>
            <a:r>
              <a:rPr lang="en-US" dirty="0"/>
              <a:t>Native C++ compositional approach with named dimensions (Noarr)</a:t>
            </a:r>
          </a:p>
          <a:p>
            <a:pPr lvl="1"/>
            <a:r>
              <a:rPr lang="en-US" dirty="0"/>
              <a:t>Sub-byte encoding and bitwise evaluation strategies (Cellato)</a:t>
            </a:r>
          </a:p>
        </p:txBody>
      </p:sp>
      <p:sp>
        <p:nvSpPr>
          <p:cNvPr id="4" name="Date Placeholder 3">
            <a:extLst>
              <a:ext uri="{FF2B5EF4-FFF2-40B4-BE49-F238E27FC236}">
                <a16:creationId xmlns:a16="http://schemas.microsoft.com/office/drawing/2014/main" id="{5C5A991F-3D47-EA5C-A204-1DEF76D41D0A}"/>
              </a:ext>
            </a:extLst>
          </p:cNvPr>
          <p:cNvSpPr>
            <a:spLocks noGrp="1"/>
          </p:cNvSpPr>
          <p:nvPr>
            <p:ph type="dt" sz="half" idx="10"/>
          </p:nvPr>
        </p:nvSpPr>
        <p:spPr/>
        <p:txBody>
          <a:bodyPr/>
          <a:lstStyle/>
          <a:p>
            <a:r>
              <a:rPr lang="en-US"/>
              <a:t>9/5/2026</a:t>
            </a:r>
          </a:p>
        </p:txBody>
      </p:sp>
      <p:sp>
        <p:nvSpPr>
          <p:cNvPr id="5" name="Slide Number Placeholder 4">
            <a:extLst>
              <a:ext uri="{FF2B5EF4-FFF2-40B4-BE49-F238E27FC236}">
                <a16:creationId xmlns:a16="http://schemas.microsoft.com/office/drawing/2014/main" id="{38353882-5ADB-9DD8-85F7-D28B47129FA0}"/>
              </a:ext>
            </a:extLst>
          </p:cNvPr>
          <p:cNvSpPr>
            <a:spLocks noGrp="1"/>
          </p:cNvSpPr>
          <p:nvPr>
            <p:ph type="sldNum" sz="quarter" idx="12"/>
          </p:nvPr>
        </p:nvSpPr>
        <p:spPr/>
        <p:txBody>
          <a:bodyPr/>
          <a:lstStyle/>
          <a:p>
            <a:r>
              <a:rPr lang="en-US"/>
              <a:t>41</a:t>
            </a:r>
          </a:p>
        </p:txBody>
      </p:sp>
    </p:spTree>
    <p:custDataLst>
      <p:tags r:id="rId1"/>
    </p:custDataLst>
    <p:extLst>
      <p:ext uri="{BB962C8B-B14F-4D97-AF65-F5344CB8AC3E}">
        <p14:creationId xmlns:p14="http://schemas.microsoft.com/office/powerpoint/2010/main" val="3395290802"/>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4C5C75-72D4-F8D1-AAB2-87E7B5F2197D}"/>
              </a:ext>
            </a:extLst>
          </p:cNvPr>
          <p:cNvSpPr>
            <a:spLocks noGrp="1"/>
          </p:cNvSpPr>
          <p:nvPr>
            <p:ph type="title"/>
          </p:nvPr>
        </p:nvSpPr>
        <p:spPr/>
        <p:txBody>
          <a:bodyPr/>
          <a:lstStyle/>
          <a:p>
            <a:r>
              <a:rPr lang="en-US" noProof="0" dirty="0"/>
              <a:t>Comparison table</a:t>
            </a:r>
          </a:p>
        </p:txBody>
      </p:sp>
      <p:sp>
        <p:nvSpPr>
          <p:cNvPr id="4" name="Date Placeholder 3">
            <a:extLst>
              <a:ext uri="{FF2B5EF4-FFF2-40B4-BE49-F238E27FC236}">
                <a16:creationId xmlns:a16="http://schemas.microsoft.com/office/drawing/2014/main" id="{AC63D3EB-3E46-0420-084C-0ABC25889B18}"/>
              </a:ext>
            </a:extLst>
          </p:cNvPr>
          <p:cNvSpPr>
            <a:spLocks noGrp="1"/>
          </p:cNvSpPr>
          <p:nvPr>
            <p:ph type="dt" sz="half" idx="10"/>
          </p:nvPr>
        </p:nvSpPr>
        <p:spPr/>
        <p:txBody>
          <a:bodyPr/>
          <a:lstStyle/>
          <a:p>
            <a:r>
              <a:rPr lang="en-US" noProof="0"/>
              <a:t>9/5/2026</a:t>
            </a:r>
            <a:endParaRPr lang="en-US" noProof="0" dirty="0"/>
          </a:p>
        </p:txBody>
      </p:sp>
      <p:sp>
        <p:nvSpPr>
          <p:cNvPr id="5" name="Slide Number Placeholder 4">
            <a:extLst>
              <a:ext uri="{FF2B5EF4-FFF2-40B4-BE49-F238E27FC236}">
                <a16:creationId xmlns:a16="http://schemas.microsoft.com/office/drawing/2014/main" id="{69B0E3B4-2FE9-EF9E-DBB8-AFE3DD090B8B}"/>
              </a:ext>
            </a:extLst>
          </p:cNvPr>
          <p:cNvSpPr>
            <a:spLocks noGrp="1"/>
          </p:cNvSpPr>
          <p:nvPr>
            <p:ph type="sldNum" sz="quarter" idx="12"/>
          </p:nvPr>
        </p:nvSpPr>
        <p:spPr/>
        <p:txBody>
          <a:bodyPr/>
          <a:lstStyle/>
          <a:p>
            <a:r>
              <a:rPr lang="en-US" noProof="0"/>
              <a:t>42</a:t>
            </a:r>
            <a:endParaRPr lang="en-US" noProof="0" dirty="0"/>
          </a:p>
        </p:txBody>
      </p:sp>
      <p:pic>
        <p:nvPicPr>
          <p:cNvPr id="7" name="Picture 6">
            <a:extLst>
              <a:ext uri="{FF2B5EF4-FFF2-40B4-BE49-F238E27FC236}">
                <a16:creationId xmlns:a16="http://schemas.microsoft.com/office/drawing/2014/main" id="{1C400F22-D6D2-9A75-14E4-C50B839EF947}"/>
              </a:ext>
            </a:extLst>
          </p:cNvPr>
          <p:cNvPicPr>
            <a:picLocks noChangeAspect="1"/>
          </p:cNvPicPr>
          <p:nvPr/>
        </p:nvPicPr>
        <p:blipFill>
          <a:blip r:embed="rId3"/>
          <a:stretch>
            <a:fillRect/>
          </a:stretch>
        </p:blipFill>
        <p:spPr>
          <a:xfrm>
            <a:off x="0" y="1529444"/>
            <a:ext cx="12192000" cy="3799111"/>
          </a:xfrm>
          <a:prstGeom prst="rect">
            <a:avLst/>
          </a:prstGeom>
        </p:spPr>
      </p:pic>
    </p:spTree>
    <p:custDataLst>
      <p:tags r:id="rId1"/>
    </p:custDataLst>
    <p:extLst>
      <p:ext uri="{BB962C8B-B14F-4D97-AF65-F5344CB8AC3E}">
        <p14:creationId xmlns:p14="http://schemas.microsoft.com/office/powerpoint/2010/main" val="1413752545"/>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B58C31-21B3-4C00-B5D8-7F093ABFEC3C}"/>
              </a:ext>
            </a:extLst>
          </p:cNvPr>
          <p:cNvSpPr>
            <a:spLocks noGrp="1"/>
          </p:cNvSpPr>
          <p:nvPr>
            <p:ph type="title"/>
          </p:nvPr>
        </p:nvSpPr>
        <p:spPr/>
        <p:txBody>
          <a:bodyPr/>
          <a:lstStyle/>
          <a:p>
            <a:r>
              <a:rPr lang="en-US" dirty="0"/>
              <a:t>Genuine limitations of Noarr and Cellato</a:t>
            </a:r>
          </a:p>
        </p:txBody>
      </p:sp>
      <p:sp>
        <p:nvSpPr>
          <p:cNvPr id="5" name="Content Placeholder 4">
            <a:extLst>
              <a:ext uri="{FF2B5EF4-FFF2-40B4-BE49-F238E27FC236}">
                <a16:creationId xmlns:a16="http://schemas.microsoft.com/office/drawing/2014/main" id="{8A184959-C556-48E5-BDD9-ED0CC2A4736A}"/>
              </a:ext>
            </a:extLst>
          </p:cNvPr>
          <p:cNvSpPr>
            <a:spLocks noGrp="1"/>
          </p:cNvSpPr>
          <p:nvPr>
            <p:ph idx="1"/>
          </p:nvPr>
        </p:nvSpPr>
        <p:spPr/>
        <p:txBody>
          <a:bodyPr anchor="ctr"/>
          <a:lstStyle/>
          <a:p>
            <a:r>
              <a:rPr lang="en-US" dirty="0"/>
              <a:t>Not paired with formal verification</a:t>
            </a:r>
          </a:p>
          <a:p>
            <a:r>
              <a:rPr lang="en-US" dirty="0"/>
              <a:t>Compilation time overhead</a:t>
            </a:r>
          </a:p>
          <a:p>
            <a:r>
              <a:rPr lang="en-US" dirty="0"/>
              <a:t>Template metaprogramming imposes some limitations</a:t>
            </a:r>
          </a:p>
          <a:p>
            <a:pPr lvl="1"/>
            <a:r>
              <a:rPr lang="en-US" dirty="0"/>
              <a:t>The syntax of the resulting DSLs may be awkward</a:t>
            </a:r>
          </a:p>
          <a:p>
            <a:pPr lvl="1"/>
            <a:r>
              <a:rPr lang="en-US" dirty="0"/>
              <a:t>Makes online tuning more costly compared to alternatives such as </a:t>
            </a:r>
            <a:r>
              <a:rPr lang="en-US" dirty="0" err="1"/>
              <a:t>mdspans</a:t>
            </a:r>
            <a:r>
              <a:rPr lang="en-US" dirty="0"/>
              <a:t> or Kokkos Views (recompilation)</a:t>
            </a:r>
          </a:p>
          <a:p>
            <a:r>
              <a:rPr lang="en-US" dirty="0"/>
              <a:t>Usability not supported by user studies</a:t>
            </a:r>
          </a:p>
        </p:txBody>
      </p:sp>
      <p:sp>
        <p:nvSpPr>
          <p:cNvPr id="3" name="Date Placeholder 2">
            <a:extLst>
              <a:ext uri="{FF2B5EF4-FFF2-40B4-BE49-F238E27FC236}">
                <a16:creationId xmlns:a16="http://schemas.microsoft.com/office/drawing/2014/main" id="{D76BAA40-3587-0EAB-97D0-C6C555DE4F28}"/>
              </a:ext>
            </a:extLst>
          </p:cNvPr>
          <p:cNvSpPr>
            <a:spLocks noGrp="1"/>
          </p:cNvSpPr>
          <p:nvPr>
            <p:ph type="dt" sz="half" idx="10"/>
          </p:nvPr>
        </p:nvSpPr>
        <p:spPr/>
        <p:txBody>
          <a:bodyPr/>
          <a:lstStyle/>
          <a:p>
            <a:r>
              <a:rPr lang="en-US"/>
              <a:t>9/5/2026</a:t>
            </a:r>
            <a:endParaRPr lang="en-US" dirty="0"/>
          </a:p>
        </p:txBody>
      </p:sp>
      <p:sp>
        <p:nvSpPr>
          <p:cNvPr id="4" name="Slide Number Placeholder 3">
            <a:extLst>
              <a:ext uri="{FF2B5EF4-FFF2-40B4-BE49-F238E27FC236}">
                <a16:creationId xmlns:a16="http://schemas.microsoft.com/office/drawing/2014/main" id="{FA0D4A39-443E-0EE9-F71D-F4A2060B2526}"/>
              </a:ext>
            </a:extLst>
          </p:cNvPr>
          <p:cNvSpPr>
            <a:spLocks noGrp="1"/>
          </p:cNvSpPr>
          <p:nvPr>
            <p:ph type="sldNum" sz="quarter" idx="12"/>
          </p:nvPr>
        </p:nvSpPr>
        <p:spPr/>
        <p:txBody>
          <a:bodyPr/>
          <a:lstStyle/>
          <a:p>
            <a:r>
              <a:rPr lang="en-US"/>
              <a:t>43</a:t>
            </a:r>
          </a:p>
        </p:txBody>
      </p:sp>
    </p:spTree>
    <p:custDataLst>
      <p:tags r:id="rId1"/>
    </p:custDataLst>
    <p:extLst>
      <p:ext uri="{BB962C8B-B14F-4D97-AF65-F5344CB8AC3E}">
        <p14:creationId xmlns:p14="http://schemas.microsoft.com/office/powerpoint/2010/main" val="707860059"/>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270497-CBB6-D2E1-4D1A-ED2AA0BB713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14ECE5F-2C1C-357D-AE8A-7FA4DA556E91}"/>
              </a:ext>
            </a:extLst>
          </p:cNvPr>
          <p:cNvSpPr>
            <a:spLocks noGrp="1"/>
          </p:cNvSpPr>
          <p:nvPr>
            <p:ph type="title"/>
          </p:nvPr>
        </p:nvSpPr>
        <p:spPr/>
        <p:txBody>
          <a:bodyPr/>
          <a:lstStyle/>
          <a:p>
            <a:r>
              <a:rPr lang="en-US" noProof="0" dirty="0"/>
              <a:t>Template-exclusive statements</a:t>
            </a:r>
          </a:p>
        </p:txBody>
      </p:sp>
      <p:sp>
        <p:nvSpPr>
          <p:cNvPr id="3" name="Content Placeholder 2">
            <a:extLst>
              <a:ext uri="{FF2B5EF4-FFF2-40B4-BE49-F238E27FC236}">
                <a16:creationId xmlns:a16="http://schemas.microsoft.com/office/drawing/2014/main" id="{8FF9516C-E8E3-08CD-1240-AB67A5640919}"/>
              </a:ext>
            </a:extLst>
          </p:cNvPr>
          <p:cNvSpPr>
            <a:spLocks noGrp="1"/>
          </p:cNvSpPr>
          <p:nvPr>
            <p:ph idx="1"/>
          </p:nvPr>
        </p:nvSpPr>
        <p:spPr/>
        <p:txBody>
          <a:bodyPr anchor="ctr"/>
          <a:lstStyle/>
          <a:p>
            <a:r>
              <a:rPr lang="en-US" noProof="0" dirty="0"/>
              <a:t>I do not </a:t>
            </a:r>
            <a:r>
              <a:rPr lang="en-US" noProof="0" dirty="0" err="1"/>
              <a:t>clai</a:t>
            </a:r>
            <a:r>
              <a:rPr lang="en-US" dirty="0"/>
              <a:t>m that templates are the only solution</a:t>
            </a:r>
          </a:p>
          <a:p>
            <a:r>
              <a:rPr lang="en-US" noProof="0" dirty="0"/>
              <a:t>We do not consider compilation pipeline extensions (e.g., compiler extensions) due to:</a:t>
            </a:r>
          </a:p>
          <a:p>
            <a:pPr lvl="1"/>
            <a:r>
              <a:rPr lang="en-US" noProof="0" dirty="0"/>
              <a:t>Such solutions hindering portability; reliance on external tools</a:t>
            </a:r>
          </a:p>
          <a:p>
            <a:pPr lvl="1"/>
            <a:r>
              <a:rPr lang="en-US" dirty="0"/>
              <a:t>Core research group focus and expertise</a:t>
            </a:r>
          </a:p>
          <a:p>
            <a:pPr lvl="1"/>
            <a:r>
              <a:rPr lang="en-US" noProof="0" dirty="0"/>
              <a:t>Research scope closely tied to algorithm design</a:t>
            </a:r>
          </a:p>
        </p:txBody>
      </p:sp>
      <p:sp>
        <p:nvSpPr>
          <p:cNvPr id="4" name="Date Placeholder 3">
            <a:extLst>
              <a:ext uri="{FF2B5EF4-FFF2-40B4-BE49-F238E27FC236}">
                <a16:creationId xmlns:a16="http://schemas.microsoft.com/office/drawing/2014/main" id="{201D6062-9A3A-0AD5-574A-E26659D7FBAC}"/>
              </a:ext>
            </a:extLst>
          </p:cNvPr>
          <p:cNvSpPr>
            <a:spLocks noGrp="1"/>
          </p:cNvSpPr>
          <p:nvPr>
            <p:ph type="dt" sz="half" idx="10"/>
          </p:nvPr>
        </p:nvSpPr>
        <p:spPr/>
        <p:txBody>
          <a:bodyPr/>
          <a:lstStyle/>
          <a:p>
            <a:r>
              <a:rPr lang="en-US" noProof="0"/>
              <a:t>9/5/2026</a:t>
            </a:r>
            <a:endParaRPr lang="en-US" noProof="0" dirty="0"/>
          </a:p>
        </p:txBody>
      </p:sp>
      <p:sp>
        <p:nvSpPr>
          <p:cNvPr id="5" name="Slide Number Placeholder 4">
            <a:extLst>
              <a:ext uri="{FF2B5EF4-FFF2-40B4-BE49-F238E27FC236}">
                <a16:creationId xmlns:a16="http://schemas.microsoft.com/office/drawing/2014/main" id="{86B73E9E-8DA4-6D98-F073-7AF2BF2083AC}"/>
              </a:ext>
            </a:extLst>
          </p:cNvPr>
          <p:cNvSpPr>
            <a:spLocks noGrp="1"/>
          </p:cNvSpPr>
          <p:nvPr>
            <p:ph type="sldNum" sz="quarter" idx="12"/>
          </p:nvPr>
        </p:nvSpPr>
        <p:spPr/>
        <p:txBody>
          <a:bodyPr/>
          <a:lstStyle/>
          <a:p>
            <a:r>
              <a:rPr lang="en-US" noProof="0"/>
              <a:t>44</a:t>
            </a:r>
            <a:endParaRPr lang="en-US" noProof="0" dirty="0"/>
          </a:p>
        </p:txBody>
      </p:sp>
    </p:spTree>
    <p:custDataLst>
      <p:tags r:id="rId1"/>
    </p:custDataLst>
    <p:extLst>
      <p:ext uri="{BB962C8B-B14F-4D97-AF65-F5344CB8AC3E}">
        <p14:creationId xmlns:p14="http://schemas.microsoft.com/office/powerpoint/2010/main" val="3444521087"/>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16181A-2F41-81F5-2007-5244DC687F1D}"/>
              </a:ext>
            </a:extLst>
          </p:cNvPr>
          <p:cNvSpPr>
            <a:spLocks noGrp="1"/>
          </p:cNvSpPr>
          <p:nvPr>
            <p:ph type="title"/>
          </p:nvPr>
        </p:nvSpPr>
        <p:spPr/>
        <p:txBody>
          <a:bodyPr/>
          <a:lstStyle/>
          <a:p>
            <a:r>
              <a:rPr lang="en-US" noProof="0" dirty="0"/>
              <a:t>Why did the abstractions hinder the LLM</a:t>
            </a:r>
          </a:p>
        </p:txBody>
      </p:sp>
      <p:sp>
        <p:nvSpPr>
          <p:cNvPr id="3" name="Content Placeholder 2">
            <a:extLst>
              <a:ext uri="{FF2B5EF4-FFF2-40B4-BE49-F238E27FC236}">
                <a16:creationId xmlns:a16="http://schemas.microsoft.com/office/drawing/2014/main" id="{BFE9388A-2481-EE41-E355-566C2612FC2B}"/>
              </a:ext>
            </a:extLst>
          </p:cNvPr>
          <p:cNvSpPr>
            <a:spLocks noGrp="1"/>
          </p:cNvSpPr>
          <p:nvPr>
            <p:ph idx="1"/>
          </p:nvPr>
        </p:nvSpPr>
        <p:spPr/>
        <p:txBody>
          <a:bodyPr anchor="ctr"/>
          <a:lstStyle/>
          <a:p>
            <a:r>
              <a:rPr lang="en-US" dirty="0"/>
              <a:t>Some generated Noarr layouts preserve syntactic order of dimensions rather than the semantic one (unintended layout transformations)</a:t>
            </a:r>
          </a:p>
          <a:p>
            <a:r>
              <a:rPr lang="en-US" noProof="0" dirty="0"/>
              <a:t>Halide was an awkward representation </a:t>
            </a:r>
            <a:r>
              <a:rPr lang="en-US" dirty="0"/>
              <a:t>for many algorithms</a:t>
            </a:r>
          </a:p>
          <a:p>
            <a:r>
              <a:rPr lang="en-US" noProof="0" dirty="0"/>
              <a:t>Hallucinated API</a:t>
            </a:r>
          </a:p>
          <a:p>
            <a:pPr lvl="1"/>
            <a:r>
              <a:rPr lang="en-US" noProof="0" dirty="0"/>
              <a:t>(mostly for Halide), the LLM considered more general function overloads</a:t>
            </a:r>
          </a:p>
          <a:p>
            <a:pPr lvl="1"/>
            <a:r>
              <a:rPr lang="en-US" dirty="0"/>
              <a:t>(mostly for Exo), the LLM failed to preserve expected invariants</a:t>
            </a:r>
          </a:p>
          <a:p>
            <a:pPr lvl="1"/>
            <a:r>
              <a:rPr lang="en-US" noProof="0" dirty="0"/>
              <a:t>(mostly for Noarr), the LLM made gen</a:t>
            </a:r>
            <a:r>
              <a:rPr lang="en-US" dirty="0" err="1"/>
              <a:t>uine</a:t>
            </a:r>
            <a:r>
              <a:rPr lang="en-US" dirty="0"/>
              <a:t> mistakes (e.g., replaced angle brackets with square brackets)</a:t>
            </a:r>
          </a:p>
          <a:p>
            <a:endParaRPr lang="en-US" noProof="0" dirty="0"/>
          </a:p>
        </p:txBody>
      </p:sp>
      <p:sp>
        <p:nvSpPr>
          <p:cNvPr id="4" name="Date Placeholder 3">
            <a:extLst>
              <a:ext uri="{FF2B5EF4-FFF2-40B4-BE49-F238E27FC236}">
                <a16:creationId xmlns:a16="http://schemas.microsoft.com/office/drawing/2014/main" id="{38A398BB-7A0C-F187-3DAA-0CA6E59EF3D1}"/>
              </a:ext>
            </a:extLst>
          </p:cNvPr>
          <p:cNvSpPr>
            <a:spLocks noGrp="1"/>
          </p:cNvSpPr>
          <p:nvPr>
            <p:ph type="dt" sz="half" idx="10"/>
          </p:nvPr>
        </p:nvSpPr>
        <p:spPr/>
        <p:txBody>
          <a:bodyPr/>
          <a:lstStyle/>
          <a:p>
            <a:r>
              <a:rPr lang="en-US" noProof="0"/>
              <a:t>9/5/2026</a:t>
            </a:r>
            <a:endParaRPr lang="en-US" noProof="0" dirty="0"/>
          </a:p>
        </p:txBody>
      </p:sp>
      <p:sp>
        <p:nvSpPr>
          <p:cNvPr id="5" name="Slide Number Placeholder 4">
            <a:extLst>
              <a:ext uri="{FF2B5EF4-FFF2-40B4-BE49-F238E27FC236}">
                <a16:creationId xmlns:a16="http://schemas.microsoft.com/office/drawing/2014/main" id="{A236833A-9918-E7AE-C3D5-650A1C45B68A}"/>
              </a:ext>
            </a:extLst>
          </p:cNvPr>
          <p:cNvSpPr>
            <a:spLocks noGrp="1"/>
          </p:cNvSpPr>
          <p:nvPr>
            <p:ph type="sldNum" sz="quarter" idx="12"/>
          </p:nvPr>
        </p:nvSpPr>
        <p:spPr/>
        <p:txBody>
          <a:bodyPr/>
          <a:lstStyle/>
          <a:p>
            <a:r>
              <a:rPr lang="en-US" noProof="0"/>
              <a:t>45</a:t>
            </a:r>
            <a:endParaRPr lang="en-US" noProof="0" dirty="0"/>
          </a:p>
        </p:txBody>
      </p:sp>
    </p:spTree>
    <p:custDataLst>
      <p:tags r:id="rId1"/>
    </p:custDataLst>
    <p:extLst>
      <p:ext uri="{BB962C8B-B14F-4D97-AF65-F5344CB8AC3E}">
        <p14:creationId xmlns:p14="http://schemas.microsoft.com/office/powerpoint/2010/main" val="4113959115"/>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5054ED28-5B59-E4A7-513A-4F06F356F3F4}"/>
              </a:ext>
            </a:extLst>
          </p:cNvPr>
          <p:cNvSpPr>
            <a:spLocks noGrp="1"/>
          </p:cNvSpPr>
          <p:nvPr>
            <p:ph type="title"/>
            <p:custDataLst>
              <p:tags r:id="rId2"/>
            </p:custDataLst>
          </p:nvPr>
        </p:nvSpPr>
        <p:spPr/>
        <p:txBody>
          <a:bodyPr/>
          <a:lstStyle/>
          <a:p>
            <a:r>
              <a:rPr lang="en-US" noProof="0" dirty="0"/>
              <a:t>LLM-guided optimization summary</a:t>
            </a:r>
          </a:p>
        </p:txBody>
      </p:sp>
      <p:sp>
        <p:nvSpPr>
          <p:cNvPr id="7" name="Content Placeholder 6">
            <a:extLst>
              <a:ext uri="{FF2B5EF4-FFF2-40B4-BE49-F238E27FC236}">
                <a16:creationId xmlns:a16="http://schemas.microsoft.com/office/drawing/2014/main" id="{BCF66668-3BAD-E37E-63AF-30E04874E872}"/>
              </a:ext>
            </a:extLst>
          </p:cNvPr>
          <p:cNvSpPr>
            <a:spLocks noGrp="1"/>
          </p:cNvSpPr>
          <p:nvPr>
            <p:ph idx="1"/>
            <p:custDataLst>
              <p:tags r:id="rId3"/>
            </p:custDataLst>
          </p:nvPr>
        </p:nvSpPr>
        <p:spPr>
          <a:xfrm>
            <a:off x="838200" y="1635615"/>
            <a:ext cx="10848474" cy="4541348"/>
          </a:xfrm>
        </p:spPr>
        <p:txBody>
          <a:bodyPr>
            <a:noAutofit/>
          </a:bodyPr>
          <a:lstStyle/>
          <a:p>
            <a:pPr>
              <a:buSzPts val="100"/>
            </a:pPr>
            <a:r>
              <a:rPr lang="en-US" noProof="0" dirty="0">
                <a:solidFill>
                  <a:schemeClr val="tx1">
                    <a:alpha val="0"/>
                  </a:schemeClr>
                </a:solidFill>
              </a:rPr>
              <a:t>Prompting specificity ✅</a:t>
            </a:r>
          </a:p>
          <a:p>
            <a:pPr>
              <a:buSzPts val="100"/>
            </a:pPr>
            <a:r>
              <a:rPr lang="en-US" noProof="0" dirty="0">
                <a:solidFill>
                  <a:schemeClr val="tx1">
                    <a:alpha val="0"/>
                  </a:schemeClr>
                </a:solidFill>
              </a:rPr>
              <a:t>Contemporary abstractions ❌</a:t>
            </a:r>
          </a:p>
          <a:p>
            <a:endParaRPr lang="en-US" noProof="0" dirty="0"/>
          </a:p>
          <a:p>
            <a:pPr>
              <a:buSzPts val="100"/>
            </a:pPr>
            <a:r>
              <a:rPr lang="en-US" noProof="0" dirty="0">
                <a:solidFill>
                  <a:schemeClr val="tx1">
                    <a:alpha val="0"/>
                  </a:schemeClr>
                </a:solidFill>
              </a:rPr>
              <a:t>Possible future research</a:t>
            </a:r>
          </a:p>
          <a:p>
            <a:pPr lvl="1">
              <a:buSzPts val="100"/>
            </a:pPr>
            <a:r>
              <a:rPr lang="en-US" noProof="0" dirty="0">
                <a:solidFill>
                  <a:schemeClr val="tx1">
                    <a:alpha val="0"/>
                  </a:schemeClr>
                </a:solidFill>
              </a:rPr>
              <a:t>Re-evaluate on agentic LLMs</a:t>
            </a:r>
          </a:p>
          <a:p>
            <a:pPr lvl="2">
              <a:buSzPts val="100"/>
            </a:pPr>
            <a:r>
              <a:rPr lang="en-US" noProof="0" dirty="0">
                <a:solidFill>
                  <a:schemeClr val="tx1">
                    <a:alpha val="0"/>
                  </a:schemeClr>
                </a:solidFill>
              </a:rPr>
              <a:t>Gather feedback (performance, compile errors, …)</a:t>
            </a:r>
          </a:p>
          <a:p>
            <a:pPr lvl="2">
              <a:buSzPts val="100"/>
            </a:pPr>
            <a:r>
              <a:rPr lang="en-US" noProof="0" dirty="0">
                <a:solidFill>
                  <a:schemeClr val="tx1">
                    <a:alpha val="0"/>
                  </a:schemeClr>
                </a:solidFill>
              </a:rPr>
              <a:t>Collect necessary context (e.g., work with an abstraction reference)</a:t>
            </a:r>
          </a:p>
          <a:p>
            <a:pPr lvl="1"/>
            <a:endParaRPr lang="en-US" noProof="0" dirty="0"/>
          </a:p>
          <a:p>
            <a:pPr lvl="1">
              <a:buSzPts val="100"/>
            </a:pPr>
            <a:r>
              <a:rPr lang="en-US" noProof="0" dirty="0">
                <a:solidFill>
                  <a:schemeClr val="tx1">
                    <a:alpha val="0"/>
                  </a:schemeClr>
                </a:solidFill>
              </a:rPr>
              <a:t>More LLM-focused abstractions and scaffolding</a:t>
            </a:r>
          </a:p>
          <a:p>
            <a:pPr>
              <a:buSzPts val="100"/>
            </a:pPr>
            <a:r>
              <a:rPr lang="en-US" noProof="0" dirty="0">
                <a:solidFill>
                  <a:schemeClr val="tx1">
                    <a:alpha val="0"/>
                  </a:schemeClr>
                </a:solidFill>
              </a:rPr>
              <a:t>LLMs still do not replace abstractions (</a:t>
            </a:r>
            <a:r>
              <a:rPr lang="en-US" sz="2400" noProof="0" dirty="0">
                <a:solidFill>
                  <a:schemeClr val="tx1">
                    <a:alpha val="0"/>
                  </a:schemeClr>
                </a:solidFill>
              </a:rPr>
              <a:t>⬆️flexibility</a:t>
            </a:r>
            <a:r>
              <a:rPr lang="en-US" noProof="0" dirty="0">
                <a:solidFill>
                  <a:schemeClr val="tx1">
                    <a:alpha val="0"/>
                  </a:schemeClr>
                </a:solidFill>
              </a:rPr>
              <a:t>, </a:t>
            </a:r>
            <a:r>
              <a:rPr lang="en-US" sz="2400" noProof="0" dirty="0">
                <a:solidFill>
                  <a:schemeClr val="tx1">
                    <a:alpha val="0"/>
                  </a:schemeClr>
                </a:solidFill>
              </a:rPr>
              <a:t>⬇️                                </a:t>
            </a:r>
            <a:r>
              <a:rPr lang="en-US" noProof="0" dirty="0">
                <a:solidFill>
                  <a:schemeClr val="tx1">
                    <a:alpha val="0"/>
                  </a:schemeClr>
                </a:solidFill>
              </a:rPr>
              <a:t>)</a:t>
            </a:r>
          </a:p>
        </p:txBody>
      </p:sp>
      <p:sp>
        <p:nvSpPr>
          <p:cNvPr id="2" name="Date Placeholder 1">
            <a:extLst>
              <a:ext uri="{FF2B5EF4-FFF2-40B4-BE49-F238E27FC236}">
                <a16:creationId xmlns:a16="http://schemas.microsoft.com/office/drawing/2014/main" id="{12E3398E-268D-A00A-DD6D-029BB4AC95CE}"/>
              </a:ext>
            </a:extLst>
          </p:cNvPr>
          <p:cNvSpPr>
            <a:spLocks noGrp="1"/>
          </p:cNvSpPr>
          <p:nvPr>
            <p:ph type="dt" sz="half" idx="10"/>
            <p:custDataLst>
              <p:tags r:id="rId4"/>
            </p:custDataLst>
          </p:nvPr>
        </p:nvSpPr>
        <p:spPr/>
        <p:txBody>
          <a:bodyPr/>
          <a:lstStyle/>
          <a:p>
            <a:r>
              <a:rPr lang="en-US" noProof="0"/>
              <a:t>9/5/2026</a:t>
            </a:r>
            <a:endParaRPr lang="en-US" noProof="0" dirty="0"/>
          </a:p>
        </p:txBody>
      </p:sp>
      <p:sp>
        <p:nvSpPr>
          <p:cNvPr id="3" name="Slide Number Placeholder 2">
            <a:extLst>
              <a:ext uri="{FF2B5EF4-FFF2-40B4-BE49-F238E27FC236}">
                <a16:creationId xmlns:a16="http://schemas.microsoft.com/office/drawing/2014/main" id="{DEA52200-683B-032B-050F-13B46C40BC60}"/>
              </a:ext>
            </a:extLst>
          </p:cNvPr>
          <p:cNvSpPr>
            <a:spLocks noGrp="1"/>
          </p:cNvSpPr>
          <p:nvPr>
            <p:ph type="sldNum" sz="quarter" idx="12"/>
            <p:custDataLst>
              <p:tags r:id="rId5"/>
            </p:custDataLst>
          </p:nvPr>
        </p:nvSpPr>
        <p:spPr/>
        <p:txBody>
          <a:bodyPr/>
          <a:lstStyle/>
          <a:p>
            <a:r>
              <a:rPr lang="en-US" noProof="0"/>
              <a:t>46</a:t>
            </a:r>
            <a:endParaRPr lang="en-US" noProof="0" dirty="0"/>
          </a:p>
        </p:txBody>
      </p:sp>
    </p:spTree>
    <p:custDataLst>
      <p:tags r:id="rId1"/>
    </p:custDataLst>
    <p:extLst>
      <p:ext uri="{BB962C8B-B14F-4D97-AF65-F5344CB8AC3E}">
        <p14:creationId xmlns:p14="http://schemas.microsoft.com/office/powerpoint/2010/main" val="1692490855"/>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5054ED28-5B59-E4A7-513A-4F06F356F3F4}"/>
              </a:ext>
            </a:extLst>
          </p:cNvPr>
          <p:cNvSpPr>
            <a:spLocks noGrp="1"/>
          </p:cNvSpPr>
          <p:nvPr>
            <p:ph type="title"/>
            <p:custDataLst>
              <p:tags r:id="rId2"/>
            </p:custDataLst>
          </p:nvPr>
        </p:nvSpPr>
        <p:spPr/>
        <p:txBody>
          <a:bodyPr/>
          <a:lstStyle/>
          <a:p>
            <a:r>
              <a:rPr lang="en-US" noProof="0" dirty="0"/>
              <a:t>LLM-guided optimization summary</a:t>
            </a:r>
          </a:p>
        </p:txBody>
      </p:sp>
      <p:sp>
        <p:nvSpPr>
          <p:cNvPr id="7" name="Content Placeholder 6">
            <a:extLst>
              <a:ext uri="{FF2B5EF4-FFF2-40B4-BE49-F238E27FC236}">
                <a16:creationId xmlns:a16="http://schemas.microsoft.com/office/drawing/2014/main" id="{BCF66668-3BAD-E37E-63AF-30E04874E872}"/>
              </a:ext>
            </a:extLst>
          </p:cNvPr>
          <p:cNvSpPr>
            <a:spLocks noGrp="1"/>
          </p:cNvSpPr>
          <p:nvPr>
            <p:ph idx="1"/>
            <p:custDataLst>
              <p:tags r:id="rId3"/>
            </p:custDataLst>
          </p:nvPr>
        </p:nvSpPr>
        <p:spPr>
          <a:xfrm>
            <a:off x="838200" y="1635615"/>
            <a:ext cx="10848474" cy="4541348"/>
          </a:xfrm>
        </p:spPr>
        <p:txBody>
          <a:bodyPr>
            <a:noAutofit/>
          </a:bodyPr>
          <a:lstStyle/>
          <a:p>
            <a:r>
              <a:rPr lang="en-US" noProof="0" dirty="0"/>
              <a:t>Prompting specificity ✅</a:t>
            </a:r>
          </a:p>
          <a:p>
            <a:pPr>
              <a:buSzPts val="100"/>
            </a:pPr>
            <a:r>
              <a:rPr lang="en-US" noProof="0" dirty="0">
                <a:solidFill>
                  <a:schemeClr val="tx1">
                    <a:alpha val="0"/>
                  </a:schemeClr>
                </a:solidFill>
              </a:rPr>
              <a:t>Contemporary abstractions ❌</a:t>
            </a:r>
          </a:p>
          <a:p>
            <a:endParaRPr lang="en-US" noProof="0" dirty="0"/>
          </a:p>
          <a:p>
            <a:pPr>
              <a:buSzPts val="100"/>
            </a:pPr>
            <a:r>
              <a:rPr lang="en-US" noProof="0" dirty="0">
                <a:solidFill>
                  <a:schemeClr val="tx1">
                    <a:alpha val="0"/>
                  </a:schemeClr>
                </a:solidFill>
              </a:rPr>
              <a:t>Possible future research</a:t>
            </a:r>
          </a:p>
          <a:p>
            <a:pPr lvl="1">
              <a:buSzPts val="100"/>
            </a:pPr>
            <a:r>
              <a:rPr lang="en-US" noProof="0" dirty="0">
                <a:solidFill>
                  <a:schemeClr val="tx1">
                    <a:alpha val="0"/>
                  </a:schemeClr>
                </a:solidFill>
              </a:rPr>
              <a:t>Re-evaluate on agentic LLMs</a:t>
            </a:r>
          </a:p>
          <a:p>
            <a:pPr lvl="2">
              <a:buSzPts val="100"/>
            </a:pPr>
            <a:r>
              <a:rPr lang="en-US" noProof="0" dirty="0">
                <a:solidFill>
                  <a:schemeClr val="tx1">
                    <a:alpha val="0"/>
                  </a:schemeClr>
                </a:solidFill>
              </a:rPr>
              <a:t>Gather feedback (performance, compile errors, …)</a:t>
            </a:r>
          </a:p>
          <a:p>
            <a:pPr lvl="2">
              <a:buSzPts val="100"/>
            </a:pPr>
            <a:r>
              <a:rPr lang="en-US" noProof="0" dirty="0">
                <a:solidFill>
                  <a:schemeClr val="tx1">
                    <a:alpha val="0"/>
                  </a:schemeClr>
                </a:solidFill>
              </a:rPr>
              <a:t>Collect necessary context (e.g., work with an abstraction reference)</a:t>
            </a:r>
          </a:p>
          <a:p>
            <a:pPr lvl="1"/>
            <a:endParaRPr lang="en-US" noProof="0" dirty="0"/>
          </a:p>
          <a:p>
            <a:pPr lvl="1">
              <a:buSzPts val="100"/>
            </a:pPr>
            <a:r>
              <a:rPr lang="en-US" noProof="0" dirty="0">
                <a:solidFill>
                  <a:schemeClr val="tx1">
                    <a:alpha val="0"/>
                  </a:schemeClr>
                </a:solidFill>
              </a:rPr>
              <a:t>More LLM-focused abstractions and scaffolding</a:t>
            </a:r>
          </a:p>
          <a:p>
            <a:pPr>
              <a:buSzPts val="100"/>
            </a:pPr>
            <a:r>
              <a:rPr lang="en-US" noProof="0" dirty="0">
                <a:solidFill>
                  <a:schemeClr val="tx1">
                    <a:alpha val="0"/>
                  </a:schemeClr>
                </a:solidFill>
              </a:rPr>
              <a:t>LLMs still do not replace abstractions (</a:t>
            </a:r>
            <a:r>
              <a:rPr lang="en-US" sz="2400" noProof="0" dirty="0">
                <a:solidFill>
                  <a:schemeClr val="tx1">
                    <a:alpha val="0"/>
                  </a:schemeClr>
                </a:solidFill>
              </a:rPr>
              <a:t>⬆️flexibility</a:t>
            </a:r>
            <a:r>
              <a:rPr lang="en-US" noProof="0" dirty="0">
                <a:solidFill>
                  <a:schemeClr val="tx1">
                    <a:alpha val="0"/>
                  </a:schemeClr>
                </a:solidFill>
              </a:rPr>
              <a:t>, </a:t>
            </a:r>
            <a:r>
              <a:rPr lang="en-US" sz="2400" noProof="0" dirty="0">
                <a:solidFill>
                  <a:schemeClr val="tx1">
                    <a:alpha val="0"/>
                  </a:schemeClr>
                </a:solidFill>
              </a:rPr>
              <a:t>⬇️                                </a:t>
            </a:r>
            <a:r>
              <a:rPr lang="en-US" noProof="0" dirty="0">
                <a:solidFill>
                  <a:schemeClr val="tx1">
                    <a:alpha val="0"/>
                  </a:schemeClr>
                </a:solidFill>
              </a:rPr>
              <a:t>)</a:t>
            </a:r>
          </a:p>
        </p:txBody>
      </p:sp>
      <p:sp>
        <p:nvSpPr>
          <p:cNvPr id="2" name="Date Placeholder 1">
            <a:extLst>
              <a:ext uri="{FF2B5EF4-FFF2-40B4-BE49-F238E27FC236}">
                <a16:creationId xmlns:a16="http://schemas.microsoft.com/office/drawing/2014/main" id="{12E3398E-268D-A00A-DD6D-029BB4AC95CE}"/>
              </a:ext>
            </a:extLst>
          </p:cNvPr>
          <p:cNvSpPr>
            <a:spLocks noGrp="1"/>
          </p:cNvSpPr>
          <p:nvPr>
            <p:ph type="dt" sz="half" idx="10"/>
            <p:custDataLst>
              <p:tags r:id="rId4"/>
            </p:custDataLst>
          </p:nvPr>
        </p:nvSpPr>
        <p:spPr/>
        <p:txBody>
          <a:bodyPr/>
          <a:lstStyle/>
          <a:p>
            <a:r>
              <a:rPr lang="en-US" noProof="0"/>
              <a:t>9/5/2026</a:t>
            </a:r>
            <a:endParaRPr lang="en-US" noProof="0" dirty="0"/>
          </a:p>
        </p:txBody>
      </p:sp>
      <p:sp>
        <p:nvSpPr>
          <p:cNvPr id="3" name="Slide Number Placeholder 2">
            <a:extLst>
              <a:ext uri="{FF2B5EF4-FFF2-40B4-BE49-F238E27FC236}">
                <a16:creationId xmlns:a16="http://schemas.microsoft.com/office/drawing/2014/main" id="{DEA52200-683B-032B-050F-13B46C40BC60}"/>
              </a:ext>
            </a:extLst>
          </p:cNvPr>
          <p:cNvSpPr>
            <a:spLocks noGrp="1"/>
          </p:cNvSpPr>
          <p:nvPr>
            <p:ph type="sldNum" sz="quarter" idx="12"/>
            <p:custDataLst>
              <p:tags r:id="rId5"/>
            </p:custDataLst>
          </p:nvPr>
        </p:nvSpPr>
        <p:spPr/>
        <p:txBody>
          <a:bodyPr/>
          <a:lstStyle/>
          <a:p>
            <a:r>
              <a:rPr lang="en-US" noProof="0"/>
              <a:t>46</a:t>
            </a:r>
            <a:endParaRPr lang="en-US" noProof="0" dirty="0"/>
          </a:p>
        </p:txBody>
      </p:sp>
    </p:spTree>
    <p:custDataLst>
      <p:tags r:id="rId1"/>
    </p:custDataLst>
    <p:extLst>
      <p:ext uri="{BB962C8B-B14F-4D97-AF65-F5344CB8AC3E}">
        <p14:creationId xmlns:p14="http://schemas.microsoft.com/office/powerpoint/2010/main" val="3691494432"/>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5054ED28-5B59-E4A7-513A-4F06F356F3F4}"/>
              </a:ext>
            </a:extLst>
          </p:cNvPr>
          <p:cNvSpPr>
            <a:spLocks noGrp="1"/>
          </p:cNvSpPr>
          <p:nvPr>
            <p:ph type="title"/>
            <p:custDataLst>
              <p:tags r:id="rId2"/>
            </p:custDataLst>
          </p:nvPr>
        </p:nvSpPr>
        <p:spPr/>
        <p:txBody>
          <a:bodyPr/>
          <a:lstStyle/>
          <a:p>
            <a:r>
              <a:rPr lang="en-US" noProof="0" dirty="0"/>
              <a:t>LLM-guided optimization summary</a:t>
            </a:r>
          </a:p>
        </p:txBody>
      </p:sp>
      <p:sp>
        <p:nvSpPr>
          <p:cNvPr id="7" name="Content Placeholder 6">
            <a:extLst>
              <a:ext uri="{FF2B5EF4-FFF2-40B4-BE49-F238E27FC236}">
                <a16:creationId xmlns:a16="http://schemas.microsoft.com/office/drawing/2014/main" id="{BCF66668-3BAD-E37E-63AF-30E04874E872}"/>
              </a:ext>
            </a:extLst>
          </p:cNvPr>
          <p:cNvSpPr>
            <a:spLocks noGrp="1"/>
          </p:cNvSpPr>
          <p:nvPr>
            <p:ph idx="1"/>
            <p:custDataLst>
              <p:tags r:id="rId3"/>
            </p:custDataLst>
          </p:nvPr>
        </p:nvSpPr>
        <p:spPr>
          <a:xfrm>
            <a:off x="838200" y="1635615"/>
            <a:ext cx="10848474" cy="4541348"/>
          </a:xfrm>
        </p:spPr>
        <p:txBody>
          <a:bodyPr>
            <a:noAutofit/>
          </a:bodyPr>
          <a:lstStyle/>
          <a:p>
            <a:r>
              <a:rPr lang="en-US" noProof="0" dirty="0"/>
              <a:t>Prompting specificity ✅</a:t>
            </a:r>
          </a:p>
          <a:p>
            <a:r>
              <a:rPr lang="en-US" noProof="0" dirty="0"/>
              <a:t>Contemporary abstractions ❌</a:t>
            </a:r>
          </a:p>
          <a:p>
            <a:endParaRPr lang="en-US" noProof="0" dirty="0"/>
          </a:p>
          <a:p>
            <a:pPr>
              <a:buSzPts val="100"/>
            </a:pPr>
            <a:r>
              <a:rPr lang="en-US" noProof="0" dirty="0">
                <a:solidFill>
                  <a:schemeClr val="tx1">
                    <a:alpha val="0"/>
                  </a:schemeClr>
                </a:solidFill>
              </a:rPr>
              <a:t>Possible future research</a:t>
            </a:r>
          </a:p>
          <a:p>
            <a:pPr lvl="1">
              <a:buSzPts val="100"/>
            </a:pPr>
            <a:r>
              <a:rPr lang="en-US" noProof="0" dirty="0">
                <a:solidFill>
                  <a:schemeClr val="tx1">
                    <a:alpha val="0"/>
                  </a:schemeClr>
                </a:solidFill>
              </a:rPr>
              <a:t>Re-evaluate on agentic LLMs</a:t>
            </a:r>
          </a:p>
          <a:p>
            <a:pPr lvl="2">
              <a:buSzPts val="100"/>
            </a:pPr>
            <a:r>
              <a:rPr lang="en-US" noProof="0" dirty="0">
                <a:solidFill>
                  <a:schemeClr val="tx1">
                    <a:alpha val="0"/>
                  </a:schemeClr>
                </a:solidFill>
              </a:rPr>
              <a:t>Gather feedback (performance, compile errors, …)</a:t>
            </a:r>
          </a:p>
          <a:p>
            <a:pPr lvl="2">
              <a:buSzPts val="100"/>
            </a:pPr>
            <a:r>
              <a:rPr lang="en-US" noProof="0" dirty="0">
                <a:solidFill>
                  <a:schemeClr val="tx1">
                    <a:alpha val="0"/>
                  </a:schemeClr>
                </a:solidFill>
              </a:rPr>
              <a:t>Collect necessary context (e.g., work with an abstraction reference)</a:t>
            </a:r>
          </a:p>
          <a:p>
            <a:pPr lvl="1"/>
            <a:endParaRPr lang="en-US" noProof="0" dirty="0"/>
          </a:p>
          <a:p>
            <a:pPr lvl="1">
              <a:buSzPts val="100"/>
            </a:pPr>
            <a:r>
              <a:rPr lang="en-US" noProof="0" dirty="0">
                <a:solidFill>
                  <a:schemeClr val="tx1">
                    <a:alpha val="0"/>
                  </a:schemeClr>
                </a:solidFill>
              </a:rPr>
              <a:t>More LLM-focused abstractions and scaffolding</a:t>
            </a:r>
          </a:p>
          <a:p>
            <a:pPr>
              <a:buSzPts val="100"/>
            </a:pPr>
            <a:r>
              <a:rPr lang="en-US" noProof="0" dirty="0">
                <a:solidFill>
                  <a:schemeClr val="tx1">
                    <a:alpha val="0"/>
                  </a:schemeClr>
                </a:solidFill>
              </a:rPr>
              <a:t>LLMs still do not replace abstractions (</a:t>
            </a:r>
            <a:r>
              <a:rPr lang="en-US" sz="2400" noProof="0" dirty="0">
                <a:solidFill>
                  <a:schemeClr val="tx1">
                    <a:alpha val="0"/>
                  </a:schemeClr>
                </a:solidFill>
              </a:rPr>
              <a:t>⬆️flexibility</a:t>
            </a:r>
            <a:r>
              <a:rPr lang="en-US" noProof="0" dirty="0">
                <a:solidFill>
                  <a:schemeClr val="tx1">
                    <a:alpha val="0"/>
                  </a:schemeClr>
                </a:solidFill>
              </a:rPr>
              <a:t>, </a:t>
            </a:r>
            <a:r>
              <a:rPr lang="en-US" sz="2400" noProof="0" dirty="0">
                <a:solidFill>
                  <a:schemeClr val="tx1">
                    <a:alpha val="0"/>
                  </a:schemeClr>
                </a:solidFill>
              </a:rPr>
              <a:t>⬇️                                </a:t>
            </a:r>
            <a:r>
              <a:rPr lang="en-US" noProof="0" dirty="0">
                <a:solidFill>
                  <a:schemeClr val="tx1">
                    <a:alpha val="0"/>
                  </a:schemeClr>
                </a:solidFill>
              </a:rPr>
              <a:t>)</a:t>
            </a:r>
          </a:p>
        </p:txBody>
      </p:sp>
      <p:sp>
        <p:nvSpPr>
          <p:cNvPr id="2" name="Date Placeholder 1">
            <a:extLst>
              <a:ext uri="{FF2B5EF4-FFF2-40B4-BE49-F238E27FC236}">
                <a16:creationId xmlns:a16="http://schemas.microsoft.com/office/drawing/2014/main" id="{12E3398E-268D-A00A-DD6D-029BB4AC95CE}"/>
              </a:ext>
            </a:extLst>
          </p:cNvPr>
          <p:cNvSpPr>
            <a:spLocks noGrp="1"/>
          </p:cNvSpPr>
          <p:nvPr>
            <p:ph type="dt" sz="half" idx="10"/>
            <p:custDataLst>
              <p:tags r:id="rId4"/>
            </p:custDataLst>
          </p:nvPr>
        </p:nvSpPr>
        <p:spPr/>
        <p:txBody>
          <a:bodyPr/>
          <a:lstStyle/>
          <a:p>
            <a:r>
              <a:rPr lang="en-US" noProof="0"/>
              <a:t>9/5/2026</a:t>
            </a:r>
            <a:endParaRPr lang="en-US" noProof="0" dirty="0"/>
          </a:p>
        </p:txBody>
      </p:sp>
      <p:sp>
        <p:nvSpPr>
          <p:cNvPr id="3" name="Slide Number Placeholder 2">
            <a:extLst>
              <a:ext uri="{FF2B5EF4-FFF2-40B4-BE49-F238E27FC236}">
                <a16:creationId xmlns:a16="http://schemas.microsoft.com/office/drawing/2014/main" id="{DEA52200-683B-032B-050F-13B46C40BC60}"/>
              </a:ext>
            </a:extLst>
          </p:cNvPr>
          <p:cNvSpPr>
            <a:spLocks noGrp="1"/>
          </p:cNvSpPr>
          <p:nvPr>
            <p:ph type="sldNum" sz="quarter" idx="12"/>
            <p:custDataLst>
              <p:tags r:id="rId5"/>
            </p:custDataLst>
          </p:nvPr>
        </p:nvSpPr>
        <p:spPr/>
        <p:txBody>
          <a:bodyPr/>
          <a:lstStyle/>
          <a:p>
            <a:r>
              <a:rPr lang="en-US" noProof="0"/>
              <a:t>46</a:t>
            </a:r>
            <a:endParaRPr lang="en-US" noProof="0" dirty="0"/>
          </a:p>
        </p:txBody>
      </p:sp>
    </p:spTree>
    <p:custDataLst>
      <p:tags r:id="rId1"/>
    </p:custDataLst>
    <p:extLst>
      <p:ext uri="{BB962C8B-B14F-4D97-AF65-F5344CB8AC3E}">
        <p14:creationId xmlns:p14="http://schemas.microsoft.com/office/powerpoint/2010/main" val="3870625219"/>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5054ED28-5B59-E4A7-513A-4F06F356F3F4}"/>
              </a:ext>
            </a:extLst>
          </p:cNvPr>
          <p:cNvSpPr>
            <a:spLocks noGrp="1"/>
          </p:cNvSpPr>
          <p:nvPr>
            <p:ph type="title"/>
            <p:custDataLst>
              <p:tags r:id="rId2"/>
            </p:custDataLst>
          </p:nvPr>
        </p:nvSpPr>
        <p:spPr/>
        <p:txBody>
          <a:bodyPr/>
          <a:lstStyle/>
          <a:p>
            <a:r>
              <a:rPr lang="en-US" noProof="0" dirty="0"/>
              <a:t>LLM-guided optimization summary</a:t>
            </a:r>
          </a:p>
        </p:txBody>
      </p:sp>
      <p:sp>
        <p:nvSpPr>
          <p:cNvPr id="7" name="Content Placeholder 6">
            <a:extLst>
              <a:ext uri="{FF2B5EF4-FFF2-40B4-BE49-F238E27FC236}">
                <a16:creationId xmlns:a16="http://schemas.microsoft.com/office/drawing/2014/main" id="{BCF66668-3BAD-E37E-63AF-30E04874E872}"/>
              </a:ext>
            </a:extLst>
          </p:cNvPr>
          <p:cNvSpPr>
            <a:spLocks noGrp="1"/>
          </p:cNvSpPr>
          <p:nvPr>
            <p:ph idx="1"/>
            <p:custDataLst>
              <p:tags r:id="rId3"/>
            </p:custDataLst>
          </p:nvPr>
        </p:nvSpPr>
        <p:spPr>
          <a:xfrm>
            <a:off x="838200" y="1635615"/>
            <a:ext cx="10848474" cy="4541348"/>
          </a:xfrm>
        </p:spPr>
        <p:txBody>
          <a:bodyPr>
            <a:noAutofit/>
          </a:bodyPr>
          <a:lstStyle/>
          <a:p>
            <a:r>
              <a:rPr lang="en-US" noProof="0" dirty="0"/>
              <a:t>Prompting specificity ✅</a:t>
            </a:r>
          </a:p>
          <a:p>
            <a:r>
              <a:rPr lang="en-US" noProof="0" dirty="0"/>
              <a:t>Contemporary abstractions ❌</a:t>
            </a:r>
          </a:p>
          <a:p>
            <a:endParaRPr lang="en-US" noProof="0" dirty="0"/>
          </a:p>
          <a:p>
            <a:r>
              <a:rPr lang="en-US" noProof="0" dirty="0"/>
              <a:t>Possible future research</a:t>
            </a:r>
          </a:p>
          <a:p>
            <a:pPr lvl="1">
              <a:buSzPts val="100"/>
            </a:pPr>
            <a:r>
              <a:rPr lang="en-US" noProof="0" dirty="0">
                <a:solidFill>
                  <a:schemeClr val="tx1">
                    <a:alpha val="0"/>
                  </a:schemeClr>
                </a:solidFill>
              </a:rPr>
              <a:t>Re-evaluate on agentic LLMs</a:t>
            </a:r>
          </a:p>
          <a:p>
            <a:pPr lvl="2">
              <a:buSzPts val="100"/>
            </a:pPr>
            <a:r>
              <a:rPr lang="en-US" noProof="0" dirty="0">
                <a:solidFill>
                  <a:schemeClr val="tx1">
                    <a:alpha val="0"/>
                  </a:schemeClr>
                </a:solidFill>
              </a:rPr>
              <a:t>Gather feedback (performance, compile errors, …)</a:t>
            </a:r>
          </a:p>
          <a:p>
            <a:pPr lvl="2">
              <a:buSzPts val="100"/>
            </a:pPr>
            <a:r>
              <a:rPr lang="en-US" noProof="0" dirty="0">
                <a:solidFill>
                  <a:schemeClr val="tx1">
                    <a:alpha val="0"/>
                  </a:schemeClr>
                </a:solidFill>
              </a:rPr>
              <a:t>Collect necessary context (e.g., work with an abstraction reference)</a:t>
            </a:r>
          </a:p>
          <a:p>
            <a:pPr lvl="1"/>
            <a:endParaRPr lang="en-US" noProof="0" dirty="0"/>
          </a:p>
          <a:p>
            <a:pPr lvl="1">
              <a:buSzPts val="100"/>
            </a:pPr>
            <a:r>
              <a:rPr lang="en-US" noProof="0" dirty="0">
                <a:solidFill>
                  <a:schemeClr val="tx1">
                    <a:alpha val="0"/>
                  </a:schemeClr>
                </a:solidFill>
              </a:rPr>
              <a:t>More LLM-focused abstractions and scaffolding</a:t>
            </a:r>
          </a:p>
          <a:p>
            <a:pPr>
              <a:buSzPts val="100"/>
            </a:pPr>
            <a:r>
              <a:rPr lang="en-US" noProof="0" dirty="0">
                <a:solidFill>
                  <a:schemeClr val="tx1">
                    <a:alpha val="0"/>
                  </a:schemeClr>
                </a:solidFill>
              </a:rPr>
              <a:t>LLMs still do not replace abstractions (</a:t>
            </a:r>
            <a:r>
              <a:rPr lang="en-US" sz="2400" noProof="0" dirty="0">
                <a:solidFill>
                  <a:schemeClr val="tx1">
                    <a:alpha val="0"/>
                  </a:schemeClr>
                </a:solidFill>
              </a:rPr>
              <a:t>⬆️flexibility</a:t>
            </a:r>
            <a:r>
              <a:rPr lang="en-US" noProof="0" dirty="0">
                <a:solidFill>
                  <a:schemeClr val="tx1">
                    <a:alpha val="0"/>
                  </a:schemeClr>
                </a:solidFill>
              </a:rPr>
              <a:t>, </a:t>
            </a:r>
            <a:r>
              <a:rPr lang="en-US" sz="2400" noProof="0" dirty="0">
                <a:solidFill>
                  <a:schemeClr val="tx1">
                    <a:alpha val="0"/>
                  </a:schemeClr>
                </a:solidFill>
              </a:rPr>
              <a:t>⬇️                                </a:t>
            </a:r>
            <a:r>
              <a:rPr lang="en-US" noProof="0" dirty="0">
                <a:solidFill>
                  <a:schemeClr val="tx1">
                    <a:alpha val="0"/>
                  </a:schemeClr>
                </a:solidFill>
              </a:rPr>
              <a:t>)</a:t>
            </a:r>
          </a:p>
        </p:txBody>
      </p:sp>
      <p:sp>
        <p:nvSpPr>
          <p:cNvPr id="2" name="Date Placeholder 1">
            <a:extLst>
              <a:ext uri="{FF2B5EF4-FFF2-40B4-BE49-F238E27FC236}">
                <a16:creationId xmlns:a16="http://schemas.microsoft.com/office/drawing/2014/main" id="{12E3398E-268D-A00A-DD6D-029BB4AC95CE}"/>
              </a:ext>
            </a:extLst>
          </p:cNvPr>
          <p:cNvSpPr>
            <a:spLocks noGrp="1"/>
          </p:cNvSpPr>
          <p:nvPr>
            <p:ph type="dt" sz="half" idx="10"/>
            <p:custDataLst>
              <p:tags r:id="rId4"/>
            </p:custDataLst>
          </p:nvPr>
        </p:nvSpPr>
        <p:spPr/>
        <p:txBody>
          <a:bodyPr/>
          <a:lstStyle/>
          <a:p>
            <a:r>
              <a:rPr lang="en-US" noProof="0"/>
              <a:t>9/5/2026</a:t>
            </a:r>
            <a:endParaRPr lang="en-US" noProof="0" dirty="0"/>
          </a:p>
        </p:txBody>
      </p:sp>
      <p:sp>
        <p:nvSpPr>
          <p:cNvPr id="3" name="Slide Number Placeholder 2">
            <a:extLst>
              <a:ext uri="{FF2B5EF4-FFF2-40B4-BE49-F238E27FC236}">
                <a16:creationId xmlns:a16="http://schemas.microsoft.com/office/drawing/2014/main" id="{DEA52200-683B-032B-050F-13B46C40BC60}"/>
              </a:ext>
            </a:extLst>
          </p:cNvPr>
          <p:cNvSpPr>
            <a:spLocks noGrp="1"/>
          </p:cNvSpPr>
          <p:nvPr>
            <p:ph type="sldNum" sz="quarter" idx="12"/>
            <p:custDataLst>
              <p:tags r:id="rId5"/>
            </p:custDataLst>
          </p:nvPr>
        </p:nvSpPr>
        <p:spPr/>
        <p:txBody>
          <a:bodyPr/>
          <a:lstStyle/>
          <a:p>
            <a:r>
              <a:rPr lang="en-US" noProof="0"/>
              <a:t>46</a:t>
            </a:r>
            <a:endParaRPr lang="en-US" noProof="0" dirty="0"/>
          </a:p>
        </p:txBody>
      </p:sp>
    </p:spTree>
    <p:custDataLst>
      <p:tags r:id="rId1"/>
    </p:custDataLst>
    <p:extLst>
      <p:ext uri="{BB962C8B-B14F-4D97-AF65-F5344CB8AC3E}">
        <p14:creationId xmlns:p14="http://schemas.microsoft.com/office/powerpoint/2010/main" val="2171602951"/>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5054ED28-5B59-E4A7-513A-4F06F356F3F4}"/>
              </a:ext>
            </a:extLst>
          </p:cNvPr>
          <p:cNvSpPr>
            <a:spLocks noGrp="1"/>
          </p:cNvSpPr>
          <p:nvPr>
            <p:ph type="title"/>
            <p:custDataLst>
              <p:tags r:id="rId2"/>
            </p:custDataLst>
          </p:nvPr>
        </p:nvSpPr>
        <p:spPr/>
        <p:txBody>
          <a:bodyPr/>
          <a:lstStyle/>
          <a:p>
            <a:r>
              <a:rPr lang="en-US" noProof="0" dirty="0"/>
              <a:t>LLM-guided optimization summary</a:t>
            </a:r>
          </a:p>
        </p:txBody>
      </p:sp>
      <p:sp>
        <p:nvSpPr>
          <p:cNvPr id="7" name="Content Placeholder 6">
            <a:extLst>
              <a:ext uri="{FF2B5EF4-FFF2-40B4-BE49-F238E27FC236}">
                <a16:creationId xmlns:a16="http://schemas.microsoft.com/office/drawing/2014/main" id="{BCF66668-3BAD-E37E-63AF-30E04874E872}"/>
              </a:ext>
            </a:extLst>
          </p:cNvPr>
          <p:cNvSpPr>
            <a:spLocks noGrp="1"/>
          </p:cNvSpPr>
          <p:nvPr>
            <p:ph idx="1"/>
            <p:custDataLst>
              <p:tags r:id="rId3"/>
            </p:custDataLst>
          </p:nvPr>
        </p:nvSpPr>
        <p:spPr>
          <a:xfrm>
            <a:off x="838200" y="1635615"/>
            <a:ext cx="10848474" cy="4541348"/>
          </a:xfrm>
        </p:spPr>
        <p:txBody>
          <a:bodyPr>
            <a:noAutofit/>
          </a:bodyPr>
          <a:lstStyle/>
          <a:p>
            <a:r>
              <a:rPr lang="en-US" noProof="0" dirty="0"/>
              <a:t>Prompting specificity ✅</a:t>
            </a:r>
          </a:p>
          <a:p>
            <a:r>
              <a:rPr lang="en-US" noProof="0" dirty="0"/>
              <a:t>Contemporary abstractions ❌</a:t>
            </a:r>
          </a:p>
          <a:p>
            <a:endParaRPr lang="en-US" noProof="0" dirty="0"/>
          </a:p>
          <a:p>
            <a:r>
              <a:rPr lang="en-US" noProof="0" dirty="0"/>
              <a:t>Possible future research</a:t>
            </a:r>
          </a:p>
          <a:p>
            <a:pPr lvl="1"/>
            <a:r>
              <a:rPr lang="en-US" noProof="0" dirty="0"/>
              <a:t>Re-evaluate on agentic LLMs</a:t>
            </a:r>
          </a:p>
          <a:p>
            <a:pPr lvl="2"/>
            <a:r>
              <a:rPr lang="en-US" noProof="0" dirty="0"/>
              <a:t>Gather feedback (performance, compile errors, …)</a:t>
            </a:r>
          </a:p>
          <a:p>
            <a:pPr lvl="2"/>
            <a:r>
              <a:rPr lang="en-US" noProof="0" dirty="0"/>
              <a:t>Collect necessary context (e.g., work with an abstraction reference)</a:t>
            </a:r>
          </a:p>
          <a:p>
            <a:pPr lvl="1"/>
            <a:endParaRPr lang="en-US" noProof="0" dirty="0"/>
          </a:p>
          <a:p>
            <a:pPr lvl="1">
              <a:buSzPts val="100"/>
            </a:pPr>
            <a:r>
              <a:rPr lang="en-US" noProof="0" dirty="0">
                <a:solidFill>
                  <a:schemeClr val="tx1">
                    <a:alpha val="0"/>
                  </a:schemeClr>
                </a:solidFill>
              </a:rPr>
              <a:t>More LLM-focused abstractions and scaffolding</a:t>
            </a:r>
          </a:p>
          <a:p>
            <a:pPr>
              <a:buSzPts val="100"/>
            </a:pPr>
            <a:r>
              <a:rPr lang="en-US" noProof="0" dirty="0">
                <a:solidFill>
                  <a:schemeClr val="tx1">
                    <a:alpha val="0"/>
                  </a:schemeClr>
                </a:solidFill>
              </a:rPr>
              <a:t>LLMs still do not replace abstractions (</a:t>
            </a:r>
            <a:r>
              <a:rPr lang="en-US" sz="2400" noProof="0" dirty="0">
                <a:solidFill>
                  <a:schemeClr val="tx1">
                    <a:alpha val="0"/>
                  </a:schemeClr>
                </a:solidFill>
              </a:rPr>
              <a:t>⬆️flexibility</a:t>
            </a:r>
            <a:r>
              <a:rPr lang="en-US" noProof="0" dirty="0">
                <a:solidFill>
                  <a:schemeClr val="tx1">
                    <a:alpha val="0"/>
                  </a:schemeClr>
                </a:solidFill>
              </a:rPr>
              <a:t>, </a:t>
            </a:r>
            <a:r>
              <a:rPr lang="en-US" sz="2400" noProof="0" dirty="0">
                <a:solidFill>
                  <a:schemeClr val="tx1">
                    <a:alpha val="0"/>
                  </a:schemeClr>
                </a:solidFill>
              </a:rPr>
              <a:t>⬇️                                </a:t>
            </a:r>
            <a:r>
              <a:rPr lang="en-US" noProof="0" dirty="0">
                <a:solidFill>
                  <a:schemeClr val="tx1">
                    <a:alpha val="0"/>
                  </a:schemeClr>
                </a:solidFill>
              </a:rPr>
              <a:t>)</a:t>
            </a:r>
          </a:p>
        </p:txBody>
      </p:sp>
      <p:sp>
        <p:nvSpPr>
          <p:cNvPr id="2" name="Date Placeholder 1">
            <a:extLst>
              <a:ext uri="{FF2B5EF4-FFF2-40B4-BE49-F238E27FC236}">
                <a16:creationId xmlns:a16="http://schemas.microsoft.com/office/drawing/2014/main" id="{12E3398E-268D-A00A-DD6D-029BB4AC95CE}"/>
              </a:ext>
            </a:extLst>
          </p:cNvPr>
          <p:cNvSpPr>
            <a:spLocks noGrp="1"/>
          </p:cNvSpPr>
          <p:nvPr>
            <p:ph type="dt" sz="half" idx="10"/>
            <p:custDataLst>
              <p:tags r:id="rId4"/>
            </p:custDataLst>
          </p:nvPr>
        </p:nvSpPr>
        <p:spPr/>
        <p:txBody>
          <a:bodyPr/>
          <a:lstStyle/>
          <a:p>
            <a:r>
              <a:rPr lang="en-US" noProof="0"/>
              <a:t>9/5/2026</a:t>
            </a:r>
            <a:endParaRPr lang="en-US" noProof="0" dirty="0"/>
          </a:p>
        </p:txBody>
      </p:sp>
      <p:sp>
        <p:nvSpPr>
          <p:cNvPr id="3" name="Slide Number Placeholder 2">
            <a:extLst>
              <a:ext uri="{FF2B5EF4-FFF2-40B4-BE49-F238E27FC236}">
                <a16:creationId xmlns:a16="http://schemas.microsoft.com/office/drawing/2014/main" id="{DEA52200-683B-032B-050F-13B46C40BC60}"/>
              </a:ext>
            </a:extLst>
          </p:cNvPr>
          <p:cNvSpPr>
            <a:spLocks noGrp="1"/>
          </p:cNvSpPr>
          <p:nvPr>
            <p:ph type="sldNum" sz="quarter" idx="12"/>
            <p:custDataLst>
              <p:tags r:id="rId5"/>
            </p:custDataLst>
          </p:nvPr>
        </p:nvSpPr>
        <p:spPr/>
        <p:txBody>
          <a:bodyPr/>
          <a:lstStyle/>
          <a:p>
            <a:r>
              <a:rPr lang="en-US" noProof="0"/>
              <a:t>46</a:t>
            </a:r>
            <a:endParaRPr lang="en-US" noProof="0" dirty="0"/>
          </a:p>
        </p:txBody>
      </p:sp>
    </p:spTree>
    <p:custDataLst>
      <p:tags r:id="rId1"/>
    </p:custDataLst>
    <p:extLst>
      <p:ext uri="{BB962C8B-B14F-4D97-AF65-F5344CB8AC3E}">
        <p14:creationId xmlns:p14="http://schemas.microsoft.com/office/powerpoint/2010/main" val="2971301849"/>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5054ED28-5B59-E4A7-513A-4F06F356F3F4}"/>
              </a:ext>
            </a:extLst>
          </p:cNvPr>
          <p:cNvSpPr>
            <a:spLocks noGrp="1"/>
          </p:cNvSpPr>
          <p:nvPr>
            <p:ph type="title"/>
            <p:custDataLst>
              <p:tags r:id="rId2"/>
            </p:custDataLst>
          </p:nvPr>
        </p:nvSpPr>
        <p:spPr/>
        <p:txBody>
          <a:bodyPr/>
          <a:lstStyle/>
          <a:p>
            <a:r>
              <a:rPr lang="en-US" noProof="0" dirty="0"/>
              <a:t>LLM-guided optimization summary</a:t>
            </a:r>
          </a:p>
        </p:txBody>
      </p:sp>
      <p:sp>
        <p:nvSpPr>
          <p:cNvPr id="7" name="Content Placeholder 6">
            <a:extLst>
              <a:ext uri="{FF2B5EF4-FFF2-40B4-BE49-F238E27FC236}">
                <a16:creationId xmlns:a16="http://schemas.microsoft.com/office/drawing/2014/main" id="{BCF66668-3BAD-E37E-63AF-30E04874E872}"/>
              </a:ext>
            </a:extLst>
          </p:cNvPr>
          <p:cNvSpPr>
            <a:spLocks noGrp="1"/>
          </p:cNvSpPr>
          <p:nvPr>
            <p:ph idx="1"/>
            <p:custDataLst>
              <p:tags r:id="rId3"/>
            </p:custDataLst>
          </p:nvPr>
        </p:nvSpPr>
        <p:spPr>
          <a:xfrm>
            <a:off x="838200" y="1635615"/>
            <a:ext cx="10848474" cy="4541348"/>
          </a:xfrm>
        </p:spPr>
        <p:txBody>
          <a:bodyPr>
            <a:noAutofit/>
          </a:bodyPr>
          <a:lstStyle/>
          <a:p>
            <a:r>
              <a:rPr lang="en-US" noProof="0" dirty="0"/>
              <a:t>Prompting specificity ✅</a:t>
            </a:r>
          </a:p>
          <a:p>
            <a:r>
              <a:rPr lang="en-US" noProof="0" dirty="0"/>
              <a:t>Contemporary abstractions ❌</a:t>
            </a:r>
          </a:p>
          <a:p>
            <a:endParaRPr lang="en-US" noProof="0" dirty="0"/>
          </a:p>
          <a:p>
            <a:r>
              <a:rPr lang="en-US" noProof="0" dirty="0"/>
              <a:t>Possible future research</a:t>
            </a:r>
          </a:p>
          <a:p>
            <a:pPr lvl="1"/>
            <a:r>
              <a:rPr lang="en-US" noProof="0" dirty="0"/>
              <a:t>Re-evaluate on agentic LLMs</a:t>
            </a:r>
          </a:p>
          <a:p>
            <a:pPr lvl="2"/>
            <a:r>
              <a:rPr lang="en-US" noProof="0" dirty="0"/>
              <a:t>Gather feedback (performance, compile errors, …)</a:t>
            </a:r>
          </a:p>
          <a:p>
            <a:pPr lvl="2"/>
            <a:r>
              <a:rPr lang="en-US" noProof="0" dirty="0"/>
              <a:t>Collect necessary context (e.g., work with an abstraction reference)</a:t>
            </a:r>
          </a:p>
          <a:p>
            <a:pPr lvl="1"/>
            <a:endParaRPr lang="en-US" noProof="0" dirty="0"/>
          </a:p>
          <a:p>
            <a:pPr lvl="1"/>
            <a:r>
              <a:rPr lang="en-US" noProof="0" dirty="0"/>
              <a:t>More LLM-focused abstractions and scaffolding</a:t>
            </a:r>
          </a:p>
          <a:p>
            <a:pPr>
              <a:buSzPts val="100"/>
            </a:pPr>
            <a:r>
              <a:rPr lang="en-US" noProof="0" dirty="0">
                <a:solidFill>
                  <a:schemeClr val="tx1">
                    <a:alpha val="0"/>
                  </a:schemeClr>
                </a:solidFill>
              </a:rPr>
              <a:t>LLMs still do not replace abstractions (</a:t>
            </a:r>
            <a:r>
              <a:rPr lang="en-US" sz="2400" noProof="0" dirty="0">
                <a:solidFill>
                  <a:schemeClr val="tx1">
                    <a:alpha val="0"/>
                  </a:schemeClr>
                </a:solidFill>
              </a:rPr>
              <a:t>⬆️flexibility</a:t>
            </a:r>
            <a:r>
              <a:rPr lang="en-US" noProof="0" dirty="0">
                <a:solidFill>
                  <a:schemeClr val="tx1">
                    <a:alpha val="0"/>
                  </a:schemeClr>
                </a:solidFill>
              </a:rPr>
              <a:t>, </a:t>
            </a:r>
            <a:r>
              <a:rPr lang="en-US" sz="2400" noProof="0" dirty="0">
                <a:solidFill>
                  <a:schemeClr val="tx1">
                    <a:alpha val="0"/>
                  </a:schemeClr>
                </a:solidFill>
              </a:rPr>
              <a:t>⬇️                                </a:t>
            </a:r>
            <a:r>
              <a:rPr lang="en-US" noProof="0" dirty="0">
                <a:solidFill>
                  <a:schemeClr val="tx1">
                    <a:alpha val="0"/>
                  </a:schemeClr>
                </a:solidFill>
              </a:rPr>
              <a:t>)</a:t>
            </a:r>
          </a:p>
        </p:txBody>
      </p:sp>
      <p:sp>
        <p:nvSpPr>
          <p:cNvPr id="2" name="Date Placeholder 1">
            <a:extLst>
              <a:ext uri="{FF2B5EF4-FFF2-40B4-BE49-F238E27FC236}">
                <a16:creationId xmlns:a16="http://schemas.microsoft.com/office/drawing/2014/main" id="{12E3398E-268D-A00A-DD6D-029BB4AC95CE}"/>
              </a:ext>
            </a:extLst>
          </p:cNvPr>
          <p:cNvSpPr>
            <a:spLocks noGrp="1"/>
          </p:cNvSpPr>
          <p:nvPr>
            <p:ph type="dt" sz="half" idx="10"/>
            <p:custDataLst>
              <p:tags r:id="rId4"/>
            </p:custDataLst>
          </p:nvPr>
        </p:nvSpPr>
        <p:spPr/>
        <p:txBody>
          <a:bodyPr/>
          <a:lstStyle/>
          <a:p>
            <a:r>
              <a:rPr lang="en-US" noProof="0"/>
              <a:t>9/5/2026</a:t>
            </a:r>
            <a:endParaRPr lang="en-US" noProof="0" dirty="0"/>
          </a:p>
        </p:txBody>
      </p:sp>
      <p:sp>
        <p:nvSpPr>
          <p:cNvPr id="3" name="Slide Number Placeholder 2">
            <a:extLst>
              <a:ext uri="{FF2B5EF4-FFF2-40B4-BE49-F238E27FC236}">
                <a16:creationId xmlns:a16="http://schemas.microsoft.com/office/drawing/2014/main" id="{DEA52200-683B-032B-050F-13B46C40BC60}"/>
              </a:ext>
            </a:extLst>
          </p:cNvPr>
          <p:cNvSpPr>
            <a:spLocks noGrp="1"/>
          </p:cNvSpPr>
          <p:nvPr>
            <p:ph type="sldNum" sz="quarter" idx="12"/>
            <p:custDataLst>
              <p:tags r:id="rId5"/>
            </p:custDataLst>
          </p:nvPr>
        </p:nvSpPr>
        <p:spPr/>
        <p:txBody>
          <a:bodyPr/>
          <a:lstStyle/>
          <a:p>
            <a:r>
              <a:rPr lang="en-US" noProof="0"/>
              <a:t>46</a:t>
            </a:r>
            <a:endParaRPr lang="en-US" noProof="0" dirty="0"/>
          </a:p>
        </p:txBody>
      </p:sp>
    </p:spTree>
    <p:custDataLst>
      <p:tags r:id="rId1"/>
    </p:custDataLst>
    <p:extLst>
      <p:ext uri="{BB962C8B-B14F-4D97-AF65-F5344CB8AC3E}">
        <p14:creationId xmlns:p14="http://schemas.microsoft.com/office/powerpoint/2010/main" val="2938478885"/>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5054ED28-5B59-E4A7-513A-4F06F356F3F4}"/>
              </a:ext>
            </a:extLst>
          </p:cNvPr>
          <p:cNvSpPr>
            <a:spLocks noGrp="1"/>
          </p:cNvSpPr>
          <p:nvPr>
            <p:ph type="title"/>
            <p:custDataLst>
              <p:tags r:id="rId2"/>
            </p:custDataLst>
          </p:nvPr>
        </p:nvSpPr>
        <p:spPr/>
        <p:txBody>
          <a:bodyPr/>
          <a:lstStyle/>
          <a:p>
            <a:r>
              <a:rPr lang="en-US" noProof="0" dirty="0"/>
              <a:t>LLM-guided optimization summary</a:t>
            </a:r>
          </a:p>
        </p:txBody>
      </p:sp>
      <p:sp>
        <p:nvSpPr>
          <p:cNvPr id="7" name="Content Placeholder 6">
            <a:extLst>
              <a:ext uri="{FF2B5EF4-FFF2-40B4-BE49-F238E27FC236}">
                <a16:creationId xmlns:a16="http://schemas.microsoft.com/office/drawing/2014/main" id="{BCF66668-3BAD-E37E-63AF-30E04874E872}"/>
              </a:ext>
            </a:extLst>
          </p:cNvPr>
          <p:cNvSpPr>
            <a:spLocks noGrp="1"/>
          </p:cNvSpPr>
          <p:nvPr>
            <p:ph idx="1"/>
            <p:custDataLst>
              <p:tags r:id="rId3"/>
            </p:custDataLst>
          </p:nvPr>
        </p:nvSpPr>
        <p:spPr>
          <a:xfrm>
            <a:off x="838200" y="1635615"/>
            <a:ext cx="10848474" cy="4541348"/>
          </a:xfrm>
        </p:spPr>
        <p:txBody>
          <a:bodyPr>
            <a:noAutofit/>
          </a:bodyPr>
          <a:lstStyle/>
          <a:p>
            <a:r>
              <a:rPr lang="en-US" noProof="0" dirty="0"/>
              <a:t>Prompting specificity ✅</a:t>
            </a:r>
          </a:p>
          <a:p>
            <a:r>
              <a:rPr lang="en-US" noProof="0" dirty="0"/>
              <a:t>Contemporary abstractions ❌</a:t>
            </a:r>
          </a:p>
          <a:p>
            <a:endParaRPr lang="en-US" noProof="0" dirty="0"/>
          </a:p>
          <a:p>
            <a:r>
              <a:rPr lang="en-US" noProof="0" dirty="0"/>
              <a:t>Possible future research</a:t>
            </a:r>
          </a:p>
          <a:p>
            <a:pPr lvl="1"/>
            <a:r>
              <a:rPr lang="en-US" noProof="0" dirty="0"/>
              <a:t>Re-evaluate on agentic LLMs</a:t>
            </a:r>
          </a:p>
          <a:p>
            <a:pPr lvl="2"/>
            <a:r>
              <a:rPr lang="en-US" noProof="0" dirty="0"/>
              <a:t>Gather feedback (performance, compile errors, …)</a:t>
            </a:r>
          </a:p>
          <a:p>
            <a:pPr lvl="2"/>
            <a:r>
              <a:rPr lang="en-US" noProof="0" dirty="0"/>
              <a:t>Collect necessary context (e.g., work with an abstraction reference)</a:t>
            </a:r>
          </a:p>
          <a:p>
            <a:pPr lvl="1"/>
            <a:endParaRPr lang="en-US" noProof="0" dirty="0"/>
          </a:p>
          <a:p>
            <a:pPr lvl="1"/>
            <a:r>
              <a:rPr lang="en-US" noProof="0" dirty="0"/>
              <a:t>More LLM-focused abstractions and scaffolding</a:t>
            </a:r>
          </a:p>
          <a:p>
            <a:r>
              <a:rPr lang="en-US" noProof="0" dirty="0"/>
              <a:t>LLMs still do not replace abstractions (</a:t>
            </a:r>
            <a:r>
              <a:rPr lang="en-US" sz="2400" noProof="0" dirty="0"/>
              <a:t>⬆️flexibility</a:t>
            </a:r>
            <a:r>
              <a:rPr lang="en-US" noProof="0" dirty="0"/>
              <a:t>, </a:t>
            </a:r>
            <a:r>
              <a:rPr lang="en-US" sz="2400" noProof="0" dirty="0"/>
              <a:t>⬇️                                </a:t>
            </a:r>
            <a:r>
              <a:rPr lang="en-US" noProof="0" dirty="0"/>
              <a:t>)</a:t>
            </a:r>
          </a:p>
        </p:txBody>
      </p:sp>
      <p:sp>
        <p:nvSpPr>
          <p:cNvPr id="2" name="Date Placeholder 1">
            <a:extLst>
              <a:ext uri="{FF2B5EF4-FFF2-40B4-BE49-F238E27FC236}">
                <a16:creationId xmlns:a16="http://schemas.microsoft.com/office/drawing/2014/main" id="{12E3398E-268D-A00A-DD6D-029BB4AC95CE}"/>
              </a:ext>
            </a:extLst>
          </p:cNvPr>
          <p:cNvSpPr>
            <a:spLocks noGrp="1"/>
          </p:cNvSpPr>
          <p:nvPr>
            <p:ph type="dt" sz="half" idx="10"/>
            <p:custDataLst>
              <p:tags r:id="rId4"/>
            </p:custDataLst>
          </p:nvPr>
        </p:nvSpPr>
        <p:spPr/>
        <p:txBody>
          <a:bodyPr/>
          <a:lstStyle/>
          <a:p>
            <a:r>
              <a:rPr lang="en-US" noProof="0"/>
              <a:t>9/5/2026</a:t>
            </a:r>
            <a:endParaRPr lang="en-US" noProof="0" dirty="0"/>
          </a:p>
        </p:txBody>
      </p:sp>
      <p:sp>
        <p:nvSpPr>
          <p:cNvPr id="3" name="Slide Number Placeholder 2">
            <a:extLst>
              <a:ext uri="{FF2B5EF4-FFF2-40B4-BE49-F238E27FC236}">
                <a16:creationId xmlns:a16="http://schemas.microsoft.com/office/drawing/2014/main" id="{DEA52200-683B-032B-050F-13B46C40BC60}"/>
              </a:ext>
            </a:extLst>
          </p:cNvPr>
          <p:cNvSpPr>
            <a:spLocks noGrp="1"/>
          </p:cNvSpPr>
          <p:nvPr>
            <p:ph type="sldNum" sz="quarter" idx="12"/>
            <p:custDataLst>
              <p:tags r:id="rId5"/>
            </p:custDataLst>
          </p:nvPr>
        </p:nvSpPr>
        <p:spPr/>
        <p:txBody>
          <a:bodyPr/>
          <a:lstStyle/>
          <a:p>
            <a:r>
              <a:rPr lang="en-US" noProof="0"/>
              <a:t>46</a:t>
            </a:r>
            <a:endParaRPr lang="en-US" noProof="0" dirty="0"/>
          </a:p>
        </p:txBody>
      </p:sp>
      <p:sp>
        <p:nvSpPr>
          <p:cNvPr id="4" name="TextBox 3">
            <a:extLst>
              <a:ext uri="{FF2B5EF4-FFF2-40B4-BE49-F238E27FC236}">
                <a16:creationId xmlns:a16="http://schemas.microsoft.com/office/drawing/2014/main" id="{B965D0A2-488C-6AE6-55B4-95CCADB0A059}"/>
              </a:ext>
            </a:extLst>
          </p:cNvPr>
          <p:cNvSpPr txBox="1"/>
          <p:nvPr>
            <p:custDataLst>
              <p:tags r:id="rId6"/>
            </p:custDataLst>
          </p:nvPr>
        </p:nvSpPr>
        <p:spPr>
          <a:xfrm>
            <a:off x="9138232" y="5688871"/>
            <a:ext cx="2125390" cy="461665"/>
          </a:xfrm>
          <a:prstGeom prst="rect">
            <a:avLst/>
          </a:prstGeom>
          <a:noFill/>
        </p:spPr>
        <p:txBody>
          <a:bodyPr wrap="none" rtlCol="0">
            <a:spAutoFit/>
          </a:bodyPr>
          <a:lstStyle/>
          <a:p>
            <a:pPr algn="ctr"/>
            <a:r>
              <a:rPr lang="en-US" sz="2400" noProof="0" dirty="0"/>
              <a:t>interpretability</a:t>
            </a:r>
          </a:p>
        </p:txBody>
      </p:sp>
      <p:sp>
        <p:nvSpPr>
          <p:cNvPr id="8" name="TextBox 7">
            <a:extLst>
              <a:ext uri="{FF2B5EF4-FFF2-40B4-BE49-F238E27FC236}">
                <a16:creationId xmlns:a16="http://schemas.microsoft.com/office/drawing/2014/main" id="{DFEF80E3-6A55-EBC0-500C-3DC766A1C247}"/>
              </a:ext>
            </a:extLst>
          </p:cNvPr>
          <p:cNvSpPr txBox="1"/>
          <p:nvPr>
            <p:custDataLst>
              <p:tags r:id="rId7"/>
            </p:custDataLst>
          </p:nvPr>
        </p:nvSpPr>
        <p:spPr>
          <a:xfrm>
            <a:off x="9258453" y="5397074"/>
            <a:ext cx="1884948" cy="461665"/>
          </a:xfrm>
          <a:prstGeom prst="rect">
            <a:avLst/>
          </a:prstGeom>
          <a:noFill/>
        </p:spPr>
        <p:txBody>
          <a:bodyPr wrap="square">
            <a:spAutoFit/>
          </a:bodyPr>
          <a:lstStyle/>
          <a:p>
            <a:pPr algn="ctr"/>
            <a:r>
              <a:rPr lang="en-US" sz="2400" noProof="0" dirty="0"/>
              <a:t>determinism</a:t>
            </a:r>
            <a:endParaRPr lang="en-US" noProof="0" dirty="0"/>
          </a:p>
        </p:txBody>
      </p:sp>
    </p:spTree>
    <p:custDataLst>
      <p:tags r:id="rId1"/>
    </p:custDataLst>
    <p:extLst>
      <p:ext uri="{BB962C8B-B14F-4D97-AF65-F5344CB8AC3E}">
        <p14:creationId xmlns:p14="http://schemas.microsoft.com/office/powerpoint/2010/main" val="278047944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PPSPLIT_SPLIT" val="1"/>
  <p:tag name="PPSPLIT_ORIGINALSLIDENUMBER" val="1"/>
</p:tagLst>
</file>

<file path=ppt/tags/tag2.xml><?xml version="1.0" encoding="utf-8"?>
<p:tagLst xmlns:a="http://schemas.openxmlformats.org/drawingml/2006/main" xmlns:r="http://schemas.openxmlformats.org/officeDocument/2006/relationships" xmlns:p="http://schemas.openxmlformats.org/presentationml/2006/main">
  <p:tag name="TIMING" val="|8.1|11.8|6.7|13.7|20.7|5.9"/>
  <p:tag name="PPSPLIT_SPLIT" val="1"/>
  <p:tag name="PPSPLIT_ORIGINALSLIDENUMBER" val="2"/>
  <p:tag name="PPSPLIT_DONE" val="1"/>
</p:tagLst>
</file>

<file path=ppt/tags/tag3.xml><?xml version="1.0" encoding="utf-8"?>
<p:tagLst xmlns:a="http://schemas.openxmlformats.org/drawingml/2006/main" xmlns:r="http://schemas.openxmlformats.org/officeDocument/2006/relationships" xmlns:p="http://schemas.openxmlformats.org/presentationml/2006/main">
  <p:tag name="PPSPLIT_ID" val=" 2"/>
</p:tagLst>
</file>

<file path=ppt/tags/tag4.xml><?xml version="1.0" encoding="utf-8"?>
<p:tagLst xmlns:a="http://schemas.openxmlformats.org/drawingml/2006/main" xmlns:r="http://schemas.openxmlformats.org/officeDocument/2006/relationships" xmlns:p="http://schemas.openxmlformats.org/presentationml/2006/main">
  <p:tag name="PPSPLIT_ID" val=" 3"/>
</p:tagLst>
</file>

<file path=ppt/tags/tag5.xml><?xml version="1.0" encoding="utf-8"?>
<p:tagLst xmlns:a="http://schemas.openxmlformats.org/drawingml/2006/main" xmlns:r="http://schemas.openxmlformats.org/officeDocument/2006/relationships" xmlns:p="http://schemas.openxmlformats.org/presentationml/2006/main">
  <p:tag name="PPSPLIT_ID" val=" 4"/>
</p:tagLst>
</file>

<file path=ppt/tags/tag6.xml><?xml version="1.0" encoding="utf-8"?>
<p:tagLst xmlns:a="http://schemas.openxmlformats.org/drawingml/2006/main" xmlns:r="http://schemas.openxmlformats.org/officeDocument/2006/relationships" xmlns:p="http://schemas.openxmlformats.org/presentationml/2006/main">
  <p:tag name="PPSPLIT_ID" val=" 5"/>
</p:tagLst>
</file>

<file path=ppt/tags/tag7.xml><?xml version="1.0" encoding="utf-8"?>
<p:tagLst xmlns:a="http://schemas.openxmlformats.org/drawingml/2006/main" xmlns:r="http://schemas.openxmlformats.org/officeDocument/2006/relationships" xmlns:p="http://schemas.openxmlformats.org/presentationml/2006/main">
  <p:tag name="TIMING" val="|8.1|11.8|6.7|13.7|20.7|5.9"/>
  <p:tag name="PPSPLIT_SPLIT" val="1"/>
  <p:tag name="PPSPLIT_ORIGINALSLIDENUMBER" val="2"/>
  <p:tag name="PPSPLIT_DONE" val="1"/>
</p:tagLst>
</file>

<file path=ppt/tags/tag8.xml><?xml version="1.0" encoding="utf-8"?>
<p:tagLst xmlns:a="http://schemas.openxmlformats.org/drawingml/2006/main" xmlns:r="http://schemas.openxmlformats.org/officeDocument/2006/relationships" xmlns:p="http://schemas.openxmlformats.org/presentationml/2006/main">
  <p:tag name="PPSPLIT_ID" val=" 2"/>
</p:tagLst>
</file>

<file path=ppt/tags/tag9.xml><?xml version="1.0" encoding="utf-8"?>
<p:tagLst xmlns:a="http://schemas.openxmlformats.org/drawingml/2006/main" xmlns:r="http://schemas.openxmlformats.org/officeDocument/2006/relationships" xmlns:p="http://schemas.openxmlformats.org/presentationml/2006/main">
  <p:tag name="PPSPLIT_ID" val=" 3"/>
</p:tagLst>
</file>

<file path=ppt/tags/tag10.xml><?xml version="1.0" encoding="utf-8"?>
<p:tagLst xmlns:a="http://schemas.openxmlformats.org/drawingml/2006/main" xmlns:r="http://schemas.openxmlformats.org/officeDocument/2006/relationships" xmlns:p="http://schemas.openxmlformats.org/presentationml/2006/main">
  <p:tag name="PPSPLIT_ID" val=" 4"/>
</p:tagLst>
</file>

<file path=ppt/tags/tag11.xml><?xml version="1.0" encoding="utf-8"?>
<p:tagLst xmlns:a="http://schemas.openxmlformats.org/drawingml/2006/main" xmlns:r="http://schemas.openxmlformats.org/officeDocument/2006/relationships" xmlns:p="http://schemas.openxmlformats.org/presentationml/2006/main">
  <p:tag name="PPSPLIT_ID" val=" 5"/>
</p:tagLst>
</file>

<file path=ppt/tags/tag12.xml><?xml version="1.0" encoding="utf-8"?>
<p:tagLst xmlns:a="http://schemas.openxmlformats.org/drawingml/2006/main" xmlns:r="http://schemas.openxmlformats.org/officeDocument/2006/relationships" xmlns:p="http://schemas.openxmlformats.org/presentationml/2006/main">
  <p:tag name="TIMING" val="|8.1|11.8|6.7|13.7|20.7|5.9"/>
  <p:tag name="PPSPLIT_SPLIT" val="1"/>
  <p:tag name="PPSPLIT_ORIGINALSLIDENUMBER" val="2"/>
  <p:tag name="PPSPLIT_DONE" val="1"/>
</p:tagLst>
</file>

<file path=ppt/tags/tag13.xml><?xml version="1.0" encoding="utf-8"?>
<p:tagLst xmlns:a="http://schemas.openxmlformats.org/drawingml/2006/main" xmlns:r="http://schemas.openxmlformats.org/officeDocument/2006/relationships" xmlns:p="http://schemas.openxmlformats.org/presentationml/2006/main">
  <p:tag name="PPSPLIT_ID" val=" 2"/>
</p:tagLst>
</file>

<file path=ppt/tags/tag14.xml><?xml version="1.0" encoding="utf-8"?>
<p:tagLst xmlns:a="http://schemas.openxmlformats.org/drawingml/2006/main" xmlns:r="http://schemas.openxmlformats.org/officeDocument/2006/relationships" xmlns:p="http://schemas.openxmlformats.org/presentationml/2006/main">
  <p:tag name="PPSPLIT_ID" val=" 3"/>
</p:tagLst>
</file>

<file path=ppt/tags/tag15.xml><?xml version="1.0" encoding="utf-8"?>
<p:tagLst xmlns:a="http://schemas.openxmlformats.org/drawingml/2006/main" xmlns:r="http://schemas.openxmlformats.org/officeDocument/2006/relationships" xmlns:p="http://schemas.openxmlformats.org/presentationml/2006/main">
  <p:tag name="PPSPLIT_ID" val=" 4"/>
</p:tagLst>
</file>

<file path=ppt/tags/tag16.xml><?xml version="1.0" encoding="utf-8"?>
<p:tagLst xmlns:a="http://schemas.openxmlformats.org/drawingml/2006/main" xmlns:r="http://schemas.openxmlformats.org/officeDocument/2006/relationships" xmlns:p="http://schemas.openxmlformats.org/presentationml/2006/main">
  <p:tag name="PPSPLIT_ID" val=" 5"/>
</p:tagLst>
</file>

<file path=ppt/tags/tag17.xml><?xml version="1.0" encoding="utf-8"?>
<p:tagLst xmlns:a="http://schemas.openxmlformats.org/drawingml/2006/main" xmlns:r="http://schemas.openxmlformats.org/officeDocument/2006/relationships" xmlns:p="http://schemas.openxmlformats.org/presentationml/2006/main">
  <p:tag name="TIMING" val="|8.1|11.8|6.7|13.7|20.7|5.9"/>
  <p:tag name="PPSPLIT_SPLIT" val="1"/>
  <p:tag name="PPSPLIT_ORIGINALSLIDENUMBER" val="2"/>
  <p:tag name="PPSPLIT_DONE" val="1"/>
</p:tagLst>
</file>

<file path=ppt/tags/tag18.xml><?xml version="1.0" encoding="utf-8"?>
<p:tagLst xmlns:a="http://schemas.openxmlformats.org/drawingml/2006/main" xmlns:r="http://schemas.openxmlformats.org/officeDocument/2006/relationships" xmlns:p="http://schemas.openxmlformats.org/presentationml/2006/main">
  <p:tag name="PPSPLIT_ID" val=" 2"/>
</p:tagLst>
</file>

<file path=ppt/tags/tag19.xml><?xml version="1.0" encoding="utf-8"?>
<p:tagLst xmlns:a="http://schemas.openxmlformats.org/drawingml/2006/main" xmlns:r="http://schemas.openxmlformats.org/officeDocument/2006/relationships" xmlns:p="http://schemas.openxmlformats.org/presentationml/2006/main">
  <p:tag name="PPSPLIT_ID" val=" 3"/>
</p:tagLst>
</file>

<file path=ppt/tags/tag20.xml><?xml version="1.0" encoding="utf-8"?>
<p:tagLst xmlns:a="http://schemas.openxmlformats.org/drawingml/2006/main" xmlns:r="http://schemas.openxmlformats.org/officeDocument/2006/relationships" xmlns:p="http://schemas.openxmlformats.org/presentationml/2006/main">
  <p:tag name="PPSPLIT_ID" val=" 4"/>
</p:tagLst>
</file>

<file path=ppt/tags/tag21.xml><?xml version="1.0" encoding="utf-8"?>
<p:tagLst xmlns:a="http://schemas.openxmlformats.org/drawingml/2006/main" xmlns:r="http://schemas.openxmlformats.org/officeDocument/2006/relationships" xmlns:p="http://schemas.openxmlformats.org/presentationml/2006/main">
  <p:tag name="PPSPLIT_ID" val=" 5"/>
</p:tagLst>
</file>

<file path=ppt/tags/tag22.xml><?xml version="1.0" encoding="utf-8"?>
<p:tagLst xmlns:a="http://schemas.openxmlformats.org/drawingml/2006/main" xmlns:r="http://schemas.openxmlformats.org/officeDocument/2006/relationships" xmlns:p="http://schemas.openxmlformats.org/presentationml/2006/main">
  <p:tag name="PPSPLIT_ID" val=" 8"/>
</p:tagLst>
</file>

<file path=ppt/tags/tag23.xml><?xml version="1.0" encoding="utf-8"?>
<p:tagLst xmlns:a="http://schemas.openxmlformats.org/drawingml/2006/main" xmlns:r="http://schemas.openxmlformats.org/officeDocument/2006/relationships" xmlns:p="http://schemas.openxmlformats.org/presentationml/2006/main">
  <p:tag name="PPSPLIT_ID" val=" 10"/>
</p:tagLst>
</file>

<file path=ppt/tags/tag24.xml><?xml version="1.0" encoding="utf-8"?>
<p:tagLst xmlns:a="http://schemas.openxmlformats.org/drawingml/2006/main" xmlns:r="http://schemas.openxmlformats.org/officeDocument/2006/relationships" xmlns:p="http://schemas.openxmlformats.org/presentationml/2006/main">
  <p:tag name="PPSPLIT_ID" val=" 11"/>
</p:tagLst>
</file>

<file path=ppt/tags/tag25.xml><?xml version="1.0" encoding="utf-8"?>
<p:tagLst xmlns:a="http://schemas.openxmlformats.org/drawingml/2006/main" xmlns:r="http://schemas.openxmlformats.org/officeDocument/2006/relationships" xmlns:p="http://schemas.openxmlformats.org/presentationml/2006/main">
  <p:tag name="PPSPLIT_ID" val=" 12"/>
</p:tagLst>
</file>

<file path=ppt/tags/tag26.xml><?xml version="1.0" encoding="utf-8"?>
<p:tagLst xmlns:a="http://schemas.openxmlformats.org/drawingml/2006/main" xmlns:r="http://schemas.openxmlformats.org/officeDocument/2006/relationships" xmlns:p="http://schemas.openxmlformats.org/presentationml/2006/main">
  <p:tag name="TIMING" val="|8.1|11.8|6.7|13.7|20.7|5.9"/>
  <p:tag name="PPSPLIT_SPLIT" val="1"/>
  <p:tag name="PPSPLIT_ORIGINALSLIDENUMBER" val="2"/>
  <p:tag name="PPSPLIT_DONE" val="1"/>
</p:tagLst>
</file>

<file path=ppt/tags/tag27.xml><?xml version="1.0" encoding="utf-8"?>
<p:tagLst xmlns:a="http://schemas.openxmlformats.org/drawingml/2006/main" xmlns:r="http://schemas.openxmlformats.org/officeDocument/2006/relationships" xmlns:p="http://schemas.openxmlformats.org/presentationml/2006/main">
  <p:tag name="PPSPLIT_ID" val=" 2"/>
</p:tagLst>
</file>

<file path=ppt/tags/tag28.xml><?xml version="1.0" encoding="utf-8"?>
<p:tagLst xmlns:a="http://schemas.openxmlformats.org/drawingml/2006/main" xmlns:r="http://schemas.openxmlformats.org/officeDocument/2006/relationships" xmlns:p="http://schemas.openxmlformats.org/presentationml/2006/main">
  <p:tag name="PPSPLIT_ID" val=" 3"/>
</p:tagLst>
</file>

<file path=ppt/tags/tag29.xml><?xml version="1.0" encoding="utf-8"?>
<p:tagLst xmlns:a="http://schemas.openxmlformats.org/drawingml/2006/main" xmlns:r="http://schemas.openxmlformats.org/officeDocument/2006/relationships" xmlns:p="http://schemas.openxmlformats.org/presentationml/2006/main">
  <p:tag name="PPSPLIT_ID" val=" 4"/>
</p:tagLst>
</file>

<file path=ppt/tags/tag30.xml><?xml version="1.0" encoding="utf-8"?>
<p:tagLst xmlns:a="http://schemas.openxmlformats.org/drawingml/2006/main" xmlns:r="http://schemas.openxmlformats.org/officeDocument/2006/relationships" xmlns:p="http://schemas.openxmlformats.org/presentationml/2006/main">
  <p:tag name="PPSPLIT_ID" val=" 5"/>
</p:tagLst>
</file>

<file path=ppt/tags/tag31.xml><?xml version="1.0" encoding="utf-8"?>
<p:tagLst xmlns:a="http://schemas.openxmlformats.org/drawingml/2006/main" xmlns:r="http://schemas.openxmlformats.org/officeDocument/2006/relationships" xmlns:p="http://schemas.openxmlformats.org/presentationml/2006/main">
  <p:tag name="PPSPLIT_ID" val=" 8"/>
</p:tagLst>
</file>

<file path=ppt/tags/tag32.xml><?xml version="1.0" encoding="utf-8"?>
<p:tagLst xmlns:a="http://schemas.openxmlformats.org/drawingml/2006/main" xmlns:r="http://schemas.openxmlformats.org/officeDocument/2006/relationships" xmlns:p="http://schemas.openxmlformats.org/presentationml/2006/main">
  <p:tag name="PPSPLIT_ID" val=" 10"/>
</p:tagLst>
</file>

<file path=ppt/tags/tag33.xml><?xml version="1.0" encoding="utf-8"?>
<p:tagLst xmlns:a="http://schemas.openxmlformats.org/drawingml/2006/main" xmlns:r="http://schemas.openxmlformats.org/officeDocument/2006/relationships" xmlns:p="http://schemas.openxmlformats.org/presentationml/2006/main">
  <p:tag name="PPSPLIT_ID" val=" 11"/>
</p:tagLst>
</file>

<file path=ppt/tags/tag34.xml><?xml version="1.0" encoding="utf-8"?>
<p:tagLst xmlns:a="http://schemas.openxmlformats.org/drawingml/2006/main" xmlns:r="http://schemas.openxmlformats.org/officeDocument/2006/relationships" xmlns:p="http://schemas.openxmlformats.org/presentationml/2006/main">
  <p:tag name="PPSPLIT_ID" val=" 12"/>
</p:tagLst>
</file>

<file path=ppt/tags/tag35.xml><?xml version="1.0" encoding="utf-8"?>
<p:tagLst xmlns:a="http://schemas.openxmlformats.org/drawingml/2006/main" xmlns:r="http://schemas.openxmlformats.org/officeDocument/2006/relationships" xmlns:p="http://schemas.openxmlformats.org/presentationml/2006/main">
  <p:tag name="PPSPLIT_ID" val=" 16"/>
</p:tagLst>
</file>

<file path=ppt/tags/tag36.xml><?xml version="1.0" encoding="utf-8"?>
<p:tagLst xmlns:a="http://schemas.openxmlformats.org/drawingml/2006/main" xmlns:r="http://schemas.openxmlformats.org/officeDocument/2006/relationships" xmlns:p="http://schemas.openxmlformats.org/presentationml/2006/main">
  <p:tag name="PPSPLIT_ID" val=" 18"/>
</p:tagLst>
</file>

<file path=ppt/tags/tag37.xml><?xml version="1.0" encoding="utf-8"?>
<p:tagLst xmlns:a="http://schemas.openxmlformats.org/drawingml/2006/main" xmlns:r="http://schemas.openxmlformats.org/officeDocument/2006/relationships" xmlns:p="http://schemas.openxmlformats.org/presentationml/2006/main">
  <p:tag name="PPSPLIT_ID" val=" 20"/>
</p:tagLst>
</file>

<file path=ppt/tags/tag38.xml><?xml version="1.0" encoding="utf-8"?>
<p:tagLst xmlns:a="http://schemas.openxmlformats.org/drawingml/2006/main" xmlns:r="http://schemas.openxmlformats.org/officeDocument/2006/relationships" xmlns:p="http://schemas.openxmlformats.org/presentationml/2006/main">
  <p:tag name="PPSPLIT_ID" val=" 22"/>
</p:tagLst>
</file>

<file path=ppt/tags/tag39.xml><?xml version="1.0" encoding="utf-8"?>
<p:tagLst xmlns:a="http://schemas.openxmlformats.org/drawingml/2006/main" xmlns:r="http://schemas.openxmlformats.org/officeDocument/2006/relationships" xmlns:p="http://schemas.openxmlformats.org/presentationml/2006/main">
  <p:tag name="PPSPLIT_ID" val=" 24"/>
</p:tagLst>
</file>

<file path=ppt/tags/tag40.xml><?xml version="1.0" encoding="utf-8"?>
<p:tagLst xmlns:a="http://schemas.openxmlformats.org/drawingml/2006/main" xmlns:r="http://schemas.openxmlformats.org/officeDocument/2006/relationships" xmlns:p="http://schemas.openxmlformats.org/presentationml/2006/main">
  <p:tag name="PPSPLIT_ID" val=" 27"/>
</p:tagLst>
</file>

<file path=ppt/tags/tag41.xml><?xml version="1.0" encoding="utf-8"?>
<p:tagLst xmlns:a="http://schemas.openxmlformats.org/drawingml/2006/main" xmlns:r="http://schemas.openxmlformats.org/officeDocument/2006/relationships" xmlns:p="http://schemas.openxmlformats.org/presentationml/2006/main">
  <p:tag name="TIMING" val="|8.1|11.8|6.7|13.7|20.7|5.9"/>
  <p:tag name="PPSPLIT_SPLIT" val="1"/>
  <p:tag name="PPSPLIT_ORIGINALSLIDENUMBER" val="2"/>
  <p:tag name="PPSPLIT_DONE" val="1"/>
</p:tagLst>
</file>

<file path=ppt/tags/tag42.xml><?xml version="1.0" encoding="utf-8"?>
<p:tagLst xmlns:a="http://schemas.openxmlformats.org/drawingml/2006/main" xmlns:r="http://schemas.openxmlformats.org/officeDocument/2006/relationships" xmlns:p="http://schemas.openxmlformats.org/presentationml/2006/main">
  <p:tag name="PPSPLIT_ID" val=" 2"/>
</p:tagLst>
</file>

<file path=ppt/tags/tag43.xml><?xml version="1.0" encoding="utf-8"?>
<p:tagLst xmlns:a="http://schemas.openxmlformats.org/drawingml/2006/main" xmlns:r="http://schemas.openxmlformats.org/officeDocument/2006/relationships" xmlns:p="http://schemas.openxmlformats.org/presentationml/2006/main">
  <p:tag name="PPSPLIT_ID" val=" 3"/>
</p:tagLst>
</file>

<file path=ppt/tags/tag44.xml><?xml version="1.0" encoding="utf-8"?>
<p:tagLst xmlns:a="http://schemas.openxmlformats.org/drawingml/2006/main" xmlns:r="http://schemas.openxmlformats.org/officeDocument/2006/relationships" xmlns:p="http://schemas.openxmlformats.org/presentationml/2006/main">
  <p:tag name="PPSPLIT_ID" val=" 4"/>
</p:tagLst>
</file>

<file path=ppt/tags/tag45.xml><?xml version="1.0" encoding="utf-8"?>
<p:tagLst xmlns:a="http://schemas.openxmlformats.org/drawingml/2006/main" xmlns:r="http://schemas.openxmlformats.org/officeDocument/2006/relationships" xmlns:p="http://schemas.openxmlformats.org/presentationml/2006/main">
  <p:tag name="PPSPLIT_ID" val=" 5"/>
</p:tagLst>
</file>

<file path=ppt/tags/tag46.xml><?xml version="1.0" encoding="utf-8"?>
<p:tagLst xmlns:a="http://schemas.openxmlformats.org/drawingml/2006/main" xmlns:r="http://schemas.openxmlformats.org/officeDocument/2006/relationships" xmlns:p="http://schemas.openxmlformats.org/presentationml/2006/main">
  <p:tag name="PPSPLIT_ID" val=" 8"/>
</p:tagLst>
</file>

<file path=ppt/tags/tag47.xml><?xml version="1.0" encoding="utf-8"?>
<p:tagLst xmlns:a="http://schemas.openxmlformats.org/drawingml/2006/main" xmlns:r="http://schemas.openxmlformats.org/officeDocument/2006/relationships" xmlns:p="http://schemas.openxmlformats.org/presentationml/2006/main">
  <p:tag name="PPSPLIT_ID" val=" 10"/>
</p:tagLst>
</file>

<file path=ppt/tags/tag48.xml><?xml version="1.0" encoding="utf-8"?>
<p:tagLst xmlns:a="http://schemas.openxmlformats.org/drawingml/2006/main" xmlns:r="http://schemas.openxmlformats.org/officeDocument/2006/relationships" xmlns:p="http://schemas.openxmlformats.org/presentationml/2006/main">
  <p:tag name="PPSPLIT_ID" val=" 11"/>
</p:tagLst>
</file>

<file path=ppt/tags/tag49.xml><?xml version="1.0" encoding="utf-8"?>
<p:tagLst xmlns:a="http://schemas.openxmlformats.org/drawingml/2006/main" xmlns:r="http://schemas.openxmlformats.org/officeDocument/2006/relationships" xmlns:p="http://schemas.openxmlformats.org/presentationml/2006/main">
  <p:tag name="PPSPLIT_ID" val=" 12"/>
</p:tagLst>
</file>

<file path=ppt/tags/tag50.xml><?xml version="1.0" encoding="utf-8"?>
<p:tagLst xmlns:a="http://schemas.openxmlformats.org/drawingml/2006/main" xmlns:r="http://schemas.openxmlformats.org/officeDocument/2006/relationships" xmlns:p="http://schemas.openxmlformats.org/presentationml/2006/main">
  <p:tag name="PPSPLIT_ID" val=" 16"/>
</p:tagLst>
</file>

<file path=ppt/tags/tag51.xml><?xml version="1.0" encoding="utf-8"?>
<p:tagLst xmlns:a="http://schemas.openxmlformats.org/drawingml/2006/main" xmlns:r="http://schemas.openxmlformats.org/officeDocument/2006/relationships" xmlns:p="http://schemas.openxmlformats.org/presentationml/2006/main">
  <p:tag name="PPSPLIT_ID" val=" 18"/>
</p:tagLst>
</file>

<file path=ppt/tags/tag52.xml><?xml version="1.0" encoding="utf-8"?>
<p:tagLst xmlns:a="http://schemas.openxmlformats.org/drawingml/2006/main" xmlns:r="http://schemas.openxmlformats.org/officeDocument/2006/relationships" xmlns:p="http://schemas.openxmlformats.org/presentationml/2006/main">
  <p:tag name="PPSPLIT_ID" val=" 20"/>
</p:tagLst>
</file>

<file path=ppt/tags/tag53.xml><?xml version="1.0" encoding="utf-8"?>
<p:tagLst xmlns:a="http://schemas.openxmlformats.org/drawingml/2006/main" xmlns:r="http://schemas.openxmlformats.org/officeDocument/2006/relationships" xmlns:p="http://schemas.openxmlformats.org/presentationml/2006/main">
  <p:tag name="PPSPLIT_ID" val=" 22"/>
</p:tagLst>
</file>

<file path=ppt/tags/tag54.xml><?xml version="1.0" encoding="utf-8"?>
<p:tagLst xmlns:a="http://schemas.openxmlformats.org/drawingml/2006/main" xmlns:r="http://schemas.openxmlformats.org/officeDocument/2006/relationships" xmlns:p="http://schemas.openxmlformats.org/presentationml/2006/main">
  <p:tag name="PPSPLIT_ID" val=" 24"/>
</p:tagLst>
</file>

<file path=ppt/tags/tag55.xml><?xml version="1.0" encoding="utf-8"?>
<p:tagLst xmlns:a="http://schemas.openxmlformats.org/drawingml/2006/main" xmlns:r="http://schemas.openxmlformats.org/officeDocument/2006/relationships" xmlns:p="http://schemas.openxmlformats.org/presentationml/2006/main">
  <p:tag name="PPSPLIT_ID" val=" 27"/>
</p:tagLst>
</file>

<file path=ppt/tags/tag56.xml><?xml version="1.0" encoding="utf-8"?>
<p:tagLst xmlns:a="http://schemas.openxmlformats.org/drawingml/2006/main" xmlns:r="http://schemas.openxmlformats.org/officeDocument/2006/relationships" xmlns:p="http://schemas.openxmlformats.org/presentationml/2006/main">
  <p:tag name="TIMING" val="|8.1|11.8|6.7|13.7|20.7|5.9"/>
  <p:tag name="PPSPLIT_SPLIT" val="1"/>
  <p:tag name="PPSPLIT_ORIGINALSLIDENUMBER" val="2"/>
</p:tagLst>
</file>

<file path=ppt/tags/tag57.xml><?xml version="1.0" encoding="utf-8"?>
<p:tagLst xmlns:a="http://schemas.openxmlformats.org/drawingml/2006/main" xmlns:r="http://schemas.openxmlformats.org/officeDocument/2006/relationships" xmlns:p="http://schemas.openxmlformats.org/presentationml/2006/main">
  <p:tag name="PPSPLIT_ID" val=" 2"/>
</p:tagLst>
</file>

<file path=ppt/tags/tag58.xml><?xml version="1.0" encoding="utf-8"?>
<p:tagLst xmlns:a="http://schemas.openxmlformats.org/drawingml/2006/main" xmlns:r="http://schemas.openxmlformats.org/officeDocument/2006/relationships" xmlns:p="http://schemas.openxmlformats.org/presentationml/2006/main">
  <p:tag name="PPSPLIT_ID" val=" 3"/>
</p:tagLst>
</file>

<file path=ppt/tags/tag59.xml><?xml version="1.0" encoding="utf-8"?>
<p:tagLst xmlns:a="http://schemas.openxmlformats.org/drawingml/2006/main" xmlns:r="http://schemas.openxmlformats.org/officeDocument/2006/relationships" xmlns:p="http://schemas.openxmlformats.org/presentationml/2006/main">
  <p:tag name="PPSPLIT_ID" val=" 4"/>
</p:tagLst>
</file>

<file path=ppt/tags/tag60.xml><?xml version="1.0" encoding="utf-8"?>
<p:tagLst xmlns:a="http://schemas.openxmlformats.org/drawingml/2006/main" xmlns:r="http://schemas.openxmlformats.org/officeDocument/2006/relationships" xmlns:p="http://schemas.openxmlformats.org/presentationml/2006/main">
  <p:tag name="PPSPLIT_ID" val=" 5"/>
</p:tagLst>
</file>

<file path=ppt/tags/tag61.xml><?xml version="1.0" encoding="utf-8"?>
<p:tagLst xmlns:a="http://schemas.openxmlformats.org/drawingml/2006/main" xmlns:r="http://schemas.openxmlformats.org/officeDocument/2006/relationships" xmlns:p="http://schemas.openxmlformats.org/presentationml/2006/main">
  <p:tag name="PPSPLIT_ID" val=" 6"/>
</p:tagLst>
</file>

<file path=ppt/tags/tag62.xml><?xml version="1.0" encoding="utf-8"?>
<p:tagLst xmlns:a="http://schemas.openxmlformats.org/drawingml/2006/main" xmlns:r="http://schemas.openxmlformats.org/officeDocument/2006/relationships" xmlns:p="http://schemas.openxmlformats.org/presentationml/2006/main">
  <p:tag name="PPSPLIT_ID" val=" 8"/>
</p:tagLst>
</file>

<file path=ppt/tags/tag63.xml><?xml version="1.0" encoding="utf-8"?>
<p:tagLst xmlns:a="http://schemas.openxmlformats.org/drawingml/2006/main" xmlns:r="http://schemas.openxmlformats.org/officeDocument/2006/relationships" xmlns:p="http://schemas.openxmlformats.org/presentationml/2006/main">
  <p:tag name="PPSPLIT_ID" val=" 10"/>
</p:tagLst>
</file>

<file path=ppt/tags/tag64.xml><?xml version="1.0" encoding="utf-8"?>
<p:tagLst xmlns:a="http://schemas.openxmlformats.org/drawingml/2006/main" xmlns:r="http://schemas.openxmlformats.org/officeDocument/2006/relationships" xmlns:p="http://schemas.openxmlformats.org/presentationml/2006/main">
  <p:tag name="PPSPLIT_ID" val=" 11"/>
</p:tagLst>
</file>

<file path=ppt/tags/tag65.xml><?xml version="1.0" encoding="utf-8"?>
<p:tagLst xmlns:a="http://schemas.openxmlformats.org/drawingml/2006/main" xmlns:r="http://schemas.openxmlformats.org/officeDocument/2006/relationships" xmlns:p="http://schemas.openxmlformats.org/presentationml/2006/main">
  <p:tag name="PPSPLIT_ID" val=" 12"/>
</p:tagLst>
</file>

<file path=ppt/tags/tag66.xml><?xml version="1.0" encoding="utf-8"?>
<p:tagLst xmlns:a="http://schemas.openxmlformats.org/drawingml/2006/main" xmlns:r="http://schemas.openxmlformats.org/officeDocument/2006/relationships" xmlns:p="http://schemas.openxmlformats.org/presentationml/2006/main">
  <p:tag name="PPSPLIT_ID" val=" 16"/>
</p:tagLst>
</file>

<file path=ppt/tags/tag67.xml><?xml version="1.0" encoding="utf-8"?>
<p:tagLst xmlns:a="http://schemas.openxmlformats.org/drawingml/2006/main" xmlns:r="http://schemas.openxmlformats.org/officeDocument/2006/relationships" xmlns:p="http://schemas.openxmlformats.org/presentationml/2006/main">
  <p:tag name="PPSPLIT_ID" val=" 18"/>
</p:tagLst>
</file>

<file path=ppt/tags/tag68.xml><?xml version="1.0" encoding="utf-8"?>
<p:tagLst xmlns:a="http://schemas.openxmlformats.org/drawingml/2006/main" xmlns:r="http://schemas.openxmlformats.org/officeDocument/2006/relationships" xmlns:p="http://schemas.openxmlformats.org/presentationml/2006/main">
  <p:tag name="PPSPLIT_ID" val=" 20"/>
</p:tagLst>
</file>

<file path=ppt/tags/tag69.xml><?xml version="1.0" encoding="utf-8"?>
<p:tagLst xmlns:a="http://schemas.openxmlformats.org/drawingml/2006/main" xmlns:r="http://schemas.openxmlformats.org/officeDocument/2006/relationships" xmlns:p="http://schemas.openxmlformats.org/presentationml/2006/main">
  <p:tag name="PPSPLIT_ID" val=" 22"/>
</p:tagLst>
</file>

<file path=ppt/tags/tag70.xml><?xml version="1.0" encoding="utf-8"?>
<p:tagLst xmlns:a="http://schemas.openxmlformats.org/drawingml/2006/main" xmlns:r="http://schemas.openxmlformats.org/officeDocument/2006/relationships" xmlns:p="http://schemas.openxmlformats.org/presentationml/2006/main">
  <p:tag name="PPSPLIT_ID" val=" 24"/>
</p:tagLst>
</file>

<file path=ppt/tags/tag71.xml><?xml version="1.0" encoding="utf-8"?>
<p:tagLst xmlns:a="http://schemas.openxmlformats.org/drawingml/2006/main" xmlns:r="http://schemas.openxmlformats.org/officeDocument/2006/relationships" xmlns:p="http://schemas.openxmlformats.org/presentationml/2006/main">
  <p:tag name="PPSPLIT_ID" val=" 27"/>
</p:tagLst>
</file>

<file path=ppt/tags/tag72.xml><?xml version="1.0" encoding="utf-8"?>
<p:tagLst xmlns:a="http://schemas.openxmlformats.org/drawingml/2006/main" xmlns:r="http://schemas.openxmlformats.org/officeDocument/2006/relationships" xmlns:p="http://schemas.openxmlformats.org/presentationml/2006/main">
  <p:tag name="TIMING" val="|33.7|26.9"/>
  <p:tag name="PPSPLIT_SPLIT" val="1"/>
  <p:tag name="PPSPLIT_ORIGINALSLIDENUMBER" val="3"/>
  <p:tag name="PPSPLIT_DONE" val="1"/>
</p:tagLst>
</file>

<file path=ppt/tags/tag73.xml><?xml version="1.0" encoding="utf-8"?>
<p:tagLst xmlns:a="http://schemas.openxmlformats.org/drawingml/2006/main" xmlns:r="http://schemas.openxmlformats.org/officeDocument/2006/relationships" xmlns:p="http://schemas.openxmlformats.org/presentationml/2006/main">
  <p:tag name="PPSPLIT_ID" val=" 2"/>
</p:tagLst>
</file>

<file path=ppt/tags/tag74.xml><?xml version="1.0" encoding="utf-8"?>
<p:tagLst xmlns:a="http://schemas.openxmlformats.org/drawingml/2006/main" xmlns:r="http://schemas.openxmlformats.org/officeDocument/2006/relationships" xmlns:p="http://schemas.openxmlformats.org/presentationml/2006/main">
  <p:tag name="PPSPLIT_ID" val=" 16"/>
</p:tagLst>
</file>

<file path=ppt/tags/tag75.xml><?xml version="1.0" encoding="utf-8"?>
<p:tagLst xmlns:a="http://schemas.openxmlformats.org/drawingml/2006/main" xmlns:r="http://schemas.openxmlformats.org/officeDocument/2006/relationships" xmlns:p="http://schemas.openxmlformats.org/presentationml/2006/main">
  <p:tag name="PPSPLIT_ID" val=" 20"/>
</p:tagLst>
</file>

<file path=ppt/tags/tag76.xml><?xml version="1.0" encoding="utf-8"?>
<p:tagLst xmlns:a="http://schemas.openxmlformats.org/drawingml/2006/main" xmlns:r="http://schemas.openxmlformats.org/officeDocument/2006/relationships" xmlns:p="http://schemas.openxmlformats.org/presentationml/2006/main">
  <p:tag name="PPSPLIT_ID" val=" 3"/>
</p:tagLst>
</file>

<file path=ppt/tags/tag77.xml><?xml version="1.0" encoding="utf-8"?>
<p:tagLst xmlns:a="http://schemas.openxmlformats.org/drawingml/2006/main" xmlns:r="http://schemas.openxmlformats.org/officeDocument/2006/relationships" xmlns:p="http://schemas.openxmlformats.org/presentationml/2006/main">
  <p:tag name="PPSPLIT_ID" val=" 8"/>
</p:tagLst>
</file>

<file path=ppt/tags/tag78.xml><?xml version="1.0" encoding="utf-8"?>
<p:tagLst xmlns:a="http://schemas.openxmlformats.org/drawingml/2006/main" xmlns:r="http://schemas.openxmlformats.org/officeDocument/2006/relationships" xmlns:p="http://schemas.openxmlformats.org/presentationml/2006/main">
  <p:tag name="PPSPLIT_ID" val=" 14"/>
</p:tagLst>
</file>

<file path=ppt/tags/tag79.xml><?xml version="1.0" encoding="utf-8"?>
<p:tagLst xmlns:a="http://schemas.openxmlformats.org/drawingml/2006/main" xmlns:r="http://schemas.openxmlformats.org/officeDocument/2006/relationships" xmlns:p="http://schemas.openxmlformats.org/presentationml/2006/main">
  <p:tag name="PPSPLIT_ID" val=" 15"/>
</p:tagLst>
</file>

<file path=ppt/tags/tag80.xml><?xml version="1.0" encoding="utf-8"?>
<p:tagLst xmlns:a="http://schemas.openxmlformats.org/drawingml/2006/main" xmlns:r="http://schemas.openxmlformats.org/officeDocument/2006/relationships" xmlns:p="http://schemas.openxmlformats.org/presentationml/2006/main">
  <p:tag name="TIMING" val="|33.7|26.9"/>
  <p:tag name="PPSPLIT_SPLIT" val="1"/>
  <p:tag name="PPSPLIT_ORIGINALSLIDENUMBER" val="3"/>
  <p:tag name="PPSPLIT_DONE" val="1"/>
</p:tagLst>
</file>

<file path=ppt/tags/tag81.xml><?xml version="1.0" encoding="utf-8"?>
<p:tagLst xmlns:a="http://schemas.openxmlformats.org/drawingml/2006/main" xmlns:r="http://schemas.openxmlformats.org/officeDocument/2006/relationships" xmlns:p="http://schemas.openxmlformats.org/presentationml/2006/main">
  <p:tag name="PPSPLIT_ID" val=" 2"/>
</p:tagLst>
</file>

<file path=ppt/tags/tag82.xml><?xml version="1.0" encoding="utf-8"?>
<p:tagLst xmlns:a="http://schemas.openxmlformats.org/drawingml/2006/main" xmlns:r="http://schemas.openxmlformats.org/officeDocument/2006/relationships" xmlns:p="http://schemas.openxmlformats.org/presentationml/2006/main">
  <p:tag name="PPSPLIT_ID" val=" 4"/>
</p:tagLst>
</file>

<file path=ppt/tags/tag83.xml><?xml version="1.0" encoding="utf-8"?>
<p:tagLst xmlns:a="http://schemas.openxmlformats.org/drawingml/2006/main" xmlns:r="http://schemas.openxmlformats.org/officeDocument/2006/relationships" xmlns:p="http://schemas.openxmlformats.org/presentationml/2006/main">
  <p:tag name="PPSPLIT_ID" val=" 16"/>
</p:tagLst>
</file>

<file path=ppt/tags/tag84.xml><?xml version="1.0" encoding="utf-8"?>
<p:tagLst xmlns:a="http://schemas.openxmlformats.org/drawingml/2006/main" xmlns:r="http://schemas.openxmlformats.org/officeDocument/2006/relationships" xmlns:p="http://schemas.openxmlformats.org/presentationml/2006/main">
  <p:tag name="PPSPLIT_ID" val=" 20"/>
</p:tagLst>
</file>

<file path=ppt/tags/tag85.xml><?xml version="1.0" encoding="utf-8"?>
<p:tagLst xmlns:a="http://schemas.openxmlformats.org/drawingml/2006/main" xmlns:r="http://schemas.openxmlformats.org/officeDocument/2006/relationships" xmlns:p="http://schemas.openxmlformats.org/presentationml/2006/main">
  <p:tag name="PPSPLIT_ID" val=" 3"/>
</p:tagLst>
</file>

<file path=ppt/tags/tag86.xml><?xml version="1.0" encoding="utf-8"?>
<p:tagLst xmlns:a="http://schemas.openxmlformats.org/drawingml/2006/main" xmlns:r="http://schemas.openxmlformats.org/officeDocument/2006/relationships" xmlns:p="http://schemas.openxmlformats.org/presentationml/2006/main">
  <p:tag name="PPSPLIT_ID" val=" 8"/>
</p:tagLst>
</file>

<file path=ppt/tags/tag87.xml><?xml version="1.0" encoding="utf-8"?>
<p:tagLst xmlns:a="http://schemas.openxmlformats.org/drawingml/2006/main" xmlns:r="http://schemas.openxmlformats.org/officeDocument/2006/relationships" xmlns:p="http://schemas.openxmlformats.org/presentationml/2006/main">
  <p:tag name="PPSPLIT_ID" val=" 12"/>
</p:tagLst>
</file>

<file path=ppt/tags/tag88.xml><?xml version="1.0" encoding="utf-8"?>
<p:tagLst xmlns:a="http://schemas.openxmlformats.org/drawingml/2006/main" xmlns:r="http://schemas.openxmlformats.org/officeDocument/2006/relationships" xmlns:p="http://schemas.openxmlformats.org/presentationml/2006/main">
  <p:tag name="PPSPLIT_ID" val=" 18"/>
</p:tagLst>
</file>

<file path=ppt/tags/tag89.xml><?xml version="1.0" encoding="utf-8"?>
<p:tagLst xmlns:a="http://schemas.openxmlformats.org/drawingml/2006/main" xmlns:r="http://schemas.openxmlformats.org/officeDocument/2006/relationships" xmlns:p="http://schemas.openxmlformats.org/presentationml/2006/main">
  <p:tag name="PPSPLIT_ID" val=" 10"/>
</p:tagLst>
</file>

<file path=ppt/tags/tag90.xml><?xml version="1.0" encoding="utf-8"?>
<p:tagLst xmlns:a="http://schemas.openxmlformats.org/drawingml/2006/main" xmlns:r="http://schemas.openxmlformats.org/officeDocument/2006/relationships" xmlns:p="http://schemas.openxmlformats.org/presentationml/2006/main">
  <p:tag name="PPSPLIT_ID" val=" 23"/>
</p:tagLst>
</file>

<file path=ppt/tags/tag91.xml><?xml version="1.0" encoding="utf-8"?>
<p:tagLst xmlns:a="http://schemas.openxmlformats.org/drawingml/2006/main" xmlns:r="http://schemas.openxmlformats.org/officeDocument/2006/relationships" xmlns:p="http://schemas.openxmlformats.org/presentationml/2006/main">
  <p:tag name="PPSPLIT_ID" val=" 14"/>
</p:tagLst>
</file>

<file path=ppt/tags/tag92.xml><?xml version="1.0" encoding="utf-8"?>
<p:tagLst xmlns:a="http://schemas.openxmlformats.org/drawingml/2006/main" xmlns:r="http://schemas.openxmlformats.org/officeDocument/2006/relationships" xmlns:p="http://schemas.openxmlformats.org/presentationml/2006/main">
  <p:tag name="PPSPLIT_ID" val=" 15"/>
</p:tagLst>
</file>

<file path=ppt/tags/tag93.xml><?xml version="1.0" encoding="utf-8"?>
<p:tagLst xmlns:a="http://schemas.openxmlformats.org/drawingml/2006/main" xmlns:r="http://schemas.openxmlformats.org/officeDocument/2006/relationships" xmlns:p="http://schemas.openxmlformats.org/presentationml/2006/main">
  <p:tag name="TIMING" val="|33.7|26.9"/>
  <p:tag name="PPSPLIT_SPLIT" val="1"/>
  <p:tag name="PPSPLIT_ORIGINALSLIDENUMBER" val="3"/>
</p:tagLst>
</file>

<file path=ppt/tags/tag94.xml><?xml version="1.0" encoding="utf-8"?>
<p:tagLst xmlns:a="http://schemas.openxmlformats.org/drawingml/2006/main" xmlns:r="http://schemas.openxmlformats.org/officeDocument/2006/relationships" xmlns:p="http://schemas.openxmlformats.org/presentationml/2006/main">
  <p:tag name="PPSPLIT_ID" val=" 2"/>
</p:tagLst>
</file>

<file path=ppt/tags/tag95.xml><?xml version="1.0" encoding="utf-8"?>
<p:tagLst xmlns:a="http://schemas.openxmlformats.org/drawingml/2006/main" xmlns:r="http://schemas.openxmlformats.org/officeDocument/2006/relationships" xmlns:p="http://schemas.openxmlformats.org/presentationml/2006/main">
  <p:tag name="PPSPLIT_ID" val=" 4"/>
</p:tagLst>
</file>

<file path=ppt/tags/tag96.xml><?xml version="1.0" encoding="utf-8"?>
<p:tagLst xmlns:a="http://schemas.openxmlformats.org/drawingml/2006/main" xmlns:r="http://schemas.openxmlformats.org/officeDocument/2006/relationships" xmlns:p="http://schemas.openxmlformats.org/presentationml/2006/main">
  <p:tag name="PPSPLIT_ID" val=" 5"/>
</p:tagLst>
</file>

<file path=ppt/tags/tag97.xml><?xml version="1.0" encoding="utf-8"?>
<p:tagLst xmlns:a="http://schemas.openxmlformats.org/drawingml/2006/main" xmlns:r="http://schemas.openxmlformats.org/officeDocument/2006/relationships" xmlns:p="http://schemas.openxmlformats.org/presentationml/2006/main">
  <p:tag name="PPSPLIT_ID" val=" 16"/>
</p:tagLst>
</file>

<file path=ppt/tags/tag98.xml><?xml version="1.0" encoding="utf-8"?>
<p:tagLst xmlns:a="http://schemas.openxmlformats.org/drawingml/2006/main" xmlns:r="http://schemas.openxmlformats.org/officeDocument/2006/relationships" xmlns:p="http://schemas.openxmlformats.org/presentationml/2006/main">
  <p:tag name="PPSPLIT_ID" val=" 20"/>
</p:tagLst>
</file>

<file path=ppt/tags/tag99.xml><?xml version="1.0" encoding="utf-8"?>
<p:tagLst xmlns:a="http://schemas.openxmlformats.org/drawingml/2006/main" xmlns:r="http://schemas.openxmlformats.org/officeDocument/2006/relationships" xmlns:p="http://schemas.openxmlformats.org/presentationml/2006/main">
  <p:tag name="PPSPLIT_ID" val=" 3"/>
</p:tagLst>
</file>

<file path=ppt/tags/tag100.xml><?xml version="1.0" encoding="utf-8"?>
<p:tagLst xmlns:a="http://schemas.openxmlformats.org/drawingml/2006/main" xmlns:r="http://schemas.openxmlformats.org/officeDocument/2006/relationships" xmlns:p="http://schemas.openxmlformats.org/presentationml/2006/main">
  <p:tag name="PPSPLIT_ID" val=" 8"/>
</p:tagLst>
</file>

<file path=ppt/tags/tag101.xml><?xml version="1.0" encoding="utf-8"?>
<p:tagLst xmlns:a="http://schemas.openxmlformats.org/drawingml/2006/main" xmlns:r="http://schemas.openxmlformats.org/officeDocument/2006/relationships" xmlns:p="http://schemas.openxmlformats.org/presentationml/2006/main">
  <p:tag name="PPSPLIT_ID" val=" 12"/>
</p:tagLst>
</file>

<file path=ppt/tags/tag102.xml><?xml version="1.0" encoding="utf-8"?>
<p:tagLst xmlns:a="http://schemas.openxmlformats.org/drawingml/2006/main" xmlns:r="http://schemas.openxmlformats.org/officeDocument/2006/relationships" xmlns:p="http://schemas.openxmlformats.org/presentationml/2006/main">
  <p:tag name="PPSPLIT_ID" val=" 17"/>
</p:tagLst>
</file>

<file path=ppt/tags/tag103.xml><?xml version="1.0" encoding="utf-8"?>
<p:tagLst xmlns:a="http://schemas.openxmlformats.org/drawingml/2006/main" xmlns:r="http://schemas.openxmlformats.org/officeDocument/2006/relationships" xmlns:p="http://schemas.openxmlformats.org/presentationml/2006/main">
  <p:tag name="PPSPLIT_ID" val=" 18"/>
</p:tagLst>
</file>

<file path=ppt/tags/tag104.xml><?xml version="1.0" encoding="utf-8"?>
<p:tagLst xmlns:a="http://schemas.openxmlformats.org/drawingml/2006/main" xmlns:r="http://schemas.openxmlformats.org/officeDocument/2006/relationships" xmlns:p="http://schemas.openxmlformats.org/presentationml/2006/main">
  <p:tag name="PPSPLIT_ID" val=" 22"/>
</p:tagLst>
</file>

<file path=ppt/tags/tag105.xml><?xml version="1.0" encoding="utf-8"?>
<p:tagLst xmlns:a="http://schemas.openxmlformats.org/drawingml/2006/main" xmlns:r="http://schemas.openxmlformats.org/officeDocument/2006/relationships" xmlns:p="http://schemas.openxmlformats.org/presentationml/2006/main">
  <p:tag name="PPSPLIT_ID" val=" 10"/>
</p:tagLst>
</file>

<file path=ppt/tags/tag106.xml><?xml version="1.0" encoding="utf-8"?>
<p:tagLst xmlns:a="http://schemas.openxmlformats.org/drawingml/2006/main" xmlns:r="http://schemas.openxmlformats.org/officeDocument/2006/relationships" xmlns:p="http://schemas.openxmlformats.org/presentationml/2006/main">
  <p:tag name="PPSPLIT_ID" val=" 13"/>
</p:tagLst>
</file>

<file path=ppt/tags/tag107.xml><?xml version="1.0" encoding="utf-8"?>
<p:tagLst xmlns:a="http://schemas.openxmlformats.org/drawingml/2006/main" xmlns:r="http://schemas.openxmlformats.org/officeDocument/2006/relationships" xmlns:p="http://schemas.openxmlformats.org/presentationml/2006/main">
  <p:tag name="PPSPLIT_ID" val=" 19"/>
</p:tagLst>
</file>

<file path=ppt/tags/tag108.xml><?xml version="1.0" encoding="utf-8"?>
<p:tagLst xmlns:a="http://schemas.openxmlformats.org/drawingml/2006/main" xmlns:r="http://schemas.openxmlformats.org/officeDocument/2006/relationships" xmlns:p="http://schemas.openxmlformats.org/presentationml/2006/main">
  <p:tag name="PPSPLIT_ID" val=" 23"/>
</p:tagLst>
</file>

<file path=ppt/tags/tag109.xml><?xml version="1.0" encoding="utf-8"?>
<p:tagLst xmlns:a="http://schemas.openxmlformats.org/drawingml/2006/main" xmlns:r="http://schemas.openxmlformats.org/officeDocument/2006/relationships" xmlns:p="http://schemas.openxmlformats.org/presentationml/2006/main">
  <p:tag name="PPSPLIT_ID" val=" 14"/>
</p:tagLst>
</file>

<file path=ppt/tags/tag110.xml><?xml version="1.0" encoding="utf-8"?>
<p:tagLst xmlns:a="http://schemas.openxmlformats.org/drawingml/2006/main" xmlns:r="http://schemas.openxmlformats.org/officeDocument/2006/relationships" xmlns:p="http://schemas.openxmlformats.org/presentationml/2006/main">
  <p:tag name="PPSPLIT_ID" val=" 15"/>
</p:tagLst>
</file>

<file path=ppt/tags/tag111.xml><?xml version="1.0" encoding="utf-8"?>
<p:tagLst xmlns:a="http://schemas.openxmlformats.org/drawingml/2006/main" xmlns:r="http://schemas.openxmlformats.org/officeDocument/2006/relationships" xmlns:p="http://schemas.openxmlformats.org/presentationml/2006/main">
  <p:tag name="TIMING" val="|19.8|4.8|7.2|11.1"/>
  <p:tag name="PPSPLIT_SPLIT" val="1"/>
  <p:tag name="PPSPLIT_ORIGINALSLIDENUMBER" val="4"/>
  <p:tag name="PPSPLIT_DONE" val="1"/>
</p:tagLst>
</file>

<file path=ppt/tags/tag112.xml><?xml version="1.0" encoding="utf-8"?>
<p:tagLst xmlns:a="http://schemas.openxmlformats.org/drawingml/2006/main" xmlns:r="http://schemas.openxmlformats.org/officeDocument/2006/relationships" xmlns:p="http://schemas.openxmlformats.org/presentationml/2006/main">
  <p:tag name="PPSPLIT_ID" val=" 2"/>
</p:tagLst>
</file>

<file path=ppt/tags/tag113.xml><?xml version="1.0" encoding="utf-8"?>
<p:tagLst xmlns:a="http://schemas.openxmlformats.org/drawingml/2006/main" xmlns:r="http://schemas.openxmlformats.org/officeDocument/2006/relationships" xmlns:p="http://schemas.openxmlformats.org/presentationml/2006/main">
  <p:tag name="PPSPLIT_ID" val=" 15"/>
</p:tagLst>
</file>

<file path=ppt/tags/tag114.xml><?xml version="1.0" encoding="utf-8"?>
<p:tagLst xmlns:a="http://schemas.openxmlformats.org/drawingml/2006/main" xmlns:r="http://schemas.openxmlformats.org/officeDocument/2006/relationships" xmlns:p="http://schemas.openxmlformats.org/presentationml/2006/main">
  <p:tag name="PPSPLIT_ID" val=" 16"/>
</p:tagLst>
</file>

<file path=ppt/tags/tag115.xml><?xml version="1.0" encoding="utf-8"?>
<p:tagLst xmlns:a="http://schemas.openxmlformats.org/drawingml/2006/main" xmlns:r="http://schemas.openxmlformats.org/officeDocument/2006/relationships" xmlns:p="http://schemas.openxmlformats.org/presentationml/2006/main">
  <p:tag name="PPSPLIT_ID" val=" 10"/>
</p:tagLst>
</file>

<file path=ppt/tags/tag116.xml><?xml version="1.0" encoding="utf-8"?>
<p:tagLst xmlns:a="http://schemas.openxmlformats.org/drawingml/2006/main" xmlns:r="http://schemas.openxmlformats.org/officeDocument/2006/relationships" xmlns:p="http://schemas.openxmlformats.org/presentationml/2006/main">
  <p:tag name="TIMING" val="|19.8|4.8|7.2|11.1"/>
  <p:tag name="PPSPLIT_SPLIT" val="1"/>
  <p:tag name="PPSPLIT_ORIGINALSLIDENUMBER" val="4"/>
  <p:tag name="PPSPLIT_DONE" val="1"/>
</p:tagLst>
</file>

<file path=ppt/tags/tag117.xml><?xml version="1.0" encoding="utf-8"?>
<p:tagLst xmlns:a="http://schemas.openxmlformats.org/drawingml/2006/main" xmlns:r="http://schemas.openxmlformats.org/officeDocument/2006/relationships" xmlns:p="http://schemas.openxmlformats.org/presentationml/2006/main">
  <p:tag name="PPSPLIT_ID" val=" 17"/>
</p:tagLst>
</file>

<file path=ppt/tags/tag118.xml><?xml version="1.0" encoding="utf-8"?>
<p:tagLst xmlns:a="http://schemas.openxmlformats.org/drawingml/2006/main" xmlns:r="http://schemas.openxmlformats.org/officeDocument/2006/relationships" xmlns:p="http://schemas.openxmlformats.org/presentationml/2006/main">
  <p:tag name="PPSPLIT_ID" val=" 2"/>
</p:tagLst>
</file>

<file path=ppt/tags/tag119.xml><?xml version="1.0" encoding="utf-8"?>
<p:tagLst xmlns:a="http://schemas.openxmlformats.org/drawingml/2006/main" xmlns:r="http://schemas.openxmlformats.org/officeDocument/2006/relationships" xmlns:p="http://schemas.openxmlformats.org/presentationml/2006/main">
  <p:tag name="PPSPLIT_ID" val=" 6"/>
</p:tagLst>
</file>

<file path=ppt/tags/tag120.xml><?xml version="1.0" encoding="utf-8"?>
<p:tagLst xmlns:a="http://schemas.openxmlformats.org/drawingml/2006/main" xmlns:r="http://schemas.openxmlformats.org/officeDocument/2006/relationships" xmlns:p="http://schemas.openxmlformats.org/presentationml/2006/main">
  <p:tag name="PPSPLIT_ID" val=" 15"/>
</p:tagLst>
</file>

<file path=ppt/tags/tag121.xml><?xml version="1.0" encoding="utf-8"?>
<p:tagLst xmlns:a="http://schemas.openxmlformats.org/drawingml/2006/main" xmlns:r="http://schemas.openxmlformats.org/officeDocument/2006/relationships" xmlns:p="http://schemas.openxmlformats.org/presentationml/2006/main">
  <p:tag name="PPSPLIT_ID" val=" 16"/>
</p:tagLst>
</file>

<file path=ppt/tags/tag122.xml><?xml version="1.0" encoding="utf-8"?>
<p:tagLst xmlns:a="http://schemas.openxmlformats.org/drawingml/2006/main" xmlns:r="http://schemas.openxmlformats.org/officeDocument/2006/relationships" xmlns:p="http://schemas.openxmlformats.org/presentationml/2006/main">
  <p:tag name="PPSPLIT_ID" val=" 10"/>
</p:tagLst>
</file>

<file path=ppt/tags/tag123.xml><?xml version="1.0" encoding="utf-8"?>
<p:tagLst xmlns:a="http://schemas.openxmlformats.org/drawingml/2006/main" xmlns:r="http://schemas.openxmlformats.org/officeDocument/2006/relationships" xmlns:p="http://schemas.openxmlformats.org/presentationml/2006/main">
  <p:tag name="PPSPLIT_ID" val=" 38"/>
</p:tagLst>
</file>

<file path=ppt/tags/tag124.xml><?xml version="1.0" encoding="utf-8"?>
<p:tagLst xmlns:a="http://schemas.openxmlformats.org/drawingml/2006/main" xmlns:r="http://schemas.openxmlformats.org/officeDocument/2006/relationships" xmlns:p="http://schemas.openxmlformats.org/presentationml/2006/main">
  <p:tag name="PPSPLIT_ID" val=" 41"/>
</p:tagLst>
</file>

<file path=ppt/tags/tag125.xml><?xml version="1.0" encoding="utf-8"?>
<p:tagLst xmlns:a="http://schemas.openxmlformats.org/drawingml/2006/main" xmlns:r="http://schemas.openxmlformats.org/officeDocument/2006/relationships" xmlns:p="http://schemas.openxmlformats.org/presentationml/2006/main">
  <p:tag name="PPSPLIT_ID" val=" 44"/>
</p:tagLst>
</file>

<file path=ppt/tags/tag126.xml><?xml version="1.0" encoding="utf-8"?>
<p:tagLst xmlns:a="http://schemas.openxmlformats.org/drawingml/2006/main" xmlns:r="http://schemas.openxmlformats.org/officeDocument/2006/relationships" xmlns:p="http://schemas.openxmlformats.org/presentationml/2006/main">
  <p:tag name="PPSPLIT_ID" val=" 47"/>
</p:tagLst>
</file>

<file path=ppt/tags/tag127.xml><?xml version="1.0" encoding="utf-8"?>
<p:tagLst xmlns:a="http://schemas.openxmlformats.org/drawingml/2006/main" xmlns:r="http://schemas.openxmlformats.org/officeDocument/2006/relationships" xmlns:p="http://schemas.openxmlformats.org/presentationml/2006/main">
  <p:tag name="PPSPLIT_ID" val=" 50"/>
</p:tagLst>
</file>

<file path=ppt/tags/tag128.xml><?xml version="1.0" encoding="utf-8"?>
<p:tagLst xmlns:a="http://schemas.openxmlformats.org/drawingml/2006/main" xmlns:r="http://schemas.openxmlformats.org/officeDocument/2006/relationships" xmlns:p="http://schemas.openxmlformats.org/presentationml/2006/main">
  <p:tag name="PPSPLIT_ID" val=" 53"/>
</p:tagLst>
</file>

<file path=ppt/tags/tag129.xml><?xml version="1.0" encoding="utf-8"?>
<p:tagLst xmlns:a="http://schemas.openxmlformats.org/drawingml/2006/main" xmlns:r="http://schemas.openxmlformats.org/officeDocument/2006/relationships" xmlns:p="http://schemas.openxmlformats.org/presentationml/2006/main">
  <p:tag name="PPSPLIT_ID" val=" 56"/>
</p:tagLst>
</file>

<file path=ppt/tags/tag130.xml><?xml version="1.0" encoding="utf-8"?>
<p:tagLst xmlns:a="http://schemas.openxmlformats.org/drawingml/2006/main" xmlns:r="http://schemas.openxmlformats.org/officeDocument/2006/relationships" xmlns:p="http://schemas.openxmlformats.org/presentationml/2006/main">
  <p:tag name="PPSPLIT_ID" val=" 59"/>
</p:tagLst>
</file>

<file path=ppt/tags/tag131.xml><?xml version="1.0" encoding="utf-8"?>
<p:tagLst xmlns:a="http://schemas.openxmlformats.org/drawingml/2006/main" xmlns:r="http://schemas.openxmlformats.org/officeDocument/2006/relationships" xmlns:p="http://schemas.openxmlformats.org/presentationml/2006/main">
  <p:tag name="PPSPLIT_ID" val=" 62"/>
</p:tagLst>
</file>

<file path=ppt/tags/tag132.xml><?xml version="1.0" encoding="utf-8"?>
<p:tagLst xmlns:a="http://schemas.openxmlformats.org/drawingml/2006/main" xmlns:r="http://schemas.openxmlformats.org/officeDocument/2006/relationships" xmlns:p="http://schemas.openxmlformats.org/presentationml/2006/main">
  <p:tag name="PPSPLIT_ID" val=" 65"/>
</p:tagLst>
</file>

<file path=ppt/tags/tag133.xml><?xml version="1.0" encoding="utf-8"?>
<p:tagLst xmlns:a="http://schemas.openxmlformats.org/drawingml/2006/main" xmlns:r="http://schemas.openxmlformats.org/officeDocument/2006/relationships" xmlns:p="http://schemas.openxmlformats.org/presentationml/2006/main">
  <p:tag name="PPSPLIT_ID" val=" 68"/>
</p:tagLst>
</file>

<file path=ppt/tags/tag134.xml><?xml version="1.0" encoding="utf-8"?>
<p:tagLst xmlns:a="http://schemas.openxmlformats.org/drawingml/2006/main" xmlns:r="http://schemas.openxmlformats.org/officeDocument/2006/relationships" xmlns:p="http://schemas.openxmlformats.org/presentationml/2006/main">
  <p:tag name="PPSPLIT_ID" val=" 71"/>
</p:tagLst>
</file>

<file path=ppt/tags/tag135.xml><?xml version="1.0" encoding="utf-8"?>
<p:tagLst xmlns:a="http://schemas.openxmlformats.org/drawingml/2006/main" xmlns:r="http://schemas.openxmlformats.org/officeDocument/2006/relationships" xmlns:p="http://schemas.openxmlformats.org/presentationml/2006/main">
  <p:tag name="PPSPLIT_ID" val=" 4"/>
</p:tagLst>
</file>

<file path=ppt/tags/tag136.xml><?xml version="1.0" encoding="utf-8"?>
<p:tagLst xmlns:a="http://schemas.openxmlformats.org/drawingml/2006/main" xmlns:r="http://schemas.openxmlformats.org/officeDocument/2006/relationships" xmlns:p="http://schemas.openxmlformats.org/presentationml/2006/main">
  <p:tag name="PPSPLIT_ID" val=" 12"/>
</p:tagLst>
</file>

<file path=ppt/tags/tag137.xml><?xml version="1.0" encoding="utf-8"?>
<p:tagLst xmlns:a="http://schemas.openxmlformats.org/drawingml/2006/main" xmlns:r="http://schemas.openxmlformats.org/officeDocument/2006/relationships" xmlns:p="http://schemas.openxmlformats.org/presentationml/2006/main">
  <p:tag name="TIMING" val="|19.8|4.8|7.2|11.1"/>
  <p:tag name="PPSPLIT_SPLIT" val="1"/>
  <p:tag name="PPSPLIT_ORIGINALSLIDENUMBER" val="4"/>
  <p:tag name="PPSPLIT_DONE" val="1"/>
</p:tagLst>
</file>

<file path=ppt/tags/tag138.xml><?xml version="1.0" encoding="utf-8"?>
<p:tagLst xmlns:a="http://schemas.openxmlformats.org/drawingml/2006/main" xmlns:r="http://schemas.openxmlformats.org/officeDocument/2006/relationships" xmlns:p="http://schemas.openxmlformats.org/presentationml/2006/main">
  <p:tag name="PPSPLIT_ID" val=" 17"/>
</p:tagLst>
</file>

<file path=ppt/tags/tag139.xml><?xml version="1.0" encoding="utf-8"?>
<p:tagLst xmlns:a="http://schemas.openxmlformats.org/drawingml/2006/main" xmlns:r="http://schemas.openxmlformats.org/officeDocument/2006/relationships" xmlns:p="http://schemas.openxmlformats.org/presentationml/2006/main">
  <p:tag name="PPSPLIT_ID" val=" 2"/>
</p:tagLst>
</file>

<file path=ppt/tags/tag140.xml><?xml version="1.0" encoding="utf-8"?>
<p:tagLst xmlns:a="http://schemas.openxmlformats.org/drawingml/2006/main" xmlns:r="http://schemas.openxmlformats.org/officeDocument/2006/relationships" xmlns:p="http://schemas.openxmlformats.org/presentationml/2006/main">
  <p:tag name="PPSPLIT_ID" val=" 6"/>
</p:tagLst>
</file>

<file path=ppt/tags/tag141.xml><?xml version="1.0" encoding="utf-8"?>
<p:tagLst xmlns:a="http://schemas.openxmlformats.org/drawingml/2006/main" xmlns:r="http://schemas.openxmlformats.org/officeDocument/2006/relationships" xmlns:p="http://schemas.openxmlformats.org/presentationml/2006/main">
  <p:tag name="PPSPLIT_ID" val=" 7"/>
</p:tagLst>
</file>

<file path=ppt/tags/tag142.xml><?xml version="1.0" encoding="utf-8"?>
<p:tagLst xmlns:a="http://schemas.openxmlformats.org/drawingml/2006/main" xmlns:r="http://schemas.openxmlformats.org/officeDocument/2006/relationships" xmlns:p="http://schemas.openxmlformats.org/presentationml/2006/main">
  <p:tag name="PPSPLIT_ID" val=" 9"/>
</p:tagLst>
</file>

<file path=ppt/tags/tag143.xml><?xml version="1.0" encoding="utf-8"?>
<p:tagLst xmlns:a="http://schemas.openxmlformats.org/drawingml/2006/main" xmlns:r="http://schemas.openxmlformats.org/officeDocument/2006/relationships" xmlns:p="http://schemas.openxmlformats.org/presentationml/2006/main">
  <p:tag name="PPSPLIT_ID" val=" 13"/>
</p:tagLst>
</file>

<file path=ppt/tags/tag144.xml><?xml version="1.0" encoding="utf-8"?>
<p:tagLst xmlns:a="http://schemas.openxmlformats.org/drawingml/2006/main" xmlns:r="http://schemas.openxmlformats.org/officeDocument/2006/relationships" xmlns:p="http://schemas.openxmlformats.org/presentationml/2006/main">
  <p:tag name="PPSPLIT_ID" val=" 15"/>
</p:tagLst>
</file>

<file path=ppt/tags/tag145.xml><?xml version="1.0" encoding="utf-8"?>
<p:tagLst xmlns:a="http://schemas.openxmlformats.org/drawingml/2006/main" xmlns:r="http://schemas.openxmlformats.org/officeDocument/2006/relationships" xmlns:p="http://schemas.openxmlformats.org/presentationml/2006/main">
  <p:tag name="PPSPLIT_ID" val=" 16"/>
</p:tagLst>
</file>

<file path=ppt/tags/tag146.xml><?xml version="1.0" encoding="utf-8"?>
<p:tagLst xmlns:a="http://schemas.openxmlformats.org/drawingml/2006/main" xmlns:r="http://schemas.openxmlformats.org/officeDocument/2006/relationships" xmlns:p="http://schemas.openxmlformats.org/presentationml/2006/main">
  <p:tag name="PPSPLIT_ID" val=" 10"/>
</p:tagLst>
</file>

<file path=ppt/tags/tag147.xml><?xml version="1.0" encoding="utf-8"?>
<p:tagLst xmlns:a="http://schemas.openxmlformats.org/drawingml/2006/main" xmlns:r="http://schemas.openxmlformats.org/officeDocument/2006/relationships" xmlns:p="http://schemas.openxmlformats.org/presentationml/2006/main">
  <p:tag name="PPSPLIT_ID" val=" 38"/>
</p:tagLst>
</file>

<file path=ppt/tags/tag148.xml><?xml version="1.0" encoding="utf-8"?>
<p:tagLst xmlns:a="http://schemas.openxmlformats.org/drawingml/2006/main" xmlns:r="http://schemas.openxmlformats.org/officeDocument/2006/relationships" xmlns:p="http://schemas.openxmlformats.org/presentationml/2006/main">
  <p:tag name="PPSPLIT_ID" val=" 41"/>
</p:tagLst>
</file>

<file path=ppt/tags/tag149.xml><?xml version="1.0" encoding="utf-8"?>
<p:tagLst xmlns:a="http://schemas.openxmlformats.org/drawingml/2006/main" xmlns:r="http://schemas.openxmlformats.org/officeDocument/2006/relationships" xmlns:p="http://schemas.openxmlformats.org/presentationml/2006/main">
  <p:tag name="PPSPLIT_ID" val=" 44"/>
</p:tagLst>
</file>

<file path=ppt/tags/tag150.xml><?xml version="1.0" encoding="utf-8"?>
<p:tagLst xmlns:a="http://schemas.openxmlformats.org/drawingml/2006/main" xmlns:r="http://schemas.openxmlformats.org/officeDocument/2006/relationships" xmlns:p="http://schemas.openxmlformats.org/presentationml/2006/main">
  <p:tag name="PPSPLIT_ID" val=" 47"/>
</p:tagLst>
</file>

<file path=ppt/tags/tag151.xml><?xml version="1.0" encoding="utf-8"?>
<p:tagLst xmlns:a="http://schemas.openxmlformats.org/drawingml/2006/main" xmlns:r="http://schemas.openxmlformats.org/officeDocument/2006/relationships" xmlns:p="http://schemas.openxmlformats.org/presentationml/2006/main">
  <p:tag name="PPSPLIT_ID" val=" 50"/>
</p:tagLst>
</file>

<file path=ppt/tags/tag152.xml><?xml version="1.0" encoding="utf-8"?>
<p:tagLst xmlns:a="http://schemas.openxmlformats.org/drawingml/2006/main" xmlns:r="http://schemas.openxmlformats.org/officeDocument/2006/relationships" xmlns:p="http://schemas.openxmlformats.org/presentationml/2006/main">
  <p:tag name="PPSPLIT_ID" val=" 53"/>
</p:tagLst>
</file>

<file path=ppt/tags/tag153.xml><?xml version="1.0" encoding="utf-8"?>
<p:tagLst xmlns:a="http://schemas.openxmlformats.org/drawingml/2006/main" xmlns:r="http://schemas.openxmlformats.org/officeDocument/2006/relationships" xmlns:p="http://schemas.openxmlformats.org/presentationml/2006/main">
  <p:tag name="PPSPLIT_ID" val=" 56"/>
</p:tagLst>
</file>

<file path=ppt/tags/tag154.xml><?xml version="1.0" encoding="utf-8"?>
<p:tagLst xmlns:a="http://schemas.openxmlformats.org/drawingml/2006/main" xmlns:r="http://schemas.openxmlformats.org/officeDocument/2006/relationships" xmlns:p="http://schemas.openxmlformats.org/presentationml/2006/main">
  <p:tag name="PPSPLIT_ID" val=" 59"/>
</p:tagLst>
</file>

<file path=ppt/tags/tag155.xml><?xml version="1.0" encoding="utf-8"?>
<p:tagLst xmlns:a="http://schemas.openxmlformats.org/drawingml/2006/main" xmlns:r="http://schemas.openxmlformats.org/officeDocument/2006/relationships" xmlns:p="http://schemas.openxmlformats.org/presentationml/2006/main">
  <p:tag name="PPSPLIT_ID" val=" 62"/>
</p:tagLst>
</file>

<file path=ppt/tags/tag156.xml><?xml version="1.0" encoding="utf-8"?>
<p:tagLst xmlns:a="http://schemas.openxmlformats.org/drawingml/2006/main" xmlns:r="http://schemas.openxmlformats.org/officeDocument/2006/relationships" xmlns:p="http://schemas.openxmlformats.org/presentationml/2006/main">
  <p:tag name="PPSPLIT_ID" val=" 65"/>
</p:tagLst>
</file>

<file path=ppt/tags/tag157.xml><?xml version="1.0" encoding="utf-8"?>
<p:tagLst xmlns:a="http://schemas.openxmlformats.org/drawingml/2006/main" xmlns:r="http://schemas.openxmlformats.org/officeDocument/2006/relationships" xmlns:p="http://schemas.openxmlformats.org/presentationml/2006/main">
  <p:tag name="PPSPLIT_ID" val=" 68"/>
</p:tagLst>
</file>

<file path=ppt/tags/tag158.xml><?xml version="1.0" encoding="utf-8"?>
<p:tagLst xmlns:a="http://schemas.openxmlformats.org/drawingml/2006/main" xmlns:r="http://schemas.openxmlformats.org/officeDocument/2006/relationships" xmlns:p="http://schemas.openxmlformats.org/presentationml/2006/main">
  <p:tag name="PPSPLIT_ID" val=" 71"/>
</p:tagLst>
</file>

<file path=ppt/tags/tag159.xml><?xml version="1.0" encoding="utf-8"?>
<p:tagLst xmlns:a="http://schemas.openxmlformats.org/drawingml/2006/main" xmlns:r="http://schemas.openxmlformats.org/officeDocument/2006/relationships" xmlns:p="http://schemas.openxmlformats.org/presentationml/2006/main">
  <p:tag name="PPSPLIT_ID" val=" 74"/>
</p:tagLst>
</file>

<file path=ppt/tags/tag160.xml><?xml version="1.0" encoding="utf-8"?>
<p:tagLst xmlns:a="http://schemas.openxmlformats.org/drawingml/2006/main" xmlns:r="http://schemas.openxmlformats.org/officeDocument/2006/relationships" xmlns:p="http://schemas.openxmlformats.org/presentationml/2006/main">
  <p:tag name="PPSPLIT_ID" val=" 77"/>
</p:tagLst>
</file>

<file path=ppt/tags/tag161.xml><?xml version="1.0" encoding="utf-8"?>
<p:tagLst xmlns:a="http://schemas.openxmlformats.org/drawingml/2006/main" xmlns:r="http://schemas.openxmlformats.org/officeDocument/2006/relationships" xmlns:p="http://schemas.openxmlformats.org/presentationml/2006/main">
  <p:tag name="PPSPLIT_ID" val=" 80"/>
</p:tagLst>
</file>

<file path=ppt/tags/tag162.xml><?xml version="1.0" encoding="utf-8"?>
<p:tagLst xmlns:a="http://schemas.openxmlformats.org/drawingml/2006/main" xmlns:r="http://schemas.openxmlformats.org/officeDocument/2006/relationships" xmlns:p="http://schemas.openxmlformats.org/presentationml/2006/main">
  <p:tag name="PPSPLIT_ID" val=" 83"/>
</p:tagLst>
</file>

<file path=ppt/tags/tag163.xml><?xml version="1.0" encoding="utf-8"?>
<p:tagLst xmlns:a="http://schemas.openxmlformats.org/drawingml/2006/main" xmlns:r="http://schemas.openxmlformats.org/officeDocument/2006/relationships" xmlns:p="http://schemas.openxmlformats.org/presentationml/2006/main">
  <p:tag name="PPSPLIT_ID" val=" 86"/>
</p:tagLst>
</file>

<file path=ppt/tags/tag164.xml><?xml version="1.0" encoding="utf-8"?>
<p:tagLst xmlns:a="http://schemas.openxmlformats.org/drawingml/2006/main" xmlns:r="http://schemas.openxmlformats.org/officeDocument/2006/relationships" xmlns:p="http://schemas.openxmlformats.org/presentationml/2006/main">
  <p:tag name="PPSPLIT_ID" val=" 89"/>
</p:tagLst>
</file>

<file path=ppt/tags/tag165.xml><?xml version="1.0" encoding="utf-8"?>
<p:tagLst xmlns:a="http://schemas.openxmlformats.org/drawingml/2006/main" xmlns:r="http://schemas.openxmlformats.org/officeDocument/2006/relationships" xmlns:p="http://schemas.openxmlformats.org/presentationml/2006/main">
  <p:tag name="PPSPLIT_ID" val=" 92"/>
</p:tagLst>
</file>

<file path=ppt/tags/tag166.xml><?xml version="1.0" encoding="utf-8"?>
<p:tagLst xmlns:a="http://schemas.openxmlformats.org/drawingml/2006/main" xmlns:r="http://schemas.openxmlformats.org/officeDocument/2006/relationships" xmlns:p="http://schemas.openxmlformats.org/presentationml/2006/main">
  <p:tag name="PPSPLIT_ID" val=" 95"/>
</p:tagLst>
</file>

<file path=ppt/tags/tag167.xml><?xml version="1.0" encoding="utf-8"?>
<p:tagLst xmlns:a="http://schemas.openxmlformats.org/drawingml/2006/main" xmlns:r="http://schemas.openxmlformats.org/officeDocument/2006/relationships" xmlns:p="http://schemas.openxmlformats.org/presentationml/2006/main">
  <p:tag name="PPSPLIT_ID" val=" 98"/>
</p:tagLst>
</file>

<file path=ppt/tags/tag168.xml><?xml version="1.0" encoding="utf-8"?>
<p:tagLst xmlns:a="http://schemas.openxmlformats.org/drawingml/2006/main" xmlns:r="http://schemas.openxmlformats.org/officeDocument/2006/relationships" xmlns:p="http://schemas.openxmlformats.org/presentationml/2006/main">
  <p:tag name="PPSPLIT_ID" val=" 101"/>
</p:tagLst>
</file>

<file path=ppt/tags/tag169.xml><?xml version="1.0" encoding="utf-8"?>
<p:tagLst xmlns:a="http://schemas.openxmlformats.org/drawingml/2006/main" xmlns:r="http://schemas.openxmlformats.org/officeDocument/2006/relationships" xmlns:p="http://schemas.openxmlformats.org/presentationml/2006/main">
  <p:tag name="PPSPLIT_ID" val=" 104"/>
</p:tagLst>
</file>

<file path=ppt/tags/tag170.xml><?xml version="1.0" encoding="utf-8"?>
<p:tagLst xmlns:a="http://schemas.openxmlformats.org/drawingml/2006/main" xmlns:r="http://schemas.openxmlformats.org/officeDocument/2006/relationships" xmlns:p="http://schemas.openxmlformats.org/presentationml/2006/main">
  <p:tag name="PPSPLIT_ID" val=" 107"/>
</p:tagLst>
</file>

<file path=ppt/tags/tag171.xml><?xml version="1.0" encoding="utf-8"?>
<p:tagLst xmlns:a="http://schemas.openxmlformats.org/drawingml/2006/main" xmlns:r="http://schemas.openxmlformats.org/officeDocument/2006/relationships" xmlns:p="http://schemas.openxmlformats.org/presentationml/2006/main">
  <p:tag name="PPSPLIT_ID" val=" 3"/>
</p:tagLst>
</file>

<file path=ppt/tags/tag172.xml><?xml version="1.0" encoding="utf-8"?>
<p:tagLst xmlns:a="http://schemas.openxmlformats.org/drawingml/2006/main" xmlns:r="http://schemas.openxmlformats.org/officeDocument/2006/relationships" xmlns:p="http://schemas.openxmlformats.org/presentationml/2006/main">
  <p:tag name="PPSPLIT_ID" val=" 4"/>
</p:tagLst>
</file>

<file path=ppt/tags/tag173.xml><?xml version="1.0" encoding="utf-8"?>
<p:tagLst xmlns:a="http://schemas.openxmlformats.org/drawingml/2006/main" xmlns:r="http://schemas.openxmlformats.org/officeDocument/2006/relationships" xmlns:p="http://schemas.openxmlformats.org/presentationml/2006/main">
  <p:tag name="PPSPLIT_ID" val=" 12"/>
</p:tagLst>
</file>

<file path=ppt/tags/tag174.xml><?xml version="1.0" encoding="utf-8"?>
<p:tagLst xmlns:a="http://schemas.openxmlformats.org/drawingml/2006/main" xmlns:r="http://schemas.openxmlformats.org/officeDocument/2006/relationships" xmlns:p="http://schemas.openxmlformats.org/presentationml/2006/main">
  <p:tag name="PPSPLIT_ID" val=" 18"/>
</p:tagLst>
</file>

<file path=ppt/tags/tag175.xml><?xml version="1.0" encoding="utf-8"?>
<p:tagLst xmlns:a="http://schemas.openxmlformats.org/drawingml/2006/main" xmlns:r="http://schemas.openxmlformats.org/officeDocument/2006/relationships" xmlns:p="http://schemas.openxmlformats.org/presentationml/2006/main">
  <p:tag name="TIMING" val="|19.8|4.8|7.2|11.1"/>
  <p:tag name="PPSPLIT_SPLIT" val="1"/>
  <p:tag name="PPSPLIT_ORIGINALSLIDENUMBER" val="4"/>
  <p:tag name="PPSPLIT_DONE" val="1"/>
</p:tagLst>
</file>

<file path=ppt/tags/tag176.xml><?xml version="1.0" encoding="utf-8"?>
<p:tagLst xmlns:a="http://schemas.openxmlformats.org/drawingml/2006/main" xmlns:r="http://schemas.openxmlformats.org/officeDocument/2006/relationships" xmlns:p="http://schemas.openxmlformats.org/presentationml/2006/main">
  <p:tag name="PPSPLIT_ID" val=" 17"/>
</p:tagLst>
</file>

<file path=ppt/tags/tag177.xml><?xml version="1.0" encoding="utf-8"?>
<p:tagLst xmlns:a="http://schemas.openxmlformats.org/drawingml/2006/main" xmlns:r="http://schemas.openxmlformats.org/officeDocument/2006/relationships" xmlns:p="http://schemas.openxmlformats.org/presentationml/2006/main">
  <p:tag name="PPSPLIT_ID" val=" 2"/>
</p:tagLst>
</file>

<file path=ppt/tags/tag178.xml><?xml version="1.0" encoding="utf-8"?>
<p:tagLst xmlns:a="http://schemas.openxmlformats.org/drawingml/2006/main" xmlns:r="http://schemas.openxmlformats.org/officeDocument/2006/relationships" xmlns:p="http://schemas.openxmlformats.org/presentationml/2006/main">
  <p:tag name="PPSPLIT_ID" val=" 6"/>
</p:tagLst>
</file>

<file path=ppt/tags/tag179.xml><?xml version="1.0" encoding="utf-8"?>
<p:tagLst xmlns:a="http://schemas.openxmlformats.org/drawingml/2006/main" xmlns:r="http://schemas.openxmlformats.org/officeDocument/2006/relationships" xmlns:p="http://schemas.openxmlformats.org/presentationml/2006/main">
  <p:tag name="PPSPLIT_ID" val=" 7"/>
</p:tagLst>
</file>

<file path=ppt/tags/tag180.xml><?xml version="1.0" encoding="utf-8"?>
<p:tagLst xmlns:a="http://schemas.openxmlformats.org/drawingml/2006/main" xmlns:r="http://schemas.openxmlformats.org/officeDocument/2006/relationships" xmlns:p="http://schemas.openxmlformats.org/presentationml/2006/main">
  <p:tag name="PPSPLIT_ID" val=" 9"/>
</p:tagLst>
</file>

<file path=ppt/tags/tag181.xml><?xml version="1.0" encoding="utf-8"?>
<p:tagLst xmlns:a="http://schemas.openxmlformats.org/drawingml/2006/main" xmlns:r="http://schemas.openxmlformats.org/officeDocument/2006/relationships" xmlns:p="http://schemas.openxmlformats.org/presentationml/2006/main">
  <p:tag name="PPSPLIT_ID" val=" 13"/>
</p:tagLst>
</file>

<file path=ppt/tags/tag182.xml><?xml version="1.0" encoding="utf-8"?>
<p:tagLst xmlns:a="http://schemas.openxmlformats.org/drawingml/2006/main" xmlns:r="http://schemas.openxmlformats.org/officeDocument/2006/relationships" xmlns:p="http://schemas.openxmlformats.org/presentationml/2006/main">
  <p:tag name="PPSPLIT_ID" val=" 15"/>
</p:tagLst>
</file>

<file path=ppt/tags/tag183.xml><?xml version="1.0" encoding="utf-8"?>
<p:tagLst xmlns:a="http://schemas.openxmlformats.org/drawingml/2006/main" xmlns:r="http://schemas.openxmlformats.org/officeDocument/2006/relationships" xmlns:p="http://schemas.openxmlformats.org/presentationml/2006/main">
  <p:tag name="PPSPLIT_ID" val=" 16"/>
</p:tagLst>
</file>

<file path=ppt/tags/tag184.xml><?xml version="1.0" encoding="utf-8"?>
<p:tagLst xmlns:a="http://schemas.openxmlformats.org/drawingml/2006/main" xmlns:r="http://schemas.openxmlformats.org/officeDocument/2006/relationships" xmlns:p="http://schemas.openxmlformats.org/presentationml/2006/main">
  <p:tag name="PPSPLIT_ID" val=" 10"/>
</p:tagLst>
</file>

<file path=ppt/tags/tag185.xml><?xml version="1.0" encoding="utf-8"?>
<p:tagLst xmlns:a="http://schemas.openxmlformats.org/drawingml/2006/main" xmlns:r="http://schemas.openxmlformats.org/officeDocument/2006/relationships" xmlns:p="http://schemas.openxmlformats.org/presentationml/2006/main">
  <p:tag name="PPSPLIT_ID" val=" 38"/>
</p:tagLst>
</file>

<file path=ppt/tags/tag186.xml><?xml version="1.0" encoding="utf-8"?>
<p:tagLst xmlns:a="http://schemas.openxmlformats.org/drawingml/2006/main" xmlns:r="http://schemas.openxmlformats.org/officeDocument/2006/relationships" xmlns:p="http://schemas.openxmlformats.org/presentationml/2006/main">
  <p:tag name="PPSPLIT_ID" val=" 41"/>
</p:tagLst>
</file>

<file path=ppt/tags/tag187.xml><?xml version="1.0" encoding="utf-8"?>
<p:tagLst xmlns:a="http://schemas.openxmlformats.org/drawingml/2006/main" xmlns:r="http://schemas.openxmlformats.org/officeDocument/2006/relationships" xmlns:p="http://schemas.openxmlformats.org/presentationml/2006/main">
  <p:tag name="PPSPLIT_ID" val=" 44"/>
</p:tagLst>
</file>

<file path=ppt/tags/tag188.xml><?xml version="1.0" encoding="utf-8"?>
<p:tagLst xmlns:a="http://schemas.openxmlformats.org/drawingml/2006/main" xmlns:r="http://schemas.openxmlformats.org/officeDocument/2006/relationships" xmlns:p="http://schemas.openxmlformats.org/presentationml/2006/main">
  <p:tag name="PPSPLIT_ID" val=" 47"/>
</p:tagLst>
</file>

<file path=ppt/tags/tag189.xml><?xml version="1.0" encoding="utf-8"?>
<p:tagLst xmlns:a="http://schemas.openxmlformats.org/drawingml/2006/main" xmlns:r="http://schemas.openxmlformats.org/officeDocument/2006/relationships" xmlns:p="http://schemas.openxmlformats.org/presentationml/2006/main">
  <p:tag name="PPSPLIT_ID" val=" 50"/>
</p:tagLst>
</file>

<file path=ppt/tags/tag190.xml><?xml version="1.0" encoding="utf-8"?>
<p:tagLst xmlns:a="http://schemas.openxmlformats.org/drawingml/2006/main" xmlns:r="http://schemas.openxmlformats.org/officeDocument/2006/relationships" xmlns:p="http://schemas.openxmlformats.org/presentationml/2006/main">
  <p:tag name="PPSPLIT_ID" val=" 53"/>
</p:tagLst>
</file>

<file path=ppt/tags/tag191.xml><?xml version="1.0" encoding="utf-8"?>
<p:tagLst xmlns:a="http://schemas.openxmlformats.org/drawingml/2006/main" xmlns:r="http://schemas.openxmlformats.org/officeDocument/2006/relationships" xmlns:p="http://schemas.openxmlformats.org/presentationml/2006/main">
  <p:tag name="PPSPLIT_ID" val=" 56"/>
</p:tagLst>
</file>

<file path=ppt/tags/tag192.xml><?xml version="1.0" encoding="utf-8"?>
<p:tagLst xmlns:a="http://schemas.openxmlformats.org/drawingml/2006/main" xmlns:r="http://schemas.openxmlformats.org/officeDocument/2006/relationships" xmlns:p="http://schemas.openxmlformats.org/presentationml/2006/main">
  <p:tag name="PPSPLIT_ID" val=" 59"/>
</p:tagLst>
</file>

<file path=ppt/tags/tag193.xml><?xml version="1.0" encoding="utf-8"?>
<p:tagLst xmlns:a="http://schemas.openxmlformats.org/drawingml/2006/main" xmlns:r="http://schemas.openxmlformats.org/officeDocument/2006/relationships" xmlns:p="http://schemas.openxmlformats.org/presentationml/2006/main">
  <p:tag name="PPSPLIT_ID" val=" 62"/>
</p:tagLst>
</file>

<file path=ppt/tags/tag194.xml><?xml version="1.0" encoding="utf-8"?>
<p:tagLst xmlns:a="http://schemas.openxmlformats.org/drawingml/2006/main" xmlns:r="http://schemas.openxmlformats.org/officeDocument/2006/relationships" xmlns:p="http://schemas.openxmlformats.org/presentationml/2006/main">
  <p:tag name="PPSPLIT_ID" val=" 65"/>
</p:tagLst>
</file>

<file path=ppt/tags/tag195.xml><?xml version="1.0" encoding="utf-8"?>
<p:tagLst xmlns:a="http://schemas.openxmlformats.org/drawingml/2006/main" xmlns:r="http://schemas.openxmlformats.org/officeDocument/2006/relationships" xmlns:p="http://schemas.openxmlformats.org/presentationml/2006/main">
  <p:tag name="PPSPLIT_ID" val=" 68"/>
</p:tagLst>
</file>

<file path=ppt/tags/tag196.xml><?xml version="1.0" encoding="utf-8"?>
<p:tagLst xmlns:a="http://schemas.openxmlformats.org/drawingml/2006/main" xmlns:r="http://schemas.openxmlformats.org/officeDocument/2006/relationships" xmlns:p="http://schemas.openxmlformats.org/presentationml/2006/main">
  <p:tag name="PPSPLIT_ID" val=" 71"/>
</p:tagLst>
</file>

<file path=ppt/tags/tag197.xml><?xml version="1.0" encoding="utf-8"?>
<p:tagLst xmlns:a="http://schemas.openxmlformats.org/drawingml/2006/main" xmlns:r="http://schemas.openxmlformats.org/officeDocument/2006/relationships" xmlns:p="http://schemas.openxmlformats.org/presentationml/2006/main">
  <p:tag name="PPSPLIT_ID" val=" 74"/>
</p:tagLst>
</file>

<file path=ppt/tags/tag198.xml><?xml version="1.0" encoding="utf-8"?>
<p:tagLst xmlns:a="http://schemas.openxmlformats.org/drawingml/2006/main" xmlns:r="http://schemas.openxmlformats.org/officeDocument/2006/relationships" xmlns:p="http://schemas.openxmlformats.org/presentationml/2006/main">
  <p:tag name="PPSPLIT_ID" val=" 77"/>
</p:tagLst>
</file>

<file path=ppt/tags/tag199.xml><?xml version="1.0" encoding="utf-8"?>
<p:tagLst xmlns:a="http://schemas.openxmlformats.org/drawingml/2006/main" xmlns:r="http://schemas.openxmlformats.org/officeDocument/2006/relationships" xmlns:p="http://schemas.openxmlformats.org/presentationml/2006/main">
  <p:tag name="PPSPLIT_ID" val=" 80"/>
</p:tagLst>
</file>

<file path=ppt/tags/tag200.xml><?xml version="1.0" encoding="utf-8"?>
<p:tagLst xmlns:a="http://schemas.openxmlformats.org/drawingml/2006/main" xmlns:r="http://schemas.openxmlformats.org/officeDocument/2006/relationships" xmlns:p="http://schemas.openxmlformats.org/presentationml/2006/main">
  <p:tag name="PPSPLIT_ID" val=" 83"/>
</p:tagLst>
</file>

<file path=ppt/tags/tag201.xml><?xml version="1.0" encoding="utf-8"?>
<p:tagLst xmlns:a="http://schemas.openxmlformats.org/drawingml/2006/main" xmlns:r="http://schemas.openxmlformats.org/officeDocument/2006/relationships" xmlns:p="http://schemas.openxmlformats.org/presentationml/2006/main">
  <p:tag name="PPSPLIT_ID" val=" 86"/>
</p:tagLst>
</file>

<file path=ppt/tags/tag202.xml><?xml version="1.0" encoding="utf-8"?>
<p:tagLst xmlns:a="http://schemas.openxmlformats.org/drawingml/2006/main" xmlns:r="http://schemas.openxmlformats.org/officeDocument/2006/relationships" xmlns:p="http://schemas.openxmlformats.org/presentationml/2006/main">
  <p:tag name="PPSPLIT_ID" val=" 89"/>
</p:tagLst>
</file>

<file path=ppt/tags/tag203.xml><?xml version="1.0" encoding="utf-8"?>
<p:tagLst xmlns:a="http://schemas.openxmlformats.org/drawingml/2006/main" xmlns:r="http://schemas.openxmlformats.org/officeDocument/2006/relationships" xmlns:p="http://schemas.openxmlformats.org/presentationml/2006/main">
  <p:tag name="PPSPLIT_ID" val=" 92"/>
</p:tagLst>
</file>

<file path=ppt/tags/tag204.xml><?xml version="1.0" encoding="utf-8"?>
<p:tagLst xmlns:a="http://schemas.openxmlformats.org/drawingml/2006/main" xmlns:r="http://schemas.openxmlformats.org/officeDocument/2006/relationships" xmlns:p="http://schemas.openxmlformats.org/presentationml/2006/main">
  <p:tag name="PPSPLIT_ID" val=" 95"/>
</p:tagLst>
</file>

<file path=ppt/tags/tag205.xml><?xml version="1.0" encoding="utf-8"?>
<p:tagLst xmlns:a="http://schemas.openxmlformats.org/drawingml/2006/main" xmlns:r="http://schemas.openxmlformats.org/officeDocument/2006/relationships" xmlns:p="http://schemas.openxmlformats.org/presentationml/2006/main">
  <p:tag name="PPSPLIT_ID" val=" 98"/>
</p:tagLst>
</file>

<file path=ppt/tags/tag206.xml><?xml version="1.0" encoding="utf-8"?>
<p:tagLst xmlns:a="http://schemas.openxmlformats.org/drawingml/2006/main" xmlns:r="http://schemas.openxmlformats.org/officeDocument/2006/relationships" xmlns:p="http://schemas.openxmlformats.org/presentationml/2006/main">
  <p:tag name="PPSPLIT_ID" val=" 101"/>
</p:tagLst>
</file>

<file path=ppt/tags/tag207.xml><?xml version="1.0" encoding="utf-8"?>
<p:tagLst xmlns:a="http://schemas.openxmlformats.org/drawingml/2006/main" xmlns:r="http://schemas.openxmlformats.org/officeDocument/2006/relationships" xmlns:p="http://schemas.openxmlformats.org/presentationml/2006/main">
  <p:tag name="PPSPLIT_ID" val=" 104"/>
</p:tagLst>
</file>

<file path=ppt/tags/tag208.xml><?xml version="1.0" encoding="utf-8"?>
<p:tagLst xmlns:a="http://schemas.openxmlformats.org/drawingml/2006/main" xmlns:r="http://schemas.openxmlformats.org/officeDocument/2006/relationships" xmlns:p="http://schemas.openxmlformats.org/presentationml/2006/main">
  <p:tag name="PPSPLIT_ID" val=" 107"/>
</p:tagLst>
</file>

<file path=ppt/tags/tag209.xml><?xml version="1.0" encoding="utf-8"?>
<p:tagLst xmlns:a="http://schemas.openxmlformats.org/drawingml/2006/main" xmlns:r="http://schemas.openxmlformats.org/officeDocument/2006/relationships" xmlns:p="http://schemas.openxmlformats.org/presentationml/2006/main">
  <p:tag name="PPSPLIT_ID" val=" 110"/>
</p:tagLst>
</file>

<file path=ppt/tags/tag210.xml><?xml version="1.0" encoding="utf-8"?>
<p:tagLst xmlns:a="http://schemas.openxmlformats.org/drawingml/2006/main" xmlns:r="http://schemas.openxmlformats.org/officeDocument/2006/relationships" xmlns:p="http://schemas.openxmlformats.org/presentationml/2006/main">
  <p:tag name="PPSPLIT_ID" val=" 113"/>
</p:tagLst>
</file>

<file path=ppt/tags/tag211.xml><?xml version="1.0" encoding="utf-8"?>
<p:tagLst xmlns:a="http://schemas.openxmlformats.org/drawingml/2006/main" xmlns:r="http://schemas.openxmlformats.org/officeDocument/2006/relationships" xmlns:p="http://schemas.openxmlformats.org/presentationml/2006/main">
  <p:tag name="PPSPLIT_ID" val=" 116"/>
</p:tagLst>
</file>

<file path=ppt/tags/tag212.xml><?xml version="1.0" encoding="utf-8"?>
<p:tagLst xmlns:a="http://schemas.openxmlformats.org/drawingml/2006/main" xmlns:r="http://schemas.openxmlformats.org/officeDocument/2006/relationships" xmlns:p="http://schemas.openxmlformats.org/presentationml/2006/main">
  <p:tag name="PPSPLIT_ID" val=" 119"/>
</p:tagLst>
</file>

<file path=ppt/tags/tag213.xml><?xml version="1.0" encoding="utf-8"?>
<p:tagLst xmlns:a="http://schemas.openxmlformats.org/drawingml/2006/main" xmlns:r="http://schemas.openxmlformats.org/officeDocument/2006/relationships" xmlns:p="http://schemas.openxmlformats.org/presentationml/2006/main">
  <p:tag name="PPSPLIT_ID" val=" 122"/>
</p:tagLst>
</file>

<file path=ppt/tags/tag214.xml><?xml version="1.0" encoding="utf-8"?>
<p:tagLst xmlns:a="http://schemas.openxmlformats.org/drawingml/2006/main" xmlns:r="http://schemas.openxmlformats.org/officeDocument/2006/relationships" xmlns:p="http://schemas.openxmlformats.org/presentationml/2006/main">
  <p:tag name="PPSPLIT_ID" val=" 125"/>
</p:tagLst>
</file>

<file path=ppt/tags/tag215.xml><?xml version="1.0" encoding="utf-8"?>
<p:tagLst xmlns:a="http://schemas.openxmlformats.org/drawingml/2006/main" xmlns:r="http://schemas.openxmlformats.org/officeDocument/2006/relationships" xmlns:p="http://schemas.openxmlformats.org/presentationml/2006/main">
  <p:tag name="PPSPLIT_ID" val=" 128"/>
</p:tagLst>
</file>

<file path=ppt/tags/tag216.xml><?xml version="1.0" encoding="utf-8"?>
<p:tagLst xmlns:a="http://schemas.openxmlformats.org/drawingml/2006/main" xmlns:r="http://schemas.openxmlformats.org/officeDocument/2006/relationships" xmlns:p="http://schemas.openxmlformats.org/presentationml/2006/main">
  <p:tag name="PPSPLIT_ID" val=" 131"/>
</p:tagLst>
</file>

<file path=ppt/tags/tag217.xml><?xml version="1.0" encoding="utf-8"?>
<p:tagLst xmlns:a="http://schemas.openxmlformats.org/drawingml/2006/main" xmlns:r="http://schemas.openxmlformats.org/officeDocument/2006/relationships" xmlns:p="http://schemas.openxmlformats.org/presentationml/2006/main">
  <p:tag name="PPSPLIT_ID" val=" 134"/>
</p:tagLst>
</file>

<file path=ppt/tags/tag218.xml><?xml version="1.0" encoding="utf-8"?>
<p:tagLst xmlns:a="http://schemas.openxmlformats.org/drawingml/2006/main" xmlns:r="http://schemas.openxmlformats.org/officeDocument/2006/relationships" xmlns:p="http://schemas.openxmlformats.org/presentationml/2006/main">
  <p:tag name="PPSPLIT_ID" val=" 137"/>
</p:tagLst>
</file>

<file path=ppt/tags/tag219.xml><?xml version="1.0" encoding="utf-8"?>
<p:tagLst xmlns:a="http://schemas.openxmlformats.org/drawingml/2006/main" xmlns:r="http://schemas.openxmlformats.org/officeDocument/2006/relationships" xmlns:p="http://schemas.openxmlformats.org/presentationml/2006/main">
  <p:tag name="PPSPLIT_ID" val=" 140"/>
</p:tagLst>
</file>

<file path=ppt/tags/tag220.xml><?xml version="1.0" encoding="utf-8"?>
<p:tagLst xmlns:a="http://schemas.openxmlformats.org/drawingml/2006/main" xmlns:r="http://schemas.openxmlformats.org/officeDocument/2006/relationships" xmlns:p="http://schemas.openxmlformats.org/presentationml/2006/main">
  <p:tag name="PPSPLIT_ID" val=" 143"/>
</p:tagLst>
</file>

<file path=ppt/tags/tag221.xml><?xml version="1.0" encoding="utf-8"?>
<p:tagLst xmlns:a="http://schemas.openxmlformats.org/drawingml/2006/main" xmlns:r="http://schemas.openxmlformats.org/officeDocument/2006/relationships" xmlns:p="http://schemas.openxmlformats.org/presentationml/2006/main">
  <p:tag name="PPSPLIT_ID" val=" 27"/>
</p:tagLst>
</file>

<file path=ppt/tags/tag222.xml><?xml version="1.0" encoding="utf-8"?>
<p:tagLst xmlns:a="http://schemas.openxmlformats.org/drawingml/2006/main" xmlns:r="http://schemas.openxmlformats.org/officeDocument/2006/relationships" xmlns:p="http://schemas.openxmlformats.org/presentationml/2006/main">
  <p:tag name="PPSPLIT_ID" val=" 32"/>
</p:tagLst>
</file>

<file path=ppt/tags/tag223.xml><?xml version="1.0" encoding="utf-8"?>
<p:tagLst xmlns:a="http://schemas.openxmlformats.org/drawingml/2006/main" xmlns:r="http://schemas.openxmlformats.org/officeDocument/2006/relationships" xmlns:p="http://schemas.openxmlformats.org/presentationml/2006/main">
  <p:tag name="PPSPLIT_ID" val=" 3"/>
</p:tagLst>
</file>

<file path=ppt/tags/tag224.xml><?xml version="1.0" encoding="utf-8"?>
<p:tagLst xmlns:a="http://schemas.openxmlformats.org/drawingml/2006/main" xmlns:r="http://schemas.openxmlformats.org/officeDocument/2006/relationships" xmlns:p="http://schemas.openxmlformats.org/presentationml/2006/main">
  <p:tag name="PPSPLIT_ID" val=" 5"/>
</p:tagLst>
</file>

<file path=ppt/tags/tag225.xml><?xml version="1.0" encoding="utf-8"?>
<p:tagLst xmlns:a="http://schemas.openxmlformats.org/drawingml/2006/main" xmlns:r="http://schemas.openxmlformats.org/officeDocument/2006/relationships" xmlns:p="http://schemas.openxmlformats.org/presentationml/2006/main">
  <p:tag name="PPSPLIT_ID" val=" 4"/>
</p:tagLst>
</file>

<file path=ppt/tags/tag226.xml><?xml version="1.0" encoding="utf-8"?>
<p:tagLst xmlns:a="http://schemas.openxmlformats.org/drawingml/2006/main" xmlns:r="http://schemas.openxmlformats.org/officeDocument/2006/relationships" xmlns:p="http://schemas.openxmlformats.org/presentationml/2006/main">
  <p:tag name="PPSPLIT_ID" val=" 12"/>
</p:tagLst>
</file>

<file path=ppt/tags/tag227.xml><?xml version="1.0" encoding="utf-8"?>
<p:tagLst xmlns:a="http://schemas.openxmlformats.org/drawingml/2006/main" xmlns:r="http://schemas.openxmlformats.org/officeDocument/2006/relationships" xmlns:p="http://schemas.openxmlformats.org/presentationml/2006/main">
  <p:tag name="PPSPLIT_ID" val=" 18"/>
</p:tagLst>
</file>

<file path=ppt/tags/tag228.xml><?xml version="1.0" encoding="utf-8"?>
<p:tagLst xmlns:a="http://schemas.openxmlformats.org/drawingml/2006/main" xmlns:r="http://schemas.openxmlformats.org/officeDocument/2006/relationships" xmlns:p="http://schemas.openxmlformats.org/presentationml/2006/main">
  <p:tag name="PPSPLIT_ID" val=" 22"/>
</p:tagLst>
</file>

<file path=ppt/tags/tag229.xml><?xml version="1.0" encoding="utf-8"?>
<p:tagLst xmlns:a="http://schemas.openxmlformats.org/drawingml/2006/main" xmlns:r="http://schemas.openxmlformats.org/officeDocument/2006/relationships" xmlns:p="http://schemas.openxmlformats.org/presentationml/2006/main">
  <p:tag name="PPSPLIT_ID" val=" 149"/>
</p:tagLst>
</file>

<file path=ppt/tags/tag230.xml><?xml version="1.0" encoding="utf-8"?>
<p:tagLst xmlns:a="http://schemas.openxmlformats.org/drawingml/2006/main" xmlns:r="http://schemas.openxmlformats.org/officeDocument/2006/relationships" xmlns:p="http://schemas.openxmlformats.org/presentationml/2006/main">
  <p:tag name="TIMING" val="|19.8|4.8|7.2|11.1"/>
  <p:tag name="PPSPLIT_SPLIT" val="1"/>
  <p:tag name="PPSPLIT_ORIGINALSLIDENUMBER" val="4"/>
</p:tagLst>
</file>

<file path=ppt/tags/tag231.xml><?xml version="1.0" encoding="utf-8"?>
<p:tagLst xmlns:a="http://schemas.openxmlformats.org/drawingml/2006/main" xmlns:r="http://schemas.openxmlformats.org/officeDocument/2006/relationships" xmlns:p="http://schemas.openxmlformats.org/presentationml/2006/main">
  <p:tag name="PPSPLIT_ID" val=" 17"/>
</p:tagLst>
</file>

<file path=ppt/tags/tag232.xml><?xml version="1.0" encoding="utf-8"?>
<p:tagLst xmlns:a="http://schemas.openxmlformats.org/drawingml/2006/main" xmlns:r="http://schemas.openxmlformats.org/officeDocument/2006/relationships" xmlns:p="http://schemas.openxmlformats.org/presentationml/2006/main">
  <p:tag name="PPSPLIT_ID" val=" 2"/>
</p:tagLst>
</file>

<file path=ppt/tags/tag233.xml><?xml version="1.0" encoding="utf-8"?>
<p:tagLst xmlns:a="http://schemas.openxmlformats.org/drawingml/2006/main" xmlns:r="http://schemas.openxmlformats.org/officeDocument/2006/relationships" xmlns:p="http://schemas.openxmlformats.org/presentationml/2006/main">
  <p:tag name="PPSPLIT_ID" val=" 6"/>
</p:tagLst>
</file>

<file path=ppt/tags/tag234.xml><?xml version="1.0" encoding="utf-8"?>
<p:tagLst xmlns:a="http://schemas.openxmlformats.org/drawingml/2006/main" xmlns:r="http://schemas.openxmlformats.org/officeDocument/2006/relationships" xmlns:p="http://schemas.openxmlformats.org/presentationml/2006/main">
  <p:tag name="PPSPLIT_ID" val=" 7"/>
</p:tagLst>
</file>

<file path=ppt/tags/tag235.xml><?xml version="1.0" encoding="utf-8"?>
<p:tagLst xmlns:a="http://schemas.openxmlformats.org/drawingml/2006/main" xmlns:r="http://schemas.openxmlformats.org/officeDocument/2006/relationships" xmlns:p="http://schemas.openxmlformats.org/presentationml/2006/main">
  <p:tag name="PPSPLIT_ID" val=" 9"/>
</p:tagLst>
</file>

<file path=ppt/tags/tag236.xml><?xml version="1.0" encoding="utf-8"?>
<p:tagLst xmlns:a="http://schemas.openxmlformats.org/drawingml/2006/main" xmlns:r="http://schemas.openxmlformats.org/officeDocument/2006/relationships" xmlns:p="http://schemas.openxmlformats.org/presentationml/2006/main">
  <p:tag name="PPSPLIT_ID" val=" 11"/>
</p:tagLst>
</file>

<file path=ppt/tags/tag237.xml><?xml version="1.0" encoding="utf-8"?>
<p:tagLst xmlns:a="http://schemas.openxmlformats.org/drawingml/2006/main" xmlns:r="http://schemas.openxmlformats.org/officeDocument/2006/relationships" xmlns:p="http://schemas.openxmlformats.org/presentationml/2006/main">
  <p:tag name="PPSPLIT_ID" val=" 13"/>
</p:tagLst>
</file>

<file path=ppt/tags/tag238.xml><?xml version="1.0" encoding="utf-8"?>
<p:tagLst xmlns:a="http://schemas.openxmlformats.org/drawingml/2006/main" xmlns:r="http://schemas.openxmlformats.org/officeDocument/2006/relationships" xmlns:p="http://schemas.openxmlformats.org/presentationml/2006/main">
  <p:tag name="PPSPLIT_ID" val=" 15"/>
</p:tagLst>
</file>

<file path=ppt/tags/tag239.xml><?xml version="1.0" encoding="utf-8"?>
<p:tagLst xmlns:a="http://schemas.openxmlformats.org/drawingml/2006/main" xmlns:r="http://schemas.openxmlformats.org/officeDocument/2006/relationships" xmlns:p="http://schemas.openxmlformats.org/presentationml/2006/main">
  <p:tag name="PPSPLIT_ID" val=" 16"/>
</p:tagLst>
</file>

<file path=ppt/tags/tag240.xml><?xml version="1.0" encoding="utf-8"?>
<p:tagLst xmlns:a="http://schemas.openxmlformats.org/drawingml/2006/main" xmlns:r="http://schemas.openxmlformats.org/officeDocument/2006/relationships" xmlns:p="http://schemas.openxmlformats.org/presentationml/2006/main">
  <p:tag name="PPSPLIT_ID" val=" 10"/>
</p:tagLst>
</file>

<file path=ppt/tags/tag241.xml><?xml version="1.0" encoding="utf-8"?>
<p:tagLst xmlns:a="http://schemas.openxmlformats.org/drawingml/2006/main" xmlns:r="http://schemas.openxmlformats.org/officeDocument/2006/relationships" xmlns:p="http://schemas.openxmlformats.org/presentationml/2006/main">
  <p:tag name="PPSPLIT_ID" val=" 38"/>
</p:tagLst>
</file>

<file path=ppt/tags/tag242.xml><?xml version="1.0" encoding="utf-8"?>
<p:tagLst xmlns:a="http://schemas.openxmlformats.org/drawingml/2006/main" xmlns:r="http://schemas.openxmlformats.org/officeDocument/2006/relationships" xmlns:p="http://schemas.openxmlformats.org/presentationml/2006/main">
  <p:tag name="PPSPLIT_ID" val=" 41"/>
</p:tagLst>
</file>

<file path=ppt/tags/tag243.xml><?xml version="1.0" encoding="utf-8"?>
<p:tagLst xmlns:a="http://schemas.openxmlformats.org/drawingml/2006/main" xmlns:r="http://schemas.openxmlformats.org/officeDocument/2006/relationships" xmlns:p="http://schemas.openxmlformats.org/presentationml/2006/main">
  <p:tag name="PPSPLIT_ID" val=" 44"/>
</p:tagLst>
</file>

<file path=ppt/tags/tag244.xml><?xml version="1.0" encoding="utf-8"?>
<p:tagLst xmlns:a="http://schemas.openxmlformats.org/drawingml/2006/main" xmlns:r="http://schemas.openxmlformats.org/officeDocument/2006/relationships" xmlns:p="http://schemas.openxmlformats.org/presentationml/2006/main">
  <p:tag name="PPSPLIT_ID" val=" 47"/>
</p:tagLst>
</file>

<file path=ppt/tags/tag245.xml><?xml version="1.0" encoding="utf-8"?>
<p:tagLst xmlns:a="http://schemas.openxmlformats.org/drawingml/2006/main" xmlns:r="http://schemas.openxmlformats.org/officeDocument/2006/relationships" xmlns:p="http://schemas.openxmlformats.org/presentationml/2006/main">
  <p:tag name="PPSPLIT_ID" val=" 50"/>
</p:tagLst>
</file>

<file path=ppt/tags/tag246.xml><?xml version="1.0" encoding="utf-8"?>
<p:tagLst xmlns:a="http://schemas.openxmlformats.org/drawingml/2006/main" xmlns:r="http://schemas.openxmlformats.org/officeDocument/2006/relationships" xmlns:p="http://schemas.openxmlformats.org/presentationml/2006/main">
  <p:tag name="PPSPLIT_ID" val=" 53"/>
</p:tagLst>
</file>

<file path=ppt/tags/tag247.xml><?xml version="1.0" encoding="utf-8"?>
<p:tagLst xmlns:a="http://schemas.openxmlformats.org/drawingml/2006/main" xmlns:r="http://schemas.openxmlformats.org/officeDocument/2006/relationships" xmlns:p="http://schemas.openxmlformats.org/presentationml/2006/main">
  <p:tag name="PPSPLIT_ID" val=" 56"/>
</p:tagLst>
</file>

<file path=ppt/tags/tag248.xml><?xml version="1.0" encoding="utf-8"?>
<p:tagLst xmlns:a="http://schemas.openxmlformats.org/drawingml/2006/main" xmlns:r="http://schemas.openxmlformats.org/officeDocument/2006/relationships" xmlns:p="http://schemas.openxmlformats.org/presentationml/2006/main">
  <p:tag name="PPSPLIT_ID" val=" 59"/>
</p:tagLst>
</file>

<file path=ppt/tags/tag249.xml><?xml version="1.0" encoding="utf-8"?>
<p:tagLst xmlns:a="http://schemas.openxmlformats.org/drawingml/2006/main" xmlns:r="http://schemas.openxmlformats.org/officeDocument/2006/relationships" xmlns:p="http://schemas.openxmlformats.org/presentationml/2006/main">
  <p:tag name="PPSPLIT_ID" val=" 62"/>
</p:tagLst>
</file>

<file path=ppt/tags/tag250.xml><?xml version="1.0" encoding="utf-8"?>
<p:tagLst xmlns:a="http://schemas.openxmlformats.org/drawingml/2006/main" xmlns:r="http://schemas.openxmlformats.org/officeDocument/2006/relationships" xmlns:p="http://schemas.openxmlformats.org/presentationml/2006/main">
  <p:tag name="PPSPLIT_ID" val=" 65"/>
</p:tagLst>
</file>

<file path=ppt/tags/tag251.xml><?xml version="1.0" encoding="utf-8"?>
<p:tagLst xmlns:a="http://schemas.openxmlformats.org/drawingml/2006/main" xmlns:r="http://schemas.openxmlformats.org/officeDocument/2006/relationships" xmlns:p="http://schemas.openxmlformats.org/presentationml/2006/main">
  <p:tag name="PPSPLIT_ID" val=" 68"/>
</p:tagLst>
</file>

<file path=ppt/tags/tag252.xml><?xml version="1.0" encoding="utf-8"?>
<p:tagLst xmlns:a="http://schemas.openxmlformats.org/drawingml/2006/main" xmlns:r="http://schemas.openxmlformats.org/officeDocument/2006/relationships" xmlns:p="http://schemas.openxmlformats.org/presentationml/2006/main">
  <p:tag name="PPSPLIT_ID" val=" 71"/>
</p:tagLst>
</file>

<file path=ppt/tags/tag253.xml><?xml version="1.0" encoding="utf-8"?>
<p:tagLst xmlns:a="http://schemas.openxmlformats.org/drawingml/2006/main" xmlns:r="http://schemas.openxmlformats.org/officeDocument/2006/relationships" xmlns:p="http://schemas.openxmlformats.org/presentationml/2006/main">
  <p:tag name="PPSPLIT_ID" val=" 74"/>
</p:tagLst>
</file>

<file path=ppt/tags/tag254.xml><?xml version="1.0" encoding="utf-8"?>
<p:tagLst xmlns:a="http://schemas.openxmlformats.org/drawingml/2006/main" xmlns:r="http://schemas.openxmlformats.org/officeDocument/2006/relationships" xmlns:p="http://schemas.openxmlformats.org/presentationml/2006/main">
  <p:tag name="PPSPLIT_ID" val=" 77"/>
</p:tagLst>
</file>

<file path=ppt/tags/tag255.xml><?xml version="1.0" encoding="utf-8"?>
<p:tagLst xmlns:a="http://schemas.openxmlformats.org/drawingml/2006/main" xmlns:r="http://schemas.openxmlformats.org/officeDocument/2006/relationships" xmlns:p="http://schemas.openxmlformats.org/presentationml/2006/main">
  <p:tag name="PPSPLIT_ID" val=" 80"/>
</p:tagLst>
</file>

<file path=ppt/tags/tag256.xml><?xml version="1.0" encoding="utf-8"?>
<p:tagLst xmlns:a="http://schemas.openxmlformats.org/drawingml/2006/main" xmlns:r="http://schemas.openxmlformats.org/officeDocument/2006/relationships" xmlns:p="http://schemas.openxmlformats.org/presentationml/2006/main">
  <p:tag name="PPSPLIT_ID" val=" 83"/>
</p:tagLst>
</file>

<file path=ppt/tags/tag257.xml><?xml version="1.0" encoding="utf-8"?>
<p:tagLst xmlns:a="http://schemas.openxmlformats.org/drawingml/2006/main" xmlns:r="http://schemas.openxmlformats.org/officeDocument/2006/relationships" xmlns:p="http://schemas.openxmlformats.org/presentationml/2006/main">
  <p:tag name="PPSPLIT_ID" val=" 86"/>
</p:tagLst>
</file>

<file path=ppt/tags/tag258.xml><?xml version="1.0" encoding="utf-8"?>
<p:tagLst xmlns:a="http://schemas.openxmlformats.org/drawingml/2006/main" xmlns:r="http://schemas.openxmlformats.org/officeDocument/2006/relationships" xmlns:p="http://schemas.openxmlformats.org/presentationml/2006/main">
  <p:tag name="PPSPLIT_ID" val=" 89"/>
</p:tagLst>
</file>

<file path=ppt/tags/tag259.xml><?xml version="1.0" encoding="utf-8"?>
<p:tagLst xmlns:a="http://schemas.openxmlformats.org/drawingml/2006/main" xmlns:r="http://schemas.openxmlformats.org/officeDocument/2006/relationships" xmlns:p="http://schemas.openxmlformats.org/presentationml/2006/main">
  <p:tag name="PPSPLIT_ID" val=" 92"/>
</p:tagLst>
</file>

<file path=ppt/tags/tag260.xml><?xml version="1.0" encoding="utf-8"?>
<p:tagLst xmlns:a="http://schemas.openxmlformats.org/drawingml/2006/main" xmlns:r="http://schemas.openxmlformats.org/officeDocument/2006/relationships" xmlns:p="http://schemas.openxmlformats.org/presentationml/2006/main">
  <p:tag name="PPSPLIT_ID" val=" 95"/>
</p:tagLst>
</file>

<file path=ppt/tags/tag261.xml><?xml version="1.0" encoding="utf-8"?>
<p:tagLst xmlns:a="http://schemas.openxmlformats.org/drawingml/2006/main" xmlns:r="http://schemas.openxmlformats.org/officeDocument/2006/relationships" xmlns:p="http://schemas.openxmlformats.org/presentationml/2006/main">
  <p:tag name="PPSPLIT_ID" val=" 98"/>
</p:tagLst>
</file>

<file path=ppt/tags/tag262.xml><?xml version="1.0" encoding="utf-8"?>
<p:tagLst xmlns:a="http://schemas.openxmlformats.org/drawingml/2006/main" xmlns:r="http://schemas.openxmlformats.org/officeDocument/2006/relationships" xmlns:p="http://schemas.openxmlformats.org/presentationml/2006/main">
  <p:tag name="PPSPLIT_ID" val=" 101"/>
</p:tagLst>
</file>

<file path=ppt/tags/tag263.xml><?xml version="1.0" encoding="utf-8"?>
<p:tagLst xmlns:a="http://schemas.openxmlformats.org/drawingml/2006/main" xmlns:r="http://schemas.openxmlformats.org/officeDocument/2006/relationships" xmlns:p="http://schemas.openxmlformats.org/presentationml/2006/main">
  <p:tag name="PPSPLIT_ID" val=" 104"/>
</p:tagLst>
</file>

<file path=ppt/tags/tag264.xml><?xml version="1.0" encoding="utf-8"?>
<p:tagLst xmlns:a="http://schemas.openxmlformats.org/drawingml/2006/main" xmlns:r="http://schemas.openxmlformats.org/officeDocument/2006/relationships" xmlns:p="http://schemas.openxmlformats.org/presentationml/2006/main">
  <p:tag name="PPSPLIT_ID" val=" 107"/>
</p:tagLst>
</file>

<file path=ppt/tags/tag265.xml><?xml version="1.0" encoding="utf-8"?>
<p:tagLst xmlns:a="http://schemas.openxmlformats.org/drawingml/2006/main" xmlns:r="http://schemas.openxmlformats.org/officeDocument/2006/relationships" xmlns:p="http://schemas.openxmlformats.org/presentationml/2006/main">
  <p:tag name="PPSPLIT_ID" val=" 110"/>
</p:tagLst>
</file>

<file path=ppt/tags/tag266.xml><?xml version="1.0" encoding="utf-8"?>
<p:tagLst xmlns:a="http://schemas.openxmlformats.org/drawingml/2006/main" xmlns:r="http://schemas.openxmlformats.org/officeDocument/2006/relationships" xmlns:p="http://schemas.openxmlformats.org/presentationml/2006/main">
  <p:tag name="PPSPLIT_ID" val=" 113"/>
</p:tagLst>
</file>

<file path=ppt/tags/tag267.xml><?xml version="1.0" encoding="utf-8"?>
<p:tagLst xmlns:a="http://schemas.openxmlformats.org/drawingml/2006/main" xmlns:r="http://schemas.openxmlformats.org/officeDocument/2006/relationships" xmlns:p="http://schemas.openxmlformats.org/presentationml/2006/main">
  <p:tag name="PPSPLIT_ID" val=" 116"/>
</p:tagLst>
</file>

<file path=ppt/tags/tag268.xml><?xml version="1.0" encoding="utf-8"?>
<p:tagLst xmlns:a="http://schemas.openxmlformats.org/drawingml/2006/main" xmlns:r="http://schemas.openxmlformats.org/officeDocument/2006/relationships" xmlns:p="http://schemas.openxmlformats.org/presentationml/2006/main">
  <p:tag name="PPSPLIT_ID" val=" 119"/>
</p:tagLst>
</file>

<file path=ppt/tags/tag269.xml><?xml version="1.0" encoding="utf-8"?>
<p:tagLst xmlns:a="http://schemas.openxmlformats.org/drawingml/2006/main" xmlns:r="http://schemas.openxmlformats.org/officeDocument/2006/relationships" xmlns:p="http://schemas.openxmlformats.org/presentationml/2006/main">
  <p:tag name="PPSPLIT_ID" val=" 122"/>
</p:tagLst>
</file>

<file path=ppt/tags/tag270.xml><?xml version="1.0" encoding="utf-8"?>
<p:tagLst xmlns:a="http://schemas.openxmlformats.org/drawingml/2006/main" xmlns:r="http://schemas.openxmlformats.org/officeDocument/2006/relationships" xmlns:p="http://schemas.openxmlformats.org/presentationml/2006/main">
  <p:tag name="PPSPLIT_ID" val=" 125"/>
</p:tagLst>
</file>

<file path=ppt/tags/tag271.xml><?xml version="1.0" encoding="utf-8"?>
<p:tagLst xmlns:a="http://schemas.openxmlformats.org/drawingml/2006/main" xmlns:r="http://schemas.openxmlformats.org/officeDocument/2006/relationships" xmlns:p="http://schemas.openxmlformats.org/presentationml/2006/main">
  <p:tag name="PPSPLIT_ID" val=" 128"/>
</p:tagLst>
</file>

<file path=ppt/tags/tag272.xml><?xml version="1.0" encoding="utf-8"?>
<p:tagLst xmlns:a="http://schemas.openxmlformats.org/drawingml/2006/main" xmlns:r="http://schemas.openxmlformats.org/officeDocument/2006/relationships" xmlns:p="http://schemas.openxmlformats.org/presentationml/2006/main">
  <p:tag name="PPSPLIT_ID" val=" 131"/>
</p:tagLst>
</file>

<file path=ppt/tags/tag273.xml><?xml version="1.0" encoding="utf-8"?>
<p:tagLst xmlns:a="http://schemas.openxmlformats.org/drawingml/2006/main" xmlns:r="http://schemas.openxmlformats.org/officeDocument/2006/relationships" xmlns:p="http://schemas.openxmlformats.org/presentationml/2006/main">
  <p:tag name="PPSPLIT_ID" val=" 134"/>
</p:tagLst>
</file>

<file path=ppt/tags/tag274.xml><?xml version="1.0" encoding="utf-8"?>
<p:tagLst xmlns:a="http://schemas.openxmlformats.org/drawingml/2006/main" xmlns:r="http://schemas.openxmlformats.org/officeDocument/2006/relationships" xmlns:p="http://schemas.openxmlformats.org/presentationml/2006/main">
  <p:tag name="PPSPLIT_ID" val=" 137"/>
</p:tagLst>
</file>

<file path=ppt/tags/tag275.xml><?xml version="1.0" encoding="utf-8"?>
<p:tagLst xmlns:a="http://schemas.openxmlformats.org/drawingml/2006/main" xmlns:r="http://schemas.openxmlformats.org/officeDocument/2006/relationships" xmlns:p="http://schemas.openxmlformats.org/presentationml/2006/main">
  <p:tag name="PPSPLIT_ID" val=" 140"/>
</p:tagLst>
</file>

<file path=ppt/tags/tag276.xml><?xml version="1.0" encoding="utf-8"?>
<p:tagLst xmlns:a="http://schemas.openxmlformats.org/drawingml/2006/main" xmlns:r="http://schemas.openxmlformats.org/officeDocument/2006/relationships" xmlns:p="http://schemas.openxmlformats.org/presentationml/2006/main">
  <p:tag name="PPSPLIT_ID" val=" 143"/>
</p:tagLst>
</file>

<file path=ppt/tags/tag277.xml><?xml version="1.0" encoding="utf-8"?>
<p:tagLst xmlns:a="http://schemas.openxmlformats.org/drawingml/2006/main" xmlns:r="http://schemas.openxmlformats.org/officeDocument/2006/relationships" xmlns:p="http://schemas.openxmlformats.org/presentationml/2006/main">
  <p:tag name="PPSPLIT_ID" val=" 27"/>
</p:tagLst>
</file>

<file path=ppt/tags/tag278.xml><?xml version="1.0" encoding="utf-8"?>
<p:tagLst xmlns:a="http://schemas.openxmlformats.org/drawingml/2006/main" xmlns:r="http://schemas.openxmlformats.org/officeDocument/2006/relationships" xmlns:p="http://schemas.openxmlformats.org/presentationml/2006/main">
  <p:tag name="PPSPLIT_ID" val=" 32"/>
</p:tagLst>
</file>

<file path=ppt/tags/tag279.xml><?xml version="1.0" encoding="utf-8"?>
<p:tagLst xmlns:a="http://schemas.openxmlformats.org/drawingml/2006/main" xmlns:r="http://schemas.openxmlformats.org/officeDocument/2006/relationships" xmlns:p="http://schemas.openxmlformats.org/presentationml/2006/main">
  <p:tag name="PPSPLIT_ID" val=" 33"/>
</p:tagLst>
</file>

<file path=ppt/tags/tag280.xml><?xml version="1.0" encoding="utf-8"?>
<p:tagLst xmlns:a="http://schemas.openxmlformats.org/drawingml/2006/main" xmlns:r="http://schemas.openxmlformats.org/officeDocument/2006/relationships" xmlns:p="http://schemas.openxmlformats.org/presentationml/2006/main">
  <p:tag name="PPSPLIT_ID" val=" 3"/>
</p:tagLst>
</file>

<file path=ppt/tags/tag281.xml><?xml version="1.0" encoding="utf-8"?>
<p:tagLst xmlns:a="http://schemas.openxmlformats.org/drawingml/2006/main" xmlns:r="http://schemas.openxmlformats.org/officeDocument/2006/relationships" xmlns:p="http://schemas.openxmlformats.org/presentationml/2006/main">
  <p:tag name="PPSPLIT_ID" val=" 5"/>
</p:tagLst>
</file>

<file path=ppt/tags/tag282.xml><?xml version="1.0" encoding="utf-8"?>
<p:tagLst xmlns:a="http://schemas.openxmlformats.org/drawingml/2006/main" xmlns:r="http://schemas.openxmlformats.org/officeDocument/2006/relationships" xmlns:p="http://schemas.openxmlformats.org/presentationml/2006/main">
  <p:tag name="PPSPLIT_ID" val=" 4"/>
</p:tagLst>
</file>

<file path=ppt/tags/tag283.xml><?xml version="1.0" encoding="utf-8"?>
<p:tagLst xmlns:a="http://schemas.openxmlformats.org/drawingml/2006/main" xmlns:r="http://schemas.openxmlformats.org/officeDocument/2006/relationships" xmlns:p="http://schemas.openxmlformats.org/presentationml/2006/main">
  <p:tag name="PPSPLIT_ID" val=" 12"/>
</p:tagLst>
</file>

<file path=ppt/tags/tag284.xml><?xml version="1.0" encoding="utf-8"?>
<p:tagLst xmlns:a="http://schemas.openxmlformats.org/drawingml/2006/main" xmlns:r="http://schemas.openxmlformats.org/officeDocument/2006/relationships" xmlns:p="http://schemas.openxmlformats.org/presentationml/2006/main">
  <p:tag name="PPSPLIT_ID" val=" 18"/>
</p:tagLst>
</file>

<file path=ppt/tags/tag285.xml><?xml version="1.0" encoding="utf-8"?>
<p:tagLst xmlns:a="http://schemas.openxmlformats.org/drawingml/2006/main" xmlns:r="http://schemas.openxmlformats.org/officeDocument/2006/relationships" xmlns:p="http://schemas.openxmlformats.org/presentationml/2006/main">
  <p:tag name="PPSPLIT_ID" val=" 22"/>
</p:tagLst>
</file>

<file path=ppt/tags/tag286.xml><?xml version="1.0" encoding="utf-8"?>
<p:tagLst xmlns:a="http://schemas.openxmlformats.org/drawingml/2006/main" xmlns:r="http://schemas.openxmlformats.org/officeDocument/2006/relationships" xmlns:p="http://schemas.openxmlformats.org/presentationml/2006/main">
  <p:tag name="PPSPLIT_ID" val=" 149"/>
</p:tagLst>
</file>

<file path=ppt/tags/tag287.xml><?xml version="1.0" encoding="utf-8"?>
<p:tagLst xmlns:a="http://schemas.openxmlformats.org/drawingml/2006/main" xmlns:r="http://schemas.openxmlformats.org/officeDocument/2006/relationships" xmlns:p="http://schemas.openxmlformats.org/presentationml/2006/main">
  <p:tag name="TIMING" val="|18.2|40.5|7.7|6.6|24.4|29.2"/>
  <p:tag name="PPSPLIT_SPLIT" val="1"/>
  <p:tag name="PPSPLIT_ORIGINALSLIDENUMBER" val="5"/>
  <p:tag name="PPSPLIT_DONE" val="1"/>
</p:tagLst>
</file>

<file path=ppt/tags/tag288.xml><?xml version="1.0" encoding="utf-8"?>
<p:tagLst xmlns:a="http://schemas.openxmlformats.org/drawingml/2006/main" xmlns:r="http://schemas.openxmlformats.org/officeDocument/2006/relationships" xmlns:p="http://schemas.openxmlformats.org/presentationml/2006/main">
  <p:tag name="PPSPLIT_ID" val=" 6"/>
</p:tagLst>
</file>

<file path=ppt/tags/tag289.xml><?xml version="1.0" encoding="utf-8"?>
<p:tagLst xmlns:a="http://schemas.openxmlformats.org/drawingml/2006/main" xmlns:r="http://schemas.openxmlformats.org/officeDocument/2006/relationships" xmlns:p="http://schemas.openxmlformats.org/presentationml/2006/main">
  <p:tag name="PPSPLIT_ID" val=" 2"/>
</p:tagLst>
</file>

<file path=ppt/tags/tag290.xml><?xml version="1.0" encoding="utf-8"?>
<p:tagLst xmlns:a="http://schemas.openxmlformats.org/drawingml/2006/main" xmlns:r="http://schemas.openxmlformats.org/officeDocument/2006/relationships" xmlns:p="http://schemas.openxmlformats.org/presentationml/2006/main">
  <p:tag name="PPSPLIT_ID" val=" 29"/>
</p:tagLst>
</file>

<file path=ppt/tags/tag291.xml><?xml version="1.0" encoding="utf-8"?>
<p:tagLst xmlns:a="http://schemas.openxmlformats.org/drawingml/2006/main" xmlns:r="http://schemas.openxmlformats.org/officeDocument/2006/relationships" xmlns:p="http://schemas.openxmlformats.org/presentationml/2006/main">
  <p:tag name="PPSPLIT_ID" val=" 30"/>
</p:tagLst>
</file>

<file path=ppt/tags/tag292.xml><?xml version="1.0" encoding="utf-8"?>
<p:tagLst xmlns:a="http://schemas.openxmlformats.org/drawingml/2006/main" xmlns:r="http://schemas.openxmlformats.org/officeDocument/2006/relationships" xmlns:p="http://schemas.openxmlformats.org/presentationml/2006/main">
  <p:tag name="PPSPLIT_ID" val=" 27"/>
</p:tagLst>
</file>

<file path=ppt/tags/tag293.xml><?xml version="1.0" encoding="utf-8"?>
<p:tagLst xmlns:a="http://schemas.openxmlformats.org/drawingml/2006/main" xmlns:r="http://schemas.openxmlformats.org/officeDocument/2006/relationships" xmlns:p="http://schemas.openxmlformats.org/presentationml/2006/main">
  <p:tag name="PPSPLIT_ID" val=" 31"/>
</p:tagLst>
</file>

<file path=ppt/tags/tag294.xml><?xml version="1.0" encoding="utf-8"?>
<p:tagLst xmlns:a="http://schemas.openxmlformats.org/drawingml/2006/main" xmlns:r="http://schemas.openxmlformats.org/officeDocument/2006/relationships" xmlns:p="http://schemas.openxmlformats.org/presentationml/2006/main">
  <p:tag name="PPSPLIT_ID" val=" 24"/>
</p:tagLst>
</file>

<file path=ppt/tags/tag295.xml><?xml version="1.0" encoding="utf-8"?>
<p:tagLst xmlns:a="http://schemas.openxmlformats.org/drawingml/2006/main" xmlns:r="http://schemas.openxmlformats.org/officeDocument/2006/relationships" xmlns:p="http://schemas.openxmlformats.org/presentationml/2006/main">
  <p:tag name="TIMING" val="|18.2|40.5|7.7|6.6|24.4|29.2"/>
  <p:tag name="PPSPLIT_SPLIT" val="1"/>
  <p:tag name="PPSPLIT_ORIGINALSLIDENUMBER" val="5"/>
  <p:tag name="PPSPLIT_DONE" val="1"/>
</p:tagLst>
</file>

<file path=ppt/tags/tag296.xml><?xml version="1.0" encoding="utf-8"?>
<p:tagLst xmlns:a="http://schemas.openxmlformats.org/drawingml/2006/main" xmlns:r="http://schemas.openxmlformats.org/officeDocument/2006/relationships" xmlns:p="http://schemas.openxmlformats.org/presentationml/2006/main">
  <p:tag name="PPSPLIT_ID" val=" 6"/>
</p:tagLst>
</file>

<file path=ppt/tags/tag297.xml><?xml version="1.0" encoding="utf-8"?>
<p:tagLst xmlns:a="http://schemas.openxmlformats.org/drawingml/2006/main" xmlns:r="http://schemas.openxmlformats.org/officeDocument/2006/relationships" xmlns:p="http://schemas.openxmlformats.org/presentationml/2006/main">
  <p:tag name="PPSPLIT_ID" val=" 37"/>
</p:tagLst>
</file>

<file path=ppt/tags/tag298.xml><?xml version="1.0" encoding="utf-8"?>
<p:tagLst xmlns:a="http://schemas.openxmlformats.org/drawingml/2006/main" xmlns:r="http://schemas.openxmlformats.org/officeDocument/2006/relationships" xmlns:p="http://schemas.openxmlformats.org/presentationml/2006/main">
  <p:tag name="PPSPLIT_ID" val=" 2"/>
</p:tagLst>
</file>

<file path=ppt/tags/tag299.xml><?xml version="1.0" encoding="utf-8"?>
<p:tagLst xmlns:a="http://schemas.openxmlformats.org/drawingml/2006/main" xmlns:r="http://schemas.openxmlformats.org/officeDocument/2006/relationships" xmlns:p="http://schemas.openxmlformats.org/presentationml/2006/main">
  <p:tag name="PPSPLIT_ID" val=" 18"/>
</p:tagLst>
</file>

<file path=ppt/tags/tag300.xml><?xml version="1.0" encoding="utf-8"?>
<p:tagLst xmlns:a="http://schemas.openxmlformats.org/drawingml/2006/main" xmlns:r="http://schemas.openxmlformats.org/officeDocument/2006/relationships" xmlns:p="http://schemas.openxmlformats.org/presentationml/2006/main">
  <p:tag name="PPSPLIT_ID" val=" 19"/>
</p:tagLst>
</file>

<file path=ppt/tags/tag301.xml><?xml version="1.0" encoding="utf-8"?>
<p:tagLst xmlns:a="http://schemas.openxmlformats.org/drawingml/2006/main" xmlns:r="http://schemas.openxmlformats.org/officeDocument/2006/relationships" xmlns:p="http://schemas.openxmlformats.org/presentationml/2006/main">
  <p:tag name="PPSPLIT_ID" val=" 29"/>
</p:tagLst>
</file>

<file path=ppt/tags/tag302.xml><?xml version="1.0" encoding="utf-8"?>
<p:tagLst xmlns:a="http://schemas.openxmlformats.org/drawingml/2006/main" xmlns:r="http://schemas.openxmlformats.org/officeDocument/2006/relationships" xmlns:p="http://schemas.openxmlformats.org/presentationml/2006/main">
  <p:tag name="PPSPLIT_ID" val=" 30"/>
</p:tagLst>
</file>

<file path=ppt/tags/tag303.xml><?xml version="1.0" encoding="utf-8"?>
<p:tagLst xmlns:a="http://schemas.openxmlformats.org/drawingml/2006/main" xmlns:r="http://schemas.openxmlformats.org/officeDocument/2006/relationships" xmlns:p="http://schemas.openxmlformats.org/presentationml/2006/main">
  <p:tag name="PPSPLIT_ID" val=" 25"/>
</p:tagLst>
</file>

<file path=ppt/tags/tag304.xml><?xml version="1.0" encoding="utf-8"?>
<p:tagLst xmlns:a="http://schemas.openxmlformats.org/drawingml/2006/main" xmlns:r="http://schemas.openxmlformats.org/officeDocument/2006/relationships" xmlns:p="http://schemas.openxmlformats.org/presentationml/2006/main">
  <p:tag name="PPSPLIT_ID" val=" 27"/>
</p:tagLst>
</file>

<file path=ppt/tags/tag305.xml><?xml version="1.0" encoding="utf-8"?>
<p:tagLst xmlns:a="http://schemas.openxmlformats.org/drawingml/2006/main" xmlns:r="http://schemas.openxmlformats.org/officeDocument/2006/relationships" xmlns:p="http://schemas.openxmlformats.org/presentationml/2006/main">
  <p:tag name="PPSPLIT_ID" val=" 31"/>
</p:tagLst>
</file>

<file path=ppt/tags/tag306.xml><?xml version="1.0" encoding="utf-8"?>
<p:tagLst xmlns:a="http://schemas.openxmlformats.org/drawingml/2006/main" xmlns:r="http://schemas.openxmlformats.org/officeDocument/2006/relationships" xmlns:p="http://schemas.openxmlformats.org/presentationml/2006/main">
  <p:tag name="PPSPLIT_ID" val=" 24"/>
</p:tagLst>
</file>

<file path=ppt/tags/tag307.xml><?xml version="1.0" encoding="utf-8"?>
<p:tagLst xmlns:a="http://schemas.openxmlformats.org/drawingml/2006/main" xmlns:r="http://schemas.openxmlformats.org/officeDocument/2006/relationships" xmlns:p="http://schemas.openxmlformats.org/presentationml/2006/main">
  <p:tag name="TIMING" val="|18.2|40.5|7.7|6.6|24.4|29.2"/>
  <p:tag name="PPSPLIT_SPLIT" val="1"/>
  <p:tag name="PPSPLIT_ORIGINALSLIDENUMBER" val="5"/>
  <p:tag name="PPSPLIT_DONE" val="1"/>
</p:tagLst>
</file>

<file path=ppt/tags/tag308.xml><?xml version="1.0" encoding="utf-8"?>
<p:tagLst xmlns:a="http://schemas.openxmlformats.org/drawingml/2006/main" xmlns:r="http://schemas.openxmlformats.org/officeDocument/2006/relationships" xmlns:p="http://schemas.openxmlformats.org/presentationml/2006/main">
  <p:tag name="PPSPLIT_ID" val=" 6"/>
</p:tagLst>
</file>

<file path=ppt/tags/tag309.xml><?xml version="1.0" encoding="utf-8"?>
<p:tagLst xmlns:a="http://schemas.openxmlformats.org/drawingml/2006/main" xmlns:r="http://schemas.openxmlformats.org/officeDocument/2006/relationships" xmlns:p="http://schemas.openxmlformats.org/presentationml/2006/main">
  <p:tag name="PPSPLIT_ID" val=" 39"/>
</p:tagLst>
</file>

<file path=ppt/tags/tag310.xml><?xml version="1.0" encoding="utf-8"?>
<p:tagLst xmlns:a="http://schemas.openxmlformats.org/drawingml/2006/main" xmlns:r="http://schemas.openxmlformats.org/officeDocument/2006/relationships" xmlns:p="http://schemas.openxmlformats.org/presentationml/2006/main">
  <p:tag name="PPSPLIT_ID" val=" 37"/>
</p:tagLst>
</file>

<file path=ppt/tags/tag311.xml><?xml version="1.0" encoding="utf-8"?>
<p:tagLst xmlns:a="http://schemas.openxmlformats.org/drawingml/2006/main" xmlns:r="http://schemas.openxmlformats.org/officeDocument/2006/relationships" xmlns:p="http://schemas.openxmlformats.org/presentationml/2006/main">
  <p:tag name="PPSPLIT_ID" val=" 2"/>
</p:tagLst>
</file>

<file path=ppt/tags/tag312.xml><?xml version="1.0" encoding="utf-8"?>
<p:tagLst xmlns:a="http://schemas.openxmlformats.org/drawingml/2006/main" xmlns:r="http://schemas.openxmlformats.org/officeDocument/2006/relationships" xmlns:p="http://schemas.openxmlformats.org/presentationml/2006/main">
  <p:tag name="PPSPLIT_ID" val=" 18"/>
</p:tagLst>
</file>

<file path=ppt/tags/tag313.xml><?xml version="1.0" encoding="utf-8"?>
<p:tagLst xmlns:a="http://schemas.openxmlformats.org/drawingml/2006/main" xmlns:r="http://schemas.openxmlformats.org/officeDocument/2006/relationships" xmlns:p="http://schemas.openxmlformats.org/presentationml/2006/main">
  <p:tag name="PPSPLIT_ID" val=" 19"/>
</p:tagLst>
</file>

<file path=ppt/tags/tag314.xml><?xml version="1.0" encoding="utf-8"?>
<p:tagLst xmlns:a="http://schemas.openxmlformats.org/drawingml/2006/main" xmlns:r="http://schemas.openxmlformats.org/officeDocument/2006/relationships" xmlns:p="http://schemas.openxmlformats.org/presentationml/2006/main">
  <p:tag name="PPSPLIT_ID" val=" 29"/>
</p:tagLst>
</file>

<file path=ppt/tags/tag315.xml><?xml version="1.0" encoding="utf-8"?>
<p:tagLst xmlns:a="http://schemas.openxmlformats.org/drawingml/2006/main" xmlns:r="http://schemas.openxmlformats.org/officeDocument/2006/relationships" xmlns:p="http://schemas.openxmlformats.org/presentationml/2006/main">
  <p:tag name="PPSPLIT_ID" val=" 30"/>
</p:tagLst>
</file>

<file path=ppt/tags/tag316.xml><?xml version="1.0" encoding="utf-8"?>
<p:tagLst xmlns:a="http://schemas.openxmlformats.org/drawingml/2006/main" xmlns:r="http://schemas.openxmlformats.org/officeDocument/2006/relationships" xmlns:p="http://schemas.openxmlformats.org/presentationml/2006/main">
  <p:tag name="PPSPLIT_ID" val=" 20"/>
</p:tagLst>
</file>

<file path=ppt/tags/tag317.xml><?xml version="1.0" encoding="utf-8"?>
<p:tagLst xmlns:a="http://schemas.openxmlformats.org/drawingml/2006/main" xmlns:r="http://schemas.openxmlformats.org/officeDocument/2006/relationships" xmlns:p="http://schemas.openxmlformats.org/presentationml/2006/main">
  <p:tag name="PPSPLIT_ID" val=" 25"/>
</p:tagLst>
</file>

<file path=ppt/tags/tag318.xml><?xml version="1.0" encoding="utf-8"?>
<p:tagLst xmlns:a="http://schemas.openxmlformats.org/drawingml/2006/main" xmlns:r="http://schemas.openxmlformats.org/officeDocument/2006/relationships" xmlns:p="http://schemas.openxmlformats.org/presentationml/2006/main">
  <p:tag name="PPSPLIT_ID" val=" 31"/>
</p:tagLst>
</file>

<file path=ppt/tags/tag319.xml><?xml version="1.0" encoding="utf-8"?>
<p:tagLst xmlns:a="http://schemas.openxmlformats.org/drawingml/2006/main" xmlns:r="http://schemas.openxmlformats.org/officeDocument/2006/relationships" xmlns:p="http://schemas.openxmlformats.org/presentationml/2006/main">
  <p:tag name="PPSPLIT_ID" val=" 22"/>
</p:tagLst>
</file>

<file path=ppt/tags/tag320.xml><?xml version="1.0" encoding="utf-8"?>
<p:tagLst xmlns:a="http://schemas.openxmlformats.org/drawingml/2006/main" xmlns:r="http://schemas.openxmlformats.org/officeDocument/2006/relationships" xmlns:p="http://schemas.openxmlformats.org/presentationml/2006/main">
  <p:tag name="PPSPLIT_ID" val=" 24"/>
</p:tagLst>
</file>

<file path=ppt/tags/tag321.xml><?xml version="1.0" encoding="utf-8"?>
<p:tagLst xmlns:a="http://schemas.openxmlformats.org/drawingml/2006/main" xmlns:r="http://schemas.openxmlformats.org/officeDocument/2006/relationships" xmlns:p="http://schemas.openxmlformats.org/presentationml/2006/main">
  <p:tag name="TIMING" val="|18.2|40.5|7.7|6.6|24.4|29.2"/>
  <p:tag name="PPSPLIT_SPLIT" val="1"/>
  <p:tag name="PPSPLIT_ORIGINALSLIDENUMBER" val="5"/>
  <p:tag name="PPSPLIT_DONE" val="1"/>
</p:tagLst>
</file>

<file path=ppt/tags/tag322.xml><?xml version="1.0" encoding="utf-8"?>
<p:tagLst xmlns:a="http://schemas.openxmlformats.org/drawingml/2006/main" xmlns:r="http://schemas.openxmlformats.org/officeDocument/2006/relationships" xmlns:p="http://schemas.openxmlformats.org/presentationml/2006/main">
  <p:tag name="PPSPLIT_ID" val=" 6"/>
</p:tagLst>
</file>

<file path=ppt/tags/tag323.xml><?xml version="1.0" encoding="utf-8"?>
<p:tagLst xmlns:a="http://schemas.openxmlformats.org/drawingml/2006/main" xmlns:r="http://schemas.openxmlformats.org/officeDocument/2006/relationships" xmlns:p="http://schemas.openxmlformats.org/presentationml/2006/main">
  <p:tag name="PPSPLIT_ID" val=" 39"/>
</p:tagLst>
</file>

<file path=ppt/tags/tag324.xml><?xml version="1.0" encoding="utf-8"?>
<p:tagLst xmlns:a="http://schemas.openxmlformats.org/drawingml/2006/main" xmlns:r="http://schemas.openxmlformats.org/officeDocument/2006/relationships" xmlns:p="http://schemas.openxmlformats.org/presentationml/2006/main">
  <p:tag name="PPSPLIT_ID" val=" 41"/>
</p:tagLst>
</file>

<file path=ppt/tags/tag325.xml><?xml version="1.0" encoding="utf-8"?>
<p:tagLst xmlns:a="http://schemas.openxmlformats.org/drawingml/2006/main" xmlns:r="http://schemas.openxmlformats.org/officeDocument/2006/relationships" xmlns:p="http://schemas.openxmlformats.org/presentationml/2006/main">
  <p:tag name="PPSPLIT_ID" val=" 37"/>
</p:tagLst>
</file>

<file path=ppt/tags/tag326.xml><?xml version="1.0" encoding="utf-8"?>
<p:tagLst xmlns:a="http://schemas.openxmlformats.org/drawingml/2006/main" xmlns:r="http://schemas.openxmlformats.org/officeDocument/2006/relationships" xmlns:p="http://schemas.openxmlformats.org/presentationml/2006/main">
  <p:tag name="PPSPLIT_ID" val=" 2"/>
</p:tagLst>
</file>

<file path=ppt/tags/tag327.xml><?xml version="1.0" encoding="utf-8"?>
<p:tagLst xmlns:a="http://schemas.openxmlformats.org/drawingml/2006/main" xmlns:r="http://schemas.openxmlformats.org/officeDocument/2006/relationships" xmlns:p="http://schemas.openxmlformats.org/presentationml/2006/main">
  <p:tag name="PPSPLIT_ID" val=" 18"/>
</p:tagLst>
</file>

<file path=ppt/tags/tag328.xml><?xml version="1.0" encoding="utf-8"?>
<p:tagLst xmlns:a="http://schemas.openxmlformats.org/drawingml/2006/main" xmlns:r="http://schemas.openxmlformats.org/officeDocument/2006/relationships" xmlns:p="http://schemas.openxmlformats.org/presentationml/2006/main">
  <p:tag name="PPSPLIT_ID" val=" 19"/>
</p:tagLst>
</file>

<file path=ppt/tags/tag329.xml><?xml version="1.0" encoding="utf-8"?>
<p:tagLst xmlns:a="http://schemas.openxmlformats.org/drawingml/2006/main" xmlns:r="http://schemas.openxmlformats.org/officeDocument/2006/relationships" xmlns:p="http://schemas.openxmlformats.org/presentationml/2006/main">
  <p:tag name="PPSPLIT_ID" val=" 29"/>
</p:tagLst>
</file>

<file path=ppt/tags/tag330.xml><?xml version="1.0" encoding="utf-8"?>
<p:tagLst xmlns:a="http://schemas.openxmlformats.org/drawingml/2006/main" xmlns:r="http://schemas.openxmlformats.org/officeDocument/2006/relationships" xmlns:p="http://schemas.openxmlformats.org/presentationml/2006/main">
  <p:tag name="PPSPLIT_ID" val=" 30"/>
</p:tagLst>
</file>

<file path=ppt/tags/tag331.xml><?xml version="1.0" encoding="utf-8"?>
<p:tagLst xmlns:a="http://schemas.openxmlformats.org/drawingml/2006/main" xmlns:r="http://schemas.openxmlformats.org/officeDocument/2006/relationships" xmlns:p="http://schemas.openxmlformats.org/presentationml/2006/main">
  <p:tag name="PPSPLIT_ID" val=" 7"/>
</p:tagLst>
</file>

<file path=ppt/tags/tag332.xml><?xml version="1.0" encoding="utf-8"?>
<p:tagLst xmlns:a="http://schemas.openxmlformats.org/drawingml/2006/main" xmlns:r="http://schemas.openxmlformats.org/officeDocument/2006/relationships" xmlns:p="http://schemas.openxmlformats.org/presentationml/2006/main">
  <p:tag name="PPSPLIT_ID" val=" 20"/>
</p:tagLst>
</file>

<file path=ppt/tags/tag333.xml><?xml version="1.0" encoding="utf-8"?>
<p:tagLst xmlns:a="http://schemas.openxmlformats.org/drawingml/2006/main" xmlns:r="http://schemas.openxmlformats.org/officeDocument/2006/relationships" xmlns:p="http://schemas.openxmlformats.org/presentationml/2006/main">
  <p:tag name="PPSPLIT_ID" val=" 25"/>
</p:tagLst>
</file>

<file path=ppt/tags/tag334.xml><?xml version="1.0" encoding="utf-8"?>
<p:tagLst xmlns:a="http://schemas.openxmlformats.org/drawingml/2006/main" xmlns:r="http://schemas.openxmlformats.org/officeDocument/2006/relationships" xmlns:p="http://schemas.openxmlformats.org/presentationml/2006/main">
  <p:tag name="PPSPLIT_ID" val=" 15"/>
</p:tagLst>
</file>

<file path=ppt/tags/tag335.xml><?xml version="1.0" encoding="utf-8"?>
<p:tagLst xmlns:a="http://schemas.openxmlformats.org/drawingml/2006/main" xmlns:r="http://schemas.openxmlformats.org/officeDocument/2006/relationships" xmlns:p="http://schemas.openxmlformats.org/presentationml/2006/main">
  <p:tag name="PPSPLIT_ID" val=" 22"/>
</p:tagLst>
</file>

<file path=ppt/tags/tag336.xml><?xml version="1.0" encoding="utf-8"?>
<p:tagLst xmlns:a="http://schemas.openxmlformats.org/drawingml/2006/main" xmlns:r="http://schemas.openxmlformats.org/officeDocument/2006/relationships" xmlns:p="http://schemas.openxmlformats.org/presentationml/2006/main">
  <p:tag name="PPSPLIT_ID" val=" 24"/>
</p:tagLst>
</file>

<file path=ppt/tags/tag337.xml><?xml version="1.0" encoding="utf-8"?>
<p:tagLst xmlns:a="http://schemas.openxmlformats.org/drawingml/2006/main" xmlns:r="http://schemas.openxmlformats.org/officeDocument/2006/relationships" xmlns:p="http://schemas.openxmlformats.org/presentationml/2006/main">
  <p:tag name="TIMING" val="|18.2|40.5|7.7|6.6|24.4|29.2"/>
  <p:tag name="PPSPLIT_SPLIT" val="1"/>
  <p:tag name="PPSPLIT_ORIGINALSLIDENUMBER" val="5"/>
  <p:tag name="PPSPLIT_DONE" val="1"/>
</p:tagLst>
</file>

<file path=ppt/tags/tag338.xml><?xml version="1.0" encoding="utf-8"?>
<p:tagLst xmlns:a="http://schemas.openxmlformats.org/drawingml/2006/main" xmlns:r="http://schemas.openxmlformats.org/officeDocument/2006/relationships" xmlns:p="http://schemas.openxmlformats.org/presentationml/2006/main">
  <p:tag name="PPSPLIT_ID" val=" 6"/>
</p:tagLst>
</file>

<file path=ppt/tags/tag339.xml><?xml version="1.0" encoding="utf-8"?>
<p:tagLst xmlns:a="http://schemas.openxmlformats.org/drawingml/2006/main" xmlns:r="http://schemas.openxmlformats.org/officeDocument/2006/relationships" xmlns:p="http://schemas.openxmlformats.org/presentationml/2006/main">
  <p:tag name="PPSPLIT_ID" val=" 39"/>
</p:tagLst>
</file>

<file path=ppt/tags/tag340.xml><?xml version="1.0" encoding="utf-8"?>
<p:tagLst xmlns:a="http://schemas.openxmlformats.org/drawingml/2006/main" xmlns:r="http://schemas.openxmlformats.org/officeDocument/2006/relationships" xmlns:p="http://schemas.openxmlformats.org/presentationml/2006/main">
  <p:tag name="PPSPLIT_ID" val=" 41"/>
</p:tagLst>
</file>

<file path=ppt/tags/tag341.xml><?xml version="1.0" encoding="utf-8"?>
<p:tagLst xmlns:a="http://schemas.openxmlformats.org/drawingml/2006/main" xmlns:r="http://schemas.openxmlformats.org/officeDocument/2006/relationships" xmlns:p="http://schemas.openxmlformats.org/presentationml/2006/main">
  <p:tag name="PPSPLIT_ID" val=" 43"/>
</p:tagLst>
</file>

<file path=ppt/tags/tag342.xml><?xml version="1.0" encoding="utf-8"?>
<p:tagLst xmlns:a="http://schemas.openxmlformats.org/drawingml/2006/main" xmlns:r="http://schemas.openxmlformats.org/officeDocument/2006/relationships" xmlns:p="http://schemas.openxmlformats.org/presentationml/2006/main">
  <p:tag name="PPSPLIT_ID" val=" 37"/>
</p:tagLst>
</file>

<file path=ppt/tags/tag343.xml><?xml version="1.0" encoding="utf-8"?>
<p:tagLst xmlns:a="http://schemas.openxmlformats.org/drawingml/2006/main" xmlns:r="http://schemas.openxmlformats.org/officeDocument/2006/relationships" xmlns:p="http://schemas.openxmlformats.org/presentationml/2006/main">
  <p:tag name="PPSPLIT_ID" val=" 2"/>
</p:tagLst>
</file>

<file path=ppt/tags/tag344.xml><?xml version="1.0" encoding="utf-8"?>
<p:tagLst xmlns:a="http://schemas.openxmlformats.org/drawingml/2006/main" xmlns:r="http://schemas.openxmlformats.org/officeDocument/2006/relationships" xmlns:p="http://schemas.openxmlformats.org/presentationml/2006/main">
  <p:tag name="PPSPLIT_ID" val=" 14"/>
</p:tagLst>
</file>

<file path=ppt/tags/tag345.xml><?xml version="1.0" encoding="utf-8"?>
<p:tagLst xmlns:a="http://schemas.openxmlformats.org/drawingml/2006/main" xmlns:r="http://schemas.openxmlformats.org/officeDocument/2006/relationships" xmlns:p="http://schemas.openxmlformats.org/presentationml/2006/main">
  <p:tag name="PPSPLIT_ID" val=" 16"/>
</p:tagLst>
</file>

<file path=ppt/tags/tag346.xml><?xml version="1.0" encoding="utf-8"?>
<p:tagLst xmlns:a="http://schemas.openxmlformats.org/drawingml/2006/main" xmlns:r="http://schemas.openxmlformats.org/officeDocument/2006/relationships" xmlns:p="http://schemas.openxmlformats.org/presentationml/2006/main">
  <p:tag name="PPSPLIT_ID" val=" 18"/>
</p:tagLst>
</file>

<file path=ppt/tags/tag347.xml><?xml version="1.0" encoding="utf-8"?>
<p:tagLst xmlns:a="http://schemas.openxmlformats.org/drawingml/2006/main" xmlns:r="http://schemas.openxmlformats.org/officeDocument/2006/relationships" xmlns:p="http://schemas.openxmlformats.org/presentationml/2006/main">
  <p:tag name="PPSPLIT_ID" val=" 19"/>
</p:tagLst>
</file>

<file path=ppt/tags/tag348.xml><?xml version="1.0" encoding="utf-8"?>
<p:tagLst xmlns:a="http://schemas.openxmlformats.org/drawingml/2006/main" xmlns:r="http://schemas.openxmlformats.org/officeDocument/2006/relationships" xmlns:p="http://schemas.openxmlformats.org/presentationml/2006/main">
  <p:tag name="PPSPLIT_ID" val=" 29"/>
</p:tagLst>
</file>

<file path=ppt/tags/tag349.xml><?xml version="1.0" encoding="utf-8"?>
<p:tagLst xmlns:a="http://schemas.openxmlformats.org/drawingml/2006/main" xmlns:r="http://schemas.openxmlformats.org/officeDocument/2006/relationships" xmlns:p="http://schemas.openxmlformats.org/presentationml/2006/main">
  <p:tag name="PPSPLIT_ID" val=" 30"/>
</p:tagLst>
</file>

<file path=ppt/tags/tag350.xml><?xml version="1.0" encoding="utf-8"?>
<p:tagLst xmlns:a="http://schemas.openxmlformats.org/drawingml/2006/main" xmlns:r="http://schemas.openxmlformats.org/officeDocument/2006/relationships" xmlns:p="http://schemas.openxmlformats.org/presentationml/2006/main">
  <p:tag name="PPSPLIT_ID" val=" 7"/>
</p:tagLst>
</file>

<file path=ppt/tags/tag351.xml><?xml version="1.0" encoding="utf-8"?>
<p:tagLst xmlns:a="http://schemas.openxmlformats.org/drawingml/2006/main" xmlns:r="http://schemas.openxmlformats.org/officeDocument/2006/relationships" xmlns:p="http://schemas.openxmlformats.org/presentationml/2006/main">
  <p:tag name="PPSPLIT_ID" val=" 20"/>
</p:tagLst>
</file>

<file path=ppt/tags/tag352.xml><?xml version="1.0" encoding="utf-8"?>
<p:tagLst xmlns:a="http://schemas.openxmlformats.org/drawingml/2006/main" xmlns:r="http://schemas.openxmlformats.org/officeDocument/2006/relationships" xmlns:p="http://schemas.openxmlformats.org/presentationml/2006/main">
  <p:tag name="PPSPLIT_ID" val=" 25"/>
</p:tagLst>
</file>

<file path=ppt/tags/tag353.xml><?xml version="1.0" encoding="utf-8"?>
<p:tagLst xmlns:a="http://schemas.openxmlformats.org/drawingml/2006/main" xmlns:r="http://schemas.openxmlformats.org/officeDocument/2006/relationships" xmlns:p="http://schemas.openxmlformats.org/presentationml/2006/main">
  <p:tag name="PPSPLIT_ID" val=" 17"/>
</p:tagLst>
</file>

<file path=ppt/tags/tag354.xml><?xml version="1.0" encoding="utf-8"?>
<p:tagLst xmlns:a="http://schemas.openxmlformats.org/drawingml/2006/main" xmlns:r="http://schemas.openxmlformats.org/officeDocument/2006/relationships" xmlns:p="http://schemas.openxmlformats.org/presentationml/2006/main">
  <p:tag name="PPSPLIT_ID" val=" 15"/>
</p:tagLst>
</file>

<file path=ppt/tags/tag355.xml><?xml version="1.0" encoding="utf-8"?>
<p:tagLst xmlns:a="http://schemas.openxmlformats.org/drawingml/2006/main" xmlns:r="http://schemas.openxmlformats.org/officeDocument/2006/relationships" xmlns:p="http://schemas.openxmlformats.org/presentationml/2006/main">
  <p:tag name="PPSPLIT_ID" val=" 22"/>
</p:tagLst>
</file>

<file path=ppt/tags/tag356.xml><?xml version="1.0" encoding="utf-8"?>
<p:tagLst xmlns:a="http://schemas.openxmlformats.org/drawingml/2006/main" xmlns:r="http://schemas.openxmlformats.org/officeDocument/2006/relationships" xmlns:p="http://schemas.openxmlformats.org/presentationml/2006/main">
  <p:tag name="PPSPLIT_ID" val=" 24"/>
</p:tagLst>
</file>

<file path=ppt/tags/tag357.xml><?xml version="1.0" encoding="utf-8"?>
<p:tagLst xmlns:a="http://schemas.openxmlformats.org/drawingml/2006/main" xmlns:r="http://schemas.openxmlformats.org/officeDocument/2006/relationships" xmlns:p="http://schemas.openxmlformats.org/presentationml/2006/main">
  <p:tag name="TIMING" val="|18.2|40.5|7.7|6.6|24.4|29.2"/>
  <p:tag name="PPSPLIT_SPLIT" val="1"/>
  <p:tag name="PPSPLIT_ORIGINALSLIDENUMBER" val="5"/>
  <p:tag name="PPSPLIT_DONE" val="1"/>
</p:tagLst>
</file>

<file path=ppt/tags/tag358.xml><?xml version="1.0" encoding="utf-8"?>
<p:tagLst xmlns:a="http://schemas.openxmlformats.org/drawingml/2006/main" xmlns:r="http://schemas.openxmlformats.org/officeDocument/2006/relationships" xmlns:p="http://schemas.openxmlformats.org/presentationml/2006/main">
  <p:tag name="PPSPLIT_ID" val=" 6"/>
</p:tagLst>
</file>

<file path=ppt/tags/tag359.xml><?xml version="1.0" encoding="utf-8"?>
<p:tagLst xmlns:a="http://schemas.openxmlformats.org/drawingml/2006/main" xmlns:r="http://schemas.openxmlformats.org/officeDocument/2006/relationships" xmlns:p="http://schemas.openxmlformats.org/presentationml/2006/main">
  <p:tag name="PPSPLIT_ID" val=" 39"/>
</p:tagLst>
</file>

<file path=ppt/tags/tag360.xml><?xml version="1.0" encoding="utf-8"?>
<p:tagLst xmlns:a="http://schemas.openxmlformats.org/drawingml/2006/main" xmlns:r="http://schemas.openxmlformats.org/officeDocument/2006/relationships" xmlns:p="http://schemas.openxmlformats.org/presentationml/2006/main">
  <p:tag name="PPSPLIT_ID" val=" 41"/>
</p:tagLst>
</file>

<file path=ppt/tags/tag361.xml><?xml version="1.0" encoding="utf-8"?>
<p:tagLst xmlns:a="http://schemas.openxmlformats.org/drawingml/2006/main" xmlns:r="http://schemas.openxmlformats.org/officeDocument/2006/relationships" xmlns:p="http://schemas.openxmlformats.org/presentationml/2006/main">
  <p:tag name="PPSPLIT_ID" val=" 43"/>
</p:tagLst>
</file>

<file path=ppt/tags/tag362.xml><?xml version="1.0" encoding="utf-8"?>
<p:tagLst xmlns:a="http://schemas.openxmlformats.org/drawingml/2006/main" xmlns:r="http://schemas.openxmlformats.org/officeDocument/2006/relationships" xmlns:p="http://schemas.openxmlformats.org/presentationml/2006/main">
  <p:tag name="PPSPLIT_ID" val=" 37"/>
</p:tagLst>
</file>

<file path=ppt/tags/tag363.xml><?xml version="1.0" encoding="utf-8"?>
<p:tagLst xmlns:a="http://schemas.openxmlformats.org/drawingml/2006/main" xmlns:r="http://schemas.openxmlformats.org/officeDocument/2006/relationships" xmlns:p="http://schemas.openxmlformats.org/presentationml/2006/main">
  <p:tag name="PPSPLIT_ID" val=" 2"/>
</p:tagLst>
</file>

<file path=ppt/tags/tag364.xml><?xml version="1.0" encoding="utf-8"?>
<p:tagLst xmlns:a="http://schemas.openxmlformats.org/drawingml/2006/main" xmlns:r="http://schemas.openxmlformats.org/officeDocument/2006/relationships" xmlns:p="http://schemas.openxmlformats.org/presentationml/2006/main">
  <p:tag name="PPSPLIT_ID" val=" 14"/>
</p:tagLst>
</file>

<file path=ppt/tags/tag365.xml><?xml version="1.0" encoding="utf-8"?>
<p:tagLst xmlns:a="http://schemas.openxmlformats.org/drawingml/2006/main" xmlns:r="http://schemas.openxmlformats.org/officeDocument/2006/relationships" xmlns:p="http://schemas.openxmlformats.org/presentationml/2006/main">
  <p:tag name="PPSPLIT_ID" val=" 16"/>
</p:tagLst>
</file>

<file path=ppt/tags/tag366.xml><?xml version="1.0" encoding="utf-8"?>
<p:tagLst xmlns:a="http://schemas.openxmlformats.org/drawingml/2006/main" xmlns:r="http://schemas.openxmlformats.org/officeDocument/2006/relationships" xmlns:p="http://schemas.openxmlformats.org/presentationml/2006/main">
  <p:tag name="PPSPLIT_ID" val=" 18"/>
</p:tagLst>
</file>

<file path=ppt/tags/tag367.xml><?xml version="1.0" encoding="utf-8"?>
<p:tagLst xmlns:a="http://schemas.openxmlformats.org/drawingml/2006/main" xmlns:r="http://schemas.openxmlformats.org/officeDocument/2006/relationships" xmlns:p="http://schemas.openxmlformats.org/presentationml/2006/main">
  <p:tag name="PPSPLIT_ID" val=" 19"/>
</p:tagLst>
</file>

<file path=ppt/tags/tag368.xml><?xml version="1.0" encoding="utf-8"?>
<p:tagLst xmlns:a="http://schemas.openxmlformats.org/drawingml/2006/main" xmlns:r="http://schemas.openxmlformats.org/officeDocument/2006/relationships" xmlns:p="http://schemas.openxmlformats.org/presentationml/2006/main">
  <p:tag name="PPSPLIT_ID" val=" 21"/>
</p:tagLst>
</file>

<file path=ppt/tags/tag369.xml><?xml version="1.0" encoding="utf-8"?>
<p:tagLst xmlns:a="http://schemas.openxmlformats.org/drawingml/2006/main" xmlns:r="http://schemas.openxmlformats.org/officeDocument/2006/relationships" xmlns:p="http://schemas.openxmlformats.org/presentationml/2006/main">
  <p:tag name="PPSPLIT_ID" val=" 29"/>
</p:tagLst>
</file>

<file path=ppt/tags/tag370.xml><?xml version="1.0" encoding="utf-8"?>
<p:tagLst xmlns:a="http://schemas.openxmlformats.org/drawingml/2006/main" xmlns:r="http://schemas.openxmlformats.org/officeDocument/2006/relationships" xmlns:p="http://schemas.openxmlformats.org/presentationml/2006/main">
  <p:tag name="PPSPLIT_ID" val=" 30"/>
</p:tagLst>
</file>

<file path=ppt/tags/tag371.xml><?xml version="1.0" encoding="utf-8"?>
<p:tagLst xmlns:a="http://schemas.openxmlformats.org/drawingml/2006/main" xmlns:r="http://schemas.openxmlformats.org/officeDocument/2006/relationships" xmlns:p="http://schemas.openxmlformats.org/presentationml/2006/main">
  <p:tag name="PPSPLIT_ID" val=" 7"/>
</p:tagLst>
</file>

<file path=ppt/tags/tag372.xml><?xml version="1.0" encoding="utf-8"?>
<p:tagLst xmlns:a="http://schemas.openxmlformats.org/drawingml/2006/main" xmlns:r="http://schemas.openxmlformats.org/officeDocument/2006/relationships" xmlns:p="http://schemas.openxmlformats.org/presentationml/2006/main">
  <p:tag name="PPSPLIT_ID" val=" 20"/>
</p:tagLst>
</file>

<file path=ppt/tags/tag373.xml><?xml version="1.0" encoding="utf-8"?>
<p:tagLst xmlns:a="http://schemas.openxmlformats.org/drawingml/2006/main" xmlns:r="http://schemas.openxmlformats.org/officeDocument/2006/relationships" xmlns:p="http://schemas.openxmlformats.org/presentationml/2006/main">
  <p:tag name="PPSPLIT_ID" val=" 25"/>
</p:tagLst>
</file>

<file path=ppt/tags/tag374.xml><?xml version="1.0" encoding="utf-8"?>
<p:tagLst xmlns:a="http://schemas.openxmlformats.org/drawingml/2006/main" xmlns:r="http://schemas.openxmlformats.org/officeDocument/2006/relationships" xmlns:p="http://schemas.openxmlformats.org/presentationml/2006/main">
  <p:tag name="PPSPLIT_ID" val=" 17"/>
</p:tagLst>
</file>

<file path=ppt/tags/tag375.xml><?xml version="1.0" encoding="utf-8"?>
<p:tagLst xmlns:a="http://schemas.openxmlformats.org/drawingml/2006/main" xmlns:r="http://schemas.openxmlformats.org/officeDocument/2006/relationships" xmlns:p="http://schemas.openxmlformats.org/presentationml/2006/main">
  <p:tag name="PPSPLIT_ID" val=" 15"/>
</p:tagLst>
</file>

<file path=ppt/tags/tag376.xml><?xml version="1.0" encoding="utf-8"?>
<p:tagLst xmlns:a="http://schemas.openxmlformats.org/drawingml/2006/main" xmlns:r="http://schemas.openxmlformats.org/officeDocument/2006/relationships" xmlns:p="http://schemas.openxmlformats.org/presentationml/2006/main">
  <p:tag name="PPSPLIT_ID" val=" 22"/>
</p:tagLst>
</file>

<file path=ppt/tags/tag377.xml><?xml version="1.0" encoding="utf-8"?>
<p:tagLst xmlns:a="http://schemas.openxmlformats.org/drawingml/2006/main" xmlns:r="http://schemas.openxmlformats.org/officeDocument/2006/relationships" xmlns:p="http://schemas.openxmlformats.org/presentationml/2006/main">
  <p:tag name="PPSPLIT_ID" val=" 24"/>
</p:tagLst>
</file>

<file path=ppt/tags/tag378.xml><?xml version="1.0" encoding="utf-8"?>
<p:tagLst xmlns:a="http://schemas.openxmlformats.org/drawingml/2006/main" xmlns:r="http://schemas.openxmlformats.org/officeDocument/2006/relationships" xmlns:p="http://schemas.openxmlformats.org/presentationml/2006/main">
  <p:tag name="TIMING" val="|18.2|40.5|7.7|6.6|24.4|29.2"/>
  <p:tag name="PPSPLIT_SPLIT" val="1"/>
  <p:tag name="PPSPLIT_ORIGINALSLIDENUMBER" val="5"/>
</p:tagLst>
</file>

<file path=ppt/tags/tag379.xml><?xml version="1.0" encoding="utf-8"?>
<p:tagLst xmlns:a="http://schemas.openxmlformats.org/drawingml/2006/main" xmlns:r="http://schemas.openxmlformats.org/officeDocument/2006/relationships" xmlns:p="http://schemas.openxmlformats.org/presentationml/2006/main">
  <p:tag name="PPSPLIT_ID" val=" 6"/>
</p:tagLst>
</file>

<file path=ppt/tags/tag380.xml><?xml version="1.0" encoding="utf-8"?>
<p:tagLst xmlns:a="http://schemas.openxmlformats.org/drawingml/2006/main" xmlns:r="http://schemas.openxmlformats.org/officeDocument/2006/relationships" xmlns:p="http://schemas.openxmlformats.org/presentationml/2006/main">
  <p:tag name="PPSPLIT_ID" val=" 39"/>
</p:tagLst>
</file>

<file path=ppt/tags/tag381.xml><?xml version="1.0" encoding="utf-8"?>
<p:tagLst xmlns:a="http://schemas.openxmlformats.org/drawingml/2006/main" xmlns:r="http://schemas.openxmlformats.org/officeDocument/2006/relationships" xmlns:p="http://schemas.openxmlformats.org/presentationml/2006/main">
  <p:tag name="PPSPLIT_ID" val=" 41"/>
</p:tagLst>
</file>

<file path=ppt/tags/tag382.xml><?xml version="1.0" encoding="utf-8"?>
<p:tagLst xmlns:a="http://schemas.openxmlformats.org/drawingml/2006/main" xmlns:r="http://schemas.openxmlformats.org/officeDocument/2006/relationships" xmlns:p="http://schemas.openxmlformats.org/presentationml/2006/main">
  <p:tag name="PPSPLIT_ID" val=" 43"/>
</p:tagLst>
</file>

<file path=ppt/tags/tag383.xml><?xml version="1.0" encoding="utf-8"?>
<p:tagLst xmlns:a="http://schemas.openxmlformats.org/drawingml/2006/main" xmlns:r="http://schemas.openxmlformats.org/officeDocument/2006/relationships" xmlns:p="http://schemas.openxmlformats.org/presentationml/2006/main">
  <p:tag name="PPSPLIT_ID" val=" 37"/>
</p:tagLst>
</file>

<file path=ppt/tags/tag384.xml><?xml version="1.0" encoding="utf-8"?>
<p:tagLst xmlns:a="http://schemas.openxmlformats.org/drawingml/2006/main" xmlns:r="http://schemas.openxmlformats.org/officeDocument/2006/relationships" xmlns:p="http://schemas.openxmlformats.org/presentationml/2006/main">
  <p:tag name="PPSPLIT_ID" val=" 2"/>
</p:tagLst>
</file>

<file path=ppt/tags/tag385.xml><?xml version="1.0" encoding="utf-8"?>
<p:tagLst xmlns:a="http://schemas.openxmlformats.org/drawingml/2006/main" xmlns:r="http://schemas.openxmlformats.org/officeDocument/2006/relationships" xmlns:p="http://schemas.openxmlformats.org/presentationml/2006/main">
  <p:tag name="PPSPLIT_ID" val=" 14"/>
</p:tagLst>
</file>

<file path=ppt/tags/tag386.xml><?xml version="1.0" encoding="utf-8"?>
<p:tagLst xmlns:a="http://schemas.openxmlformats.org/drawingml/2006/main" xmlns:r="http://schemas.openxmlformats.org/officeDocument/2006/relationships" xmlns:p="http://schemas.openxmlformats.org/presentationml/2006/main">
  <p:tag name="PPSPLIT_ID" val=" 16"/>
</p:tagLst>
</file>

<file path=ppt/tags/tag387.xml><?xml version="1.0" encoding="utf-8"?>
<p:tagLst xmlns:a="http://schemas.openxmlformats.org/drawingml/2006/main" xmlns:r="http://schemas.openxmlformats.org/officeDocument/2006/relationships" xmlns:p="http://schemas.openxmlformats.org/presentationml/2006/main">
  <p:tag name="PPSPLIT_ID" val=" 18"/>
</p:tagLst>
</file>

<file path=ppt/tags/tag388.xml><?xml version="1.0" encoding="utf-8"?>
<p:tagLst xmlns:a="http://schemas.openxmlformats.org/drawingml/2006/main" xmlns:r="http://schemas.openxmlformats.org/officeDocument/2006/relationships" xmlns:p="http://schemas.openxmlformats.org/presentationml/2006/main">
  <p:tag name="PPSPLIT_ID" val=" 19"/>
</p:tagLst>
</file>

<file path=ppt/tags/tag389.xml><?xml version="1.0" encoding="utf-8"?>
<p:tagLst xmlns:a="http://schemas.openxmlformats.org/drawingml/2006/main" xmlns:r="http://schemas.openxmlformats.org/officeDocument/2006/relationships" xmlns:p="http://schemas.openxmlformats.org/presentationml/2006/main">
  <p:tag name="PPSPLIT_ID" val=" 21"/>
</p:tagLst>
</file>

<file path=ppt/tags/tag390.xml><?xml version="1.0" encoding="utf-8"?>
<p:tagLst xmlns:a="http://schemas.openxmlformats.org/drawingml/2006/main" xmlns:r="http://schemas.openxmlformats.org/officeDocument/2006/relationships" xmlns:p="http://schemas.openxmlformats.org/presentationml/2006/main">
  <p:tag name="PPSPLIT_ID" val=" 28"/>
</p:tagLst>
</file>

<file path=ppt/tags/tag391.xml><?xml version="1.0" encoding="utf-8"?>
<p:tagLst xmlns:a="http://schemas.openxmlformats.org/drawingml/2006/main" xmlns:r="http://schemas.openxmlformats.org/officeDocument/2006/relationships" xmlns:p="http://schemas.openxmlformats.org/presentationml/2006/main">
  <p:tag name="PPSPLIT_ID" val=" 29"/>
</p:tagLst>
</file>

<file path=ppt/tags/tag392.xml><?xml version="1.0" encoding="utf-8"?>
<p:tagLst xmlns:a="http://schemas.openxmlformats.org/drawingml/2006/main" xmlns:r="http://schemas.openxmlformats.org/officeDocument/2006/relationships" xmlns:p="http://schemas.openxmlformats.org/presentationml/2006/main">
  <p:tag name="PPSPLIT_ID" val=" 30"/>
</p:tagLst>
</file>

<file path=ppt/tags/tag393.xml><?xml version="1.0" encoding="utf-8"?>
<p:tagLst xmlns:a="http://schemas.openxmlformats.org/drawingml/2006/main" xmlns:r="http://schemas.openxmlformats.org/officeDocument/2006/relationships" xmlns:p="http://schemas.openxmlformats.org/presentationml/2006/main">
  <p:tag name="PPSPLIT_ID" val=" 7"/>
</p:tagLst>
</file>

<file path=ppt/tags/tag394.xml><?xml version="1.0" encoding="utf-8"?>
<p:tagLst xmlns:a="http://schemas.openxmlformats.org/drawingml/2006/main" xmlns:r="http://schemas.openxmlformats.org/officeDocument/2006/relationships" xmlns:p="http://schemas.openxmlformats.org/presentationml/2006/main">
  <p:tag name="PPSPLIT_ID" val=" 4"/>
</p:tagLst>
</file>

<file path=ppt/tags/tag395.xml><?xml version="1.0" encoding="utf-8"?>
<p:tagLst xmlns:a="http://schemas.openxmlformats.org/drawingml/2006/main" xmlns:r="http://schemas.openxmlformats.org/officeDocument/2006/relationships" xmlns:p="http://schemas.openxmlformats.org/presentationml/2006/main">
  <p:tag name="PPSPLIT_ID" val=" 13"/>
</p:tagLst>
</file>

<file path=ppt/tags/tag396.xml><?xml version="1.0" encoding="utf-8"?>
<p:tagLst xmlns:a="http://schemas.openxmlformats.org/drawingml/2006/main" xmlns:r="http://schemas.openxmlformats.org/officeDocument/2006/relationships" xmlns:p="http://schemas.openxmlformats.org/presentationml/2006/main">
  <p:tag name="PPSPLIT_ID" val=" 32"/>
</p:tagLst>
</file>

<file path=ppt/tags/tag397.xml><?xml version="1.0" encoding="utf-8"?>
<p:tagLst xmlns:a="http://schemas.openxmlformats.org/drawingml/2006/main" xmlns:r="http://schemas.openxmlformats.org/officeDocument/2006/relationships" xmlns:p="http://schemas.openxmlformats.org/presentationml/2006/main">
  <p:tag name="PPSPLIT_ID" val=" 33"/>
</p:tagLst>
</file>

<file path=ppt/tags/tag398.xml><?xml version="1.0" encoding="utf-8"?>
<p:tagLst xmlns:a="http://schemas.openxmlformats.org/drawingml/2006/main" xmlns:r="http://schemas.openxmlformats.org/officeDocument/2006/relationships" xmlns:p="http://schemas.openxmlformats.org/presentationml/2006/main">
  <p:tag name="PPSPLIT_ID" val=" 20"/>
</p:tagLst>
</file>

<file path=ppt/tags/tag399.xml><?xml version="1.0" encoding="utf-8"?>
<p:tagLst xmlns:a="http://schemas.openxmlformats.org/drawingml/2006/main" xmlns:r="http://schemas.openxmlformats.org/officeDocument/2006/relationships" xmlns:p="http://schemas.openxmlformats.org/presentationml/2006/main">
  <p:tag name="PPSPLIT_ID" val=" 25"/>
</p:tagLst>
</file>

<file path=ppt/tags/tag400.xml><?xml version="1.0" encoding="utf-8"?>
<p:tagLst xmlns:a="http://schemas.openxmlformats.org/drawingml/2006/main" xmlns:r="http://schemas.openxmlformats.org/officeDocument/2006/relationships" xmlns:p="http://schemas.openxmlformats.org/presentationml/2006/main">
  <p:tag name="PPSPLIT_ID" val=" 17"/>
</p:tagLst>
</file>

<file path=ppt/tags/tag401.xml><?xml version="1.0" encoding="utf-8"?>
<p:tagLst xmlns:a="http://schemas.openxmlformats.org/drawingml/2006/main" xmlns:r="http://schemas.openxmlformats.org/officeDocument/2006/relationships" xmlns:p="http://schemas.openxmlformats.org/presentationml/2006/main">
  <p:tag name="PPSPLIT_ID" val=" 15"/>
</p:tagLst>
</file>

<file path=ppt/tags/tag402.xml><?xml version="1.0" encoding="utf-8"?>
<p:tagLst xmlns:a="http://schemas.openxmlformats.org/drawingml/2006/main" xmlns:r="http://schemas.openxmlformats.org/officeDocument/2006/relationships" xmlns:p="http://schemas.openxmlformats.org/presentationml/2006/main">
  <p:tag name="PPSPLIT_ID" val=" 22"/>
</p:tagLst>
</file>

<file path=ppt/tags/tag403.xml><?xml version="1.0" encoding="utf-8"?>
<p:tagLst xmlns:a="http://schemas.openxmlformats.org/drawingml/2006/main" xmlns:r="http://schemas.openxmlformats.org/officeDocument/2006/relationships" xmlns:p="http://schemas.openxmlformats.org/presentationml/2006/main">
  <p:tag name="PPSPLIT_ID" val=" 24"/>
</p:tagLst>
</file>

<file path=ppt/tags/tag404.xml><?xml version="1.0" encoding="utf-8"?>
<p:tagLst xmlns:a="http://schemas.openxmlformats.org/drawingml/2006/main" xmlns:r="http://schemas.openxmlformats.org/officeDocument/2006/relationships" xmlns:p="http://schemas.openxmlformats.org/presentationml/2006/main">
  <p:tag name="TIMING" val="|47.9|45.9"/>
  <p:tag name="PPSPLIT_SPLIT" val="1"/>
  <p:tag name="PPSPLIT_ORIGINALSLIDENUMBER" val="6"/>
  <p:tag name="PPSPLIT_DONE" val="1"/>
</p:tagLst>
</file>

<file path=ppt/tags/tag405.xml><?xml version="1.0" encoding="utf-8"?>
<p:tagLst xmlns:a="http://schemas.openxmlformats.org/drawingml/2006/main" xmlns:r="http://schemas.openxmlformats.org/officeDocument/2006/relationships" xmlns:p="http://schemas.openxmlformats.org/presentationml/2006/main">
  <p:tag name="PPSPLIT_ID" val=" 4"/>
</p:tagLst>
</file>

<file path=ppt/tags/tag406.xml><?xml version="1.0" encoding="utf-8"?>
<p:tagLst xmlns:a="http://schemas.openxmlformats.org/drawingml/2006/main" xmlns:r="http://schemas.openxmlformats.org/officeDocument/2006/relationships" xmlns:p="http://schemas.openxmlformats.org/presentationml/2006/main">
  <p:tag name="PPSPLIT_ID" val=" 3"/>
</p:tagLst>
</file>

<file path=ppt/tags/tag407.xml><?xml version="1.0" encoding="utf-8"?>
<p:tagLst xmlns:a="http://schemas.openxmlformats.org/drawingml/2006/main" xmlns:r="http://schemas.openxmlformats.org/officeDocument/2006/relationships" xmlns:p="http://schemas.openxmlformats.org/presentationml/2006/main">
  <p:tag name="PPSPLIT_ID" val=" 9"/>
</p:tagLst>
</file>

<file path=ppt/tags/tag408.xml><?xml version="1.0" encoding="utf-8"?>
<p:tagLst xmlns:a="http://schemas.openxmlformats.org/drawingml/2006/main" xmlns:r="http://schemas.openxmlformats.org/officeDocument/2006/relationships" xmlns:p="http://schemas.openxmlformats.org/presentationml/2006/main">
  <p:tag name="PPSPLIT_ID" val=" 10"/>
</p:tagLst>
</file>

<file path=ppt/tags/tag409.xml><?xml version="1.0" encoding="utf-8"?>
<p:tagLst xmlns:a="http://schemas.openxmlformats.org/drawingml/2006/main" xmlns:r="http://schemas.openxmlformats.org/officeDocument/2006/relationships" xmlns:p="http://schemas.openxmlformats.org/presentationml/2006/main">
  <p:tag name="PPSPLIT_ID" val=" 13"/>
</p:tagLst>
</file>

<file path=ppt/tags/tag410.xml><?xml version="1.0" encoding="utf-8"?>
<p:tagLst xmlns:a="http://schemas.openxmlformats.org/drawingml/2006/main" xmlns:r="http://schemas.openxmlformats.org/officeDocument/2006/relationships" xmlns:p="http://schemas.openxmlformats.org/presentationml/2006/main">
  <p:tag name="TIMING" val="|47.9|45.9"/>
  <p:tag name="PPSPLIT_SPLIT" val="1"/>
  <p:tag name="PPSPLIT_ORIGINALSLIDENUMBER" val="6"/>
  <p:tag name="PPSPLIT_DONE" val="1"/>
</p:tagLst>
</file>

<file path=ppt/tags/tag411.xml><?xml version="1.0" encoding="utf-8"?>
<p:tagLst xmlns:a="http://schemas.openxmlformats.org/drawingml/2006/main" xmlns:r="http://schemas.openxmlformats.org/officeDocument/2006/relationships" xmlns:p="http://schemas.openxmlformats.org/presentationml/2006/main">
  <p:tag name="PPSPLIT_ID" val=" 11"/>
</p:tagLst>
</file>

<file path=ppt/tags/tag412.xml><?xml version="1.0" encoding="utf-8"?>
<p:tagLst xmlns:a="http://schemas.openxmlformats.org/drawingml/2006/main" xmlns:r="http://schemas.openxmlformats.org/officeDocument/2006/relationships" xmlns:p="http://schemas.openxmlformats.org/presentationml/2006/main">
  <p:tag name="PPSPLIT_ID" val=" 4"/>
</p:tagLst>
</file>

<file path=ppt/tags/tag413.xml><?xml version="1.0" encoding="utf-8"?>
<p:tagLst xmlns:a="http://schemas.openxmlformats.org/drawingml/2006/main" xmlns:r="http://schemas.openxmlformats.org/officeDocument/2006/relationships" xmlns:p="http://schemas.openxmlformats.org/presentationml/2006/main">
  <p:tag name="PPSPLIT_ID" val=" 12"/>
</p:tagLst>
</file>

<file path=ppt/tags/tag414.xml><?xml version="1.0" encoding="utf-8"?>
<p:tagLst xmlns:a="http://schemas.openxmlformats.org/drawingml/2006/main" xmlns:r="http://schemas.openxmlformats.org/officeDocument/2006/relationships" xmlns:p="http://schemas.openxmlformats.org/presentationml/2006/main">
  <p:tag name="PPSPLIT_ID" val=" 3"/>
</p:tagLst>
</file>

<file path=ppt/tags/tag415.xml><?xml version="1.0" encoding="utf-8"?>
<p:tagLst xmlns:a="http://schemas.openxmlformats.org/drawingml/2006/main" xmlns:r="http://schemas.openxmlformats.org/officeDocument/2006/relationships" xmlns:p="http://schemas.openxmlformats.org/presentationml/2006/main">
  <p:tag name="PPSPLIT_ID" val=" 6"/>
</p:tagLst>
</file>

<file path=ppt/tags/tag416.xml><?xml version="1.0" encoding="utf-8"?>
<p:tagLst xmlns:a="http://schemas.openxmlformats.org/drawingml/2006/main" xmlns:r="http://schemas.openxmlformats.org/officeDocument/2006/relationships" xmlns:p="http://schemas.openxmlformats.org/presentationml/2006/main">
  <p:tag name="PPSPLIT_ID" val=" 9"/>
</p:tagLst>
</file>

<file path=ppt/tags/tag417.xml><?xml version="1.0" encoding="utf-8"?>
<p:tagLst xmlns:a="http://schemas.openxmlformats.org/drawingml/2006/main" xmlns:r="http://schemas.openxmlformats.org/officeDocument/2006/relationships" xmlns:p="http://schemas.openxmlformats.org/presentationml/2006/main">
  <p:tag name="PPSPLIT_ID" val=" 10"/>
</p:tagLst>
</file>

<file path=ppt/tags/tag418.xml><?xml version="1.0" encoding="utf-8"?>
<p:tagLst xmlns:a="http://schemas.openxmlformats.org/drawingml/2006/main" xmlns:r="http://schemas.openxmlformats.org/officeDocument/2006/relationships" xmlns:p="http://schemas.openxmlformats.org/presentationml/2006/main">
  <p:tag name="PPSPLIT_ID" val=" 13"/>
</p:tagLst>
</file>

<file path=ppt/tags/tag419.xml><?xml version="1.0" encoding="utf-8"?>
<p:tagLst xmlns:a="http://schemas.openxmlformats.org/drawingml/2006/main" xmlns:r="http://schemas.openxmlformats.org/officeDocument/2006/relationships" xmlns:p="http://schemas.openxmlformats.org/presentationml/2006/main">
  <p:tag name="PPSPLIT_ID" val=" 5"/>
</p:tagLst>
</file>

<file path=ppt/tags/tag420.xml><?xml version="1.0" encoding="utf-8"?>
<p:tagLst xmlns:a="http://schemas.openxmlformats.org/drawingml/2006/main" xmlns:r="http://schemas.openxmlformats.org/officeDocument/2006/relationships" xmlns:p="http://schemas.openxmlformats.org/presentationml/2006/main">
  <p:tag name="PPSPLIT_ID" val=" 2"/>
</p:tagLst>
</file>

<file path=ppt/tags/tag421.xml><?xml version="1.0" encoding="utf-8"?>
<p:tagLst xmlns:a="http://schemas.openxmlformats.org/drawingml/2006/main" xmlns:r="http://schemas.openxmlformats.org/officeDocument/2006/relationships" xmlns:p="http://schemas.openxmlformats.org/presentationml/2006/main">
  <p:tag name="PPSPLIT_ID" val=" 8"/>
</p:tagLst>
</file>

<file path=ppt/tags/tag422.xml><?xml version="1.0" encoding="utf-8"?>
<p:tagLst xmlns:a="http://schemas.openxmlformats.org/drawingml/2006/main" xmlns:r="http://schemas.openxmlformats.org/officeDocument/2006/relationships" xmlns:p="http://schemas.openxmlformats.org/presentationml/2006/main">
  <p:tag name="TIMING" val="|47.9|45.9"/>
  <p:tag name="PPSPLIT_SPLIT" val="1"/>
  <p:tag name="PPSPLIT_ORIGINALSLIDENUMBER" val="6"/>
</p:tagLst>
</file>

<file path=ppt/tags/tag423.xml><?xml version="1.0" encoding="utf-8"?>
<p:tagLst xmlns:a="http://schemas.openxmlformats.org/drawingml/2006/main" xmlns:r="http://schemas.openxmlformats.org/officeDocument/2006/relationships" xmlns:p="http://schemas.openxmlformats.org/presentationml/2006/main">
  <p:tag name="PPSPLIT_ID" val=" 11"/>
</p:tagLst>
</file>

<file path=ppt/tags/tag424.xml><?xml version="1.0" encoding="utf-8"?>
<p:tagLst xmlns:a="http://schemas.openxmlformats.org/drawingml/2006/main" xmlns:r="http://schemas.openxmlformats.org/officeDocument/2006/relationships" xmlns:p="http://schemas.openxmlformats.org/presentationml/2006/main">
  <p:tag name="PPSPLIT_ID" val=" 4"/>
</p:tagLst>
</file>

<file path=ppt/tags/tag425.xml><?xml version="1.0" encoding="utf-8"?>
<p:tagLst xmlns:a="http://schemas.openxmlformats.org/drawingml/2006/main" xmlns:r="http://schemas.openxmlformats.org/officeDocument/2006/relationships" xmlns:p="http://schemas.openxmlformats.org/presentationml/2006/main">
  <p:tag name="PPSPLIT_ID" val=" 12"/>
</p:tagLst>
</file>

<file path=ppt/tags/tag426.xml><?xml version="1.0" encoding="utf-8"?>
<p:tagLst xmlns:a="http://schemas.openxmlformats.org/drawingml/2006/main" xmlns:r="http://schemas.openxmlformats.org/officeDocument/2006/relationships" xmlns:p="http://schemas.openxmlformats.org/presentationml/2006/main">
  <p:tag name="PPSPLIT_ID" val=" 16"/>
</p:tagLst>
</file>

<file path=ppt/tags/tag427.xml><?xml version="1.0" encoding="utf-8"?>
<p:tagLst xmlns:a="http://schemas.openxmlformats.org/drawingml/2006/main" xmlns:r="http://schemas.openxmlformats.org/officeDocument/2006/relationships" xmlns:p="http://schemas.openxmlformats.org/presentationml/2006/main">
  <p:tag name="PPSPLIT_ID" val=" 3"/>
</p:tagLst>
</file>

<file path=ppt/tags/tag428.xml><?xml version="1.0" encoding="utf-8"?>
<p:tagLst xmlns:a="http://schemas.openxmlformats.org/drawingml/2006/main" xmlns:r="http://schemas.openxmlformats.org/officeDocument/2006/relationships" xmlns:p="http://schemas.openxmlformats.org/presentationml/2006/main">
  <p:tag name="PPSPLIT_ID" val=" 6"/>
</p:tagLst>
</file>

<file path=ppt/tags/tag429.xml><?xml version="1.0" encoding="utf-8"?>
<p:tagLst xmlns:a="http://schemas.openxmlformats.org/drawingml/2006/main" xmlns:r="http://schemas.openxmlformats.org/officeDocument/2006/relationships" xmlns:p="http://schemas.openxmlformats.org/presentationml/2006/main">
  <p:tag name="PPSPLIT_ID" val=" 9"/>
</p:tagLst>
</file>

<file path=ppt/tags/tag430.xml><?xml version="1.0" encoding="utf-8"?>
<p:tagLst xmlns:a="http://schemas.openxmlformats.org/drawingml/2006/main" xmlns:r="http://schemas.openxmlformats.org/officeDocument/2006/relationships" xmlns:p="http://schemas.openxmlformats.org/presentationml/2006/main">
  <p:tag name="PPSPLIT_ID" val=" 10"/>
</p:tagLst>
</file>

<file path=ppt/tags/tag431.xml><?xml version="1.0" encoding="utf-8"?>
<p:tagLst xmlns:a="http://schemas.openxmlformats.org/drawingml/2006/main" xmlns:r="http://schemas.openxmlformats.org/officeDocument/2006/relationships" xmlns:p="http://schemas.openxmlformats.org/presentationml/2006/main">
  <p:tag name="PPSPLIT_ID" val=" 13"/>
</p:tagLst>
</file>

<file path=ppt/tags/tag432.xml><?xml version="1.0" encoding="utf-8"?>
<p:tagLst xmlns:a="http://schemas.openxmlformats.org/drawingml/2006/main" xmlns:r="http://schemas.openxmlformats.org/officeDocument/2006/relationships" xmlns:p="http://schemas.openxmlformats.org/presentationml/2006/main">
  <p:tag name="PPSPLIT_ID" val=" 15"/>
</p:tagLst>
</file>

<file path=ppt/tags/tag433.xml><?xml version="1.0" encoding="utf-8"?>
<p:tagLst xmlns:a="http://schemas.openxmlformats.org/drawingml/2006/main" xmlns:r="http://schemas.openxmlformats.org/officeDocument/2006/relationships" xmlns:p="http://schemas.openxmlformats.org/presentationml/2006/main">
  <p:tag name="PPSPLIT_ID" val=" 5"/>
</p:tagLst>
</file>

<file path=ppt/tags/tag434.xml><?xml version="1.0" encoding="utf-8"?>
<p:tagLst xmlns:a="http://schemas.openxmlformats.org/drawingml/2006/main" xmlns:r="http://schemas.openxmlformats.org/officeDocument/2006/relationships" xmlns:p="http://schemas.openxmlformats.org/presentationml/2006/main">
  <p:tag name="PPSPLIT_ID" val=" 2"/>
</p:tagLst>
</file>

<file path=ppt/tags/tag435.xml><?xml version="1.0" encoding="utf-8"?>
<p:tagLst xmlns:a="http://schemas.openxmlformats.org/drawingml/2006/main" xmlns:r="http://schemas.openxmlformats.org/officeDocument/2006/relationships" xmlns:p="http://schemas.openxmlformats.org/presentationml/2006/main">
  <p:tag name="PPSPLIT_ID" val=" 8"/>
</p:tagLst>
</file>

<file path=ppt/tags/tag436.xml><?xml version="1.0" encoding="utf-8"?>
<p:tagLst xmlns:a="http://schemas.openxmlformats.org/drawingml/2006/main" xmlns:r="http://schemas.openxmlformats.org/officeDocument/2006/relationships" xmlns:p="http://schemas.openxmlformats.org/presentationml/2006/main">
  <p:tag name="PPSPLIT_SPLIT" val="1"/>
  <p:tag name="PPSPLIT_ORIGINALSLIDENUMBER" val="7"/>
  <p:tag name="PPSPLIT_DONE" val="1"/>
</p:tagLst>
</file>

<file path=ppt/tags/tag437.xml><?xml version="1.0" encoding="utf-8"?>
<p:tagLst xmlns:a="http://schemas.openxmlformats.org/drawingml/2006/main" xmlns:r="http://schemas.openxmlformats.org/officeDocument/2006/relationships" xmlns:p="http://schemas.openxmlformats.org/presentationml/2006/main">
  <p:tag name="PPSPLIT_ID" val=" 4"/>
</p:tagLst>
</file>

<file path=ppt/tags/tag438.xml><?xml version="1.0" encoding="utf-8"?>
<p:tagLst xmlns:a="http://schemas.openxmlformats.org/drawingml/2006/main" xmlns:r="http://schemas.openxmlformats.org/officeDocument/2006/relationships" xmlns:p="http://schemas.openxmlformats.org/presentationml/2006/main">
  <p:tag name="PPSPLIT_ID" val=" 9"/>
</p:tagLst>
</file>

<file path=ppt/tags/tag439.xml><?xml version="1.0" encoding="utf-8"?>
<p:tagLst xmlns:a="http://schemas.openxmlformats.org/drawingml/2006/main" xmlns:r="http://schemas.openxmlformats.org/officeDocument/2006/relationships" xmlns:p="http://schemas.openxmlformats.org/presentationml/2006/main">
  <p:tag name="PPSPLIT_ID" val=" 10"/>
</p:tagLst>
</file>

<file path=ppt/tags/tag440.xml><?xml version="1.0" encoding="utf-8"?>
<p:tagLst xmlns:a="http://schemas.openxmlformats.org/drawingml/2006/main" xmlns:r="http://schemas.openxmlformats.org/officeDocument/2006/relationships" xmlns:p="http://schemas.openxmlformats.org/presentationml/2006/main">
  <p:tag name="PPSPLIT_ID" val=" 18"/>
</p:tagLst>
</file>

<file path=ppt/tags/tag441.xml><?xml version="1.0" encoding="utf-8"?>
<p:tagLst xmlns:a="http://schemas.openxmlformats.org/drawingml/2006/main" xmlns:r="http://schemas.openxmlformats.org/officeDocument/2006/relationships" xmlns:p="http://schemas.openxmlformats.org/presentationml/2006/main">
  <p:tag name="PPSPLIT_ID" val=" 24"/>
</p:tagLst>
</file>

<file path=ppt/tags/tag442.xml><?xml version="1.0" encoding="utf-8"?>
<p:tagLst xmlns:a="http://schemas.openxmlformats.org/drawingml/2006/main" xmlns:r="http://schemas.openxmlformats.org/officeDocument/2006/relationships" xmlns:p="http://schemas.openxmlformats.org/presentationml/2006/main">
  <p:tag name="PPSPLIT_ID" val=" 182"/>
</p:tagLst>
</file>

<file path=ppt/tags/tag443.xml><?xml version="1.0" encoding="utf-8"?>
<p:tagLst xmlns:a="http://schemas.openxmlformats.org/drawingml/2006/main" xmlns:r="http://schemas.openxmlformats.org/officeDocument/2006/relationships" xmlns:p="http://schemas.openxmlformats.org/presentationml/2006/main">
  <p:tag name="PPSPLIT_SPLIT" val="1"/>
  <p:tag name="PPSPLIT_ORIGINALSLIDENUMBER" val="7"/>
  <p:tag name="PPSPLIT_DONE" val="1"/>
</p:tagLst>
</file>

<file path=ppt/tags/tag444.xml><?xml version="1.0" encoding="utf-8"?>
<p:tagLst xmlns:a="http://schemas.openxmlformats.org/drawingml/2006/main" xmlns:r="http://schemas.openxmlformats.org/officeDocument/2006/relationships" xmlns:p="http://schemas.openxmlformats.org/presentationml/2006/main">
  <p:tag name="PPSPLIT_ID" val=" 4"/>
</p:tagLst>
</file>

<file path=ppt/tags/tag445.xml><?xml version="1.0" encoding="utf-8"?>
<p:tagLst xmlns:a="http://schemas.openxmlformats.org/drawingml/2006/main" xmlns:r="http://schemas.openxmlformats.org/officeDocument/2006/relationships" xmlns:p="http://schemas.openxmlformats.org/presentationml/2006/main">
  <p:tag name="PPSPLIT_ID" val=" 9"/>
</p:tagLst>
</file>

<file path=ppt/tags/tag446.xml><?xml version="1.0" encoding="utf-8"?>
<p:tagLst xmlns:a="http://schemas.openxmlformats.org/drawingml/2006/main" xmlns:r="http://schemas.openxmlformats.org/officeDocument/2006/relationships" xmlns:p="http://schemas.openxmlformats.org/presentationml/2006/main">
  <p:tag name="PPSPLIT_ID" val=" 10"/>
</p:tagLst>
</file>

<file path=ppt/tags/tag447.xml><?xml version="1.0" encoding="utf-8"?>
<p:tagLst xmlns:a="http://schemas.openxmlformats.org/drawingml/2006/main" xmlns:r="http://schemas.openxmlformats.org/officeDocument/2006/relationships" xmlns:p="http://schemas.openxmlformats.org/presentationml/2006/main">
  <p:tag name="PPSPLIT_ID" val=" 18"/>
</p:tagLst>
</file>

<file path=ppt/tags/tag448.xml><?xml version="1.0" encoding="utf-8"?>
<p:tagLst xmlns:a="http://schemas.openxmlformats.org/drawingml/2006/main" xmlns:r="http://schemas.openxmlformats.org/officeDocument/2006/relationships" xmlns:p="http://schemas.openxmlformats.org/presentationml/2006/main">
  <p:tag name="PPSPLIT_ID" val=" 24"/>
</p:tagLst>
</file>

<file path=ppt/tags/tag449.xml><?xml version="1.0" encoding="utf-8"?>
<p:tagLst xmlns:a="http://schemas.openxmlformats.org/drawingml/2006/main" xmlns:r="http://schemas.openxmlformats.org/officeDocument/2006/relationships" xmlns:p="http://schemas.openxmlformats.org/presentationml/2006/main">
  <p:tag name="PPSPLIT_ID" val=" 8"/>
</p:tagLst>
</file>

<file path=ppt/tags/tag450.xml><?xml version="1.0" encoding="utf-8"?>
<p:tagLst xmlns:a="http://schemas.openxmlformats.org/drawingml/2006/main" xmlns:r="http://schemas.openxmlformats.org/officeDocument/2006/relationships" xmlns:p="http://schemas.openxmlformats.org/presentationml/2006/main">
  <p:tag name="PPSPLIT_ID" val=" 182"/>
</p:tagLst>
</file>

<file path=ppt/tags/tag451.xml><?xml version="1.0" encoding="utf-8"?>
<p:tagLst xmlns:a="http://schemas.openxmlformats.org/drawingml/2006/main" xmlns:r="http://schemas.openxmlformats.org/officeDocument/2006/relationships" xmlns:p="http://schemas.openxmlformats.org/presentationml/2006/main">
  <p:tag name="PPSPLIT_ID" val=" 2"/>
</p:tagLst>
</file>

<file path=ppt/tags/tag452.xml><?xml version="1.0" encoding="utf-8"?>
<p:tagLst xmlns:a="http://schemas.openxmlformats.org/drawingml/2006/main" xmlns:r="http://schemas.openxmlformats.org/officeDocument/2006/relationships" xmlns:p="http://schemas.openxmlformats.org/presentationml/2006/main">
  <p:tag name="PPSPLIT_SPLIT" val="1"/>
  <p:tag name="PPSPLIT_ORIGINALSLIDENUMBER" val="7"/>
  <p:tag name="PPSPLIT_DONE" val="1"/>
</p:tagLst>
</file>

<file path=ppt/tags/tag453.xml><?xml version="1.0" encoding="utf-8"?>
<p:tagLst xmlns:a="http://schemas.openxmlformats.org/drawingml/2006/main" xmlns:r="http://schemas.openxmlformats.org/officeDocument/2006/relationships" xmlns:p="http://schemas.openxmlformats.org/presentationml/2006/main">
  <p:tag name="PPSPLIT_ID" val=" 45"/>
</p:tagLst>
</file>

<file path=ppt/tags/tag454.xml><?xml version="1.0" encoding="utf-8"?>
<p:tagLst xmlns:a="http://schemas.openxmlformats.org/drawingml/2006/main" xmlns:r="http://schemas.openxmlformats.org/officeDocument/2006/relationships" xmlns:p="http://schemas.openxmlformats.org/presentationml/2006/main">
  <p:tag name="PPSPLIT_ID" val=" 46"/>
</p:tagLst>
</file>

<file path=ppt/tags/tag455.xml><?xml version="1.0" encoding="utf-8"?>
<p:tagLst xmlns:a="http://schemas.openxmlformats.org/drawingml/2006/main" xmlns:r="http://schemas.openxmlformats.org/officeDocument/2006/relationships" xmlns:p="http://schemas.openxmlformats.org/presentationml/2006/main">
  <p:tag name="PPSPLIT_ID" val=" 47"/>
</p:tagLst>
</file>

<file path=ppt/tags/tag456.xml><?xml version="1.0" encoding="utf-8"?>
<p:tagLst xmlns:a="http://schemas.openxmlformats.org/drawingml/2006/main" xmlns:r="http://schemas.openxmlformats.org/officeDocument/2006/relationships" xmlns:p="http://schemas.openxmlformats.org/presentationml/2006/main">
  <p:tag name="PPSPLIT_ID" val=" 19"/>
</p:tagLst>
</file>

<file path=ppt/tags/tag457.xml><?xml version="1.0" encoding="utf-8"?>
<p:tagLst xmlns:a="http://schemas.openxmlformats.org/drawingml/2006/main" xmlns:r="http://schemas.openxmlformats.org/officeDocument/2006/relationships" xmlns:p="http://schemas.openxmlformats.org/presentationml/2006/main">
  <p:tag name="PPSPLIT_ID" val=" 13"/>
</p:tagLst>
</file>

<file path=ppt/tags/tag458.xml><?xml version="1.0" encoding="utf-8"?>
<p:tagLst xmlns:a="http://schemas.openxmlformats.org/drawingml/2006/main" xmlns:r="http://schemas.openxmlformats.org/officeDocument/2006/relationships" xmlns:p="http://schemas.openxmlformats.org/presentationml/2006/main">
  <p:tag name="PPSPLIT_ID" val=" 11"/>
</p:tagLst>
</file>

<file path=ppt/tags/tag459.xml><?xml version="1.0" encoding="utf-8"?>
<p:tagLst xmlns:a="http://schemas.openxmlformats.org/drawingml/2006/main" xmlns:r="http://schemas.openxmlformats.org/officeDocument/2006/relationships" xmlns:p="http://schemas.openxmlformats.org/presentationml/2006/main">
  <p:tag name="PPSPLIT_ID" val=" 4"/>
</p:tagLst>
</file>

<file path=ppt/tags/tag460.xml><?xml version="1.0" encoding="utf-8"?>
<p:tagLst xmlns:a="http://schemas.openxmlformats.org/drawingml/2006/main" xmlns:r="http://schemas.openxmlformats.org/officeDocument/2006/relationships" xmlns:p="http://schemas.openxmlformats.org/presentationml/2006/main">
  <p:tag name="PPSPLIT_ID" val=" 9"/>
</p:tagLst>
</file>

<file path=ppt/tags/tag461.xml><?xml version="1.0" encoding="utf-8"?>
<p:tagLst xmlns:a="http://schemas.openxmlformats.org/drawingml/2006/main" xmlns:r="http://schemas.openxmlformats.org/officeDocument/2006/relationships" xmlns:p="http://schemas.openxmlformats.org/presentationml/2006/main">
  <p:tag name="PPSPLIT_ID" val=" 10"/>
</p:tagLst>
</file>

<file path=ppt/tags/tag462.xml><?xml version="1.0" encoding="utf-8"?>
<p:tagLst xmlns:a="http://schemas.openxmlformats.org/drawingml/2006/main" xmlns:r="http://schemas.openxmlformats.org/officeDocument/2006/relationships" xmlns:p="http://schemas.openxmlformats.org/presentationml/2006/main">
  <p:tag name="PPSPLIT_ID" val=" 18"/>
</p:tagLst>
</file>

<file path=ppt/tags/tag463.xml><?xml version="1.0" encoding="utf-8"?>
<p:tagLst xmlns:a="http://schemas.openxmlformats.org/drawingml/2006/main" xmlns:r="http://schemas.openxmlformats.org/officeDocument/2006/relationships" xmlns:p="http://schemas.openxmlformats.org/presentationml/2006/main">
  <p:tag name="PPSPLIT_ID" val=" 24"/>
</p:tagLst>
</file>

<file path=ppt/tags/tag464.xml><?xml version="1.0" encoding="utf-8"?>
<p:tagLst xmlns:a="http://schemas.openxmlformats.org/drawingml/2006/main" xmlns:r="http://schemas.openxmlformats.org/officeDocument/2006/relationships" xmlns:p="http://schemas.openxmlformats.org/presentationml/2006/main">
  <p:tag name="PPSPLIT_ID" val=" 8"/>
</p:tagLst>
</file>

<file path=ppt/tags/tag465.xml><?xml version="1.0" encoding="utf-8"?>
<p:tagLst xmlns:a="http://schemas.openxmlformats.org/drawingml/2006/main" xmlns:r="http://schemas.openxmlformats.org/officeDocument/2006/relationships" xmlns:p="http://schemas.openxmlformats.org/presentationml/2006/main">
  <p:tag name="PPSPLIT_ID" val=" 182"/>
</p:tagLst>
</file>

<file path=ppt/tags/tag466.xml><?xml version="1.0" encoding="utf-8"?>
<p:tagLst xmlns:a="http://schemas.openxmlformats.org/drawingml/2006/main" xmlns:r="http://schemas.openxmlformats.org/officeDocument/2006/relationships" xmlns:p="http://schemas.openxmlformats.org/presentationml/2006/main">
  <p:tag name="PPSPLIT_ID" val=" 2"/>
</p:tagLst>
</file>

<file path=ppt/tags/tag467.xml><?xml version="1.0" encoding="utf-8"?>
<p:tagLst xmlns:a="http://schemas.openxmlformats.org/drawingml/2006/main" xmlns:r="http://schemas.openxmlformats.org/officeDocument/2006/relationships" xmlns:p="http://schemas.openxmlformats.org/presentationml/2006/main">
  <p:tag name="PPSPLIT_ID" val=" 44"/>
</p:tagLst>
</file>

<file path=ppt/tags/tag468.xml><?xml version="1.0" encoding="utf-8"?>
<p:tagLst xmlns:a="http://schemas.openxmlformats.org/drawingml/2006/main" xmlns:r="http://schemas.openxmlformats.org/officeDocument/2006/relationships" xmlns:p="http://schemas.openxmlformats.org/presentationml/2006/main">
  <p:tag name="PPSPLIT_SPLIT" val="1"/>
  <p:tag name="PPSPLIT_ORIGINALSLIDENUMBER" val="7"/>
  <p:tag name="PPSPLIT_DONE" val="1"/>
</p:tagLst>
</file>

<file path=ppt/tags/tag469.xml><?xml version="1.0" encoding="utf-8"?>
<p:tagLst xmlns:a="http://schemas.openxmlformats.org/drawingml/2006/main" xmlns:r="http://schemas.openxmlformats.org/officeDocument/2006/relationships" xmlns:p="http://schemas.openxmlformats.org/presentationml/2006/main">
  <p:tag name="PPSPLIT_ID" val=" 45"/>
</p:tagLst>
</file>

<file path=ppt/tags/tag470.xml><?xml version="1.0" encoding="utf-8"?>
<p:tagLst xmlns:a="http://schemas.openxmlformats.org/drawingml/2006/main" xmlns:r="http://schemas.openxmlformats.org/officeDocument/2006/relationships" xmlns:p="http://schemas.openxmlformats.org/presentationml/2006/main">
  <p:tag name="PPSPLIT_ID" val=" 46"/>
</p:tagLst>
</file>

<file path=ppt/tags/tag471.xml><?xml version="1.0" encoding="utf-8"?>
<p:tagLst xmlns:a="http://schemas.openxmlformats.org/drawingml/2006/main" xmlns:r="http://schemas.openxmlformats.org/officeDocument/2006/relationships" xmlns:p="http://schemas.openxmlformats.org/presentationml/2006/main">
  <p:tag name="PPSPLIT_ID" val=" 47"/>
</p:tagLst>
</file>

<file path=ppt/tags/tag472.xml><?xml version="1.0" encoding="utf-8"?>
<p:tagLst xmlns:a="http://schemas.openxmlformats.org/drawingml/2006/main" xmlns:r="http://schemas.openxmlformats.org/officeDocument/2006/relationships" xmlns:p="http://schemas.openxmlformats.org/presentationml/2006/main">
  <p:tag name="PPSPLIT_ID" val=" 19"/>
</p:tagLst>
</file>

<file path=ppt/tags/tag473.xml><?xml version="1.0" encoding="utf-8"?>
<p:tagLst xmlns:a="http://schemas.openxmlformats.org/drawingml/2006/main" xmlns:r="http://schemas.openxmlformats.org/officeDocument/2006/relationships" xmlns:p="http://schemas.openxmlformats.org/presentationml/2006/main">
  <p:tag name="PPSPLIT_ID" val=" 13"/>
</p:tagLst>
</file>

<file path=ppt/tags/tag474.xml><?xml version="1.0" encoding="utf-8"?>
<p:tagLst xmlns:a="http://schemas.openxmlformats.org/drawingml/2006/main" xmlns:r="http://schemas.openxmlformats.org/officeDocument/2006/relationships" xmlns:p="http://schemas.openxmlformats.org/presentationml/2006/main">
  <p:tag name="PPSPLIT_ID" val=" 11"/>
</p:tagLst>
</file>

<file path=ppt/tags/tag475.xml><?xml version="1.0" encoding="utf-8"?>
<p:tagLst xmlns:a="http://schemas.openxmlformats.org/drawingml/2006/main" xmlns:r="http://schemas.openxmlformats.org/officeDocument/2006/relationships" xmlns:p="http://schemas.openxmlformats.org/presentationml/2006/main">
  <p:tag name="PPSPLIT_ID" val=" 4"/>
</p:tagLst>
</file>

<file path=ppt/tags/tag476.xml><?xml version="1.0" encoding="utf-8"?>
<p:tagLst xmlns:a="http://schemas.openxmlformats.org/drawingml/2006/main" xmlns:r="http://schemas.openxmlformats.org/officeDocument/2006/relationships" xmlns:p="http://schemas.openxmlformats.org/presentationml/2006/main">
  <p:tag name="PPSPLIT_ID" val=" 9"/>
</p:tagLst>
</file>

<file path=ppt/tags/tag477.xml><?xml version="1.0" encoding="utf-8"?>
<p:tagLst xmlns:a="http://schemas.openxmlformats.org/drawingml/2006/main" xmlns:r="http://schemas.openxmlformats.org/officeDocument/2006/relationships" xmlns:p="http://schemas.openxmlformats.org/presentationml/2006/main">
  <p:tag name="PPSPLIT_ID" val=" 10"/>
</p:tagLst>
</file>

<file path=ppt/tags/tag478.xml><?xml version="1.0" encoding="utf-8"?>
<p:tagLst xmlns:a="http://schemas.openxmlformats.org/drawingml/2006/main" xmlns:r="http://schemas.openxmlformats.org/officeDocument/2006/relationships" xmlns:p="http://schemas.openxmlformats.org/presentationml/2006/main">
  <p:tag name="PPSPLIT_ID" val=" 18"/>
</p:tagLst>
</file>

<file path=ppt/tags/tag479.xml><?xml version="1.0" encoding="utf-8"?>
<p:tagLst xmlns:a="http://schemas.openxmlformats.org/drawingml/2006/main" xmlns:r="http://schemas.openxmlformats.org/officeDocument/2006/relationships" xmlns:p="http://schemas.openxmlformats.org/presentationml/2006/main">
  <p:tag name="PPSPLIT_ID" val=" 24"/>
</p:tagLst>
</file>

<file path=ppt/tags/tag480.xml><?xml version="1.0" encoding="utf-8"?>
<p:tagLst xmlns:a="http://schemas.openxmlformats.org/drawingml/2006/main" xmlns:r="http://schemas.openxmlformats.org/officeDocument/2006/relationships" xmlns:p="http://schemas.openxmlformats.org/presentationml/2006/main">
  <p:tag name="PPSPLIT_ID" val=" 8"/>
</p:tagLst>
</file>

<file path=ppt/tags/tag481.xml><?xml version="1.0" encoding="utf-8"?>
<p:tagLst xmlns:a="http://schemas.openxmlformats.org/drawingml/2006/main" xmlns:r="http://schemas.openxmlformats.org/officeDocument/2006/relationships" xmlns:p="http://schemas.openxmlformats.org/presentationml/2006/main">
  <p:tag name="PPSPLIT_ID" val=" 182"/>
</p:tagLst>
</file>

<file path=ppt/tags/tag482.xml><?xml version="1.0" encoding="utf-8"?>
<p:tagLst xmlns:a="http://schemas.openxmlformats.org/drawingml/2006/main" xmlns:r="http://schemas.openxmlformats.org/officeDocument/2006/relationships" xmlns:p="http://schemas.openxmlformats.org/presentationml/2006/main">
  <p:tag name="PPSPLIT_ID" val=" 2"/>
</p:tagLst>
</file>

<file path=ppt/tags/tag483.xml><?xml version="1.0" encoding="utf-8"?>
<p:tagLst xmlns:a="http://schemas.openxmlformats.org/drawingml/2006/main" xmlns:r="http://schemas.openxmlformats.org/officeDocument/2006/relationships" xmlns:p="http://schemas.openxmlformats.org/presentationml/2006/main">
  <p:tag name="PPSPLIT_ID" val=" 44"/>
</p:tagLst>
</file>

<file path=ppt/tags/tag484.xml><?xml version="1.0" encoding="utf-8"?>
<p:tagLst xmlns:a="http://schemas.openxmlformats.org/drawingml/2006/main" xmlns:r="http://schemas.openxmlformats.org/officeDocument/2006/relationships" xmlns:p="http://schemas.openxmlformats.org/presentationml/2006/main">
  <p:tag name="PPSPLIT_ID" val=" 49"/>
</p:tagLst>
</file>

<file path=ppt/tags/tag485.xml><?xml version="1.0" encoding="utf-8"?>
<p:tagLst xmlns:a="http://schemas.openxmlformats.org/drawingml/2006/main" xmlns:r="http://schemas.openxmlformats.org/officeDocument/2006/relationships" xmlns:p="http://schemas.openxmlformats.org/presentationml/2006/main">
  <p:tag name="PPSPLIT_ID" val=" 51"/>
</p:tagLst>
</file>

<file path=ppt/tags/tag486.xml><?xml version="1.0" encoding="utf-8"?>
<p:tagLst xmlns:a="http://schemas.openxmlformats.org/drawingml/2006/main" xmlns:r="http://schemas.openxmlformats.org/officeDocument/2006/relationships" xmlns:p="http://schemas.openxmlformats.org/presentationml/2006/main">
  <p:tag name="PPSPLIT_ID" val=" 53"/>
</p:tagLst>
</file>

<file path=ppt/tags/tag487.xml><?xml version="1.0" encoding="utf-8"?>
<p:tagLst xmlns:a="http://schemas.openxmlformats.org/drawingml/2006/main" xmlns:r="http://schemas.openxmlformats.org/officeDocument/2006/relationships" xmlns:p="http://schemas.openxmlformats.org/presentationml/2006/main">
  <p:tag name="PPSPLIT_ID" val=" 14"/>
</p:tagLst>
</file>

<file path=ppt/tags/tag488.xml><?xml version="1.0" encoding="utf-8"?>
<p:tagLst xmlns:a="http://schemas.openxmlformats.org/drawingml/2006/main" xmlns:r="http://schemas.openxmlformats.org/officeDocument/2006/relationships" xmlns:p="http://schemas.openxmlformats.org/presentationml/2006/main">
  <p:tag name="PPSPLIT_ID" val=" 15"/>
</p:tagLst>
</file>

<file path=ppt/tags/tag489.xml><?xml version="1.0" encoding="utf-8"?>
<p:tagLst xmlns:a="http://schemas.openxmlformats.org/drawingml/2006/main" xmlns:r="http://schemas.openxmlformats.org/officeDocument/2006/relationships" xmlns:p="http://schemas.openxmlformats.org/presentationml/2006/main">
  <p:tag name="PPSPLIT_ID" val=" 16"/>
</p:tagLst>
</file>

<file path=ppt/tags/tag490.xml><?xml version="1.0" encoding="utf-8"?>
<p:tagLst xmlns:a="http://schemas.openxmlformats.org/drawingml/2006/main" xmlns:r="http://schemas.openxmlformats.org/officeDocument/2006/relationships" xmlns:p="http://schemas.openxmlformats.org/presentationml/2006/main">
  <p:tag name="PPSPLIT_SPLIT" val="1"/>
  <p:tag name="PPSPLIT_ORIGINALSLIDENUMBER" val="7"/>
  <p:tag name="PPSPLIT_DONE" val="1"/>
</p:tagLst>
</file>

<file path=ppt/tags/tag491.xml><?xml version="1.0" encoding="utf-8"?>
<p:tagLst xmlns:a="http://schemas.openxmlformats.org/drawingml/2006/main" xmlns:r="http://schemas.openxmlformats.org/officeDocument/2006/relationships" xmlns:p="http://schemas.openxmlformats.org/presentationml/2006/main">
  <p:tag name="PPSPLIT_ID" val=" 45"/>
</p:tagLst>
</file>

<file path=ppt/tags/tag492.xml><?xml version="1.0" encoding="utf-8"?>
<p:tagLst xmlns:a="http://schemas.openxmlformats.org/drawingml/2006/main" xmlns:r="http://schemas.openxmlformats.org/officeDocument/2006/relationships" xmlns:p="http://schemas.openxmlformats.org/presentationml/2006/main">
  <p:tag name="PPSPLIT_ID" val=" 46"/>
</p:tagLst>
</file>

<file path=ppt/tags/tag493.xml><?xml version="1.0" encoding="utf-8"?>
<p:tagLst xmlns:a="http://schemas.openxmlformats.org/drawingml/2006/main" xmlns:r="http://schemas.openxmlformats.org/officeDocument/2006/relationships" xmlns:p="http://schemas.openxmlformats.org/presentationml/2006/main">
  <p:tag name="PPSPLIT_ID" val=" 47"/>
</p:tagLst>
</file>

<file path=ppt/tags/tag494.xml><?xml version="1.0" encoding="utf-8"?>
<p:tagLst xmlns:a="http://schemas.openxmlformats.org/drawingml/2006/main" xmlns:r="http://schemas.openxmlformats.org/officeDocument/2006/relationships" xmlns:p="http://schemas.openxmlformats.org/presentationml/2006/main">
  <p:tag name="PPSPLIT_ID" val=" 19"/>
</p:tagLst>
</file>

<file path=ppt/tags/tag495.xml><?xml version="1.0" encoding="utf-8"?>
<p:tagLst xmlns:a="http://schemas.openxmlformats.org/drawingml/2006/main" xmlns:r="http://schemas.openxmlformats.org/officeDocument/2006/relationships" xmlns:p="http://schemas.openxmlformats.org/presentationml/2006/main">
  <p:tag name="PPSPLIT_ID" val=" 13"/>
</p:tagLst>
</file>

<file path=ppt/tags/tag496.xml><?xml version="1.0" encoding="utf-8"?>
<p:tagLst xmlns:a="http://schemas.openxmlformats.org/drawingml/2006/main" xmlns:r="http://schemas.openxmlformats.org/officeDocument/2006/relationships" xmlns:p="http://schemas.openxmlformats.org/presentationml/2006/main">
  <p:tag name="PPSPLIT_ID" val=" 11"/>
</p:tagLst>
</file>

<file path=ppt/tags/tag497.xml><?xml version="1.0" encoding="utf-8"?>
<p:tagLst xmlns:a="http://schemas.openxmlformats.org/drawingml/2006/main" xmlns:r="http://schemas.openxmlformats.org/officeDocument/2006/relationships" xmlns:p="http://schemas.openxmlformats.org/presentationml/2006/main">
  <p:tag name="PPSPLIT_ID" val=" 4"/>
</p:tagLst>
</file>

<file path=ppt/tags/tag498.xml><?xml version="1.0" encoding="utf-8"?>
<p:tagLst xmlns:a="http://schemas.openxmlformats.org/drawingml/2006/main" xmlns:r="http://schemas.openxmlformats.org/officeDocument/2006/relationships" xmlns:p="http://schemas.openxmlformats.org/presentationml/2006/main">
  <p:tag name="PPSPLIT_ID" val=" 9"/>
</p:tagLst>
</file>

<file path=ppt/tags/tag499.xml><?xml version="1.0" encoding="utf-8"?>
<p:tagLst xmlns:a="http://schemas.openxmlformats.org/drawingml/2006/main" xmlns:r="http://schemas.openxmlformats.org/officeDocument/2006/relationships" xmlns:p="http://schemas.openxmlformats.org/presentationml/2006/main">
  <p:tag name="PPSPLIT_ID" val=" 10"/>
</p:tagLst>
</file>

<file path=ppt/tags/tag500.xml><?xml version="1.0" encoding="utf-8"?>
<p:tagLst xmlns:a="http://schemas.openxmlformats.org/drawingml/2006/main" xmlns:r="http://schemas.openxmlformats.org/officeDocument/2006/relationships" xmlns:p="http://schemas.openxmlformats.org/presentationml/2006/main">
  <p:tag name="PPSPLIT_ID" val=" 18"/>
</p:tagLst>
</file>

<file path=ppt/tags/tag501.xml><?xml version="1.0" encoding="utf-8"?>
<p:tagLst xmlns:a="http://schemas.openxmlformats.org/drawingml/2006/main" xmlns:r="http://schemas.openxmlformats.org/officeDocument/2006/relationships" xmlns:p="http://schemas.openxmlformats.org/presentationml/2006/main">
  <p:tag name="PPSPLIT_ID" val=" 24"/>
</p:tagLst>
</file>

<file path=ppt/tags/tag502.xml><?xml version="1.0" encoding="utf-8"?>
<p:tagLst xmlns:a="http://schemas.openxmlformats.org/drawingml/2006/main" xmlns:r="http://schemas.openxmlformats.org/officeDocument/2006/relationships" xmlns:p="http://schemas.openxmlformats.org/presentationml/2006/main">
  <p:tag name="PPSPLIT_ID" val=" 8"/>
</p:tagLst>
</file>

<file path=ppt/tags/tag503.xml><?xml version="1.0" encoding="utf-8"?>
<p:tagLst xmlns:a="http://schemas.openxmlformats.org/drawingml/2006/main" xmlns:r="http://schemas.openxmlformats.org/officeDocument/2006/relationships" xmlns:p="http://schemas.openxmlformats.org/presentationml/2006/main">
  <p:tag name="PPSPLIT_ID" val=" 182"/>
</p:tagLst>
</file>

<file path=ppt/tags/tag504.xml><?xml version="1.0" encoding="utf-8"?>
<p:tagLst xmlns:a="http://schemas.openxmlformats.org/drawingml/2006/main" xmlns:r="http://schemas.openxmlformats.org/officeDocument/2006/relationships" xmlns:p="http://schemas.openxmlformats.org/presentationml/2006/main">
  <p:tag name="PPSPLIT_ID" val=" 2"/>
</p:tagLst>
</file>

<file path=ppt/tags/tag505.xml><?xml version="1.0" encoding="utf-8"?>
<p:tagLst xmlns:a="http://schemas.openxmlformats.org/drawingml/2006/main" xmlns:r="http://schemas.openxmlformats.org/officeDocument/2006/relationships" xmlns:p="http://schemas.openxmlformats.org/presentationml/2006/main">
  <p:tag name="PPSPLIT_ID" val=" 44"/>
</p:tagLst>
</file>

<file path=ppt/tags/tag506.xml><?xml version="1.0" encoding="utf-8"?>
<p:tagLst xmlns:a="http://schemas.openxmlformats.org/drawingml/2006/main" xmlns:r="http://schemas.openxmlformats.org/officeDocument/2006/relationships" xmlns:p="http://schemas.openxmlformats.org/presentationml/2006/main">
  <p:tag name="PPSPLIT_ID" val=" 49"/>
</p:tagLst>
</file>

<file path=ppt/tags/tag507.xml><?xml version="1.0" encoding="utf-8"?>
<p:tagLst xmlns:a="http://schemas.openxmlformats.org/drawingml/2006/main" xmlns:r="http://schemas.openxmlformats.org/officeDocument/2006/relationships" xmlns:p="http://schemas.openxmlformats.org/presentationml/2006/main">
  <p:tag name="PPSPLIT_ID" val=" 51"/>
</p:tagLst>
</file>

<file path=ppt/tags/tag508.xml><?xml version="1.0" encoding="utf-8"?>
<p:tagLst xmlns:a="http://schemas.openxmlformats.org/drawingml/2006/main" xmlns:r="http://schemas.openxmlformats.org/officeDocument/2006/relationships" xmlns:p="http://schemas.openxmlformats.org/presentationml/2006/main">
  <p:tag name="PPSPLIT_ID" val=" 53"/>
</p:tagLst>
</file>

<file path=ppt/tags/tag509.xml><?xml version="1.0" encoding="utf-8"?>
<p:tagLst xmlns:a="http://schemas.openxmlformats.org/drawingml/2006/main" xmlns:r="http://schemas.openxmlformats.org/officeDocument/2006/relationships" xmlns:p="http://schemas.openxmlformats.org/presentationml/2006/main">
  <p:tag name="PPSPLIT_ID" val=" 14"/>
</p:tagLst>
</file>

<file path=ppt/tags/tag510.xml><?xml version="1.0" encoding="utf-8"?>
<p:tagLst xmlns:a="http://schemas.openxmlformats.org/drawingml/2006/main" xmlns:r="http://schemas.openxmlformats.org/officeDocument/2006/relationships" xmlns:p="http://schemas.openxmlformats.org/presentationml/2006/main">
  <p:tag name="PPSPLIT_ID" val=" 15"/>
</p:tagLst>
</file>

<file path=ppt/tags/tag511.xml><?xml version="1.0" encoding="utf-8"?>
<p:tagLst xmlns:a="http://schemas.openxmlformats.org/drawingml/2006/main" xmlns:r="http://schemas.openxmlformats.org/officeDocument/2006/relationships" xmlns:p="http://schemas.openxmlformats.org/presentationml/2006/main">
  <p:tag name="PPSPLIT_ID" val=" 16"/>
</p:tagLst>
</file>

<file path=ppt/tags/tag512.xml><?xml version="1.0" encoding="utf-8"?>
<p:tagLst xmlns:a="http://schemas.openxmlformats.org/drawingml/2006/main" xmlns:r="http://schemas.openxmlformats.org/officeDocument/2006/relationships" xmlns:p="http://schemas.openxmlformats.org/presentationml/2006/main">
  <p:tag name="PPSPLIT_ID" val=" 20"/>
</p:tagLst>
</file>

<file path=ppt/tags/tag513.xml><?xml version="1.0" encoding="utf-8"?>
<p:tagLst xmlns:a="http://schemas.openxmlformats.org/drawingml/2006/main" xmlns:r="http://schemas.openxmlformats.org/officeDocument/2006/relationships" xmlns:p="http://schemas.openxmlformats.org/presentationml/2006/main">
  <p:tag name="PPSPLIT_ID" val=" 23"/>
</p:tagLst>
</file>

<file path=ppt/tags/tag514.xml><?xml version="1.0" encoding="utf-8"?>
<p:tagLst xmlns:a="http://schemas.openxmlformats.org/drawingml/2006/main" xmlns:r="http://schemas.openxmlformats.org/officeDocument/2006/relationships" xmlns:p="http://schemas.openxmlformats.org/presentationml/2006/main">
  <p:tag name="PPSPLIT_ID" val=" 25"/>
</p:tagLst>
</file>

<file path=ppt/tags/tag515.xml><?xml version="1.0" encoding="utf-8"?>
<p:tagLst xmlns:a="http://schemas.openxmlformats.org/drawingml/2006/main" xmlns:r="http://schemas.openxmlformats.org/officeDocument/2006/relationships" xmlns:p="http://schemas.openxmlformats.org/presentationml/2006/main">
  <p:tag name="PPSPLIT_ID" val=" 26"/>
</p:tagLst>
</file>

<file path=ppt/tags/tag516.xml><?xml version="1.0" encoding="utf-8"?>
<p:tagLst xmlns:a="http://schemas.openxmlformats.org/drawingml/2006/main" xmlns:r="http://schemas.openxmlformats.org/officeDocument/2006/relationships" xmlns:p="http://schemas.openxmlformats.org/presentationml/2006/main">
  <p:tag name="PPSPLIT_ID" val=" 27"/>
</p:tagLst>
</file>

<file path=ppt/tags/tag517.xml><?xml version="1.0" encoding="utf-8"?>
<p:tagLst xmlns:a="http://schemas.openxmlformats.org/drawingml/2006/main" xmlns:r="http://schemas.openxmlformats.org/officeDocument/2006/relationships" xmlns:p="http://schemas.openxmlformats.org/presentationml/2006/main">
  <p:tag name="PPSPLIT_ID" val=" 28"/>
</p:tagLst>
</file>

<file path=ppt/tags/tag518.xml><?xml version="1.0" encoding="utf-8"?>
<p:tagLst xmlns:a="http://schemas.openxmlformats.org/drawingml/2006/main" xmlns:r="http://schemas.openxmlformats.org/officeDocument/2006/relationships" xmlns:p="http://schemas.openxmlformats.org/presentationml/2006/main">
  <p:tag name="PPSPLIT_SPLIT" val="1"/>
  <p:tag name="PPSPLIT_ORIGINALSLIDENUMBER" val="7"/>
  <p:tag name="PPSPLIT_DONE" val="1"/>
</p:tagLst>
</file>

<file path=ppt/tags/tag519.xml><?xml version="1.0" encoding="utf-8"?>
<p:tagLst xmlns:a="http://schemas.openxmlformats.org/drawingml/2006/main" xmlns:r="http://schemas.openxmlformats.org/officeDocument/2006/relationships" xmlns:p="http://schemas.openxmlformats.org/presentationml/2006/main">
  <p:tag name="PPSPLIT_ID" val=" 45"/>
</p:tagLst>
</file>

<file path=ppt/tags/tag520.xml><?xml version="1.0" encoding="utf-8"?>
<p:tagLst xmlns:a="http://schemas.openxmlformats.org/drawingml/2006/main" xmlns:r="http://schemas.openxmlformats.org/officeDocument/2006/relationships" xmlns:p="http://schemas.openxmlformats.org/presentationml/2006/main">
  <p:tag name="PPSPLIT_ID" val=" 46"/>
</p:tagLst>
</file>

<file path=ppt/tags/tag521.xml><?xml version="1.0" encoding="utf-8"?>
<p:tagLst xmlns:a="http://schemas.openxmlformats.org/drawingml/2006/main" xmlns:r="http://schemas.openxmlformats.org/officeDocument/2006/relationships" xmlns:p="http://schemas.openxmlformats.org/presentationml/2006/main">
  <p:tag name="PPSPLIT_ID" val=" 47"/>
</p:tagLst>
</file>

<file path=ppt/tags/tag522.xml><?xml version="1.0" encoding="utf-8"?>
<p:tagLst xmlns:a="http://schemas.openxmlformats.org/drawingml/2006/main" xmlns:r="http://schemas.openxmlformats.org/officeDocument/2006/relationships" xmlns:p="http://schemas.openxmlformats.org/presentationml/2006/main">
  <p:tag name="PPSPLIT_ID" val=" 19"/>
</p:tagLst>
</file>

<file path=ppt/tags/tag523.xml><?xml version="1.0" encoding="utf-8"?>
<p:tagLst xmlns:a="http://schemas.openxmlformats.org/drawingml/2006/main" xmlns:r="http://schemas.openxmlformats.org/officeDocument/2006/relationships" xmlns:p="http://schemas.openxmlformats.org/presentationml/2006/main">
  <p:tag name="PPSPLIT_ID" val=" 13"/>
</p:tagLst>
</file>

<file path=ppt/tags/tag524.xml><?xml version="1.0" encoding="utf-8"?>
<p:tagLst xmlns:a="http://schemas.openxmlformats.org/drawingml/2006/main" xmlns:r="http://schemas.openxmlformats.org/officeDocument/2006/relationships" xmlns:p="http://schemas.openxmlformats.org/presentationml/2006/main">
  <p:tag name="PPSPLIT_ID" val=" 11"/>
</p:tagLst>
</file>

<file path=ppt/tags/tag525.xml><?xml version="1.0" encoding="utf-8"?>
<p:tagLst xmlns:a="http://schemas.openxmlformats.org/drawingml/2006/main" xmlns:r="http://schemas.openxmlformats.org/officeDocument/2006/relationships" xmlns:p="http://schemas.openxmlformats.org/presentationml/2006/main">
  <p:tag name="PPSPLIT_ID" val=" 4"/>
</p:tagLst>
</file>

<file path=ppt/tags/tag526.xml><?xml version="1.0" encoding="utf-8"?>
<p:tagLst xmlns:a="http://schemas.openxmlformats.org/drawingml/2006/main" xmlns:r="http://schemas.openxmlformats.org/officeDocument/2006/relationships" xmlns:p="http://schemas.openxmlformats.org/presentationml/2006/main">
  <p:tag name="PPSPLIT_ID" val=" 9"/>
</p:tagLst>
</file>

<file path=ppt/tags/tag527.xml><?xml version="1.0" encoding="utf-8"?>
<p:tagLst xmlns:a="http://schemas.openxmlformats.org/drawingml/2006/main" xmlns:r="http://schemas.openxmlformats.org/officeDocument/2006/relationships" xmlns:p="http://schemas.openxmlformats.org/presentationml/2006/main">
  <p:tag name="PPSPLIT_ID" val=" 10"/>
</p:tagLst>
</file>

<file path=ppt/tags/tag528.xml><?xml version="1.0" encoding="utf-8"?>
<p:tagLst xmlns:a="http://schemas.openxmlformats.org/drawingml/2006/main" xmlns:r="http://schemas.openxmlformats.org/officeDocument/2006/relationships" xmlns:p="http://schemas.openxmlformats.org/presentationml/2006/main">
  <p:tag name="PPSPLIT_ID" val=" 18"/>
</p:tagLst>
</file>

<file path=ppt/tags/tag529.xml><?xml version="1.0" encoding="utf-8"?>
<p:tagLst xmlns:a="http://schemas.openxmlformats.org/drawingml/2006/main" xmlns:r="http://schemas.openxmlformats.org/officeDocument/2006/relationships" xmlns:p="http://schemas.openxmlformats.org/presentationml/2006/main">
  <p:tag name="PPSPLIT_ID" val=" 24"/>
</p:tagLst>
</file>

<file path=ppt/tags/tag530.xml><?xml version="1.0" encoding="utf-8"?>
<p:tagLst xmlns:a="http://schemas.openxmlformats.org/drawingml/2006/main" xmlns:r="http://schemas.openxmlformats.org/officeDocument/2006/relationships" xmlns:p="http://schemas.openxmlformats.org/presentationml/2006/main">
  <p:tag name="PPSPLIT_ID" val=" 8"/>
</p:tagLst>
</file>

<file path=ppt/tags/tag531.xml><?xml version="1.0" encoding="utf-8"?>
<p:tagLst xmlns:a="http://schemas.openxmlformats.org/drawingml/2006/main" xmlns:r="http://schemas.openxmlformats.org/officeDocument/2006/relationships" xmlns:p="http://schemas.openxmlformats.org/presentationml/2006/main">
  <p:tag name="PPSPLIT_ID" val=" 182"/>
</p:tagLst>
</file>

<file path=ppt/tags/tag532.xml><?xml version="1.0" encoding="utf-8"?>
<p:tagLst xmlns:a="http://schemas.openxmlformats.org/drawingml/2006/main" xmlns:r="http://schemas.openxmlformats.org/officeDocument/2006/relationships" xmlns:p="http://schemas.openxmlformats.org/presentationml/2006/main">
  <p:tag name="PPSPLIT_ID" val=" 2"/>
</p:tagLst>
</file>

<file path=ppt/tags/tag533.xml><?xml version="1.0" encoding="utf-8"?>
<p:tagLst xmlns:a="http://schemas.openxmlformats.org/drawingml/2006/main" xmlns:r="http://schemas.openxmlformats.org/officeDocument/2006/relationships" xmlns:p="http://schemas.openxmlformats.org/presentationml/2006/main">
  <p:tag name="PPSPLIT_ID" val=" 44"/>
</p:tagLst>
</file>

<file path=ppt/tags/tag534.xml><?xml version="1.0" encoding="utf-8"?>
<p:tagLst xmlns:a="http://schemas.openxmlformats.org/drawingml/2006/main" xmlns:r="http://schemas.openxmlformats.org/officeDocument/2006/relationships" xmlns:p="http://schemas.openxmlformats.org/presentationml/2006/main">
  <p:tag name="PPSPLIT_ID" val=" 49"/>
</p:tagLst>
</file>

<file path=ppt/tags/tag535.xml><?xml version="1.0" encoding="utf-8"?>
<p:tagLst xmlns:a="http://schemas.openxmlformats.org/drawingml/2006/main" xmlns:r="http://schemas.openxmlformats.org/officeDocument/2006/relationships" xmlns:p="http://schemas.openxmlformats.org/presentationml/2006/main">
  <p:tag name="PPSPLIT_ID" val=" 51"/>
</p:tagLst>
</file>

<file path=ppt/tags/tag536.xml><?xml version="1.0" encoding="utf-8"?>
<p:tagLst xmlns:a="http://schemas.openxmlformats.org/drawingml/2006/main" xmlns:r="http://schemas.openxmlformats.org/officeDocument/2006/relationships" xmlns:p="http://schemas.openxmlformats.org/presentationml/2006/main">
  <p:tag name="PPSPLIT_ID" val=" 53"/>
</p:tagLst>
</file>

<file path=ppt/tags/tag537.xml><?xml version="1.0" encoding="utf-8"?>
<p:tagLst xmlns:a="http://schemas.openxmlformats.org/drawingml/2006/main" xmlns:r="http://schemas.openxmlformats.org/officeDocument/2006/relationships" xmlns:p="http://schemas.openxmlformats.org/presentationml/2006/main">
  <p:tag name="PPSPLIT_ID" val=" 14"/>
</p:tagLst>
</file>

<file path=ppt/tags/tag538.xml><?xml version="1.0" encoding="utf-8"?>
<p:tagLst xmlns:a="http://schemas.openxmlformats.org/drawingml/2006/main" xmlns:r="http://schemas.openxmlformats.org/officeDocument/2006/relationships" xmlns:p="http://schemas.openxmlformats.org/presentationml/2006/main">
  <p:tag name="PPSPLIT_ID" val=" 15"/>
</p:tagLst>
</file>

<file path=ppt/tags/tag539.xml><?xml version="1.0" encoding="utf-8"?>
<p:tagLst xmlns:a="http://schemas.openxmlformats.org/drawingml/2006/main" xmlns:r="http://schemas.openxmlformats.org/officeDocument/2006/relationships" xmlns:p="http://schemas.openxmlformats.org/presentationml/2006/main">
  <p:tag name="PPSPLIT_ID" val=" 16"/>
</p:tagLst>
</file>

<file path=ppt/tags/tag540.xml><?xml version="1.0" encoding="utf-8"?>
<p:tagLst xmlns:a="http://schemas.openxmlformats.org/drawingml/2006/main" xmlns:r="http://schemas.openxmlformats.org/officeDocument/2006/relationships" xmlns:p="http://schemas.openxmlformats.org/presentationml/2006/main">
  <p:tag name="PPSPLIT_ID" val=" 20"/>
</p:tagLst>
</file>

<file path=ppt/tags/tag541.xml><?xml version="1.0" encoding="utf-8"?>
<p:tagLst xmlns:a="http://schemas.openxmlformats.org/drawingml/2006/main" xmlns:r="http://schemas.openxmlformats.org/officeDocument/2006/relationships" xmlns:p="http://schemas.openxmlformats.org/presentationml/2006/main">
  <p:tag name="PPSPLIT_ID" val=" 23"/>
</p:tagLst>
</file>

<file path=ppt/tags/tag542.xml><?xml version="1.0" encoding="utf-8"?>
<p:tagLst xmlns:a="http://schemas.openxmlformats.org/drawingml/2006/main" xmlns:r="http://schemas.openxmlformats.org/officeDocument/2006/relationships" xmlns:p="http://schemas.openxmlformats.org/presentationml/2006/main">
  <p:tag name="PPSPLIT_ID" val=" 25"/>
</p:tagLst>
</file>

<file path=ppt/tags/tag543.xml><?xml version="1.0" encoding="utf-8"?>
<p:tagLst xmlns:a="http://schemas.openxmlformats.org/drawingml/2006/main" xmlns:r="http://schemas.openxmlformats.org/officeDocument/2006/relationships" xmlns:p="http://schemas.openxmlformats.org/presentationml/2006/main">
  <p:tag name="PPSPLIT_ID" val=" 26"/>
</p:tagLst>
</file>

<file path=ppt/tags/tag544.xml><?xml version="1.0" encoding="utf-8"?>
<p:tagLst xmlns:a="http://schemas.openxmlformats.org/drawingml/2006/main" xmlns:r="http://schemas.openxmlformats.org/officeDocument/2006/relationships" xmlns:p="http://schemas.openxmlformats.org/presentationml/2006/main">
  <p:tag name="PPSPLIT_ID" val=" 27"/>
</p:tagLst>
</file>

<file path=ppt/tags/tag545.xml><?xml version="1.0" encoding="utf-8"?>
<p:tagLst xmlns:a="http://schemas.openxmlformats.org/drawingml/2006/main" xmlns:r="http://schemas.openxmlformats.org/officeDocument/2006/relationships" xmlns:p="http://schemas.openxmlformats.org/presentationml/2006/main">
  <p:tag name="PPSPLIT_ID" val=" 28"/>
</p:tagLst>
</file>

<file path=ppt/tags/tag546.xml><?xml version="1.0" encoding="utf-8"?>
<p:tagLst xmlns:a="http://schemas.openxmlformats.org/drawingml/2006/main" xmlns:r="http://schemas.openxmlformats.org/officeDocument/2006/relationships" xmlns:p="http://schemas.openxmlformats.org/presentationml/2006/main">
  <p:tag name="PPSPLIT_ID" val=" 30"/>
</p:tagLst>
</file>

<file path=ppt/tags/tag547.xml><?xml version="1.0" encoding="utf-8"?>
<p:tagLst xmlns:a="http://schemas.openxmlformats.org/drawingml/2006/main" xmlns:r="http://schemas.openxmlformats.org/officeDocument/2006/relationships" xmlns:p="http://schemas.openxmlformats.org/presentationml/2006/main">
  <p:tag name="PPSPLIT_SPLIT" val="1"/>
  <p:tag name="PPSPLIT_ORIGINALSLIDENUMBER" val="7"/>
</p:tagLst>
</file>

<file path=ppt/tags/tag548.xml><?xml version="1.0" encoding="utf-8"?>
<p:tagLst xmlns:a="http://schemas.openxmlformats.org/drawingml/2006/main" xmlns:r="http://schemas.openxmlformats.org/officeDocument/2006/relationships" xmlns:p="http://schemas.openxmlformats.org/presentationml/2006/main">
  <p:tag name="PPSPLIT_ID" val=" 45"/>
</p:tagLst>
</file>

<file path=ppt/tags/tag549.xml><?xml version="1.0" encoding="utf-8"?>
<p:tagLst xmlns:a="http://schemas.openxmlformats.org/drawingml/2006/main" xmlns:r="http://schemas.openxmlformats.org/officeDocument/2006/relationships" xmlns:p="http://schemas.openxmlformats.org/presentationml/2006/main">
  <p:tag name="PPSPLIT_ID" val=" 46"/>
</p:tagLst>
</file>

<file path=ppt/tags/tag550.xml><?xml version="1.0" encoding="utf-8"?>
<p:tagLst xmlns:a="http://schemas.openxmlformats.org/drawingml/2006/main" xmlns:r="http://schemas.openxmlformats.org/officeDocument/2006/relationships" xmlns:p="http://schemas.openxmlformats.org/presentationml/2006/main">
  <p:tag name="PPSPLIT_ID" val=" 47"/>
</p:tagLst>
</file>

<file path=ppt/tags/tag551.xml><?xml version="1.0" encoding="utf-8"?>
<p:tagLst xmlns:a="http://schemas.openxmlformats.org/drawingml/2006/main" xmlns:r="http://schemas.openxmlformats.org/officeDocument/2006/relationships" xmlns:p="http://schemas.openxmlformats.org/presentationml/2006/main">
  <p:tag name="PPSPLIT_ID" val=" 19"/>
</p:tagLst>
</file>

<file path=ppt/tags/tag552.xml><?xml version="1.0" encoding="utf-8"?>
<p:tagLst xmlns:a="http://schemas.openxmlformats.org/drawingml/2006/main" xmlns:r="http://schemas.openxmlformats.org/officeDocument/2006/relationships" xmlns:p="http://schemas.openxmlformats.org/presentationml/2006/main">
  <p:tag name="PPSPLIT_ID" val=" 13"/>
</p:tagLst>
</file>

<file path=ppt/tags/tag553.xml><?xml version="1.0" encoding="utf-8"?>
<p:tagLst xmlns:a="http://schemas.openxmlformats.org/drawingml/2006/main" xmlns:r="http://schemas.openxmlformats.org/officeDocument/2006/relationships" xmlns:p="http://schemas.openxmlformats.org/presentationml/2006/main">
  <p:tag name="PPSPLIT_ID" val=" 11"/>
</p:tagLst>
</file>

<file path=ppt/tags/tag554.xml><?xml version="1.0" encoding="utf-8"?>
<p:tagLst xmlns:a="http://schemas.openxmlformats.org/drawingml/2006/main" xmlns:r="http://schemas.openxmlformats.org/officeDocument/2006/relationships" xmlns:p="http://schemas.openxmlformats.org/presentationml/2006/main">
  <p:tag name="PPSPLIT_ID" val=" 4"/>
</p:tagLst>
</file>

<file path=ppt/tags/tag555.xml><?xml version="1.0" encoding="utf-8"?>
<p:tagLst xmlns:a="http://schemas.openxmlformats.org/drawingml/2006/main" xmlns:r="http://schemas.openxmlformats.org/officeDocument/2006/relationships" xmlns:p="http://schemas.openxmlformats.org/presentationml/2006/main">
  <p:tag name="PPSPLIT_ID" val=" 9"/>
</p:tagLst>
</file>

<file path=ppt/tags/tag556.xml><?xml version="1.0" encoding="utf-8"?>
<p:tagLst xmlns:a="http://schemas.openxmlformats.org/drawingml/2006/main" xmlns:r="http://schemas.openxmlformats.org/officeDocument/2006/relationships" xmlns:p="http://schemas.openxmlformats.org/presentationml/2006/main">
  <p:tag name="PPSPLIT_ID" val=" 10"/>
</p:tagLst>
</file>

<file path=ppt/tags/tag557.xml><?xml version="1.0" encoding="utf-8"?>
<p:tagLst xmlns:a="http://schemas.openxmlformats.org/drawingml/2006/main" xmlns:r="http://schemas.openxmlformats.org/officeDocument/2006/relationships" xmlns:p="http://schemas.openxmlformats.org/presentationml/2006/main">
  <p:tag name="PPSPLIT_ID" val=" 18"/>
</p:tagLst>
</file>

<file path=ppt/tags/tag558.xml><?xml version="1.0" encoding="utf-8"?>
<p:tagLst xmlns:a="http://schemas.openxmlformats.org/drawingml/2006/main" xmlns:r="http://schemas.openxmlformats.org/officeDocument/2006/relationships" xmlns:p="http://schemas.openxmlformats.org/presentationml/2006/main">
  <p:tag name="PPSPLIT_ID" val=" 24"/>
</p:tagLst>
</file>

<file path=ppt/tags/tag559.xml><?xml version="1.0" encoding="utf-8"?>
<p:tagLst xmlns:a="http://schemas.openxmlformats.org/drawingml/2006/main" xmlns:r="http://schemas.openxmlformats.org/officeDocument/2006/relationships" xmlns:p="http://schemas.openxmlformats.org/presentationml/2006/main">
  <p:tag name="PPSPLIT_ID" val=" 8"/>
</p:tagLst>
</file>

<file path=ppt/tags/tag560.xml><?xml version="1.0" encoding="utf-8"?>
<p:tagLst xmlns:a="http://schemas.openxmlformats.org/drawingml/2006/main" xmlns:r="http://schemas.openxmlformats.org/officeDocument/2006/relationships" xmlns:p="http://schemas.openxmlformats.org/presentationml/2006/main">
  <p:tag name="PPSPLIT_ID" val=" 182"/>
</p:tagLst>
</file>

<file path=ppt/tags/tag561.xml><?xml version="1.0" encoding="utf-8"?>
<p:tagLst xmlns:a="http://schemas.openxmlformats.org/drawingml/2006/main" xmlns:r="http://schemas.openxmlformats.org/officeDocument/2006/relationships" xmlns:p="http://schemas.openxmlformats.org/presentationml/2006/main">
  <p:tag name="PPSPLIT_ID" val=" 2"/>
</p:tagLst>
</file>

<file path=ppt/tags/tag562.xml><?xml version="1.0" encoding="utf-8"?>
<p:tagLst xmlns:a="http://schemas.openxmlformats.org/drawingml/2006/main" xmlns:r="http://schemas.openxmlformats.org/officeDocument/2006/relationships" xmlns:p="http://schemas.openxmlformats.org/presentationml/2006/main">
  <p:tag name="PPSPLIT_ID" val=" 44"/>
</p:tagLst>
</file>

<file path=ppt/tags/tag563.xml><?xml version="1.0" encoding="utf-8"?>
<p:tagLst xmlns:a="http://schemas.openxmlformats.org/drawingml/2006/main" xmlns:r="http://schemas.openxmlformats.org/officeDocument/2006/relationships" xmlns:p="http://schemas.openxmlformats.org/presentationml/2006/main">
  <p:tag name="PPSPLIT_ID" val=" 49"/>
</p:tagLst>
</file>

<file path=ppt/tags/tag564.xml><?xml version="1.0" encoding="utf-8"?>
<p:tagLst xmlns:a="http://schemas.openxmlformats.org/drawingml/2006/main" xmlns:r="http://schemas.openxmlformats.org/officeDocument/2006/relationships" xmlns:p="http://schemas.openxmlformats.org/presentationml/2006/main">
  <p:tag name="PPSPLIT_ID" val=" 51"/>
</p:tagLst>
</file>

<file path=ppt/tags/tag565.xml><?xml version="1.0" encoding="utf-8"?>
<p:tagLst xmlns:a="http://schemas.openxmlformats.org/drawingml/2006/main" xmlns:r="http://schemas.openxmlformats.org/officeDocument/2006/relationships" xmlns:p="http://schemas.openxmlformats.org/presentationml/2006/main">
  <p:tag name="PPSPLIT_ID" val=" 53"/>
</p:tagLst>
</file>

<file path=ppt/tags/tag566.xml><?xml version="1.0" encoding="utf-8"?>
<p:tagLst xmlns:a="http://schemas.openxmlformats.org/drawingml/2006/main" xmlns:r="http://schemas.openxmlformats.org/officeDocument/2006/relationships" xmlns:p="http://schemas.openxmlformats.org/presentationml/2006/main">
  <p:tag name="PPSPLIT_ID" val=" 31"/>
</p:tagLst>
</file>

<file path=ppt/tags/tag567.xml><?xml version="1.0" encoding="utf-8"?>
<p:tagLst xmlns:a="http://schemas.openxmlformats.org/drawingml/2006/main" xmlns:r="http://schemas.openxmlformats.org/officeDocument/2006/relationships" xmlns:p="http://schemas.openxmlformats.org/presentationml/2006/main">
  <p:tag name="PPSPLIT_ID" val=" 32"/>
</p:tagLst>
</file>

<file path=ppt/tags/tag568.xml><?xml version="1.0" encoding="utf-8"?>
<p:tagLst xmlns:a="http://schemas.openxmlformats.org/drawingml/2006/main" xmlns:r="http://schemas.openxmlformats.org/officeDocument/2006/relationships" xmlns:p="http://schemas.openxmlformats.org/presentationml/2006/main">
  <p:tag name="PPSPLIT_ID" val=" 14"/>
</p:tagLst>
</file>

<file path=ppt/tags/tag569.xml><?xml version="1.0" encoding="utf-8"?>
<p:tagLst xmlns:a="http://schemas.openxmlformats.org/drawingml/2006/main" xmlns:r="http://schemas.openxmlformats.org/officeDocument/2006/relationships" xmlns:p="http://schemas.openxmlformats.org/presentationml/2006/main">
  <p:tag name="PPSPLIT_ID" val=" 15"/>
</p:tagLst>
</file>

<file path=ppt/tags/tag570.xml><?xml version="1.0" encoding="utf-8"?>
<p:tagLst xmlns:a="http://schemas.openxmlformats.org/drawingml/2006/main" xmlns:r="http://schemas.openxmlformats.org/officeDocument/2006/relationships" xmlns:p="http://schemas.openxmlformats.org/presentationml/2006/main">
  <p:tag name="PPSPLIT_ID" val=" 16"/>
</p:tagLst>
</file>

<file path=ppt/tags/tag571.xml><?xml version="1.0" encoding="utf-8"?>
<p:tagLst xmlns:a="http://schemas.openxmlformats.org/drawingml/2006/main" xmlns:r="http://schemas.openxmlformats.org/officeDocument/2006/relationships" xmlns:p="http://schemas.openxmlformats.org/presentationml/2006/main">
  <p:tag name="PPSPLIT_ID" val=" 20"/>
</p:tagLst>
</file>

<file path=ppt/tags/tag572.xml><?xml version="1.0" encoding="utf-8"?>
<p:tagLst xmlns:a="http://schemas.openxmlformats.org/drawingml/2006/main" xmlns:r="http://schemas.openxmlformats.org/officeDocument/2006/relationships" xmlns:p="http://schemas.openxmlformats.org/presentationml/2006/main">
  <p:tag name="PPSPLIT_ID" val=" 23"/>
</p:tagLst>
</file>

<file path=ppt/tags/tag573.xml><?xml version="1.0" encoding="utf-8"?>
<p:tagLst xmlns:a="http://schemas.openxmlformats.org/drawingml/2006/main" xmlns:r="http://schemas.openxmlformats.org/officeDocument/2006/relationships" xmlns:p="http://schemas.openxmlformats.org/presentationml/2006/main">
  <p:tag name="PPSPLIT_ID" val=" 25"/>
</p:tagLst>
</file>

<file path=ppt/tags/tag574.xml><?xml version="1.0" encoding="utf-8"?>
<p:tagLst xmlns:a="http://schemas.openxmlformats.org/drawingml/2006/main" xmlns:r="http://schemas.openxmlformats.org/officeDocument/2006/relationships" xmlns:p="http://schemas.openxmlformats.org/presentationml/2006/main">
  <p:tag name="PPSPLIT_ID" val=" 26"/>
</p:tagLst>
</file>

<file path=ppt/tags/tag575.xml><?xml version="1.0" encoding="utf-8"?>
<p:tagLst xmlns:a="http://schemas.openxmlformats.org/drawingml/2006/main" xmlns:r="http://schemas.openxmlformats.org/officeDocument/2006/relationships" xmlns:p="http://schemas.openxmlformats.org/presentationml/2006/main">
  <p:tag name="PPSPLIT_ID" val=" 27"/>
</p:tagLst>
</file>

<file path=ppt/tags/tag576.xml><?xml version="1.0" encoding="utf-8"?>
<p:tagLst xmlns:a="http://schemas.openxmlformats.org/drawingml/2006/main" xmlns:r="http://schemas.openxmlformats.org/officeDocument/2006/relationships" xmlns:p="http://schemas.openxmlformats.org/presentationml/2006/main">
  <p:tag name="PPSPLIT_ID" val=" 28"/>
</p:tagLst>
</file>

<file path=ppt/tags/tag577.xml><?xml version="1.0" encoding="utf-8"?>
<p:tagLst xmlns:a="http://schemas.openxmlformats.org/drawingml/2006/main" xmlns:r="http://schemas.openxmlformats.org/officeDocument/2006/relationships" xmlns:p="http://schemas.openxmlformats.org/presentationml/2006/main">
  <p:tag name="PPSPLIT_ID" val=" 30"/>
</p:tagLst>
</file>

<file path=ppt/tags/tag578.xml><?xml version="1.0" encoding="utf-8"?>
<p:tagLst xmlns:a="http://schemas.openxmlformats.org/drawingml/2006/main" xmlns:r="http://schemas.openxmlformats.org/officeDocument/2006/relationships" xmlns:p="http://schemas.openxmlformats.org/presentationml/2006/main">
  <p:tag name="PPSPLIT_SPLIT" val="1"/>
  <p:tag name="PPSPLIT_ORIGINALSLIDENUMBER" val="8"/>
  <p:tag name="PPSPLIT_DONE" val="1"/>
</p:tagLst>
</file>

<file path=ppt/tags/tag579.xml><?xml version="1.0" encoding="utf-8"?>
<p:tagLst xmlns:a="http://schemas.openxmlformats.org/drawingml/2006/main" xmlns:r="http://schemas.openxmlformats.org/officeDocument/2006/relationships" xmlns:p="http://schemas.openxmlformats.org/presentationml/2006/main">
  <p:tag name="PPSPLIT_ID" val=" 85"/>
</p:tagLst>
</file>

<file path=ppt/tags/tag580.xml><?xml version="1.0" encoding="utf-8"?>
<p:tagLst xmlns:a="http://schemas.openxmlformats.org/drawingml/2006/main" xmlns:r="http://schemas.openxmlformats.org/officeDocument/2006/relationships" xmlns:p="http://schemas.openxmlformats.org/presentationml/2006/main">
  <p:tag name="PPSPLIT_ID" val=" 4"/>
</p:tagLst>
</file>

<file path=ppt/tags/tag581.xml><?xml version="1.0" encoding="utf-8"?>
<p:tagLst xmlns:a="http://schemas.openxmlformats.org/drawingml/2006/main" xmlns:r="http://schemas.openxmlformats.org/officeDocument/2006/relationships" xmlns:p="http://schemas.openxmlformats.org/presentationml/2006/main">
  <p:tag name="PPSPLIT_ID" val=" 26"/>
</p:tagLst>
</file>

<file path=ppt/tags/tag582.xml><?xml version="1.0" encoding="utf-8"?>
<p:tagLst xmlns:a="http://schemas.openxmlformats.org/drawingml/2006/main" xmlns:r="http://schemas.openxmlformats.org/officeDocument/2006/relationships" xmlns:p="http://schemas.openxmlformats.org/presentationml/2006/main">
  <p:tag name="PPSPLIT_ID" val=" 27"/>
</p:tagLst>
</file>

<file path=ppt/tags/tag583.xml><?xml version="1.0" encoding="utf-8"?>
<p:tagLst xmlns:a="http://schemas.openxmlformats.org/drawingml/2006/main" xmlns:r="http://schemas.openxmlformats.org/officeDocument/2006/relationships" xmlns:p="http://schemas.openxmlformats.org/presentationml/2006/main">
  <p:tag name="PPSPLIT_ID" val=" 3"/>
</p:tagLst>
</file>

<file path=ppt/tags/tag584.xml><?xml version="1.0" encoding="utf-8"?>
<p:tagLst xmlns:a="http://schemas.openxmlformats.org/drawingml/2006/main" xmlns:r="http://schemas.openxmlformats.org/officeDocument/2006/relationships" xmlns:p="http://schemas.openxmlformats.org/presentationml/2006/main">
  <p:tag name="PPSPLIT_ID" val=" 43"/>
</p:tagLst>
</file>

<file path=ppt/tags/tag585.xml><?xml version="1.0" encoding="utf-8"?>
<p:tagLst xmlns:a="http://schemas.openxmlformats.org/drawingml/2006/main" xmlns:r="http://schemas.openxmlformats.org/officeDocument/2006/relationships" xmlns:p="http://schemas.openxmlformats.org/presentationml/2006/main">
  <p:tag name="PPSPLIT_ID" val=" 83"/>
</p:tagLst>
</file>

<file path=ppt/tags/tag586.xml><?xml version="1.0" encoding="utf-8"?>
<p:tagLst xmlns:a="http://schemas.openxmlformats.org/drawingml/2006/main" xmlns:r="http://schemas.openxmlformats.org/officeDocument/2006/relationships" xmlns:p="http://schemas.openxmlformats.org/presentationml/2006/main">
  <p:tag name="PPSPLIT_SPLIT" val="1"/>
  <p:tag name="PPSPLIT_ORIGINALSLIDENUMBER" val="8"/>
</p:tagLst>
</file>

<file path=ppt/tags/tag587.xml><?xml version="1.0" encoding="utf-8"?>
<p:tagLst xmlns:a="http://schemas.openxmlformats.org/drawingml/2006/main" xmlns:r="http://schemas.openxmlformats.org/officeDocument/2006/relationships" xmlns:p="http://schemas.openxmlformats.org/presentationml/2006/main">
  <p:tag name="PPSPLIT_ID" val=" 85"/>
</p:tagLst>
</file>

<file path=ppt/tags/tag588.xml><?xml version="1.0" encoding="utf-8"?>
<p:tagLst xmlns:a="http://schemas.openxmlformats.org/drawingml/2006/main" xmlns:r="http://schemas.openxmlformats.org/officeDocument/2006/relationships" xmlns:p="http://schemas.openxmlformats.org/presentationml/2006/main">
  <p:tag name="PPSPLIT_ID" val=" 4"/>
</p:tagLst>
</file>

<file path=ppt/tags/tag589.xml><?xml version="1.0" encoding="utf-8"?>
<p:tagLst xmlns:a="http://schemas.openxmlformats.org/drawingml/2006/main" xmlns:r="http://schemas.openxmlformats.org/officeDocument/2006/relationships" xmlns:p="http://schemas.openxmlformats.org/presentationml/2006/main">
  <p:tag name="PPSPLIT_ID" val=" 26"/>
</p:tagLst>
</file>

<file path=ppt/tags/tag590.xml><?xml version="1.0" encoding="utf-8"?>
<p:tagLst xmlns:a="http://schemas.openxmlformats.org/drawingml/2006/main" xmlns:r="http://schemas.openxmlformats.org/officeDocument/2006/relationships" xmlns:p="http://schemas.openxmlformats.org/presentationml/2006/main">
  <p:tag name="PPSPLIT_ID" val=" 27"/>
</p:tagLst>
</file>

<file path=ppt/tags/tag591.xml><?xml version="1.0" encoding="utf-8"?>
<p:tagLst xmlns:a="http://schemas.openxmlformats.org/drawingml/2006/main" xmlns:r="http://schemas.openxmlformats.org/officeDocument/2006/relationships" xmlns:p="http://schemas.openxmlformats.org/presentationml/2006/main">
  <p:tag name="PPSPLIT_ID" val=" 6"/>
</p:tagLst>
</file>

<file path=ppt/tags/tag592.xml><?xml version="1.0" encoding="utf-8"?>
<p:tagLst xmlns:a="http://schemas.openxmlformats.org/drawingml/2006/main" xmlns:r="http://schemas.openxmlformats.org/officeDocument/2006/relationships" xmlns:p="http://schemas.openxmlformats.org/presentationml/2006/main">
  <p:tag name="PPSPLIT_ID" val=" 10"/>
</p:tagLst>
</file>

<file path=ppt/tags/tag593.xml><?xml version="1.0" encoding="utf-8"?>
<p:tagLst xmlns:a="http://schemas.openxmlformats.org/drawingml/2006/main" xmlns:r="http://schemas.openxmlformats.org/officeDocument/2006/relationships" xmlns:p="http://schemas.openxmlformats.org/presentationml/2006/main">
  <p:tag name="PPSPLIT_ID" val=" 12"/>
</p:tagLst>
</file>

<file path=ppt/tags/tag594.xml><?xml version="1.0" encoding="utf-8"?>
<p:tagLst xmlns:a="http://schemas.openxmlformats.org/drawingml/2006/main" xmlns:r="http://schemas.openxmlformats.org/officeDocument/2006/relationships" xmlns:p="http://schemas.openxmlformats.org/presentationml/2006/main">
  <p:tag name="PPSPLIT_ID" val=" 8"/>
</p:tagLst>
</file>

<file path=ppt/tags/tag595.xml><?xml version="1.0" encoding="utf-8"?>
<p:tagLst xmlns:a="http://schemas.openxmlformats.org/drawingml/2006/main" xmlns:r="http://schemas.openxmlformats.org/officeDocument/2006/relationships" xmlns:p="http://schemas.openxmlformats.org/presentationml/2006/main">
  <p:tag name="PPSPLIT_ID" val=" 3"/>
</p:tagLst>
</file>

<file path=ppt/tags/tag596.xml><?xml version="1.0" encoding="utf-8"?>
<p:tagLst xmlns:a="http://schemas.openxmlformats.org/drawingml/2006/main" xmlns:r="http://schemas.openxmlformats.org/officeDocument/2006/relationships" xmlns:p="http://schemas.openxmlformats.org/presentationml/2006/main">
  <p:tag name="PPSPLIT_ID" val=" 7"/>
</p:tagLst>
</file>

<file path=ppt/tags/tag597.xml><?xml version="1.0" encoding="utf-8"?>
<p:tagLst xmlns:a="http://schemas.openxmlformats.org/drawingml/2006/main" xmlns:r="http://schemas.openxmlformats.org/officeDocument/2006/relationships" xmlns:p="http://schemas.openxmlformats.org/presentationml/2006/main">
  <p:tag name="PPSPLIT_ID" val=" 83"/>
</p:tagLst>
</file>

<file path=ppt/tags/tag598.xml><?xml version="1.0" encoding="utf-8"?>
<p:tagLst xmlns:a="http://schemas.openxmlformats.org/drawingml/2006/main" xmlns:r="http://schemas.openxmlformats.org/officeDocument/2006/relationships" xmlns:p="http://schemas.openxmlformats.org/presentationml/2006/main">
  <p:tag name="PPSPLIT_SPLIT" val="1"/>
  <p:tag name="PPSPLIT_ORIGINALSLIDENUMBER" val="9"/>
  <p:tag name="PPSPLIT_DONE" val="1"/>
</p:tagLst>
</file>

<file path=ppt/tags/tag599.xml><?xml version="1.0" encoding="utf-8"?>
<p:tagLst xmlns:a="http://schemas.openxmlformats.org/drawingml/2006/main" xmlns:r="http://schemas.openxmlformats.org/officeDocument/2006/relationships" xmlns:p="http://schemas.openxmlformats.org/presentationml/2006/main">
  <p:tag name="PPSPLIT_ID" val=" 4"/>
</p:tagLst>
</file>

<file path=ppt/tags/tag600.xml><?xml version="1.0" encoding="utf-8"?>
<p:tagLst xmlns:a="http://schemas.openxmlformats.org/drawingml/2006/main" xmlns:r="http://schemas.openxmlformats.org/officeDocument/2006/relationships" xmlns:p="http://schemas.openxmlformats.org/presentationml/2006/main">
  <p:tag name="PPSPLIT_ID" val=" 95"/>
</p:tagLst>
</file>

<file path=ppt/tags/tag601.xml><?xml version="1.0" encoding="utf-8"?>
<p:tagLst xmlns:a="http://schemas.openxmlformats.org/drawingml/2006/main" xmlns:r="http://schemas.openxmlformats.org/officeDocument/2006/relationships" xmlns:p="http://schemas.openxmlformats.org/presentationml/2006/main">
  <p:tag name="PPSPLIT_ID" val=" 26"/>
</p:tagLst>
</file>

<file path=ppt/tags/tag602.xml><?xml version="1.0" encoding="utf-8"?>
<p:tagLst xmlns:a="http://schemas.openxmlformats.org/drawingml/2006/main" xmlns:r="http://schemas.openxmlformats.org/officeDocument/2006/relationships" xmlns:p="http://schemas.openxmlformats.org/presentationml/2006/main">
  <p:tag name="PPSPLIT_ID" val=" 27"/>
</p:tagLst>
</file>

<file path=ppt/tags/tag603.xml><?xml version="1.0" encoding="utf-8"?>
<p:tagLst xmlns:a="http://schemas.openxmlformats.org/drawingml/2006/main" xmlns:r="http://schemas.openxmlformats.org/officeDocument/2006/relationships" xmlns:p="http://schemas.openxmlformats.org/presentationml/2006/main">
  <p:tag name="PPSPLIT_SPLIT" val="1"/>
  <p:tag name="PPSPLIT_ORIGINALSLIDENUMBER" val="9"/>
</p:tagLst>
</file>

<file path=ppt/tags/tag604.xml><?xml version="1.0" encoding="utf-8"?>
<p:tagLst xmlns:a="http://schemas.openxmlformats.org/drawingml/2006/main" xmlns:r="http://schemas.openxmlformats.org/officeDocument/2006/relationships" xmlns:p="http://schemas.openxmlformats.org/presentationml/2006/main">
  <p:tag name="PPSPLIT_ID" val=" 96"/>
</p:tagLst>
</file>

<file path=ppt/tags/tag605.xml><?xml version="1.0" encoding="utf-8"?>
<p:tagLst xmlns:a="http://schemas.openxmlformats.org/drawingml/2006/main" xmlns:r="http://schemas.openxmlformats.org/officeDocument/2006/relationships" xmlns:p="http://schemas.openxmlformats.org/presentationml/2006/main">
  <p:tag name="PPSPLIT_ID" val=" 4"/>
</p:tagLst>
</file>

<file path=ppt/tags/tag606.xml><?xml version="1.0" encoding="utf-8"?>
<p:tagLst xmlns:a="http://schemas.openxmlformats.org/drawingml/2006/main" xmlns:r="http://schemas.openxmlformats.org/officeDocument/2006/relationships" xmlns:p="http://schemas.openxmlformats.org/presentationml/2006/main">
  <p:tag name="PPSPLIT_ID" val=" 95"/>
</p:tagLst>
</file>

<file path=ppt/tags/tag607.xml><?xml version="1.0" encoding="utf-8"?>
<p:tagLst xmlns:a="http://schemas.openxmlformats.org/drawingml/2006/main" xmlns:r="http://schemas.openxmlformats.org/officeDocument/2006/relationships" xmlns:p="http://schemas.openxmlformats.org/presentationml/2006/main">
  <p:tag name="PPSPLIT_ID" val=" 26"/>
</p:tagLst>
</file>

<file path=ppt/tags/tag608.xml><?xml version="1.0" encoding="utf-8"?>
<p:tagLst xmlns:a="http://schemas.openxmlformats.org/drawingml/2006/main" xmlns:r="http://schemas.openxmlformats.org/officeDocument/2006/relationships" xmlns:p="http://schemas.openxmlformats.org/presentationml/2006/main">
  <p:tag name="PPSPLIT_ID" val=" 27"/>
</p:tagLst>
</file>

<file path=ppt/tags/tag609.xml><?xml version="1.0" encoding="utf-8"?>
<p:tagLst xmlns:a="http://schemas.openxmlformats.org/drawingml/2006/main" xmlns:r="http://schemas.openxmlformats.org/officeDocument/2006/relationships" xmlns:p="http://schemas.openxmlformats.org/presentationml/2006/main">
  <p:tag name="PPSPLIT_SPLIT" val="1"/>
  <p:tag name="PPSPLIT_ORIGINALSLIDENUMBER" val="10"/>
  <p:tag name="PPSPLIT_DONE" val="1"/>
</p:tagLst>
</file>

<file path=ppt/tags/tag610.xml><?xml version="1.0" encoding="utf-8"?>
<p:tagLst xmlns:a="http://schemas.openxmlformats.org/drawingml/2006/main" xmlns:r="http://schemas.openxmlformats.org/officeDocument/2006/relationships" xmlns:p="http://schemas.openxmlformats.org/presentationml/2006/main">
  <p:tag name="PPSPLIT_ID" val=" 7"/>
</p:tagLst>
</file>

<file path=ppt/tags/tag611.xml><?xml version="1.0" encoding="utf-8"?>
<p:tagLst xmlns:a="http://schemas.openxmlformats.org/drawingml/2006/main" xmlns:r="http://schemas.openxmlformats.org/officeDocument/2006/relationships" xmlns:p="http://schemas.openxmlformats.org/presentationml/2006/main">
  <p:tag name="PPSPLIT_ID" val=" 2"/>
</p:tagLst>
</file>

<file path=ppt/tags/tag612.xml><?xml version="1.0" encoding="utf-8"?>
<p:tagLst xmlns:a="http://schemas.openxmlformats.org/drawingml/2006/main" xmlns:r="http://schemas.openxmlformats.org/officeDocument/2006/relationships" xmlns:p="http://schemas.openxmlformats.org/presentationml/2006/main">
  <p:tag name="PPSPLIT_ID" val=" 3"/>
</p:tagLst>
</file>

<file path=ppt/tags/tag613.xml><?xml version="1.0" encoding="utf-8"?>
<p:tagLst xmlns:a="http://schemas.openxmlformats.org/drawingml/2006/main" xmlns:r="http://schemas.openxmlformats.org/officeDocument/2006/relationships" xmlns:p="http://schemas.openxmlformats.org/presentationml/2006/main">
  <p:tag name="PPSPLIT_SPLIT" val="1"/>
  <p:tag name="PPSPLIT_ORIGINALSLIDENUMBER" val="10"/>
  <p:tag name="PPSPLIT_DONE" val="1"/>
</p:tagLst>
</file>

<file path=ppt/tags/tag614.xml><?xml version="1.0" encoding="utf-8"?>
<p:tagLst xmlns:a="http://schemas.openxmlformats.org/drawingml/2006/main" xmlns:r="http://schemas.openxmlformats.org/officeDocument/2006/relationships" xmlns:p="http://schemas.openxmlformats.org/presentationml/2006/main">
  <p:tag name="PPSPLIT_ID" val=" 7"/>
</p:tagLst>
</file>

<file path=ppt/tags/tag615.xml><?xml version="1.0" encoding="utf-8"?>
<p:tagLst xmlns:a="http://schemas.openxmlformats.org/drawingml/2006/main" xmlns:r="http://schemas.openxmlformats.org/officeDocument/2006/relationships" xmlns:p="http://schemas.openxmlformats.org/presentationml/2006/main">
  <p:tag name="PPSPLIT_ID" val=" 2"/>
</p:tagLst>
</file>

<file path=ppt/tags/tag616.xml><?xml version="1.0" encoding="utf-8"?>
<p:tagLst xmlns:a="http://schemas.openxmlformats.org/drawingml/2006/main" xmlns:r="http://schemas.openxmlformats.org/officeDocument/2006/relationships" xmlns:p="http://schemas.openxmlformats.org/presentationml/2006/main">
  <p:tag name="PPSPLIT_ID" val=" 3"/>
</p:tagLst>
</file>

<file path=ppt/tags/tag617.xml><?xml version="1.0" encoding="utf-8"?>
<p:tagLst xmlns:a="http://schemas.openxmlformats.org/drawingml/2006/main" xmlns:r="http://schemas.openxmlformats.org/officeDocument/2006/relationships" xmlns:p="http://schemas.openxmlformats.org/presentationml/2006/main">
  <p:tag name="PPSPLIT_ID" val=" 35"/>
</p:tagLst>
</file>

<file path=ppt/tags/tag618.xml><?xml version="1.0" encoding="utf-8"?>
<p:tagLst xmlns:a="http://schemas.openxmlformats.org/drawingml/2006/main" xmlns:r="http://schemas.openxmlformats.org/officeDocument/2006/relationships" xmlns:p="http://schemas.openxmlformats.org/presentationml/2006/main">
  <p:tag name="PPSPLIT_ID" val=" 4"/>
</p:tagLst>
</file>

<file path=ppt/tags/tag619.xml><?xml version="1.0" encoding="utf-8"?>
<p:tagLst xmlns:a="http://schemas.openxmlformats.org/drawingml/2006/main" xmlns:r="http://schemas.openxmlformats.org/officeDocument/2006/relationships" xmlns:p="http://schemas.openxmlformats.org/presentationml/2006/main">
  <p:tag name="PPSPLIT_ID" val=" 10"/>
</p:tagLst>
</file>

<file path=ppt/tags/tag620.xml><?xml version="1.0" encoding="utf-8"?>
<p:tagLst xmlns:a="http://schemas.openxmlformats.org/drawingml/2006/main" xmlns:r="http://schemas.openxmlformats.org/officeDocument/2006/relationships" xmlns:p="http://schemas.openxmlformats.org/presentationml/2006/main">
  <p:tag name="PPSPLIT_SPLIT" val="1"/>
  <p:tag name="PPSPLIT_ORIGINALSLIDENUMBER" val="10"/>
  <p:tag name="PPSPLIT_DONE" val="1"/>
</p:tagLst>
</file>

<file path=ppt/tags/tag621.xml><?xml version="1.0" encoding="utf-8"?>
<p:tagLst xmlns:a="http://schemas.openxmlformats.org/drawingml/2006/main" xmlns:r="http://schemas.openxmlformats.org/officeDocument/2006/relationships" xmlns:p="http://schemas.openxmlformats.org/presentationml/2006/main">
  <p:tag name="PPSPLIT_ID" val=" 7"/>
</p:tagLst>
</file>

<file path=ppt/tags/tag622.xml><?xml version="1.0" encoding="utf-8"?>
<p:tagLst xmlns:a="http://schemas.openxmlformats.org/drawingml/2006/main" xmlns:r="http://schemas.openxmlformats.org/officeDocument/2006/relationships" xmlns:p="http://schemas.openxmlformats.org/presentationml/2006/main">
  <p:tag name="PPSPLIT_ID" val=" 2"/>
</p:tagLst>
</file>

<file path=ppt/tags/tag623.xml><?xml version="1.0" encoding="utf-8"?>
<p:tagLst xmlns:a="http://schemas.openxmlformats.org/drawingml/2006/main" xmlns:r="http://schemas.openxmlformats.org/officeDocument/2006/relationships" xmlns:p="http://schemas.openxmlformats.org/presentationml/2006/main">
  <p:tag name="PPSPLIT_ID" val=" 3"/>
</p:tagLst>
</file>

<file path=ppt/tags/tag624.xml><?xml version="1.0" encoding="utf-8"?>
<p:tagLst xmlns:a="http://schemas.openxmlformats.org/drawingml/2006/main" xmlns:r="http://schemas.openxmlformats.org/officeDocument/2006/relationships" xmlns:p="http://schemas.openxmlformats.org/presentationml/2006/main">
  <p:tag name="PPSPLIT_ID" val=" 35"/>
</p:tagLst>
</file>

<file path=ppt/tags/tag625.xml><?xml version="1.0" encoding="utf-8"?>
<p:tagLst xmlns:a="http://schemas.openxmlformats.org/drawingml/2006/main" xmlns:r="http://schemas.openxmlformats.org/officeDocument/2006/relationships" xmlns:p="http://schemas.openxmlformats.org/presentationml/2006/main">
  <p:tag name="PPSPLIT_ID" val=" 4"/>
</p:tagLst>
</file>

<file path=ppt/tags/tag626.xml><?xml version="1.0" encoding="utf-8"?>
<p:tagLst xmlns:a="http://schemas.openxmlformats.org/drawingml/2006/main" xmlns:r="http://schemas.openxmlformats.org/officeDocument/2006/relationships" xmlns:p="http://schemas.openxmlformats.org/presentationml/2006/main">
  <p:tag name="PPSPLIT_ID" val=" 6"/>
</p:tagLst>
</file>

<file path=ppt/tags/tag627.xml><?xml version="1.0" encoding="utf-8"?>
<p:tagLst xmlns:a="http://schemas.openxmlformats.org/drawingml/2006/main" xmlns:r="http://schemas.openxmlformats.org/officeDocument/2006/relationships" xmlns:p="http://schemas.openxmlformats.org/presentationml/2006/main">
  <p:tag name="PPSPLIT_ID" val=" 10"/>
</p:tagLst>
</file>

<file path=ppt/tags/tag628.xml><?xml version="1.0" encoding="utf-8"?>
<p:tagLst xmlns:a="http://schemas.openxmlformats.org/drawingml/2006/main" xmlns:r="http://schemas.openxmlformats.org/officeDocument/2006/relationships" xmlns:p="http://schemas.openxmlformats.org/presentationml/2006/main">
  <p:tag name="PPSPLIT_ID" val=" 14"/>
</p:tagLst>
</file>

<file path=ppt/tags/tag629.xml><?xml version="1.0" encoding="utf-8"?>
<p:tagLst xmlns:a="http://schemas.openxmlformats.org/drawingml/2006/main" xmlns:r="http://schemas.openxmlformats.org/officeDocument/2006/relationships" xmlns:p="http://schemas.openxmlformats.org/presentationml/2006/main">
  <p:tag name="PPSPLIT_ID" val=" 40"/>
</p:tagLst>
</file>

<file path=ppt/tags/tag630.xml><?xml version="1.0" encoding="utf-8"?>
<p:tagLst xmlns:a="http://schemas.openxmlformats.org/drawingml/2006/main" xmlns:r="http://schemas.openxmlformats.org/officeDocument/2006/relationships" xmlns:p="http://schemas.openxmlformats.org/presentationml/2006/main">
  <p:tag name="PPSPLIT_SPLIT" val="1"/>
  <p:tag name="PPSPLIT_ORIGINALSLIDENUMBER" val="10"/>
  <p:tag name="PPSPLIT_DONE" val="1"/>
</p:tagLst>
</file>

<file path=ppt/tags/tag631.xml><?xml version="1.0" encoding="utf-8"?>
<p:tagLst xmlns:a="http://schemas.openxmlformats.org/drawingml/2006/main" xmlns:r="http://schemas.openxmlformats.org/officeDocument/2006/relationships" xmlns:p="http://schemas.openxmlformats.org/presentationml/2006/main">
  <p:tag name="PPSPLIT_ID" val=" 7"/>
</p:tagLst>
</file>

<file path=ppt/tags/tag632.xml><?xml version="1.0" encoding="utf-8"?>
<p:tagLst xmlns:a="http://schemas.openxmlformats.org/drawingml/2006/main" xmlns:r="http://schemas.openxmlformats.org/officeDocument/2006/relationships" xmlns:p="http://schemas.openxmlformats.org/presentationml/2006/main">
  <p:tag name="PPSPLIT_ID" val=" 2"/>
</p:tagLst>
</file>

<file path=ppt/tags/tag633.xml><?xml version="1.0" encoding="utf-8"?>
<p:tagLst xmlns:a="http://schemas.openxmlformats.org/drawingml/2006/main" xmlns:r="http://schemas.openxmlformats.org/officeDocument/2006/relationships" xmlns:p="http://schemas.openxmlformats.org/presentationml/2006/main">
  <p:tag name="PPSPLIT_ID" val=" 3"/>
</p:tagLst>
</file>

<file path=ppt/tags/tag634.xml><?xml version="1.0" encoding="utf-8"?>
<p:tagLst xmlns:a="http://schemas.openxmlformats.org/drawingml/2006/main" xmlns:r="http://schemas.openxmlformats.org/officeDocument/2006/relationships" xmlns:p="http://schemas.openxmlformats.org/presentationml/2006/main">
  <p:tag name="PPSPLIT_ID" val=" 35"/>
</p:tagLst>
</file>

<file path=ppt/tags/tag635.xml><?xml version="1.0" encoding="utf-8"?>
<p:tagLst xmlns:a="http://schemas.openxmlformats.org/drawingml/2006/main" xmlns:r="http://schemas.openxmlformats.org/officeDocument/2006/relationships" xmlns:p="http://schemas.openxmlformats.org/presentationml/2006/main">
  <p:tag name="PPSPLIT_ID" val=" 4"/>
</p:tagLst>
</file>

<file path=ppt/tags/tag636.xml><?xml version="1.0" encoding="utf-8"?>
<p:tagLst xmlns:a="http://schemas.openxmlformats.org/drawingml/2006/main" xmlns:r="http://schemas.openxmlformats.org/officeDocument/2006/relationships" xmlns:p="http://schemas.openxmlformats.org/presentationml/2006/main">
  <p:tag name="PPSPLIT_ID" val=" 6"/>
</p:tagLst>
</file>

<file path=ppt/tags/tag637.xml><?xml version="1.0" encoding="utf-8"?>
<p:tagLst xmlns:a="http://schemas.openxmlformats.org/drawingml/2006/main" xmlns:r="http://schemas.openxmlformats.org/officeDocument/2006/relationships" xmlns:p="http://schemas.openxmlformats.org/presentationml/2006/main">
  <p:tag name="PPSPLIT_ID" val=" 8"/>
</p:tagLst>
</file>

<file path=ppt/tags/tag638.xml><?xml version="1.0" encoding="utf-8"?>
<p:tagLst xmlns:a="http://schemas.openxmlformats.org/drawingml/2006/main" xmlns:r="http://schemas.openxmlformats.org/officeDocument/2006/relationships" xmlns:p="http://schemas.openxmlformats.org/presentationml/2006/main">
  <p:tag name="PPSPLIT_ID" val=" 10"/>
</p:tagLst>
</file>

<file path=ppt/tags/tag639.xml><?xml version="1.0" encoding="utf-8"?>
<p:tagLst xmlns:a="http://schemas.openxmlformats.org/drawingml/2006/main" xmlns:r="http://schemas.openxmlformats.org/officeDocument/2006/relationships" xmlns:p="http://schemas.openxmlformats.org/presentationml/2006/main">
  <p:tag name="PPSPLIT_ID" val=" 14"/>
</p:tagLst>
</file>

<file path=ppt/tags/tag640.xml><?xml version="1.0" encoding="utf-8"?>
<p:tagLst xmlns:a="http://schemas.openxmlformats.org/drawingml/2006/main" xmlns:r="http://schemas.openxmlformats.org/officeDocument/2006/relationships" xmlns:p="http://schemas.openxmlformats.org/presentationml/2006/main">
  <p:tag name="PPSPLIT_ID" val=" 40"/>
</p:tagLst>
</file>

<file path=ppt/tags/tag641.xml><?xml version="1.0" encoding="utf-8"?>
<p:tagLst xmlns:a="http://schemas.openxmlformats.org/drawingml/2006/main" xmlns:r="http://schemas.openxmlformats.org/officeDocument/2006/relationships" xmlns:p="http://schemas.openxmlformats.org/presentationml/2006/main">
  <p:tag name="PPSPLIT_SPLIT" val="1"/>
  <p:tag name="PPSPLIT_ORIGINALSLIDENUMBER" val="10"/>
  <p:tag name="PPSPLIT_DONE" val="1"/>
</p:tagLst>
</file>

<file path=ppt/tags/tag642.xml><?xml version="1.0" encoding="utf-8"?>
<p:tagLst xmlns:a="http://schemas.openxmlformats.org/drawingml/2006/main" xmlns:r="http://schemas.openxmlformats.org/officeDocument/2006/relationships" xmlns:p="http://schemas.openxmlformats.org/presentationml/2006/main">
  <p:tag name="PPSPLIT_ID" val=" 7"/>
</p:tagLst>
</file>

<file path=ppt/tags/tag643.xml><?xml version="1.0" encoding="utf-8"?>
<p:tagLst xmlns:a="http://schemas.openxmlformats.org/drawingml/2006/main" xmlns:r="http://schemas.openxmlformats.org/officeDocument/2006/relationships" xmlns:p="http://schemas.openxmlformats.org/presentationml/2006/main">
  <p:tag name="PPSPLIT_ID" val=" 2"/>
</p:tagLst>
</file>

<file path=ppt/tags/tag644.xml><?xml version="1.0" encoding="utf-8"?>
<p:tagLst xmlns:a="http://schemas.openxmlformats.org/drawingml/2006/main" xmlns:r="http://schemas.openxmlformats.org/officeDocument/2006/relationships" xmlns:p="http://schemas.openxmlformats.org/presentationml/2006/main">
  <p:tag name="PPSPLIT_ID" val=" 3"/>
</p:tagLst>
</file>

<file path=ppt/tags/tag645.xml><?xml version="1.0" encoding="utf-8"?>
<p:tagLst xmlns:a="http://schemas.openxmlformats.org/drawingml/2006/main" xmlns:r="http://schemas.openxmlformats.org/officeDocument/2006/relationships" xmlns:p="http://schemas.openxmlformats.org/presentationml/2006/main">
  <p:tag name="PPSPLIT_ID" val=" 35"/>
</p:tagLst>
</file>

<file path=ppt/tags/tag646.xml><?xml version="1.0" encoding="utf-8"?>
<p:tagLst xmlns:a="http://schemas.openxmlformats.org/drawingml/2006/main" xmlns:r="http://schemas.openxmlformats.org/officeDocument/2006/relationships" xmlns:p="http://schemas.openxmlformats.org/presentationml/2006/main">
  <p:tag name="PPSPLIT_ID" val=" 4"/>
</p:tagLst>
</file>

<file path=ppt/tags/tag647.xml><?xml version="1.0" encoding="utf-8"?>
<p:tagLst xmlns:a="http://schemas.openxmlformats.org/drawingml/2006/main" xmlns:r="http://schemas.openxmlformats.org/officeDocument/2006/relationships" xmlns:p="http://schemas.openxmlformats.org/presentationml/2006/main">
  <p:tag name="PPSPLIT_ID" val=" 6"/>
</p:tagLst>
</file>

<file path=ppt/tags/tag648.xml><?xml version="1.0" encoding="utf-8"?>
<p:tagLst xmlns:a="http://schemas.openxmlformats.org/drawingml/2006/main" xmlns:r="http://schemas.openxmlformats.org/officeDocument/2006/relationships" xmlns:p="http://schemas.openxmlformats.org/presentationml/2006/main">
  <p:tag name="PPSPLIT_ID" val=" 8"/>
</p:tagLst>
</file>

<file path=ppt/tags/tag649.xml><?xml version="1.0" encoding="utf-8"?>
<p:tagLst xmlns:a="http://schemas.openxmlformats.org/drawingml/2006/main" xmlns:r="http://schemas.openxmlformats.org/officeDocument/2006/relationships" xmlns:p="http://schemas.openxmlformats.org/presentationml/2006/main">
  <p:tag name="PPSPLIT_ID" val=" 10"/>
</p:tagLst>
</file>

<file path=ppt/tags/tag650.xml><?xml version="1.0" encoding="utf-8"?>
<p:tagLst xmlns:a="http://schemas.openxmlformats.org/drawingml/2006/main" xmlns:r="http://schemas.openxmlformats.org/officeDocument/2006/relationships" xmlns:p="http://schemas.openxmlformats.org/presentationml/2006/main">
  <p:tag name="PPSPLIT_ID" val=" 14"/>
</p:tagLst>
</file>

<file path=ppt/tags/tag651.xml><?xml version="1.0" encoding="utf-8"?>
<p:tagLst xmlns:a="http://schemas.openxmlformats.org/drawingml/2006/main" xmlns:r="http://schemas.openxmlformats.org/officeDocument/2006/relationships" xmlns:p="http://schemas.openxmlformats.org/presentationml/2006/main">
  <p:tag name="PPSPLIT_ID" val=" 40"/>
</p:tagLst>
</file>

<file path=ppt/tags/tag652.xml><?xml version="1.0" encoding="utf-8"?>
<p:tagLst xmlns:a="http://schemas.openxmlformats.org/drawingml/2006/main" xmlns:r="http://schemas.openxmlformats.org/officeDocument/2006/relationships" xmlns:p="http://schemas.openxmlformats.org/presentationml/2006/main">
  <p:tag name="PPSPLIT_ID" val=" 12"/>
</p:tagLst>
</file>

<file path=ppt/tags/tag653.xml><?xml version="1.0" encoding="utf-8"?>
<p:tagLst xmlns:a="http://schemas.openxmlformats.org/drawingml/2006/main" xmlns:r="http://schemas.openxmlformats.org/officeDocument/2006/relationships" xmlns:p="http://schemas.openxmlformats.org/presentationml/2006/main">
  <p:tag name="PPSPLIT_ID" val=" 24"/>
</p:tagLst>
</file>

<file path=ppt/tags/tag654.xml><?xml version="1.0" encoding="utf-8"?>
<p:tagLst xmlns:a="http://schemas.openxmlformats.org/drawingml/2006/main" xmlns:r="http://schemas.openxmlformats.org/officeDocument/2006/relationships" xmlns:p="http://schemas.openxmlformats.org/presentationml/2006/main">
  <p:tag name="PPSPLIT_SPLIT" val="1"/>
  <p:tag name="PPSPLIT_ORIGINALSLIDENUMBER" val="10"/>
</p:tagLst>
</file>

<file path=ppt/tags/tag655.xml><?xml version="1.0" encoding="utf-8"?>
<p:tagLst xmlns:a="http://schemas.openxmlformats.org/drawingml/2006/main" xmlns:r="http://schemas.openxmlformats.org/officeDocument/2006/relationships" xmlns:p="http://schemas.openxmlformats.org/presentationml/2006/main">
  <p:tag name="PPSPLIT_ID" val=" 7"/>
</p:tagLst>
</file>

<file path=ppt/tags/tag656.xml><?xml version="1.0" encoding="utf-8"?>
<p:tagLst xmlns:a="http://schemas.openxmlformats.org/drawingml/2006/main" xmlns:r="http://schemas.openxmlformats.org/officeDocument/2006/relationships" xmlns:p="http://schemas.openxmlformats.org/presentationml/2006/main">
  <p:tag name="PPSPLIT_ID" val=" 2"/>
</p:tagLst>
</file>

<file path=ppt/tags/tag657.xml><?xml version="1.0" encoding="utf-8"?>
<p:tagLst xmlns:a="http://schemas.openxmlformats.org/drawingml/2006/main" xmlns:r="http://schemas.openxmlformats.org/officeDocument/2006/relationships" xmlns:p="http://schemas.openxmlformats.org/presentationml/2006/main">
  <p:tag name="PPSPLIT_ID" val=" 3"/>
</p:tagLst>
</file>

<file path=ppt/tags/tag658.xml><?xml version="1.0" encoding="utf-8"?>
<p:tagLst xmlns:a="http://schemas.openxmlformats.org/drawingml/2006/main" xmlns:r="http://schemas.openxmlformats.org/officeDocument/2006/relationships" xmlns:p="http://schemas.openxmlformats.org/presentationml/2006/main">
  <p:tag name="PPSPLIT_ID" val=" 35"/>
</p:tagLst>
</file>

<file path=ppt/tags/tag659.xml><?xml version="1.0" encoding="utf-8"?>
<p:tagLst xmlns:a="http://schemas.openxmlformats.org/drawingml/2006/main" xmlns:r="http://schemas.openxmlformats.org/officeDocument/2006/relationships" xmlns:p="http://schemas.openxmlformats.org/presentationml/2006/main">
  <p:tag name="PPSPLIT_ID" val=" 4"/>
</p:tagLst>
</file>

<file path=ppt/tags/tag660.xml><?xml version="1.0" encoding="utf-8"?>
<p:tagLst xmlns:a="http://schemas.openxmlformats.org/drawingml/2006/main" xmlns:r="http://schemas.openxmlformats.org/officeDocument/2006/relationships" xmlns:p="http://schemas.openxmlformats.org/presentationml/2006/main">
  <p:tag name="PPSPLIT_ID" val=" 6"/>
</p:tagLst>
</file>

<file path=ppt/tags/tag661.xml><?xml version="1.0" encoding="utf-8"?>
<p:tagLst xmlns:a="http://schemas.openxmlformats.org/drawingml/2006/main" xmlns:r="http://schemas.openxmlformats.org/officeDocument/2006/relationships" xmlns:p="http://schemas.openxmlformats.org/presentationml/2006/main">
  <p:tag name="PPSPLIT_ID" val=" 8"/>
</p:tagLst>
</file>

<file path=ppt/tags/tag662.xml><?xml version="1.0" encoding="utf-8"?>
<p:tagLst xmlns:a="http://schemas.openxmlformats.org/drawingml/2006/main" xmlns:r="http://schemas.openxmlformats.org/officeDocument/2006/relationships" xmlns:p="http://schemas.openxmlformats.org/presentationml/2006/main">
  <p:tag name="PPSPLIT_ID" val=" 11"/>
</p:tagLst>
</file>

<file path=ppt/tags/tag663.xml><?xml version="1.0" encoding="utf-8"?>
<p:tagLst xmlns:a="http://schemas.openxmlformats.org/drawingml/2006/main" xmlns:r="http://schemas.openxmlformats.org/officeDocument/2006/relationships" xmlns:p="http://schemas.openxmlformats.org/presentationml/2006/main">
  <p:tag name="PPSPLIT_ID" val=" 13"/>
</p:tagLst>
</file>

<file path=ppt/tags/tag664.xml><?xml version="1.0" encoding="utf-8"?>
<p:tagLst xmlns:a="http://schemas.openxmlformats.org/drawingml/2006/main" xmlns:r="http://schemas.openxmlformats.org/officeDocument/2006/relationships" xmlns:p="http://schemas.openxmlformats.org/presentationml/2006/main">
  <p:tag name="PPSPLIT_ID" val=" 10"/>
</p:tagLst>
</file>

<file path=ppt/tags/tag665.xml><?xml version="1.0" encoding="utf-8"?>
<p:tagLst xmlns:a="http://schemas.openxmlformats.org/drawingml/2006/main" xmlns:r="http://schemas.openxmlformats.org/officeDocument/2006/relationships" xmlns:p="http://schemas.openxmlformats.org/presentationml/2006/main">
  <p:tag name="PPSPLIT_ID" val=" 14"/>
</p:tagLst>
</file>

<file path=ppt/tags/tag666.xml><?xml version="1.0" encoding="utf-8"?>
<p:tagLst xmlns:a="http://schemas.openxmlformats.org/drawingml/2006/main" xmlns:r="http://schemas.openxmlformats.org/officeDocument/2006/relationships" xmlns:p="http://schemas.openxmlformats.org/presentationml/2006/main">
  <p:tag name="PPSPLIT_ID" val=" 40"/>
</p:tagLst>
</file>

<file path=ppt/tags/tag667.xml><?xml version="1.0" encoding="utf-8"?>
<p:tagLst xmlns:a="http://schemas.openxmlformats.org/drawingml/2006/main" xmlns:r="http://schemas.openxmlformats.org/officeDocument/2006/relationships" xmlns:p="http://schemas.openxmlformats.org/presentationml/2006/main">
  <p:tag name="PPSPLIT_ID" val=" 12"/>
</p:tagLst>
</file>

<file path=ppt/tags/tag668.xml><?xml version="1.0" encoding="utf-8"?>
<p:tagLst xmlns:a="http://schemas.openxmlformats.org/drawingml/2006/main" xmlns:r="http://schemas.openxmlformats.org/officeDocument/2006/relationships" xmlns:p="http://schemas.openxmlformats.org/presentationml/2006/main">
  <p:tag name="PPSPLIT_ID" val=" 24"/>
</p:tagLst>
</file>

<file path=ppt/tags/tag669.xml><?xml version="1.0" encoding="utf-8"?>
<p:tagLst xmlns:a="http://schemas.openxmlformats.org/drawingml/2006/main" xmlns:r="http://schemas.openxmlformats.org/officeDocument/2006/relationships" xmlns:p="http://schemas.openxmlformats.org/presentationml/2006/main">
  <p:tag name="PPSPLIT_SPLIT" val="1"/>
  <p:tag name="PPSPLIT_ORIGINALSLIDENUMBER" val="11"/>
  <p:tag name="PPSPLIT_DONE" val="1"/>
</p:tagLst>
</file>

<file path=ppt/tags/tag670.xml><?xml version="1.0" encoding="utf-8"?>
<p:tagLst xmlns:a="http://schemas.openxmlformats.org/drawingml/2006/main" xmlns:r="http://schemas.openxmlformats.org/officeDocument/2006/relationships" xmlns:p="http://schemas.openxmlformats.org/presentationml/2006/main">
  <p:tag name="PPSPLIT_ID" val=" 7"/>
</p:tagLst>
</file>

<file path=ppt/tags/tag671.xml><?xml version="1.0" encoding="utf-8"?>
<p:tagLst xmlns:a="http://schemas.openxmlformats.org/drawingml/2006/main" xmlns:r="http://schemas.openxmlformats.org/officeDocument/2006/relationships" xmlns:p="http://schemas.openxmlformats.org/presentationml/2006/main">
  <p:tag name="PPSPLIT_ID" val=" 9"/>
</p:tagLst>
</file>

<file path=ppt/tags/tag672.xml><?xml version="1.0" encoding="utf-8"?>
<p:tagLst xmlns:a="http://schemas.openxmlformats.org/drawingml/2006/main" xmlns:r="http://schemas.openxmlformats.org/officeDocument/2006/relationships" xmlns:p="http://schemas.openxmlformats.org/presentationml/2006/main">
  <p:tag name="PPSPLIT_ID" val=" 2"/>
</p:tagLst>
</file>

<file path=ppt/tags/tag673.xml><?xml version="1.0" encoding="utf-8"?>
<p:tagLst xmlns:a="http://schemas.openxmlformats.org/drawingml/2006/main" xmlns:r="http://schemas.openxmlformats.org/officeDocument/2006/relationships" xmlns:p="http://schemas.openxmlformats.org/presentationml/2006/main">
  <p:tag name="PPSPLIT_ID" val=" 3"/>
</p:tagLst>
</file>

<file path=ppt/tags/tag674.xml><?xml version="1.0" encoding="utf-8"?>
<p:tagLst xmlns:a="http://schemas.openxmlformats.org/drawingml/2006/main" xmlns:r="http://schemas.openxmlformats.org/officeDocument/2006/relationships" xmlns:p="http://schemas.openxmlformats.org/presentationml/2006/main">
  <p:tag name="PPSPLIT_ID" val=" 15"/>
</p:tagLst>
</file>

<file path=ppt/tags/tag675.xml><?xml version="1.0" encoding="utf-8"?>
<p:tagLst xmlns:a="http://schemas.openxmlformats.org/drawingml/2006/main" xmlns:r="http://schemas.openxmlformats.org/officeDocument/2006/relationships" xmlns:p="http://schemas.openxmlformats.org/presentationml/2006/main">
  <p:tag name="PPSPLIT_ID" val=" 20"/>
</p:tagLst>
</file>

<file path=ppt/tags/tag676.xml><?xml version="1.0" encoding="utf-8"?>
<p:tagLst xmlns:a="http://schemas.openxmlformats.org/drawingml/2006/main" xmlns:r="http://schemas.openxmlformats.org/officeDocument/2006/relationships" xmlns:p="http://schemas.openxmlformats.org/presentationml/2006/main">
  <p:tag name="PPSPLIT_ID" val=" 27"/>
</p:tagLst>
</file>

<file path=ppt/tags/tag677.xml><?xml version="1.0" encoding="utf-8"?>
<p:tagLst xmlns:a="http://schemas.openxmlformats.org/drawingml/2006/main" xmlns:r="http://schemas.openxmlformats.org/officeDocument/2006/relationships" xmlns:p="http://schemas.openxmlformats.org/presentationml/2006/main">
  <p:tag name="PPSPLIT_ID" val=" 8"/>
</p:tagLst>
</file>

<file path=ppt/tags/tag678.xml><?xml version="1.0" encoding="utf-8"?>
<p:tagLst xmlns:a="http://schemas.openxmlformats.org/drawingml/2006/main" xmlns:r="http://schemas.openxmlformats.org/officeDocument/2006/relationships" xmlns:p="http://schemas.openxmlformats.org/presentationml/2006/main">
  <p:tag name="PPSPLIT_ID" val=" 10"/>
</p:tagLst>
</file>

<file path=ppt/tags/tag679.xml><?xml version="1.0" encoding="utf-8"?>
<p:tagLst xmlns:a="http://schemas.openxmlformats.org/drawingml/2006/main" xmlns:r="http://schemas.openxmlformats.org/officeDocument/2006/relationships" xmlns:p="http://schemas.openxmlformats.org/presentationml/2006/main">
  <p:tag name="PPSPLIT_ID" val=" 11"/>
</p:tagLst>
</file>

<file path=ppt/tags/tag680.xml><?xml version="1.0" encoding="utf-8"?>
<p:tagLst xmlns:a="http://schemas.openxmlformats.org/drawingml/2006/main" xmlns:r="http://schemas.openxmlformats.org/officeDocument/2006/relationships" xmlns:p="http://schemas.openxmlformats.org/presentationml/2006/main">
  <p:tag name="PPSPLIT_ID" val=" 12"/>
</p:tagLst>
</file>

<file path=ppt/tags/tag681.xml><?xml version="1.0" encoding="utf-8"?>
<p:tagLst xmlns:a="http://schemas.openxmlformats.org/drawingml/2006/main" xmlns:r="http://schemas.openxmlformats.org/officeDocument/2006/relationships" xmlns:p="http://schemas.openxmlformats.org/presentationml/2006/main">
  <p:tag name="PPSPLIT_ID" val=" 13"/>
</p:tagLst>
</file>

<file path=ppt/tags/tag682.xml><?xml version="1.0" encoding="utf-8"?>
<p:tagLst xmlns:a="http://schemas.openxmlformats.org/drawingml/2006/main" xmlns:r="http://schemas.openxmlformats.org/officeDocument/2006/relationships" xmlns:p="http://schemas.openxmlformats.org/presentationml/2006/main">
  <p:tag name="PPSPLIT_ID" val=" 14"/>
</p:tagLst>
</file>

<file path=ppt/tags/tag683.xml><?xml version="1.0" encoding="utf-8"?>
<p:tagLst xmlns:a="http://schemas.openxmlformats.org/drawingml/2006/main" xmlns:r="http://schemas.openxmlformats.org/officeDocument/2006/relationships" xmlns:p="http://schemas.openxmlformats.org/presentationml/2006/main">
  <p:tag name="PPSPLIT_ID" val=" 32"/>
</p:tagLst>
</file>

<file path=ppt/tags/tag684.xml><?xml version="1.0" encoding="utf-8"?>
<p:tagLst xmlns:a="http://schemas.openxmlformats.org/drawingml/2006/main" xmlns:r="http://schemas.openxmlformats.org/officeDocument/2006/relationships" xmlns:p="http://schemas.openxmlformats.org/presentationml/2006/main">
  <p:tag name="PPSPLIT_SPLIT" val="1"/>
  <p:tag name="PPSPLIT_ORIGINALSLIDENUMBER" val="11"/>
</p:tagLst>
</file>

<file path=ppt/tags/tag685.xml><?xml version="1.0" encoding="utf-8"?>
<p:tagLst xmlns:a="http://schemas.openxmlformats.org/drawingml/2006/main" xmlns:r="http://schemas.openxmlformats.org/officeDocument/2006/relationships" xmlns:p="http://schemas.openxmlformats.org/presentationml/2006/main">
  <p:tag name="PPSPLIT_ID" val=" 7"/>
</p:tagLst>
</file>

<file path=ppt/tags/tag686.xml><?xml version="1.0" encoding="utf-8"?>
<p:tagLst xmlns:a="http://schemas.openxmlformats.org/drawingml/2006/main" xmlns:r="http://schemas.openxmlformats.org/officeDocument/2006/relationships" xmlns:p="http://schemas.openxmlformats.org/presentationml/2006/main">
  <p:tag name="PPSPLIT_ID" val=" 9"/>
</p:tagLst>
</file>

<file path=ppt/tags/tag687.xml><?xml version="1.0" encoding="utf-8"?>
<p:tagLst xmlns:a="http://schemas.openxmlformats.org/drawingml/2006/main" xmlns:r="http://schemas.openxmlformats.org/officeDocument/2006/relationships" xmlns:p="http://schemas.openxmlformats.org/presentationml/2006/main">
  <p:tag name="PPSPLIT_ID" val=" 17"/>
</p:tagLst>
</file>

<file path=ppt/tags/tag688.xml><?xml version="1.0" encoding="utf-8"?>
<p:tagLst xmlns:a="http://schemas.openxmlformats.org/drawingml/2006/main" xmlns:r="http://schemas.openxmlformats.org/officeDocument/2006/relationships" xmlns:p="http://schemas.openxmlformats.org/presentationml/2006/main">
  <p:tag name="PPSPLIT_ID" val=" 18"/>
</p:tagLst>
</file>

<file path=ppt/tags/tag689.xml><?xml version="1.0" encoding="utf-8"?>
<p:tagLst xmlns:a="http://schemas.openxmlformats.org/drawingml/2006/main" xmlns:r="http://schemas.openxmlformats.org/officeDocument/2006/relationships" xmlns:p="http://schemas.openxmlformats.org/presentationml/2006/main">
  <p:tag name="PPSPLIT_ID" val=" 19"/>
</p:tagLst>
</file>

<file path=ppt/tags/tag690.xml><?xml version="1.0" encoding="utf-8"?>
<p:tagLst xmlns:a="http://schemas.openxmlformats.org/drawingml/2006/main" xmlns:r="http://schemas.openxmlformats.org/officeDocument/2006/relationships" xmlns:p="http://schemas.openxmlformats.org/presentationml/2006/main">
  <p:tag name="PPSPLIT_ID" val=" 2"/>
</p:tagLst>
</file>

<file path=ppt/tags/tag691.xml><?xml version="1.0" encoding="utf-8"?>
<p:tagLst xmlns:a="http://schemas.openxmlformats.org/drawingml/2006/main" xmlns:r="http://schemas.openxmlformats.org/officeDocument/2006/relationships" xmlns:p="http://schemas.openxmlformats.org/presentationml/2006/main">
  <p:tag name="PPSPLIT_ID" val=" 3"/>
</p:tagLst>
</file>

<file path=ppt/tags/tag692.xml><?xml version="1.0" encoding="utf-8"?>
<p:tagLst xmlns:a="http://schemas.openxmlformats.org/drawingml/2006/main" xmlns:r="http://schemas.openxmlformats.org/officeDocument/2006/relationships" xmlns:p="http://schemas.openxmlformats.org/presentationml/2006/main">
  <p:tag name="PPSPLIT_ID" val=" 21"/>
</p:tagLst>
</file>

<file path=ppt/tags/tag693.xml><?xml version="1.0" encoding="utf-8"?>
<p:tagLst xmlns:a="http://schemas.openxmlformats.org/drawingml/2006/main" xmlns:r="http://schemas.openxmlformats.org/officeDocument/2006/relationships" xmlns:p="http://schemas.openxmlformats.org/presentationml/2006/main">
  <p:tag name="PPSPLIT_ID" val=" 23"/>
</p:tagLst>
</file>

<file path=ppt/tags/tag694.xml><?xml version="1.0" encoding="utf-8"?>
<p:tagLst xmlns:a="http://schemas.openxmlformats.org/drawingml/2006/main" xmlns:r="http://schemas.openxmlformats.org/officeDocument/2006/relationships" xmlns:p="http://schemas.openxmlformats.org/presentationml/2006/main">
  <p:tag name="PPSPLIT_ID" val=" 25"/>
</p:tagLst>
</file>

<file path=ppt/tags/tag695.xml><?xml version="1.0" encoding="utf-8"?>
<p:tagLst xmlns:a="http://schemas.openxmlformats.org/drawingml/2006/main" xmlns:r="http://schemas.openxmlformats.org/officeDocument/2006/relationships" xmlns:p="http://schemas.openxmlformats.org/presentationml/2006/main">
  <p:tag name="PPSPLIT_ID" val=" 15"/>
</p:tagLst>
</file>

<file path=ppt/tags/tag696.xml><?xml version="1.0" encoding="utf-8"?>
<p:tagLst xmlns:a="http://schemas.openxmlformats.org/drawingml/2006/main" xmlns:r="http://schemas.openxmlformats.org/officeDocument/2006/relationships" xmlns:p="http://schemas.openxmlformats.org/presentationml/2006/main">
  <p:tag name="PPSPLIT_ID" val=" 20"/>
</p:tagLst>
</file>

<file path=ppt/tags/tag697.xml><?xml version="1.0" encoding="utf-8"?>
<p:tagLst xmlns:a="http://schemas.openxmlformats.org/drawingml/2006/main" xmlns:r="http://schemas.openxmlformats.org/officeDocument/2006/relationships" xmlns:p="http://schemas.openxmlformats.org/presentationml/2006/main">
  <p:tag name="PPSPLIT_ID" val=" 27"/>
</p:tagLst>
</file>

<file path=ppt/tags/tag698.xml><?xml version="1.0" encoding="utf-8"?>
<p:tagLst xmlns:a="http://schemas.openxmlformats.org/drawingml/2006/main" xmlns:r="http://schemas.openxmlformats.org/officeDocument/2006/relationships" xmlns:p="http://schemas.openxmlformats.org/presentationml/2006/main">
  <p:tag name="PPSPLIT_ID" val=" 8"/>
</p:tagLst>
</file>

<file path=ppt/tags/tag699.xml><?xml version="1.0" encoding="utf-8"?>
<p:tagLst xmlns:a="http://schemas.openxmlformats.org/drawingml/2006/main" xmlns:r="http://schemas.openxmlformats.org/officeDocument/2006/relationships" xmlns:p="http://schemas.openxmlformats.org/presentationml/2006/main">
  <p:tag name="PPSPLIT_ID" val=" 10"/>
</p:tagLst>
</file>

<file path=ppt/tags/tag700.xml><?xml version="1.0" encoding="utf-8"?>
<p:tagLst xmlns:a="http://schemas.openxmlformats.org/drawingml/2006/main" xmlns:r="http://schemas.openxmlformats.org/officeDocument/2006/relationships" xmlns:p="http://schemas.openxmlformats.org/presentationml/2006/main">
  <p:tag name="PPSPLIT_ID" val=" 11"/>
</p:tagLst>
</file>

<file path=ppt/tags/tag701.xml><?xml version="1.0" encoding="utf-8"?>
<p:tagLst xmlns:a="http://schemas.openxmlformats.org/drawingml/2006/main" xmlns:r="http://schemas.openxmlformats.org/officeDocument/2006/relationships" xmlns:p="http://schemas.openxmlformats.org/presentationml/2006/main">
  <p:tag name="PPSPLIT_ID" val=" 12"/>
</p:tagLst>
</file>

<file path=ppt/tags/tag702.xml><?xml version="1.0" encoding="utf-8"?>
<p:tagLst xmlns:a="http://schemas.openxmlformats.org/drawingml/2006/main" xmlns:r="http://schemas.openxmlformats.org/officeDocument/2006/relationships" xmlns:p="http://schemas.openxmlformats.org/presentationml/2006/main">
  <p:tag name="PPSPLIT_ID" val=" 13"/>
</p:tagLst>
</file>

<file path=ppt/tags/tag703.xml><?xml version="1.0" encoding="utf-8"?>
<p:tagLst xmlns:a="http://schemas.openxmlformats.org/drawingml/2006/main" xmlns:r="http://schemas.openxmlformats.org/officeDocument/2006/relationships" xmlns:p="http://schemas.openxmlformats.org/presentationml/2006/main">
  <p:tag name="PPSPLIT_ID" val=" 14"/>
</p:tagLst>
</file>

<file path=ppt/tags/tag704.xml><?xml version="1.0" encoding="utf-8"?>
<p:tagLst xmlns:a="http://schemas.openxmlformats.org/drawingml/2006/main" xmlns:r="http://schemas.openxmlformats.org/officeDocument/2006/relationships" xmlns:p="http://schemas.openxmlformats.org/presentationml/2006/main">
  <p:tag name="PPSPLIT_ID" val=" 32"/>
</p:tagLst>
</file>

<file path=ppt/tags/tag705.xml><?xml version="1.0" encoding="utf-8"?>
<p:tagLst xmlns:a="http://schemas.openxmlformats.org/drawingml/2006/main" xmlns:r="http://schemas.openxmlformats.org/officeDocument/2006/relationships" xmlns:p="http://schemas.openxmlformats.org/presentationml/2006/main">
  <p:tag name="PPSPLIT_SPLIT" val="1"/>
  <p:tag name="PPSPLIT_ORIGINALSLIDENUMBER" val="12"/>
</p:tagLst>
</file>

<file path=ppt/tags/tag706.xml><?xml version="1.0" encoding="utf-8"?>
<p:tagLst xmlns:a="http://schemas.openxmlformats.org/drawingml/2006/main" xmlns:r="http://schemas.openxmlformats.org/officeDocument/2006/relationships" xmlns:p="http://schemas.openxmlformats.org/presentationml/2006/main">
  <p:tag name="PPSPLIT_SPLIT" val="1"/>
  <p:tag name="PPSPLIT_ORIGINALSLIDENUMBER" val="13"/>
</p:tagLst>
</file>

<file path=ppt/tags/tag707.xml><?xml version="1.0" encoding="utf-8"?>
<p:tagLst xmlns:a="http://schemas.openxmlformats.org/drawingml/2006/main" xmlns:r="http://schemas.openxmlformats.org/officeDocument/2006/relationships" xmlns:p="http://schemas.openxmlformats.org/presentationml/2006/main">
  <p:tag name="PPSPLIT_SPLIT" val="1"/>
  <p:tag name="PPSPLIT_ORIGINALSLIDENUMBER" val="14"/>
  <p:tag name="PPSPLIT_DONE" val="1"/>
</p:tagLst>
</file>

<file path=ppt/tags/tag708.xml><?xml version="1.0" encoding="utf-8"?>
<p:tagLst xmlns:a="http://schemas.openxmlformats.org/drawingml/2006/main" xmlns:r="http://schemas.openxmlformats.org/officeDocument/2006/relationships" xmlns:p="http://schemas.openxmlformats.org/presentationml/2006/main">
  <p:tag name="PPSPLIT_ID" val=" 13"/>
</p:tagLst>
</file>

<file path=ppt/tags/tag709.xml><?xml version="1.0" encoding="utf-8"?>
<p:tagLst xmlns:a="http://schemas.openxmlformats.org/drawingml/2006/main" xmlns:r="http://schemas.openxmlformats.org/officeDocument/2006/relationships" xmlns:p="http://schemas.openxmlformats.org/presentationml/2006/main">
  <p:tag name="PPSPLIT_ID" val=" 2"/>
</p:tagLst>
</file>

<file path=ppt/tags/tag710.xml><?xml version="1.0" encoding="utf-8"?>
<p:tagLst xmlns:a="http://schemas.openxmlformats.org/drawingml/2006/main" xmlns:r="http://schemas.openxmlformats.org/officeDocument/2006/relationships" xmlns:p="http://schemas.openxmlformats.org/presentationml/2006/main">
  <p:tag name="PPSPLIT_ID" val=" 3"/>
</p:tagLst>
</file>

<file path=ppt/tags/tag711.xml><?xml version="1.0" encoding="utf-8"?>
<p:tagLst xmlns:a="http://schemas.openxmlformats.org/drawingml/2006/main" xmlns:r="http://schemas.openxmlformats.org/officeDocument/2006/relationships" xmlns:p="http://schemas.openxmlformats.org/presentationml/2006/main">
  <p:tag name="PPSPLIT_ID" val=" 4"/>
</p:tagLst>
</file>

<file path=ppt/tags/tag712.xml><?xml version="1.0" encoding="utf-8"?>
<p:tagLst xmlns:a="http://schemas.openxmlformats.org/drawingml/2006/main" xmlns:r="http://schemas.openxmlformats.org/officeDocument/2006/relationships" xmlns:p="http://schemas.openxmlformats.org/presentationml/2006/main">
  <p:tag name="PPSPLIT_SPLIT" val="1"/>
  <p:tag name="PPSPLIT_ORIGINALSLIDENUMBER" val="14"/>
  <p:tag name="PPSPLIT_DONE" val="1"/>
</p:tagLst>
</file>

<file path=ppt/tags/tag713.xml><?xml version="1.0" encoding="utf-8"?>
<p:tagLst xmlns:a="http://schemas.openxmlformats.org/drawingml/2006/main" xmlns:r="http://schemas.openxmlformats.org/officeDocument/2006/relationships" xmlns:p="http://schemas.openxmlformats.org/presentationml/2006/main">
  <p:tag name="PPSPLIT_ID" val=" 13"/>
</p:tagLst>
</file>

<file path=ppt/tags/tag714.xml><?xml version="1.0" encoding="utf-8"?>
<p:tagLst xmlns:a="http://schemas.openxmlformats.org/drawingml/2006/main" xmlns:r="http://schemas.openxmlformats.org/officeDocument/2006/relationships" xmlns:p="http://schemas.openxmlformats.org/presentationml/2006/main">
  <p:tag name="PPSPLIT_ID" val=" 6"/>
</p:tagLst>
</file>

<file path=ppt/tags/tag715.xml><?xml version="1.0" encoding="utf-8"?>
<p:tagLst xmlns:a="http://schemas.openxmlformats.org/drawingml/2006/main" xmlns:r="http://schemas.openxmlformats.org/officeDocument/2006/relationships" xmlns:p="http://schemas.openxmlformats.org/presentationml/2006/main">
  <p:tag name="PPSPLIT_ID" val=" 12"/>
</p:tagLst>
</file>

<file path=ppt/tags/tag716.xml><?xml version="1.0" encoding="utf-8"?>
<p:tagLst xmlns:a="http://schemas.openxmlformats.org/drawingml/2006/main" xmlns:r="http://schemas.openxmlformats.org/officeDocument/2006/relationships" xmlns:p="http://schemas.openxmlformats.org/presentationml/2006/main">
  <p:tag name="PPSPLIT_ID" val=" 2"/>
</p:tagLst>
</file>

<file path=ppt/tags/tag717.xml><?xml version="1.0" encoding="utf-8"?>
<p:tagLst xmlns:a="http://schemas.openxmlformats.org/drawingml/2006/main" xmlns:r="http://schemas.openxmlformats.org/officeDocument/2006/relationships" xmlns:p="http://schemas.openxmlformats.org/presentationml/2006/main">
  <p:tag name="PPSPLIT_ID" val=" 3"/>
</p:tagLst>
</file>

<file path=ppt/tags/tag718.xml><?xml version="1.0" encoding="utf-8"?>
<p:tagLst xmlns:a="http://schemas.openxmlformats.org/drawingml/2006/main" xmlns:r="http://schemas.openxmlformats.org/officeDocument/2006/relationships" xmlns:p="http://schemas.openxmlformats.org/presentationml/2006/main">
  <p:tag name="PPSPLIT_ID" val=" 4"/>
</p:tagLst>
</file>

<file path=ppt/tags/tag719.xml><?xml version="1.0" encoding="utf-8"?>
<p:tagLst xmlns:a="http://schemas.openxmlformats.org/drawingml/2006/main" xmlns:r="http://schemas.openxmlformats.org/officeDocument/2006/relationships" xmlns:p="http://schemas.openxmlformats.org/presentationml/2006/main">
  <p:tag name="PPSPLIT_ID" val=" 7"/>
</p:tagLst>
</file>

<file path=ppt/tags/tag720.xml><?xml version="1.0" encoding="utf-8"?>
<p:tagLst xmlns:a="http://schemas.openxmlformats.org/drawingml/2006/main" xmlns:r="http://schemas.openxmlformats.org/officeDocument/2006/relationships" xmlns:p="http://schemas.openxmlformats.org/presentationml/2006/main">
  <p:tag name="PPSPLIT_ID" val=" 11"/>
</p:tagLst>
</file>

<file path=ppt/tags/tag721.xml><?xml version="1.0" encoding="utf-8"?>
<p:tagLst xmlns:a="http://schemas.openxmlformats.org/drawingml/2006/main" xmlns:r="http://schemas.openxmlformats.org/officeDocument/2006/relationships" xmlns:p="http://schemas.openxmlformats.org/presentationml/2006/main">
  <p:tag name="PPSPLIT_ID" val=" 15"/>
</p:tagLst>
</file>

<file path=ppt/tags/tag722.xml><?xml version="1.0" encoding="utf-8"?>
<p:tagLst xmlns:a="http://schemas.openxmlformats.org/drawingml/2006/main" xmlns:r="http://schemas.openxmlformats.org/officeDocument/2006/relationships" xmlns:p="http://schemas.openxmlformats.org/presentationml/2006/main">
  <p:tag name="PPSPLIT_ID" val=" 49"/>
</p:tagLst>
</file>

<file path=ppt/tags/tag723.xml><?xml version="1.0" encoding="utf-8"?>
<p:tagLst xmlns:a="http://schemas.openxmlformats.org/drawingml/2006/main" xmlns:r="http://schemas.openxmlformats.org/officeDocument/2006/relationships" xmlns:p="http://schemas.openxmlformats.org/presentationml/2006/main">
  <p:tag name="PPSPLIT_ID" val=" 53"/>
</p:tagLst>
</file>

<file path=ppt/tags/tag724.xml><?xml version="1.0" encoding="utf-8"?>
<p:tagLst xmlns:a="http://schemas.openxmlformats.org/drawingml/2006/main" xmlns:r="http://schemas.openxmlformats.org/officeDocument/2006/relationships" xmlns:p="http://schemas.openxmlformats.org/presentationml/2006/main">
  <p:tag name="PPSPLIT_ID" val=" 55"/>
</p:tagLst>
</file>

<file path=ppt/tags/tag725.xml><?xml version="1.0" encoding="utf-8"?>
<p:tagLst xmlns:a="http://schemas.openxmlformats.org/drawingml/2006/main" xmlns:r="http://schemas.openxmlformats.org/officeDocument/2006/relationships" xmlns:p="http://schemas.openxmlformats.org/presentationml/2006/main">
  <p:tag name="PPSPLIT_ID" val=" 57"/>
</p:tagLst>
</file>

<file path=ppt/tags/tag726.xml><?xml version="1.0" encoding="utf-8"?>
<p:tagLst xmlns:a="http://schemas.openxmlformats.org/drawingml/2006/main" xmlns:r="http://schemas.openxmlformats.org/officeDocument/2006/relationships" xmlns:p="http://schemas.openxmlformats.org/presentationml/2006/main">
  <p:tag name="PPSPLIT_SPLIT" val="1"/>
  <p:tag name="PPSPLIT_ORIGINALSLIDENUMBER" val="14"/>
  <p:tag name="PPSPLIT_DONE" val="1"/>
</p:tagLst>
</file>

<file path=ppt/tags/tag727.xml><?xml version="1.0" encoding="utf-8"?>
<p:tagLst xmlns:a="http://schemas.openxmlformats.org/drawingml/2006/main" xmlns:r="http://schemas.openxmlformats.org/officeDocument/2006/relationships" xmlns:p="http://schemas.openxmlformats.org/presentationml/2006/main">
  <p:tag name="PPSPLIT_ID" val=" 13"/>
</p:tagLst>
</file>

<file path=ppt/tags/tag728.xml><?xml version="1.0" encoding="utf-8"?>
<p:tagLst xmlns:a="http://schemas.openxmlformats.org/drawingml/2006/main" xmlns:r="http://schemas.openxmlformats.org/officeDocument/2006/relationships" xmlns:p="http://schemas.openxmlformats.org/presentationml/2006/main">
  <p:tag name="PPSPLIT_ID" val=" 6"/>
</p:tagLst>
</file>

<file path=ppt/tags/tag729.xml><?xml version="1.0" encoding="utf-8"?>
<p:tagLst xmlns:a="http://schemas.openxmlformats.org/drawingml/2006/main" xmlns:r="http://schemas.openxmlformats.org/officeDocument/2006/relationships" xmlns:p="http://schemas.openxmlformats.org/presentationml/2006/main">
  <p:tag name="PPSPLIT_ID" val=" 10"/>
</p:tagLst>
</file>

<file path=ppt/tags/tag730.xml><?xml version="1.0" encoding="utf-8"?>
<p:tagLst xmlns:a="http://schemas.openxmlformats.org/drawingml/2006/main" xmlns:r="http://schemas.openxmlformats.org/officeDocument/2006/relationships" xmlns:p="http://schemas.openxmlformats.org/presentationml/2006/main">
  <p:tag name="PPSPLIT_ID" val=" 12"/>
</p:tagLst>
</file>

<file path=ppt/tags/tag731.xml><?xml version="1.0" encoding="utf-8"?>
<p:tagLst xmlns:a="http://schemas.openxmlformats.org/drawingml/2006/main" xmlns:r="http://schemas.openxmlformats.org/officeDocument/2006/relationships" xmlns:p="http://schemas.openxmlformats.org/presentationml/2006/main">
  <p:tag name="PPSPLIT_ID" val=" 2"/>
</p:tagLst>
</file>

<file path=ppt/tags/tag732.xml><?xml version="1.0" encoding="utf-8"?>
<p:tagLst xmlns:a="http://schemas.openxmlformats.org/drawingml/2006/main" xmlns:r="http://schemas.openxmlformats.org/officeDocument/2006/relationships" xmlns:p="http://schemas.openxmlformats.org/presentationml/2006/main">
  <p:tag name="PPSPLIT_ID" val=" 3"/>
</p:tagLst>
</file>

<file path=ppt/tags/tag733.xml><?xml version="1.0" encoding="utf-8"?>
<p:tagLst xmlns:a="http://schemas.openxmlformats.org/drawingml/2006/main" xmlns:r="http://schemas.openxmlformats.org/officeDocument/2006/relationships" xmlns:p="http://schemas.openxmlformats.org/presentationml/2006/main">
  <p:tag name="PPSPLIT_ID" val=" 4"/>
</p:tagLst>
</file>

<file path=ppt/tags/tag734.xml><?xml version="1.0" encoding="utf-8"?>
<p:tagLst xmlns:a="http://schemas.openxmlformats.org/drawingml/2006/main" xmlns:r="http://schemas.openxmlformats.org/officeDocument/2006/relationships" xmlns:p="http://schemas.openxmlformats.org/presentationml/2006/main">
  <p:tag name="PPSPLIT_ID" val=" 7"/>
</p:tagLst>
</file>

<file path=ppt/tags/tag735.xml><?xml version="1.0" encoding="utf-8"?>
<p:tagLst xmlns:a="http://schemas.openxmlformats.org/drawingml/2006/main" xmlns:r="http://schemas.openxmlformats.org/officeDocument/2006/relationships" xmlns:p="http://schemas.openxmlformats.org/presentationml/2006/main">
  <p:tag name="PPSPLIT_ID" val=" 11"/>
</p:tagLst>
</file>

<file path=ppt/tags/tag736.xml><?xml version="1.0" encoding="utf-8"?>
<p:tagLst xmlns:a="http://schemas.openxmlformats.org/drawingml/2006/main" xmlns:r="http://schemas.openxmlformats.org/officeDocument/2006/relationships" xmlns:p="http://schemas.openxmlformats.org/presentationml/2006/main">
  <p:tag name="PPSPLIT_ID" val=" 15"/>
</p:tagLst>
</file>

<file path=ppt/tags/tag737.xml><?xml version="1.0" encoding="utf-8"?>
<p:tagLst xmlns:a="http://schemas.openxmlformats.org/drawingml/2006/main" xmlns:r="http://schemas.openxmlformats.org/officeDocument/2006/relationships" xmlns:p="http://schemas.openxmlformats.org/presentationml/2006/main">
  <p:tag name="PPSPLIT_ID" val=" 23"/>
</p:tagLst>
</file>

<file path=ppt/tags/tag738.xml><?xml version="1.0" encoding="utf-8"?>
<p:tagLst xmlns:a="http://schemas.openxmlformats.org/drawingml/2006/main" xmlns:r="http://schemas.openxmlformats.org/officeDocument/2006/relationships" xmlns:p="http://schemas.openxmlformats.org/presentationml/2006/main">
  <p:tag name="PPSPLIT_ID" val=" 30"/>
</p:tagLst>
</file>

<file path=ppt/tags/tag739.xml><?xml version="1.0" encoding="utf-8"?>
<p:tagLst xmlns:a="http://schemas.openxmlformats.org/drawingml/2006/main" xmlns:r="http://schemas.openxmlformats.org/officeDocument/2006/relationships" xmlns:p="http://schemas.openxmlformats.org/presentationml/2006/main">
  <p:tag name="PPSPLIT_ID" val=" 49"/>
</p:tagLst>
</file>

<file path=ppt/tags/tag740.xml><?xml version="1.0" encoding="utf-8"?>
<p:tagLst xmlns:a="http://schemas.openxmlformats.org/drawingml/2006/main" xmlns:r="http://schemas.openxmlformats.org/officeDocument/2006/relationships" xmlns:p="http://schemas.openxmlformats.org/presentationml/2006/main">
  <p:tag name="PPSPLIT_ID" val=" 53"/>
</p:tagLst>
</file>

<file path=ppt/tags/tag741.xml><?xml version="1.0" encoding="utf-8"?>
<p:tagLst xmlns:a="http://schemas.openxmlformats.org/drawingml/2006/main" xmlns:r="http://schemas.openxmlformats.org/officeDocument/2006/relationships" xmlns:p="http://schemas.openxmlformats.org/presentationml/2006/main">
  <p:tag name="PPSPLIT_ID" val=" 55"/>
</p:tagLst>
</file>

<file path=ppt/tags/tag742.xml><?xml version="1.0" encoding="utf-8"?>
<p:tagLst xmlns:a="http://schemas.openxmlformats.org/drawingml/2006/main" xmlns:r="http://schemas.openxmlformats.org/officeDocument/2006/relationships" xmlns:p="http://schemas.openxmlformats.org/presentationml/2006/main">
  <p:tag name="PPSPLIT_ID" val=" 57"/>
</p:tagLst>
</file>

<file path=ppt/tags/tag743.xml><?xml version="1.0" encoding="utf-8"?>
<p:tagLst xmlns:a="http://schemas.openxmlformats.org/drawingml/2006/main" xmlns:r="http://schemas.openxmlformats.org/officeDocument/2006/relationships" xmlns:p="http://schemas.openxmlformats.org/presentationml/2006/main">
  <p:tag name="PPSPLIT_ID" val=" 60"/>
</p:tagLst>
</file>

<file path=ppt/tags/tag744.xml><?xml version="1.0" encoding="utf-8"?>
<p:tagLst xmlns:a="http://schemas.openxmlformats.org/drawingml/2006/main" xmlns:r="http://schemas.openxmlformats.org/officeDocument/2006/relationships" xmlns:p="http://schemas.openxmlformats.org/presentationml/2006/main">
  <p:tag name="PPSPLIT_SPLIT" val="1"/>
  <p:tag name="PPSPLIT_ORIGINALSLIDENUMBER" val="14"/>
  <p:tag name="PPSPLIT_DONE" val="1"/>
</p:tagLst>
</file>

<file path=ppt/tags/tag745.xml><?xml version="1.0" encoding="utf-8"?>
<p:tagLst xmlns:a="http://schemas.openxmlformats.org/drawingml/2006/main" xmlns:r="http://schemas.openxmlformats.org/officeDocument/2006/relationships" xmlns:p="http://schemas.openxmlformats.org/presentationml/2006/main">
  <p:tag name="PPSPLIT_ID" val=" 13"/>
</p:tagLst>
</file>

<file path=ppt/tags/tag746.xml><?xml version="1.0" encoding="utf-8"?>
<p:tagLst xmlns:a="http://schemas.openxmlformats.org/drawingml/2006/main" xmlns:r="http://schemas.openxmlformats.org/officeDocument/2006/relationships" xmlns:p="http://schemas.openxmlformats.org/presentationml/2006/main">
  <p:tag name="PPSPLIT_ID" val=" 6"/>
</p:tagLst>
</file>

<file path=ppt/tags/tag747.xml><?xml version="1.0" encoding="utf-8"?>
<p:tagLst xmlns:a="http://schemas.openxmlformats.org/drawingml/2006/main" xmlns:r="http://schemas.openxmlformats.org/officeDocument/2006/relationships" xmlns:p="http://schemas.openxmlformats.org/presentationml/2006/main">
  <p:tag name="PPSPLIT_ID" val=" 10"/>
</p:tagLst>
</file>

<file path=ppt/tags/tag748.xml><?xml version="1.0" encoding="utf-8"?>
<p:tagLst xmlns:a="http://schemas.openxmlformats.org/drawingml/2006/main" xmlns:r="http://schemas.openxmlformats.org/officeDocument/2006/relationships" xmlns:p="http://schemas.openxmlformats.org/presentationml/2006/main">
  <p:tag name="PPSPLIT_ID" val=" 12"/>
</p:tagLst>
</file>

<file path=ppt/tags/tag749.xml><?xml version="1.0" encoding="utf-8"?>
<p:tagLst xmlns:a="http://schemas.openxmlformats.org/drawingml/2006/main" xmlns:r="http://schemas.openxmlformats.org/officeDocument/2006/relationships" xmlns:p="http://schemas.openxmlformats.org/presentationml/2006/main">
  <p:tag name="PPSPLIT_ID" val=" 14"/>
</p:tagLst>
</file>

<file path=ppt/tags/tag750.xml><?xml version="1.0" encoding="utf-8"?>
<p:tagLst xmlns:a="http://schemas.openxmlformats.org/drawingml/2006/main" xmlns:r="http://schemas.openxmlformats.org/officeDocument/2006/relationships" xmlns:p="http://schemas.openxmlformats.org/presentationml/2006/main">
  <p:tag name="PPSPLIT_ID" val=" 2"/>
</p:tagLst>
</file>

<file path=ppt/tags/tag751.xml><?xml version="1.0" encoding="utf-8"?>
<p:tagLst xmlns:a="http://schemas.openxmlformats.org/drawingml/2006/main" xmlns:r="http://schemas.openxmlformats.org/officeDocument/2006/relationships" xmlns:p="http://schemas.openxmlformats.org/presentationml/2006/main">
  <p:tag name="PPSPLIT_ID" val=" 3"/>
</p:tagLst>
</file>

<file path=ppt/tags/tag752.xml><?xml version="1.0" encoding="utf-8"?>
<p:tagLst xmlns:a="http://schemas.openxmlformats.org/drawingml/2006/main" xmlns:r="http://schemas.openxmlformats.org/officeDocument/2006/relationships" xmlns:p="http://schemas.openxmlformats.org/presentationml/2006/main">
  <p:tag name="PPSPLIT_ID" val=" 4"/>
</p:tagLst>
</file>

<file path=ppt/tags/tag753.xml><?xml version="1.0" encoding="utf-8"?>
<p:tagLst xmlns:a="http://schemas.openxmlformats.org/drawingml/2006/main" xmlns:r="http://schemas.openxmlformats.org/officeDocument/2006/relationships" xmlns:p="http://schemas.openxmlformats.org/presentationml/2006/main">
  <p:tag name="PPSPLIT_ID" val=" 7"/>
</p:tagLst>
</file>

<file path=ppt/tags/tag754.xml><?xml version="1.0" encoding="utf-8"?>
<p:tagLst xmlns:a="http://schemas.openxmlformats.org/drawingml/2006/main" xmlns:r="http://schemas.openxmlformats.org/officeDocument/2006/relationships" xmlns:p="http://schemas.openxmlformats.org/presentationml/2006/main">
  <p:tag name="PPSPLIT_ID" val=" 11"/>
</p:tagLst>
</file>

<file path=ppt/tags/tag755.xml><?xml version="1.0" encoding="utf-8"?>
<p:tagLst xmlns:a="http://schemas.openxmlformats.org/drawingml/2006/main" xmlns:r="http://schemas.openxmlformats.org/officeDocument/2006/relationships" xmlns:p="http://schemas.openxmlformats.org/presentationml/2006/main">
  <p:tag name="PPSPLIT_ID" val=" 15"/>
</p:tagLst>
</file>

<file path=ppt/tags/tag756.xml><?xml version="1.0" encoding="utf-8"?>
<p:tagLst xmlns:a="http://schemas.openxmlformats.org/drawingml/2006/main" xmlns:r="http://schemas.openxmlformats.org/officeDocument/2006/relationships" xmlns:p="http://schemas.openxmlformats.org/presentationml/2006/main">
  <p:tag name="PPSPLIT_ID" val=" 18"/>
</p:tagLst>
</file>

<file path=ppt/tags/tag757.xml><?xml version="1.0" encoding="utf-8"?>
<p:tagLst xmlns:a="http://schemas.openxmlformats.org/drawingml/2006/main" xmlns:r="http://schemas.openxmlformats.org/officeDocument/2006/relationships" xmlns:p="http://schemas.openxmlformats.org/presentationml/2006/main">
  <p:tag name="PPSPLIT_ID" val=" 21"/>
</p:tagLst>
</file>

<file path=ppt/tags/tag758.xml><?xml version="1.0" encoding="utf-8"?>
<p:tagLst xmlns:a="http://schemas.openxmlformats.org/drawingml/2006/main" xmlns:r="http://schemas.openxmlformats.org/officeDocument/2006/relationships" xmlns:p="http://schemas.openxmlformats.org/presentationml/2006/main">
  <p:tag name="PPSPLIT_ID" val=" 23"/>
</p:tagLst>
</file>

<file path=ppt/tags/tag759.xml><?xml version="1.0" encoding="utf-8"?>
<p:tagLst xmlns:a="http://schemas.openxmlformats.org/drawingml/2006/main" xmlns:r="http://schemas.openxmlformats.org/officeDocument/2006/relationships" xmlns:p="http://schemas.openxmlformats.org/presentationml/2006/main">
  <p:tag name="PPSPLIT_ID" val=" 30"/>
</p:tagLst>
</file>

<file path=ppt/tags/tag760.xml><?xml version="1.0" encoding="utf-8"?>
<p:tagLst xmlns:a="http://schemas.openxmlformats.org/drawingml/2006/main" xmlns:r="http://schemas.openxmlformats.org/officeDocument/2006/relationships" xmlns:p="http://schemas.openxmlformats.org/presentationml/2006/main">
  <p:tag name="PPSPLIT_ID" val=" 47"/>
</p:tagLst>
</file>

<file path=ppt/tags/tag761.xml><?xml version="1.0" encoding="utf-8"?>
<p:tagLst xmlns:a="http://schemas.openxmlformats.org/drawingml/2006/main" xmlns:r="http://schemas.openxmlformats.org/officeDocument/2006/relationships" xmlns:p="http://schemas.openxmlformats.org/presentationml/2006/main">
  <p:tag name="PPSPLIT_ID" val=" 48"/>
</p:tagLst>
</file>

<file path=ppt/tags/tag762.xml><?xml version="1.0" encoding="utf-8"?>
<p:tagLst xmlns:a="http://schemas.openxmlformats.org/drawingml/2006/main" xmlns:r="http://schemas.openxmlformats.org/officeDocument/2006/relationships" xmlns:p="http://schemas.openxmlformats.org/presentationml/2006/main">
  <p:tag name="PPSPLIT_ID" val=" 49"/>
</p:tagLst>
</file>

<file path=ppt/tags/tag763.xml><?xml version="1.0" encoding="utf-8"?>
<p:tagLst xmlns:a="http://schemas.openxmlformats.org/drawingml/2006/main" xmlns:r="http://schemas.openxmlformats.org/officeDocument/2006/relationships" xmlns:p="http://schemas.openxmlformats.org/presentationml/2006/main">
  <p:tag name="PPSPLIT_ID" val=" 53"/>
</p:tagLst>
</file>

<file path=ppt/tags/tag764.xml><?xml version="1.0" encoding="utf-8"?>
<p:tagLst xmlns:a="http://schemas.openxmlformats.org/drawingml/2006/main" xmlns:r="http://schemas.openxmlformats.org/officeDocument/2006/relationships" xmlns:p="http://schemas.openxmlformats.org/presentationml/2006/main">
  <p:tag name="PPSPLIT_ID" val=" 55"/>
</p:tagLst>
</file>

<file path=ppt/tags/tag765.xml><?xml version="1.0" encoding="utf-8"?>
<p:tagLst xmlns:a="http://schemas.openxmlformats.org/drawingml/2006/main" xmlns:r="http://schemas.openxmlformats.org/officeDocument/2006/relationships" xmlns:p="http://schemas.openxmlformats.org/presentationml/2006/main">
  <p:tag name="PPSPLIT_ID" val=" 57"/>
</p:tagLst>
</file>

<file path=ppt/tags/tag766.xml><?xml version="1.0" encoding="utf-8"?>
<p:tagLst xmlns:a="http://schemas.openxmlformats.org/drawingml/2006/main" xmlns:r="http://schemas.openxmlformats.org/officeDocument/2006/relationships" xmlns:p="http://schemas.openxmlformats.org/presentationml/2006/main">
  <p:tag name="PPSPLIT_ID" val=" 60"/>
</p:tagLst>
</file>

<file path=ppt/tags/tag767.xml><?xml version="1.0" encoding="utf-8"?>
<p:tagLst xmlns:a="http://schemas.openxmlformats.org/drawingml/2006/main" xmlns:r="http://schemas.openxmlformats.org/officeDocument/2006/relationships" xmlns:p="http://schemas.openxmlformats.org/presentationml/2006/main">
  <p:tag name="PPSPLIT_SPLIT" val="1"/>
  <p:tag name="PPSPLIT_ORIGINALSLIDENUMBER" val="14"/>
</p:tagLst>
</file>

<file path=ppt/tags/tag768.xml><?xml version="1.0" encoding="utf-8"?>
<p:tagLst xmlns:a="http://schemas.openxmlformats.org/drawingml/2006/main" xmlns:r="http://schemas.openxmlformats.org/officeDocument/2006/relationships" xmlns:p="http://schemas.openxmlformats.org/presentationml/2006/main">
  <p:tag name="PPSPLIT_ID" val=" 13"/>
</p:tagLst>
</file>

<file path=ppt/tags/tag769.xml><?xml version="1.0" encoding="utf-8"?>
<p:tagLst xmlns:a="http://schemas.openxmlformats.org/drawingml/2006/main" xmlns:r="http://schemas.openxmlformats.org/officeDocument/2006/relationships" xmlns:p="http://schemas.openxmlformats.org/presentationml/2006/main">
  <p:tag name="PPSPLIT_ID" val=" 6"/>
</p:tagLst>
</file>

<file path=ppt/tags/tag770.xml><?xml version="1.0" encoding="utf-8"?>
<p:tagLst xmlns:a="http://schemas.openxmlformats.org/drawingml/2006/main" xmlns:r="http://schemas.openxmlformats.org/officeDocument/2006/relationships" xmlns:p="http://schemas.openxmlformats.org/presentationml/2006/main">
  <p:tag name="PPSPLIT_ID" val=" 10"/>
</p:tagLst>
</file>

<file path=ppt/tags/tag771.xml><?xml version="1.0" encoding="utf-8"?>
<p:tagLst xmlns:a="http://schemas.openxmlformats.org/drawingml/2006/main" xmlns:r="http://schemas.openxmlformats.org/officeDocument/2006/relationships" xmlns:p="http://schemas.openxmlformats.org/presentationml/2006/main">
  <p:tag name="PPSPLIT_ID" val=" 12"/>
</p:tagLst>
</file>

<file path=ppt/tags/tag772.xml><?xml version="1.0" encoding="utf-8"?>
<p:tagLst xmlns:a="http://schemas.openxmlformats.org/drawingml/2006/main" xmlns:r="http://schemas.openxmlformats.org/officeDocument/2006/relationships" xmlns:p="http://schemas.openxmlformats.org/presentationml/2006/main">
  <p:tag name="PPSPLIT_ID" val=" 14"/>
</p:tagLst>
</file>

<file path=ppt/tags/tag773.xml><?xml version="1.0" encoding="utf-8"?>
<p:tagLst xmlns:a="http://schemas.openxmlformats.org/drawingml/2006/main" xmlns:r="http://schemas.openxmlformats.org/officeDocument/2006/relationships" xmlns:p="http://schemas.openxmlformats.org/presentationml/2006/main">
  <p:tag name="PPSPLIT_ID" val=" 2"/>
</p:tagLst>
</file>

<file path=ppt/tags/tag774.xml><?xml version="1.0" encoding="utf-8"?>
<p:tagLst xmlns:a="http://schemas.openxmlformats.org/drawingml/2006/main" xmlns:r="http://schemas.openxmlformats.org/officeDocument/2006/relationships" xmlns:p="http://schemas.openxmlformats.org/presentationml/2006/main">
  <p:tag name="PPSPLIT_ID" val=" 3"/>
</p:tagLst>
</file>

<file path=ppt/tags/tag775.xml><?xml version="1.0" encoding="utf-8"?>
<p:tagLst xmlns:a="http://schemas.openxmlformats.org/drawingml/2006/main" xmlns:r="http://schemas.openxmlformats.org/officeDocument/2006/relationships" xmlns:p="http://schemas.openxmlformats.org/presentationml/2006/main">
  <p:tag name="PPSPLIT_ID" val=" 4"/>
</p:tagLst>
</file>

<file path=ppt/tags/tag776.xml><?xml version="1.0" encoding="utf-8"?>
<p:tagLst xmlns:a="http://schemas.openxmlformats.org/drawingml/2006/main" xmlns:r="http://schemas.openxmlformats.org/officeDocument/2006/relationships" xmlns:p="http://schemas.openxmlformats.org/presentationml/2006/main">
  <p:tag name="PPSPLIT_ID" val=" 7"/>
</p:tagLst>
</file>

<file path=ppt/tags/tag777.xml><?xml version="1.0" encoding="utf-8"?>
<p:tagLst xmlns:a="http://schemas.openxmlformats.org/drawingml/2006/main" xmlns:r="http://schemas.openxmlformats.org/officeDocument/2006/relationships" xmlns:p="http://schemas.openxmlformats.org/presentationml/2006/main">
  <p:tag name="PPSPLIT_ID" val=" 11"/>
</p:tagLst>
</file>

<file path=ppt/tags/tag778.xml><?xml version="1.0" encoding="utf-8"?>
<p:tagLst xmlns:a="http://schemas.openxmlformats.org/drawingml/2006/main" xmlns:r="http://schemas.openxmlformats.org/officeDocument/2006/relationships" xmlns:p="http://schemas.openxmlformats.org/presentationml/2006/main">
  <p:tag name="PPSPLIT_ID" val=" 15"/>
</p:tagLst>
</file>

<file path=ppt/tags/tag779.xml><?xml version="1.0" encoding="utf-8"?>
<p:tagLst xmlns:a="http://schemas.openxmlformats.org/drawingml/2006/main" xmlns:r="http://schemas.openxmlformats.org/officeDocument/2006/relationships" xmlns:p="http://schemas.openxmlformats.org/presentationml/2006/main">
  <p:tag name="PPSPLIT_ID" val=" 18"/>
</p:tagLst>
</file>

<file path=ppt/tags/tag780.xml><?xml version="1.0" encoding="utf-8"?>
<p:tagLst xmlns:a="http://schemas.openxmlformats.org/drawingml/2006/main" xmlns:r="http://schemas.openxmlformats.org/officeDocument/2006/relationships" xmlns:p="http://schemas.openxmlformats.org/presentationml/2006/main">
  <p:tag name="PPSPLIT_ID" val=" 21"/>
</p:tagLst>
</file>

<file path=ppt/tags/tag781.xml><?xml version="1.0" encoding="utf-8"?>
<p:tagLst xmlns:a="http://schemas.openxmlformats.org/drawingml/2006/main" xmlns:r="http://schemas.openxmlformats.org/officeDocument/2006/relationships" xmlns:p="http://schemas.openxmlformats.org/presentationml/2006/main">
  <p:tag name="PPSPLIT_ID" val=" 23"/>
</p:tagLst>
</file>

<file path=ppt/tags/tag782.xml><?xml version="1.0" encoding="utf-8"?>
<p:tagLst xmlns:a="http://schemas.openxmlformats.org/drawingml/2006/main" xmlns:r="http://schemas.openxmlformats.org/officeDocument/2006/relationships" xmlns:p="http://schemas.openxmlformats.org/presentationml/2006/main">
  <p:tag name="PPSPLIT_ID" val=" 30"/>
</p:tagLst>
</file>

<file path=ppt/tags/tag783.xml><?xml version="1.0" encoding="utf-8"?>
<p:tagLst xmlns:a="http://schemas.openxmlformats.org/drawingml/2006/main" xmlns:r="http://schemas.openxmlformats.org/officeDocument/2006/relationships" xmlns:p="http://schemas.openxmlformats.org/presentationml/2006/main">
  <p:tag name="PPSPLIT_ID" val=" 31"/>
</p:tagLst>
</file>

<file path=ppt/tags/tag784.xml><?xml version="1.0" encoding="utf-8"?>
<p:tagLst xmlns:a="http://schemas.openxmlformats.org/drawingml/2006/main" xmlns:r="http://schemas.openxmlformats.org/officeDocument/2006/relationships" xmlns:p="http://schemas.openxmlformats.org/presentationml/2006/main">
  <p:tag name="PPSPLIT_ID" val=" 32"/>
</p:tagLst>
</file>

<file path=ppt/tags/tag785.xml><?xml version="1.0" encoding="utf-8"?>
<p:tagLst xmlns:a="http://schemas.openxmlformats.org/drawingml/2006/main" xmlns:r="http://schemas.openxmlformats.org/officeDocument/2006/relationships" xmlns:p="http://schemas.openxmlformats.org/presentationml/2006/main">
  <p:tag name="PPSPLIT_ID" val=" 47"/>
</p:tagLst>
</file>

<file path=ppt/tags/tag786.xml><?xml version="1.0" encoding="utf-8"?>
<p:tagLst xmlns:a="http://schemas.openxmlformats.org/drawingml/2006/main" xmlns:r="http://schemas.openxmlformats.org/officeDocument/2006/relationships" xmlns:p="http://schemas.openxmlformats.org/presentationml/2006/main">
  <p:tag name="PPSPLIT_ID" val=" 48"/>
</p:tagLst>
</file>

<file path=ppt/tags/tag787.xml><?xml version="1.0" encoding="utf-8"?>
<p:tagLst xmlns:a="http://schemas.openxmlformats.org/drawingml/2006/main" xmlns:r="http://schemas.openxmlformats.org/officeDocument/2006/relationships" xmlns:p="http://schemas.openxmlformats.org/presentationml/2006/main">
  <p:tag name="PPSPLIT_ID" val=" 49"/>
</p:tagLst>
</file>

<file path=ppt/tags/tag788.xml><?xml version="1.0" encoding="utf-8"?>
<p:tagLst xmlns:a="http://schemas.openxmlformats.org/drawingml/2006/main" xmlns:r="http://schemas.openxmlformats.org/officeDocument/2006/relationships" xmlns:p="http://schemas.openxmlformats.org/presentationml/2006/main">
  <p:tag name="PPSPLIT_ID" val=" 53"/>
</p:tagLst>
</file>

<file path=ppt/tags/tag789.xml><?xml version="1.0" encoding="utf-8"?>
<p:tagLst xmlns:a="http://schemas.openxmlformats.org/drawingml/2006/main" xmlns:r="http://schemas.openxmlformats.org/officeDocument/2006/relationships" xmlns:p="http://schemas.openxmlformats.org/presentationml/2006/main">
  <p:tag name="PPSPLIT_ID" val=" 55"/>
</p:tagLst>
</file>

<file path=ppt/tags/tag790.xml><?xml version="1.0" encoding="utf-8"?>
<p:tagLst xmlns:a="http://schemas.openxmlformats.org/drawingml/2006/main" xmlns:r="http://schemas.openxmlformats.org/officeDocument/2006/relationships" xmlns:p="http://schemas.openxmlformats.org/presentationml/2006/main">
  <p:tag name="PPSPLIT_ID" val=" 57"/>
</p:tagLst>
</file>

<file path=ppt/tags/tag791.xml><?xml version="1.0" encoding="utf-8"?>
<p:tagLst xmlns:a="http://schemas.openxmlformats.org/drawingml/2006/main" xmlns:r="http://schemas.openxmlformats.org/officeDocument/2006/relationships" xmlns:p="http://schemas.openxmlformats.org/presentationml/2006/main">
  <p:tag name="PPSPLIT_ID" val=" 60"/>
</p:tagLst>
</file>

<file path=ppt/tags/tag792.xml><?xml version="1.0" encoding="utf-8"?>
<p:tagLst xmlns:a="http://schemas.openxmlformats.org/drawingml/2006/main" xmlns:r="http://schemas.openxmlformats.org/officeDocument/2006/relationships" xmlns:p="http://schemas.openxmlformats.org/presentationml/2006/main">
  <p:tag name="PPSPLIT_SPLIT" val="1"/>
  <p:tag name="PPSPLIT_ORIGINALSLIDENUMBER" val="15"/>
  <p:tag name="PPSPLIT_DONE" val="1"/>
</p:tagLst>
</file>

<file path=ppt/tags/tag793.xml><?xml version="1.0" encoding="utf-8"?>
<p:tagLst xmlns:a="http://schemas.openxmlformats.org/drawingml/2006/main" xmlns:r="http://schemas.openxmlformats.org/officeDocument/2006/relationships" xmlns:p="http://schemas.openxmlformats.org/presentationml/2006/main">
  <p:tag name="PPSPLIT_ID" val=" 7"/>
</p:tagLst>
</file>

<file path=ppt/tags/tag794.xml><?xml version="1.0" encoding="utf-8"?>
<p:tagLst xmlns:a="http://schemas.openxmlformats.org/drawingml/2006/main" xmlns:r="http://schemas.openxmlformats.org/officeDocument/2006/relationships" xmlns:p="http://schemas.openxmlformats.org/presentationml/2006/main">
  <p:tag name="PPSPLIT_ID" val=" 4"/>
</p:tagLst>
</file>

<file path=ppt/tags/tag795.xml><?xml version="1.0" encoding="utf-8"?>
<p:tagLst xmlns:a="http://schemas.openxmlformats.org/drawingml/2006/main" xmlns:r="http://schemas.openxmlformats.org/officeDocument/2006/relationships" xmlns:p="http://schemas.openxmlformats.org/presentationml/2006/main">
  <p:tag name="PPSPLIT_ID" val=" 2"/>
</p:tagLst>
</file>

<file path=ppt/tags/tag796.xml><?xml version="1.0" encoding="utf-8"?>
<p:tagLst xmlns:a="http://schemas.openxmlformats.org/drawingml/2006/main" xmlns:r="http://schemas.openxmlformats.org/officeDocument/2006/relationships" xmlns:p="http://schemas.openxmlformats.org/presentationml/2006/main">
  <p:tag name="PPSPLIT_ID" val=" 3"/>
</p:tagLst>
</file>

<file path=ppt/tags/tag797.xml><?xml version="1.0" encoding="utf-8"?>
<p:tagLst xmlns:a="http://schemas.openxmlformats.org/drawingml/2006/main" xmlns:r="http://schemas.openxmlformats.org/officeDocument/2006/relationships" xmlns:p="http://schemas.openxmlformats.org/presentationml/2006/main">
  <p:tag name="PPSPLIT_ID" val=" 6"/>
</p:tagLst>
</file>

<file path=ppt/tags/tag798.xml><?xml version="1.0" encoding="utf-8"?>
<p:tagLst xmlns:a="http://schemas.openxmlformats.org/drawingml/2006/main" xmlns:r="http://schemas.openxmlformats.org/officeDocument/2006/relationships" xmlns:p="http://schemas.openxmlformats.org/presentationml/2006/main">
  <p:tag name="PPSPLIT_ID" val=" 12"/>
</p:tagLst>
</file>

<file path=ppt/tags/tag799.xml><?xml version="1.0" encoding="utf-8"?>
<p:tagLst xmlns:a="http://schemas.openxmlformats.org/drawingml/2006/main" xmlns:r="http://schemas.openxmlformats.org/officeDocument/2006/relationships" xmlns:p="http://schemas.openxmlformats.org/presentationml/2006/main">
  <p:tag name="PPSPLIT_ID" val=" 16"/>
</p:tagLst>
</file>

<file path=ppt/tags/tag800.xml><?xml version="1.0" encoding="utf-8"?>
<p:tagLst xmlns:a="http://schemas.openxmlformats.org/drawingml/2006/main" xmlns:r="http://schemas.openxmlformats.org/officeDocument/2006/relationships" xmlns:p="http://schemas.openxmlformats.org/presentationml/2006/main">
  <p:tag name="PPSPLIT_ID" val=" 19"/>
</p:tagLst>
</file>

<file path=ppt/tags/tag801.xml><?xml version="1.0" encoding="utf-8"?>
<p:tagLst xmlns:a="http://schemas.openxmlformats.org/drawingml/2006/main" xmlns:r="http://schemas.openxmlformats.org/officeDocument/2006/relationships" xmlns:p="http://schemas.openxmlformats.org/presentationml/2006/main">
  <p:tag name="PPSPLIT_ID" val=" 23"/>
</p:tagLst>
</file>

<file path=ppt/tags/tag802.xml><?xml version="1.0" encoding="utf-8"?>
<p:tagLst xmlns:a="http://schemas.openxmlformats.org/drawingml/2006/main" xmlns:r="http://schemas.openxmlformats.org/officeDocument/2006/relationships" xmlns:p="http://schemas.openxmlformats.org/presentationml/2006/main">
  <p:tag name="PPSPLIT_ID" val=" 31"/>
</p:tagLst>
</file>

<file path=ppt/tags/tag803.xml><?xml version="1.0" encoding="utf-8"?>
<p:tagLst xmlns:a="http://schemas.openxmlformats.org/drawingml/2006/main" xmlns:r="http://schemas.openxmlformats.org/officeDocument/2006/relationships" xmlns:p="http://schemas.openxmlformats.org/presentationml/2006/main">
  <p:tag name="PPSPLIT_ID" val=" 33"/>
</p:tagLst>
</file>

<file path=ppt/tags/tag804.xml><?xml version="1.0" encoding="utf-8"?>
<p:tagLst xmlns:a="http://schemas.openxmlformats.org/drawingml/2006/main" xmlns:r="http://schemas.openxmlformats.org/officeDocument/2006/relationships" xmlns:p="http://schemas.openxmlformats.org/presentationml/2006/main">
  <p:tag name="PPSPLIT_ID" val=" 37"/>
</p:tagLst>
</file>

<file path=ppt/tags/tag805.xml><?xml version="1.0" encoding="utf-8"?>
<p:tagLst xmlns:a="http://schemas.openxmlformats.org/drawingml/2006/main" xmlns:r="http://schemas.openxmlformats.org/officeDocument/2006/relationships" xmlns:p="http://schemas.openxmlformats.org/presentationml/2006/main">
  <p:tag name="PPSPLIT_ID" val=" 42"/>
</p:tagLst>
</file>

<file path=ppt/tags/tag806.xml><?xml version="1.0" encoding="utf-8"?>
<p:tagLst xmlns:a="http://schemas.openxmlformats.org/drawingml/2006/main" xmlns:r="http://schemas.openxmlformats.org/officeDocument/2006/relationships" xmlns:p="http://schemas.openxmlformats.org/presentationml/2006/main">
  <p:tag name="PPSPLIT_ID" val=" 44"/>
</p:tagLst>
</file>

<file path=ppt/tags/tag807.xml><?xml version="1.0" encoding="utf-8"?>
<p:tagLst xmlns:a="http://schemas.openxmlformats.org/drawingml/2006/main" xmlns:r="http://schemas.openxmlformats.org/officeDocument/2006/relationships" xmlns:p="http://schemas.openxmlformats.org/presentationml/2006/main">
  <p:tag name="PPSPLIT_ID" val=" 46"/>
</p:tagLst>
</file>

<file path=ppt/tags/tag808.xml><?xml version="1.0" encoding="utf-8"?>
<p:tagLst xmlns:a="http://schemas.openxmlformats.org/drawingml/2006/main" xmlns:r="http://schemas.openxmlformats.org/officeDocument/2006/relationships" xmlns:p="http://schemas.openxmlformats.org/presentationml/2006/main">
  <p:tag name="PPSPLIT_ID" val=" 48"/>
</p:tagLst>
</file>

<file path=ppt/tags/tag809.xml><?xml version="1.0" encoding="utf-8"?>
<p:tagLst xmlns:a="http://schemas.openxmlformats.org/drawingml/2006/main" xmlns:r="http://schemas.openxmlformats.org/officeDocument/2006/relationships" xmlns:p="http://schemas.openxmlformats.org/presentationml/2006/main">
  <p:tag name="PPSPLIT_ID" val=" 50"/>
</p:tagLst>
</file>

<file path=ppt/tags/tag810.xml><?xml version="1.0" encoding="utf-8"?>
<p:tagLst xmlns:a="http://schemas.openxmlformats.org/drawingml/2006/main" xmlns:r="http://schemas.openxmlformats.org/officeDocument/2006/relationships" xmlns:p="http://schemas.openxmlformats.org/presentationml/2006/main">
  <p:tag name="PPSPLIT_ID" val=" 51"/>
</p:tagLst>
</file>

<file path=ppt/tags/tag811.xml><?xml version="1.0" encoding="utf-8"?>
<p:tagLst xmlns:a="http://schemas.openxmlformats.org/drawingml/2006/main" xmlns:r="http://schemas.openxmlformats.org/officeDocument/2006/relationships" xmlns:p="http://schemas.openxmlformats.org/presentationml/2006/main">
  <p:tag name="PPSPLIT_ID" val=" 24"/>
</p:tagLst>
</file>

<file path=ppt/tags/tag812.xml><?xml version="1.0" encoding="utf-8"?>
<p:tagLst xmlns:a="http://schemas.openxmlformats.org/drawingml/2006/main" xmlns:r="http://schemas.openxmlformats.org/officeDocument/2006/relationships" xmlns:p="http://schemas.openxmlformats.org/presentationml/2006/main">
  <p:tag name="PPSPLIT_ID" val=" 5"/>
</p:tagLst>
</file>

<file path=ppt/tags/tag813.xml><?xml version="1.0" encoding="utf-8"?>
<p:tagLst xmlns:a="http://schemas.openxmlformats.org/drawingml/2006/main" xmlns:r="http://schemas.openxmlformats.org/officeDocument/2006/relationships" xmlns:p="http://schemas.openxmlformats.org/presentationml/2006/main">
  <p:tag name="PPSPLIT_SPLIT" val="1"/>
  <p:tag name="PPSPLIT_ORIGINALSLIDENUMBER" val="15"/>
  <p:tag name="PPSPLIT_DONE" val="1"/>
</p:tagLst>
</file>

<file path=ppt/tags/tag814.xml><?xml version="1.0" encoding="utf-8"?>
<p:tagLst xmlns:a="http://schemas.openxmlformats.org/drawingml/2006/main" xmlns:r="http://schemas.openxmlformats.org/officeDocument/2006/relationships" xmlns:p="http://schemas.openxmlformats.org/presentationml/2006/main">
  <p:tag name="PPSPLIT_ID" val=" 7"/>
</p:tagLst>
</file>

<file path=ppt/tags/tag815.xml><?xml version="1.0" encoding="utf-8"?>
<p:tagLst xmlns:a="http://schemas.openxmlformats.org/drawingml/2006/main" xmlns:r="http://schemas.openxmlformats.org/officeDocument/2006/relationships" xmlns:p="http://schemas.openxmlformats.org/presentationml/2006/main">
  <p:tag name="PPSPLIT_ID" val=" 4"/>
</p:tagLst>
</file>

<file path=ppt/tags/tag816.xml><?xml version="1.0" encoding="utf-8"?>
<p:tagLst xmlns:a="http://schemas.openxmlformats.org/drawingml/2006/main" xmlns:r="http://schemas.openxmlformats.org/officeDocument/2006/relationships" xmlns:p="http://schemas.openxmlformats.org/presentationml/2006/main">
  <p:tag name="PPSPLIT_ID" val=" 43"/>
</p:tagLst>
</file>

<file path=ppt/tags/tag817.xml><?xml version="1.0" encoding="utf-8"?>
<p:tagLst xmlns:a="http://schemas.openxmlformats.org/drawingml/2006/main" xmlns:r="http://schemas.openxmlformats.org/officeDocument/2006/relationships" xmlns:p="http://schemas.openxmlformats.org/presentationml/2006/main">
  <p:tag name="PPSPLIT_ID" val=" 2"/>
</p:tagLst>
</file>

<file path=ppt/tags/tag818.xml><?xml version="1.0" encoding="utf-8"?>
<p:tagLst xmlns:a="http://schemas.openxmlformats.org/drawingml/2006/main" xmlns:r="http://schemas.openxmlformats.org/officeDocument/2006/relationships" xmlns:p="http://schemas.openxmlformats.org/presentationml/2006/main">
  <p:tag name="PPSPLIT_ID" val=" 3"/>
</p:tagLst>
</file>

<file path=ppt/tags/tag819.xml><?xml version="1.0" encoding="utf-8"?>
<p:tagLst xmlns:a="http://schemas.openxmlformats.org/drawingml/2006/main" xmlns:r="http://schemas.openxmlformats.org/officeDocument/2006/relationships" xmlns:p="http://schemas.openxmlformats.org/presentationml/2006/main">
  <p:tag name="PPSPLIT_ID" val=" 6"/>
</p:tagLst>
</file>

<file path=ppt/tags/tag820.xml><?xml version="1.0" encoding="utf-8"?>
<p:tagLst xmlns:a="http://schemas.openxmlformats.org/drawingml/2006/main" xmlns:r="http://schemas.openxmlformats.org/officeDocument/2006/relationships" xmlns:p="http://schemas.openxmlformats.org/presentationml/2006/main">
  <p:tag name="PPSPLIT_ID" val=" 12"/>
</p:tagLst>
</file>

<file path=ppt/tags/tag821.xml><?xml version="1.0" encoding="utf-8"?>
<p:tagLst xmlns:a="http://schemas.openxmlformats.org/drawingml/2006/main" xmlns:r="http://schemas.openxmlformats.org/officeDocument/2006/relationships" xmlns:p="http://schemas.openxmlformats.org/presentationml/2006/main">
  <p:tag name="PPSPLIT_ID" val=" 16"/>
</p:tagLst>
</file>

<file path=ppt/tags/tag822.xml><?xml version="1.0" encoding="utf-8"?>
<p:tagLst xmlns:a="http://schemas.openxmlformats.org/drawingml/2006/main" xmlns:r="http://schemas.openxmlformats.org/officeDocument/2006/relationships" xmlns:p="http://schemas.openxmlformats.org/presentationml/2006/main">
  <p:tag name="PPSPLIT_ID" val=" 19"/>
</p:tagLst>
</file>

<file path=ppt/tags/tag823.xml><?xml version="1.0" encoding="utf-8"?>
<p:tagLst xmlns:a="http://schemas.openxmlformats.org/drawingml/2006/main" xmlns:r="http://schemas.openxmlformats.org/officeDocument/2006/relationships" xmlns:p="http://schemas.openxmlformats.org/presentationml/2006/main">
  <p:tag name="PPSPLIT_ID" val=" 23"/>
</p:tagLst>
</file>

<file path=ppt/tags/tag824.xml><?xml version="1.0" encoding="utf-8"?>
<p:tagLst xmlns:a="http://schemas.openxmlformats.org/drawingml/2006/main" xmlns:r="http://schemas.openxmlformats.org/officeDocument/2006/relationships" xmlns:p="http://schemas.openxmlformats.org/presentationml/2006/main">
  <p:tag name="PPSPLIT_ID" val=" 31"/>
</p:tagLst>
</file>

<file path=ppt/tags/tag825.xml><?xml version="1.0" encoding="utf-8"?>
<p:tagLst xmlns:a="http://schemas.openxmlformats.org/drawingml/2006/main" xmlns:r="http://schemas.openxmlformats.org/officeDocument/2006/relationships" xmlns:p="http://schemas.openxmlformats.org/presentationml/2006/main">
  <p:tag name="PPSPLIT_ID" val=" 33"/>
</p:tagLst>
</file>

<file path=ppt/tags/tag826.xml><?xml version="1.0" encoding="utf-8"?>
<p:tagLst xmlns:a="http://schemas.openxmlformats.org/drawingml/2006/main" xmlns:r="http://schemas.openxmlformats.org/officeDocument/2006/relationships" xmlns:p="http://schemas.openxmlformats.org/presentationml/2006/main">
  <p:tag name="PPSPLIT_ID" val=" 37"/>
</p:tagLst>
</file>

<file path=ppt/tags/tag827.xml><?xml version="1.0" encoding="utf-8"?>
<p:tagLst xmlns:a="http://schemas.openxmlformats.org/drawingml/2006/main" xmlns:r="http://schemas.openxmlformats.org/officeDocument/2006/relationships" xmlns:p="http://schemas.openxmlformats.org/presentationml/2006/main">
  <p:tag name="PPSPLIT_ID" val=" 42"/>
</p:tagLst>
</file>

<file path=ppt/tags/tag828.xml><?xml version="1.0" encoding="utf-8"?>
<p:tagLst xmlns:a="http://schemas.openxmlformats.org/drawingml/2006/main" xmlns:r="http://schemas.openxmlformats.org/officeDocument/2006/relationships" xmlns:p="http://schemas.openxmlformats.org/presentationml/2006/main">
  <p:tag name="PPSPLIT_ID" val=" 44"/>
</p:tagLst>
</file>

<file path=ppt/tags/tag829.xml><?xml version="1.0" encoding="utf-8"?>
<p:tagLst xmlns:a="http://schemas.openxmlformats.org/drawingml/2006/main" xmlns:r="http://schemas.openxmlformats.org/officeDocument/2006/relationships" xmlns:p="http://schemas.openxmlformats.org/presentationml/2006/main">
  <p:tag name="PPSPLIT_ID" val=" 46"/>
</p:tagLst>
</file>

<file path=ppt/tags/tag830.xml><?xml version="1.0" encoding="utf-8"?>
<p:tagLst xmlns:a="http://schemas.openxmlformats.org/drawingml/2006/main" xmlns:r="http://schemas.openxmlformats.org/officeDocument/2006/relationships" xmlns:p="http://schemas.openxmlformats.org/presentationml/2006/main">
  <p:tag name="PPSPLIT_ID" val=" 48"/>
</p:tagLst>
</file>

<file path=ppt/tags/tag831.xml><?xml version="1.0" encoding="utf-8"?>
<p:tagLst xmlns:a="http://schemas.openxmlformats.org/drawingml/2006/main" xmlns:r="http://schemas.openxmlformats.org/officeDocument/2006/relationships" xmlns:p="http://schemas.openxmlformats.org/presentationml/2006/main">
  <p:tag name="PPSPLIT_ID" val=" 50"/>
</p:tagLst>
</file>

<file path=ppt/tags/tag832.xml><?xml version="1.0" encoding="utf-8"?>
<p:tagLst xmlns:a="http://schemas.openxmlformats.org/drawingml/2006/main" xmlns:r="http://schemas.openxmlformats.org/officeDocument/2006/relationships" xmlns:p="http://schemas.openxmlformats.org/presentationml/2006/main">
  <p:tag name="PPSPLIT_ID" val=" 51"/>
</p:tagLst>
</file>

<file path=ppt/tags/tag833.xml><?xml version="1.0" encoding="utf-8"?>
<p:tagLst xmlns:a="http://schemas.openxmlformats.org/drawingml/2006/main" xmlns:r="http://schemas.openxmlformats.org/officeDocument/2006/relationships" xmlns:p="http://schemas.openxmlformats.org/presentationml/2006/main">
  <p:tag name="PPSPLIT_ID" val=" 24"/>
</p:tagLst>
</file>

<file path=ppt/tags/tag834.xml><?xml version="1.0" encoding="utf-8"?>
<p:tagLst xmlns:a="http://schemas.openxmlformats.org/drawingml/2006/main" xmlns:r="http://schemas.openxmlformats.org/officeDocument/2006/relationships" xmlns:p="http://schemas.openxmlformats.org/presentationml/2006/main">
  <p:tag name="PPSPLIT_ID" val=" 5"/>
</p:tagLst>
</file>

<file path=ppt/tags/tag835.xml><?xml version="1.0" encoding="utf-8"?>
<p:tagLst xmlns:a="http://schemas.openxmlformats.org/drawingml/2006/main" xmlns:r="http://schemas.openxmlformats.org/officeDocument/2006/relationships" xmlns:p="http://schemas.openxmlformats.org/presentationml/2006/main">
  <p:tag name="PPSPLIT_SPLIT" val="1"/>
  <p:tag name="PPSPLIT_ORIGINALSLIDENUMBER" val="15"/>
  <p:tag name="PPSPLIT_DONE" val="1"/>
</p:tagLst>
</file>

<file path=ppt/tags/tag836.xml><?xml version="1.0" encoding="utf-8"?>
<p:tagLst xmlns:a="http://schemas.openxmlformats.org/drawingml/2006/main" xmlns:r="http://schemas.openxmlformats.org/officeDocument/2006/relationships" xmlns:p="http://schemas.openxmlformats.org/presentationml/2006/main">
  <p:tag name="PPSPLIT_ID" val=" 7"/>
</p:tagLst>
</file>

<file path=ppt/tags/tag837.xml><?xml version="1.0" encoding="utf-8"?>
<p:tagLst xmlns:a="http://schemas.openxmlformats.org/drawingml/2006/main" xmlns:r="http://schemas.openxmlformats.org/officeDocument/2006/relationships" xmlns:p="http://schemas.openxmlformats.org/presentationml/2006/main">
  <p:tag name="PPSPLIT_ID" val=" 55"/>
</p:tagLst>
</file>

<file path=ppt/tags/tag838.xml><?xml version="1.0" encoding="utf-8"?>
<p:tagLst xmlns:a="http://schemas.openxmlformats.org/drawingml/2006/main" xmlns:r="http://schemas.openxmlformats.org/officeDocument/2006/relationships" xmlns:p="http://schemas.openxmlformats.org/presentationml/2006/main">
  <p:tag name="PPSPLIT_ID" val=" 4"/>
</p:tagLst>
</file>

<file path=ppt/tags/tag839.xml><?xml version="1.0" encoding="utf-8"?>
<p:tagLst xmlns:a="http://schemas.openxmlformats.org/drawingml/2006/main" xmlns:r="http://schemas.openxmlformats.org/officeDocument/2006/relationships" xmlns:p="http://schemas.openxmlformats.org/presentationml/2006/main">
  <p:tag name="PPSPLIT_ID" val=" 43"/>
</p:tagLst>
</file>

<file path=ppt/tags/tag840.xml><?xml version="1.0" encoding="utf-8"?>
<p:tagLst xmlns:a="http://schemas.openxmlformats.org/drawingml/2006/main" xmlns:r="http://schemas.openxmlformats.org/officeDocument/2006/relationships" xmlns:p="http://schemas.openxmlformats.org/presentationml/2006/main">
  <p:tag name="PPSPLIT_ID" val=" 2"/>
</p:tagLst>
</file>

<file path=ppt/tags/tag841.xml><?xml version="1.0" encoding="utf-8"?>
<p:tagLst xmlns:a="http://schemas.openxmlformats.org/drawingml/2006/main" xmlns:r="http://schemas.openxmlformats.org/officeDocument/2006/relationships" xmlns:p="http://schemas.openxmlformats.org/presentationml/2006/main">
  <p:tag name="PPSPLIT_ID" val=" 3"/>
</p:tagLst>
</file>

<file path=ppt/tags/tag842.xml><?xml version="1.0" encoding="utf-8"?>
<p:tagLst xmlns:a="http://schemas.openxmlformats.org/drawingml/2006/main" xmlns:r="http://schemas.openxmlformats.org/officeDocument/2006/relationships" xmlns:p="http://schemas.openxmlformats.org/presentationml/2006/main">
  <p:tag name="PPSPLIT_ID" val=" 25"/>
</p:tagLst>
</file>

<file path=ppt/tags/tag843.xml><?xml version="1.0" encoding="utf-8"?>
<p:tagLst xmlns:a="http://schemas.openxmlformats.org/drawingml/2006/main" xmlns:r="http://schemas.openxmlformats.org/officeDocument/2006/relationships" xmlns:p="http://schemas.openxmlformats.org/presentationml/2006/main">
  <p:tag name="PPSPLIT_ID" val=" 6"/>
</p:tagLst>
</file>

<file path=ppt/tags/tag844.xml><?xml version="1.0" encoding="utf-8"?>
<p:tagLst xmlns:a="http://schemas.openxmlformats.org/drawingml/2006/main" xmlns:r="http://schemas.openxmlformats.org/officeDocument/2006/relationships" xmlns:p="http://schemas.openxmlformats.org/presentationml/2006/main">
  <p:tag name="PPSPLIT_ID" val=" 12"/>
</p:tagLst>
</file>

<file path=ppt/tags/tag845.xml><?xml version="1.0" encoding="utf-8"?>
<p:tagLst xmlns:a="http://schemas.openxmlformats.org/drawingml/2006/main" xmlns:r="http://schemas.openxmlformats.org/officeDocument/2006/relationships" xmlns:p="http://schemas.openxmlformats.org/presentationml/2006/main">
  <p:tag name="PPSPLIT_ID" val=" 16"/>
</p:tagLst>
</file>

<file path=ppt/tags/tag846.xml><?xml version="1.0" encoding="utf-8"?>
<p:tagLst xmlns:a="http://schemas.openxmlformats.org/drawingml/2006/main" xmlns:r="http://schemas.openxmlformats.org/officeDocument/2006/relationships" xmlns:p="http://schemas.openxmlformats.org/presentationml/2006/main">
  <p:tag name="PPSPLIT_ID" val=" 19"/>
</p:tagLst>
</file>

<file path=ppt/tags/tag847.xml><?xml version="1.0" encoding="utf-8"?>
<p:tagLst xmlns:a="http://schemas.openxmlformats.org/drawingml/2006/main" xmlns:r="http://schemas.openxmlformats.org/officeDocument/2006/relationships" xmlns:p="http://schemas.openxmlformats.org/presentationml/2006/main">
  <p:tag name="PPSPLIT_ID" val=" 23"/>
</p:tagLst>
</file>

<file path=ppt/tags/tag848.xml><?xml version="1.0" encoding="utf-8"?>
<p:tagLst xmlns:a="http://schemas.openxmlformats.org/drawingml/2006/main" xmlns:r="http://schemas.openxmlformats.org/officeDocument/2006/relationships" xmlns:p="http://schemas.openxmlformats.org/presentationml/2006/main">
  <p:tag name="PPSPLIT_ID" val=" 31"/>
</p:tagLst>
</file>

<file path=ppt/tags/tag849.xml><?xml version="1.0" encoding="utf-8"?>
<p:tagLst xmlns:a="http://schemas.openxmlformats.org/drawingml/2006/main" xmlns:r="http://schemas.openxmlformats.org/officeDocument/2006/relationships" xmlns:p="http://schemas.openxmlformats.org/presentationml/2006/main">
  <p:tag name="PPSPLIT_ID" val=" 33"/>
</p:tagLst>
</file>

<file path=ppt/tags/tag850.xml><?xml version="1.0" encoding="utf-8"?>
<p:tagLst xmlns:a="http://schemas.openxmlformats.org/drawingml/2006/main" xmlns:r="http://schemas.openxmlformats.org/officeDocument/2006/relationships" xmlns:p="http://schemas.openxmlformats.org/presentationml/2006/main">
  <p:tag name="PPSPLIT_ID" val=" 37"/>
</p:tagLst>
</file>

<file path=ppt/tags/tag851.xml><?xml version="1.0" encoding="utf-8"?>
<p:tagLst xmlns:a="http://schemas.openxmlformats.org/drawingml/2006/main" xmlns:r="http://schemas.openxmlformats.org/officeDocument/2006/relationships" xmlns:p="http://schemas.openxmlformats.org/presentationml/2006/main">
  <p:tag name="PPSPLIT_ID" val=" 42"/>
</p:tagLst>
</file>

<file path=ppt/tags/tag852.xml><?xml version="1.0" encoding="utf-8"?>
<p:tagLst xmlns:a="http://schemas.openxmlformats.org/drawingml/2006/main" xmlns:r="http://schemas.openxmlformats.org/officeDocument/2006/relationships" xmlns:p="http://schemas.openxmlformats.org/presentationml/2006/main">
  <p:tag name="PPSPLIT_ID" val=" 44"/>
</p:tagLst>
</file>

<file path=ppt/tags/tag853.xml><?xml version="1.0" encoding="utf-8"?>
<p:tagLst xmlns:a="http://schemas.openxmlformats.org/drawingml/2006/main" xmlns:r="http://schemas.openxmlformats.org/officeDocument/2006/relationships" xmlns:p="http://schemas.openxmlformats.org/presentationml/2006/main">
  <p:tag name="PPSPLIT_ID" val=" 46"/>
</p:tagLst>
</file>

<file path=ppt/tags/tag854.xml><?xml version="1.0" encoding="utf-8"?>
<p:tagLst xmlns:a="http://schemas.openxmlformats.org/drawingml/2006/main" xmlns:r="http://schemas.openxmlformats.org/officeDocument/2006/relationships" xmlns:p="http://schemas.openxmlformats.org/presentationml/2006/main">
  <p:tag name="PPSPLIT_ID" val=" 48"/>
</p:tagLst>
</file>

<file path=ppt/tags/tag855.xml><?xml version="1.0" encoding="utf-8"?>
<p:tagLst xmlns:a="http://schemas.openxmlformats.org/drawingml/2006/main" xmlns:r="http://schemas.openxmlformats.org/officeDocument/2006/relationships" xmlns:p="http://schemas.openxmlformats.org/presentationml/2006/main">
  <p:tag name="PPSPLIT_ID" val=" 50"/>
</p:tagLst>
</file>

<file path=ppt/tags/tag856.xml><?xml version="1.0" encoding="utf-8"?>
<p:tagLst xmlns:a="http://schemas.openxmlformats.org/drawingml/2006/main" xmlns:r="http://schemas.openxmlformats.org/officeDocument/2006/relationships" xmlns:p="http://schemas.openxmlformats.org/presentationml/2006/main">
  <p:tag name="PPSPLIT_ID" val=" 51"/>
</p:tagLst>
</file>

<file path=ppt/tags/tag857.xml><?xml version="1.0" encoding="utf-8"?>
<p:tagLst xmlns:a="http://schemas.openxmlformats.org/drawingml/2006/main" xmlns:r="http://schemas.openxmlformats.org/officeDocument/2006/relationships" xmlns:p="http://schemas.openxmlformats.org/presentationml/2006/main">
  <p:tag name="PPSPLIT_ID" val=" 24"/>
</p:tagLst>
</file>

<file path=ppt/tags/tag858.xml><?xml version="1.0" encoding="utf-8"?>
<p:tagLst xmlns:a="http://schemas.openxmlformats.org/drawingml/2006/main" xmlns:r="http://schemas.openxmlformats.org/officeDocument/2006/relationships" xmlns:p="http://schemas.openxmlformats.org/presentationml/2006/main">
  <p:tag name="PPSPLIT_ID" val=" 5"/>
</p:tagLst>
</file>

<file path=ppt/tags/tag859.xml><?xml version="1.0" encoding="utf-8"?>
<p:tagLst xmlns:a="http://schemas.openxmlformats.org/drawingml/2006/main" xmlns:r="http://schemas.openxmlformats.org/officeDocument/2006/relationships" xmlns:p="http://schemas.openxmlformats.org/presentationml/2006/main">
  <p:tag name="PPSPLIT_SPLIT" val="1"/>
  <p:tag name="PPSPLIT_ORIGINALSLIDENUMBER" val="15"/>
  <p:tag name="PPSPLIT_DONE" val="1"/>
</p:tagLst>
</file>

<file path=ppt/tags/tag860.xml><?xml version="1.0" encoding="utf-8"?>
<p:tagLst xmlns:a="http://schemas.openxmlformats.org/drawingml/2006/main" xmlns:r="http://schemas.openxmlformats.org/officeDocument/2006/relationships" xmlns:p="http://schemas.openxmlformats.org/presentationml/2006/main">
  <p:tag name="PPSPLIT_ID" val=" 7"/>
</p:tagLst>
</file>

<file path=ppt/tags/tag861.xml><?xml version="1.0" encoding="utf-8"?>
<p:tagLst xmlns:a="http://schemas.openxmlformats.org/drawingml/2006/main" xmlns:r="http://schemas.openxmlformats.org/officeDocument/2006/relationships" xmlns:p="http://schemas.openxmlformats.org/presentationml/2006/main">
  <p:tag name="PPSPLIT_ID" val=" 55"/>
</p:tagLst>
</file>

<file path=ppt/tags/tag862.xml><?xml version="1.0" encoding="utf-8"?>
<p:tagLst xmlns:a="http://schemas.openxmlformats.org/drawingml/2006/main" xmlns:r="http://schemas.openxmlformats.org/officeDocument/2006/relationships" xmlns:p="http://schemas.openxmlformats.org/presentationml/2006/main">
  <p:tag name="PPSPLIT_ID" val=" 4"/>
</p:tagLst>
</file>

<file path=ppt/tags/tag863.xml><?xml version="1.0" encoding="utf-8"?>
<p:tagLst xmlns:a="http://schemas.openxmlformats.org/drawingml/2006/main" xmlns:r="http://schemas.openxmlformats.org/officeDocument/2006/relationships" xmlns:p="http://schemas.openxmlformats.org/presentationml/2006/main">
  <p:tag name="PPSPLIT_ID" val=" 43"/>
</p:tagLst>
</file>

<file path=ppt/tags/tag864.xml><?xml version="1.0" encoding="utf-8"?>
<p:tagLst xmlns:a="http://schemas.openxmlformats.org/drawingml/2006/main" xmlns:r="http://schemas.openxmlformats.org/officeDocument/2006/relationships" xmlns:p="http://schemas.openxmlformats.org/presentationml/2006/main">
  <p:tag name="PPSPLIT_ID" val=" 2"/>
</p:tagLst>
</file>

<file path=ppt/tags/tag865.xml><?xml version="1.0" encoding="utf-8"?>
<p:tagLst xmlns:a="http://schemas.openxmlformats.org/drawingml/2006/main" xmlns:r="http://schemas.openxmlformats.org/officeDocument/2006/relationships" xmlns:p="http://schemas.openxmlformats.org/presentationml/2006/main">
  <p:tag name="PPSPLIT_ID" val=" 3"/>
</p:tagLst>
</file>

<file path=ppt/tags/tag866.xml><?xml version="1.0" encoding="utf-8"?>
<p:tagLst xmlns:a="http://schemas.openxmlformats.org/drawingml/2006/main" xmlns:r="http://schemas.openxmlformats.org/officeDocument/2006/relationships" xmlns:p="http://schemas.openxmlformats.org/presentationml/2006/main">
  <p:tag name="PPSPLIT_ID" val=" 25"/>
</p:tagLst>
</file>

<file path=ppt/tags/tag867.xml><?xml version="1.0" encoding="utf-8"?>
<p:tagLst xmlns:a="http://schemas.openxmlformats.org/drawingml/2006/main" xmlns:r="http://schemas.openxmlformats.org/officeDocument/2006/relationships" xmlns:p="http://schemas.openxmlformats.org/presentationml/2006/main">
  <p:tag name="PPSPLIT_ID" val=" 6"/>
</p:tagLst>
</file>

<file path=ppt/tags/tag868.xml><?xml version="1.0" encoding="utf-8"?>
<p:tagLst xmlns:a="http://schemas.openxmlformats.org/drawingml/2006/main" xmlns:r="http://schemas.openxmlformats.org/officeDocument/2006/relationships" xmlns:p="http://schemas.openxmlformats.org/presentationml/2006/main">
  <p:tag name="PPSPLIT_ID" val=" 12"/>
</p:tagLst>
</file>

<file path=ppt/tags/tag869.xml><?xml version="1.0" encoding="utf-8"?>
<p:tagLst xmlns:a="http://schemas.openxmlformats.org/drawingml/2006/main" xmlns:r="http://schemas.openxmlformats.org/officeDocument/2006/relationships" xmlns:p="http://schemas.openxmlformats.org/presentationml/2006/main">
  <p:tag name="PPSPLIT_ID" val=" 16"/>
</p:tagLst>
</file>

<file path=ppt/tags/tag870.xml><?xml version="1.0" encoding="utf-8"?>
<p:tagLst xmlns:a="http://schemas.openxmlformats.org/drawingml/2006/main" xmlns:r="http://schemas.openxmlformats.org/officeDocument/2006/relationships" xmlns:p="http://schemas.openxmlformats.org/presentationml/2006/main">
  <p:tag name="PPSPLIT_ID" val=" 19"/>
</p:tagLst>
</file>

<file path=ppt/tags/tag871.xml><?xml version="1.0" encoding="utf-8"?>
<p:tagLst xmlns:a="http://schemas.openxmlformats.org/drawingml/2006/main" xmlns:r="http://schemas.openxmlformats.org/officeDocument/2006/relationships" xmlns:p="http://schemas.openxmlformats.org/presentationml/2006/main">
  <p:tag name="PPSPLIT_ID" val=" 23"/>
</p:tagLst>
</file>

<file path=ppt/tags/tag872.xml><?xml version="1.0" encoding="utf-8"?>
<p:tagLst xmlns:a="http://schemas.openxmlformats.org/drawingml/2006/main" xmlns:r="http://schemas.openxmlformats.org/officeDocument/2006/relationships" xmlns:p="http://schemas.openxmlformats.org/presentationml/2006/main">
  <p:tag name="PPSPLIT_ID" val=" 31"/>
</p:tagLst>
</file>

<file path=ppt/tags/tag873.xml><?xml version="1.0" encoding="utf-8"?>
<p:tagLst xmlns:a="http://schemas.openxmlformats.org/drawingml/2006/main" xmlns:r="http://schemas.openxmlformats.org/officeDocument/2006/relationships" xmlns:p="http://schemas.openxmlformats.org/presentationml/2006/main">
  <p:tag name="PPSPLIT_ID" val=" 33"/>
</p:tagLst>
</file>

<file path=ppt/tags/tag874.xml><?xml version="1.0" encoding="utf-8"?>
<p:tagLst xmlns:a="http://schemas.openxmlformats.org/drawingml/2006/main" xmlns:r="http://schemas.openxmlformats.org/officeDocument/2006/relationships" xmlns:p="http://schemas.openxmlformats.org/presentationml/2006/main">
  <p:tag name="PPSPLIT_ID" val=" 37"/>
</p:tagLst>
</file>

<file path=ppt/tags/tag875.xml><?xml version="1.0" encoding="utf-8"?>
<p:tagLst xmlns:a="http://schemas.openxmlformats.org/drawingml/2006/main" xmlns:r="http://schemas.openxmlformats.org/officeDocument/2006/relationships" xmlns:p="http://schemas.openxmlformats.org/presentationml/2006/main">
  <p:tag name="PPSPLIT_ID" val=" 42"/>
</p:tagLst>
</file>

<file path=ppt/tags/tag876.xml><?xml version="1.0" encoding="utf-8"?>
<p:tagLst xmlns:a="http://schemas.openxmlformats.org/drawingml/2006/main" xmlns:r="http://schemas.openxmlformats.org/officeDocument/2006/relationships" xmlns:p="http://schemas.openxmlformats.org/presentationml/2006/main">
  <p:tag name="PPSPLIT_ID" val=" 44"/>
</p:tagLst>
</file>

<file path=ppt/tags/tag877.xml><?xml version="1.0" encoding="utf-8"?>
<p:tagLst xmlns:a="http://schemas.openxmlformats.org/drawingml/2006/main" xmlns:r="http://schemas.openxmlformats.org/officeDocument/2006/relationships" xmlns:p="http://schemas.openxmlformats.org/presentationml/2006/main">
  <p:tag name="PPSPLIT_ID" val=" 46"/>
</p:tagLst>
</file>

<file path=ppt/tags/tag878.xml><?xml version="1.0" encoding="utf-8"?>
<p:tagLst xmlns:a="http://schemas.openxmlformats.org/drawingml/2006/main" xmlns:r="http://schemas.openxmlformats.org/officeDocument/2006/relationships" xmlns:p="http://schemas.openxmlformats.org/presentationml/2006/main">
  <p:tag name="PPSPLIT_ID" val=" 48"/>
</p:tagLst>
</file>

<file path=ppt/tags/tag879.xml><?xml version="1.0" encoding="utf-8"?>
<p:tagLst xmlns:a="http://schemas.openxmlformats.org/drawingml/2006/main" xmlns:r="http://schemas.openxmlformats.org/officeDocument/2006/relationships" xmlns:p="http://schemas.openxmlformats.org/presentationml/2006/main">
  <p:tag name="PPSPLIT_ID" val=" 50"/>
</p:tagLst>
</file>

<file path=ppt/tags/tag880.xml><?xml version="1.0" encoding="utf-8"?>
<p:tagLst xmlns:a="http://schemas.openxmlformats.org/drawingml/2006/main" xmlns:r="http://schemas.openxmlformats.org/officeDocument/2006/relationships" xmlns:p="http://schemas.openxmlformats.org/presentationml/2006/main">
  <p:tag name="PPSPLIT_ID" val=" 51"/>
</p:tagLst>
</file>

<file path=ppt/tags/tag881.xml><?xml version="1.0" encoding="utf-8"?>
<p:tagLst xmlns:a="http://schemas.openxmlformats.org/drawingml/2006/main" xmlns:r="http://schemas.openxmlformats.org/officeDocument/2006/relationships" xmlns:p="http://schemas.openxmlformats.org/presentationml/2006/main">
  <p:tag name="PPSPLIT_ID" val=" 24"/>
</p:tagLst>
</file>

<file path=ppt/tags/tag882.xml><?xml version="1.0" encoding="utf-8"?>
<p:tagLst xmlns:a="http://schemas.openxmlformats.org/drawingml/2006/main" xmlns:r="http://schemas.openxmlformats.org/officeDocument/2006/relationships" xmlns:p="http://schemas.openxmlformats.org/presentationml/2006/main">
  <p:tag name="PPSPLIT_ID" val=" 5"/>
</p:tagLst>
</file>

<file path=ppt/tags/tag883.xml><?xml version="1.0" encoding="utf-8"?>
<p:tagLst xmlns:a="http://schemas.openxmlformats.org/drawingml/2006/main" xmlns:r="http://schemas.openxmlformats.org/officeDocument/2006/relationships" xmlns:p="http://schemas.openxmlformats.org/presentationml/2006/main">
  <p:tag name="PPSPLIT_SPLIT" val="1"/>
  <p:tag name="PPSPLIT_ORIGINALSLIDENUMBER" val="15"/>
</p:tagLst>
</file>

<file path=ppt/tags/tag884.xml><?xml version="1.0" encoding="utf-8"?>
<p:tagLst xmlns:a="http://schemas.openxmlformats.org/drawingml/2006/main" xmlns:r="http://schemas.openxmlformats.org/officeDocument/2006/relationships" xmlns:p="http://schemas.openxmlformats.org/presentationml/2006/main">
  <p:tag name="PPSPLIT_ID" val=" 7"/>
</p:tagLst>
</file>

<file path=ppt/tags/tag885.xml><?xml version="1.0" encoding="utf-8"?>
<p:tagLst xmlns:a="http://schemas.openxmlformats.org/drawingml/2006/main" xmlns:r="http://schemas.openxmlformats.org/officeDocument/2006/relationships" xmlns:p="http://schemas.openxmlformats.org/presentationml/2006/main">
  <p:tag name="PPSPLIT_ID" val=" 55"/>
</p:tagLst>
</file>

<file path=ppt/tags/tag886.xml><?xml version="1.0" encoding="utf-8"?>
<p:tagLst xmlns:a="http://schemas.openxmlformats.org/drawingml/2006/main" xmlns:r="http://schemas.openxmlformats.org/officeDocument/2006/relationships" xmlns:p="http://schemas.openxmlformats.org/presentationml/2006/main">
  <p:tag name="PPSPLIT_ID" val=" 4"/>
</p:tagLst>
</file>

<file path=ppt/tags/tag887.xml><?xml version="1.0" encoding="utf-8"?>
<p:tagLst xmlns:a="http://schemas.openxmlformats.org/drawingml/2006/main" xmlns:r="http://schemas.openxmlformats.org/officeDocument/2006/relationships" xmlns:p="http://schemas.openxmlformats.org/presentationml/2006/main">
  <p:tag name="PPSPLIT_ID" val=" 43"/>
</p:tagLst>
</file>

<file path=ppt/tags/tag888.xml><?xml version="1.0" encoding="utf-8"?>
<p:tagLst xmlns:a="http://schemas.openxmlformats.org/drawingml/2006/main" xmlns:r="http://schemas.openxmlformats.org/officeDocument/2006/relationships" xmlns:p="http://schemas.openxmlformats.org/presentationml/2006/main">
  <p:tag name="PPSPLIT_ID" val=" 2"/>
</p:tagLst>
</file>

<file path=ppt/tags/tag889.xml><?xml version="1.0" encoding="utf-8"?>
<p:tagLst xmlns:a="http://schemas.openxmlformats.org/drawingml/2006/main" xmlns:r="http://schemas.openxmlformats.org/officeDocument/2006/relationships" xmlns:p="http://schemas.openxmlformats.org/presentationml/2006/main">
  <p:tag name="PPSPLIT_ID" val=" 3"/>
</p:tagLst>
</file>

<file path=ppt/tags/tag890.xml><?xml version="1.0" encoding="utf-8"?>
<p:tagLst xmlns:a="http://schemas.openxmlformats.org/drawingml/2006/main" xmlns:r="http://schemas.openxmlformats.org/officeDocument/2006/relationships" xmlns:p="http://schemas.openxmlformats.org/presentationml/2006/main">
  <p:tag name="PPSPLIT_ID" val=" 25"/>
</p:tagLst>
</file>

<file path=ppt/tags/tag891.xml><?xml version="1.0" encoding="utf-8"?>
<p:tagLst xmlns:a="http://schemas.openxmlformats.org/drawingml/2006/main" xmlns:r="http://schemas.openxmlformats.org/officeDocument/2006/relationships" xmlns:p="http://schemas.openxmlformats.org/presentationml/2006/main">
  <p:tag name="PPSPLIT_ID" val=" 6"/>
</p:tagLst>
</file>

<file path=ppt/tags/tag892.xml><?xml version="1.0" encoding="utf-8"?>
<p:tagLst xmlns:a="http://schemas.openxmlformats.org/drawingml/2006/main" xmlns:r="http://schemas.openxmlformats.org/officeDocument/2006/relationships" xmlns:p="http://schemas.openxmlformats.org/presentationml/2006/main">
  <p:tag name="PPSPLIT_ID" val=" 12"/>
</p:tagLst>
</file>

<file path=ppt/tags/tag893.xml><?xml version="1.0" encoding="utf-8"?>
<p:tagLst xmlns:a="http://schemas.openxmlformats.org/drawingml/2006/main" xmlns:r="http://schemas.openxmlformats.org/officeDocument/2006/relationships" xmlns:p="http://schemas.openxmlformats.org/presentationml/2006/main">
  <p:tag name="PPSPLIT_ID" val=" 16"/>
</p:tagLst>
</file>

<file path=ppt/tags/tag894.xml><?xml version="1.0" encoding="utf-8"?>
<p:tagLst xmlns:a="http://schemas.openxmlformats.org/drawingml/2006/main" xmlns:r="http://schemas.openxmlformats.org/officeDocument/2006/relationships" xmlns:p="http://schemas.openxmlformats.org/presentationml/2006/main">
  <p:tag name="PPSPLIT_ID" val=" 19"/>
</p:tagLst>
</file>

<file path=ppt/tags/tag895.xml><?xml version="1.0" encoding="utf-8"?>
<p:tagLst xmlns:a="http://schemas.openxmlformats.org/drawingml/2006/main" xmlns:r="http://schemas.openxmlformats.org/officeDocument/2006/relationships" xmlns:p="http://schemas.openxmlformats.org/presentationml/2006/main">
  <p:tag name="PPSPLIT_ID" val=" 23"/>
</p:tagLst>
</file>

<file path=ppt/tags/tag896.xml><?xml version="1.0" encoding="utf-8"?>
<p:tagLst xmlns:a="http://schemas.openxmlformats.org/drawingml/2006/main" xmlns:r="http://schemas.openxmlformats.org/officeDocument/2006/relationships" xmlns:p="http://schemas.openxmlformats.org/presentationml/2006/main">
  <p:tag name="PPSPLIT_ID" val=" 31"/>
</p:tagLst>
</file>

<file path=ppt/tags/tag897.xml><?xml version="1.0" encoding="utf-8"?>
<p:tagLst xmlns:a="http://schemas.openxmlformats.org/drawingml/2006/main" xmlns:r="http://schemas.openxmlformats.org/officeDocument/2006/relationships" xmlns:p="http://schemas.openxmlformats.org/presentationml/2006/main">
  <p:tag name="PPSPLIT_ID" val=" 33"/>
</p:tagLst>
</file>

<file path=ppt/tags/tag898.xml><?xml version="1.0" encoding="utf-8"?>
<p:tagLst xmlns:a="http://schemas.openxmlformats.org/drawingml/2006/main" xmlns:r="http://schemas.openxmlformats.org/officeDocument/2006/relationships" xmlns:p="http://schemas.openxmlformats.org/presentationml/2006/main">
  <p:tag name="PPSPLIT_ID" val=" 37"/>
</p:tagLst>
</file>

<file path=ppt/tags/tag899.xml><?xml version="1.0" encoding="utf-8"?>
<p:tagLst xmlns:a="http://schemas.openxmlformats.org/drawingml/2006/main" xmlns:r="http://schemas.openxmlformats.org/officeDocument/2006/relationships" xmlns:p="http://schemas.openxmlformats.org/presentationml/2006/main">
  <p:tag name="PPSPLIT_ID" val=" 42"/>
</p:tagLst>
</file>

<file path=ppt/tags/tag900.xml><?xml version="1.0" encoding="utf-8"?>
<p:tagLst xmlns:a="http://schemas.openxmlformats.org/drawingml/2006/main" xmlns:r="http://schemas.openxmlformats.org/officeDocument/2006/relationships" xmlns:p="http://schemas.openxmlformats.org/presentationml/2006/main">
  <p:tag name="PPSPLIT_ID" val=" 44"/>
</p:tagLst>
</file>

<file path=ppt/tags/tag901.xml><?xml version="1.0" encoding="utf-8"?>
<p:tagLst xmlns:a="http://schemas.openxmlformats.org/drawingml/2006/main" xmlns:r="http://schemas.openxmlformats.org/officeDocument/2006/relationships" xmlns:p="http://schemas.openxmlformats.org/presentationml/2006/main">
  <p:tag name="PPSPLIT_ID" val=" 46"/>
</p:tagLst>
</file>

<file path=ppt/tags/tag902.xml><?xml version="1.0" encoding="utf-8"?>
<p:tagLst xmlns:a="http://schemas.openxmlformats.org/drawingml/2006/main" xmlns:r="http://schemas.openxmlformats.org/officeDocument/2006/relationships" xmlns:p="http://schemas.openxmlformats.org/presentationml/2006/main">
  <p:tag name="PPSPLIT_ID" val=" 48"/>
</p:tagLst>
</file>

<file path=ppt/tags/tag903.xml><?xml version="1.0" encoding="utf-8"?>
<p:tagLst xmlns:a="http://schemas.openxmlformats.org/drawingml/2006/main" xmlns:r="http://schemas.openxmlformats.org/officeDocument/2006/relationships" xmlns:p="http://schemas.openxmlformats.org/presentationml/2006/main">
  <p:tag name="PPSPLIT_ID" val=" 50"/>
</p:tagLst>
</file>

<file path=ppt/tags/tag904.xml><?xml version="1.0" encoding="utf-8"?>
<p:tagLst xmlns:a="http://schemas.openxmlformats.org/drawingml/2006/main" xmlns:r="http://schemas.openxmlformats.org/officeDocument/2006/relationships" xmlns:p="http://schemas.openxmlformats.org/presentationml/2006/main">
  <p:tag name="PPSPLIT_ID" val=" 51"/>
</p:tagLst>
</file>

<file path=ppt/tags/tag905.xml><?xml version="1.0" encoding="utf-8"?>
<p:tagLst xmlns:a="http://schemas.openxmlformats.org/drawingml/2006/main" xmlns:r="http://schemas.openxmlformats.org/officeDocument/2006/relationships" xmlns:p="http://schemas.openxmlformats.org/presentationml/2006/main">
  <p:tag name="PPSPLIT_ID" val=" 24"/>
</p:tagLst>
</file>

<file path=ppt/tags/tag906.xml><?xml version="1.0" encoding="utf-8"?>
<p:tagLst xmlns:a="http://schemas.openxmlformats.org/drawingml/2006/main" xmlns:r="http://schemas.openxmlformats.org/officeDocument/2006/relationships" xmlns:p="http://schemas.openxmlformats.org/presentationml/2006/main">
  <p:tag name="PPSPLIT_ID" val=" 5"/>
</p:tagLst>
</file>

<file path=ppt/tags/tag907.xml><?xml version="1.0" encoding="utf-8"?>
<p:tagLst xmlns:a="http://schemas.openxmlformats.org/drawingml/2006/main" xmlns:r="http://schemas.openxmlformats.org/officeDocument/2006/relationships" xmlns:p="http://schemas.openxmlformats.org/presentationml/2006/main">
  <p:tag name="PPSPLIT_SPLIT" val="1"/>
  <p:tag name="PPSPLIT_ORIGINALSLIDENUMBER" val="16"/>
  <p:tag name="PPSPLIT_DONE" val="1"/>
</p:tagLst>
</file>

<file path=ppt/tags/tag908.xml><?xml version="1.0" encoding="utf-8"?>
<p:tagLst xmlns:a="http://schemas.openxmlformats.org/drawingml/2006/main" xmlns:r="http://schemas.openxmlformats.org/officeDocument/2006/relationships" xmlns:p="http://schemas.openxmlformats.org/presentationml/2006/main">
  <p:tag name="PPSPLIT_ID" val=" 4"/>
</p:tagLst>
</file>

<file path=ppt/tags/tag909.xml><?xml version="1.0" encoding="utf-8"?>
<p:tagLst xmlns:a="http://schemas.openxmlformats.org/drawingml/2006/main" xmlns:r="http://schemas.openxmlformats.org/officeDocument/2006/relationships" xmlns:p="http://schemas.openxmlformats.org/presentationml/2006/main">
  <p:tag name="PPSPLIT_ID" val=" 3"/>
</p:tagLst>
</file>

<file path=ppt/tags/tag910.xml><?xml version="1.0" encoding="utf-8"?>
<p:tagLst xmlns:a="http://schemas.openxmlformats.org/drawingml/2006/main" xmlns:r="http://schemas.openxmlformats.org/officeDocument/2006/relationships" xmlns:p="http://schemas.openxmlformats.org/presentationml/2006/main">
  <p:tag name="PPSPLIT_ID" val=" 7"/>
</p:tagLst>
</file>

<file path=ppt/tags/tag911.xml><?xml version="1.0" encoding="utf-8"?>
<p:tagLst xmlns:a="http://schemas.openxmlformats.org/drawingml/2006/main" xmlns:r="http://schemas.openxmlformats.org/officeDocument/2006/relationships" xmlns:p="http://schemas.openxmlformats.org/presentationml/2006/main">
  <p:tag name="PPSPLIT_ID" val=" 6"/>
</p:tagLst>
</file>

<file path=ppt/tags/tag912.xml><?xml version="1.0" encoding="utf-8"?>
<p:tagLst xmlns:a="http://schemas.openxmlformats.org/drawingml/2006/main" xmlns:r="http://schemas.openxmlformats.org/officeDocument/2006/relationships" xmlns:p="http://schemas.openxmlformats.org/presentationml/2006/main">
  <p:tag name="PPSPLIT_ID" val=" 13"/>
</p:tagLst>
</file>

<file path=ppt/tags/tag913.xml><?xml version="1.0" encoding="utf-8"?>
<p:tagLst xmlns:a="http://schemas.openxmlformats.org/drawingml/2006/main" xmlns:r="http://schemas.openxmlformats.org/officeDocument/2006/relationships" xmlns:p="http://schemas.openxmlformats.org/presentationml/2006/main">
  <p:tag name="PPSPLIT_ID" val=" 26"/>
</p:tagLst>
</file>

<file path=ppt/tags/tag914.xml><?xml version="1.0" encoding="utf-8"?>
<p:tagLst xmlns:a="http://schemas.openxmlformats.org/drawingml/2006/main" xmlns:r="http://schemas.openxmlformats.org/officeDocument/2006/relationships" xmlns:p="http://schemas.openxmlformats.org/presentationml/2006/main">
  <p:tag name="PPSPLIT_ID" val=" 28"/>
</p:tagLst>
</file>

<file path=ppt/tags/tag915.xml><?xml version="1.0" encoding="utf-8"?>
<p:tagLst xmlns:a="http://schemas.openxmlformats.org/drawingml/2006/main" xmlns:r="http://schemas.openxmlformats.org/officeDocument/2006/relationships" xmlns:p="http://schemas.openxmlformats.org/presentationml/2006/main">
  <p:tag name="PPSPLIT_ID" val=" 33"/>
</p:tagLst>
</file>

<file path=ppt/tags/tag916.xml><?xml version="1.0" encoding="utf-8"?>
<p:tagLst xmlns:a="http://schemas.openxmlformats.org/drawingml/2006/main" xmlns:r="http://schemas.openxmlformats.org/officeDocument/2006/relationships" xmlns:p="http://schemas.openxmlformats.org/presentationml/2006/main">
  <p:tag name="PPSPLIT_ID" val=" 262"/>
</p:tagLst>
</file>

<file path=ppt/tags/tag917.xml><?xml version="1.0" encoding="utf-8"?>
<p:tagLst xmlns:a="http://schemas.openxmlformats.org/drawingml/2006/main" xmlns:r="http://schemas.openxmlformats.org/officeDocument/2006/relationships" xmlns:p="http://schemas.openxmlformats.org/presentationml/2006/main">
  <p:tag name="PPSPLIT_ID" val=" 275"/>
</p:tagLst>
</file>

<file path=ppt/tags/tag918.xml><?xml version="1.0" encoding="utf-8"?>
<p:tagLst xmlns:a="http://schemas.openxmlformats.org/drawingml/2006/main" xmlns:r="http://schemas.openxmlformats.org/officeDocument/2006/relationships" xmlns:p="http://schemas.openxmlformats.org/presentationml/2006/main">
  <p:tag name="PPSPLIT_SPLIT" val="1"/>
  <p:tag name="PPSPLIT_ORIGINALSLIDENUMBER" val="16"/>
  <p:tag name="PPSPLIT_DONE" val="1"/>
</p:tagLst>
</file>

<file path=ppt/tags/tag919.xml><?xml version="1.0" encoding="utf-8"?>
<p:tagLst xmlns:a="http://schemas.openxmlformats.org/drawingml/2006/main" xmlns:r="http://schemas.openxmlformats.org/officeDocument/2006/relationships" xmlns:p="http://schemas.openxmlformats.org/presentationml/2006/main">
  <p:tag name="PPSPLIT_ID" val=" 4"/>
</p:tagLst>
</file>

<file path=ppt/tags/tag920.xml><?xml version="1.0" encoding="utf-8"?>
<p:tagLst xmlns:a="http://schemas.openxmlformats.org/drawingml/2006/main" xmlns:r="http://schemas.openxmlformats.org/officeDocument/2006/relationships" xmlns:p="http://schemas.openxmlformats.org/presentationml/2006/main">
  <p:tag name="PPSPLIT_ID" val=" 3"/>
</p:tagLst>
</file>

<file path=ppt/tags/tag921.xml><?xml version="1.0" encoding="utf-8"?>
<p:tagLst xmlns:a="http://schemas.openxmlformats.org/drawingml/2006/main" xmlns:r="http://schemas.openxmlformats.org/officeDocument/2006/relationships" xmlns:p="http://schemas.openxmlformats.org/presentationml/2006/main">
  <p:tag name="PPSPLIT_ID" val=" 7"/>
</p:tagLst>
</file>

<file path=ppt/tags/tag922.xml><?xml version="1.0" encoding="utf-8"?>
<p:tagLst xmlns:a="http://schemas.openxmlformats.org/drawingml/2006/main" xmlns:r="http://schemas.openxmlformats.org/officeDocument/2006/relationships" xmlns:p="http://schemas.openxmlformats.org/presentationml/2006/main">
  <p:tag name="PPSPLIT_ID" val=" 6"/>
</p:tagLst>
</file>

<file path=ppt/tags/tag923.xml><?xml version="1.0" encoding="utf-8"?>
<p:tagLst xmlns:a="http://schemas.openxmlformats.org/drawingml/2006/main" xmlns:r="http://schemas.openxmlformats.org/officeDocument/2006/relationships" xmlns:p="http://schemas.openxmlformats.org/presentationml/2006/main">
  <p:tag name="PPSPLIT_ID" val=" 8"/>
</p:tagLst>
</file>

<file path=ppt/tags/tag924.xml><?xml version="1.0" encoding="utf-8"?>
<p:tagLst xmlns:a="http://schemas.openxmlformats.org/drawingml/2006/main" xmlns:r="http://schemas.openxmlformats.org/officeDocument/2006/relationships" xmlns:p="http://schemas.openxmlformats.org/presentationml/2006/main">
  <p:tag name="PPSPLIT_ID" val=" 14"/>
</p:tagLst>
</file>

<file path=ppt/tags/tag925.xml><?xml version="1.0" encoding="utf-8"?>
<p:tagLst xmlns:a="http://schemas.openxmlformats.org/drawingml/2006/main" xmlns:r="http://schemas.openxmlformats.org/officeDocument/2006/relationships" xmlns:p="http://schemas.openxmlformats.org/presentationml/2006/main">
  <p:tag name="PPSPLIT_ID" val=" 13"/>
</p:tagLst>
</file>

<file path=ppt/tags/tag926.xml><?xml version="1.0" encoding="utf-8"?>
<p:tagLst xmlns:a="http://schemas.openxmlformats.org/drawingml/2006/main" xmlns:r="http://schemas.openxmlformats.org/officeDocument/2006/relationships" xmlns:p="http://schemas.openxmlformats.org/presentationml/2006/main">
  <p:tag name="PPSPLIT_ID" val=" 26"/>
</p:tagLst>
</file>

<file path=ppt/tags/tag927.xml><?xml version="1.0" encoding="utf-8"?>
<p:tagLst xmlns:a="http://schemas.openxmlformats.org/drawingml/2006/main" xmlns:r="http://schemas.openxmlformats.org/officeDocument/2006/relationships" xmlns:p="http://schemas.openxmlformats.org/presentationml/2006/main">
  <p:tag name="PPSPLIT_ID" val=" 28"/>
</p:tagLst>
</file>

<file path=ppt/tags/tag928.xml><?xml version="1.0" encoding="utf-8"?>
<p:tagLst xmlns:a="http://schemas.openxmlformats.org/drawingml/2006/main" xmlns:r="http://schemas.openxmlformats.org/officeDocument/2006/relationships" xmlns:p="http://schemas.openxmlformats.org/presentationml/2006/main">
  <p:tag name="PPSPLIT_ID" val=" 30"/>
</p:tagLst>
</file>

<file path=ppt/tags/tag929.xml><?xml version="1.0" encoding="utf-8"?>
<p:tagLst xmlns:a="http://schemas.openxmlformats.org/drawingml/2006/main" xmlns:r="http://schemas.openxmlformats.org/officeDocument/2006/relationships" xmlns:p="http://schemas.openxmlformats.org/presentationml/2006/main">
  <p:tag name="PPSPLIT_ID" val=" 31"/>
</p:tagLst>
</file>

<file path=ppt/tags/tag930.xml><?xml version="1.0" encoding="utf-8"?>
<p:tagLst xmlns:a="http://schemas.openxmlformats.org/drawingml/2006/main" xmlns:r="http://schemas.openxmlformats.org/officeDocument/2006/relationships" xmlns:p="http://schemas.openxmlformats.org/presentationml/2006/main">
  <p:tag name="PPSPLIT_ID" val=" 33"/>
</p:tagLst>
</file>

<file path=ppt/tags/tag931.xml><?xml version="1.0" encoding="utf-8"?>
<p:tagLst xmlns:a="http://schemas.openxmlformats.org/drawingml/2006/main" xmlns:r="http://schemas.openxmlformats.org/officeDocument/2006/relationships" xmlns:p="http://schemas.openxmlformats.org/presentationml/2006/main">
  <p:tag name="PPSPLIT_ID" val=" 247"/>
</p:tagLst>
</file>

<file path=ppt/tags/tag932.xml><?xml version="1.0" encoding="utf-8"?>
<p:tagLst xmlns:a="http://schemas.openxmlformats.org/drawingml/2006/main" xmlns:r="http://schemas.openxmlformats.org/officeDocument/2006/relationships" xmlns:p="http://schemas.openxmlformats.org/presentationml/2006/main">
  <p:tag name="PPSPLIT_ID" val=" 262"/>
</p:tagLst>
</file>

<file path=ppt/tags/tag933.xml><?xml version="1.0" encoding="utf-8"?>
<p:tagLst xmlns:a="http://schemas.openxmlformats.org/drawingml/2006/main" xmlns:r="http://schemas.openxmlformats.org/officeDocument/2006/relationships" xmlns:p="http://schemas.openxmlformats.org/presentationml/2006/main">
  <p:tag name="PPSPLIT_ID" val=" 275"/>
</p:tagLst>
</file>

<file path=ppt/tags/tag934.xml><?xml version="1.0" encoding="utf-8"?>
<p:tagLst xmlns:a="http://schemas.openxmlformats.org/drawingml/2006/main" xmlns:r="http://schemas.openxmlformats.org/officeDocument/2006/relationships" xmlns:p="http://schemas.openxmlformats.org/presentationml/2006/main">
  <p:tag name="PPSPLIT_SPLIT" val="1"/>
  <p:tag name="PPSPLIT_ORIGINALSLIDENUMBER" val="16"/>
</p:tagLst>
</file>

<file path=ppt/tags/tag935.xml><?xml version="1.0" encoding="utf-8"?>
<p:tagLst xmlns:a="http://schemas.openxmlformats.org/drawingml/2006/main" xmlns:r="http://schemas.openxmlformats.org/officeDocument/2006/relationships" xmlns:p="http://schemas.openxmlformats.org/presentationml/2006/main">
  <p:tag name="PPSPLIT_ID" val=" 4"/>
</p:tagLst>
</file>

<file path=ppt/tags/tag936.xml><?xml version="1.0" encoding="utf-8"?>
<p:tagLst xmlns:a="http://schemas.openxmlformats.org/drawingml/2006/main" xmlns:r="http://schemas.openxmlformats.org/officeDocument/2006/relationships" xmlns:p="http://schemas.openxmlformats.org/presentationml/2006/main">
  <p:tag name="PPSPLIT_ID" val=" 3"/>
</p:tagLst>
</file>

<file path=ppt/tags/tag937.xml><?xml version="1.0" encoding="utf-8"?>
<p:tagLst xmlns:a="http://schemas.openxmlformats.org/drawingml/2006/main" xmlns:r="http://schemas.openxmlformats.org/officeDocument/2006/relationships" xmlns:p="http://schemas.openxmlformats.org/presentationml/2006/main">
  <p:tag name="PPSPLIT_ID" val=" 7"/>
</p:tagLst>
</file>

<file path=ppt/tags/tag938.xml><?xml version="1.0" encoding="utf-8"?>
<p:tagLst xmlns:a="http://schemas.openxmlformats.org/drawingml/2006/main" xmlns:r="http://schemas.openxmlformats.org/officeDocument/2006/relationships" xmlns:p="http://schemas.openxmlformats.org/presentationml/2006/main">
  <p:tag name="PPSPLIT_ID" val=" 6"/>
</p:tagLst>
</file>

<file path=ppt/tags/tag939.xml><?xml version="1.0" encoding="utf-8"?>
<p:tagLst xmlns:a="http://schemas.openxmlformats.org/drawingml/2006/main" xmlns:r="http://schemas.openxmlformats.org/officeDocument/2006/relationships" xmlns:p="http://schemas.openxmlformats.org/presentationml/2006/main">
  <p:tag name="PPSPLIT_ID" val=" 8"/>
</p:tagLst>
</file>

<file path=ppt/tags/tag940.xml><?xml version="1.0" encoding="utf-8"?>
<p:tagLst xmlns:a="http://schemas.openxmlformats.org/drawingml/2006/main" xmlns:r="http://schemas.openxmlformats.org/officeDocument/2006/relationships" xmlns:p="http://schemas.openxmlformats.org/presentationml/2006/main">
  <p:tag name="PPSPLIT_ID" val=" 14"/>
</p:tagLst>
</file>

<file path=ppt/tags/tag941.xml><?xml version="1.0" encoding="utf-8"?>
<p:tagLst xmlns:a="http://schemas.openxmlformats.org/drawingml/2006/main" xmlns:r="http://schemas.openxmlformats.org/officeDocument/2006/relationships" xmlns:p="http://schemas.openxmlformats.org/presentationml/2006/main">
  <p:tag name="PPSPLIT_ID" val=" 13"/>
</p:tagLst>
</file>

<file path=ppt/tags/tag942.xml><?xml version="1.0" encoding="utf-8"?>
<p:tagLst xmlns:a="http://schemas.openxmlformats.org/drawingml/2006/main" xmlns:r="http://schemas.openxmlformats.org/officeDocument/2006/relationships" xmlns:p="http://schemas.openxmlformats.org/presentationml/2006/main">
  <p:tag name="PPSPLIT_ID" val=" 26"/>
</p:tagLst>
</file>

<file path=ppt/tags/tag943.xml><?xml version="1.0" encoding="utf-8"?>
<p:tagLst xmlns:a="http://schemas.openxmlformats.org/drawingml/2006/main" xmlns:r="http://schemas.openxmlformats.org/officeDocument/2006/relationships" xmlns:p="http://schemas.openxmlformats.org/presentationml/2006/main">
  <p:tag name="PPSPLIT_ID" val=" 28"/>
</p:tagLst>
</file>

<file path=ppt/tags/tag944.xml><?xml version="1.0" encoding="utf-8"?>
<p:tagLst xmlns:a="http://schemas.openxmlformats.org/drawingml/2006/main" xmlns:r="http://schemas.openxmlformats.org/officeDocument/2006/relationships" xmlns:p="http://schemas.openxmlformats.org/presentationml/2006/main">
  <p:tag name="PPSPLIT_ID" val=" 30"/>
</p:tagLst>
</file>

<file path=ppt/tags/tag945.xml><?xml version="1.0" encoding="utf-8"?>
<p:tagLst xmlns:a="http://schemas.openxmlformats.org/drawingml/2006/main" xmlns:r="http://schemas.openxmlformats.org/officeDocument/2006/relationships" xmlns:p="http://schemas.openxmlformats.org/presentationml/2006/main">
  <p:tag name="PPSPLIT_ID" val=" 31"/>
</p:tagLst>
</file>

<file path=ppt/tags/tag946.xml><?xml version="1.0" encoding="utf-8"?>
<p:tagLst xmlns:a="http://schemas.openxmlformats.org/drawingml/2006/main" xmlns:r="http://schemas.openxmlformats.org/officeDocument/2006/relationships" xmlns:p="http://schemas.openxmlformats.org/presentationml/2006/main">
  <p:tag name="PPSPLIT_ID" val=" 33"/>
</p:tagLst>
</file>

<file path=ppt/tags/tag947.xml><?xml version="1.0" encoding="utf-8"?>
<p:tagLst xmlns:a="http://schemas.openxmlformats.org/drawingml/2006/main" xmlns:r="http://schemas.openxmlformats.org/officeDocument/2006/relationships" xmlns:p="http://schemas.openxmlformats.org/presentationml/2006/main">
  <p:tag name="PPSPLIT_ID" val=" 12"/>
</p:tagLst>
</file>

<file path=ppt/tags/tag948.xml><?xml version="1.0" encoding="utf-8"?>
<p:tagLst xmlns:a="http://schemas.openxmlformats.org/drawingml/2006/main" xmlns:r="http://schemas.openxmlformats.org/officeDocument/2006/relationships" xmlns:p="http://schemas.openxmlformats.org/presentationml/2006/main">
  <p:tag name="PPSPLIT_ID" val=" 247"/>
</p:tagLst>
</file>

<file path=ppt/tags/tag949.xml><?xml version="1.0" encoding="utf-8"?>
<p:tagLst xmlns:a="http://schemas.openxmlformats.org/drawingml/2006/main" xmlns:r="http://schemas.openxmlformats.org/officeDocument/2006/relationships" xmlns:p="http://schemas.openxmlformats.org/presentationml/2006/main">
  <p:tag name="PPSPLIT_ID" val=" 262"/>
</p:tagLst>
</file>

<file path=ppt/tags/tag950.xml><?xml version="1.0" encoding="utf-8"?>
<p:tagLst xmlns:a="http://schemas.openxmlformats.org/drawingml/2006/main" xmlns:r="http://schemas.openxmlformats.org/officeDocument/2006/relationships" xmlns:p="http://schemas.openxmlformats.org/presentationml/2006/main">
  <p:tag name="PPSPLIT_ID" val=" 275"/>
</p:tagLst>
</file>

<file path=ppt/tags/tag951.xml><?xml version="1.0" encoding="utf-8"?>
<p:tagLst xmlns:a="http://schemas.openxmlformats.org/drawingml/2006/main" xmlns:r="http://schemas.openxmlformats.org/officeDocument/2006/relationships" xmlns:p="http://schemas.openxmlformats.org/presentationml/2006/main">
  <p:tag name="PPSPLIT_SPLIT" val="1"/>
  <p:tag name="PPSPLIT_ORIGINALSLIDENUMBER" val="17"/>
</p:tagLst>
</file>

<file path=ppt/tags/tag952.xml><?xml version="1.0" encoding="utf-8"?>
<p:tagLst xmlns:a="http://schemas.openxmlformats.org/drawingml/2006/main" xmlns:r="http://schemas.openxmlformats.org/officeDocument/2006/relationships" xmlns:p="http://schemas.openxmlformats.org/presentationml/2006/main">
  <p:tag name="PPSPLIT_SPLIT" val="1"/>
  <p:tag name="PPSPLIT_ORIGINALSLIDENUMBER" val="18"/>
</p:tagLst>
</file>

<file path=ppt/tags/tag953.xml><?xml version="1.0" encoding="utf-8"?>
<p:tagLst xmlns:a="http://schemas.openxmlformats.org/drawingml/2006/main" xmlns:r="http://schemas.openxmlformats.org/officeDocument/2006/relationships" xmlns:p="http://schemas.openxmlformats.org/presentationml/2006/main">
  <p:tag name="PPSPLIT_SPLIT" val="1"/>
  <p:tag name="PPSPLIT_ORIGINALSLIDENUMBER" val="19"/>
  <p:tag name="PPSPLIT_DONE" val="1"/>
</p:tagLst>
</file>

<file path=ppt/tags/tag954.xml><?xml version="1.0" encoding="utf-8"?>
<p:tagLst xmlns:a="http://schemas.openxmlformats.org/drawingml/2006/main" xmlns:r="http://schemas.openxmlformats.org/officeDocument/2006/relationships" xmlns:p="http://schemas.openxmlformats.org/presentationml/2006/main">
  <p:tag name="PPSPLIT_ID" val=" 4"/>
</p:tagLst>
</file>

<file path=ppt/tags/tag955.xml><?xml version="1.0" encoding="utf-8"?>
<p:tagLst xmlns:a="http://schemas.openxmlformats.org/drawingml/2006/main" xmlns:r="http://schemas.openxmlformats.org/officeDocument/2006/relationships" xmlns:p="http://schemas.openxmlformats.org/presentationml/2006/main">
  <p:tag name="PPSPLIT_ID" val=" 2"/>
</p:tagLst>
</file>

<file path=ppt/tags/tag956.xml><?xml version="1.0" encoding="utf-8"?>
<p:tagLst xmlns:a="http://schemas.openxmlformats.org/drawingml/2006/main" xmlns:r="http://schemas.openxmlformats.org/officeDocument/2006/relationships" xmlns:p="http://schemas.openxmlformats.org/presentationml/2006/main">
  <p:tag name="PPSPLIT_ID" val=" 3"/>
</p:tagLst>
</file>

<file path=ppt/tags/tag957.xml><?xml version="1.0" encoding="utf-8"?>
<p:tagLst xmlns:a="http://schemas.openxmlformats.org/drawingml/2006/main" xmlns:r="http://schemas.openxmlformats.org/officeDocument/2006/relationships" xmlns:p="http://schemas.openxmlformats.org/presentationml/2006/main">
  <p:tag name="PPSPLIT_ID" val=" 17"/>
</p:tagLst>
</file>

<file path=ppt/tags/tag958.xml><?xml version="1.0" encoding="utf-8"?>
<p:tagLst xmlns:a="http://schemas.openxmlformats.org/drawingml/2006/main" xmlns:r="http://schemas.openxmlformats.org/officeDocument/2006/relationships" xmlns:p="http://schemas.openxmlformats.org/presentationml/2006/main">
  <p:tag name="PPSPLIT_ID" val=" 19"/>
</p:tagLst>
</file>

<file path=ppt/tags/tag959.xml><?xml version="1.0" encoding="utf-8"?>
<p:tagLst xmlns:a="http://schemas.openxmlformats.org/drawingml/2006/main" xmlns:r="http://schemas.openxmlformats.org/officeDocument/2006/relationships" xmlns:p="http://schemas.openxmlformats.org/presentationml/2006/main">
  <p:tag name="PPSPLIT_ID" val=" 21"/>
</p:tagLst>
</file>

<file path=ppt/tags/tag960.xml><?xml version="1.0" encoding="utf-8"?>
<p:tagLst xmlns:a="http://schemas.openxmlformats.org/drawingml/2006/main" xmlns:r="http://schemas.openxmlformats.org/officeDocument/2006/relationships" xmlns:p="http://schemas.openxmlformats.org/presentationml/2006/main">
  <p:tag name="PPSPLIT_ID" val=" 73"/>
</p:tagLst>
</file>

<file path=ppt/tags/tag961.xml><?xml version="1.0" encoding="utf-8"?>
<p:tagLst xmlns:a="http://schemas.openxmlformats.org/drawingml/2006/main" xmlns:r="http://schemas.openxmlformats.org/officeDocument/2006/relationships" xmlns:p="http://schemas.openxmlformats.org/presentationml/2006/main">
  <p:tag name="PPSPLIT_ID" val=" 74"/>
</p:tagLst>
</file>

<file path=ppt/tags/tag962.xml><?xml version="1.0" encoding="utf-8"?>
<p:tagLst xmlns:a="http://schemas.openxmlformats.org/drawingml/2006/main" xmlns:r="http://schemas.openxmlformats.org/officeDocument/2006/relationships" xmlns:p="http://schemas.openxmlformats.org/presentationml/2006/main">
  <p:tag name="PPSPLIT_ID" val=" 76"/>
</p:tagLst>
</file>

<file path=ppt/tags/tag963.xml><?xml version="1.0" encoding="utf-8"?>
<p:tagLst xmlns:a="http://schemas.openxmlformats.org/drawingml/2006/main" xmlns:r="http://schemas.openxmlformats.org/officeDocument/2006/relationships" xmlns:p="http://schemas.openxmlformats.org/presentationml/2006/main">
  <p:tag name="PPSPLIT_ID" val=" 77"/>
</p:tagLst>
</file>

<file path=ppt/tags/tag964.xml><?xml version="1.0" encoding="utf-8"?>
<p:tagLst xmlns:a="http://schemas.openxmlformats.org/drawingml/2006/main" xmlns:r="http://schemas.openxmlformats.org/officeDocument/2006/relationships" xmlns:p="http://schemas.openxmlformats.org/presentationml/2006/main">
  <p:tag name="PPSPLIT_SPLIT" val="1"/>
  <p:tag name="PPSPLIT_ORIGINALSLIDENUMBER" val="19"/>
  <p:tag name="PPSPLIT_DONE" val="1"/>
</p:tagLst>
</file>

<file path=ppt/tags/tag965.xml><?xml version="1.0" encoding="utf-8"?>
<p:tagLst xmlns:a="http://schemas.openxmlformats.org/drawingml/2006/main" xmlns:r="http://schemas.openxmlformats.org/officeDocument/2006/relationships" xmlns:p="http://schemas.openxmlformats.org/presentationml/2006/main">
  <p:tag name="PPSPLIT_ID" val=" 4"/>
</p:tagLst>
</file>

<file path=ppt/tags/tag966.xml><?xml version="1.0" encoding="utf-8"?>
<p:tagLst xmlns:a="http://schemas.openxmlformats.org/drawingml/2006/main" xmlns:r="http://schemas.openxmlformats.org/officeDocument/2006/relationships" xmlns:p="http://schemas.openxmlformats.org/presentationml/2006/main">
  <p:tag name="PPSPLIT_ID" val=" 2"/>
</p:tagLst>
</file>

<file path=ppt/tags/tag967.xml><?xml version="1.0" encoding="utf-8"?>
<p:tagLst xmlns:a="http://schemas.openxmlformats.org/drawingml/2006/main" xmlns:r="http://schemas.openxmlformats.org/officeDocument/2006/relationships" xmlns:p="http://schemas.openxmlformats.org/presentationml/2006/main">
  <p:tag name="PPSPLIT_ID" val=" 3"/>
</p:tagLst>
</file>

<file path=ppt/tags/tag968.xml><?xml version="1.0" encoding="utf-8"?>
<p:tagLst xmlns:a="http://schemas.openxmlformats.org/drawingml/2006/main" xmlns:r="http://schemas.openxmlformats.org/officeDocument/2006/relationships" xmlns:p="http://schemas.openxmlformats.org/presentationml/2006/main">
  <p:tag name="PPSPLIT_ID" val=" 10"/>
</p:tagLst>
</file>

<file path=ppt/tags/tag969.xml><?xml version="1.0" encoding="utf-8"?>
<p:tagLst xmlns:a="http://schemas.openxmlformats.org/drawingml/2006/main" xmlns:r="http://schemas.openxmlformats.org/officeDocument/2006/relationships" xmlns:p="http://schemas.openxmlformats.org/presentationml/2006/main">
  <p:tag name="PPSPLIT_ID" val=" 17"/>
</p:tagLst>
</file>

<file path=ppt/tags/tag970.xml><?xml version="1.0" encoding="utf-8"?>
<p:tagLst xmlns:a="http://schemas.openxmlformats.org/drawingml/2006/main" xmlns:r="http://schemas.openxmlformats.org/officeDocument/2006/relationships" xmlns:p="http://schemas.openxmlformats.org/presentationml/2006/main">
  <p:tag name="PPSPLIT_ID" val=" 19"/>
</p:tagLst>
</file>

<file path=ppt/tags/tag971.xml><?xml version="1.0" encoding="utf-8"?>
<p:tagLst xmlns:a="http://schemas.openxmlformats.org/drawingml/2006/main" xmlns:r="http://schemas.openxmlformats.org/officeDocument/2006/relationships" xmlns:p="http://schemas.openxmlformats.org/presentationml/2006/main">
  <p:tag name="PPSPLIT_ID" val=" 21"/>
</p:tagLst>
</file>

<file path=ppt/tags/tag972.xml><?xml version="1.0" encoding="utf-8"?>
<p:tagLst xmlns:a="http://schemas.openxmlformats.org/drawingml/2006/main" xmlns:r="http://schemas.openxmlformats.org/officeDocument/2006/relationships" xmlns:p="http://schemas.openxmlformats.org/presentationml/2006/main">
  <p:tag name="PPSPLIT_ID" val=" 73"/>
</p:tagLst>
</file>

<file path=ppt/tags/tag973.xml><?xml version="1.0" encoding="utf-8"?>
<p:tagLst xmlns:a="http://schemas.openxmlformats.org/drawingml/2006/main" xmlns:r="http://schemas.openxmlformats.org/officeDocument/2006/relationships" xmlns:p="http://schemas.openxmlformats.org/presentationml/2006/main">
  <p:tag name="PPSPLIT_ID" val=" 74"/>
</p:tagLst>
</file>

<file path=ppt/tags/tag974.xml><?xml version="1.0" encoding="utf-8"?>
<p:tagLst xmlns:a="http://schemas.openxmlformats.org/drawingml/2006/main" xmlns:r="http://schemas.openxmlformats.org/officeDocument/2006/relationships" xmlns:p="http://schemas.openxmlformats.org/presentationml/2006/main">
  <p:tag name="PPSPLIT_ID" val=" 76"/>
</p:tagLst>
</file>

<file path=ppt/tags/tag975.xml><?xml version="1.0" encoding="utf-8"?>
<p:tagLst xmlns:a="http://schemas.openxmlformats.org/drawingml/2006/main" xmlns:r="http://schemas.openxmlformats.org/officeDocument/2006/relationships" xmlns:p="http://schemas.openxmlformats.org/presentationml/2006/main">
  <p:tag name="PPSPLIT_ID" val=" 77"/>
</p:tagLst>
</file>

<file path=ppt/tags/tag976.xml><?xml version="1.0" encoding="utf-8"?>
<p:tagLst xmlns:a="http://schemas.openxmlformats.org/drawingml/2006/main" xmlns:r="http://schemas.openxmlformats.org/officeDocument/2006/relationships" xmlns:p="http://schemas.openxmlformats.org/presentationml/2006/main">
  <p:tag name="PPSPLIT_ID" val=" 16"/>
</p:tagLst>
</file>

<file path=ppt/tags/tag977.xml><?xml version="1.0" encoding="utf-8"?>
<p:tagLst xmlns:a="http://schemas.openxmlformats.org/drawingml/2006/main" xmlns:r="http://schemas.openxmlformats.org/officeDocument/2006/relationships" xmlns:p="http://schemas.openxmlformats.org/presentationml/2006/main">
  <p:tag name="PPSPLIT_SPLIT" val="1"/>
  <p:tag name="PPSPLIT_ORIGINALSLIDENUMBER" val="19"/>
</p:tagLst>
</file>

<file path=ppt/tags/tag978.xml><?xml version="1.0" encoding="utf-8"?>
<p:tagLst xmlns:a="http://schemas.openxmlformats.org/drawingml/2006/main" xmlns:r="http://schemas.openxmlformats.org/officeDocument/2006/relationships" xmlns:p="http://schemas.openxmlformats.org/presentationml/2006/main">
  <p:tag name="PPSPLIT_ID" val=" 4"/>
</p:tagLst>
</file>

<file path=ppt/tags/tag979.xml><?xml version="1.0" encoding="utf-8"?>
<p:tagLst xmlns:a="http://schemas.openxmlformats.org/drawingml/2006/main" xmlns:r="http://schemas.openxmlformats.org/officeDocument/2006/relationships" xmlns:p="http://schemas.openxmlformats.org/presentationml/2006/main">
  <p:tag name="PPSPLIT_ID" val=" 2"/>
</p:tagLst>
</file>

<file path=ppt/tags/tag980.xml><?xml version="1.0" encoding="utf-8"?>
<p:tagLst xmlns:a="http://schemas.openxmlformats.org/drawingml/2006/main" xmlns:r="http://schemas.openxmlformats.org/officeDocument/2006/relationships" xmlns:p="http://schemas.openxmlformats.org/presentationml/2006/main">
  <p:tag name="PPSPLIT_ID" val=" 3"/>
</p:tagLst>
</file>

<file path=ppt/tags/tag981.xml><?xml version="1.0" encoding="utf-8"?>
<p:tagLst xmlns:a="http://schemas.openxmlformats.org/drawingml/2006/main" xmlns:r="http://schemas.openxmlformats.org/officeDocument/2006/relationships" xmlns:p="http://schemas.openxmlformats.org/presentationml/2006/main">
  <p:tag name="PPSPLIT_ID" val=" 10"/>
</p:tagLst>
</file>

<file path=ppt/tags/tag982.xml><?xml version="1.0" encoding="utf-8"?>
<p:tagLst xmlns:a="http://schemas.openxmlformats.org/drawingml/2006/main" xmlns:r="http://schemas.openxmlformats.org/officeDocument/2006/relationships" xmlns:p="http://schemas.openxmlformats.org/presentationml/2006/main">
  <p:tag name="PPSPLIT_ID" val=" 17"/>
</p:tagLst>
</file>

<file path=ppt/tags/tag983.xml><?xml version="1.0" encoding="utf-8"?>
<p:tagLst xmlns:a="http://schemas.openxmlformats.org/drawingml/2006/main" xmlns:r="http://schemas.openxmlformats.org/officeDocument/2006/relationships" xmlns:p="http://schemas.openxmlformats.org/presentationml/2006/main">
  <p:tag name="PPSPLIT_ID" val=" 8"/>
</p:tagLst>
</file>

<file path=ppt/tags/tag984.xml><?xml version="1.0" encoding="utf-8"?>
<p:tagLst xmlns:a="http://schemas.openxmlformats.org/drawingml/2006/main" xmlns:r="http://schemas.openxmlformats.org/officeDocument/2006/relationships" xmlns:p="http://schemas.openxmlformats.org/presentationml/2006/main">
  <p:tag name="PPSPLIT_ID" val=" 19"/>
</p:tagLst>
</file>

<file path=ppt/tags/tag985.xml><?xml version="1.0" encoding="utf-8"?>
<p:tagLst xmlns:a="http://schemas.openxmlformats.org/drawingml/2006/main" xmlns:r="http://schemas.openxmlformats.org/officeDocument/2006/relationships" xmlns:p="http://schemas.openxmlformats.org/presentationml/2006/main">
  <p:tag name="PPSPLIT_ID" val=" 21"/>
</p:tagLst>
</file>

<file path=ppt/tags/tag986.xml><?xml version="1.0" encoding="utf-8"?>
<p:tagLst xmlns:a="http://schemas.openxmlformats.org/drawingml/2006/main" xmlns:r="http://schemas.openxmlformats.org/officeDocument/2006/relationships" xmlns:p="http://schemas.openxmlformats.org/presentationml/2006/main">
  <p:tag name="PPSPLIT_ID" val=" 73"/>
</p:tagLst>
</file>

<file path=ppt/tags/tag987.xml><?xml version="1.0" encoding="utf-8"?>
<p:tagLst xmlns:a="http://schemas.openxmlformats.org/drawingml/2006/main" xmlns:r="http://schemas.openxmlformats.org/officeDocument/2006/relationships" xmlns:p="http://schemas.openxmlformats.org/presentationml/2006/main">
  <p:tag name="PPSPLIT_ID" val=" 74"/>
</p:tagLst>
</file>

<file path=ppt/tags/tag988.xml><?xml version="1.0" encoding="utf-8"?>
<p:tagLst xmlns:a="http://schemas.openxmlformats.org/drawingml/2006/main" xmlns:r="http://schemas.openxmlformats.org/officeDocument/2006/relationships" xmlns:p="http://schemas.openxmlformats.org/presentationml/2006/main">
  <p:tag name="PPSPLIT_ID" val=" 76"/>
</p:tagLst>
</file>

<file path=ppt/tags/tag989.xml><?xml version="1.0" encoding="utf-8"?>
<p:tagLst xmlns:a="http://schemas.openxmlformats.org/drawingml/2006/main" xmlns:r="http://schemas.openxmlformats.org/officeDocument/2006/relationships" xmlns:p="http://schemas.openxmlformats.org/presentationml/2006/main">
  <p:tag name="PPSPLIT_ID" val=" 77"/>
</p:tagLst>
</file>

<file path=ppt/tags/tag990.xml><?xml version="1.0" encoding="utf-8"?>
<p:tagLst xmlns:a="http://schemas.openxmlformats.org/drawingml/2006/main" xmlns:r="http://schemas.openxmlformats.org/officeDocument/2006/relationships" xmlns:p="http://schemas.openxmlformats.org/presentationml/2006/main">
  <p:tag name="PPSPLIT_ID" val=" 16"/>
</p:tagLst>
</file>

<file path=ppt/tags/tag991.xml><?xml version="1.0" encoding="utf-8"?>
<p:tagLst xmlns:a="http://schemas.openxmlformats.org/drawingml/2006/main" xmlns:r="http://schemas.openxmlformats.org/officeDocument/2006/relationships" xmlns:p="http://schemas.openxmlformats.org/presentationml/2006/main">
  <p:tag name="PPSPLIT_SPLIT" val="1"/>
  <p:tag name="PPSPLIT_ORIGINALSLIDENUMBER" val="20"/>
  <p:tag name="PPSPLIT_DONE" val="1"/>
</p:tagLst>
</file>

<file path=ppt/tags/tag992.xml><?xml version="1.0" encoding="utf-8"?>
<p:tagLst xmlns:a="http://schemas.openxmlformats.org/drawingml/2006/main" xmlns:r="http://schemas.openxmlformats.org/officeDocument/2006/relationships" xmlns:p="http://schemas.openxmlformats.org/presentationml/2006/main">
  <p:tag name="PPSPLIT_ID" val=" 4"/>
</p:tagLst>
</file>

<file path=ppt/tags/tag993.xml><?xml version="1.0" encoding="utf-8"?>
<p:tagLst xmlns:a="http://schemas.openxmlformats.org/drawingml/2006/main" xmlns:r="http://schemas.openxmlformats.org/officeDocument/2006/relationships" xmlns:p="http://schemas.openxmlformats.org/presentationml/2006/main">
  <p:tag name="PPSPLIT_ID" val=" 2"/>
</p:tagLst>
</file>

<file path=ppt/tags/tag994.xml><?xml version="1.0" encoding="utf-8"?>
<p:tagLst xmlns:a="http://schemas.openxmlformats.org/drawingml/2006/main" xmlns:r="http://schemas.openxmlformats.org/officeDocument/2006/relationships" xmlns:p="http://schemas.openxmlformats.org/presentationml/2006/main">
  <p:tag name="PPSPLIT_ID" val=" 3"/>
</p:tagLst>
</file>

<file path=ppt/tags/tag995.xml><?xml version="1.0" encoding="utf-8"?>
<p:tagLst xmlns:a="http://schemas.openxmlformats.org/drawingml/2006/main" xmlns:r="http://schemas.openxmlformats.org/officeDocument/2006/relationships" xmlns:p="http://schemas.openxmlformats.org/presentationml/2006/main">
  <p:tag name="PPSPLIT_SPLIT" val="1"/>
  <p:tag name="PPSPLIT_ORIGINALSLIDENUMBER" val="20"/>
  <p:tag name="PPSPLIT_DONE" val="1"/>
</p:tagLst>
</file>

<file path=ppt/tags/tag996.xml><?xml version="1.0" encoding="utf-8"?>
<p:tagLst xmlns:a="http://schemas.openxmlformats.org/drawingml/2006/main" xmlns:r="http://schemas.openxmlformats.org/officeDocument/2006/relationships" xmlns:p="http://schemas.openxmlformats.org/presentationml/2006/main">
  <p:tag name="PPSPLIT_ID" val=" 6"/>
</p:tagLst>
</file>

<file path=ppt/tags/tag997.xml><?xml version="1.0" encoding="utf-8"?>
<p:tagLst xmlns:a="http://schemas.openxmlformats.org/drawingml/2006/main" xmlns:r="http://schemas.openxmlformats.org/officeDocument/2006/relationships" xmlns:p="http://schemas.openxmlformats.org/presentationml/2006/main">
  <p:tag name="PPSPLIT_ID" val=" 4"/>
</p:tagLst>
</file>

<file path=ppt/tags/tag998.xml><?xml version="1.0" encoding="utf-8"?>
<p:tagLst xmlns:a="http://schemas.openxmlformats.org/drawingml/2006/main" xmlns:r="http://schemas.openxmlformats.org/officeDocument/2006/relationships" xmlns:p="http://schemas.openxmlformats.org/presentationml/2006/main">
  <p:tag name="PPSPLIT_ID" val=" 2"/>
</p:tagLst>
</file>

<file path=ppt/tags/tag999.xml><?xml version="1.0" encoding="utf-8"?>
<p:tagLst xmlns:a="http://schemas.openxmlformats.org/drawingml/2006/main" xmlns:r="http://schemas.openxmlformats.org/officeDocument/2006/relationships" xmlns:p="http://schemas.openxmlformats.org/presentationml/2006/main">
  <p:tag name="PPSPLIT_ID" val=" 3"/>
</p:tagLst>
</file>

<file path=ppt/tags/tag1000.xml><?xml version="1.0" encoding="utf-8"?>
<p:tagLst xmlns:a="http://schemas.openxmlformats.org/drawingml/2006/main" xmlns:r="http://schemas.openxmlformats.org/officeDocument/2006/relationships" xmlns:p="http://schemas.openxmlformats.org/presentationml/2006/main">
  <p:tag name="PPSPLIT_ID" val=" 10"/>
</p:tagLst>
</file>

<file path=ppt/tags/tag1001.xml><?xml version="1.0" encoding="utf-8"?>
<p:tagLst xmlns:a="http://schemas.openxmlformats.org/drawingml/2006/main" xmlns:r="http://schemas.openxmlformats.org/officeDocument/2006/relationships" xmlns:p="http://schemas.openxmlformats.org/presentationml/2006/main">
  <p:tag name="PPSPLIT_SPLIT" val="1"/>
  <p:tag name="PPSPLIT_ORIGINALSLIDENUMBER" val="20"/>
  <p:tag name="PPSPLIT_DONE" val="1"/>
</p:tagLst>
</file>

<file path=ppt/tags/tag1002.xml><?xml version="1.0" encoding="utf-8"?>
<p:tagLst xmlns:a="http://schemas.openxmlformats.org/drawingml/2006/main" xmlns:r="http://schemas.openxmlformats.org/officeDocument/2006/relationships" xmlns:p="http://schemas.openxmlformats.org/presentationml/2006/main">
  <p:tag name="PPSPLIT_ID" val=" 6"/>
</p:tagLst>
</file>

<file path=ppt/tags/tag1003.xml><?xml version="1.0" encoding="utf-8"?>
<p:tagLst xmlns:a="http://schemas.openxmlformats.org/drawingml/2006/main" xmlns:r="http://schemas.openxmlformats.org/officeDocument/2006/relationships" xmlns:p="http://schemas.openxmlformats.org/presentationml/2006/main">
  <p:tag name="PPSPLIT_ID" val=" 4"/>
</p:tagLst>
</file>

<file path=ppt/tags/tag1004.xml><?xml version="1.0" encoding="utf-8"?>
<p:tagLst xmlns:a="http://schemas.openxmlformats.org/drawingml/2006/main" xmlns:r="http://schemas.openxmlformats.org/officeDocument/2006/relationships" xmlns:p="http://schemas.openxmlformats.org/presentationml/2006/main">
  <p:tag name="PPSPLIT_ID" val=" 2"/>
</p:tagLst>
</file>

<file path=ppt/tags/tag1005.xml><?xml version="1.0" encoding="utf-8"?>
<p:tagLst xmlns:a="http://schemas.openxmlformats.org/drawingml/2006/main" xmlns:r="http://schemas.openxmlformats.org/officeDocument/2006/relationships" xmlns:p="http://schemas.openxmlformats.org/presentationml/2006/main">
  <p:tag name="PPSPLIT_ID" val=" 3"/>
</p:tagLst>
</file>

<file path=ppt/tags/tag1006.xml><?xml version="1.0" encoding="utf-8"?>
<p:tagLst xmlns:a="http://schemas.openxmlformats.org/drawingml/2006/main" xmlns:r="http://schemas.openxmlformats.org/officeDocument/2006/relationships" xmlns:p="http://schemas.openxmlformats.org/presentationml/2006/main">
  <p:tag name="PPSPLIT_ID" val=" 10"/>
</p:tagLst>
</file>

<file path=ppt/tags/tag1007.xml><?xml version="1.0" encoding="utf-8"?>
<p:tagLst xmlns:a="http://schemas.openxmlformats.org/drawingml/2006/main" xmlns:r="http://schemas.openxmlformats.org/officeDocument/2006/relationships" xmlns:p="http://schemas.openxmlformats.org/presentationml/2006/main">
  <p:tag name="PPSPLIT_ID" val=" 7"/>
</p:tagLst>
</file>

<file path=ppt/tags/tag1008.xml><?xml version="1.0" encoding="utf-8"?>
<p:tagLst xmlns:a="http://schemas.openxmlformats.org/drawingml/2006/main" xmlns:r="http://schemas.openxmlformats.org/officeDocument/2006/relationships" xmlns:p="http://schemas.openxmlformats.org/presentationml/2006/main">
  <p:tag name="PPSPLIT_SPLIT" val="1"/>
  <p:tag name="PPSPLIT_ORIGINALSLIDENUMBER" val="20"/>
  <p:tag name="PPSPLIT_DONE" val="1"/>
</p:tagLst>
</file>

<file path=ppt/tags/tag1009.xml><?xml version="1.0" encoding="utf-8"?>
<p:tagLst xmlns:a="http://schemas.openxmlformats.org/drawingml/2006/main" xmlns:r="http://schemas.openxmlformats.org/officeDocument/2006/relationships" xmlns:p="http://schemas.openxmlformats.org/presentationml/2006/main">
  <p:tag name="PPSPLIT_ID" val=" 6"/>
</p:tagLst>
</file>

<file path=ppt/tags/tag1010.xml><?xml version="1.0" encoding="utf-8"?>
<p:tagLst xmlns:a="http://schemas.openxmlformats.org/drawingml/2006/main" xmlns:r="http://schemas.openxmlformats.org/officeDocument/2006/relationships" xmlns:p="http://schemas.openxmlformats.org/presentationml/2006/main">
  <p:tag name="PPSPLIT_ID" val=" 4"/>
</p:tagLst>
</file>

<file path=ppt/tags/tag1011.xml><?xml version="1.0" encoding="utf-8"?>
<p:tagLst xmlns:a="http://schemas.openxmlformats.org/drawingml/2006/main" xmlns:r="http://schemas.openxmlformats.org/officeDocument/2006/relationships" xmlns:p="http://schemas.openxmlformats.org/presentationml/2006/main">
  <p:tag name="PPSPLIT_ID" val=" 2"/>
</p:tagLst>
</file>

<file path=ppt/tags/tag1012.xml><?xml version="1.0" encoding="utf-8"?>
<p:tagLst xmlns:a="http://schemas.openxmlformats.org/drawingml/2006/main" xmlns:r="http://schemas.openxmlformats.org/officeDocument/2006/relationships" xmlns:p="http://schemas.openxmlformats.org/presentationml/2006/main">
  <p:tag name="PPSPLIT_ID" val=" 3"/>
</p:tagLst>
</file>

<file path=ppt/tags/tag1013.xml><?xml version="1.0" encoding="utf-8"?>
<p:tagLst xmlns:a="http://schemas.openxmlformats.org/drawingml/2006/main" xmlns:r="http://schemas.openxmlformats.org/officeDocument/2006/relationships" xmlns:p="http://schemas.openxmlformats.org/presentationml/2006/main">
  <p:tag name="PPSPLIT_ID" val=" 11"/>
</p:tagLst>
</file>

<file path=ppt/tags/tag1014.xml><?xml version="1.0" encoding="utf-8"?>
<p:tagLst xmlns:a="http://schemas.openxmlformats.org/drawingml/2006/main" xmlns:r="http://schemas.openxmlformats.org/officeDocument/2006/relationships" xmlns:p="http://schemas.openxmlformats.org/presentationml/2006/main">
  <p:tag name="PPSPLIT_ID" val=" 10"/>
</p:tagLst>
</file>

<file path=ppt/tags/tag1015.xml><?xml version="1.0" encoding="utf-8"?>
<p:tagLst xmlns:a="http://schemas.openxmlformats.org/drawingml/2006/main" xmlns:r="http://schemas.openxmlformats.org/officeDocument/2006/relationships" xmlns:p="http://schemas.openxmlformats.org/presentationml/2006/main">
  <p:tag name="PPSPLIT_ID" val=" 7"/>
</p:tagLst>
</file>

<file path=ppt/tags/tag1016.xml><?xml version="1.0" encoding="utf-8"?>
<p:tagLst xmlns:a="http://schemas.openxmlformats.org/drawingml/2006/main" xmlns:r="http://schemas.openxmlformats.org/officeDocument/2006/relationships" xmlns:p="http://schemas.openxmlformats.org/presentationml/2006/main">
  <p:tag name="PPSPLIT_SPLIT" val="1"/>
  <p:tag name="PPSPLIT_ORIGINALSLIDENUMBER" val="20"/>
</p:tagLst>
</file>

<file path=ppt/tags/tag1017.xml><?xml version="1.0" encoding="utf-8"?>
<p:tagLst xmlns:a="http://schemas.openxmlformats.org/drawingml/2006/main" xmlns:r="http://schemas.openxmlformats.org/officeDocument/2006/relationships" xmlns:p="http://schemas.openxmlformats.org/presentationml/2006/main">
  <p:tag name="PPSPLIT_ID" val=" 6"/>
</p:tagLst>
</file>

<file path=ppt/tags/tag1018.xml><?xml version="1.0" encoding="utf-8"?>
<p:tagLst xmlns:a="http://schemas.openxmlformats.org/drawingml/2006/main" xmlns:r="http://schemas.openxmlformats.org/officeDocument/2006/relationships" xmlns:p="http://schemas.openxmlformats.org/presentationml/2006/main">
  <p:tag name="PPSPLIT_ID" val=" 4"/>
</p:tagLst>
</file>

<file path=ppt/tags/tag1019.xml><?xml version="1.0" encoding="utf-8"?>
<p:tagLst xmlns:a="http://schemas.openxmlformats.org/drawingml/2006/main" xmlns:r="http://schemas.openxmlformats.org/officeDocument/2006/relationships" xmlns:p="http://schemas.openxmlformats.org/presentationml/2006/main">
  <p:tag name="PPSPLIT_ID" val=" 2"/>
</p:tagLst>
</file>

<file path=ppt/tags/tag1020.xml><?xml version="1.0" encoding="utf-8"?>
<p:tagLst xmlns:a="http://schemas.openxmlformats.org/drawingml/2006/main" xmlns:r="http://schemas.openxmlformats.org/officeDocument/2006/relationships" xmlns:p="http://schemas.openxmlformats.org/presentationml/2006/main">
  <p:tag name="PPSPLIT_ID" val=" 3"/>
</p:tagLst>
</file>

<file path=ppt/tags/tag1021.xml><?xml version="1.0" encoding="utf-8"?>
<p:tagLst xmlns:a="http://schemas.openxmlformats.org/drawingml/2006/main" xmlns:r="http://schemas.openxmlformats.org/officeDocument/2006/relationships" xmlns:p="http://schemas.openxmlformats.org/presentationml/2006/main">
  <p:tag name="PPSPLIT_ID" val=" 11"/>
</p:tagLst>
</file>

<file path=ppt/tags/tag1022.xml><?xml version="1.0" encoding="utf-8"?>
<p:tagLst xmlns:a="http://schemas.openxmlformats.org/drawingml/2006/main" xmlns:r="http://schemas.openxmlformats.org/officeDocument/2006/relationships" xmlns:p="http://schemas.openxmlformats.org/presentationml/2006/main">
  <p:tag name="PPSPLIT_ID" val=" 12"/>
</p:tagLst>
</file>

<file path=ppt/tags/tag1023.xml><?xml version="1.0" encoding="utf-8"?>
<p:tagLst xmlns:a="http://schemas.openxmlformats.org/drawingml/2006/main" xmlns:r="http://schemas.openxmlformats.org/officeDocument/2006/relationships" xmlns:p="http://schemas.openxmlformats.org/presentationml/2006/main">
  <p:tag name="PPSPLIT_ID" val=" 10"/>
</p:tagLst>
</file>

<file path=ppt/tags/tag1024.xml><?xml version="1.0" encoding="utf-8"?>
<p:tagLst xmlns:a="http://schemas.openxmlformats.org/drawingml/2006/main" xmlns:r="http://schemas.openxmlformats.org/officeDocument/2006/relationships" xmlns:p="http://schemas.openxmlformats.org/presentationml/2006/main">
  <p:tag name="PPSPLIT_ID" val=" 7"/>
</p:tagLst>
</file>

<file path=ppt/tags/tag1025.xml><?xml version="1.0" encoding="utf-8"?>
<p:tagLst xmlns:a="http://schemas.openxmlformats.org/drawingml/2006/main" xmlns:r="http://schemas.openxmlformats.org/officeDocument/2006/relationships" xmlns:p="http://schemas.openxmlformats.org/presentationml/2006/main">
  <p:tag name="PPSPLIT_SPLIT" val="1"/>
  <p:tag name="PPSPLIT_ORIGINALSLIDENUMBER" val="21"/>
</p:tagLst>
</file>

<file path=ppt/tags/tag1026.xml><?xml version="1.0" encoding="utf-8"?>
<p:tagLst xmlns:a="http://schemas.openxmlformats.org/drawingml/2006/main" xmlns:r="http://schemas.openxmlformats.org/officeDocument/2006/relationships" xmlns:p="http://schemas.openxmlformats.org/presentationml/2006/main">
  <p:tag name="PPSPLIT_SPLIT" val="1"/>
  <p:tag name="PPSPLIT_ORIGINALSLIDENUMBER" val="22"/>
</p:tagLst>
</file>

<file path=ppt/tags/tag1027.xml><?xml version="1.0" encoding="utf-8"?>
<p:tagLst xmlns:a="http://schemas.openxmlformats.org/drawingml/2006/main" xmlns:r="http://schemas.openxmlformats.org/officeDocument/2006/relationships" xmlns:p="http://schemas.openxmlformats.org/presentationml/2006/main">
  <p:tag name="PPSPLIT_SPLIT" val="1"/>
  <p:tag name="PPSPLIT_ORIGINALSLIDENUMBER" val="23"/>
  <p:tag name="PPSPLIT_DONE" val="1"/>
</p:tagLst>
</file>

<file path=ppt/tags/tag1028.xml><?xml version="1.0" encoding="utf-8"?>
<p:tagLst xmlns:a="http://schemas.openxmlformats.org/drawingml/2006/main" xmlns:r="http://schemas.openxmlformats.org/officeDocument/2006/relationships" xmlns:p="http://schemas.openxmlformats.org/presentationml/2006/main">
  <p:tag name="PPSPLIT_ID" val=" 2"/>
</p:tagLst>
</file>

<file path=ppt/tags/tag1029.xml><?xml version="1.0" encoding="utf-8"?>
<p:tagLst xmlns:a="http://schemas.openxmlformats.org/drawingml/2006/main" xmlns:r="http://schemas.openxmlformats.org/officeDocument/2006/relationships" xmlns:p="http://schemas.openxmlformats.org/presentationml/2006/main">
  <p:tag name="PPSPLIT_ID" val=" 5"/>
</p:tagLst>
</file>

<file path=ppt/tags/tag1030.xml><?xml version="1.0" encoding="utf-8"?>
<p:tagLst xmlns:a="http://schemas.openxmlformats.org/drawingml/2006/main" xmlns:r="http://schemas.openxmlformats.org/officeDocument/2006/relationships" xmlns:p="http://schemas.openxmlformats.org/presentationml/2006/main">
  <p:tag name="PPSPLIT_ID" val=" 3"/>
</p:tagLst>
</file>

<file path=ppt/tags/tag1031.xml><?xml version="1.0" encoding="utf-8"?>
<p:tagLst xmlns:a="http://schemas.openxmlformats.org/drawingml/2006/main" xmlns:r="http://schemas.openxmlformats.org/officeDocument/2006/relationships" xmlns:p="http://schemas.openxmlformats.org/presentationml/2006/main">
  <p:tag name="PPSPLIT_ID" val=" 4"/>
</p:tagLst>
</file>

<file path=ppt/tags/tag1032.xml><?xml version="1.0" encoding="utf-8"?>
<p:tagLst xmlns:a="http://schemas.openxmlformats.org/drawingml/2006/main" xmlns:r="http://schemas.openxmlformats.org/officeDocument/2006/relationships" xmlns:p="http://schemas.openxmlformats.org/presentationml/2006/main">
  <p:tag name="PPSPLIT_SPLIT" val="1"/>
  <p:tag name="PPSPLIT_ORIGINALSLIDENUMBER" val="23"/>
  <p:tag name="PPSPLIT_DONE" val="1"/>
</p:tagLst>
</file>

<file path=ppt/tags/tag1033.xml><?xml version="1.0" encoding="utf-8"?>
<p:tagLst xmlns:a="http://schemas.openxmlformats.org/drawingml/2006/main" xmlns:r="http://schemas.openxmlformats.org/officeDocument/2006/relationships" xmlns:p="http://schemas.openxmlformats.org/presentationml/2006/main">
  <p:tag name="PPSPLIT_ID" val=" 2"/>
</p:tagLst>
</file>

<file path=ppt/tags/tag1034.xml><?xml version="1.0" encoding="utf-8"?>
<p:tagLst xmlns:a="http://schemas.openxmlformats.org/drawingml/2006/main" xmlns:r="http://schemas.openxmlformats.org/officeDocument/2006/relationships" xmlns:p="http://schemas.openxmlformats.org/presentationml/2006/main">
  <p:tag name="PPSPLIT_ID" val=" 5"/>
</p:tagLst>
</file>

<file path=ppt/tags/tag1035.xml><?xml version="1.0" encoding="utf-8"?>
<p:tagLst xmlns:a="http://schemas.openxmlformats.org/drawingml/2006/main" xmlns:r="http://schemas.openxmlformats.org/officeDocument/2006/relationships" xmlns:p="http://schemas.openxmlformats.org/presentationml/2006/main">
  <p:tag name="PPSPLIT_ID" val=" 3"/>
</p:tagLst>
</file>

<file path=ppt/tags/tag1036.xml><?xml version="1.0" encoding="utf-8"?>
<p:tagLst xmlns:a="http://schemas.openxmlformats.org/drawingml/2006/main" xmlns:r="http://schemas.openxmlformats.org/officeDocument/2006/relationships" xmlns:p="http://schemas.openxmlformats.org/presentationml/2006/main">
  <p:tag name="PPSPLIT_ID" val=" 4"/>
</p:tagLst>
</file>

<file path=ppt/tags/tag1037.xml><?xml version="1.0" encoding="utf-8"?>
<p:tagLst xmlns:a="http://schemas.openxmlformats.org/drawingml/2006/main" xmlns:r="http://schemas.openxmlformats.org/officeDocument/2006/relationships" xmlns:p="http://schemas.openxmlformats.org/presentationml/2006/main">
  <p:tag name="PPSPLIT_SPLIT" val="1"/>
  <p:tag name="PPSPLIT_ORIGINALSLIDENUMBER" val="23"/>
</p:tagLst>
</file>

<file path=ppt/tags/tag1038.xml><?xml version="1.0" encoding="utf-8"?>
<p:tagLst xmlns:a="http://schemas.openxmlformats.org/drawingml/2006/main" xmlns:r="http://schemas.openxmlformats.org/officeDocument/2006/relationships" xmlns:p="http://schemas.openxmlformats.org/presentationml/2006/main">
  <p:tag name="PPSPLIT_ID" val=" 9"/>
</p:tagLst>
</file>

<file path=ppt/tags/tag1039.xml><?xml version="1.0" encoding="utf-8"?>
<p:tagLst xmlns:a="http://schemas.openxmlformats.org/drawingml/2006/main" xmlns:r="http://schemas.openxmlformats.org/officeDocument/2006/relationships" xmlns:p="http://schemas.openxmlformats.org/presentationml/2006/main">
  <p:tag name="PPSPLIT_ID" val=" 2"/>
</p:tagLst>
</file>

<file path=ppt/tags/tag1040.xml><?xml version="1.0" encoding="utf-8"?>
<p:tagLst xmlns:a="http://schemas.openxmlformats.org/drawingml/2006/main" xmlns:r="http://schemas.openxmlformats.org/officeDocument/2006/relationships" xmlns:p="http://schemas.openxmlformats.org/presentationml/2006/main">
  <p:tag name="PPSPLIT_ID" val=" 5"/>
</p:tagLst>
</file>

<file path=ppt/tags/tag1041.xml><?xml version="1.0" encoding="utf-8"?>
<p:tagLst xmlns:a="http://schemas.openxmlformats.org/drawingml/2006/main" xmlns:r="http://schemas.openxmlformats.org/officeDocument/2006/relationships" xmlns:p="http://schemas.openxmlformats.org/presentationml/2006/main">
  <p:tag name="PPSPLIT_ID" val=" 3"/>
</p:tagLst>
</file>

<file path=ppt/tags/tag1042.xml><?xml version="1.0" encoding="utf-8"?>
<p:tagLst xmlns:a="http://schemas.openxmlformats.org/drawingml/2006/main" xmlns:r="http://schemas.openxmlformats.org/officeDocument/2006/relationships" xmlns:p="http://schemas.openxmlformats.org/presentationml/2006/main">
  <p:tag name="PPSPLIT_ID" val=" 4"/>
</p:tagLst>
</file>

<file path=ppt/tags/tag1043.xml><?xml version="1.0" encoding="utf-8"?>
<p:tagLst xmlns:a="http://schemas.openxmlformats.org/drawingml/2006/main" xmlns:r="http://schemas.openxmlformats.org/officeDocument/2006/relationships" xmlns:p="http://schemas.openxmlformats.org/presentationml/2006/main">
  <p:tag name="PPSPLIT_ID" val=" 6"/>
</p:tagLst>
</file>

<file path=ppt/tags/tag1044.xml><?xml version="1.0" encoding="utf-8"?>
<p:tagLst xmlns:a="http://schemas.openxmlformats.org/drawingml/2006/main" xmlns:r="http://schemas.openxmlformats.org/officeDocument/2006/relationships" xmlns:p="http://schemas.openxmlformats.org/presentationml/2006/main">
  <p:tag name="PPSPLIT_ID" val=" 10"/>
</p:tagLst>
</file>

<file path=ppt/tags/tag1045.xml><?xml version="1.0" encoding="utf-8"?>
<p:tagLst xmlns:a="http://schemas.openxmlformats.org/drawingml/2006/main" xmlns:r="http://schemas.openxmlformats.org/officeDocument/2006/relationships" xmlns:p="http://schemas.openxmlformats.org/presentationml/2006/main">
  <p:tag name="PPSPLIT_ID" val=" 16"/>
</p:tagLst>
</file>

<file path=ppt/tags/tag1046.xml><?xml version="1.0" encoding="utf-8"?>
<p:tagLst xmlns:a="http://schemas.openxmlformats.org/drawingml/2006/main" xmlns:r="http://schemas.openxmlformats.org/officeDocument/2006/relationships" xmlns:p="http://schemas.openxmlformats.org/presentationml/2006/main">
  <p:tag name="PPSPLIT_SPLIT" val="1"/>
  <p:tag name="PPSPLIT_ORIGINALSLIDENUMBER" val="24"/>
  <p:tag name="PPSPLIT_DONE" val="1"/>
</p:tagLst>
</file>

<file path=ppt/tags/tag1047.xml><?xml version="1.0" encoding="utf-8"?>
<p:tagLst xmlns:a="http://schemas.openxmlformats.org/drawingml/2006/main" xmlns:r="http://schemas.openxmlformats.org/officeDocument/2006/relationships" xmlns:p="http://schemas.openxmlformats.org/presentationml/2006/main">
  <p:tag name="PPSPLIT_ID" val=" 2"/>
</p:tagLst>
</file>

<file path=ppt/tags/tag1048.xml><?xml version="1.0" encoding="utf-8"?>
<p:tagLst xmlns:a="http://schemas.openxmlformats.org/drawingml/2006/main" xmlns:r="http://schemas.openxmlformats.org/officeDocument/2006/relationships" xmlns:p="http://schemas.openxmlformats.org/presentationml/2006/main">
  <p:tag name="PPSPLIT_ID" val=" 3"/>
</p:tagLst>
</file>

<file path=ppt/tags/tag1049.xml><?xml version="1.0" encoding="utf-8"?>
<p:tagLst xmlns:a="http://schemas.openxmlformats.org/drawingml/2006/main" xmlns:r="http://schemas.openxmlformats.org/officeDocument/2006/relationships" xmlns:p="http://schemas.openxmlformats.org/presentationml/2006/main">
  <p:tag name="PPSPLIT_ID" val=" 5"/>
</p:tagLst>
</file>

<file path=ppt/tags/tag1050.xml><?xml version="1.0" encoding="utf-8"?>
<p:tagLst xmlns:a="http://schemas.openxmlformats.org/drawingml/2006/main" xmlns:r="http://schemas.openxmlformats.org/officeDocument/2006/relationships" xmlns:p="http://schemas.openxmlformats.org/presentationml/2006/main">
  <p:tag name="PPSPLIT_ID" val=" 17"/>
</p:tagLst>
</file>

<file path=ppt/tags/tag1051.xml><?xml version="1.0" encoding="utf-8"?>
<p:tagLst xmlns:a="http://schemas.openxmlformats.org/drawingml/2006/main" xmlns:r="http://schemas.openxmlformats.org/officeDocument/2006/relationships" xmlns:p="http://schemas.openxmlformats.org/presentationml/2006/main">
  <p:tag name="PPSPLIT_ID" val=" 20"/>
</p:tagLst>
</file>

<file path=ppt/tags/tag1052.xml><?xml version="1.0" encoding="utf-8"?>
<p:tagLst xmlns:a="http://schemas.openxmlformats.org/drawingml/2006/main" xmlns:r="http://schemas.openxmlformats.org/officeDocument/2006/relationships" xmlns:p="http://schemas.openxmlformats.org/presentationml/2006/main">
  <p:tag name="PPSPLIT_ID" val=" 24"/>
</p:tagLst>
</file>

<file path=ppt/tags/tag1053.xml><?xml version="1.0" encoding="utf-8"?>
<p:tagLst xmlns:a="http://schemas.openxmlformats.org/drawingml/2006/main" xmlns:r="http://schemas.openxmlformats.org/officeDocument/2006/relationships" xmlns:p="http://schemas.openxmlformats.org/presentationml/2006/main">
  <p:tag name="PPSPLIT_ID" val=" 28"/>
</p:tagLst>
</file>

<file path=ppt/tags/tag1054.xml><?xml version="1.0" encoding="utf-8"?>
<p:tagLst xmlns:a="http://schemas.openxmlformats.org/drawingml/2006/main" xmlns:r="http://schemas.openxmlformats.org/officeDocument/2006/relationships" xmlns:p="http://schemas.openxmlformats.org/presentationml/2006/main">
  <p:tag name="PPSPLIT_ID" val=" 42"/>
</p:tagLst>
</file>

<file path=ppt/tags/tag1055.xml><?xml version="1.0" encoding="utf-8"?>
<p:tagLst xmlns:a="http://schemas.openxmlformats.org/drawingml/2006/main" xmlns:r="http://schemas.openxmlformats.org/officeDocument/2006/relationships" xmlns:p="http://schemas.openxmlformats.org/presentationml/2006/main">
  <p:tag name="PPSPLIT_SPLIT" val="1"/>
  <p:tag name="PPSPLIT_ORIGINALSLIDENUMBER" val="24"/>
</p:tagLst>
</file>

<file path=ppt/tags/tag1056.xml><?xml version="1.0" encoding="utf-8"?>
<p:tagLst xmlns:a="http://schemas.openxmlformats.org/drawingml/2006/main" xmlns:r="http://schemas.openxmlformats.org/officeDocument/2006/relationships" xmlns:p="http://schemas.openxmlformats.org/presentationml/2006/main">
  <p:tag name="PPSPLIT_ID" val=" 2"/>
</p:tagLst>
</file>

<file path=ppt/tags/tag1057.xml><?xml version="1.0" encoding="utf-8"?>
<p:tagLst xmlns:a="http://schemas.openxmlformats.org/drawingml/2006/main" xmlns:r="http://schemas.openxmlformats.org/officeDocument/2006/relationships" xmlns:p="http://schemas.openxmlformats.org/presentationml/2006/main">
  <p:tag name="PPSPLIT_ID" val=" 3"/>
</p:tagLst>
</file>

<file path=ppt/tags/tag1058.xml><?xml version="1.0" encoding="utf-8"?>
<p:tagLst xmlns:a="http://schemas.openxmlformats.org/drawingml/2006/main" xmlns:r="http://schemas.openxmlformats.org/officeDocument/2006/relationships" xmlns:p="http://schemas.openxmlformats.org/presentationml/2006/main">
  <p:tag name="PPSPLIT_ID" val=" 5"/>
</p:tagLst>
</file>

<file path=ppt/tags/tag1059.xml><?xml version="1.0" encoding="utf-8"?>
<p:tagLst xmlns:a="http://schemas.openxmlformats.org/drawingml/2006/main" xmlns:r="http://schemas.openxmlformats.org/officeDocument/2006/relationships" xmlns:p="http://schemas.openxmlformats.org/presentationml/2006/main">
  <p:tag name="PPSPLIT_ID" val=" 17"/>
</p:tagLst>
</file>

<file path=ppt/tags/tag1060.xml><?xml version="1.0" encoding="utf-8"?>
<p:tagLst xmlns:a="http://schemas.openxmlformats.org/drawingml/2006/main" xmlns:r="http://schemas.openxmlformats.org/officeDocument/2006/relationships" xmlns:p="http://schemas.openxmlformats.org/presentationml/2006/main">
  <p:tag name="PPSPLIT_ID" val=" 20"/>
</p:tagLst>
</file>

<file path=ppt/tags/tag1061.xml><?xml version="1.0" encoding="utf-8"?>
<p:tagLst xmlns:a="http://schemas.openxmlformats.org/drawingml/2006/main" xmlns:r="http://schemas.openxmlformats.org/officeDocument/2006/relationships" xmlns:p="http://schemas.openxmlformats.org/presentationml/2006/main">
  <p:tag name="PPSPLIT_ID" val=" 24"/>
</p:tagLst>
</file>

<file path=ppt/tags/tag1062.xml><?xml version="1.0" encoding="utf-8"?>
<p:tagLst xmlns:a="http://schemas.openxmlformats.org/drawingml/2006/main" xmlns:r="http://schemas.openxmlformats.org/officeDocument/2006/relationships" xmlns:p="http://schemas.openxmlformats.org/presentationml/2006/main">
  <p:tag name="PPSPLIT_ID" val=" 28"/>
</p:tagLst>
</file>

<file path=ppt/tags/tag1063.xml><?xml version="1.0" encoding="utf-8"?>
<p:tagLst xmlns:a="http://schemas.openxmlformats.org/drawingml/2006/main" xmlns:r="http://schemas.openxmlformats.org/officeDocument/2006/relationships" xmlns:p="http://schemas.openxmlformats.org/presentationml/2006/main">
  <p:tag name="PPSPLIT_ID" val=" 30"/>
</p:tagLst>
</file>

<file path=ppt/tags/tag1064.xml><?xml version="1.0" encoding="utf-8"?>
<p:tagLst xmlns:a="http://schemas.openxmlformats.org/drawingml/2006/main" xmlns:r="http://schemas.openxmlformats.org/officeDocument/2006/relationships" xmlns:p="http://schemas.openxmlformats.org/presentationml/2006/main">
  <p:tag name="PPSPLIT_ID" val=" 31"/>
</p:tagLst>
</file>

<file path=ppt/tags/tag1065.xml><?xml version="1.0" encoding="utf-8"?>
<p:tagLst xmlns:a="http://schemas.openxmlformats.org/drawingml/2006/main" xmlns:r="http://schemas.openxmlformats.org/officeDocument/2006/relationships" xmlns:p="http://schemas.openxmlformats.org/presentationml/2006/main">
  <p:tag name="PPSPLIT_ID" val=" 32"/>
</p:tagLst>
</file>

<file path=ppt/tags/tag1066.xml><?xml version="1.0" encoding="utf-8"?>
<p:tagLst xmlns:a="http://schemas.openxmlformats.org/drawingml/2006/main" xmlns:r="http://schemas.openxmlformats.org/officeDocument/2006/relationships" xmlns:p="http://schemas.openxmlformats.org/presentationml/2006/main">
  <p:tag name="PPSPLIT_ID" val=" 33"/>
</p:tagLst>
</file>

<file path=ppt/tags/tag1067.xml><?xml version="1.0" encoding="utf-8"?>
<p:tagLst xmlns:a="http://schemas.openxmlformats.org/drawingml/2006/main" xmlns:r="http://schemas.openxmlformats.org/officeDocument/2006/relationships" xmlns:p="http://schemas.openxmlformats.org/presentationml/2006/main">
  <p:tag name="PPSPLIT_ID" val=" 47"/>
</p:tagLst>
</file>

<file path=ppt/tags/tag1068.xml><?xml version="1.0" encoding="utf-8"?>
<p:tagLst xmlns:a="http://schemas.openxmlformats.org/drawingml/2006/main" xmlns:r="http://schemas.openxmlformats.org/officeDocument/2006/relationships" xmlns:p="http://schemas.openxmlformats.org/presentationml/2006/main">
  <p:tag name="PPSPLIT_ID" val=" 61"/>
</p:tagLst>
</file>

<file path=ppt/tags/tag1069.xml><?xml version="1.0" encoding="utf-8"?>
<p:tagLst xmlns:a="http://schemas.openxmlformats.org/drawingml/2006/main" xmlns:r="http://schemas.openxmlformats.org/officeDocument/2006/relationships" xmlns:p="http://schemas.openxmlformats.org/presentationml/2006/main">
  <p:tag name="PPSPLIT_ID" val=" 65"/>
</p:tagLst>
</file>

<file path=ppt/tags/tag1070.xml><?xml version="1.0" encoding="utf-8"?>
<p:tagLst xmlns:a="http://schemas.openxmlformats.org/drawingml/2006/main" xmlns:r="http://schemas.openxmlformats.org/officeDocument/2006/relationships" xmlns:p="http://schemas.openxmlformats.org/presentationml/2006/main">
  <p:tag name="PPSPLIT_ID" val=" 67"/>
</p:tagLst>
</file>

<file path=ppt/tags/tag1071.xml><?xml version="1.0" encoding="utf-8"?>
<p:tagLst xmlns:a="http://schemas.openxmlformats.org/drawingml/2006/main" xmlns:r="http://schemas.openxmlformats.org/officeDocument/2006/relationships" xmlns:p="http://schemas.openxmlformats.org/presentationml/2006/main">
  <p:tag name="PPSPLIT_ID" val=" 68"/>
</p:tagLst>
</file>

<file path=ppt/tags/tag1072.xml><?xml version="1.0" encoding="utf-8"?>
<p:tagLst xmlns:a="http://schemas.openxmlformats.org/drawingml/2006/main" xmlns:r="http://schemas.openxmlformats.org/officeDocument/2006/relationships" xmlns:p="http://schemas.openxmlformats.org/presentationml/2006/main">
  <p:tag name="PPSPLIT_ID" val=" 70"/>
</p:tagLst>
</file>

<file path=ppt/tags/tag1073.xml><?xml version="1.0" encoding="utf-8"?>
<p:tagLst xmlns:a="http://schemas.openxmlformats.org/drawingml/2006/main" xmlns:r="http://schemas.openxmlformats.org/officeDocument/2006/relationships" xmlns:p="http://schemas.openxmlformats.org/presentationml/2006/main">
  <p:tag name="PPSPLIT_ID" val=" 42"/>
</p:tagLst>
</file>

<file path=ppt/tags/tag1074.xml><?xml version="1.0" encoding="utf-8"?>
<p:tagLst xmlns:a="http://schemas.openxmlformats.org/drawingml/2006/main" xmlns:r="http://schemas.openxmlformats.org/officeDocument/2006/relationships" xmlns:p="http://schemas.openxmlformats.org/presentationml/2006/main">
  <p:tag name="PPSPLIT_ID" val=" 45"/>
</p:tagLst>
</file>

<file path=ppt/tags/tag1075.xml><?xml version="1.0" encoding="utf-8"?>
<p:tagLst xmlns:a="http://schemas.openxmlformats.org/drawingml/2006/main" xmlns:r="http://schemas.openxmlformats.org/officeDocument/2006/relationships" xmlns:p="http://schemas.openxmlformats.org/presentationml/2006/main">
  <p:tag name="PPSPLIT_ID" val=" 46"/>
</p:tagLst>
</file>

<file path=ppt/tags/tag1076.xml><?xml version="1.0" encoding="utf-8"?>
<p:tagLst xmlns:a="http://schemas.openxmlformats.org/drawingml/2006/main" xmlns:r="http://schemas.openxmlformats.org/officeDocument/2006/relationships" xmlns:p="http://schemas.openxmlformats.org/presentationml/2006/main">
  <p:tag name="PPSPLIT_SPLIT" val="1"/>
  <p:tag name="PPSPLIT_ORIGINALSLIDENUMBER" val="25"/>
  <p:tag name="PPSPLIT_DONE" val="1"/>
</p:tagLst>
</file>

<file path=ppt/tags/tag1077.xml><?xml version="1.0" encoding="utf-8"?>
<p:tagLst xmlns:a="http://schemas.openxmlformats.org/drawingml/2006/main" xmlns:r="http://schemas.openxmlformats.org/officeDocument/2006/relationships" xmlns:p="http://schemas.openxmlformats.org/presentationml/2006/main">
  <p:tag name="PPSPLIT_ID" val=" 2"/>
</p:tagLst>
</file>

<file path=ppt/tags/tag1078.xml><?xml version="1.0" encoding="utf-8"?>
<p:tagLst xmlns:a="http://schemas.openxmlformats.org/drawingml/2006/main" xmlns:r="http://schemas.openxmlformats.org/officeDocument/2006/relationships" xmlns:p="http://schemas.openxmlformats.org/presentationml/2006/main">
  <p:tag name="PPSPLIT_ID" val=" 3"/>
</p:tagLst>
</file>

<file path=ppt/tags/tag1079.xml><?xml version="1.0" encoding="utf-8"?>
<p:tagLst xmlns:a="http://schemas.openxmlformats.org/drawingml/2006/main" xmlns:r="http://schemas.openxmlformats.org/officeDocument/2006/relationships" xmlns:p="http://schemas.openxmlformats.org/presentationml/2006/main">
  <p:tag name="PPSPLIT_ID" val=" 5"/>
</p:tagLst>
</file>

<file path=ppt/tags/tag1080.xml><?xml version="1.0" encoding="utf-8"?>
<p:tagLst xmlns:a="http://schemas.openxmlformats.org/drawingml/2006/main" xmlns:r="http://schemas.openxmlformats.org/officeDocument/2006/relationships" xmlns:p="http://schemas.openxmlformats.org/presentationml/2006/main">
  <p:tag name="PPSPLIT_ID" val=" 6"/>
</p:tagLst>
</file>

<file path=ppt/tags/tag1081.xml><?xml version="1.0" encoding="utf-8"?>
<p:tagLst xmlns:a="http://schemas.openxmlformats.org/drawingml/2006/main" xmlns:r="http://schemas.openxmlformats.org/officeDocument/2006/relationships" xmlns:p="http://schemas.openxmlformats.org/presentationml/2006/main">
  <p:tag name="PPSPLIT_ID" val=" 7"/>
</p:tagLst>
</file>

<file path=ppt/tags/tag1082.xml><?xml version="1.0" encoding="utf-8"?>
<p:tagLst xmlns:a="http://schemas.openxmlformats.org/drawingml/2006/main" xmlns:r="http://schemas.openxmlformats.org/officeDocument/2006/relationships" xmlns:p="http://schemas.openxmlformats.org/presentationml/2006/main">
  <p:tag name="PPSPLIT_ID" val=" 9"/>
</p:tagLst>
</file>

<file path=ppt/tags/tag1083.xml><?xml version="1.0" encoding="utf-8"?>
<p:tagLst xmlns:a="http://schemas.openxmlformats.org/drawingml/2006/main" xmlns:r="http://schemas.openxmlformats.org/officeDocument/2006/relationships" xmlns:p="http://schemas.openxmlformats.org/presentationml/2006/main">
  <p:tag name="PPSPLIT_ID" val=" 11"/>
</p:tagLst>
</file>

<file path=ppt/tags/tag1084.xml><?xml version="1.0" encoding="utf-8"?>
<p:tagLst xmlns:a="http://schemas.openxmlformats.org/drawingml/2006/main" xmlns:r="http://schemas.openxmlformats.org/officeDocument/2006/relationships" xmlns:p="http://schemas.openxmlformats.org/presentationml/2006/main">
  <p:tag name="PPSPLIT_ID" val=" 14"/>
</p:tagLst>
</file>

<file path=ppt/tags/tag1085.xml><?xml version="1.0" encoding="utf-8"?>
<p:tagLst xmlns:a="http://schemas.openxmlformats.org/drawingml/2006/main" xmlns:r="http://schemas.openxmlformats.org/officeDocument/2006/relationships" xmlns:p="http://schemas.openxmlformats.org/presentationml/2006/main">
  <p:tag name="PPSPLIT_ID" val=" 10"/>
</p:tagLst>
</file>

<file path=ppt/tags/tag1086.xml><?xml version="1.0" encoding="utf-8"?>
<p:tagLst xmlns:a="http://schemas.openxmlformats.org/drawingml/2006/main" xmlns:r="http://schemas.openxmlformats.org/officeDocument/2006/relationships" xmlns:p="http://schemas.openxmlformats.org/presentationml/2006/main">
  <p:tag name="PPSPLIT_SPLIT" val="1"/>
  <p:tag name="PPSPLIT_ORIGINALSLIDENUMBER" val="25"/>
  <p:tag name="PPSPLIT_DONE" val="1"/>
</p:tagLst>
</file>

<file path=ppt/tags/tag1087.xml><?xml version="1.0" encoding="utf-8"?>
<p:tagLst xmlns:a="http://schemas.openxmlformats.org/drawingml/2006/main" xmlns:r="http://schemas.openxmlformats.org/officeDocument/2006/relationships" xmlns:p="http://schemas.openxmlformats.org/presentationml/2006/main">
  <p:tag name="PPSPLIT_ID" val=" 2"/>
</p:tagLst>
</file>

<file path=ppt/tags/tag1088.xml><?xml version="1.0" encoding="utf-8"?>
<p:tagLst xmlns:a="http://schemas.openxmlformats.org/drawingml/2006/main" xmlns:r="http://schemas.openxmlformats.org/officeDocument/2006/relationships" xmlns:p="http://schemas.openxmlformats.org/presentationml/2006/main">
  <p:tag name="PPSPLIT_ID" val=" 3"/>
</p:tagLst>
</file>

<file path=ppt/tags/tag1089.xml><?xml version="1.0" encoding="utf-8"?>
<p:tagLst xmlns:a="http://schemas.openxmlformats.org/drawingml/2006/main" xmlns:r="http://schemas.openxmlformats.org/officeDocument/2006/relationships" xmlns:p="http://schemas.openxmlformats.org/presentationml/2006/main">
  <p:tag name="PPSPLIT_ID" val=" 5"/>
</p:tagLst>
</file>

<file path=ppt/tags/tag1090.xml><?xml version="1.0" encoding="utf-8"?>
<p:tagLst xmlns:a="http://schemas.openxmlformats.org/drawingml/2006/main" xmlns:r="http://schemas.openxmlformats.org/officeDocument/2006/relationships" xmlns:p="http://schemas.openxmlformats.org/presentationml/2006/main">
  <p:tag name="PPSPLIT_ID" val=" 6"/>
</p:tagLst>
</file>

<file path=ppt/tags/tag1091.xml><?xml version="1.0" encoding="utf-8"?>
<p:tagLst xmlns:a="http://schemas.openxmlformats.org/drawingml/2006/main" xmlns:r="http://schemas.openxmlformats.org/officeDocument/2006/relationships" xmlns:p="http://schemas.openxmlformats.org/presentationml/2006/main">
  <p:tag name="PPSPLIT_ID" val=" 7"/>
</p:tagLst>
</file>

<file path=ppt/tags/tag1092.xml><?xml version="1.0" encoding="utf-8"?>
<p:tagLst xmlns:a="http://schemas.openxmlformats.org/drawingml/2006/main" xmlns:r="http://schemas.openxmlformats.org/officeDocument/2006/relationships" xmlns:p="http://schemas.openxmlformats.org/presentationml/2006/main">
  <p:tag name="PPSPLIT_ID" val=" 9"/>
</p:tagLst>
</file>

<file path=ppt/tags/tag1093.xml><?xml version="1.0" encoding="utf-8"?>
<p:tagLst xmlns:a="http://schemas.openxmlformats.org/drawingml/2006/main" xmlns:r="http://schemas.openxmlformats.org/officeDocument/2006/relationships" xmlns:p="http://schemas.openxmlformats.org/presentationml/2006/main">
  <p:tag name="PPSPLIT_ID" val=" 11"/>
</p:tagLst>
</file>

<file path=ppt/tags/tag1094.xml><?xml version="1.0" encoding="utf-8"?>
<p:tagLst xmlns:a="http://schemas.openxmlformats.org/drawingml/2006/main" xmlns:r="http://schemas.openxmlformats.org/officeDocument/2006/relationships" xmlns:p="http://schemas.openxmlformats.org/presentationml/2006/main">
  <p:tag name="PPSPLIT_ID" val=" 14"/>
</p:tagLst>
</file>

<file path=ppt/tags/tag1095.xml><?xml version="1.0" encoding="utf-8"?>
<p:tagLst xmlns:a="http://schemas.openxmlformats.org/drawingml/2006/main" xmlns:r="http://schemas.openxmlformats.org/officeDocument/2006/relationships" xmlns:p="http://schemas.openxmlformats.org/presentationml/2006/main">
  <p:tag name="PPSPLIT_ID" val=" 15"/>
</p:tagLst>
</file>

<file path=ppt/tags/tag1096.xml><?xml version="1.0" encoding="utf-8"?>
<p:tagLst xmlns:a="http://schemas.openxmlformats.org/drawingml/2006/main" xmlns:r="http://schemas.openxmlformats.org/officeDocument/2006/relationships" xmlns:p="http://schemas.openxmlformats.org/presentationml/2006/main">
  <p:tag name="PPSPLIT_ID" val=" 18"/>
</p:tagLst>
</file>

<file path=ppt/tags/tag1097.xml><?xml version="1.0" encoding="utf-8"?>
<p:tagLst xmlns:a="http://schemas.openxmlformats.org/drawingml/2006/main" xmlns:r="http://schemas.openxmlformats.org/officeDocument/2006/relationships" xmlns:p="http://schemas.openxmlformats.org/presentationml/2006/main">
  <p:tag name="PPSPLIT_ID" val=" 21"/>
</p:tagLst>
</file>

<file path=ppt/tags/tag1098.xml><?xml version="1.0" encoding="utf-8"?>
<p:tagLst xmlns:a="http://schemas.openxmlformats.org/drawingml/2006/main" xmlns:r="http://schemas.openxmlformats.org/officeDocument/2006/relationships" xmlns:p="http://schemas.openxmlformats.org/presentationml/2006/main">
  <p:tag name="PPSPLIT_ID" val=" 10"/>
</p:tagLst>
</file>

<file path=ppt/tags/tag1099.xml><?xml version="1.0" encoding="utf-8"?>
<p:tagLst xmlns:a="http://schemas.openxmlformats.org/drawingml/2006/main" xmlns:r="http://schemas.openxmlformats.org/officeDocument/2006/relationships" xmlns:p="http://schemas.openxmlformats.org/presentationml/2006/main">
  <p:tag name="PPSPLIT_SPLIT" val="1"/>
  <p:tag name="PPSPLIT_ORIGINALSLIDENUMBER" val="25"/>
  <p:tag name="PPSPLIT_DONE" val="1"/>
</p:tagLst>
</file>

<file path=ppt/tags/tag1100.xml><?xml version="1.0" encoding="utf-8"?>
<p:tagLst xmlns:a="http://schemas.openxmlformats.org/drawingml/2006/main" xmlns:r="http://schemas.openxmlformats.org/officeDocument/2006/relationships" xmlns:p="http://schemas.openxmlformats.org/presentationml/2006/main">
  <p:tag name="PPSPLIT_ID" val=" 2"/>
</p:tagLst>
</file>

<file path=ppt/tags/tag1101.xml><?xml version="1.0" encoding="utf-8"?>
<p:tagLst xmlns:a="http://schemas.openxmlformats.org/drawingml/2006/main" xmlns:r="http://schemas.openxmlformats.org/officeDocument/2006/relationships" xmlns:p="http://schemas.openxmlformats.org/presentationml/2006/main">
  <p:tag name="PPSPLIT_ID" val=" 3"/>
</p:tagLst>
</file>

<file path=ppt/tags/tag1102.xml><?xml version="1.0" encoding="utf-8"?>
<p:tagLst xmlns:a="http://schemas.openxmlformats.org/drawingml/2006/main" xmlns:r="http://schemas.openxmlformats.org/officeDocument/2006/relationships" xmlns:p="http://schemas.openxmlformats.org/presentationml/2006/main">
  <p:tag name="PPSPLIT_ID" val=" 5"/>
</p:tagLst>
</file>

<file path=ppt/tags/tag1103.xml><?xml version="1.0" encoding="utf-8"?>
<p:tagLst xmlns:a="http://schemas.openxmlformats.org/drawingml/2006/main" xmlns:r="http://schemas.openxmlformats.org/officeDocument/2006/relationships" xmlns:p="http://schemas.openxmlformats.org/presentationml/2006/main">
  <p:tag name="PPSPLIT_ID" val=" 6"/>
</p:tagLst>
</file>

<file path=ppt/tags/tag1104.xml><?xml version="1.0" encoding="utf-8"?>
<p:tagLst xmlns:a="http://schemas.openxmlformats.org/drawingml/2006/main" xmlns:r="http://schemas.openxmlformats.org/officeDocument/2006/relationships" xmlns:p="http://schemas.openxmlformats.org/presentationml/2006/main">
  <p:tag name="PPSPLIT_ID" val=" 7"/>
</p:tagLst>
</file>

<file path=ppt/tags/tag1105.xml><?xml version="1.0" encoding="utf-8"?>
<p:tagLst xmlns:a="http://schemas.openxmlformats.org/drawingml/2006/main" xmlns:r="http://schemas.openxmlformats.org/officeDocument/2006/relationships" xmlns:p="http://schemas.openxmlformats.org/presentationml/2006/main">
  <p:tag name="PPSPLIT_ID" val=" 9"/>
</p:tagLst>
</file>

<file path=ppt/tags/tag1106.xml><?xml version="1.0" encoding="utf-8"?>
<p:tagLst xmlns:a="http://schemas.openxmlformats.org/drawingml/2006/main" xmlns:r="http://schemas.openxmlformats.org/officeDocument/2006/relationships" xmlns:p="http://schemas.openxmlformats.org/presentationml/2006/main">
  <p:tag name="PPSPLIT_ID" val=" 11"/>
</p:tagLst>
</file>

<file path=ppt/tags/tag1107.xml><?xml version="1.0" encoding="utf-8"?>
<p:tagLst xmlns:a="http://schemas.openxmlformats.org/drawingml/2006/main" xmlns:r="http://schemas.openxmlformats.org/officeDocument/2006/relationships" xmlns:p="http://schemas.openxmlformats.org/presentationml/2006/main">
  <p:tag name="PPSPLIT_ID" val=" 14"/>
</p:tagLst>
</file>

<file path=ppt/tags/tag1108.xml><?xml version="1.0" encoding="utf-8"?>
<p:tagLst xmlns:a="http://schemas.openxmlformats.org/drawingml/2006/main" xmlns:r="http://schemas.openxmlformats.org/officeDocument/2006/relationships" xmlns:p="http://schemas.openxmlformats.org/presentationml/2006/main">
  <p:tag name="PPSPLIT_ID" val=" 15"/>
</p:tagLst>
</file>

<file path=ppt/tags/tag1109.xml><?xml version="1.0" encoding="utf-8"?>
<p:tagLst xmlns:a="http://schemas.openxmlformats.org/drawingml/2006/main" xmlns:r="http://schemas.openxmlformats.org/officeDocument/2006/relationships" xmlns:p="http://schemas.openxmlformats.org/presentationml/2006/main">
  <p:tag name="PPSPLIT_ID" val=" 18"/>
</p:tagLst>
</file>

<file path=ppt/tags/tag1110.xml><?xml version="1.0" encoding="utf-8"?>
<p:tagLst xmlns:a="http://schemas.openxmlformats.org/drawingml/2006/main" xmlns:r="http://schemas.openxmlformats.org/officeDocument/2006/relationships" xmlns:p="http://schemas.openxmlformats.org/presentationml/2006/main">
  <p:tag name="PPSPLIT_ID" val=" 21"/>
</p:tagLst>
</file>

<file path=ppt/tags/tag1111.xml><?xml version="1.0" encoding="utf-8"?>
<p:tagLst xmlns:a="http://schemas.openxmlformats.org/drawingml/2006/main" xmlns:r="http://schemas.openxmlformats.org/officeDocument/2006/relationships" xmlns:p="http://schemas.openxmlformats.org/presentationml/2006/main">
  <p:tag name="PPSPLIT_ID" val=" 25"/>
</p:tagLst>
</file>

<file path=ppt/tags/tag1112.xml><?xml version="1.0" encoding="utf-8"?>
<p:tagLst xmlns:a="http://schemas.openxmlformats.org/drawingml/2006/main" xmlns:r="http://schemas.openxmlformats.org/officeDocument/2006/relationships" xmlns:p="http://schemas.openxmlformats.org/presentationml/2006/main">
  <p:tag name="PPSPLIT_ID" val=" 27"/>
</p:tagLst>
</file>

<file path=ppt/tags/tag1113.xml><?xml version="1.0" encoding="utf-8"?>
<p:tagLst xmlns:a="http://schemas.openxmlformats.org/drawingml/2006/main" xmlns:r="http://schemas.openxmlformats.org/officeDocument/2006/relationships" xmlns:p="http://schemas.openxmlformats.org/presentationml/2006/main">
  <p:tag name="PPSPLIT_ID" val=" 35"/>
</p:tagLst>
</file>

<file path=ppt/tags/tag1114.xml><?xml version="1.0" encoding="utf-8"?>
<p:tagLst xmlns:a="http://schemas.openxmlformats.org/drawingml/2006/main" xmlns:r="http://schemas.openxmlformats.org/officeDocument/2006/relationships" xmlns:p="http://schemas.openxmlformats.org/presentationml/2006/main">
  <p:tag name="PPSPLIT_ID" val=" 38"/>
</p:tagLst>
</file>

<file path=ppt/tags/tag1115.xml><?xml version="1.0" encoding="utf-8"?>
<p:tagLst xmlns:a="http://schemas.openxmlformats.org/drawingml/2006/main" xmlns:r="http://schemas.openxmlformats.org/officeDocument/2006/relationships" xmlns:p="http://schemas.openxmlformats.org/presentationml/2006/main">
  <p:tag name="PPSPLIT_ID" val=" 39"/>
</p:tagLst>
</file>

<file path=ppt/tags/tag1116.xml><?xml version="1.0" encoding="utf-8"?>
<p:tagLst xmlns:a="http://schemas.openxmlformats.org/drawingml/2006/main" xmlns:r="http://schemas.openxmlformats.org/officeDocument/2006/relationships" xmlns:p="http://schemas.openxmlformats.org/presentationml/2006/main">
  <p:tag name="PPSPLIT_ID" val=" 41"/>
</p:tagLst>
</file>

<file path=ppt/tags/tag1117.xml><?xml version="1.0" encoding="utf-8"?>
<p:tagLst xmlns:a="http://schemas.openxmlformats.org/drawingml/2006/main" xmlns:r="http://schemas.openxmlformats.org/officeDocument/2006/relationships" xmlns:p="http://schemas.openxmlformats.org/presentationml/2006/main">
  <p:tag name="PPSPLIT_ID" val=" 44"/>
</p:tagLst>
</file>

<file path=ppt/tags/tag1118.xml><?xml version="1.0" encoding="utf-8"?>
<p:tagLst xmlns:a="http://schemas.openxmlformats.org/drawingml/2006/main" xmlns:r="http://schemas.openxmlformats.org/officeDocument/2006/relationships" xmlns:p="http://schemas.openxmlformats.org/presentationml/2006/main">
  <p:tag name="PPSPLIT_ID" val=" 46"/>
</p:tagLst>
</file>

<file path=ppt/tags/tag1119.xml><?xml version="1.0" encoding="utf-8"?>
<p:tagLst xmlns:a="http://schemas.openxmlformats.org/drawingml/2006/main" xmlns:r="http://schemas.openxmlformats.org/officeDocument/2006/relationships" xmlns:p="http://schemas.openxmlformats.org/presentationml/2006/main">
  <p:tag name="PPSPLIT_ID" val=" 49"/>
</p:tagLst>
</file>

<file path=ppt/tags/tag1120.xml><?xml version="1.0" encoding="utf-8"?>
<p:tagLst xmlns:a="http://schemas.openxmlformats.org/drawingml/2006/main" xmlns:r="http://schemas.openxmlformats.org/officeDocument/2006/relationships" xmlns:p="http://schemas.openxmlformats.org/presentationml/2006/main">
  <p:tag name="PPSPLIT_ID" val=" 51"/>
</p:tagLst>
</file>

<file path=ppt/tags/tag1121.xml><?xml version="1.0" encoding="utf-8"?>
<p:tagLst xmlns:a="http://schemas.openxmlformats.org/drawingml/2006/main" xmlns:r="http://schemas.openxmlformats.org/officeDocument/2006/relationships" xmlns:p="http://schemas.openxmlformats.org/presentationml/2006/main">
  <p:tag name="PPSPLIT_ID" val=" 54"/>
</p:tagLst>
</file>

<file path=ppt/tags/tag1122.xml><?xml version="1.0" encoding="utf-8"?>
<p:tagLst xmlns:a="http://schemas.openxmlformats.org/drawingml/2006/main" xmlns:r="http://schemas.openxmlformats.org/officeDocument/2006/relationships" xmlns:p="http://schemas.openxmlformats.org/presentationml/2006/main">
  <p:tag name="PPSPLIT_ID" val=" 56"/>
</p:tagLst>
</file>

<file path=ppt/tags/tag1123.xml><?xml version="1.0" encoding="utf-8"?>
<p:tagLst xmlns:a="http://schemas.openxmlformats.org/drawingml/2006/main" xmlns:r="http://schemas.openxmlformats.org/officeDocument/2006/relationships" xmlns:p="http://schemas.openxmlformats.org/presentationml/2006/main">
  <p:tag name="PPSPLIT_ID" val=" 58"/>
</p:tagLst>
</file>

<file path=ppt/tags/tag1124.xml><?xml version="1.0" encoding="utf-8"?>
<p:tagLst xmlns:a="http://schemas.openxmlformats.org/drawingml/2006/main" xmlns:r="http://schemas.openxmlformats.org/officeDocument/2006/relationships" xmlns:p="http://schemas.openxmlformats.org/presentationml/2006/main">
  <p:tag name="PPSPLIT_ID" val=" 60"/>
</p:tagLst>
</file>

<file path=ppt/tags/tag1125.xml><?xml version="1.0" encoding="utf-8"?>
<p:tagLst xmlns:a="http://schemas.openxmlformats.org/drawingml/2006/main" xmlns:r="http://schemas.openxmlformats.org/officeDocument/2006/relationships" xmlns:p="http://schemas.openxmlformats.org/presentationml/2006/main">
  <p:tag name="PPSPLIT_ID" val=" 64"/>
</p:tagLst>
</file>

<file path=ppt/tags/tag1126.xml><?xml version="1.0" encoding="utf-8"?>
<p:tagLst xmlns:a="http://schemas.openxmlformats.org/drawingml/2006/main" xmlns:r="http://schemas.openxmlformats.org/officeDocument/2006/relationships" xmlns:p="http://schemas.openxmlformats.org/presentationml/2006/main">
  <p:tag name="PPSPLIT_ID" val=" 10"/>
</p:tagLst>
</file>

<file path=ppt/tags/tag1127.xml><?xml version="1.0" encoding="utf-8"?>
<p:tagLst xmlns:a="http://schemas.openxmlformats.org/drawingml/2006/main" xmlns:r="http://schemas.openxmlformats.org/officeDocument/2006/relationships" xmlns:p="http://schemas.openxmlformats.org/presentationml/2006/main">
  <p:tag name="PPSPLIT_SPLIT" val="1"/>
  <p:tag name="PPSPLIT_ORIGINALSLIDENUMBER" val="25"/>
</p:tagLst>
</file>

<file path=ppt/tags/tag1128.xml><?xml version="1.0" encoding="utf-8"?>
<p:tagLst xmlns:a="http://schemas.openxmlformats.org/drawingml/2006/main" xmlns:r="http://schemas.openxmlformats.org/officeDocument/2006/relationships" xmlns:p="http://schemas.openxmlformats.org/presentationml/2006/main">
  <p:tag name="PPSPLIT_ID" val=" 2"/>
</p:tagLst>
</file>

<file path=ppt/tags/tag1129.xml><?xml version="1.0" encoding="utf-8"?>
<p:tagLst xmlns:a="http://schemas.openxmlformats.org/drawingml/2006/main" xmlns:r="http://schemas.openxmlformats.org/officeDocument/2006/relationships" xmlns:p="http://schemas.openxmlformats.org/presentationml/2006/main">
  <p:tag name="PPSPLIT_ID" val=" 3"/>
</p:tagLst>
</file>

<file path=ppt/tags/tag1130.xml><?xml version="1.0" encoding="utf-8"?>
<p:tagLst xmlns:a="http://schemas.openxmlformats.org/drawingml/2006/main" xmlns:r="http://schemas.openxmlformats.org/officeDocument/2006/relationships" xmlns:p="http://schemas.openxmlformats.org/presentationml/2006/main">
  <p:tag name="PPSPLIT_ID" val=" 5"/>
</p:tagLst>
</file>

<file path=ppt/tags/tag1131.xml><?xml version="1.0" encoding="utf-8"?>
<p:tagLst xmlns:a="http://schemas.openxmlformats.org/drawingml/2006/main" xmlns:r="http://schemas.openxmlformats.org/officeDocument/2006/relationships" xmlns:p="http://schemas.openxmlformats.org/presentationml/2006/main">
  <p:tag name="PPSPLIT_ID" val=" 6"/>
</p:tagLst>
</file>

<file path=ppt/tags/tag1132.xml><?xml version="1.0" encoding="utf-8"?>
<p:tagLst xmlns:a="http://schemas.openxmlformats.org/drawingml/2006/main" xmlns:r="http://schemas.openxmlformats.org/officeDocument/2006/relationships" xmlns:p="http://schemas.openxmlformats.org/presentationml/2006/main">
  <p:tag name="PPSPLIT_ID" val=" 7"/>
</p:tagLst>
</file>

<file path=ppt/tags/tag1133.xml><?xml version="1.0" encoding="utf-8"?>
<p:tagLst xmlns:a="http://schemas.openxmlformats.org/drawingml/2006/main" xmlns:r="http://schemas.openxmlformats.org/officeDocument/2006/relationships" xmlns:p="http://schemas.openxmlformats.org/presentationml/2006/main">
  <p:tag name="PPSPLIT_ID" val=" 9"/>
</p:tagLst>
</file>

<file path=ppt/tags/tag1134.xml><?xml version="1.0" encoding="utf-8"?>
<p:tagLst xmlns:a="http://schemas.openxmlformats.org/drawingml/2006/main" xmlns:r="http://schemas.openxmlformats.org/officeDocument/2006/relationships" xmlns:p="http://schemas.openxmlformats.org/presentationml/2006/main">
  <p:tag name="PPSPLIT_ID" val=" 11"/>
</p:tagLst>
</file>

<file path=ppt/tags/tag1135.xml><?xml version="1.0" encoding="utf-8"?>
<p:tagLst xmlns:a="http://schemas.openxmlformats.org/drawingml/2006/main" xmlns:r="http://schemas.openxmlformats.org/officeDocument/2006/relationships" xmlns:p="http://schemas.openxmlformats.org/presentationml/2006/main">
  <p:tag name="PPSPLIT_ID" val=" 14"/>
</p:tagLst>
</file>

<file path=ppt/tags/tag1136.xml><?xml version="1.0" encoding="utf-8"?>
<p:tagLst xmlns:a="http://schemas.openxmlformats.org/drawingml/2006/main" xmlns:r="http://schemas.openxmlformats.org/officeDocument/2006/relationships" xmlns:p="http://schemas.openxmlformats.org/presentationml/2006/main">
  <p:tag name="PPSPLIT_ID" val=" 15"/>
</p:tagLst>
</file>

<file path=ppt/tags/tag1137.xml><?xml version="1.0" encoding="utf-8"?>
<p:tagLst xmlns:a="http://schemas.openxmlformats.org/drawingml/2006/main" xmlns:r="http://schemas.openxmlformats.org/officeDocument/2006/relationships" xmlns:p="http://schemas.openxmlformats.org/presentationml/2006/main">
  <p:tag name="PPSPLIT_ID" val=" 18"/>
</p:tagLst>
</file>

<file path=ppt/tags/tag1138.xml><?xml version="1.0" encoding="utf-8"?>
<p:tagLst xmlns:a="http://schemas.openxmlformats.org/drawingml/2006/main" xmlns:r="http://schemas.openxmlformats.org/officeDocument/2006/relationships" xmlns:p="http://schemas.openxmlformats.org/presentationml/2006/main">
  <p:tag name="PPSPLIT_ID" val=" 21"/>
</p:tagLst>
</file>

<file path=ppt/tags/tag1139.xml><?xml version="1.0" encoding="utf-8"?>
<p:tagLst xmlns:a="http://schemas.openxmlformats.org/drawingml/2006/main" xmlns:r="http://schemas.openxmlformats.org/officeDocument/2006/relationships" xmlns:p="http://schemas.openxmlformats.org/presentationml/2006/main">
  <p:tag name="PPSPLIT_ID" val=" 25"/>
</p:tagLst>
</file>

<file path=ppt/tags/tag1140.xml><?xml version="1.0" encoding="utf-8"?>
<p:tagLst xmlns:a="http://schemas.openxmlformats.org/drawingml/2006/main" xmlns:r="http://schemas.openxmlformats.org/officeDocument/2006/relationships" xmlns:p="http://schemas.openxmlformats.org/presentationml/2006/main">
  <p:tag name="PPSPLIT_ID" val=" 27"/>
</p:tagLst>
</file>

<file path=ppt/tags/tag1141.xml><?xml version="1.0" encoding="utf-8"?>
<p:tagLst xmlns:a="http://schemas.openxmlformats.org/drawingml/2006/main" xmlns:r="http://schemas.openxmlformats.org/officeDocument/2006/relationships" xmlns:p="http://schemas.openxmlformats.org/presentationml/2006/main">
  <p:tag name="PPSPLIT_ID" val=" 35"/>
</p:tagLst>
</file>

<file path=ppt/tags/tag1142.xml><?xml version="1.0" encoding="utf-8"?>
<p:tagLst xmlns:a="http://schemas.openxmlformats.org/drawingml/2006/main" xmlns:r="http://schemas.openxmlformats.org/officeDocument/2006/relationships" xmlns:p="http://schemas.openxmlformats.org/presentationml/2006/main">
  <p:tag name="PPSPLIT_ID" val=" 37"/>
</p:tagLst>
</file>

<file path=ppt/tags/tag1143.xml><?xml version="1.0" encoding="utf-8"?>
<p:tagLst xmlns:a="http://schemas.openxmlformats.org/drawingml/2006/main" xmlns:r="http://schemas.openxmlformats.org/officeDocument/2006/relationships" xmlns:p="http://schemas.openxmlformats.org/presentationml/2006/main">
  <p:tag name="PPSPLIT_ID" val=" 38"/>
</p:tagLst>
</file>

<file path=ppt/tags/tag1144.xml><?xml version="1.0" encoding="utf-8"?>
<p:tagLst xmlns:a="http://schemas.openxmlformats.org/drawingml/2006/main" xmlns:r="http://schemas.openxmlformats.org/officeDocument/2006/relationships" xmlns:p="http://schemas.openxmlformats.org/presentationml/2006/main">
  <p:tag name="PPSPLIT_ID" val=" 39"/>
</p:tagLst>
</file>

<file path=ppt/tags/tag1145.xml><?xml version="1.0" encoding="utf-8"?>
<p:tagLst xmlns:a="http://schemas.openxmlformats.org/drawingml/2006/main" xmlns:r="http://schemas.openxmlformats.org/officeDocument/2006/relationships" xmlns:p="http://schemas.openxmlformats.org/presentationml/2006/main">
  <p:tag name="PPSPLIT_ID" val=" 41"/>
</p:tagLst>
</file>

<file path=ppt/tags/tag1146.xml><?xml version="1.0" encoding="utf-8"?>
<p:tagLst xmlns:a="http://schemas.openxmlformats.org/drawingml/2006/main" xmlns:r="http://schemas.openxmlformats.org/officeDocument/2006/relationships" xmlns:p="http://schemas.openxmlformats.org/presentationml/2006/main">
  <p:tag name="PPSPLIT_ID" val=" 43"/>
</p:tagLst>
</file>

<file path=ppt/tags/tag1147.xml><?xml version="1.0" encoding="utf-8"?>
<p:tagLst xmlns:a="http://schemas.openxmlformats.org/drawingml/2006/main" xmlns:r="http://schemas.openxmlformats.org/officeDocument/2006/relationships" xmlns:p="http://schemas.openxmlformats.org/presentationml/2006/main">
  <p:tag name="PPSPLIT_ID" val=" 44"/>
</p:tagLst>
</file>

<file path=ppt/tags/tag1148.xml><?xml version="1.0" encoding="utf-8"?>
<p:tagLst xmlns:a="http://schemas.openxmlformats.org/drawingml/2006/main" xmlns:r="http://schemas.openxmlformats.org/officeDocument/2006/relationships" xmlns:p="http://schemas.openxmlformats.org/presentationml/2006/main">
  <p:tag name="PPSPLIT_ID" val=" 46"/>
</p:tagLst>
</file>

<file path=ppt/tags/tag1149.xml><?xml version="1.0" encoding="utf-8"?>
<p:tagLst xmlns:a="http://schemas.openxmlformats.org/drawingml/2006/main" xmlns:r="http://schemas.openxmlformats.org/officeDocument/2006/relationships" xmlns:p="http://schemas.openxmlformats.org/presentationml/2006/main">
  <p:tag name="PPSPLIT_ID" val=" 49"/>
</p:tagLst>
</file>

<file path=ppt/tags/tag1150.xml><?xml version="1.0" encoding="utf-8"?>
<p:tagLst xmlns:a="http://schemas.openxmlformats.org/drawingml/2006/main" xmlns:r="http://schemas.openxmlformats.org/officeDocument/2006/relationships" xmlns:p="http://schemas.openxmlformats.org/presentationml/2006/main">
  <p:tag name="PPSPLIT_ID" val=" 51"/>
</p:tagLst>
</file>

<file path=ppt/tags/tag1151.xml><?xml version="1.0" encoding="utf-8"?>
<p:tagLst xmlns:a="http://schemas.openxmlformats.org/drawingml/2006/main" xmlns:r="http://schemas.openxmlformats.org/officeDocument/2006/relationships" xmlns:p="http://schemas.openxmlformats.org/presentationml/2006/main">
  <p:tag name="PPSPLIT_ID" val=" 53"/>
</p:tagLst>
</file>

<file path=ppt/tags/tag1152.xml><?xml version="1.0" encoding="utf-8"?>
<p:tagLst xmlns:a="http://schemas.openxmlformats.org/drawingml/2006/main" xmlns:r="http://schemas.openxmlformats.org/officeDocument/2006/relationships" xmlns:p="http://schemas.openxmlformats.org/presentationml/2006/main">
  <p:tag name="PPSPLIT_ID" val=" 54"/>
</p:tagLst>
</file>

<file path=ppt/tags/tag1153.xml><?xml version="1.0" encoding="utf-8"?>
<p:tagLst xmlns:a="http://schemas.openxmlformats.org/drawingml/2006/main" xmlns:r="http://schemas.openxmlformats.org/officeDocument/2006/relationships" xmlns:p="http://schemas.openxmlformats.org/presentationml/2006/main">
  <p:tag name="PPSPLIT_ID" val=" 56"/>
</p:tagLst>
</file>

<file path=ppt/tags/tag1154.xml><?xml version="1.0" encoding="utf-8"?>
<p:tagLst xmlns:a="http://schemas.openxmlformats.org/drawingml/2006/main" xmlns:r="http://schemas.openxmlformats.org/officeDocument/2006/relationships" xmlns:p="http://schemas.openxmlformats.org/presentationml/2006/main">
  <p:tag name="PPSPLIT_ID" val=" 58"/>
</p:tagLst>
</file>

<file path=ppt/tags/tag1155.xml><?xml version="1.0" encoding="utf-8"?>
<p:tagLst xmlns:a="http://schemas.openxmlformats.org/drawingml/2006/main" xmlns:r="http://schemas.openxmlformats.org/officeDocument/2006/relationships" xmlns:p="http://schemas.openxmlformats.org/presentationml/2006/main">
  <p:tag name="PPSPLIT_ID" val=" 60"/>
</p:tagLst>
</file>

<file path=ppt/tags/tag1156.xml><?xml version="1.0" encoding="utf-8"?>
<p:tagLst xmlns:a="http://schemas.openxmlformats.org/drawingml/2006/main" xmlns:r="http://schemas.openxmlformats.org/officeDocument/2006/relationships" xmlns:p="http://schemas.openxmlformats.org/presentationml/2006/main">
  <p:tag name="PPSPLIT_ID" val=" 64"/>
</p:tagLst>
</file>

<file path=ppt/tags/tag1157.xml><?xml version="1.0" encoding="utf-8"?>
<p:tagLst xmlns:a="http://schemas.openxmlformats.org/drawingml/2006/main" xmlns:r="http://schemas.openxmlformats.org/officeDocument/2006/relationships" xmlns:p="http://schemas.openxmlformats.org/presentationml/2006/main">
  <p:tag name="PPSPLIT_ID" val=" 69"/>
</p:tagLst>
</file>

<file path=ppt/tags/tag1158.xml><?xml version="1.0" encoding="utf-8"?>
<p:tagLst xmlns:a="http://schemas.openxmlformats.org/drawingml/2006/main" xmlns:r="http://schemas.openxmlformats.org/officeDocument/2006/relationships" xmlns:p="http://schemas.openxmlformats.org/presentationml/2006/main">
  <p:tag name="PPSPLIT_ID" val=" 10"/>
</p:tagLst>
</file>

<file path=ppt/tags/tag1159.xml><?xml version="1.0" encoding="utf-8"?>
<p:tagLst xmlns:a="http://schemas.openxmlformats.org/drawingml/2006/main" xmlns:r="http://schemas.openxmlformats.org/officeDocument/2006/relationships" xmlns:p="http://schemas.openxmlformats.org/presentationml/2006/main">
  <p:tag name="PPSPLIT_SPLIT" val="1"/>
  <p:tag name="PPSPLIT_ORIGINALSLIDENUMBER" val="26"/>
</p:tagLst>
</file>

<file path=ppt/tags/tag1160.xml><?xml version="1.0" encoding="utf-8"?>
<p:tagLst xmlns:a="http://schemas.openxmlformats.org/drawingml/2006/main" xmlns:r="http://schemas.openxmlformats.org/officeDocument/2006/relationships" xmlns:p="http://schemas.openxmlformats.org/presentationml/2006/main">
  <p:tag name="PPSPLIT_SPLIT" val="1"/>
  <p:tag name="PPSPLIT_ORIGINALSLIDENUMBER" val="27"/>
</p:tagLst>
</file>

<file path=ppt/tags/tag1161.xml><?xml version="1.0" encoding="utf-8"?>
<p:tagLst xmlns:a="http://schemas.openxmlformats.org/drawingml/2006/main" xmlns:r="http://schemas.openxmlformats.org/officeDocument/2006/relationships" xmlns:p="http://schemas.openxmlformats.org/presentationml/2006/main">
  <p:tag name="PPSPLIT_SPLIT" val="1"/>
  <p:tag name="PPSPLIT_ORIGINALSLIDENUMBER" val="28"/>
  <p:tag name="PPSPLIT_DONE" val="1"/>
</p:tagLst>
</file>

<file path=ppt/tags/tag1162.xml><?xml version="1.0" encoding="utf-8"?>
<p:tagLst xmlns:a="http://schemas.openxmlformats.org/drawingml/2006/main" xmlns:r="http://schemas.openxmlformats.org/officeDocument/2006/relationships" xmlns:p="http://schemas.openxmlformats.org/presentationml/2006/main">
  <p:tag name="PPSPLIT_ID" val=" 13"/>
</p:tagLst>
</file>

<file path=ppt/tags/tag1163.xml><?xml version="1.0" encoding="utf-8"?>
<p:tagLst xmlns:a="http://schemas.openxmlformats.org/drawingml/2006/main" xmlns:r="http://schemas.openxmlformats.org/officeDocument/2006/relationships" xmlns:p="http://schemas.openxmlformats.org/presentationml/2006/main">
  <p:tag name="PPSPLIT_ID" val=" 11"/>
</p:tagLst>
</file>

<file path=ppt/tags/tag1164.xml><?xml version="1.0" encoding="utf-8"?>
<p:tagLst xmlns:a="http://schemas.openxmlformats.org/drawingml/2006/main" xmlns:r="http://schemas.openxmlformats.org/officeDocument/2006/relationships" xmlns:p="http://schemas.openxmlformats.org/presentationml/2006/main">
  <p:tag name="PPSPLIT_ID" val=" 2"/>
</p:tagLst>
</file>

<file path=ppt/tags/tag1165.xml><?xml version="1.0" encoding="utf-8"?>
<p:tagLst xmlns:a="http://schemas.openxmlformats.org/drawingml/2006/main" xmlns:r="http://schemas.openxmlformats.org/officeDocument/2006/relationships" xmlns:p="http://schemas.openxmlformats.org/presentationml/2006/main">
  <p:tag name="PPSPLIT_ID" val=" 3"/>
</p:tagLst>
</file>

<file path=ppt/tags/tag1166.xml><?xml version="1.0" encoding="utf-8"?>
<p:tagLst xmlns:a="http://schemas.openxmlformats.org/drawingml/2006/main" xmlns:r="http://schemas.openxmlformats.org/officeDocument/2006/relationships" xmlns:p="http://schemas.openxmlformats.org/presentationml/2006/main">
  <p:tag name="PPSPLIT_ID" val=" 4"/>
</p:tagLst>
</file>

<file path=ppt/tags/tag1167.xml><?xml version="1.0" encoding="utf-8"?>
<p:tagLst xmlns:a="http://schemas.openxmlformats.org/drawingml/2006/main" xmlns:r="http://schemas.openxmlformats.org/officeDocument/2006/relationships" xmlns:p="http://schemas.openxmlformats.org/presentationml/2006/main">
  <p:tag name="PPSPLIT_ID" val=" 6"/>
</p:tagLst>
</file>

<file path=ppt/tags/tag1168.xml><?xml version="1.0" encoding="utf-8"?>
<p:tagLst xmlns:a="http://schemas.openxmlformats.org/drawingml/2006/main" xmlns:r="http://schemas.openxmlformats.org/officeDocument/2006/relationships" xmlns:p="http://schemas.openxmlformats.org/presentationml/2006/main">
  <p:tag name="PPSPLIT_ID" val=" 7"/>
</p:tagLst>
</file>

<file path=ppt/tags/tag1169.xml><?xml version="1.0" encoding="utf-8"?>
<p:tagLst xmlns:a="http://schemas.openxmlformats.org/drawingml/2006/main" xmlns:r="http://schemas.openxmlformats.org/officeDocument/2006/relationships" xmlns:p="http://schemas.openxmlformats.org/presentationml/2006/main">
  <p:tag name="PPSPLIT_ID" val=" 9"/>
</p:tagLst>
</file>

<file path=ppt/tags/tag1170.xml><?xml version="1.0" encoding="utf-8"?>
<p:tagLst xmlns:a="http://schemas.openxmlformats.org/drawingml/2006/main" xmlns:r="http://schemas.openxmlformats.org/officeDocument/2006/relationships" xmlns:p="http://schemas.openxmlformats.org/presentationml/2006/main">
  <p:tag name="PPSPLIT_SPLIT" val="1"/>
  <p:tag name="PPSPLIT_ORIGINALSLIDENUMBER" val="28"/>
  <p:tag name="PPSPLIT_DONE" val="1"/>
</p:tagLst>
</file>

<file path=ppt/tags/tag1171.xml><?xml version="1.0" encoding="utf-8"?>
<p:tagLst xmlns:a="http://schemas.openxmlformats.org/drawingml/2006/main" xmlns:r="http://schemas.openxmlformats.org/officeDocument/2006/relationships" xmlns:p="http://schemas.openxmlformats.org/presentationml/2006/main">
  <p:tag name="PPSPLIT_ID" val=" 38"/>
</p:tagLst>
</file>

<file path=ppt/tags/tag1172.xml><?xml version="1.0" encoding="utf-8"?>
<p:tagLst xmlns:a="http://schemas.openxmlformats.org/drawingml/2006/main" xmlns:r="http://schemas.openxmlformats.org/officeDocument/2006/relationships" xmlns:p="http://schemas.openxmlformats.org/presentationml/2006/main">
  <p:tag name="PPSPLIT_ID" val=" 40"/>
</p:tagLst>
</file>

<file path=ppt/tags/tag1173.xml><?xml version="1.0" encoding="utf-8"?>
<p:tagLst xmlns:a="http://schemas.openxmlformats.org/drawingml/2006/main" xmlns:r="http://schemas.openxmlformats.org/officeDocument/2006/relationships" xmlns:p="http://schemas.openxmlformats.org/presentationml/2006/main">
  <p:tag name="PPSPLIT_ID" val=" 13"/>
</p:tagLst>
</file>

<file path=ppt/tags/tag1174.xml><?xml version="1.0" encoding="utf-8"?>
<p:tagLst xmlns:a="http://schemas.openxmlformats.org/drawingml/2006/main" xmlns:r="http://schemas.openxmlformats.org/officeDocument/2006/relationships" xmlns:p="http://schemas.openxmlformats.org/presentationml/2006/main">
  <p:tag name="PPSPLIT_ID" val=" 11"/>
</p:tagLst>
</file>

<file path=ppt/tags/tag1175.xml><?xml version="1.0" encoding="utf-8"?>
<p:tagLst xmlns:a="http://schemas.openxmlformats.org/drawingml/2006/main" xmlns:r="http://schemas.openxmlformats.org/officeDocument/2006/relationships" xmlns:p="http://schemas.openxmlformats.org/presentationml/2006/main">
  <p:tag name="PPSPLIT_ID" val=" 2"/>
</p:tagLst>
</file>

<file path=ppt/tags/tag1176.xml><?xml version="1.0" encoding="utf-8"?>
<p:tagLst xmlns:a="http://schemas.openxmlformats.org/drawingml/2006/main" xmlns:r="http://schemas.openxmlformats.org/officeDocument/2006/relationships" xmlns:p="http://schemas.openxmlformats.org/presentationml/2006/main">
  <p:tag name="PPSPLIT_ID" val=" 3"/>
</p:tagLst>
</file>

<file path=ppt/tags/tag1177.xml><?xml version="1.0" encoding="utf-8"?>
<p:tagLst xmlns:a="http://schemas.openxmlformats.org/drawingml/2006/main" xmlns:r="http://schemas.openxmlformats.org/officeDocument/2006/relationships" xmlns:p="http://schemas.openxmlformats.org/presentationml/2006/main">
  <p:tag name="PPSPLIT_ID" val=" 4"/>
</p:tagLst>
</file>

<file path=ppt/tags/tag1178.xml><?xml version="1.0" encoding="utf-8"?>
<p:tagLst xmlns:a="http://schemas.openxmlformats.org/drawingml/2006/main" xmlns:r="http://schemas.openxmlformats.org/officeDocument/2006/relationships" xmlns:p="http://schemas.openxmlformats.org/presentationml/2006/main">
  <p:tag name="PPSPLIT_ID" val=" 6"/>
</p:tagLst>
</file>

<file path=ppt/tags/tag1179.xml><?xml version="1.0" encoding="utf-8"?>
<p:tagLst xmlns:a="http://schemas.openxmlformats.org/drawingml/2006/main" xmlns:r="http://schemas.openxmlformats.org/officeDocument/2006/relationships" xmlns:p="http://schemas.openxmlformats.org/presentationml/2006/main">
  <p:tag name="PPSPLIT_ID" val=" 7"/>
</p:tagLst>
</file>

<file path=ppt/tags/tag1180.xml><?xml version="1.0" encoding="utf-8"?>
<p:tagLst xmlns:a="http://schemas.openxmlformats.org/drawingml/2006/main" xmlns:r="http://schemas.openxmlformats.org/officeDocument/2006/relationships" xmlns:p="http://schemas.openxmlformats.org/presentationml/2006/main">
  <p:tag name="PPSPLIT_ID" val=" 9"/>
</p:tagLst>
</file>

<file path=ppt/tags/tag1181.xml><?xml version="1.0" encoding="utf-8"?>
<p:tagLst xmlns:a="http://schemas.openxmlformats.org/drawingml/2006/main" xmlns:r="http://schemas.openxmlformats.org/officeDocument/2006/relationships" xmlns:p="http://schemas.openxmlformats.org/presentationml/2006/main">
  <p:tag name="PPSPLIT_ID" val=" 14"/>
</p:tagLst>
</file>

<file path=ppt/tags/tag1182.xml><?xml version="1.0" encoding="utf-8"?>
<p:tagLst xmlns:a="http://schemas.openxmlformats.org/drawingml/2006/main" xmlns:r="http://schemas.openxmlformats.org/officeDocument/2006/relationships" xmlns:p="http://schemas.openxmlformats.org/presentationml/2006/main">
  <p:tag name="PPSPLIT_ID" val=" 22"/>
</p:tagLst>
</file>

<file path=ppt/tags/tag1183.xml><?xml version="1.0" encoding="utf-8"?>
<p:tagLst xmlns:a="http://schemas.openxmlformats.org/drawingml/2006/main" xmlns:r="http://schemas.openxmlformats.org/officeDocument/2006/relationships" xmlns:p="http://schemas.openxmlformats.org/presentationml/2006/main">
  <p:tag name="PPSPLIT_ID" val=" 24"/>
</p:tagLst>
</file>

<file path=ppt/tags/tag1184.xml><?xml version="1.0" encoding="utf-8"?>
<p:tagLst xmlns:a="http://schemas.openxmlformats.org/drawingml/2006/main" xmlns:r="http://schemas.openxmlformats.org/officeDocument/2006/relationships" xmlns:p="http://schemas.openxmlformats.org/presentationml/2006/main">
  <p:tag name="PPSPLIT_ID" val=" 26"/>
</p:tagLst>
</file>

<file path=ppt/tags/tag1185.xml><?xml version="1.0" encoding="utf-8"?>
<p:tagLst xmlns:a="http://schemas.openxmlformats.org/drawingml/2006/main" xmlns:r="http://schemas.openxmlformats.org/officeDocument/2006/relationships" xmlns:p="http://schemas.openxmlformats.org/presentationml/2006/main">
  <p:tag name="PPSPLIT_SPLIT" val="1"/>
  <p:tag name="PPSPLIT_ORIGINALSLIDENUMBER" val="28"/>
  <p:tag name="PPSPLIT_DONE" val="1"/>
</p:tagLst>
</file>

<file path=ppt/tags/tag1186.xml><?xml version="1.0" encoding="utf-8"?>
<p:tagLst xmlns:a="http://schemas.openxmlformats.org/drawingml/2006/main" xmlns:r="http://schemas.openxmlformats.org/officeDocument/2006/relationships" xmlns:p="http://schemas.openxmlformats.org/presentationml/2006/main">
  <p:tag name="PPSPLIT_ID" val=" 38"/>
</p:tagLst>
</file>

<file path=ppt/tags/tag1187.xml><?xml version="1.0" encoding="utf-8"?>
<p:tagLst xmlns:a="http://schemas.openxmlformats.org/drawingml/2006/main" xmlns:r="http://schemas.openxmlformats.org/officeDocument/2006/relationships" xmlns:p="http://schemas.openxmlformats.org/presentationml/2006/main">
  <p:tag name="PPSPLIT_ID" val=" 40"/>
</p:tagLst>
</file>

<file path=ppt/tags/tag1188.xml><?xml version="1.0" encoding="utf-8"?>
<p:tagLst xmlns:a="http://schemas.openxmlformats.org/drawingml/2006/main" xmlns:r="http://schemas.openxmlformats.org/officeDocument/2006/relationships" xmlns:p="http://schemas.openxmlformats.org/presentationml/2006/main">
  <p:tag name="PPSPLIT_ID" val=" 42"/>
</p:tagLst>
</file>

<file path=ppt/tags/tag1189.xml><?xml version="1.0" encoding="utf-8"?>
<p:tagLst xmlns:a="http://schemas.openxmlformats.org/drawingml/2006/main" xmlns:r="http://schemas.openxmlformats.org/officeDocument/2006/relationships" xmlns:p="http://schemas.openxmlformats.org/presentationml/2006/main">
  <p:tag name="PPSPLIT_ID" val=" 44"/>
</p:tagLst>
</file>

<file path=ppt/tags/tag1190.xml><?xml version="1.0" encoding="utf-8"?>
<p:tagLst xmlns:a="http://schemas.openxmlformats.org/drawingml/2006/main" xmlns:r="http://schemas.openxmlformats.org/officeDocument/2006/relationships" xmlns:p="http://schemas.openxmlformats.org/presentationml/2006/main">
  <p:tag name="PPSPLIT_ID" val=" 13"/>
</p:tagLst>
</file>

<file path=ppt/tags/tag1191.xml><?xml version="1.0" encoding="utf-8"?>
<p:tagLst xmlns:a="http://schemas.openxmlformats.org/drawingml/2006/main" xmlns:r="http://schemas.openxmlformats.org/officeDocument/2006/relationships" xmlns:p="http://schemas.openxmlformats.org/presentationml/2006/main">
  <p:tag name="PPSPLIT_ID" val=" 11"/>
</p:tagLst>
</file>

<file path=ppt/tags/tag1192.xml><?xml version="1.0" encoding="utf-8"?>
<p:tagLst xmlns:a="http://schemas.openxmlformats.org/drawingml/2006/main" xmlns:r="http://schemas.openxmlformats.org/officeDocument/2006/relationships" xmlns:p="http://schemas.openxmlformats.org/presentationml/2006/main">
  <p:tag name="PPSPLIT_ID" val=" 2"/>
</p:tagLst>
</file>

<file path=ppt/tags/tag1193.xml><?xml version="1.0" encoding="utf-8"?>
<p:tagLst xmlns:a="http://schemas.openxmlformats.org/drawingml/2006/main" xmlns:r="http://schemas.openxmlformats.org/officeDocument/2006/relationships" xmlns:p="http://schemas.openxmlformats.org/presentationml/2006/main">
  <p:tag name="PPSPLIT_ID" val=" 3"/>
</p:tagLst>
</file>

<file path=ppt/tags/tag1194.xml><?xml version="1.0" encoding="utf-8"?>
<p:tagLst xmlns:a="http://schemas.openxmlformats.org/drawingml/2006/main" xmlns:r="http://schemas.openxmlformats.org/officeDocument/2006/relationships" xmlns:p="http://schemas.openxmlformats.org/presentationml/2006/main">
  <p:tag name="PPSPLIT_ID" val=" 4"/>
</p:tagLst>
</file>

<file path=ppt/tags/tag1195.xml><?xml version="1.0" encoding="utf-8"?>
<p:tagLst xmlns:a="http://schemas.openxmlformats.org/drawingml/2006/main" xmlns:r="http://schemas.openxmlformats.org/officeDocument/2006/relationships" xmlns:p="http://schemas.openxmlformats.org/presentationml/2006/main">
  <p:tag name="PPSPLIT_ID" val=" 6"/>
</p:tagLst>
</file>

<file path=ppt/tags/tag1196.xml><?xml version="1.0" encoding="utf-8"?>
<p:tagLst xmlns:a="http://schemas.openxmlformats.org/drawingml/2006/main" xmlns:r="http://schemas.openxmlformats.org/officeDocument/2006/relationships" xmlns:p="http://schemas.openxmlformats.org/presentationml/2006/main">
  <p:tag name="PPSPLIT_ID" val=" 7"/>
</p:tagLst>
</file>

<file path=ppt/tags/tag1197.xml><?xml version="1.0" encoding="utf-8"?>
<p:tagLst xmlns:a="http://schemas.openxmlformats.org/drawingml/2006/main" xmlns:r="http://schemas.openxmlformats.org/officeDocument/2006/relationships" xmlns:p="http://schemas.openxmlformats.org/presentationml/2006/main">
  <p:tag name="PPSPLIT_ID" val=" 9"/>
</p:tagLst>
</file>

<file path=ppt/tags/tag1198.xml><?xml version="1.0" encoding="utf-8"?>
<p:tagLst xmlns:a="http://schemas.openxmlformats.org/drawingml/2006/main" xmlns:r="http://schemas.openxmlformats.org/officeDocument/2006/relationships" xmlns:p="http://schemas.openxmlformats.org/presentationml/2006/main">
  <p:tag name="PPSPLIT_ID" val=" 14"/>
</p:tagLst>
</file>

<file path=ppt/tags/tag1199.xml><?xml version="1.0" encoding="utf-8"?>
<p:tagLst xmlns:a="http://schemas.openxmlformats.org/drawingml/2006/main" xmlns:r="http://schemas.openxmlformats.org/officeDocument/2006/relationships" xmlns:p="http://schemas.openxmlformats.org/presentationml/2006/main">
  <p:tag name="PPSPLIT_ID" val=" 16"/>
</p:tagLst>
</file>

<file path=ppt/tags/tag1200.xml><?xml version="1.0" encoding="utf-8"?>
<p:tagLst xmlns:a="http://schemas.openxmlformats.org/drawingml/2006/main" xmlns:r="http://schemas.openxmlformats.org/officeDocument/2006/relationships" xmlns:p="http://schemas.openxmlformats.org/presentationml/2006/main">
  <p:tag name="PPSPLIT_ID" val=" 20"/>
</p:tagLst>
</file>

<file path=ppt/tags/tag1201.xml><?xml version="1.0" encoding="utf-8"?>
<p:tagLst xmlns:a="http://schemas.openxmlformats.org/drawingml/2006/main" xmlns:r="http://schemas.openxmlformats.org/officeDocument/2006/relationships" xmlns:p="http://schemas.openxmlformats.org/presentationml/2006/main">
  <p:tag name="PPSPLIT_ID" val=" 22"/>
</p:tagLst>
</file>

<file path=ppt/tags/tag1202.xml><?xml version="1.0" encoding="utf-8"?>
<p:tagLst xmlns:a="http://schemas.openxmlformats.org/drawingml/2006/main" xmlns:r="http://schemas.openxmlformats.org/officeDocument/2006/relationships" xmlns:p="http://schemas.openxmlformats.org/presentationml/2006/main">
  <p:tag name="PPSPLIT_ID" val=" 24"/>
</p:tagLst>
</file>

<file path=ppt/tags/tag1203.xml><?xml version="1.0" encoding="utf-8"?>
<p:tagLst xmlns:a="http://schemas.openxmlformats.org/drawingml/2006/main" xmlns:r="http://schemas.openxmlformats.org/officeDocument/2006/relationships" xmlns:p="http://schemas.openxmlformats.org/presentationml/2006/main">
  <p:tag name="PPSPLIT_ID" val=" 26"/>
</p:tagLst>
</file>

<file path=ppt/tags/tag1204.xml><?xml version="1.0" encoding="utf-8"?>
<p:tagLst xmlns:a="http://schemas.openxmlformats.org/drawingml/2006/main" xmlns:r="http://schemas.openxmlformats.org/officeDocument/2006/relationships" xmlns:p="http://schemas.openxmlformats.org/presentationml/2006/main">
  <p:tag name="PPSPLIT_ID" val=" 28"/>
</p:tagLst>
</file>

<file path=ppt/tags/tag1205.xml><?xml version="1.0" encoding="utf-8"?>
<p:tagLst xmlns:a="http://schemas.openxmlformats.org/drawingml/2006/main" xmlns:r="http://schemas.openxmlformats.org/officeDocument/2006/relationships" xmlns:p="http://schemas.openxmlformats.org/presentationml/2006/main">
  <p:tag name="PPSPLIT_ID" val=" 30"/>
</p:tagLst>
</file>

<file path=ppt/tags/tag1206.xml><?xml version="1.0" encoding="utf-8"?>
<p:tagLst xmlns:a="http://schemas.openxmlformats.org/drawingml/2006/main" xmlns:r="http://schemas.openxmlformats.org/officeDocument/2006/relationships" xmlns:p="http://schemas.openxmlformats.org/presentationml/2006/main">
  <p:tag name="PPSPLIT_SPLIT" val="1"/>
  <p:tag name="PPSPLIT_ORIGINALSLIDENUMBER" val="28"/>
</p:tagLst>
</file>

<file path=ppt/tags/tag1207.xml><?xml version="1.0" encoding="utf-8"?>
<p:tagLst xmlns:a="http://schemas.openxmlformats.org/drawingml/2006/main" xmlns:r="http://schemas.openxmlformats.org/officeDocument/2006/relationships" xmlns:p="http://schemas.openxmlformats.org/presentationml/2006/main">
  <p:tag name="PPSPLIT_ID" val=" 38"/>
</p:tagLst>
</file>

<file path=ppt/tags/tag1208.xml><?xml version="1.0" encoding="utf-8"?>
<p:tagLst xmlns:a="http://schemas.openxmlformats.org/drawingml/2006/main" xmlns:r="http://schemas.openxmlformats.org/officeDocument/2006/relationships" xmlns:p="http://schemas.openxmlformats.org/presentationml/2006/main">
  <p:tag name="PPSPLIT_ID" val=" 40"/>
</p:tagLst>
</file>

<file path=ppt/tags/tag1209.xml><?xml version="1.0" encoding="utf-8"?>
<p:tagLst xmlns:a="http://schemas.openxmlformats.org/drawingml/2006/main" xmlns:r="http://schemas.openxmlformats.org/officeDocument/2006/relationships" xmlns:p="http://schemas.openxmlformats.org/presentationml/2006/main">
  <p:tag name="PPSPLIT_ID" val=" 42"/>
</p:tagLst>
</file>

<file path=ppt/tags/tag1210.xml><?xml version="1.0" encoding="utf-8"?>
<p:tagLst xmlns:a="http://schemas.openxmlformats.org/drawingml/2006/main" xmlns:r="http://schemas.openxmlformats.org/officeDocument/2006/relationships" xmlns:p="http://schemas.openxmlformats.org/presentationml/2006/main">
  <p:tag name="PPSPLIT_ID" val=" 44"/>
</p:tagLst>
</file>

<file path=ppt/tags/tag1211.xml><?xml version="1.0" encoding="utf-8"?>
<p:tagLst xmlns:a="http://schemas.openxmlformats.org/drawingml/2006/main" xmlns:r="http://schemas.openxmlformats.org/officeDocument/2006/relationships" xmlns:p="http://schemas.openxmlformats.org/presentationml/2006/main">
  <p:tag name="PPSPLIT_ID" val=" 13"/>
</p:tagLst>
</file>

<file path=ppt/tags/tag1212.xml><?xml version="1.0" encoding="utf-8"?>
<p:tagLst xmlns:a="http://schemas.openxmlformats.org/drawingml/2006/main" xmlns:r="http://schemas.openxmlformats.org/officeDocument/2006/relationships" xmlns:p="http://schemas.openxmlformats.org/presentationml/2006/main">
  <p:tag name="PPSPLIT_ID" val=" 11"/>
</p:tagLst>
</file>

<file path=ppt/tags/tag1213.xml><?xml version="1.0" encoding="utf-8"?>
<p:tagLst xmlns:a="http://schemas.openxmlformats.org/drawingml/2006/main" xmlns:r="http://schemas.openxmlformats.org/officeDocument/2006/relationships" xmlns:p="http://schemas.openxmlformats.org/presentationml/2006/main">
  <p:tag name="PPSPLIT_ID" val=" 2"/>
</p:tagLst>
</file>

<file path=ppt/tags/tag1214.xml><?xml version="1.0" encoding="utf-8"?>
<p:tagLst xmlns:a="http://schemas.openxmlformats.org/drawingml/2006/main" xmlns:r="http://schemas.openxmlformats.org/officeDocument/2006/relationships" xmlns:p="http://schemas.openxmlformats.org/presentationml/2006/main">
  <p:tag name="PPSPLIT_ID" val=" 3"/>
</p:tagLst>
</file>

<file path=ppt/tags/tag1215.xml><?xml version="1.0" encoding="utf-8"?>
<p:tagLst xmlns:a="http://schemas.openxmlformats.org/drawingml/2006/main" xmlns:r="http://schemas.openxmlformats.org/officeDocument/2006/relationships" xmlns:p="http://schemas.openxmlformats.org/presentationml/2006/main">
  <p:tag name="PPSPLIT_ID" val=" 4"/>
</p:tagLst>
</file>

<file path=ppt/tags/tag1216.xml><?xml version="1.0" encoding="utf-8"?>
<p:tagLst xmlns:a="http://schemas.openxmlformats.org/drawingml/2006/main" xmlns:r="http://schemas.openxmlformats.org/officeDocument/2006/relationships" xmlns:p="http://schemas.openxmlformats.org/presentationml/2006/main">
  <p:tag name="PPSPLIT_ID" val=" 6"/>
</p:tagLst>
</file>

<file path=ppt/tags/tag1217.xml><?xml version="1.0" encoding="utf-8"?>
<p:tagLst xmlns:a="http://schemas.openxmlformats.org/drawingml/2006/main" xmlns:r="http://schemas.openxmlformats.org/officeDocument/2006/relationships" xmlns:p="http://schemas.openxmlformats.org/presentationml/2006/main">
  <p:tag name="PPSPLIT_ID" val=" 7"/>
</p:tagLst>
</file>

<file path=ppt/tags/tag1218.xml><?xml version="1.0" encoding="utf-8"?>
<p:tagLst xmlns:a="http://schemas.openxmlformats.org/drawingml/2006/main" xmlns:r="http://schemas.openxmlformats.org/officeDocument/2006/relationships" xmlns:p="http://schemas.openxmlformats.org/presentationml/2006/main">
  <p:tag name="PPSPLIT_ID" val=" 9"/>
</p:tagLst>
</file>

<file path=ppt/tags/tag1219.xml><?xml version="1.0" encoding="utf-8"?>
<p:tagLst xmlns:a="http://schemas.openxmlformats.org/drawingml/2006/main" xmlns:r="http://schemas.openxmlformats.org/officeDocument/2006/relationships" xmlns:p="http://schemas.openxmlformats.org/presentationml/2006/main">
  <p:tag name="PPSPLIT_ID" val=" 14"/>
</p:tagLst>
</file>

<file path=ppt/tags/tag1220.xml><?xml version="1.0" encoding="utf-8"?>
<p:tagLst xmlns:a="http://schemas.openxmlformats.org/drawingml/2006/main" xmlns:r="http://schemas.openxmlformats.org/officeDocument/2006/relationships" xmlns:p="http://schemas.openxmlformats.org/presentationml/2006/main">
  <p:tag name="PPSPLIT_ID" val=" 16"/>
</p:tagLst>
</file>

<file path=ppt/tags/tag1221.xml><?xml version="1.0" encoding="utf-8"?>
<p:tagLst xmlns:a="http://schemas.openxmlformats.org/drawingml/2006/main" xmlns:r="http://schemas.openxmlformats.org/officeDocument/2006/relationships" xmlns:p="http://schemas.openxmlformats.org/presentationml/2006/main">
  <p:tag name="PPSPLIT_ID" val=" 20"/>
</p:tagLst>
</file>

<file path=ppt/tags/tag1222.xml><?xml version="1.0" encoding="utf-8"?>
<p:tagLst xmlns:a="http://schemas.openxmlformats.org/drawingml/2006/main" xmlns:r="http://schemas.openxmlformats.org/officeDocument/2006/relationships" xmlns:p="http://schemas.openxmlformats.org/presentationml/2006/main">
  <p:tag name="PPSPLIT_ID" val=" 22"/>
</p:tagLst>
</file>

<file path=ppt/tags/tag1223.xml><?xml version="1.0" encoding="utf-8"?>
<p:tagLst xmlns:a="http://schemas.openxmlformats.org/drawingml/2006/main" xmlns:r="http://schemas.openxmlformats.org/officeDocument/2006/relationships" xmlns:p="http://schemas.openxmlformats.org/presentationml/2006/main">
  <p:tag name="PPSPLIT_ID" val=" 24"/>
</p:tagLst>
</file>

<file path=ppt/tags/tag1224.xml><?xml version="1.0" encoding="utf-8"?>
<p:tagLst xmlns:a="http://schemas.openxmlformats.org/drawingml/2006/main" xmlns:r="http://schemas.openxmlformats.org/officeDocument/2006/relationships" xmlns:p="http://schemas.openxmlformats.org/presentationml/2006/main">
  <p:tag name="PPSPLIT_ID" val=" 26"/>
</p:tagLst>
</file>

<file path=ppt/tags/tag1225.xml><?xml version="1.0" encoding="utf-8"?>
<p:tagLst xmlns:a="http://schemas.openxmlformats.org/drawingml/2006/main" xmlns:r="http://schemas.openxmlformats.org/officeDocument/2006/relationships" xmlns:p="http://schemas.openxmlformats.org/presentationml/2006/main">
  <p:tag name="PPSPLIT_ID" val=" 28"/>
</p:tagLst>
</file>

<file path=ppt/tags/tag1226.xml><?xml version="1.0" encoding="utf-8"?>
<p:tagLst xmlns:a="http://schemas.openxmlformats.org/drawingml/2006/main" xmlns:r="http://schemas.openxmlformats.org/officeDocument/2006/relationships" xmlns:p="http://schemas.openxmlformats.org/presentationml/2006/main">
  <p:tag name="PPSPLIT_ID" val=" 30"/>
</p:tagLst>
</file>

<file path=ppt/tags/tag1227.xml><?xml version="1.0" encoding="utf-8"?>
<p:tagLst xmlns:a="http://schemas.openxmlformats.org/drawingml/2006/main" xmlns:r="http://schemas.openxmlformats.org/officeDocument/2006/relationships" xmlns:p="http://schemas.openxmlformats.org/presentationml/2006/main">
  <p:tag name="PPSPLIT_ID" val=" 35"/>
</p:tagLst>
</file>

<file path=ppt/tags/tag1228.xml><?xml version="1.0" encoding="utf-8"?>
<p:tagLst xmlns:a="http://schemas.openxmlformats.org/drawingml/2006/main" xmlns:r="http://schemas.openxmlformats.org/officeDocument/2006/relationships" xmlns:p="http://schemas.openxmlformats.org/presentationml/2006/main">
  <p:tag name="PPSPLIT_ID" val=" 36"/>
</p:tagLst>
</file>

<file path=ppt/tags/tag1229.xml><?xml version="1.0" encoding="utf-8"?>
<p:tagLst xmlns:a="http://schemas.openxmlformats.org/drawingml/2006/main" xmlns:r="http://schemas.openxmlformats.org/officeDocument/2006/relationships" xmlns:p="http://schemas.openxmlformats.org/presentationml/2006/main">
  <p:tag name="PPSPLIT_SPLIT" val="1"/>
  <p:tag name="PPSPLIT_ORIGINALSLIDENUMBER" val="29"/>
  <p:tag name="PPSPLIT_DONE" val="1"/>
</p:tagLst>
</file>

<file path=ppt/tags/tag1230.xml><?xml version="1.0" encoding="utf-8"?>
<p:tagLst xmlns:a="http://schemas.openxmlformats.org/drawingml/2006/main" xmlns:r="http://schemas.openxmlformats.org/officeDocument/2006/relationships" xmlns:p="http://schemas.openxmlformats.org/presentationml/2006/main">
  <p:tag name="PPSPLIT_ID" val=" 8"/>
</p:tagLst>
</file>

<file path=ppt/tags/tag1231.xml><?xml version="1.0" encoding="utf-8"?>
<p:tagLst xmlns:a="http://schemas.openxmlformats.org/drawingml/2006/main" xmlns:r="http://schemas.openxmlformats.org/officeDocument/2006/relationships" xmlns:p="http://schemas.openxmlformats.org/presentationml/2006/main">
  <p:tag name="PPSPLIT_ID" val=" 2"/>
</p:tagLst>
</file>

<file path=ppt/tags/tag1232.xml><?xml version="1.0" encoding="utf-8"?>
<p:tagLst xmlns:a="http://schemas.openxmlformats.org/drawingml/2006/main" xmlns:r="http://schemas.openxmlformats.org/officeDocument/2006/relationships" xmlns:p="http://schemas.openxmlformats.org/presentationml/2006/main">
  <p:tag name="PPSPLIT_ID" val=" 3"/>
</p:tagLst>
</file>

<file path=ppt/tags/tag1233.xml><?xml version="1.0" encoding="utf-8"?>
<p:tagLst xmlns:a="http://schemas.openxmlformats.org/drawingml/2006/main" xmlns:r="http://schemas.openxmlformats.org/officeDocument/2006/relationships" xmlns:p="http://schemas.openxmlformats.org/presentationml/2006/main">
  <p:tag name="PPSPLIT_ID" val=" 4"/>
</p:tagLst>
</file>

<file path=ppt/tags/tag1234.xml><?xml version="1.0" encoding="utf-8"?>
<p:tagLst xmlns:a="http://schemas.openxmlformats.org/drawingml/2006/main" xmlns:r="http://schemas.openxmlformats.org/officeDocument/2006/relationships" xmlns:p="http://schemas.openxmlformats.org/presentationml/2006/main">
  <p:tag name="PPSPLIT_SPLIT" val="1"/>
  <p:tag name="PPSPLIT_ORIGINALSLIDENUMBER" val="29"/>
  <p:tag name="PPSPLIT_DONE" val="1"/>
</p:tagLst>
</file>

<file path=ppt/tags/tag1235.xml><?xml version="1.0" encoding="utf-8"?>
<p:tagLst xmlns:a="http://schemas.openxmlformats.org/drawingml/2006/main" xmlns:r="http://schemas.openxmlformats.org/officeDocument/2006/relationships" xmlns:p="http://schemas.openxmlformats.org/presentationml/2006/main">
  <p:tag name="PPSPLIT_ID" val=" 8"/>
</p:tagLst>
</file>

<file path=ppt/tags/tag1236.xml><?xml version="1.0" encoding="utf-8"?>
<p:tagLst xmlns:a="http://schemas.openxmlformats.org/drawingml/2006/main" xmlns:r="http://schemas.openxmlformats.org/officeDocument/2006/relationships" xmlns:p="http://schemas.openxmlformats.org/presentationml/2006/main">
  <p:tag name="PPSPLIT_ID" val=" 2"/>
</p:tagLst>
</file>

<file path=ppt/tags/tag1237.xml><?xml version="1.0" encoding="utf-8"?>
<p:tagLst xmlns:a="http://schemas.openxmlformats.org/drawingml/2006/main" xmlns:r="http://schemas.openxmlformats.org/officeDocument/2006/relationships" xmlns:p="http://schemas.openxmlformats.org/presentationml/2006/main">
  <p:tag name="PPSPLIT_ID" val=" 3"/>
</p:tagLst>
</file>

<file path=ppt/tags/tag1238.xml><?xml version="1.0" encoding="utf-8"?>
<p:tagLst xmlns:a="http://schemas.openxmlformats.org/drawingml/2006/main" xmlns:r="http://schemas.openxmlformats.org/officeDocument/2006/relationships" xmlns:p="http://schemas.openxmlformats.org/presentationml/2006/main">
  <p:tag name="PPSPLIT_ID" val=" 4"/>
</p:tagLst>
</file>

<file path=ppt/tags/tag1239.xml><?xml version="1.0" encoding="utf-8"?>
<p:tagLst xmlns:a="http://schemas.openxmlformats.org/drawingml/2006/main" xmlns:r="http://schemas.openxmlformats.org/officeDocument/2006/relationships" xmlns:p="http://schemas.openxmlformats.org/presentationml/2006/main">
  <p:tag name="PPSPLIT_ID" val=" 13"/>
</p:tagLst>
</file>

<file path=ppt/tags/tag1240.xml><?xml version="1.0" encoding="utf-8"?>
<p:tagLst xmlns:a="http://schemas.openxmlformats.org/drawingml/2006/main" xmlns:r="http://schemas.openxmlformats.org/officeDocument/2006/relationships" xmlns:p="http://schemas.openxmlformats.org/presentationml/2006/main">
  <p:tag name="PPSPLIT_ID" val=" 30"/>
</p:tagLst>
</file>

<file path=ppt/tags/tag1241.xml><?xml version="1.0" encoding="utf-8"?>
<p:tagLst xmlns:a="http://schemas.openxmlformats.org/drawingml/2006/main" xmlns:r="http://schemas.openxmlformats.org/officeDocument/2006/relationships" xmlns:p="http://schemas.openxmlformats.org/presentationml/2006/main">
  <p:tag name="PPSPLIT_ID" val=" 7"/>
</p:tagLst>
</file>

<file path=ppt/tags/tag1242.xml><?xml version="1.0" encoding="utf-8"?>
<p:tagLst xmlns:a="http://schemas.openxmlformats.org/drawingml/2006/main" xmlns:r="http://schemas.openxmlformats.org/officeDocument/2006/relationships" xmlns:p="http://schemas.openxmlformats.org/presentationml/2006/main">
  <p:tag name="PPSPLIT_ID" val=" 11"/>
</p:tagLst>
</file>

<file path=ppt/tags/tag1243.xml><?xml version="1.0" encoding="utf-8"?>
<p:tagLst xmlns:a="http://schemas.openxmlformats.org/drawingml/2006/main" xmlns:r="http://schemas.openxmlformats.org/officeDocument/2006/relationships" xmlns:p="http://schemas.openxmlformats.org/presentationml/2006/main">
  <p:tag name="PPSPLIT_SPLIT" val="1"/>
  <p:tag name="PPSPLIT_ORIGINALSLIDENUMBER" val="29"/>
</p:tagLst>
</file>

<file path=ppt/tags/tag1244.xml><?xml version="1.0" encoding="utf-8"?>
<p:tagLst xmlns:a="http://schemas.openxmlformats.org/drawingml/2006/main" xmlns:r="http://schemas.openxmlformats.org/officeDocument/2006/relationships" xmlns:p="http://schemas.openxmlformats.org/presentationml/2006/main">
  <p:tag name="PPSPLIT_ID" val=" 8"/>
</p:tagLst>
</file>

<file path=ppt/tags/tag1245.xml><?xml version="1.0" encoding="utf-8"?>
<p:tagLst xmlns:a="http://schemas.openxmlformats.org/drawingml/2006/main" xmlns:r="http://schemas.openxmlformats.org/officeDocument/2006/relationships" xmlns:p="http://schemas.openxmlformats.org/presentationml/2006/main">
  <p:tag name="PPSPLIT_ID" val=" 2"/>
</p:tagLst>
</file>

<file path=ppt/tags/tag1246.xml><?xml version="1.0" encoding="utf-8"?>
<p:tagLst xmlns:a="http://schemas.openxmlformats.org/drawingml/2006/main" xmlns:r="http://schemas.openxmlformats.org/officeDocument/2006/relationships" xmlns:p="http://schemas.openxmlformats.org/presentationml/2006/main">
  <p:tag name="PPSPLIT_ID" val=" 3"/>
</p:tagLst>
</file>

<file path=ppt/tags/tag1247.xml><?xml version="1.0" encoding="utf-8"?>
<p:tagLst xmlns:a="http://schemas.openxmlformats.org/drawingml/2006/main" xmlns:r="http://schemas.openxmlformats.org/officeDocument/2006/relationships" xmlns:p="http://schemas.openxmlformats.org/presentationml/2006/main">
  <p:tag name="PPSPLIT_ID" val=" 4"/>
</p:tagLst>
</file>

<file path=ppt/tags/tag1248.xml><?xml version="1.0" encoding="utf-8"?>
<p:tagLst xmlns:a="http://schemas.openxmlformats.org/drawingml/2006/main" xmlns:r="http://schemas.openxmlformats.org/officeDocument/2006/relationships" xmlns:p="http://schemas.openxmlformats.org/presentationml/2006/main">
  <p:tag name="PPSPLIT_ID" val=" 13"/>
</p:tagLst>
</file>

<file path=ppt/tags/tag1249.xml><?xml version="1.0" encoding="utf-8"?>
<p:tagLst xmlns:a="http://schemas.openxmlformats.org/drawingml/2006/main" xmlns:r="http://schemas.openxmlformats.org/officeDocument/2006/relationships" xmlns:p="http://schemas.openxmlformats.org/presentationml/2006/main">
  <p:tag name="PPSPLIT_ID" val=" 30"/>
</p:tagLst>
</file>

<file path=ppt/tags/tag1250.xml><?xml version="1.0" encoding="utf-8"?>
<p:tagLst xmlns:a="http://schemas.openxmlformats.org/drawingml/2006/main" xmlns:r="http://schemas.openxmlformats.org/officeDocument/2006/relationships" xmlns:p="http://schemas.openxmlformats.org/presentationml/2006/main">
  <p:tag name="PPSPLIT_ID" val=" 5"/>
</p:tagLst>
</file>

<file path=ppt/tags/tag1251.xml><?xml version="1.0" encoding="utf-8"?>
<p:tagLst xmlns:a="http://schemas.openxmlformats.org/drawingml/2006/main" xmlns:r="http://schemas.openxmlformats.org/officeDocument/2006/relationships" xmlns:p="http://schemas.openxmlformats.org/presentationml/2006/main">
  <p:tag name="PPSPLIT_ID" val=" 7"/>
</p:tagLst>
</file>

<file path=ppt/tags/tag1252.xml><?xml version="1.0" encoding="utf-8"?>
<p:tagLst xmlns:a="http://schemas.openxmlformats.org/drawingml/2006/main" xmlns:r="http://schemas.openxmlformats.org/officeDocument/2006/relationships" xmlns:p="http://schemas.openxmlformats.org/presentationml/2006/main">
  <p:tag name="PPSPLIT_ID" val=" 11"/>
</p:tagLst>
</file>

<file path=ppt/tags/tag1253.xml><?xml version="1.0" encoding="utf-8"?>
<p:tagLst xmlns:a="http://schemas.openxmlformats.org/drawingml/2006/main" xmlns:r="http://schemas.openxmlformats.org/officeDocument/2006/relationships" xmlns:p="http://schemas.openxmlformats.org/presentationml/2006/main">
  <p:tag name="PPSPLIT_ID" val=" 14"/>
</p:tagLst>
</file>

<file path=ppt/tags/tag1254.xml><?xml version="1.0" encoding="utf-8"?>
<p:tagLst xmlns:a="http://schemas.openxmlformats.org/drawingml/2006/main" xmlns:r="http://schemas.openxmlformats.org/officeDocument/2006/relationships" xmlns:p="http://schemas.openxmlformats.org/presentationml/2006/main">
  <p:tag name="PPSPLIT_SPLIT" val="1"/>
  <p:tag name="PPSPLIT_ORIGINALSLIDENUMBER" val="30"/>
</p:tagLst>
</file>

<file path=ppt/tags/tag1255.xml><?xml version="1.0" encoding="utf-8"?>
<p:tagLst xmlns:a="http://schemas.openxmlformats.org/drawingml/2006/main" xmlns:r="http://schemas.openxmlformats.org/officeDocument/2006/relationships" xmlns:p="http://schemas.openxmlformats.org/presentationml/2006/main">
  <p:tag name="PPSPLIT_SPLIT" val="1"/>
  <p:tag name="PPSPLIT_ORIGINALSLIDENUMBER" val="31"/>
  <p:tag name="PPSPLIT_DONE" val="1"/>
</p:tagLst>
</file>

<file path=ppt/tags/tag1256.xml><?xml version="1.0" encoding="utf-8"?>
<p:tagLst xmlns:a="http://schemas.openxmlformats.org/drawingml/2006/main" xmlns:r="http://schemas.openxmlformats.org/officeDocument/2006/relationships" xmlns:p="http://schemas.openxmlformats.org/presentationml/2006/main">
  <p:tag name="PPSPLIT_ID" val=" 20"/>
</p:tagLst>
</file>

<file path=ppt/tags/tag1257.xml><?xml version="1.0" encoding="utf-8"?>
<p:tagLst xmlns:a="http://schemas.openxmlformats.org/drawingml/2006/main" xmlns:r="http://schemas.openxmlformats.org/officeDocument/2006/relationships" xmlns:p="http://schemas.openxmlformats.org/presentationml/2006/main">
  <p:tag name="PPSPLIT_ID" val=" 32"/>
</p:tagLst>
</file>

<file path=ppt/tags/tag1258.xml><?xml version="1.0" encoding="utf-8"?>
<p:tagLst xmlns:a="http://schemas.openxmlformats.org/drawingml/2006/main" xmlns:r="http://schemas.openxmlformats.org/officeDocument/2006/relationships" xmlns:p="http://schemas.openxmlformats.org/presentationml/2006/main">
  <p:tag name="PPSPLIT_ID" val=" 7"/>
</p:tagLst>
</file>

<file path=ppt/tags/tag1259.xml><?xml version="1.0" encoding="utf-8"?>
<p:tagLst xmlns:a="http://schemas.openxmlformats.org/drawingml/2006/main" xmlns:r="http://schemas.openxmlformats.org/officeDocument/2006/relationships" xmlns:p="http://schemas.openxmlformats.org/presentationml/2006/main">
  <p:tag name="PPSPLIT_ID" val=" 9"/>
</p:tagLst>
</file>

<file path=ppt/tags/tag1260.xml><?xml version="1.0" encoding="utf-8"?>
<p:tagLst xmlns:a="http://schemas.openxmlformats.org/drawingml/2006/main" xmlns:r="http://schemas.openxmlformats.org/officeDocument/2006/relationships" xmlns:p="http://schemas.openxmlformats.org/presentationml/2006/main">
  <p:tag name="PPSPLIT_ID" val=" 2"/>
</p:tagLst>
</file>

<file path=ppt/tags/tag1261.xml><?xml version="1.0" encoding="utf-8"?>
<p:tagLst xmlns:a="http://schemas.openxmlformats.org/drawingml/2006/main" xmlns:r="http://schemas.openxmlformats.org/officeDocument/2006/relationships" xmlns:p="http://schemas.openxmlformats.org/presentationml/2006/main">
  <p:tag name="PPSPLIT_ID" val=" 3"/>
</p:tagLst>
</file>

<file path=ppt/tags/tag1262.xml><?xml version="1.0" encoding="utf-8"?>
<p:tagLst xmlns:a="http://schemas.openxmlformats.org/drawingml/2006/main" xmlns:r="http://schemas.openxmlformats.org/officeDocument/2006/relationships" xmlns:p="http://schemas.openxmlformats.org/presentationml/2006/main">
  <p:tag name="PPSPLIT_ID" val=" 4"/>
</p:tagLst>
</file>

<file path=ppt/tags/tag1263.xml><?xml version="1.0" encoding="utf-8"?>
<p:tagLst xmlns:a="http://schemas.openxmlformats.org/drawingml/2006/main" xmlns:r="http://schemas.openxmlformats.org/officeDocument/2006/relationships" xmlns:p="http://schemas.openxmlformats.org/presentationml/2006/main">
  <p:tag name="PPSPLIT_SPLIT" val="1"/>
  <p:tag name="PPSPLIT_ORIGINALSLIDENUMBER" val="31"/>
  <p:tag name="PPSPLIT_DONE" val="1"/>
</p:tagLst>
</file>

<file path=ppt/tags/tag1264.xml><?xml version="1.0" encoding="utf-8"?>
<p:tagLst xmlns:a="http://schemas.openxmlformats.org/drawingml/2006/main" xmlns:r="http://schemas.openxmlformats.org/officeDocument/2006/relationships" xmlns:p="http://schemas.openxmlformats.org/presentationml/2006/main">
  <p:tag name="PPSPLIT_ID" val=" 19"/>
</p:tagLst>
</file>

<file path=ppt/tags/tag1265.xml><?xml version="1.0" encoding="utf-8"?>
<p:tagLst xmlns:a="http://schemas.openxmlformats.org/drawingml/2006/main" xmlns:r="http://schemas.openxmlformats.org/officeDocument/2006/relationships" xmlns:p="http://schemas.openxmlformats.org/presentationml/2006/main">
  <p:tag name="PPSPLIT_ID" val=" 8"/>
</p:tagLst>
</file>

<file path=ppt/tags/tag1266.xml><?xml version="1.0" encoding="utf-8"?>
<p:tagLst xmlns:a="http://schemas.openxmlformats.org/drawingml/2006/main" xmlns:r="http://schemas.openxmlformats.org/officeDocument/2006/relationships" xmlns:p="http://schemas.openxmlformats.org/presentationml/2006/main">
  <p:tag name="PPSPLIT_ID" val=" 20"/>
</p:tagLst>
</file>

<file path=ppt/tags/tag1267.xml><?xml version="1.0" encoding="utf-8"?>
<p:tagLst xmlns:a="http://schemas.openxmlformats.org/drawingml/2006/main" xmlns:r="http://schemas.openxmlformats.org/officeDocument/2006/relationships" xmlns:p="http://schemas.openxmlformats.org/presentationml/2006/main">
  <p:tag name="PPSPLIT_ID" val=" 32"/>
</p:tagLst>
</file>

<file path=ppt/tags/tag1268.xml><?xml version="1.0" encoding="utf-8"?>
<p:tagLst xmlns:a="http://schemas.openxmlformats.org/drawingml/2006/main" xmlns:r="http://schemas.openxmlformats.org/officeDocument/2006/relationships" xmlns:p="http://schemas.openxmlformats.org/presentationml/2006/main">
  <p:tag name="PPSPLIT_ID" val=" 7"/>
</p:tagLst>
</file>

<file path=ppt/tags/tag1269.xml><?xml version="1.0" encoding="utf-8"?>
<p:tagLst xmlns:a="http://schemas.openxmlformats.org/drawingml/2006/main" xmlns:r="http://schemas.openxmlformats.org/officeDocument/2006/relationships" xmlns:p="http://schemas.openxmlformats.org/presentationml/2006/main">
  <p:tag name="PPSPLIT_ID" val=" 9"/>
</p:tagLst>
</file>

<file path=ppt/tags/tag1270.xml><?xml version="1.0" encoding="utf-8"?>
<p:tagLst xmlns:a="http://schemas.openxmlformats.org/drawingml/2006/main" xmlns:r="http://schemas.openxmlformats.org/officeDocument/2006/relationships" xmlns:p="http://schemas.openxmlformats.org/presentationml/2006/main">
  <p:tag name="PPSPLIT_ID" val=" 2"/>
</p:tagLst>
</file>

<file path=ppt/tags/tag1271.xml><?xml version="1.0" encoding="utf-8"?>
<p:tagLst xmlns:a="http://schemas.openxmlformats.org/drawingml/2006/main" xmlns:r="http://schemas.openxmlformats.org/officeDocument/2006/relationships" xmlns:p="http://schemas.openxmlformats.org/presentationml/2006/main">
  <p:tag name="PPSPLIT_ID" val=" 3"/>
</p:tagLst>
</file>

<file path=ppt/tags/tag1272.xml><?xml version="1.0" encoding="utf-8"?>
<p:tagLst xmlns:a="http://schemas.openxmlformats.org/drawingml/2006/main" xmlns:r="http://schemas.openxmlformats.org/officeDocument/2006/relationships" xmlns:p="http://schemas.openxmlformats.org/presentationml/2006/main">
  <p:tag name="PPSPLIT_ID" val=" 4"/>
</p:tagLst>
</file>

<file path=ppt/tags/tag1273.xml><?xml version="1.0" encoding="utf-8"?>
<p:tagLst xmlns:a="http://schemas.openxmlformats.org/drawingml/2006/main" xmlns:r="http://schemas.openxmlformats.org/officeDocument/2006/relationships" xmlns:p="http://schemas.openxmlformats.org/presentationml/2006/main">
  <p:tag name="PPSPLIT_ID" val=" 108"/>
</p:tagLst>
</file>

<file path=ppt/tags/tag1274.xml><?xml version="1.0" encoding="utf-8"?>
<p:tagLst xmlns:a="http://schemas.openxmlformats.org/drawingml/2006/main" xmlns:r="http://schemas.openxmlformats.org/officeDocument/2006/relationships" xmlns:p="http://schemas.openxmlformats.org/presentationml/2006/main">
  <p:tag name="PPSPLIT_SPLIT" val="1"/>
  <p:tag name="PPSPLIT_ORIGINALSLIDENUMBER" val="31"/>
  <p:tag name="PPSPLIT_DONE" val="1"/>
</p:tagLst>
</file>

<file path=ppt/tags/tag1275.xml><?xml version="1.0" encoding="utf-8"?>
<p:tagLst xmlns:a="http://schemas.openxmlformats.org/drawingml/2006/main" xmlns:r="http://schemas.openxmlformats.org/officeDocument/2006/relationships" xmlns:p="http://schemas.openxmlformats.org/presentationml/2006/main">
  <p:tag name="PPSPLIT_ID" val=" 19"/>
</p:tagLst>
</file>

<file path=ppt/tags/tag1276.xml><?xml version="1.0" encoding="utf-8"?>
<p:tagLst xmlns:a="http://schemas.openxmlformats.org/drawingml/2006/main" xmlns:r="http://schemas.openxmlformats.org/officeDocument/2006/relationships" xmlns:p="http://schemas.openxmlformats.org/presentationml/2006/main">
  <p:tag name="PPSPLIT_ID" val=" 22"/>
</p:tagLst>
</file>

<file path=ppt/tags/tag1277.xml><?xml version="1.0" encoding="utf-8"?>
<p:tagLst xmlns:a="http://schemas.openxmlformats.org/drawingml/2006/main" xmlns:r="http://schemas.openxmlformats.org/officeDocument/2006/relationships" xmlns:p="http://schemas.openxmlformats.org/presentationml/2006/main">
  <p:tag name="PPSPLIT_ID" val=" 8"/>
</p:tagLst>
</file>

<file path=ppt/tags/tag1278.xml><?xml version="1.0" encoding="utf-8"?>
<p:tagLst xmlns:a="http://schemas.openxmlformats.org/drawingml/2006/main" xmlns:r="http://schemas.openxmlformats.org/officeDocument/2006/relationships" xmlns:p="http://schemas.openxmlformats.org/presentationml/2006/main">
  <p:tag name="PPSPLIT_ID" val=" 12"/>
</p:tagLst>
</file>

<file path=ppt/tags/tag1279.xml><?xml version="1.0" encoding="utf-8"?>
<p:tagLst xmlns:a="http://schemas.openxmlformats.org/drawingml/2006/main" xmlns:r="http://schemas.openxmlformats.org/officeDocument/2006/relationships" xmlns:p="http://schemas.openxmlformats.org/presentationml/2006/main">
  <p:tag name="PPSPLIT_ID" val=" 20"/>
</p:tagLst>
</file>

<file path=ppt/tags/tag1280.xml><?xml version="1.0" encoding="utf-8"?>
<p:tagLst xmlns:a="http://schemas.openxmlformats.org/drawingml/2006/main" xmlns:r="http://schemas.openxmlformats.org/officeDocument/2006/relationships" xmlns:p="http://schemas.openxmlformats.org/presentationml/2006/main">
  <p:tag name="PPSPLIT_ID" val=" 32"/>
</p:tagLst>
</file>

<file path=ppt/tags/tag1281.xml><?xml version="1.0" encoding="utf-8"?>
<p:tagLst xmlns:a="http://schemas.openxmlformats.org/drawingml/2006/main" xmlns:r="http://schemas.openxmlformats.org/officeDocument/2006/relationships" xmlns:p="http://schemas.openxmlformats.org/presentationml/2006/main">
  <p:tag name="PPSPLIT_ID" val=" 7"/>
</p:tagLst>
</file>

<file path=ppt/tags/tag1282.xml><?xml version="1.0" encoding="utf-8"?>
<p:tagLst xmlns:a="http://schemas.openxmlformats.org/drawingml/2006/main" xmlns:r="http://schemas.openxmlformats.org/officeDocument/2006/relationships" xmlns:p="http://schemas.openxmlformats.org/presentationml/2006/main">
  <p:tag name="PPSPLIT_ID" val=" 9"/>
</p:tagLst>
</file>

<file path=ppt/tags/tag1283.xml><?xml version="1.0" encoding="utf-8"?>
<p:tagLst xmlns:a="http://schemas.openxmlformats.org/drawingml/2006/main" xmlns:r="http://schemas.openxmlformats.org/officeDocument/2006/relationships" xmlns:p="http://schemas.openxmlformats.org/presentationml/2006/main">
  <p:tag name="PPSPLIT_ID" val=" 2"/>
</p:tagLst>
</file>

<file path=ppt/tags/tag1284.xml><?xml version="1.0" encoding="utf-8"?>
<p:tagLst xmlns:a="http://schemas.openxmlformats.org/drawingml/2006/main" xmlns:r="http://schemas.openxmlformats.org/officeDocument/2006/relationships" xmlns:p="http://schemas.openxmlformats.org/presentationml/2006/main">
  <p:tag name="PPSPLIT_ID" val=" 3"/>
</p:tagLst>
</file>

<file path=ppt/tags/tag1285.xml><?xml version="1.0" encoding="utf-8"?>
<p:tagLst xmlns:a="http://schemas.openxmlformats.org/drawingml/2006/main" xmlns:r="http://schemas.openxmlformats.org/officeDocument/2006/relationships" xmlns:p="http://schemas.openxmlformats.org/presentationml/2006/main">
  <p:tag name="PPSPLIT_ID" val=" 4"/>
</p:tagLst>
</file>

<file path=ppt/tags/tag1286.xml><?xml version="1.0" encoding="utf-8"?>
<p:tagLst xmlns:a="http://schemas.openxmlformats.org/drawingml/2006/main" xmlns:r="http://schemas.openxmlformats.org/officeDocument/2006/relationships" xmlns:p="http://schemas.openxmlformats.org/presentationml/2006/main">
  <p:tag name="PPSPLIT_ID" val=" 108"/>
</p:tagLst>
</file>

<file path=ppt/tags/tag1287.xml><?xml version="1.0" encoding="utf-8"?>
<p:tagLst xmlns:a="http://schemas.openxmlformats.org/drawingml/2006/main" xmlns:r="http://schemas.openxmlformats.org/officeDocument/2006/relationships" xmlns:p="http://schemas.openxmlformats.org/presentationml/2006/main">
  <p:tag name="PPSPLIT_ID" val=" 112"/>
</p:tagLst>
</file>

<file path=ppt/tags/tag1288.xml><?xml version="1.0" encoding="utf-8"?>
<p:tagLst xmlns:a="http://schemas.openxmlformats.org/drawingml/2006/main" xmlns:r="http://schemas.openxmlformats.org/officeDocument/2006/relationships" xmlns:p="http://schemas.openxmlformats.org/presentationml/2006/main">
  <p:tag name="PPSPLIT_SPLIT" val="1"/>
  <p:tag name="PPSPLIT_ORIGINALSLIDENUMBER" val="31"/>
  <p:tag name="PPSPLIT_DONE" val="1"/>
</p:tagLst>
</file>

<file path=ppt/tags/tag1289.xml><?xml version="1.0" encoding="utf-8"?>
<p:tagLst xmlns:a="http://schemas.openxmlformats.org/drawingml/2006/main" xmlns:r="http://schemas.openxmlformats.org/officeDocument/2006/relationships" xmlns:p="http://schemas.openxmlformats.org/presentationml/2006/main">
  <p:tag name="PPSPLIT_ID" val=" 19"/>
</p:tagLst>
</file>

<file path=ppt/tags/tag1290.xml><?xml version="1.0" encoding="utf-8"?>
<p:tagLst xmlns:a="http://schemas.openxmlformats.org/drawingml/2006/main" xmlns:r="http://schemas.openxmlformats.org/officeDocument/2006/relationships" xmlns:p="http://schemas.openxmlformats.org/presentationml/2006/main">
  <p:tag name="PPSPLIT_ID" val=" 22"/>
</p:tagLst>
</file>

<file path=ppt/tags/tag1291.xml><?xml version="1.0" encoding="utf-8"?>
<p:tagLst xmlns:a="http://schemas.openxmlformats.org/drawingml/2006/main" xmlns:r="http://schemas.openxmlformats.org/officeDocument/2006/relationships" xmlns:p="http://schemas.openxmlformats.org/presentationml/2006/main">
  <p:tag name="PPSPLIT_ID" val=" 29"/>
</p:tagLst>
</file>

<file path=ppt/tags/tag1292.xml><?xml version="1.0" encoding="utf-8"?>
<p:tagLst xmlns:a="http://schemas.openxmlformats.org/drawingml/2006/main" xmlns:r="http://schemas.openxmlformats.org/officeDocument/2006/relationships" xmlns:p="http://schemas.openxmlformats.org/presentationml/2006/main">
  <p:tag name="PPSPLIT_ID" val=" 8"/>
</p:tagLst>
</file>

<file path=ppt/tags/tag1293.xml><?xml version="1.0" encoding="utf-8"?>
<p:tagLst xmlns:a="http://schemas.openxmlformats.org/drawingml/2006/main" xmlns:r="http://schemas.openxmlformats.org/officeDocument/2006/relationships" xmlns:p="http://schemas.openxmlformats.org/presentationml/2006/main">
  <p:tag name="PPSPLIT_ID" val=" 12"/>
</p:tagLst>
</file>

<file path=ppt/tags/tag1294.xml><?xml version="1.0" encoding="utf-8"?>
<p:tagLst xmlns:a="http://schemas.openxmlformats.org/drawingml/2006/main" xmlns:r="http://schemas.openxmlformats.org/officeDocument/2006/relationships" xmlns:p="http://schemas.openxmlformats.org/presentationml/2006/main">
  <p:tag name="PPSPLIT_ID" val=" 16"/>
</p:tagLst>
</file>

<file path=ppt/tags/tag1295.xml><?xml version="1.0" encoding="utf-8"?>
<p:tagLst xmlns:a="http://schemas.openxmlformats.org/drawingml/2006/main" xmlns:r="http://schemas.openxmlformats.org/officeDocument/2006/relationships" xmlns:p="http://schemas.openxmlformats.org/presentationml/2006/main">
  <p:tag name="PPSPLIT_ID" val=" 20"/>
</p:tagLst>
</file>

<file path=ppt/tags/tag1296.xml><?xml version="1.0" encoding="utf-8"?>
<p:tagLst xmlns:a="http://schemas.openxmlformats.org/drawingml/2006/main" xmlns:r="http://schemas.openxmlformats.org/officeDocument/2006/relationships" xmlns:p="http://schemas.openxmlformats.org/presentationml/2006/main">
  <p:tag name="PPSPLIT_ID" val=" 32"/>
</p:tagLst>
</file>

<file path=ppt/tags/tag1297.xml><?xml version="1.0" encoding="utf-8"?>
<p:tagLst xmlns:a="http://schemas.openxmlformats.org/drawingml/2006/main" xmlns:r="http://schemas.openxmlformats.org/officeDocument/2006/relationships" xmlns:p="http://schemas.openxmlformats.org/presentationml/2006/main">
  <p:tag name="PPSPLIT_ID" val=" 7"/>
</p:tagLst>
</file>

<file path=ppt/tags/tag1298.xml><?xml version="1.0" encoding="utf-8"?>
<p:tagLst xmlns:a="http://schemas.openxmlformats.org/drawingml/2006/main" xmlns:r="http://schemas.openxmlformats.org/officeDocument/2006/relationships" xmlns:p="http://schemas.openxmlformats.org/presentationml/2006/main">
  <p:tag name="PPSPLIT_ID" val=" 9"/>
</p:tagLst>
</file>

<file path=ppt/tags/tag1299.xml><?xml version="1.0" encoding="utf-8"?>
<p:tagLst xmlns:a="http://schemas.openxmlformats.org/drawingml/2006/main" xmlns:r="http://schemas.openxmlformats.org/officeDocument/2006/relationships" xmlns:p="http://schemas.openxmlformats.org/presentationml/2006/main">
  <p:tag name="PPSPLIT_ID" val=" 2"/>
</p:tagLst>
</file>

<file path=ppt/tags/tag1300.xml><?xml version="1.0" encoding="utf-8"?>
<p:tagLst xmlns:a="http://schemas.openxmlformats.org/drawingml/2006/main" xmlns:r="http://schemas.openxmlformats.org/officeDocument/2006/relationships" xmlns:p="http://schemas.openxmlformats.org/presentationml/2006/main">
  <p:tag name="PPSPLIT_ID" val=" 3"/>
</p:tagLst>
</file>

<file path=ppt/tags/tag1301.xml><?xml version="1.0" encoding="utf-8"?>
<p:tagLst xmlns:a="http://schemas.openxmlformats.org/drawingml/2006/main" xmlns:r="http://schemas.openxmlformats.org/officeDocument/2006/relationships" xmlns:p="http://schemas.openxmlformats.org/presentationml/2006/main">
  <p:tag name="PPSPLIT_ID" val=" 4"/>
</p:tagLst>
</file>

<file path=ppt/tags/tag1302.xml><?xml version="1.0" encoding="utf-8"?>
<p:tagLst xmlns:a="http://schemas.openxmlformats.org/drawingml/2006/main" xmlns:r="http://schemas.openxmlformats.org/officeDocument/2006/relationships" xmlns:p="http://schemas.openxmlformats.org/presentationml/2006/main">
  <p:tag name="PPSPLIT_ID" val=" 108"/>
</p:tagLst>
</file>

<file path=ppt/tags/tag1303.xml><?xml version="1.0" encoding="utf-8"?>
<p:tagLst xmlns:a="http://schemas.openxmlformats.org/drawingml/2006/main" xmlns:r="http://schemas.openxmlformats.org/officeDocument/2006/relationships" xmlns:p="http://schemas.openxmlformats.org/presentationml/2006/main">
  <p:tag name="PPSPLIT_ID" val=" 112"/>
</p:tagLst>
</file>

<file path=ppt/tags/tag1304.xml><?xml version="1.0" encoding="utf-8"?>
<p:tagLst xmlns:a="http://schemas.openxmlformats.org/drawingml/2006/main" xmlns:r="http://schemas.openxmlformats.org/officeDocument/2006/relationships" xmlns:p="http://schemas.openxmlformats.org/presentationml/2006/main">
  <p:tag name="PPSPLIT_ID" val=" 114"/>
</p:tagLst>
</file>

<file path=ppt/tags/tag1305.xml><?xml version="1.0" encoding="utf-8"?>
<p:tagLst xmlns:a="http://schemas.openxmlformats.org/drawingml/2006/main" xmlns:r="http://schemas.openxmlformats.org/officeDocument/2006/relationships" xmlns:p="http://schemas.openxmlformats.org/presentationml/2006/main">
  <p:tag name="PPSPLIT_SPLIT" val="1"/>
  <p:tag name="PPSPLIT_ORIGINALSLIDENUMBER" val="31"/>
  <p:tag name="PPSPLIT_DONE" val="1"/>
</p:tagLst>
</file>

<file path=ppt/tags/tag1306.xml><?xml version="1.0" encoding="utf-8"?>
<p:tagLst xmlns:a="http://schemas.openxmlformats.org/drawingml/2006/main" xmlns:r="http://schemas.openxmlformats.org/officeDocument/2006/relationships" xmlns:p="http://schemas.openxmlformats.org/presentationml/2006/main">
  <p:tag name="PPSPLIT_ID" val=" 19"/>
</p:tagLst>
</file>

<file path=ppt/tags/tag1307.xml><?xml version="1.0" encoding="utf-8"?>
<p:tagLst xmlns:a="http://schemas.openxmlformats.org/drawingml/2006/main" xmlns:r="http://schemas.openxmlformats.org/officeDocument/2006/relationships" xmlns:p="http://schemas.openxmlformats.org/presentationml/2006/main">
  <p:tag name="PPSPLIT_ID" val=" 22"/>
</p:tagLst>
</file>

<file path=ppt/tags/tag1308.xml><?xml version="1.0" encoding="utf-8"?>
<p:tagLst xmlns:a="http://schemas.openxmlformats.org/drawingml/2006/main" xmlns:r="http://schemas.openxmlformats.org/officeDocument/2006/relationships" xmlns:p="http://schemas.openxmlformats.org/presentationml/2006/main">
  <p:tag name="PPSPLIT_ID" val=" 29"/>
</p:tagLst>
</file>

<file path=ppt/tags/tag1309.xml><?xml version="1.0" encoding="utf-8"?>
<p:tagLst xmlns:a="http://schemas.openxmlformats.org/drawingml/2006/main" xmlns:r="http://schemas.openxmlformats.org/officeDocument/2006/relationships" xmlns:p="http://schemas.openxmlformats.org/presentationml/2006/main">
  <p:tag name="PPSPLIT_ID" val=" 51"/>
</p:tagLst>
</file>

<file path=ppt/tags/tag1310.xml><?xml version="1.0" encoding="utf-8"?>
<p:tagLst xmlns:a="http://schemas.openxmlformats.org/drawingml/2006/main" xmlns:r="http://schemas.openxmlformats.org/officeDocument/2006/relationships" xmlns:p="http://schemas.openxmlformats.org/presentationml/2006/main">
  <p:tag name="PPSPLIT_ID" val=" 8"/>
</p:tagLst>
</file>

<file path=ppt/tags/tag1311.xml><?xml version="1.0" encoding="utf-8"?>
<p:tagLst xmlns:a="http://schemas.openxmlformats.org/drawingml/2006/main" xmlns:r="http://schemas.openxmlformats.org/officeDocument/2006/relationships" xmlns:p="http://schemas.openxmlformats.org/presentationml/2006/main">
  <p:tag name="PPSPLIT_ID" val=" 12"/>
</p:tagLst>
</file>

<file path=ppt/tags/tag1312.xml><?xml version="1.0" encoding="utf-8"?>
<p:tagLst xmlns:a="http://schemas.openxmlformats.org/drawingml/2006/main" xmlns:r="http://schemas.openxmlformats.org/officeDocument/2006/relationships" xmlns:p="http://schemas.openxmlformats.org/presentationml/2006/main">
  <p:tag name="PPSPLIT_ID" val=" 16"/>
</p:tagLst>
</file>

<file path=ppt/tags/tag1313.xml><?xml version="1.0" encoding="utf-8"?>
<p:tagLst xmlns:a="http://schemas.openxmlformats.org/drawingml/2006/main" xmlns:r="http://schemas.openxmlformats.org/officeDocument/2006/relationships" xmlns:p="http://schemas.openxmlformats.org/presentationml/2006/main">
  <p:tag name="PPSPLIT_ID" val=" 20"/>
</p:tagLst>
</file>

<file path=ppt/tags/tag1314.xml><?xml version="1.0" encoding="utf-8"?>
<p:tagLst xmlns:a="http://schemas.openxmlformats.org/drawingml/2006/main" xmlns:r="http://schemas.openxmlformats.org/officeDocument/2006/relationships" xmlns:p="http://schemas.openxmlformats.org/presentationml/2006/main">
  <p:tag name="PPSPLIT_ID" val=" 32"/>
</p:tagLst>
</file>

<file path=ppt/tags/tag1315.xml><?xml version="1.0" encoding="utf-8"?>
<p:tagLst xmlns:a="http://schemas.openxmlformats.org/drawingml/2006/main" xmlns:r="http://schemas.openxmlformats.org/officeDocument/2006/relationships" xmlns:p="http://schemas.openxmlformats.org/presentationml/2006/main">
  <p:tag name="PPSPLIT_ID" val=" 7"/>
</p:tagLst>
</file>

<file path=ppt/tags/tag1316.xml><?xml version="1.0" encoding="utf-8"?>
<p:tagLst xmlns:a="http://schemas.openxmlformats.org/drawingml/2006/main" xmlns:r="http://schemas.openxmlformats.org/officeDocument/2006/relationships" xmlns:p="http://schemas.openxmlformats.org/presentationml/2006/main">
  <p:tag name="PPSPLIT_ID" val=" 9"/>
</p:tagLst>
</file>

<file path=ppt/tags/tag1317.xml><?xml version="1.0" encoding="utf-8"?>
<p:tagLst xmlns:a="http://schemas.openxmlformats.org/drawingml/2006/main" xmlns:r="http://schemas.openxmlformats.org/officeDocument/2006/relationships" xmlns:p="http://schemas.openxmlformats.org/presentationml/2006/main">
  <p:tag name="PPSPLIT_ID" val=" 14"/>
</p:tagLst>
</file>

<file path=ppt/tags/tag1318.xml><?xml version="1.0" encoding="utf-8"?>
<p:tagLst xmlns:a="http://schemas.openxmlformats.org/drawingml/2006/main" xmlns:r="http://schemas.openxmlformats.org/officeDocument/2006/relationships" xmlns:p="http://schemas.openxmlformats.org/presentationml/2006/main">
  <p:tag name="PPSPLIT_ID" val=" 2"/>
</p:tagLst>
</file>

<file path=ppt/tags/tag1319.xml><?xml version="1.0" encoding="utf-8"?>
<p:tagLst xmlns:a="http://schemas.openxmlformats.org/drawingml/2006/main" xmlns:r="http://schemas.openxmlformats.org/officeDocument/2006/relationships" xmlns:p="http://schemas.openxmlformats.org/presentationml/2006/main">
  <p:tag name="PPSPLIT_ID" val=" 3"/>
</p:tagLst>
</file>

<file path=ppt/tags/tag1320.xml><?xml version="1.0" encoding="utf-8"?>
<p:tagLst xmlns:a="http://schemas.openxmlformats.org/drawingml/2006/main" xmlns:r="http://schemas.openxmlformats.org/officeDocument/2006/relationships" xmlns:p="http://schemas.openxmlformats.org/presentationml/2006/main">
  <p:tag name="PPSPLIT_ID" val=" 4"/>
</p:tagLst>
</file>

<file path=ppt/tags/tag1321.xml><?xml version="1.0" encoding="utf-8"?>
<p:tagLst xmlns:a="http://schemas.openxmlformats.org/drawingml/2006/main" xmlns:r="http://schemas.openxmlformats.org/officeDocument/2006/relationships" xmlns:p="http://schemas.openxmlformats.org/presentationml/2006/main">
  <p:tag name="PPSPLIT_ID" val=" 108"/>
</p:tagLst>
</file>

<file path=ppt/tags/tag1322.xml><?xml version="1.0" encoding="utf-8"?>
<p:tagLst xmlns:a="http://schemas.openxmlformats.org/drawingml/2006/main" xmlns:r="http://schemas.openxmlformats.org/officeDocument/2006/relationships" xmlns:p="http://schemas.openxmlformats.org/presentationml/2006/main">
  <p:tag name="PPSPLIT_ID" val=" 112"/>
</p:tagLst>
</file>

<file path=ppt/tags/tag1323.xml><?xml version="1.0" encoding="utf-8"?>
<p:tagLst xmlns:a="http://schemas.openxmlformats.org/drawingml/2006/main" xmlns:r="http://schemas.openxmlformats.org/officeDocument/2006/relationships" xmlns:p="http://schemas.openxmlformats.org/presentationml/2006/main">
  <p:tag name="PPSPLIT_ID" val=" 114"/>
</p:tagLst>
</file>

<file path=ppt/tags/tag1324.xml><?xml version="1.0" encoding="utf-8"?>
<p:tagLst xmlns:a="http://schemas.openxmlformats.org/drawingml/2006/main" xmlns:r="http://schemas.openxmlformats.org/officeDocument/2006/relationships" xmlns:p="http://schemas.openxmlformats.org/presentationml/2006/main">
  <p:tag name="PPSPLIT_ID" val=" 126"/>
</p:tagLst>
</file>

<file path=ppt/tags/tag1325.xml><?xml version="1.0" encoding="utf-8"?>
<p:tagLst xmlns:a="http://schemas.openxmlformats.org/drawingml/2006/main" xmlns:r="http://schemas.openxmlformats.org/officeDocument/2006/relationships" xmlns:p="http://schemas.openxmlformats.org/presentationml/2006/main">
  <p:tag name="PPSPLIT_ID" val=" 132"/>
</p:tagLst>
</file>

<file path=ppt/tags/tag1326.xml><?xml version="1.0" encoding="utf-8"?>
<p:tagLst xmlns:a="http://schemas.openxmlformats.org/drawingml/2006/main" xmlns:r="http://schemas.openxmlformats.org/officeDocument/2006/relationships" xmlns:p="http://schemas.openxmlformats.org/presentationml/2006/main">
  <p:tag name="PPSPLIT_SPLIT" val="1"/>
  <p:tag name="PPSPLIT_ORIGINALSLIDENUMBER" val="31"/>
  <p:tag name="PPSPLIT_DONE" val="1"/>
</p:tagLst>
</file>

<file path=ppt/tags/tag1327.xml><?xml version="1.0" encoding="utf-8"?>
<p:tagLst xmlns:a="http://schemas.openxmlformats.org/drawingml/2006/main" xmlns:r="http://schemas.openxmlformats.org/officeDocument/2006/relationships" xmlns:p="http://schemas.openxmlformats.org/presentationml/2006/main">
  <p:tag name="PPSPLIT_ID" val=" 19"/>
</p:tagLst>
</file>

<file path=ppt/tags/tag1328.xml><?xml version="1.0" encoding="utf-8"?>
<p:tagLst xmlns:a="http://schemas.openxmlformats.org/drawingml/2006/main" xmlns:r="http://schemas.openxmlformats.org/officeDocument/2006/relationships" xmlns:p="http://schemas.openxmlformats.org/presentationml/2006/main">
  <p:tag name="PPSPLIT_ID" val=" 22"/>
</p:tagLst>
</file>

<file path=ppt/tags/tag1329.xml><?xml version="1.0" encoding="utf-8"?>
<p:tagLst xmlns:a="http://schemas.openxmlformats.org/drawingml/2006/main" xmlns:r="http://schemas.openxmlformats.org/officeDocument/2006/relationships" xmlns:p="http://schemas.openxmlformats.org/presentationml/2006/main">
  <p:tag name="PPSPLIT_ID" val=" 29"/>
</p:tagLst>
</file>

<file path=ppt/tags/tag1330.xml><?xml version="1.0" encoding="utf-8"?>
<p:tagLst xmlns:a="http://schemas.openxmlformats.org/drawingml/2006/main" xmlns:r="http://schemas.openxmlformats.org/officeDocument/2006/relationships" xmlns:p="http://schemas.openxmlformats.org/presentationml/2006/main">
  <p:tag name="PPSPLIT_ID" val=" 39"/>
</p:tagLst>
</file>

<file path=ppt/tags/tag1331.xml><?xml version="1.0" encoding="utf-8"?>
<p:tagLst xmlns:a="http://schemas.openxmlformats.org/drawingml/2006/main" xmlns:r="http://schemas.openxmlformats.org/officeDocument/2006/relationships" xmlns:p="http://schemas.openxmlformats.org/presentationml/2006/main">
  <p:tag name="PPSPLIT_ID" val=" 51"/>
</p:tagLst>
</file>

<file path=ppt/tags/tag1332.xml><?xml version="1.0" encoding="utf-8"?>
<p:tagLst xmlns:a="http://schemas.openxmlformats.org/drawingml/2006/main" xmlns:r="http://schemas.openxmlformats.org/officeDocument/2006/relationships" xmlns:p="http://schemas.openxmlformats.org/presentationml/2006/main">
  <p:tag name="PPSPLIT_ID" val=" 8"/>
</p:tagLst>
</file>

<file path=ppt/tags/tag1333.xml><?xml version="1.0" encoding="utf-8"?>
<p:tagLst xmlns:a="http://schemas.openxmlformats.org/drawingml/2006/main" xmlns:r="http://schemas.openxmlformats.org/officeDocument/2006/relationships" xmlns:p="http://schemas.openxmlformats.org/presentationml/2006/main">
  <p:tag name="PPSPLIT_ID" val=" 12"/>
</p:tagLst>
</file>

<file path=ppt/tags/tag1334.xml><?xml version="1.0" encoding="utf-8"?>
<p:tagLst xmlns:a="http://schemas.openxmlformats.org/drawingml/2006/main" xmlns:r="http://schemas.openxmlformats.org/officeDocument/2006/relationships" xmlns:p="http://schemas.openxmlformats.org/presentationml/2006/main">
  <p:tag name="PPSPLIT_ID" val=" 16"/>
</p:tagLst>
</file>

<file path=ppt/tags/tag1335.xml><?xml version="1.0" encoding="utf-8"?>
<p:tagLst xmlns:a="http://schemas.openxmlformats.org/drawingml/2006/main" xmlns:r="http://schemas.openxmlformats.org/officeDocument/2006/relationships" xmlns:p="http://schemas.openxmlformats.org/presentationml/2006/main">
  <p:tag name="PPSPLIT_ID" val=" 20"/>
</p:tagLst>
</file>

<file path=ppt/tags/tag1336.xml><?xml version="1.0" encoding="utf-8"?>
<p:tagLst xmlns:a="http://schemas.openxmlformats.org/drawingml/2006/main" xmlns:r="http://schemas.openxmlformats.org/officeDocument/2006/relationships" xmlns:p="http://schemas.openxmlformats.org/presentationml/2006/main">
  <p:tag name="PPSPLIT_ID" val=" 24"/>
</p:tagLst>
</file>

<file path=ppt/tags/tag1337.xml><?xml version="1.0" encoding="utf-8"?>
<p:tagLst xmlns:a="http://schemas.openxmlformats.org/drawingml/2006/main" xmlns:r="http://schemas.openxmlformats.org/officeDocument/2006/relationships" xmlns:p="http://schemas.openxmlformats.org/presentationml/2006/main">
  <p:tag name="PPSPLIT_ID" val=" 32"/>
</p:tagLst>
</file>

<file path=ppt/tags/tag1338.xml><?xml version="1.0" encoding="utf-8"?>
<p:tagLst xmlns:a="http://schemas.openxmlformats.org/drawingml/2006/main" xmlns:r="http://schemas.openxmlformats.org/officeDocument/2006/relationships" xmlns:p="http://schemas.openxmlformats.org/presentationml/2006/main">
  <p:tag name="PPSPLIT_ID" val=" 7"/>
</p:tagLst>
</file>

<file path=ppt/tags/tag1339.xml><?xml version="1.0" encoding="utf-8"?>
<p:tagLst xmlns:a="http://schemas.openxmlformats.org/drawingml/2006/main" xmlns:r="http://schemas.openxmlformats.org/officeDocument/2006/relationships" xmlns:p="http://schemas.openxmlformats.org/presentationml/2006/main">
  <p:tag name="PPSPLIT_ID" val=" 9"/>
</p:tagLst>
</file>

<file path=ppt/tags/tag1340.xml><?xml version="1.0" encoding="utf-8"?>
<p:tagLst xmlns:a="http://schemas.openxmlformats.org/drawingml/2006/main" xmlns:r="http://schemas.openxmlformats.org/officeDocument/2006/relationships" xmlns:p="http://schemas.openxmlformats.org/presentationml/2006/main">
  <p:tag name="PPSPLIT_ID" val=" 14"/>
</p:tagLst>
</file>

<file path=ppt/tags/tag1341.xml><?xml version="1.0" encoding="utf-8"?>
<p:tagLst xmlns:a="http://schemas.openxmlformats.org/drawingml/2006/main" xmlns:r="http://schemas.openxmlformats.org/officeDocument/2006/relationships" xmlns:p="http://schemas.openxmlformats.org/presentationml/2006/main">
  <p:tag name="PPSPLIT_ID" val=" 2"/>
</p:tagLst>
</file>

<file path=ppt/tags/tag1342.xml><?xml version="1.0" encoding="utf-8"?>
<p:tagLst xmlns:a="http://schemas.openxmlformats.org/drawingml/2006/main" xmlns:r="http://schemas.openxmlformats.org/officeDocument/2006/relationships" xmlns:p="http://schemas.openxmlformats.org/presentationml/2006/main">
  <p:tag name="PPSPLIT_ID" val=" 3"/>
</p:tagLst>
</file>

<file path=ppt/tags/tag1343.xml><?xml version="1.0" encoding="utf-8"?>
<p:tagLst xmlns:a="http://schemas.openxmlformats.org/drawingml/2006/main" xmlns:r="http://schemas.openxmlformats.org/officeDocument/2006/relationships" xmlns:p="http://schemas.openxmlformats.org/presentationml/2006/main">
  <p:tag name="PPSPLIT_ID" val=" 4"/>
</p:tagLst>
</file>

<file path=ppt/tags/tag1344.xml><?xml version="1.0" encoding="utf-8"?>
<p:tagLst xmlns:a="http://schemas.openxmlformats.org/drawingml/2006/main" xmlns:r="http://schemas.openxmlformats.org/officeDocument/2006/relationships" xmlns:p="http://schemas.openxmlformats.org/presentationml/2006/main">
  <p:tag name="PPSPLIT_ID" val=" 108"/>
</p:tagLst>
</file>

<file path=ppt/tags/tag1345.xml><?xml version="1.0" encoding="utf-8"?>
<p:tagLst xmlns:a="http://schemas.openxmlformats.org/drawingml/2006/main" xmlns:r="http://schemas.openxmlformats.org/officeDocument/2006/relationships" xmlns:p="http://schemas.openxmlformats.org/presentationml/2006/main">
  <p:tag name="PPSPLIT_ID" val=" 112"/>
</p:tagLst>
</file>

<file path=ppt/tags/tag1346.xml><?xml version="1.0" encoding="utf-8"?>
<p:tagLst xmlns:a="http://schemas.openxmlformats.org/drawingml/2006/main" xmlns:r="http://schemas.openxmlformats.org/officeDocument/2006/relationships" xmlns:p="http://schemas.openxmlformats.org/presentationml/2006/main">
  <p:tag name="PPSPLIT_ID" val=" 114"/>
</p:tagLst>
</file>

<file path=ppt/tags/tag1347.xml><?xml version="1.0" encoding="utf-8"?>
<p:tagLst xmlns:a="http://schemas.openxmlformats.org/drawingml/2006/main" xmlns:r="http://schemas.openxmlformats.org/officeDocument/2006/relationships" xmlns:p="http://schemas.openxmlformats.org/presentationml/2006/main">
  <p:tag name="PPSPLIT_ID" val=" 122"/>
</p:tagLst>
</file>

<file path=ppt/tags/tag1348.xml><?xml version="1.0" encoding="utf-8"?>
<p:tagLst xmlns:a="http://schemas.openxmlformats.org/drawingml/2006/main" xmlns:r="http://schemas.openxmlformats.org/officeDocument/2006/relationships" xmlns:p="http://schemas.openxmlformats.org/presentationml/2006/main">
  <p:tag name="PPSPLIT_ID" val=" 126"/>
</p:tagLst>
</file>

<file path=ppt/tags/tag1349.xml><?xml version="1.0" encoding="utf-8"?>
<p:tagLst xmlns:a="http://schemas.openxmlformats.org/drawingml/2006/main" xmlns:r="http://schemas.openxmlformats.org/officeDocument/2006/relationships" xmlns:p="http://schemas.openxmlformats.org/presentationml/2006/main">
  <p:tag name="PPSPLIT_ID" val=" 132"/>
</p:tagLst>
</file>

<file path=ppt/tags/tag1350.xml><?xml version="1.0" encoding="utf-8"?>
<p:tagLst xmlns:a="http://schemas.openxmlformats.org/drawingml/2006/main" xmlns:r="http://schemas.openxmlformats.org/officeDocument/2006/relationships" xmlns:p="http://schemas.openxmlformats.org/presentationml/2006/main">
  <p:tag name="PPSPLIT_SPLIT" val="1"/>
  <p:tag name="PPSPLIT_ORIGINALSLIDENUMBER" val="31"/>
  <p:tag name="PPSPLIT_DONE" val="1"/>
</p:tagLst>
</file>

<file path=ppt/tags/tag1351.xml><?xml version="1.0" encoding="utf-8"?>
<p:tagLst xmlns:a="http://schemas.openxmlformats.org/drawingml/2006/main" xmlns:r="http://schemas.openxmlformats.org/officeDocument/2006/relationships" xmlns:p="http://schemas.openxmlformats.org/presentationml/2006/main">
  <p:tag name="PPSPLIT_ID" val=" 19"/>
</p:tagLst>
</file>

<file path=ppt/tags/tag1352.xml><?xml version="1.0" encoding="utf-8"?>
<p:tagLst xmlns:a="http://schemas.openxmlformats.org/drawingml/2006/main" xmlns:r="http://schemas.openxmlformats.org/officeDocument/2006/relationships" xmlns:p="http://schemas.openxmlformats.org/presentationml/2006/main">
  <p:tag name="PPSPLIT_ID" val=" 22"/>
</p:tagLst>
</file>

<file path=ppt/tags/tag1353.xml><?xml version="1.0" encoding="utf-8"?>
<p:tagLst xmlns:a="http://schemas.openxmlformats.org/drawingml/2006/main" xmlns:r="http://schemas.openxmlformats.org/officeDocument/2006/relationships" xmlns:p="http://schemas.openxmlformats.org/presentationml/2006/main">
  <p:tag name="PPSPLIT_ID" val=" 29"/>
</p:tagLst>
</file>

<file path=ppt/tags/tag1354.xml><?xml version="1.0" encoding="utf-8"?>
<p:tagLst xmlns:a="http://schemas.openxmlformats.org/drawingml/2006/main" xmlns:r="http://schemas.openxmlformats.org/officeDocument/2006/relationships" xmlns:p="http://schemas.openxmlformats.org/presentationml/2006/main">
  <p:tag name="PPSPLIT_ID" val=" 39"/>
</p:tagLst>
</file>

<file path=ppt/tags/tag1355.xml><?xml version="1.0" encoding="utf-8"?>
<p:tagLst xmlns:a="http://schemas.openxmlformats.org/drawingml/2006/main" xmlns:r="http://schemas.openxmlformats.org/officeDocument/2006/relationships" xmlns:p="http://schemas.openxmlformats.org/presentationml/2006/main">
  <p:tag name="PPSPLIT_ID" val=" 45"/>
</p:tagLst>
</file>

<file path=ppt/tags/tag1356.xml><?xml version="1.0" encoding="utf-8"?>
<p:tagLst xmlns:a="http://schemas.openxmlformats.org/drawingml/2006/main" xmlns:r="http://schemas.openxmlformats.org/officeDocument/2006/relationships" xmlns:p="http://schemas.openxmlformats.org/presentationml/2006/main">
  <p:tag name="PPSPLIT_ID" val=" 51"/>
</p:tagLst>
</file>

<file path=ppt/tags/tag1357.xml><?xml version="1.0" encoding="utf-8"?>
<p:tagLst xmlns:a="http://schemas.openxmlformats.org/drawingml/2006/main" xmlns:r="http://schemas.openxmlformats.org/officeDocument/2006/relationships" xmlns:p="http://schemas.openxmlformats.org/presentationml/2006/main">
  <p:tag name="PPSPLIT_ID" val=" 57"/>
</p:tagLst>
</file>

<file path=ppt/tags/tag1358.xml><?xml version="1.0" encoding="utf-8"?>
<p:tagLst xmlns:a="http://schemas.openxmlformats.org/drawingml/2006/main" xmlns:r="http://schemas.openxmlformats.org/officeDocument/2006/relationships" xmlns:p="http://schemas.openxmlformats.org/presentationml/2006/main">
  <p:tag name="PPSPLIT_ID" val=" 59"/>
</p:tagLst>
</file>

<file path=ppt/tags/tag1359.xml><?xml version="1.0" encoding="utf-8"?>
<p:tagLst xmlns:a="http://schemas.openxmlformats.org/drawingml/2006/main" xmlns:r="http://schemas.openxmlformats.org/officeDocument/2006/relationships" xmlns:p="http://schemas.openxmlformats.org/presentationml/2006/main">
  <p:tag name="PPSPLIT_ID" val=" 8"/>
</p:tagLst>
</file>

<file path=ppt/tags/tag1360.xml><?xml version="1.0" encoding="utf-8"?>
<p:tagLst xmlns:a="http://schemas.openxmlformats.org/drawingml/2006/main" xmlns:r="http://schemas.openxmlformats.org/officeDocument/2006/relationships" xmlns:p="http://schemas.openxmlformats.org/presentationml/2006/main">
  <p:tag name="PPSPLIT_ID" val=" 12"/>
</p:tagLst>
</file>

<file path=ppt/tags/tag1361.xml><?xml version="1.0" encoding="utf-8"?>
<p:tagLst xmlns:a="http://schemas.openxmlformats.org/drawingml/2006/main" xmlns:r="http://schemas.openxmlformats.org/officeDocument/2006/relationships" xmlns:p="http://schemas.openxmlformats.org/presentationml/2006/main">
  <p:tag name="PPSPLIT_ID" val=" 16"/>
</p:tagLst>
</file>

<file path=ppt/tags/tag1362.xml><?xml version="1.0" encoding="utf-8"?>
<p:tagLst xmlns:a="http://schemas.openxmlformats.org/drawingml/2006/main" xmlns:r="http://schemas.openxmlformats.org/officeDocument/2006/relationships" xmlns:p="http://schemas.openxmlformats.org/presentationml/2006/main">
  <p:tag name="PPSPLIT_ID" val=" 20"/>
</p:tagLst>
</file>

<file path=ppt/tags/tag1363.xml><?xml version="1.0" encoding="utf-8"?>
<p:tagLst xmlns:a="http://schemas.openxmlformats.org/drawingml/2006/main" xmlns:r="http://schemas.openxmlformats.org/officeDocument/2006/relationships" xmlns:p="http://schemas.openxmlformats.org/presentationml/2006/main">
  <p:tag name="PPSPLIT_ID" val=" 24"/>
</p:tagLst>
</file>

<file path=ppt/tags/tag1364.xml><?xml version="1.0" encoding="utf-8"?>
<p:tagLst xmlns:a="http://schemas.openxmlformats.org/drawingml/2006/main" xmlns:r="http://schemas.openxmlformats.org/officeDocument/2006/relationships" xmlns:p="http://schemas.openxmlformats.org/presentationml/2006/main">
  <p:tag name="PPSPLIT_ID" val=" 28"/>
</p:tagLst>
</file>

<file path=ppt/tags/tag1365.xml><?xml version="1.0" encoding="utf-8"?>
<p:tagLst xmlns:a="http://schemas.openxmlformats.org/drawingml/2006/main" xmlns:r="http://schemas.openxmlformats.org/officeDocument/2006/relationships" xmlns:p="http://schemas.openxmlformats.org/presentationml/2006/main">
  <p:tag name="PPSPLIT_ID" val=" 32"/>
</p:tagLst>
</file>

<file path=ppt/tags/tag1366.xml><?xml version="1.0" encoding="utf-8"?>
<p:tagLst xmlns:a="http://schemas.openxmlformats.org/drawingml/2006/main" xmlns:r="http://schemas.openxmlformats.org/officeDocument/2006/relationships" xmlns:p="http://schemas.openxmlformats.org/presentationml/2006/main">
  <p:tag name="PPSPLIT_ID" val=" 7"/>
</p:tagLst>
</file>

<file path=ppt/tags/tag1367.xml><?xml version="1.0" encoding="utf-8"?>
<p:tagLst xmlns:a="http://schemas.openxmlformats.org/drawingml/2006/main" xmlns:r="http://schemas.openxmlformats.org/officeDocument/2006/relationships" xmlns:p="http://schemas.openxmlformats.org/presentationml/2006/main">
  <p:tag name="PPSPLIT_ID" val=" 9"/>
</p:tagLst>
</file>

<file path=ppt/tags/tag1368.xml><?xml version="1.0" encoding="utf-8"?>
<p:tagLst xmlns:a="http://schemas.openxmlformats.org/drawingml/2006/main" xmlns:r="http://schemas.openxmlformats.org/officeDocument/2006/relationships" xmlns:p="http://schemas.openxmlformats.org/presentationml/2006/main">
  <p:tag name="PPSPLIT_ID" val=" 14"/>
</p:tagLst>
</file>

<file path=ppt/tags/tag1369.xml><?xml version="1.0" encoding="utf-8"?>
<p:tagLst xmlns:a="http://schemas.openxmlformats.org/drawingml/2006/main" xmlns:r="http://schemas.openxmlformats.org/officeDocument/2006/relationships" xmlns:p="http://schemas.openxmlformats.org/presentationml/2006/main">
  <p:tag name="PPSPLIT_ID" val=" 2"/>
</p:tagLst>
</file>

<file path=ppt/tags/tag1370.xml><?xml version="1.0" encoding="utf-8"?>
<p:tagLst xmlns:a="http://schemas.openxmlformats.org/drawingml/2006/main" xmlns:r="http://schemas.openxmlformats.org/officeDocument/2006/relationships" xmlns:p="http://schemas.openxmlformats.org/presentationml/2006/main">
  <p:tag name="PPSPLIT_ID" val=" 3"/>
</p:tagLst>
</file>

<file path=ppt/tags/tag1371.xml><?xml version="1.0" encoding="utf-8"?>
<p:tagLst xmlns:a="http://schemas.openxmlformats.org/drawingml/2006/main" xmlns:r="http://schemas.openxmlformats.org/officeDocument/2006/relationships" xmlns:p="http://schemas.openxmlformats.org/presentationml/2006/main">
  <p:tag name="PPSPLIT_ID" val=" 4"/>
</p:tagLst>
</file>

<file path=ppt/tags/tag1372.xml><?xml version="1.0" encoding="utf-8"?>
<p:tagLst xmlns:a="http://schemas.openxmlformats.org/drawingml/2006/main" xmlns:r="http://schemas.openxmlformats.org/officeDocument/2006/relationships" xmlns:p="http://schemas.openxmlformats.org/presentationml/2006/main">
  <p:tag name="PPSPLIT_ID" val=" 108"/>
</p:tagLst>
</file>

<file path=ppt/tags/tag1373.xml><?xml version="1.0" encoding="utf-8"?>
<p:tagLst xmlns:a="http://schemas.openxmlformats.org/drawingml/2006/main" xmlns:r="http://schemas.openxmlformats.org/officeDocument/2006/relationships" xmlns:p="http://schemas.openxmlformats.org/presentationml/2006/main">
  <p:tag name="PPSPLIT_ID" val=" 112"/>
</p:tagLst>
</file>

<file path=ppt/tags/tag1374.xml><?xml version="1.0" encoding="utf-8"?>
<p:tagLst xmlns:a="http://schemas.openxmlformats.org/drawingml/2006/main" xmlns:r="http://schemas.openxmlformats.org/officeDocument/2006/relationships" xmlns:p="http://schemas.openxmlformats.org/presentationml/2006/main">
  <p:tag name="PPSPLIT_ID" val=" 114"/>
</p:tagLst>
</file>

<file path=ppt/tags/tag1375.xml><?xml version="1.0" encoding="utf-8"?>
<p:tagLst xmlns:a="http://schemas.openxmlformats.org/drawingml/2006/main" xmlns:r="http://schemas.openxmlformats.org/officeDocument/2006/relationships" xmlns:p="http://schemas.openxmlformats.org/presentationml/2006/main">
  <p:tag name="PPSPLIT_ID" val=" 122"/>
</p:tagLst>
</file>

<file path=ppt/tags/tag1376.xml><?xml version="1.0" encoding="utf-8"?>
<p:tagLst xmlns:a="http://schemas.openxmlformats.org/drawingml/2006/main" xmlns:r="http://schemas.openxmlformats.org/officeDocument/2006/relationships" xmlns:p="http://schemas.openxmlformats.org/presentationml/2006/main">
  <p:tag name="PPSPLIT_ID" val=" 124"/>
</p:tagLst>
</file>

<file path=ppt/tags/tag1377.xml><?xml version="1.0" encoding="utf-8"?>
<p:tagLst xmlns:a="http://schemas.openxmlformats.org/drawingml/2006/main" xmlns:r="http://schemas.openxmlformats.org/officeDocument/2006/relationships" xmlns:p="http://schemas.openxmlformats.org/presentationml/2006/main">
  <p:tag name="PPSPLIT_ID" val=" 126"/>
</p:tagLst>
</file>

<file path=ppt/tags/tag1378.xml><?xml version="1.0" encoding="utf-8"?>
<p:tagLst xmlns:a="http://schemas.openxmlformats.org/drawingml/2006/main" xmlns:r="http://schemas.openxmlformats.org/officeDocument/2006/relationships" xmlns:p="http://schemas.openxmlformats.org/presentationml/2006/main">
  <p:tag name="PPSPLIT_ID" val=" 132"/>
</p:tagLst>
</file>

<file path=ppt/tags/tag1379.xml><?xml version="1.0" encoding="utf-8"?>
<p:tagLst xmlns:a="http://schemas.openxmlformats.org/drawingml/2006/main" xmlns:r="http://schemas.openxmlformats.org/officeDocument/2006/relationships" xmlns:p="http://schemas.openxmlformats.org/presentationml/2006/main">
  <p:tag name="PPSPLIT_SPLIT" val="1"/>
  <p:tag name="PPSPLIT_ORIGINALSLIDENUMBER" val="31"/>
  <p:tag name="PPSPLIT_DONE" val="1"/>
</p:tagLst>
</file>

<file path=ppt/tags/tag1380.xml><?xml version="1.0" encoding="utf-8"?>
<p:tagLst xmlns:a="http://schemas.openxmlformats.org/drawingml/2006/main" xmlns:r="http://schemas.openxmlformats.org/officeDocument/2006/relationships" xmlns:p="http://schemas.openxmlformats.org/presentationml/2006/main">
  <p:tag name="PPSPLIT_ID" val=" 19"/>
</p:tagLst>
</file>

<file path=ppt/tags/tag1381.xml><?xml version="1.0" encoding="utf-8"?>
<p:tagLst xmlns:a="http://schemas.openxmlformats.org/drawingml/2006/main" xmlns:r="http://schemas.openxmlformats.org/officeDocument/2006/relationships" xmlns:p="http://schemas.openxmlformats.org/presentationml/2006/main">
  <p:tag name="PPSPLIT_ID" val=" 22"/>
</p:tagLst>
</file>

<file path=ppt/tags/tag1382.xml><?xml version="1.0" encoding="utf-8"?>
<p:tagLst xmlns:a="http://schemas.openxmlformats.org/drawingml/2006/main" xmlns:r="http://schemas.openxmlformats.org/officeDocument/2006/relationships" xmlns:p="http://schemas.openxmlformats.org/presentationml/2006/main">
  <p:tag name="PPSPLIT_ID" val=" 25"/>
</p:tagLst>
</file>

<file path=ppt/tags/tag1383.xml><?xml version="1.0" encoding="utf-8"?>
<p:tagLst xmlns:a="http://schemas.openxmlformats.org/drawingml/2006/main" xmlns:r="http://schemas.openxmlformats.org/officeDocument/2006/relationships" xmlns:p="http://schemas.openxmlformats.org/presentationml/2006/main">
  <p:tag name="PPSPLIT_ID" val=" 29"/>
</p:tagLst>
</file>

<file path=ppt/tags/tag1384.xml><?xml version="1.0" encoding="utf-8"?>
<p:tagLst xmlns:a="http://schemas.openxmlformats.org/drawingml/2006/main" xmlns:r="http://schemas.openxmlformats.org/officeDocument/2006/relationships" xmlns:p="http://schemas.openxmlformats.org/presentationml/2006/main">
  <p:tag name="PPSPLIT_ID" val=" 39"/>
</p:tagLst>
</file>

<file path=ppt/tags/tag1385.xml><?xml version="1.0" encoding="utf-8"?>
<p:tagLst xmlns:a="http://schemas.openxmlformats.org/drawingml/2006/main" xmlns:r="http://schemas.openxmlformats.org/officeDocument/2006/relationships" xmlns:p="http://schemas.openxmlformats.org/presentationml/2006/main">
  <p:tag name="PPSPLIT_ID" val=" 45"/>
</p:tagLst>
</file>

<file path=ppt/tags/tag1386.xml><?xml version="1.0" encoding="utf-8"?>
<p:tagLst xmlns:a="http://schemas.openxmlformats.org/drawingml/2006/main" xmlns:r="http://schemas.openxmlformats.org/officeDocument/2006/relationships" xmlns:p="http://schemas.openxmlformats.org/presentationml/2006/main">
  <p:tag name="PPSPLIT_ID" val=" 51"/>
</p:tagLst>
</file>

<file path=ppt/tags/tag1387.xml><?xml version="1.0" encoding="utf-8"?>
<p:tagLst xmlns:a="http://schemas.openxmlformats.org/drawingml/2006/main" xmlns:r="http://schemas.openxmlformats.org/officeDocument/2006/relationships" xmlns:p="http://schemas.openxmlformats.org/presentationml/2006/main">
  <p:tag name="PPSPLIT_ID" val=" 57"/>
</p:tagLst>
</file>

<file path=ppt/tags/tag1388.xml><?xml version="1.0" encoding="utf-8"?>
<p:tagLst xmlns:a="http://schemas.openxmlformats.org/drawingml/2006/main" xmlns:r="http://schemas.openxmlformats.org/officeDocument/2006/relationships" xmlns:p="http://schemas.openxmlformats.org/presentationml/2006/main">
  <p:tag name="PPSPLIT_ID" val=" 59"/>
</p:tagLst>
</file>

<file path=ppt/tags/tag1389.xml><?xml version="1.0" encoding="utf-8"?>
<p:tagLst xmlns:a="http://schemas.openxmlformats.org/drawingml/2006/main" xmlns:r="http://schemas.openxmlformats.org/officeDocument/2006/relationships" xmlns:p="http://schemas.openxmlformats.org/presentationml/2006/main">
  <p:tag name="PPSPLIT_ID" val=" 6"/>
</p:tagLst>
</file>

<file path=ppt/tags/tag1390.xml><?xml version="1.0" encoding="utf-8"?>
<p:tagLst xmlns:a="http://schemas.openxmlformats.org/drawingml/2006/main" xmlns:r="http://schemas.openxmlformats.org/officeDocument/2006/relationships" xmlns:p="http://schemas.openxmlformats.org/presentationml/2006/main">
  <p:tag name="PPSPLIT_ID" val=" 8"/>
</p:tagLst>
</file>

<file path=ppt/tags/tag1391.xml><?xml version="1.0" encoding="utf-8"?>
<p:tagLst xmlns:a="http://schemas.openxmlformats.org/drawingml/2006/main" xmlns:r="http://schemas.openxmlformats.org/officeDocument/2006/relationships" xmlns:p="http://schemas.openxmlformats.org/presentationml/2006/main">
  <p:tag name="PPSPLIT_ID" val=" 12"/>
</p:tagLst>
</file>

<file path=ppt/tags/tag1392.xml><?xml version="1.0" encoding="utf-8"?>
<p:tagLst xmlns:a="http://schemas.openxmlformats.org/drawingml/2006/main" xmlns:r="http://schemas.openxmlformats.org/officeDocument/2006/relationships" xmlns:p="http://schemas.openxmlformats.org/presentationml/2006/main">
  <p:tag name="PPSPLIT_ID" val=" 16"/>
</p:tagLst>
</file>

<file path=ppt/tags/tag1393.xml><?xml version="1.0" encoding="utf-8"?>
<p:tagLst xmlns:a="http://schemas.openxmlformats.org/drawingml/2006/main" xmlns:r="http://schemas.openxmlformats.org/officeDocument/2006/relationships" xmlns:p="http://schemas.openxmlformats.org/presentationml/2006/main">
  <p:tag name="PPSPLIT_ID" val=" 20"/>
</p:tagLst>
</file>

<file path=ppt/tags/tag1394.xml><?xml version="1.0" encoding="utf-8"?>
<p:tagLst xmlns:a="http://schemas.openxmlformats.org/drawingml/2006/main" xmlns:r="http://schemas.openxmlformats.org/officeDocument/2006/relationships" xmlns:p="http://schemas.openxmlformats.org/presentationml/2006/main">
  <p:tag name="PPSPLIT_ID" val=" 24"/>
</p:tagLst>
</file>

<file path=ppt/tags/tag1395.xml><?xml version="1.0" encoding="utf-8"?>
<p:tagLst xmlns:a="http://schemas.openxmlformats.org/drawingml/2006/main" xmlns:r="http://schemas.openxmlformats.org/officeDocument/2006/relationships" xmlns:p="http://schemas.openxmlformats.org/presentationml/2006/main">
  <p:tag name="PPSPLIT_ID" val=" 28"/>
</p:tagLst>
</file>

<file path=ppt/tags/tag1396.xml><?xml version="1.0" encoding="utf-8"?>
<p:tagLst xmlns:a="http://schemas.openxmlformats.org/drawingml/2006/main" xmlns:r="http://schemas.openxmlformats.org/officeDocument/2006/relationships" xmlns:p="http://schemas.openxmlformats.org/presentationml/2006/main">
  <p:tag name="PPSPLIT_ID" val=" 32"/>
</p:tagLst>
</file>

<file path=ppt/tags/tag1397.xml><?xml version="1.0" encoding="utf-8"?>
<p:tagLst xmlns:a="http://schemas.openxmlformats.org/drawingml/2006/main" xmlns:r="http://schemas.openxmlformats.org/officeDocument/2006/relationships" xmlns:p="http://schemas.openxmlformats.org/presentationml/2006/main">
  <p:tag name="PPSPLIT_ID" val=" 7"/>
</p:tagLst>
</file>

<file path=ppt/tags/tag1398.xml><?xml version="1.0" encoding="utf-8"?>
<p:tagLst xmlns:a="http://schemas.openxmlformats.org/drawingml/2006/main" xmlns:r="http://schemas.openxmlformats.org/officeDocument/2006/relationships" xmlns:p="http://schemas.openxmlformats.org/presentationml/2006/main">
  <p:tag name="PPSPLIT_ID" val=" 9"/>
</p:tagLst>
</file>

<file path=ppt/tags/tag1399.xml><?xml version="1.0" encoding="utf-8"?>
<p:tagLst xmlns:a="http://schemas.openxmlformats.org/drawingml/2006/main" xmlns:r="http://schemas.openxmlformats.org/officeDocument/2006/relationships" xmlns:p="http://schemas.openxmlformats.org/presentationml/2006/main">
  <p:tag name="PPSPLIT_ID" val=" 14"/>
</p:tagLst>
</file>

<file path=ppt/tags/tag1400.xml><?xml version="1.0" encoding="utf-8"?>
<p:tagLst xmlns:a="http://schemas.openxmlformats.org/drawingml/2006/main" xmlns:r="http://schemas.openxmlformats.org/officeDocument/2006/relationships" xmlns:p="http://schemas.openxmlformats.org/presentationml/2006/main">
  <p:tag name="PPSPLIT_ID" val=" 2"/>
</p:tagLst>
</file>

<file path=ppt/tags/tag1401.xml><?xml version="1.0" encoding="utf-8"?>
<p:tagLst xmlns:a="http://schemas.openxmlformats.org/drawingml/2006/main" xmlns:r="http://schemas.openxmlformats.org/officeDocument/2006/relationships" xmlns:p="http://schemas.openxmlformats.org/presentationml/2006/main">
  <p:tag name="PPSPLIT_ID" val=" 3"/>
</p:tagLst>
</file>

<file path=ppt/tags/tag1402.xml><?xml version="1.0" encoding="utf-8"?>
<p:tagLst xmlns:a="http://schemas.openxmlformats.org/drawingml/2006/main" xmlns:r="http://schemas.openxmlformats.org/officeDocument/2006/relationships" xmlns:p="http://schemas.openxmlformats.org/presentationml/2006/main">
  <p:tag name="PPSPLIT_ID" val=" 4"/>
</p:tagLst>
</file>

<file path=ppt/tags/tag1403.xml><?xml version="1.0" encoding="utf-8"?>
<p:tagLst xmlns:a="http://schemas.openxmlformats.org/drawingml/2006/main" xmlns:r="http://schemas.openxmlformats.org/officeDocument/2006/relationships" xmlns:p="http://schemas.openxmlformats.org/presentationml/2006/main">
  <p:tag name="PPSPLIT_ID" val=" 108"/>
</p:tagLst>
</file>

<file path=ppt/tags/tag1404.xml><?xml version="1.0" encoding="utf-8"?>
<p:tagLst xmlns:a="http://schemas.openxmlformats.org/drawingml/2006/main" xmlns:r="http://schemas.openxmlformats.org/officeDocument/2006/relationships" xmlns:p="http://schemas.openxmlformats.org/presentationml/2006/main">
  <p:tag name="PPSPLIT_ID" val=" 112"/>
</p:tagLst>
</file>

<file path=ppt/tags/tag1405.xml><?xml version="1.0" encoding="utf-8"?>
<p:tagLst xmlns:a="http://schemas.openxmlformats.org/drawingml/2006/main" xmlns:r="http://schemas.openxmlformats.org/officeDocument/2006/relationships" xmlns:p="http://schemas.openxmlformats.org/presentationml/2006/main">
  <p:tag name="PPSPLIT_ID" val=" 114"/>
</p:tagLst>
</file>

<file path=ppt/tags/tag1406.xml><?xml version="1.0" encoding="utf-8"?>
<p:tagLst xmlns:a="http://schemas.openxmlformats.org/drawingml/2006/main" xmlns:r="http://schemas.openxmlformats.org/officeDocument/2006/relationships" xmlns:p="http://schemas.openxmlformats.org/presentationml/2006/main">
  <p:tag name="PPSPLIT_ID" val=" 116"/>
</p:tagLst>
</file>

<file path=ppt/tags/tag1407.xml><?xml version="1.0" encoding="utf-8"?>
<p:tagLst xmlns:a="http://schemas.openxmlformats.org/drawingml/2006/main" xmlns:r="http://schemas.openxmlformats.org/officeDocument/2006/relationships" xmlns:p="http://schemas.openxmlformats.org/presentationml/2006/main">
  <p:tag name="PPSPLIT_ID" val=" 122"/>
</p:tagLst>
</file>

<file path=ppt/tags/tag1408.xml><?xml version="1.0" encoding="utf-8"?>
<p:tagLst xmlns:a="http://schemas.openxmlformats.org/drawingml/2006/main" xmlns:r="http://schemas.openxmlformats.org/officeDocument/2006/relationships" xmlns:p="http://schemas.openxmlformats.org/presentationml/2006/main">
  <p:tag name="PPSPLIT_ID" val=" 124"/>
</p:tagLst>
</file>

<file path=ppt/tags/tag1409.xml><?xml version="1.0" encoding="utf-8"?>
<p:tagLst xmlns:a="http://schemas.openxmlformats.org/drawingml/2006/main" xmlns:r="http://schemas.openxmlformats.org/officeDocument/2006/relationships" xmlns:p="http://schemas.openxmlformats.org/presentationml/2006/main">
  <p:tag name="PPSPLIT_ID" val=" 126"/>
</p:tagLst>
</file>

<file path=ppt/tags/tag1410.xml><?xml version="1.0" encoding="utf-8"?>
<p:tagLst xmlns:a="http://schemas.openxmlformats.org/drawingml/2006/main" xmlns:r="http://schemas.openxmlformats.org/officeDocument/2006/relationships" xmlns:p="http://schemas.openxmlformats.org/presentationml/2006/main">
  <p:tag name="PPSPLIT_ID" val=" 132"/>
</p:tagLst>
</file>

<file path=ppt/tags/tag1411.xml><?xml version="1.0" encoding="utf-8"?>
<p:tagLst xmlns:a="http://schemas.openxmlformats.org/drawingml/2006/main" xmlns:r="http://schemas.openxmlformats.org/officeDocument/2006/relationships" xmlns:p="http://schemas.openxmlformats.org/presentationml/2006/main">
  <p:tag name="PPSPLIT_SPLIT" val="1"/>
  <p:tag name="PPSPLIT_ORIGINALSLIDENUMBER" val="31"/>
  <p:tag name="PPSPLIT_DONE" val="1"/>
</p:tagLst>
</file>

<file path=ppt/tags/tag1412.xml><?xml version="1.0" encoding="utf-8"?>
<p:tagLst xmlns:a="http://schemas.openxmlformats.org/drawingml/2006/main" xmlns:r="http://schemas.openxmlformats.org/officeDocument/2006/relationships" xmlns:p="http://schemas.openxmlformats.org/presentationml/2006/main">
  <p:tag name="PPSPLIT_ID" val=" 19"/>
</p:tagLst>
</file>

<file path=ppt/tags/tag1413.xml><?xml version="1.0" encoding="utf-8"?>
<p:tagLst xmlns:a="http://schemas.openxmlformats.org/drawingml/2006/main" xmlns:r="http://schemas.openxmlformats.org/officeDocument/2006/relationships" xmlns:p="http://schemas.openxmlformats.org/presentationml/2006/main">
  <p:tag name="PPSPLIT_ID" val=" 22"/>
</p:tagLst>
</file>

<file path=ppt/tags/tag1414.xml><?xml version="1.0" encoding="utf-8"?>
<p:tagLst xmlns:a="http://schemas.openxmlformats.org/drawingml/2006/main" xmlns:r="http://schemas.openxmlformats.org/officeDocument/2006/relationships" xmlns:p="http://schemas.openxmlformats.org/presentationml/2006/main">
  <p:tag name="PPSPLIT_ID" val=" 25"/>
</p:tagLst>
</file>

<file path=ppt/tags/tag1415.xml><?xml version="1.0" encoding="utf-8"?>
<p:tagLst xmlns:a="http://schemas.openxmlformats.org/drawingml/2006/main" xmlns:r="http://schemas.openxmlformats.org/officeDocument/2006/relationships" xmlns:p="http://schemas.openxmlformats.org/presentationml/2006/main">
  <p:tag name="PPSPLIT_ID" val=" 29"/>
</p:tagLst>
</file>

<file path=ppt/tags/tag1416.xml><?xml version="1.0" encoding="utf-8"?>
<p:tagLst xmlns:a="http://schemas.openxmlformats.org/drawingml/2006/main" xmlns:r="http://schemas.openxmlformats.org/officeDocument/2006/relationships" xmlns:p="http://schemas.openxmlformats.org/presentationml/2006/main">
  <p:tag name="PPSPLIT_ID" val=" 39"/>
</p:tagLst>
</file>

<file path=ppt/tags/tag1417.xml><?xml version="1.0" encoding="utf-8"?>
<p:tagLst xmlns:a="http://schemas.openxmlformats.org/drawingml/2006/main" xmlns:r="http://schemas.openxmlformats.org/officeDocument/2006/relationships" xmlns:p="http://schemas.openxmlformats.org/presentationml/2006/main">
  <p:tag name="PPSPLIT_ID" val=" 41"/>
</p:tagLst>
</file>

<file path=ppt/tags/tag1418.xml><?xml version="1.0" encoding="utf-8"?>
<p:tagLst xmlns:a="http://schemas.openxmlformats.org/drawingml/2006/main" xmlns:r="http://schemas.openxmlformats.org/officeDocument/2006/relationships" xmlns:p="http://schemas.openxmlformats.org/presentationml/2006/main">
  <p:tag name="PPSPLIT_ID" val=" 45"/>
</p:tagLst>
</file>

<file path=ppt/tags/tag1419.xml><?xml version="1.0" encoding="utf-8"?>
<p:tagLst xmlns:a="http://schemas.openxmlformats.org/drawingml/2006/main" xmlns:r="http://schemas.openxmlformats.org/officeDocument/2006/relationships" xmlns:p="http://schemas.openxmlformats.org/presentationml/2006/main">
  <p:tag name="PPSPLIT_ID" val=" 51"/>
</p:tagLst>
</file>

<file path=ppt/tags/tag1420.xml><?xml version="1.0" encoding="utf-8"?>
<p:tagLst xmlns:a="http://schemas.openxmlformats.org/drawingml/2006/main" xmlns:r="http://schemas.openxmlformats.org/officeDocument/2006/relationships" xmlns:p="http://schemas.openxmlformats.org/presentationml/2006/main">
  <p:tag name="PPSPLIT_ID" val=" 57"/>
</p:tagLst>
</file>

<file path=ppt/tags/tag1421.xml><?xml version="1.0" encoding="utf-8"?>
<p:tagLst xmlns:a="http://schemas.openxmlformats.org/drawingml/2006/main" xmlns:r="http://schemas.openxmlformats.org/officeDocument/2006/relationships" xmlns:p="http://schemas.openxmlformats.org/presentationml/2006/main">
  <p:tag name="PPSPLIT_ID" val=" 59"/>
</p:tagLst>
</file>

<file path=ppt/tags/tag1422.xml><?xml version="1.0" encoding="utf-8"?>
<p:tagLst xmlns:a="http://schemas.openxmlformats.org/drawingml/2006/main" xmlns:r="http://schemas.openxmlformats.org/officeDocument/2006/relationships" xmlns:p="http://schemas.openxmlformats.org/presentationml/2006/main">
  <p:tag name="PPSPLIT_ID" val=" 104"/>
</p:tagLst>
</file>

<file path=ppt/tags/tag1423.xml><?xml version="1.0" encoding="utf-8"?>
<p:tagLst xmlns:a="http://schemas.openxmlformats.org/drawingml/2006/main" xmlns:r="http://schemas.openxmlformats.org/officeDocument/2006/relationships" xmlns:p="http://schemas.openxmlformats.org/presentationml/2006/main">
  <p:tag name="PPSPLIT_ID" val=" 6"/>
</p:tagLst>
</file>

<file path=ppt/tags/tag1424.xml><?xml version="1.0" encoding="utf-8"?>
<p:tagLst xmlns:a="http://schemas.openxmlformats.org/drawingml/2006/main" xmlns:r="http://schemas.openxmlformats.org/officeDocument/2006/relationships" xmlns:p="http://schemas.openxmlformats.org/presentationml/2006/main">
  <p:tag name="PPSPLIT_ID" val=" 8"/>
</p:tagLst>
</file>

<file path=ppt/tags/tag1425.xml><?xml version="1.0" encoding="utf-8"?>
<p:tagLst xmlns:a="http://schemas.openxmlformats.org/drawingml/2006/main" xmlns:r="http://schemas.openxmlformats.org/officeDocument/2006/relationships" xmlns:p="http://schemas.openxmlformats.org/presentationml/2006/main">
  <p:tag name="PPSPLIT_ID" val=" 12"/>
</p:tagLst>
</file>

<file path=ppt/tags/tag1426.xml><?xml version="1.0" encoding="utf-8"?>
<p:tagLst xmlns:a="http://schemas.openxmlformats.org/drawingml/2006/main" xmlns:r="http://schemas.openxmlformats.org/officeDocument/2006/relationships" xmlns:p="http://schemas.openxmlformats.org/presentationml/2006/main">
  <p:tag name="PPSPLIT_ID" val=" 16"/>
</p:tagLst>
</file>

<file path=ppt/tags/tag1427.xml><?xml version="1.0" encoding="utf-8"?>
<p:tagLst xmlns:a="http://schemas.openxmlformats.org/drawingml/2006/main" xmlns:r="http://schemas.openxmlformats.org/officeDocument/2006/relationships" xmlns:p="http://schemas.openxmlformats.org/presentationml/2006/main">
  <p:tag name="PPSPLIT_ID" val=" 20"/>
</p:tagLst>
</file>

<file path=ppt/tags/tag1428.xml><?xml version="1.0" encoding="utf-8"?>
<p:tagLst xmlns:a="http://schemas.openxmlformats.org/drawingml/2006/main" xmlns:r="http://schemas.openxmlformats.org/officeDocument/2006/relationships" xmlns:p="http://schemas.openxmlformats.org/presentationml/2006/main">
  <p:tag name="PPSPLIT_ID" val=" 24"/>
</p:tagLst>
</file>

<file path=ppt/tags/tag1429.xml><?xml version="1.0" encoding="utf-8"?>
<p:tagLst xmlns:a="http://schemas.openxmlformats.org/drawingml/2006/main" xmlns:r="http://schemas.openxmlformats.org/officeDocument/2006/relationships" xmlns:p="http://schemas.openxmlformats.org/presentationml/2006/main">
  <p:tag name="PPSPLIT_ID" val=" 27"/>
</p:tagLst>
</file>

<file path=ppt/tags/tag1430.xml><?xml version="1.0" encoding="utf-8"?>
<p:tagLst xmlns:a="http://schemas.openxmlformats.org/drawingml/2006/main" xmlns:r="http://schemas.openxmlformats.org/officeDocument/2006/relationships" xmlns:p="http://schemas.openxmlformats.org/presentationml/2006/main">
  <p:tag name="PPSPLIT_ID" val=" 28"/>
</p:tagLst>
</file>

<file path=ppt/tags/tag1431.xml><?xml version="1.0" encoding="utf-8"?>
<p:tagLst xmlns:a="http://schemas.openxmlformats.org/drawingml/2006/main" xmlns:r="http://schemas.openxmlformats.org/officeDocument/2006/relationships" xmlns:p="http://schemas.openxmlformats.org/presentationml/2006/main">
  <p:tag name="PPSPLIT_ID" val=" 32"/>
</p:tagLst>
</file>

<file path=ppt/tags/tag1432.xml><?xml version="1.0" encoding="utf-8"?>
<p:tagLst xmlns:a="http://schemas.openxmlformats.org/drawingml/2006/main" xmlns:r="http://schemas.openxmlformats.org/officeDocument/2006/relationships" xmlns:p="http://schemas.openxmlformats.org/presentationml/2006/main">
  <p:tag name="PPSPLIT_ID" val=" 7"/>
</p:tagLst>
</file>

<file path=ppt/tags/tag1433.xml><?xml version="1.0" encoding="utf-8"?>
<p:tagLst xmlns:a="http://schemas.openxmlformats.org/drawingml/2006/main" xmlns:r="http://schemas.openxmlformats.org/officeDocument/2006/relationships" xmlns:p="http://schemas.openxmlformats.org/presentationml/2006/main">
  <p:tag name="PPSPLIT_ID" val=" 9"/>
</p:tagLst>
</file>

<file path=ppt/tags/tag1434.xml><?xml version="1.0" encoding="utf-8"?>
<p:tagLst xmlns:a="http://schemas.openxmlformats.org/drawingml/2006/main" xmlns:r="http://schemas.openxmlformats.org/officeDocument/2006/relationships" xmlns:p="http://schemas.openxmlformats.org/presentationml/2006/main">
  <p:tag name="PPSPLIT_ID" val=" 14"/>
</p:tagLst>
</file>

<file path=ppt/tags/tag1435.xml><?xml version="1.0" encoding="utf-8"?>
<p:tagLst xmlns:a="http://schemas.openxmlformats.org/drawingml/2006/main" xmlns:r="http://schemas.openxmlformats.org/officeDocument/2006/relationships" xmlns:p="http://schemas.openxmlformats.org/presentationml/2006/main">
  <p:tag name="PPSPLIT_ID" val=" 2"/>
</p:tagLst>
</file>

<file path=ppt/tags/tag1436.xml><?xml version="1.0" encoding="utf-8"?>
<p:tagLst xmlns:a="http://schemas.openxmlformats.org/drawingml/2006/main" xmlns:r="http://schemas.openxmlformats.org/officeDocument/2006/relationships" xmlns:p="http://schemas.openxmlformats.org/presentationml/2006/main">
  <p:tag name="PPSPLIT_ID" val=" 3"/>
</p:tagLst>
</file>

<file path=ppt/tags/tag1437.xml><?xml version="1.0" encoding="utf-8"?>
<p:tagLst xmlns:a="http://schemas.openxmlformats.org/drawingml/2006/main" xmlns:r="http://schemas.openxmlformats.org/officeDocument/2006/relationships" xmlns:p="http://schemas.openxmlformats.org/presentationml/2006/main">
  <p:tag name="PPSPLIT_ID" val=" 4"/>
</p:tagLst>
</file>

<file path=ppt/tags/tag1438.xml><?xml version="1.0" encoding="utf-8"?>
<p:tagLst xmlns:a="http://schemas.openxmlformats.org/drawingml/2006/main" xmlns:r="http://schemas.openxmlformats.org/officeDocument/2006/relationships" xmlns:p="http://schemas.openxmlformats.org/presentationml/2006/main">
  <p:tag name="PPSPLIT_ID" val=" 105"/>
</p:tagLst>
</file>

<file path=ppt/tags/tag1439.xml><?xml version="1.0" encoding="utf-8"?>
<p:tagLst xmlns:a="http://schemas.openxmlformats.org/drawingml/2006/main" xmlns:r="http://schemas.openxmlformats.org/officeDocument/2006/relationships" xmlns:p="http://schemas.openxmlformats.org/presentationml/2006/main">
  <p:tag name="PPSPLIT_ID" val=" 108"/>
</p:tagLst>
</file>

<file path=ppt/tags/tag1440.xml><?xml version="1.0" encoding="utf-8"?>
<p:tagLst xmlns:a="http://schemas.openxmlformats.org/drawingml/2006/main" xmlns:r="http://schemas.openxmlformats.org/officeDocument/2006/relationships" xmlns:p="http://schemas.openxmlformats.org/presentationml/2006/main">
  <p:tag name="PPSPLIT_ID" val=" 112"/>
</p:tagLst>
</file>

<file path=ppt/tags/tag1441.xml><?xml version="1.0" encoding="utf-8"?>
<p:tagLst xmlns:a="http://schemas.openxmlformats.org/drawingml/2006/main" xmlns:r="http://schemas.openxmlformats.org/officeDocument/2006/relationships" xmlns:p="http://schemas.openxmlformats.org/presentationml/2006/main">
  <p:tag name="PPSPLIT_ID" val=" 114"/>
</p:tagLst>
</file>

<file path=ppt/tags/tag1442.xml><?xml version="1.0" encoding="utf-8"?>
<p:tagLst xmlns:a="http://schemas.openxmlformats.org/drawingml/2006/main" xmlns:r="http://schemas.openxmlformats.org/officeDocument/2006/relationships" xmlns:p="http://schemas.openxmlformats.org/presentationml/2006/main">
  <p:tag name="PPSPLIT_ID" val=" 116"/>
</p:tagLst>
</file>

<file path=ppt/tags/tag1443.xml><?xml version="1.0" encoding="utf-8"?>
<p:tagLst xmlns:a="http://schemas.openxmlformats.org/drawingml/2006/main" xmlns:r="http://schemas.openxmlformats.org/officeDocument/2006/relationships" xmlns:p="http://schemas.openxmlformats.org/presentationml/2006/main">
  <p:tag name="PPSPLIT_ID" val=" 120"/>
</p:tagLst>
</file>

<file path=ppt/tags/tag1444.xml><?xml version="1.0" encoding="utf-8"?>
<p:tagLst xmlns:a="http://schemas.openxmlformats.org/drawingml/2006/main" xmlns:r="http://schemas.openxmlformats.org/officeDocument/2006/relationships" xmlns:p="http://schemas.openxmlformats.org/presentationml/2006/main">
  <p:tag name="PPSPLIT_ID" val=" 122"/>
</p:tagLst>
</file>

<file path=ppt/tags/tag1445.xml><?xml version="1.0" encoding="utf-8"?>
<p:tagLst xmlns:a="http://schemas.openxmlformats.org/drawingml/2006/main" xmlns:r="http://schemas.openxmlformats.org/officeDocument/2006/relationships" xmlns:p="http://schemas.openxmlformats.org/presentationml/2006/main">
  <p:tag name="PPSPLIT_ID" val=" 124"/>
</p:tagLst>
</file>

<file path=ppt/tags/tag1446.xml><?xml version="1.0" encoding="utf-8"?>
<p:tagLst xmlns:a="http://schemas.openxmlformats.org/drawingml/2006/main" xmlns:r="http://schemas.openxmlformats.org/officeDocument/2006/relationships" xmlns:p="http://schemas.openxmlformats.org/presentationml/2006/main">
  <p:tag name="PPSPLIT_ID" val=" 126"/>
</p:tagLst>
</file>

<file path=ppt/tags/tag1447.xml><?xml version="1.0" encoding="utf-8"?>
<p:tagLst xmlns:a="http://schemas.openxmlformats.org/drawingml/2006/main" xmlns:r="http://schemas.openxmlformats.org/officeDocument/2006/relationships" xmlns:p="http://schemas.openxmlformats.org/presentationml/2006/main">
  <p:tag name="PPSPLIT_ID" val=" 132"/>
</p:tagLst>
</file>

<file path=ppt/tags/tag1448.xml><?xml version="1.0" encoding="utf-8"?>
<p:tagLst xmlns:a="http://schemas.openxmlformats.org/drawingml/2006/main" xmlns:r="http://schemas.openxmlformats.org/officeDocument/2006/relationships" xmlns:p="http://schemas.openxmlformats.org/presentationml/2006/main">
  <p:tag name="PPSPLIT_SPLIT" val="1"/>
  <p:tag name="PPSPLIT_ORIGINALSLIDENUMBER" val="31"/>
  <p:tag name="PPSPLIT_DONE" val="1"/>
</p:tagLst>
</file>

<file path=ppt/tags/tag1449.xml><?xml version="1.0" encoding="utf-8"?>
<p:tagLst xmlns:a="http://schemas.openxmlformats.org/drawingml/2006/main" xmlns:r="http://schemas.openxmlformats.org/officeDocument/2006/relationships" xmlns:p="http://schemas.openxmlformats.org/presentationml/2006/main">
  <p:tag name="PPSPLIT_ID" val=" 43"/>
</p:tagLst>
</file>

<file path=ppt/tags/tag1450.xml><?xml version="1.0" encoding="utf-8"?>
<p:tagLst xmlns:a="http://schemas.openxmlformats.org/drawingml/2006/main" xmlns:r="http://schemas.openxmlformats.org/officeDocument/2006/relationships" xmlns:p="http://schemas.openxmlformats.org/presentationml/2006/main">
  <p:tag name="PPSPLIT_ID" val=" 19"/>
</p:tagLst>
</file>

<file path=ppt/tags/tag1451.xml><?xml version="1.0" encoding="utf-8"?>
<p:tagLst xmlns:a="http://schemas.openxmlformats.org/drawingml/2006/main" xmlns:r="http://schemas.openxmlformats.org/officeDocument/2006/relationships" xmlns:p="http://schemas.openxmlformats.org/presentationml/2006/main">
  <p:tag name="PPSPLIT_ID" val=" 22"/>
</p:tagLst>
</file>

<file path=ppt/tags/tag1452.xml><?xml version="1.0" encoding="utf-8"?>
<p:tagLst xmlns:a="http://schemas.openxmlformats.org/drawingml/2006/main" xmlns:r="http://schemas.openxmlformats.org/officeDocument/2006/relationships" xmlns:p="http://schemas.openxmlformats.org/presentationml/2006/main">
  <p:tag name="PPSPLIT_ID" val=" 25"/>
</p:tagLst>
</file>

<file path=ppt/tags/tag1453.xml><?xml version="1.0" encoding="utf-8"?>
<p:tagLst xmlns:a="http://schemas.openxmlformats.org/drawingml/2006/main" xmlns:r="http://schemas.openxmlformats.org/officeDocument/2006/relationships" xmlns:p="http://schemas.openxmlformats.org/presentationml/2006/main">
  <p:tag name="PPSPLIT_ID" val=" 29"/>
</p:tagLst>
</file>

<file path=ppt/tags/tag1454.xml><?xml version="1.0" encoding="utf-8"?>
<p:tagLst xmlns:a="http://schemas.openxmlformats.org/drawingml/2006/main" xmlns:r="http://schemas.openxmlformats.org/officeDocument/2006/relationships" xmlns:p="http://schemas.openxmlformats.org/presentationml/2006/main">
  <p:tag name="PPSPLIT_ID" val=" 39"/>
</p:tagLst>
</file>

<file path=ppt/tags/tag1455.xml><?xml version="1.0" encoding="utf-8"?>
<p:tagLst xmlns:a="http://schemas.openxmlformats.org/drawingml/2006/main" xmlns:r="http://schemas.openxmlformats.org/officeDocument/2006/relationships" xmlns:p="http://schemas.openxmlformats.org/presentationml/2006/main">
  <p:tag name="PPSPLIT_ID" val=" 41"/>
</p:tagLst>
</file>

<file path=ppt/tags/tag1456.xml><?xml version="1.0" encoding="utf-8"?>
<p:tagLst xmlns:a="http://schemas.openxmlformats.org/drawingml/2006/main" xmlns:r="http://schemas.openxmlformats.org/officeDocument/2006/relationships" xmlns:p="http://schemas.openxmlformats.org/presentationml/2006/main">
  <p:tag name="PPSPLIT_ID" val=" 45"/>
</p:tagLst>
</file>

<file path=ppt/tags/tag1457.xml><?xml version="1.0" encoding="utf-8"?>
<p:tagLst xmlns:a="http://schemas.openxmlformats.org/drawingml/2006/main" xmlns:r="http://schemas.openxmlformats.org/officeDocument/2006/relationships" xmlns:p="http://schemas.openxmlformats.org/presentationml/2006/main">
  <p:tag name="PPSPLIT_ID" val=" 51"/>
</p:tagLst>
</file>

<file path=ppt/tags/tag1458.xml><?xml version="1.0" encoding="utf-8"?>
<p:tagLst xmlns:a="http://schemas.openxmlformats.org/drawingml/2006/main" xmlns:r="http://schemas.openxmlformats.org/officeDocument/2006/relationships" xmlns:p="http://schemas.openxmlformats.org/presentationml/2006/main">
  <p:tag name="PPSPLIT_ID" val=" 57"/>
</p:tagLst>
</file>

<file path=ppt/tags/tag1459.xml><?xml version="1.0" encoding="utf-8"?>
<p:tagLst xmlns:a="http://schemas.openxmlformats.org/drawingml/2006/main" xmlns:r="http://schemas.openxmlformats.org/officeDocument/2006/relationships" xmlns:p="http://schemas.openxmlformats.org/presentationml/2006/main">
  <p:tag name="PPSPLIT_ID" val=" 59"/>
</p:tagLst>
</file>

<file path=ppt/tags/tag1460.xml><?xml version="1.0" encoding="utf-8"?>
<p:tagLst xmlns:a="http://schemas.openxmlformats.org/drawingml/2006/main" xmlns:r="http://schemas.openxmlformats.org/officeDocument/2006/relationships" xmlns:p="http://schemas.openxmlformats.org/presentationml/2006/main">
  <p:tag name="PPSPLIT_ID" val=" 104"/>
</p:tagLst>
</file>

<file path=ppt/tags/tag1461.xml><?xml version="1.0" encoding="utf-8"?>
<p:tagLst xmlns:a="http://schemas.openxmlformats.org/drawingml/2006/main" xmlns:r="http://schemas.openxmlformats.org/officeDocument/2006/relationships" xmlns:p="http://schemas.openxmlformats.org/presentationml/2006/main">
  <p:tag name="PPSPLIT_ID" val=" 64"/>
</p:tagLst>
</file>

<file path=ppt/tags/tag1462.xml><?xml version="1.0" encoding="utf-8"?>
<p:tagLst xmlns:a="http://schemas.openxmlformats.org/drawingml/2006/main" xmlns:r="http://schemas.openxmlformats.org/officeDocument/2006/relationships" xmlns:p="http://schemas.openxmlformats.org/presentationml/2006/main">
  <p:tag name="PPSPLIT_ID" val=" 6"/>
</p:tagLst>
</file>

<file path=ppt/tags/tag1463.xml><?xml version="1.0" encoding="utf-8"?>
<p:tagLst xmlns:a="http://schemas.openxmlformats.org/drawingml/2006/main" xmlns:r="http://schemas.openxmlformats.org/officeDocument/2006/relationships" xmlns:p="http://schemas.openxmlformats.org/presentationml/2006/main">
  <p:tag name="PPSPLIT_ID" val=" 8"/>
</p:tagLst>
</file>

<file path=ppt/tags/tag1464.xml><?xml version="1.0" encoding="utf-8"?>
<p:tagLst xmlns:a="http://schemas.openxmlformats.org/drawingml/2006/main" xmlns:r="http://schemas.openxmlformats.org/officeDocument/2006/relationships" xmlns:p="http://schemas.openxmlformats.org/presentationml/2006/main">
  <p:tag name="PPSPLIT_ID" val=" 12"/>
</p:tagLst>
</file>

<file path=ppt/tags/tag1465.xml><?xml version="1.0" encoding="utf-8"?>
<p:tagLst xmlns:a="http://schemas.openxmlformats.org/drawingml/2006/main" xmlns:r="http://schemas.openxmlformats.org/officeDocument/2006/relationships" xmlns:p="http://schemas.openxmlformats.org/presentationml/2006/main">
  <p:tag name="PPSPLIT_ID" val=" 16"/>
</p:tagLst>
</file>

<file path=ppt/tags/tag1466.xml><?xml version="1.0" encoding="utf-8"?>
<p:tagLst xmlns:a="http://schemas.openxmlformats.org/drawingml/2006/main" xmlns:r="http://schemas.openxmlformats.org/officeDocument/2006/relationships" xmlns:p="http://schemas.openxmlformats.org/presentationml/2006/main">
  <p:tag name="PPSPLIT_ID" val=" 20"/>
</p:tagLst>
</file>

<file path=ppt/tags/tag1467.xml><?xml version="1.0" encoding="utf-8"?>
<p:tagLst xmlns:a="http://schemas.openxmlformats.org/drawingml/2006/main" xmlns:r="http://schemas.openxmlformats.org/officeDocument/2006/relationships" xmlns:p="http://schemas.openxmlformats.org/presentationml/2006/main">
  <p:tag name="PPSPLIT_ID" val=" 24"/>
</p:tagLst>
</file>

<file path=ppt/tags/tag1468.xml><?xml version="1.0" encoding="utf-8"?>
<p:tagLst xmlns:a="http://schemas.openxmlformats.org/drawingml/2006/main" xmlns:r="http://schemas.openxmlformats.org/officeDocument/2006/relationships" xmlns:p="http://schemas.openxmlformats.org/presentationml/2006/main">
  <p:tag name="PPSPLIT_ID" val=" 27"/>
</p:tagLst>
</file>

<file path=ppt/tags/tag1469.xml><?xml version="1.0" encoding="utf-8"?>
<p:tagLst xmlns:a="http://schemas.openxmlformats.org/drawingml/2006/main" xmlns:r="http://schemas.openxmlformats.org/officeDocument/2006/relationships" xmlns:p="http://schemas.openxmlformats.org/presentationml/2006/main">
  <p:tag name="PPSPLIT_ID" val=" 28"/>
</p:tagLst>
</file>

<file path=ppt/tags/tag1470.xml><?xml version="1.0" encoding="utf-8"?>
<p:tagLst xmlns:a="http://schemas.openxmlformats.org/drawingml/2006/main" xmlns:r="http://schemas.openxmlformats.org/officeDocument/2006/relationships" xmlns:p="http://schemas.openxmlformats.org/presentationml/2006/main">
  <p:tag name="PPSPLIT_ID" val=" 32"/>
</p:tagLst>
</file>

<file path=ppt/tags/tag1471.xml><?xml version="1.0" encoding="utf-8"?>
<p:tagLst xmlns:a="http://schemas.openxmlformats.org/drawingml/2006/main" xmlns:r="http://schemas.openxmlformats.org/officeDocument/2006/relationships" xmlns:p="http://schemas.openxmlformats.org/presentationml/2006/main">
  <p:tag name="PPSPLIT_ID" val=" 7"/>
</p:tagLst>
</file>

<file path=ppt/tags/tag1472.xml><?xml version="1.0" encoding="utf-8"?>
<p:tagLst xmlns:a="http://schemas.openxmlformats.org/drawingml/2006/main" xmlns:r="http://schemas.openxmlformats.org/officeDocument/2006/relationships" xmlns:p="http://schemas.openxmlformats.org/presentationml/2006/main">
  <p:tag name="PPSPLIT_ID" val=" 9"/>
</p:tagLst>
</file>

<file path=ppt/tags/tag1473.xml><?xml version="1.0" encoding="utf-8"?>
<p:tagLst xmlns:a="http://schemas.openxmlformats.org/drawingml/2006/main" xmlns:r="http://schemas.openxmlformats.org/officeDocument/2006/relationships" xmlns:p="http://schemas.openxmlformats.org/presentationml/2006/main">
  <p:tag name="PPSPLIT_ID" val=" 14"/>
</p:tagLst>
</file>

<file path=ppt/tags/tag1474.xml><?xml version="1.0" encoding="utf-8"?>
<p:tagLst xmlns:a="http://schemas.openxmlformats.org/drawingml/2006/main" xmlns:r="http://schemas.openxmlformats.org/officeDocument/2006/relationships" xmlns:p="http://schemas.openxmlformats.org/presentationml/2006/main">
  <p:tag name="PPSPLIT_ID" val=" 2"/>
</p:tagLst>
</file>

<file path=ppt/tags/tag1475.xml><?xml version="1.0" encoding="utf-8"?>
<p:tagLst xmlns:a="http://schemas.openxmlformats.org/drawingml/2006/main" xmlns:r="http://schemas.openxmlformats.org/officeDocument/2006/relationships" xmlns:p="http://schemas.openxmlformats.org/presentationml/2006/main">
  <p:tag name="PPSPLIT_ID" val=" 3"/>
</p:tagLst>
</file>

<file path=ppt/tags/tag1476.xml><?xml version="1.0" encoding="utf-8"?>
<p:tagLst xmlns:a="http://schemas.openxmlformats.org/drawingml/2006/main" xmlns:r="http://schemas.openxmlformats.org/officeDocument/2006/relationships" xmlns:p="http://schemas.openxmlformats.org/presentationml/2006/main">
  <p:tag name="PPSPLIT_ID" val=" 4"/>
</p:tagLst>
</file>

<file path=ppt/tags/tag1477.xml><?xml version="1.0" encoding="utf-8"?>
<p:tagLst xmlns:a="http://schemas.openxmlformats.org/drawingml/2006/main" xmlns:r="http://schemas.openxmlformats.org/officeDocument/2006/relationships" xmlns:p="http://schemas.openxmlformats.org/presentationml/2006/main">
  <p:tag name="PPSPLIT_ID" val=" 30"/>
</p:tagLst>
</file>

<file path=ppt/tags/tag1478.xml><?xml version="1.0" encoding="utf-8"?>
<p:tagLst xmlns:a="http://schemas.openxmlformats.org/drawingml/2006/main" xmlns:r="http://schemas.openxmlformats.org/officeDocument/2006/relationships" xmlns:p="http://schemas.openxmlformats.org/presentationml/2006/main">
  <p:tag name="PPSPLIT_ID" val=" 105"/>
</p:tagLst>
</file>

<file path=ppt/tags/tag1479.xml><?xml version="1.0" encoding="utf-8"?>
<p:tagLst xmlns:a="http://schemas.openxmlformats.org/drawingml/2006/main" xmlns:r="http://schemas.openxmlformats.org/officeDocument/2006/relationships" xmlns:p="http://schemas.openxmlformats.org/presentationml/2006/main">
  <p:tag name="PPSPLIT_ID" val=" 108"/>
</p:tagLst>
</file>

<file path=ppt/tags/tag1480.xml><?xml version="1.0" encoding="utf-8"?>
<p:tagLst xmlns:a="http://schemas.openxmlformats.org/drawingml/2006/main" xmlns:r="http://schemas.openxmlformats.org/officeDocument/2006/relationships" xmlns:p="http://schemas.openxmlformats.org/presentationml/2006/main">
  <p:tag name="PPSPLIT_ID" val=" 112"/>
</p:tagLst>
</file>

<file path=ppt/tags/tag1481.xml><?xml version="1.0" encoding="utf-8"?>
<p:tagLst xmlns:a="http://schemas.openxmlformats.org/drawingml/2006/main" xmlns:r="http://schemas.openxmlformats.org/officeDocument/2006/relationships" xmlns:p="http://schemas.openxmlformats.org/presentationml/2006/main">
  <p:tag name="PPSPLIT_ID" val=" 114"/>
</p:tagLst>
</file>

<file path=ppt/tags/tag1482.xml><?xml version="1.0" encoding="utf-8"?>
<p:tagLst xmlns:a="http://schemas.openxmlformats.org/drawingml/2006/main" xmlns:r="http://schemas.openxmlformats.org/officeDocument/2006/relationships" xmlns:p="http://schemas.openxmlformats.org/presentationml/2006/main">
  <p:tag name="PPSPLIT_ID" val=" 116"/>
</p:tagLst>
</file>

<file path=ppt/tags/tag1483.xml><?xml version="1.0" encoding="utf-8"?>
<p:tagLst xmlns:a="http://schemas.openxmlformats.org/drawingml/2006/main" xmlns:r="http://schemas.openxmlformats.org/officeDocument/2006/relationships" xmlns:p="http://schemas.openxmlformats.org/presentationml/2006/main">
  <p:tag name="PPSPLIT_ID" val=" 120"/>
</p:tagLst>
</file>

<file path=ppt/tags/tag1484.xml><?xml version="1.0" encoding="utf-8"?>
<p:tagLst xmlns:a="http://schemas.openxmlformats.org/drawingml/2006/main" xmlns:r="http://schemas.openxmlformats.org/officeDocument/2006/relationships" xmlns:p="http://schemas.openxmlformats.org/presentationml/2006/main">
  <p:tag name="PPSPLIT_ID" val=" 122"/>
</p:tagLst>
</file>

<file path=ppt/tags/tag1485.xml><?xml version="1.0" encoding="utf-8"?>
<p:tagLst xmlns:a="http://schemas.openxmlformats.org/drawingml/2006/main" xmlns:r="http://schemas.openxmlformats.org/officeDocument/2006/relationships" xmlns:p="http://schemas.openxmlformats.org/presentationml/2006/main">
  <p:tag name="PPSPLIT_ID" val=" 124"/>
</p:tagLst>
</file>

<file path=ppt/tags/tag1486.xml><?xml version="1.0" encoding="utf-8"?>
<p:tagLst xmlns:a="http://schemas.openxmlformats.org/drawingml/2006/main" xmlns:r="http://schemas.openxmlformats.org/officeDocument/2006/relationships" xmlns:p="http://schemas.openxmlformats.org/presentationml/2006/main">
  <p:tag name="PPSPLIT_ID" val=" 126"/>
</p:tagLst>
</file>

<file path=ppt/tags/tag1487.xml><?xml version="1.0" encoding="utf-8"?>
<p:tagLst xmlns:a="http://schemas.openxmlformats.org/drawingml/2006/main" xmlns:r="http://schemas.openxmlformats.org/officeDocument/2006/relationships" xmlns:p="http://schemas.openxmlformats.org/presentationml/2006/main">
  <p:tag name="PPSPLIT_ID" val=" 128"/>
</p:tagLst>
</file>

<file path=ppt/tags/tag1488.xml><?xml version="1.0" encoding="utf-8"?>
<p:tagLst xmlns:a="http://schemas.openxmlformats.org/drawingml/2006/main" xmlns:r="http://schemas.openxmlformats.org/officeDocument/2006/relationships" xmlns:p="http://schemas.openxmlformats.org/presentationml/2006/main">
  <p:tag name="PPSPLIT_ID" val=" 132"/>
</p:tagLst>
</file>

<file path=ppt/tags/tag1489.xml><?xml version="1.0" encoding="utf-8"?>
<p:tagLst xmlns:a="http://schemas.openxmlformats.org/drawingml/2006/main" xmlns:r="http://schemas.openxmlformats.org/officeDocument/2006/relationships" xmlns:p="http://schemas.openxmlformats.org/presentationml/2006/main">
  <p:tag name="PPSPLIT_SPLIT" val="1"/>
  <p:tag name="PPSPLIT_ORIGINALSLIDENUMBER" val="31"/>
</p:tagLst>
</file>

<file path=ppt/tags/tag1490.xml><?xml version="1.0" encoding="utf-8"?>
<p:tagLst xmlns:a="http://schemas.openxmlformats.org/drawingml/2006/main" xmlns:r="http://schemas.openxmlformats.org/officeDocument/2006/relationships" xmlns:p="http://schemas.openxmlformats.org/presentationml/2006/main">
  <p:tag name="PPSPLIT_ID" val=" 43"/>
</p:tagLst>
</file>

<file path=ppt/tags/tag1491.xml><?xml version="1.0" encoding="utf-8"?>
<p:tagLst xmlns:a="http://schemas.openxmlformats.org/drawingml/2006/main" xmlns:r="http://schemas.openxmlformats.org/officeDocument/2006/relationships" xmlns:p="http://schemas.openxmlformats.org/presentationml/2006/main">
  <p:tag name="PPSPLIT_ID" val=" 19"/>
</p:tagLst>
</file>

<file path=ppt/tags/tag1492.xml><?xml version="1.0" encoding="utf-8"?>
<p:tagLst xmlns:a="http://schemas.openxmlformats.org/drawingml/2006/main" xmlns:r="http://schemas.openxmlformats.org/officeDocument/2006/relationships" xmlns:p="http://schemas.openxmlformats.org/presentationml/2006/main">
  <p:tag name="PPSPLIT_ID" val=" 22"/>
</p:tagLst>
</file>

<file path=ppt/tags/tag1493.xml><?xml version="1.0" encoding="utf-8"?>
<p:tagLst xmlns:a="http://schemas.openxmlformats.org/drawingml/2006/main" xmlns:r="http://schemas.openxmlformats.org/officeDocument/2006/relationships" xmlns:p="http://schemas.openxmlformats.org/presentationml/2006/main">
  <p:tag name="PPSPLIT_ID" val=" 25"/>
</p:tagLst>
</file>

<file path=ppt/tags/tag1494.xml><?xml version="1.0" encoding="utf-8"?>
<p:tagLst xmlns:a="http://schemas.openxmlformats.org/drawingml/2006/main" xmlns:r="http://schemas.openxmlformats.org/officeDocument/2006/relationships" xmlns:p="http://schemas.openxmlformats.org/presentationml/2006/main">
  <p:tag name="PPSPLIT_ID" val=" 29"/>
</p:tagLst>
</file>

<file path=ppt/tags/tag1495.xml><?xml version="1.0" encoding="utf-8"?>
<p:tagLst xmlns:a="http://schemas.openxmlformats.org/drawingml/2006/main" xmlns:r="http://schemas.openxmlformats.org/officeDocument/2006/relationships" xmlns:p="http://schemas.openxmlformats.org/presentationml/2006/main">
  <p:tag name="PPSPLIT_ID" val=" 39"/>
</p:tagLst>
</file>

<file path=ppt/tags/tag1496.xml><?xml version="1.0" encoding="utf-8"?>
<p:tagLst xmlns:a="http://schemas.openxmlformats.org/drawingml/2006/main" xmlns:r="http://schemas.openxmlformats.org/officeDocument/2006/relationships" xmlns:p="http://schemas.openxmlformats.org/presentationml/2006/main">
  <p:tag name="PPSPLIT_ID" val=" 41"/>
</p:tagLst>
</file>

<file path=ppt/tags/tag1497.xml><?xml version="1.0" encoding="utf-8"?>
<p:tagLst xmlns:a="http://schemas.openxmlformats.org/drawingml/2006/main" xmlns:r="http://schemas.openxmlformats.org/officeDocument/2006/relationships" xmlns:p="http://schemas.openxmlformats.org/presentationml/2006/main">
  <p:tag name="PPSPLIT_ID" val=" 45"/>
</p:tagLst>
</file>

<file path=ppt/tags/tag1498.xml><?xml version="1.0" encoding="utf-8"?>
<p:tagLst xmlns:a="http://schemas.openxmlformats.org/drawingml/2006/main" xmlns:r="http://schemas.openxmlformats.org/officeDocument/2006/relationships" xmlns:p="http://schemas.openxmlformats.org/presentationml/2006/main">
  <p:tag name="PPSPLIT_ID" val=" 51"/>
</p:tagLst>
</file>

<file path=ppt/tags/tag1499.xml><?xml version="1.0" encoding="utf-8"?>
<p:tagLst xmlns:a="http://schemas.openxmlformats.org/drawingml/2006/main" xmlns:r="http://schemas.openxmlformats.org/officeDocument/2006/relationships" xmlns:p="http://schemas.openxmlformats.org/presentationml/2006/main">
  <p:tag name="PPSPLIT_ID" val=" 57"/>
</p:tagLst>
</file>

<file path=ppt/tags/tag1500.xml><?xml version="1.0" encoding="utf-8"?>
<p:tagLst xmlns:a="http://schemas.openxmlformats.org/drawingml/2006/main" xmlns:r="http://schemas.openxmlformats.org/officeDocument/2006/relationships" xmlns:p="http://schemas.openxmlformats.org/presentationml/2006/main">
  <p:tag name="PPSPLIT_ID" val=" 59"/>
</p:tagLst>
</file>

<file path=ppt/tags/tag1501.xml><?xml version="1.0" encoding="utf-8"?>
<p:tagLst xmlns:a="http://schemas.openxmlformats.org/drawingml/2006/main" xmlns:r="http://schemas.openxmlformats.org/officeDocument/2006/relationships" xmlns:p="http://schemas.openxmlformats.org/presentationml/2006/main">
  <p:tag name="PPSPLIT_ID" val=" 104"/>
</p:tagLst>
</file>

<file path=ppt/tags/tag1502.xml><?xml version="1.0" encoding="utf-8"?>
<p:tagLst xmlns:a="http://schemas.openxmlformats.org/drawingml/2006/main" xmlns:r="http://schemas.openxmlformats.org/officeDocument/2006/relationships" xmlns:p="http://schemas.openxmlformats.org/presentationml/2006/main">
  <p:tag name="PPSPLIT_ID" val=" 86"/>
</p:tagLst>
</file>

<file path=ppt/tags/tag1503.xml><?xml version="1.0" encoding="utf-8"?>
<p:tagLst xmlns:a="http://schemas.openxmlformats.org/drawingml/2006/main" xmlns:r="http://schemas.openxmlformats.org/officeDocument/2006/relationships" xmlns:p="http://schemas.openxmlformats.org/presentationml/2006/main">
  <p:tag name="PPSPLIT_ID" val=" 87"/>
</p:tagLst>
</file>

<file path=ppt/tags/tag1504.xml><?xml version="1.0" encoding="utf-8"?>
<p:tagLst xmlns:a="http://schemas.openxmlformats.org/drawingml/2006/main" xmlns:r="http://schemas.openxmlformats.org/officeDocument/2006/relationships" xmlns:p="http://schemas.openxmlformats.org/presentationml/2006/main">
  <p:tag name="PPSPLIT_ID" val=" 64"/>
</p:tagLst>
</file>

<file path=ppt/tags/tag1505.xml><?xml version="1.0" encoding="utf-8"?>
<p:tagLst xmlns:a="http://schemas.openxmlformats.org/drawingml/2006/main" xmlns:r="http://schemas.openxmlformats.org/officeDocument/2006/relationships" xmlns:p="http://schemas.openxmlformats.org/presentationml/2006/main">
  <p:tag name="PPSPLIT_ID" val=" 6"/>
</p:tagLst>
</file>

<file path=ppt/tags/tag1506.xml><?xml version="1.0" encoding="utf-8"?>
<p:tagLst xmlns:a="http://schemas.openxmlformats.org/drawingml/2006/main" xmlns:r="http://schemas.openxmlformats.org/officeDocument/2006/relationships" xmlns:p="http://schemas.openxmlformats.org/presentationml/2006/main">
  <p:tag name="PPSPLIT_ID" val=" 8"/>
</p:tagLst>
</file>

<file path=ppt/tags/tag1507.xml><?xml version="1.0" encoding="utf-8"?>
<p:tagLst xmlns:a="http://schemas.openxmlformats.org/drawingml/2006/main" xmlns:r="http://schemas.openxmlformats.org/officeDocument/2006/relationships" xmlns:p="http://schemas.openxmlformats.org/presentationml/2006/main">
  <p:tag name="PPSPLIT_ID" val=" 12"/>
</p:tagLst>
</file>

<file path=ppt/tags/tag1508.xml><?xml version="1.0" encoding="utf-8"?>
<p:tagLst xmlns:a="http://schemas.openxmlformats.org/drawingml/2006/main" xmlns:r="http://schemas.openxmlformats.org/officeDocument/2006/relationships" xmlns:p="http://schemas.openxmlformats.org/presentationml/2006/main">
  <p:tag name="PPSPLIT_ID" val=" 16"/>
</p:tagLst>
</file>

<file path=ppt/tags/tag1509.xml><?xml version="1.0" encoding="utf-8"?>
<p:tagLst xmlns:a="http://schemas.openxmlformats.org/drawingml/2006/main" xmlns:r="http://schemas.openxmlformats.org/officeDocument/2006/relationships" xmlns:p="http://schemas.openxmlformats.org/presentationml/2006/main">
  <p:tag name="PPSPLIT_ID" val=" 20"/>
</p:tagLst>
</file>

<file path=ppt/tags/tag1510.xml><?xml version="1.0" encoding="utf-8"?>
<p:tagLst xmlns:a="http://schemas.openxmlformats.org/drawingml/2006/main" xmlns:r="http://schemas.openxmlformats.org/officeDocument/2006/relationships" xmlns:p="http://schemas.openxmlformats.org/presentationml/2006/main">
  <p:tag name="PPSPLIT_ID" val=" 24"/>
</p:tagLst>
</file>

<file path=ppt/tags/tag1511.xml><?xml version="1.0" encoding="utf-8"?>
<p:tagLst xmlns:a="http://schemas.openxmlformats.org/drawingml/2006/main" xmlns:r="http://schemas.openxmlformats.org/officeDocument/2006/relationships" xmlns:p="http://schemas.openxmlformats.org/presentationml/2006/main">
  <p:tag name="PPSPLIT_ID" val=" 27"/>
</p:tagLst>
</file>

<file path=ppt/tags/tag1512.xml><?xml version="1.0" encoding="utf-8"?>
<p:tagLst xmlns:a="http://schemas.openxmlformats.org/drawingml/2006/main" xmlns:r="http://schemas.openxmlformats.org/officeDocument/2006/relationships" xmlns:p="http://schemas.openxmlformats.org/presentationml/2006/main">
  <p:tag name="PPSPLIT_ID" val=" 28"/>
</p:tagLst>
</file>

<file path=ppt/tags/tag1513.xml><?xml version="1.0" encoding="utf-8"?>
<p:tagLst xmlns:a="http://schemas.openxmlformats.org/drawingml/2006/main" xmlns:r="http://schemas.openxmlformats.org/officeDocument/2006/relationships" xmlns:p="http://schemas.openxmlformats.org/presentationml/2006/main">
  <p:tag name="PPSPLIT_ID" val=" 32"/>
</p:tagLst>
</file>

<file path=ppt/tags/tag1514.xml><?xml version="1.0" encoding="utf-8"?>
<p:tagLst xmlns:a="http://schemas.openxmlformats.org/drawingml/2006/main" xmlns:r="http://schemas.openxmlformats.org/officeDocument/2006/relationships" xmlns:p="http://schemas.openxmlformats.org/presentationml/2006/main">
  <p:tag name="PPSPLIT_ID" val=" 7"/>
</p:tagLst>
</file>

<file path=ppt/tags/tag1515.xml><?xml version="1.0" encoding="utf-8"?>
<p:tagLst xmlns:a="http://schemas.openxmlformats.org/drawingml/2006/main" xmlns:r="http://schemas.openxmlformats.org/officeDocument/2006/relationships" xmlns:p="http://schemas.openxmlformats.org/presentationml/2006/main">
  <p:tag name="PPSPLIT_ID" val=" 9"/>
</p:tagLst>
</file>

<file path=ppt/tags/tag1516.xml><?xml version="1.0" encoding="utf-8"?>
<p:tagLst xmlns:a="http://schemas.openxmlformats.org/drawingml/2006/main" xmlns:r="http://schemas.openxmlformats.org/officeDocument/2006/relationships" xmlns:p="http://schemas.openxmlformats.org/presentationml/2006/main">
  <p:tag name="PPSPLIT_ID" val=" 14"/>
</p:tagLst>
</file>

<file path=ppt/tags/tag1517.xml><?xml version="1.0" encoding="utf-8"?>
<p:tagLst xmlns:a="http://schemas.openxmlformats.org/drawingml/2006/main" xmlns:r="http://schemas.openxmlformats.org/officeDocument/2006/relationships" xmlns:p="http://schemas.openxmlformats.org/presentationml/2006/main">
  <p:tag name="PPSPLIT_ID" val=" 83"/>
</p:tagLst>
</file>

<file path=ppt/tags/tag1518.xml><?xml version="1.0" encoding="utf-8"?>
<p:tagLst xmlns:a="http://schemas.openxmlformats.org/drawingml/2006/main" xmlns:r="http://schemas.openxmlformats.org/officeDocument/2006/relationships" xmlns:p="http://schemas.openxmlformats.org/presentationml/2006/main">
  <p:tag name="PPSPLIT_ID" val=" 2"/>
</p:tagLst>
</file>

<file path=ppt/tags/tag1519.xml><?xml version="1.0" encoding="utf-8"?>
<p:tagLst xmlns:a="http://schemas.openxmlformats.org/drawingml/2006/main" xmlns:r="http://schemas.openxmlformats.org/officeDocument/2006/relationships" xmlns:p="http://schemas.openxmlformats.org/presentationml/2006/main">
  <p:tag name="PPSPLIT_ID" val=" 3"/>
</p:tagLst>
</file>

<file path=ppt/tags/tag1520.xml><?xml version="1.0" encoding="utf-8"?>
<p:tagLst xmlns:a="http://schemas.openxmlformats.org/drawingml/2006/main" xmlns:r="http://schemas.openxmlformats.org/officeDocument/2006/relationships" xmlns:p="http://schemas.openxmlformats.org/presentationml/2006/main">
  <p:tag name="PPSPLIT_ID" val=" 4"/>
</p:tagLst>
</file>

<file path=ppt/tags/tag1521.xml><?xml version="1.0" encoding="utf-8"?>
<p:tagLst xmlns:a="http://schemas.openxmlformats.org/drawingml/2006/main" xmlns:r="http://schemas.openxmlformats.org/officeDocument/2006/relationships" xmlns:p="http://schemas.openxmlformats.org/presentationml/2006/main">
  <p:tag name="PPSPLIT_ID" val=" 30"/>
</p:tagLst>
</file>

<file path=ppt/tags/tag1522.xml><?xml version="1.0" encoding="utf-8"?>
<p:tagLst xmlns:a="http://schemas.openxmlformats.org/drawingml/2006/main" xmlns:r="http://schemas.openxmlformats.org/officeDocument/2006/relationships" xmlns:p="http://schemas.openxmlformats.org/presentationml/2006/main">
  <p:tag name="PPSPLIT_ID" val=" 105"/>
</p:tagLst>
</file>

<file path=ppt/tags/tag1523.xml><?xml version="1.0" encoding="utf-8"?>
<p:tagLst xmlns:a="http://schemas.openxmlformats.org/drawingml/2006/main" xmlns:r="http://schemas.openxmlformats.org/officeDocument/2006/relationships" xmlns:p="http://schemas.openxmlformats.org/presentationml/2006/main">
  <p:tag name="PPSPLIT_ID" val=" 108"/>
</p:tagLst>
</file>

<file path=ppt/tags/tag1524.xml><?xml version="1.0" encoding="utf-8"?>
<p:tagLst xmlns:a="http://schemas.openxmlformats.org/drawingml/2006/main" xmlns:r="http://schemas.openxmlformats.org/officeDocument/2006/relationships" xmlns:p="http://schemas.openxmlformats.org/presentationml/2006/main">
  <p:tag name="PPSPLIT_ID" val=" 112"/>
</p:tagLst>
</file>

<file path=ppt/tags/tag1525.xml><?xml version="1.0" encoding="utf-8"?>
<p:tagLst xmlns:a="http://schemas.openxmlformats.org/drawingml/2006/main" xmlns:r="http://schemas.openxmlformats.org/officeDocument/2006/relationships" xmlns:p="http://schemas.openxmlformats.org/presentationml/2006/main">
  <p:tag name="PPSPLIT_ID" val=" 114"/>
</p:tagLst>
</file>

<file path=ppt/tags/tag1526.xml><?xml version="1.0" encoding="utf-8"?>
<p:tagLst xmlns:a="http://schemas.openxmlformats.org/drawingml/2006/main" xmlns:r="http://schemas.openxmlformats.org/officeDocument/2006/relationships" xmlns:p="http://schemas.openxmlformats.org/presentationml/2006/main">
  <p:tag name="PPSPLIT_ID" val=" 116"/>
</p:tagLst>
</file>

<file path=ppt/tags/tag1527.xml><?xml version="1.0" encoding="utf-8"?>
<p:tagLst xmlns:a="http://schemas.openxmlformats.org/drawingml/2006/main" xmlns:r="http://schemas.openxmlformats.org/officeDocument/2006/relationships" xmlns:p="http://schemas.openxmlformats.org/presentationml/2006/main">
  <p:tag name="PPSPLIT_ID" val=" 118"/>
</p:tagLst>
</file>

<file path=ppt/tags/tag1528.xml><?xml version="1.0" encoding="utf-8"?>
<p:tagLst xmlns:a="http://schemas.openxmlformats.org/drawingml/2006/main" xmlns:r="http://schemas.openxmlformats.org/officeDocument/2006/relationships" xmlns:p="http://schemas.openxmlformats.org/presentationml/2006/main">
  <p:tag name="PPSPLIT_ID" val=" 120"/>
</p:tagLst>
</file>

<file path=ppt/tags/tag1529.xml><?xml version="1.0" encoding="utf-8"?>
<p:tagLst xmlns:a="http://schemas.openxmlformats.org/drawingml/2006/main" xmlns:r="http://schemas.openxmlformats.org/officeDocument/2006/relationships" xmlns:p="http://schemas.openxmlformats.org/presentationml/2006/main">
  <p:tag name="PPSPLIT_ID" val=" 122"/>
</p:tagLst>
</file>

<file path=ppt/tags/tag1530.xml><?xml version="1.0" encoding="utf-8"?>
<p:tagLst xmlns:a="http://schemas.openxmlformats.org/drawingml/2006/main" xmlns:r="http://schemas.openxmlformats.org/officeDocument/2006/relationships" xmlns:p="http://schemas.openxmlformats.org/presentationml/2006/main">
  <p:tag name="PPSPLIT_ID" val=" 124"/>
</p:tagLst>
</file>

<file path=ppt/tags/tag1531.xml><?xml version="1.0" encoding="utf-8"?>
<p:tagLst xmlns:a="http://schemas.openxmlformats.org/drawingml/2006/main" xmlns:r="http://schemas.openxmlformats.org/officeDocument/2006/relationships" xmlns:p="http://schemas.openxmlformats.org/presentationml/2006/main">
  <p:tag name="PPSPLIT_ID" val=" 126"/>
</p:tagLst>
</file>

<file path=ppt/tags/tag1532.xml><?xml version="1.0" encoding="utf-8"?>
<p:tagLst xmlns:a="http://schemas.openxmlformats.org/drawingml/2006/main" xmlns:r="http://schemas.openxmlformats.org/officeDocument/2006/relationships" xmlns:p="http://schemas.openxmlformats.org/presentationml/2006/main">
  <p:tag name="PPSPLIT_ID" val=" 128"/>
</p:tagLst>
</file>

<file path=ppt/tags/tag1533.xml><?xml version="1.0" encoding="utf-8"?>
<p:tagLst xmlns:a="http://schemas.openxmlformats.org/drawingml/2006/main" xmlns:r="http://schemas.openxmlformats.org/officeDocument/2006/relationships" xmlns:p="http://schemas.openxmlformats.org/presentationml/2006/main">
  <p:tag name="PPSPLIT_ID" val=" 132"/>
</p:tagLst>
</file>

<file path=ppt/tags/tag1534.xml><?xml version="1.0" encoding="utf-8"?>
<p:tagLst xmlns:a="http://schemas.openxmlformats.org/drawingml/2006/main" xmlns:r="http://schemas.openxmlformats.org/officeDocument/2006/relationships" xmlns:p="http://schemas.openxmlformats.org/presentationml/2006/main">
  <p:tag name="PPSPLIT_ID" val=" 134"/>
</p:tagLst>
</file>

<file path=ppt/tags/tag1535.xml><?xml version="1.0" encoding="utf-8"?>
<p:tagLst xmlns:a="http://schemas.openxmlformats.org/drawingml/2006/main" xmlns:r="http://schemas.openxmlformats.org/officeDocument/2006/relationships" xmlns:p="http://schemas.openxmlformats.org/presentationml/2006/main">
  <p:tag name="PPSPLIT_SPLIT" val="1"/>
  <p:tag name="PPSPLIT_ORIGINALSLIDENUMBER" val="32"/>
</p:tagLst>
</file>

<file path=ppt/tags/tag1536.xml><?xml version="1.0" encoding="utf-8"?>
<p:tagLst xmlns:a="http://schemas.openxmlformats.org/drawingml/2006/main" xmlns:r="http://schemas.openxmlformats.org/officeDocument/2006/relationships" xmlns:p="http://schemas.openxmlformats.org/presentationml/2006/main">
  <p:tag name="PPSPLIT_SPLIT" val="1"/>
  <p:tag name="PPSPLIT_ORIGINALSLIDENUMBER" val="33"/>
</p:tagLst>
</file>

<file path=ppt/tags/tag1537.xml><?xml version="1.0" encoding="utf-8"?>
<p:tagLst xmlns:a="http://schemas.openxmlformats.org/drawingml/2006/main" xmlns:r="http://schemas.openxmlformats.org/officeDocument/2006/relationships" xmlns:p="http://schemas.openxmlformats.org/presentationml/2006/main">
  <p:tag name="PPSPLIT_SPLIT" val="1"/>
  <p:tag name="PPSPLIT_ORIGINALSLIDENUMBER" val="34"/>
</p:tagLst>
</file>

<file path=ppt/tags/tag1538.xml><?xml version="1.0" encoding="utf-8"?>
<p:tagLst xmlns:a="http://schemas.openxmlformats.org/drawingml/2006/main" xmlns:r="http://schemas.openxmlformats.org/officeDocument/2006/relationships" xmlns:p="http://schemas.openxmlformats.org/presentationml/2006/main">
  <p:tag name="PPSPLIT_SPLIT" val="1"/>
  <p:tag name="PPSPLIT_ORIGINALSLIDENUMBER" val="35"/>
</p:tagLst>
</file>

<file path=ppt/tags/tag1539.xml><?xml version="1.0" encoding="utf-8"?>
<p:tagLst xmlns:a="http://schemas.openxmlformats.org/drawingml/2006/main" xmlns:r="http://schemas.openxmlformats.org/officeDocument/2006/relationships" xmlns:p="http://schemas.openxmlformats.org/presentationml/2006/main">
  <p:tag name="PPSPLIT_SPLIT" val="1"/>
  <p:tag name="PPSPLIT_ORIGINALSLIDENUMBER" val="36"/>
</p:tagLst>
</file>

<file path=ppt/tags/tag1540.xml><?xml version="1.0" encoding="utf-8"?>
<p:tagLst xmlns:a="http://schemas.openxmlformats.org/drawingml/2006/main" xmlns:r="http://schemas.openxmlformats.org/officeDocument/2006/relationships" xmlns:p="http://schemas.openxmlformats.org/presentationml/2006/main">
  <p:tag name="PPSPLIT_SPLIT" val="1"/>
  <p:tag name="PPSPLIT_ORIGINALSLIDENUMBER" val="37"/>
</p:tagLst>
</file>

<file path=ppt/tags/tag1541.xml><?xml version="1.0" encoding="utf-8"?>
<p:tagLst xmlns:a="http://schemas.openxmlformats.org/drawingml/2006/main" xmlns:r="http://schemas.openxmlformats.org/officeDocument/2006/relationships" xmlns:p="http://schemas.openxmlformats.org/presentationml/2006/main">
  <p:tag name="PPSPLIT_SPLIT" val="1"/>
  <p:tag name="PPSPLIT_ORIGINALSLIDENUMBER" val="38"/>
</p:tagLst>
</file>

<file path=ppt/tags/tag1542.xml><?xml version="1.0" encoding="utf-8"?>
<p:tagLst xmlns:a="http://schemas.openxmlformats.org/drawingml/2006/main" xmlns:r="http://schemas.openxmlformats.org/officeDocument/2006/relationships" xmlns:p="http://schemas.openxmlformats.org/presentationml/2006/main">
  <p:tag name="PPSPLIT_SPLIT" val="1"/>
  <p:tag name="PPSPLIT_ORIGINALSLIDENUMBER" val="39"/>
</p:tagLst>
</file>

<file path=ppt/tags/tag1543.xml><?xml version="1.0" encoding="utf-8"?>
<p:tagLst xmlns:a="http://schemas.openxmlformats.org/drawingml/2006/main" xmlns:r="http://schemas.openxmlformats.org/officeDocument/2006/relationships" xmlns:p="http://schemas.openxmlformats.org/presentationml/2006/main">
  <p:tag name="PPSPLIT_SPLIT" val="1"/>
  <p:tag name="PPSPLIT_ORIGINALSLIDENUMBER" val="40"/>
</p:tagLst>
</file>

<file path=ppt/tags/tag1544.xml><?xml version="1.0" encoding="utf-8"?>
<p:tagLst xmlns:a="http://schemas.openxmlformats.org/drawingml/2006/main" xmlns:r="http://schemas.openxmlformats.org/officeDocument/2006/relationships" xmlns:p="http://schemas.openxmlformats.org/presentationml/2006/main">
  <p:tag name="PPSPLIT_SPLIT" val="1"/>
  <p:tag name="PPSPLIT_ORIGINALSLIDENUMBER" val="41"/>
</p:tagLst>
</file>

<file path=ppt/tags/tag1545.xml><?xml version="1.0" encoding="utf-8"?>
<p:tagLst xmlns:a="http://schemas.openxmlformats.org/drawingml/2006/main" xmlns:r="http://schemas.openxmlformats.org/officeDocument/2006/relationships" xmlns:p="http://schemas.openxmlformats.org/presentationml/2006/main">
  <p:tag name="PPSPLIT_SPLIT" val="1"/>
  <p:tag name="PPSPLIT_ORIGINALSLIDENUMBER" val="42"/>
</p:tagLst>
</file>

<file path=ppt/tags/tag1546.xml><?xml version="1.0" encoding="utf-8"?>
<p:tagLst xmlns:a="http://schemas.openxmlformats.org/drawingml/2006/main" xmlns:r="http://schemas.openxmlformats.org/officeDocument/2006/relationships" xmlns:p="http://schemas.openxmlformats.org/presentationml/2006/main">
  <p:tag name="PPSPLIT_SPLIT" val="1"/>
  <p:tag name="PPSPLIT_ORIGINALSLIDENUMBER" val="43"/>
</p:tagLst>
</file>

<file path=ppt/tags/tag1547.xml><?xml version="1.0" encoding="utf-8"?>
<p:tagLst xmlns:a="http://schemas.openxmlformats.org/drawingml/2006/main" xmlns:r="http://schemas.openxmlformats.org/officeDocument/2006/relationships" xmlns:p="http://schemas.openxmlformats.org/presentationml/2006/main">
  <p:tag name="PPSPLIT_SPLIT" val="1"/>
  <p:tag name="PPSPLIT_ORIGINALSLIDENUMBER" val="44"/>
</p:tagLst>
</file>

<file path=ppt/tags/tag1548.xml><?xml version="1.0" encoding="utf-8"?>
<p:tagLst xmlns:a="http://schemas.openxmlformats.org/drawingml/2006/main" xmlns:r="http://schemas.openxmlformats.org/officeDocument/2006/relationships" xmlns:p="http://schemas.openxmlformats.org/presentationml/2006/main">
  <p:tag name="PPSPLIT_SPLIT" val="1"/>
  <p:tag name="PPSPLIT_ORIGINALSLIDENUMBER" val="45"/>
</p:tagLst>
</file>

<file path=ppt/tags/tag1549.xml><?xml version="1.0" encoding="utf-8"?>
<p:tagLst xmlns:a="http://schemas.openxmlformats.org/drawingml/2006/main" xmlns:r="http://schemas.openxmlformats.org/officeDocument/2006/relationships" xmlns:p="http://schemas.openxmlformats.org/presentationml/2006/main">
  <p:tag name="PPSPLIT_SPLIT" val="1"/>
  <p:tag name="PPSPLIT_ORIGINALSLIDENUMBER" val="46"/>
  <p:tag name="PPSPLIT_DONE" val="1"/>
</p:tagLst>
</file>

<file path=ppt/tags/tag1550.xml><?xml version="1.0" encoding="utf-8"?>
<p:tagLst xmlns:a="http://schemas.openxmlformats.org/drawingml/2006/main" xmlns:r="http://schemas.openxmlformats.org/officeDocument/2006/relationships" xmlns:p="http://schemas.openxmlformats.org/presentationml/2006/main">
  <p:tag name="PPSPLIT_ID" val=" 6"/>
</p:tagLst>
</file>

<file path=ppt/tags/tag1551.xml><?xml version="1.0" encoding="utf-8"?>
<p:tagLst xmlns:a="http://schemas.openxmlformats.org/drawingml/2006/main" xmlns:r="http://schemas.openxmlformats.org/officeDocument/2006/relationships" xmlns:p="http://schemas.openxmlformats.org/presentationml/2006/main">
  <p:tag name="PPSPLIT_ID" val=" 7"/>
</p:tagLst>
</file>

<file path=ppt/tags/tag1552.xml><?xml version="1.0" encoding="utf-8"?>
<p:tagLst xmlns:a="http://schemas.openxmlformats.org/drawingml/2006/main" xmlns:r="http://schemas.openxmlformats.org/officeDocument/2006/relationships" xmlns:p="http://schemas.openxmlformats.org/presentationml/2006/main">
  <p:tag name="PPSPLIT_ID" val=" 2"/>
</p:tagLst>
</file>

<file path=ppt/tags/tag1553.xml><?xml version="1.0" encoding="utf-8"?>
<p:tagLst xmlns:a="http://schemas.openxmlformats.org/drawingml/2006/main" xmlns:r="http://schemas.openxmlformats.org/officeDocument/2006/relationships" xmlns:p="http://schemas.openxmlformats.org/presentationml/2006/main">
  <p:tag name="PPSPLIT_ID" val=" 3"/>
</p:tagLst>
</file>

<file path=ppt/tags/tag1554.xml><?xml version="1.0" encoding="utf-8"?>
<p:tagLst xmlns:a="http://schemas.openxmlformats.org/drawingml/2006/main" xmlns:r="http://schemas.openxmlformats.org/officeDocument/2006/relationships" xmlns:p="http://schemas.openxmlformats.org/presentationml/2006/main">
  <p:tag name="PPSPLIT_SPLIT" val="1"/>
  <p:tag name="PPSPLIT_ORIGINALSLIDENUMBER" val="46"/>
  <p:tag name="PPSPLIT_DONE" val="1"/>
</p:tagLst>
</file>

<file path=ppt/tags/tag1555.xml><?xml version="1.0" encoding="utf-8"?>
<p:tagLst xmlns:a="http://schemas.openxmlformats.org/drawingml/2006/main" xmlns:r="http://schemas.openxmlformats.org/officeDocument/2006/relationships" xmlns:p="http://schemas.openxmlformats.org/presentationml/2006/main">
  <p:tag name="PPSPLIT_ID" val=" 6"/>
</p:tagLst>
</file>

<file path=ppt/tags/tag1556.xml><?xml version="1.0" encoding="utf-8"?>
<p:tagLst xmlns:a="http://schemas.openxmlformats.org/drawingml/2006/main" xmlns:r="http://schemas.openxmlformats.org/officeDocument/2006/relationships" xmlns:p="http://schemas.openxmlformats.org/presentationml/2006/main">
  <p:tag name="PPSPLIT_ID" val=" 7"/>
</p:tagLst>
</file>

<file path=ppt/tags/tag1557.xml><?xml version="1.0" encoding="utf-8"?>
<p:tagLst xmlns:a="http://schemas.openxmlformats.org/drawingml/2006/main" xmlns:r="http://schemas.openxmlformats.org/officeDocument/2006/relationships" xmlns:p="http://schemas.openxmlformats.org/presentationml/2006/main">
  <p:tag name="PPSPLIT_ID" val=" 2"/>
</p:tagLst>
</file>

<file path=ppt/tags/tag1558.xml><?xml version="1.0" encoding="utf-8"?>
<p:tagLst xmlns:a="http://schemas.openxmlformats.org/drawingml/2006/main" xmlns:r="http://schemas.openxmlformats.org/officeDocument/2006/relationships" xmlns:p="http://schemas.openxmlformats.org/presentationml/2006/main">
  <p:tag name="PPSPLIT_ID" val=" 3"/>
</p:tagLst>
</file>

<file path=ppt/tags/tag1559.xml><?xml version="1.0" encoding="utf-8"?>
<p:tagLst xmlns:a="http://schemas.openxmlformats.org/drawingml/2006/main" xmlns:r="http://schemas.openxmlformats.org/officeDocument/2006/relationships" xmlns:p="http://schemas.openxmlformats.org/presentationml/2006/main">
  <p:tag name="PPSPLIT_SPLIT" val="1"/>
  <p:tag name="PPSPLIT_ORIGINALSLIDENUMBER" val="46"/>
  <p:tag name="PPSPLIT_DONE" val="1"/>
</p:tagLst>
</file>

<file path=ppt/tags/tag1560.xml><?xml version="1.0" encoding="utf-8"?>
<p:tagLst xmlns:a="http://schemas.openxmlformats.org/drawingml/2006/main" xmlns:r="http://schemas.openxmlformats.org/officeDocument/2006/relationships" xmlns:p="http://schemas.openxmlformats.org/presentationml/2006/main">
  <p:tag name="PPSPLIT_ID" val=" 6"/>
</p:tagLst>
</file>

<file path=ppt/tags/tag1561.xml><?xml version="1.0" encoding="utf-8"?>
<p:tagLst xmlns:a="http://schemas.openxmlformats.org/drawingml/2006/main" xmlns:r="http://schemas.openxmlformats.org/officeDocument/2006/relationships" xmlns:p="http://schemas.openxmlformats.org/presentationml/2006/main">
  <p:tag name="PPSPLIT_ID" val=" 7"/>
</p:tagLst>
</file>

<file path=ppt/tags/tag1562.xml><?xml version="1.0" encoding="utf-8"?>
<p:tagLst xmlns:a="http://schemas.openxmlformats.org/drawingml/2006/main" xmlns:r="http://schemas.openxmlformats.org/officeDocument/2006/relationships" xmlns:p="http://schemas.openxmlformats.org/presentationml/2006/main">
  <p:tag name="PPSPLIT_ID" val=" 2"/>
</p:tagLst>
</file>

<file path=ppt/tags/tag1563.xml><?xml version="1.0" encoding="utf-8"?>
<p:tagLst xmlns:a="http://schemas.openxmlformats.org/drawingml/2006/main" xmlns:r="http://schemas.openxmlformats.org/officeDocument/2006/relationships" xmlns:p="http://schemas.openxmlformats.org/presentationml/2006/main">
  <p:tag name="PPSPLIT_ID" val=" 3"/>
</p:tagLst>
</file>

<file path=ppt/tags/tag1564.xml><?xml version="1.0" encoding="utf-8"?>
<p:tagLst xmlns:a="http://schemas.openxmlformats.org/drawingml/2006/main" xmlns:r="http://schemas.openxmlformats.org/officeDocument/2006/relationships" xmlns:p="http://schemas.openxmlformats.org/presentationml/2006/main">
  <p:tag name="PPSPLIT_SPLIT" val="1"/>
  <p:tag name="PPSPLIT_ORIGINALSLIDENUMBER" val="46"/>
  <p:tag name="PPSPLIT_DONE" val="1"/>
</p:tagLst>
</file>

<file path=ppt/tags/tag1565.xml><?xml version="1.0" encoding="utf-8"?>
<p:tagLst xmlns:a="http://schemas.openxmlformats.org/drawingml/2006/main" xmlns:r="http://schemas.openxmlformats.org/officeDocument/2006/relationships" xmlns:p="http://schemas.openxmlformats.org/presentationml/2006/main">
  <p:tag name="PPSPLIT_ID" val=" 6"/>
</p:tagLst>
</file>

<file path=ppt/tags/tag1566.xml><?xml version="1.0" encoding="utf-8"?>
<p:tagLst xmlns:a="http://schemas.openxmlformats.org/drawingml/2006/main" xmlns:r="http://schemas.openxmlformats.org/officeDocument/2006/relationships" xmlns:p="http://schemas.openxmlformats.org/presentationml/2006/main">
  <p:tag name="PPSPLIT_ID" val=" 7"/>
</p:tagLst>
</file>

<file path=ppt/tags/tag1567.xml><?xml version="1.0" encoding="utf-8"?>
<p:tagLst xmlns:a="http://schemas.openxmlformats.org/drawingml/2006/main" xmlns:r="http://schemas.openxmlformats.org/officeDocument/2006/relationships" xmlns:p="http://schemas.openxmlformats.org/presentationml/2006/main">
  <p:tag name="PPSPLIT_ID" val=" 2"/>
</p:tagLst>
</file>

<file path=ppt/tags/tag1568.xml><?xml version="1.0" encoding="utf-8"?>
<p:tagLst xmlns:a="http://schemas.openxmlformats.org/drawingml/2006/main" xmlns:r="http://schemas.openxmlformats.org/officeDocument/2006/relationships" xmlns:p="http://schemas.openxmlformats.org/presentationml/2006/main">
  <p:tag name="PPSPLIT_ID" val=" 3"/>
</p:tagLst>
</file>

<file path=ppt/tags/tag1569.xml><?xml version="1.0" encoding="utf-8"?>
<p:tagLst xmlns:a="http://schemas.openxmlformats.org/drawingml/2006/main" xmlns:r="http://schemas.openxmlformats.org/officeDocument/2006/relationships" xmlns:p="http://schemas.openxmlformats.org/presentationml/2006/main">
  <p:tag name="PPSPLIT_SPLIT" val="1"/>
  <p:tag name="PPSPLIT_ORIGINALSLIDENUMBER" val="46"/>
  <p:tag name="PPSPLIT_DONE" val="1"/>
</p:tagLst>
</file>

<file path=ppt/tags/tag1570.xml><?xml version="1.0" encoding="utf-8"?>
<p:tagLst xmlns:a="http://schemas.openxmlformats.org/drawingml/2006/main" xmlns:r="http://schemas.openxmlformats.org/officeDocument/2006/relationships" xmlns:p="http://schemas.openxmlformats.org/presentationml/2006/main">
  <p:tag name="PPSPLIT_ID" val=" 6"/>
</p:tagLst>
</file>

<file path=ppt/tags/tag1571.xml><?xml version="1.0" encoding="utf-8"?>
<p:tagLst xmlns:a="http://schemas.openxmlformats.org/drawingml/2006/main" xmlns:r="http://schemas.openxmlformats.org/officeDocument/2006/relationships" xmlns:p="http://schemas.openxmlformats.org/presentationml/2006/main">
  <p:tag name="PPSPLIT_ID" val=" 7"/>
</p:tagLst>
</file>

<file path=ppt/tags/tag1572.xml><?xml version="1.0" encoding="utf-8"?>
<p:tagLst xmlns:a="http://schemas.openxmlformats.org/drawingml/2006/main" xmlns:r="http://schemas.openxmlformats.org/officeDocument/2006/relationships" xmlns:p="http://schemas.openxmlformats.org/presentationml/2006/main">
  <p:tag name="PPSPLIT_ID" val=" 2"/>
</p:tagLst>
</file>

<file path=ppt/tags/tag1573.xml><?xml version="1.0" encoding="utf-8"?>
<p:tagLst xmlns:a="http://schemas.openxmlformats.org/drawingml/2006/main" xmlns:r="http://schemas.openxmlformats.org/officeDocument/2006/relationships" xmlns:p="http://schemas.openxmlformats.org/presentationml/2006/main">
  <p:tag name="PPSPLIT_ID" val=" 3"/>
</p:tagLst>
</file>

<file path=ppt/tags/tag1574.xml><?xml version="1.0" encoding="utf-8"?>
<p:tagLst xmlns:a="http://schemas.openxmlformats.org/drawingml/2006/main" xmlns:r="http://schemas.openxmlformats.org/officeDocument/2006/relationships" xmlns:p="http://schemas.openxmlformats.org/presentationml/2006/main">
  <p:tag name="PPSPLIT_SPLIT" val="1"/>
  <p:tag name="PPSPLIT_ORIGINALSLIDENUMBER" val="46"/>
  <p:tag name="PPSPLIT_DONE" val="1"/>
</p:tagLst>
</file>

<file path=ppt/tags/tag1575.xml><?xml version="1.0" encoding="utf-8"?>
<p:tagLst xmlns:a="http://schemas.openxmlformats.org/drawingml/2006/main" xmlns:r="http://schemas.openxmlformats.org/officeDocument/2006/relationships" xmlns:p="http://schemas.openxmlformats.org/presentationml/2006/main">
  <p:tag name="PPSPLIT_ID" val=" 6"/>
</p:tagLst>
</file>

<file path=ppt/tags/tag1576.xml><?xml version="1.0" encoding="utf-8"?>
<p:tagLst xmlns:a="http://schemas.openxmlformats.org/drawingml/2006/main" xmlns:r="http://schemas.openxmlformats.org/officeDocument/2006/relationships" xmlns:p="http://schemas.openxmlformats.org/presentationml/2006/main">
  <p:tag name="PPSPLIT_ID" val=" 7"/>
</p:tagLst>
</file>

<file path=ppt/tags/tag1577.xml><?xml version="1.0" encoding="utf-8"?>
<p:tagLst xmlns:a="http://schemas.openxmlformats.org/drawingml/2006/main" xmlns:r="http://schemas.openxmlformats.org/officeDocument/2006/relationships" xmlns:p="http://schemas.openxmlformats.org/presentationml/2006/main">
  <p:tag name="PPSPLIT_ID" val=" 2"/>
</p:tagLst>
</file>

<file path=ppt/tags/tag1578.xml><?xml version="1.0" encoding="utf-8"?>
<p:tagLst xmlns:a="http://schemas.openxmlformats.org/drawingml/2006/main" xmlns:r="http://schemas.openxmlformats.org/officeDocument/2006/relationships" xmlns:p="http://schemas.openxmlformats.org/presentationml/2006/main">
  <p:tag name="PPSPLIT_ID" val=" 3"/>
</p:tagLst>
</file>

<file path=ppt/tags/tag1579.xml><?xml version="1.0" encoding="utf-8"?>
<p:tagLst xmlns:a="http://schemas.openxmlformats.org/drawingml/2006/main" xmlns:r="http://schemas.openxmlformats.org/officeDocument/2006/relationships" xmlns:p="http://schemas.openxmlformats.org/presentationml/2006/main">
  <p:tag name="PPSPLIT_SPLIT" val="1"/>
  <p:tag name="PPSPLIT_ORIGINALSLIDENUMBER" val="46"/>
</p:tagLst>
</file>

<file path=ppt/tags/tag1580.xml><?xml version="1.0" encoding="utf-8"?>
<p:tagLst xmlns:a="http://schemas.openxmlformats.org/drawingml/2006/main" xmlns:r="http://schemas.openxmlformats.org/officeDocument/2006/relationships" xmlns:p="http://schemas.openxmlformats.org/presentationml/2006/main">
  <p:tag name="PPSPLIT_ID" val=" 6"/>
</p:tagLst>
</file>

<file path=ppt/tags/tag1581.xml><?xml version="1.0" encoding="utf-8"?>
<p:tagLst xmlns:a="http://schemas.openxmlformats.org/drawingml/2006/main" xmlns:r="http://schemas.openxmlformats.org/officeDocument/2006/relationships" xmlns:p="http://schemas.openxmlformats.org/presentationml/2006/main">
  <p:tag name="PPSPLIT_ID" val=" 7"/>
</p:tagLst>
</file>

<file path=ppt/tags/tag1582.xml><?xml version="1.0" encoding="utf-8"?>
<p:tagLst xmlns:a="http://schemas.openxmlformats.org/drawingml/2006/main" xmlns:r="http://schemas.openxmlformats.org/officeDocument/2006/relationships" xmlns:p="http://schemas.openxmlformats.org/presentationml/2006/main">
  <p:tag name="PPSPLIT_ID" val=" 2"/>
</p:tagLst>
</file>

<file path=ppt/tags/tag1583.xml><?xml version="1.0" encoding="utf-8"?>
<p:tagLst xmlns:a="http://schemas.openxmlformats.org/drawingml/2006/main" xmlns:r="http://schemas.openxmlformats.org/officeDocument/2006/relationships" xmlns:p="http://schemas.openxmlformats.org/presentationml/2006/main">
  <p:tag name="PPSPLIT_ID" val=" 3"/>
</p:tagLst>
</file>

<file path=ppt/tags/tag1584.xml><?xml version="1.0" encoding="utf-8"?>
<p:tagLst xmlns:a="http://schemas.openxmlformats.org/drawingml/2006/main" xmlns:r="http://schemas.openxmlformats.org/officeDocument/2006/relationships" xmlns:p="http://schemas.openxmlformats.org/presentationml/2006/main">
  <p:tag name="PPSPLIT_ID" val=" 4"/>
</p:tagLst>
</file>

<file path=ppt/tags/tag1585.xml><?xml version="1.0" encoding="utf-8"?>
<p:tagLst xmlns:a="http://schemas.openxmlformats.org/drawingml/2006/main" xmlns:r="http://schemas.openxmlformats.org/officeDocument/2006/relationships" xmlns:p="http://schemas.openxmlformats.org/presentationml/2006/main">
  <p:tag name="PPSPLIT_ID" val=" 8"/>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8267</TotalTime>
  <Words>17932</Words>
  <Application>Microsoft Office PowerPoint</Application>
  <PresentationFormat>Widescreen</PresentationFormat>
  <Paragraphs>2648</Paragraphs>
  <Slides>123</Slides>
  <Notes>113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123</vt:i4>
      </vt:variant>
    </vt:vector>
  </HeadingPairs>
  <TitlesOfParts>
    <vt:vector size="130" baseType="lpstr">
      <vt:lpstr>Aptos</vt:lpstr>
      <vt:lpstr>Aptos Display</vt:lpstr>
      <vt:lpstr>Arial</vt:lpstr>
      <vt:lpstr>Cambria Math</vt:lpstr>
      <vt:lpstr>Fira Code</vt:lpstr>
      <vt:lpstr>Wingdings</vt:lpstr>
      <vt:lpstr>Office Theme</vt:lpstr>
      <vt:lpstr>Optimizing Memory Layouts and Traversal Orders in HPC</vt:lpstr>
      <vt:lpstr>Motivation</vt:lpstr>
      <vt:lpstr>Motivation</vt:lpstr>
      <vt:lpstr>Motivation</vt:lpstr>
      <vt:lpstr>Motivation</vt:lpstr>
      <vt:lpstr>Motivation</vt:lpstr>
      <vt:lpstr>Motivation</vt:lpstr>
      <vt:lpstr>Motivation</vt:lpstr>
      <vt:lpstr>Why layouts matter</vt:lpstr>
      <vt:lpstr>Why layouts matter</vt:lpstr>
      <vt:lpstr>Why layouts matter</vt:lpstr>
      <vt:lpstr>Layout-agnostic design</vt:lpstr>
      <vt:lpstr>Layout-agnostic design</vt:lpstr>
      <vt:lpstr>Layout-agnostic design</vt:lpstr>
      <vt:lpstr>Layout-agnostic design</vt:lpstr>
      <vt:lpstr>Layout-agnostic design</vt:lpstr>
      <vt:lpstr>Layout abstractions (Noarr)</vt:lpstr>
      <vt:lpstr>Layout abstractions (Noarr)</vt:lpstr>
      <vt:lpstr>Layout abstractions (Noarr)</vt:lpstr>
      <vt:lpstr>Layout abstractions (Noarr)</vt:lpstr>
      <vt:lpstr>Layout abstractions (Noarr)</vt:lpstr>
      <vt:lpstr>Layout abstractions (Noarr)</vt:lpstr>
      <vt:lpstr>Layout abstractions (Noarr)</vt:lpstr>
      <vt:lpstr>Traversal abstractions</vt:lpstr>
      <vt:lpstr>Traversal abstractions</vt:lpstr>
      <vt:lpstr>Traversal abstractions</vt:lpstr>
      <vt:lpstr>Structures with different index spaces</vt:lpstr>
      <vt:lpstr>Structures with different index spaces</vt:lpstr>
      <vt:lpstr>Structures with different index spaces</vt:lpstr>
      <vt:lpstr>Structures with different index spaces</vt:lpstr>
      <vt:lpstr>Structures with different index spaces</vt:lpstr>
      <vt:lpstr>Structures with different index spaces</vt:lpstr>
      <vt:lpstr>Structures with different index spaces</vt:lpstr>
      <vt:lpstr>Traversal transformations</vt:lpstr>
      <vt:lpstr>Traversal transformations</vt:lpstr>
      <vt:lpstr>Traversal parallelization</vt:lpstr>
      <vt:lpstr>Traversal parallelization</vt:lpstr>
      <vt:lpstr>Autotuning</vt:lpstr>
      <vt:lpstr>Autotuning</vt:lpstr>
      <vt:lpstr>Autotuning</vt:lpstr>
      <vt:lpstr>Autotuning</vt:lpstr>
      <vt:lpstr>Autotuning</vt:lpstr>
      <vt:lpstr>Autotuning</vt:lpstr>
      <vt:lpstr>Autotuning</vt:lpstr>
      <vt:lpstr>Autotuning</vt:lpstr>
      <vt:lpstr>No measurable runtime overhead</vt:lpstr>
      <vt:lpstr>Parallel computation</vt:lpstr>
      <vt:lpstr>Code metrics</vt:lpstr>
      <vt:lpstr>Code metrics</vt:lpstr>
      <vt:lpstr>Code metrics</vt:lpstr>
      <vt:lpstr>Code metrics</vt:lpstr>
      <vt:lpstr>Code metrics</vt:lpstr>
      <vt:lpstr>Distributed initialization using MPI</vt:lpstr>
      <vt:lpstr>Distributed initialization using MPI</vt:lpstr>
      <vt:lpstr>Distributed initialization using MPI</vt:lpstr>
      <vt:lpstr>Distributed initialization using MPI</vt:lpstr>
      <vt:lpstr>Distributed initialization using MPI</vt:lpstr>
      <vt:lpstr>Automatic transformation in communication</vt:lpstr>
      <vt:lpstr>Automatic transformation in communication</vt:lpstr>
      <vt:lpstr>Automatic transformation in communication</vt:lpstr>
      <vt:lpstr>Support for layout-agnostic data distribution</vt:lpstr>
      <vt:lpstr>Performance comparison</vt:lpstr>
      <vt:lpstr>Stencil computation abstractions</vt:lpstr>
      <vt:lpstr>Stencil computation abstractions</vt:lpstr>
      <vt:lpstr>Stencil computation abstractions</vt:lpstr>
      <vt:lpstr>Discrete stencils – Cellular  automata</vt:lpstr>
      <vt:lpstr>Discrete stencils – Cellular  automata</vt:lpstr>
      <vt:lpstr>Discrete stencils – Cellular  automata</vt:lpstr>
      <vt:lpstr>Discrete stencils – Cellular  automata</vt:lpstr>
      <vt:lpstr>Discrete stencils – Cellular  automata</vt:lpstr>
      <vt:lpstr>PowerPoint Presentation</vt:lpstr>
      <vt:lpstr>What the design allows us to gain</vt:lpstr>
      <vt:lpstr>Abstractions summary</vt:lpstr>
      <vt:lpstr>Abstractions summary</vt:lpstr>
      <vt:lpstr>Abstractions summary</vt:lpstr>
      <vt:lpstr>Tutoring LLMs for CUDA</vt:lpstr>
      <vt:lpstr>Tutoring LLMs for CUDA</vt:lpstr>
      <vt:lpstr>Tutoring LLMs for CUDA OpenAI o3-mini</vt:lpstr>
      <vt:lpstr>Tutoring LLMs for CUDA OpenAI o3-mini</vt:lpstr>
      <vt:lpstr>Tutoring LLMs for CUDA OpenAI o3-mini</vt:lpstr>
      <vt:lpstr>Tutoring LLMs for CUDA OpenAI o3-mini</vt:lpstr>
      <vt:lpstr>Tutoring LLMs for CUDA – submission OpenAI o3-mini</vt:lpstr>
      <vt:lpstr>Tutoring LLMs for CUDA – at conference OpenAI GPT-5</vt:lpstr>
      <vt:lpstr>LLMs and abstractions</vt:lpstr>
      <vt:lpstr>LLMs and abstractions</vt:lpstr>
      <vt:lpstr>LLMs and abstractions</vt:lpstr>
      <vt:lpstr>LLMs and abstractions</vt:lpstr>
      <vt:lpstr>LLMs and abstractions</vt:lpstr>
      <vt:lpstr>LLMs and abstractions</vt:lpstr>
      <vt:lpstr>LLMs and abstractions</vt:lpstr>
      <vt:lpstr>Performance results</vt:lpstr>
      <vt:lpstr>Contribution map</vt:lpstr>
      <vt:lpstr>Contribution map</vt:lpstr>
      <vt:lpstr>Contribution map</vt:lpstr>
      <vt:lpstr>Contribution map</vt:lpstr>
      <vt:lpstr>Contribution map</vt:lpstr>
      <vt:lpstr>Contribution map</vt:lpstr>
      <vt:lpstr>Contribution map</vt:lpstr>
      <vt:lpstr>Contribution map</vt:lpstr>
      <vt:lpstr>Contribution map</vt:lpstr>
      <vt:lpstr>Contribution map</vt:lpstr>
      <vt:lpstr>Contribution map</vt:lpstr>
      <vt:lpstr>Contribution summary</vt:lpstr>
      <vt:lpstr>Review comments and questions</vt:lpstr>
      <vt:lpstr>Why is Cellato separate from Noarr?</vt:lpstr>
      <vt:lpstr>What do you think an abstraction designed specifically for an LLM should look like?</vt:lpstr>
      <vt:lpstr> Is hvector necessary? vector more convenient?</vt:lpstr>
      <vt:lpstr>Is Noarr used outside the department? If not, why?</vt:lpstr>
      <vt:lpstr>Can Noarr naturally incorporate #pragma omp simd or SIMD-aware traversers</vt:lpstr>
      <vt:lpstr>Novelty in layout- and traversal-agnosticism</vt:lpstr>
      <vt:lpstr>Which of these ideas can be found in software like Kokkos or OpenMP's loop transformations?</vt:lpstr>
      <vt:lpstr>State of the art summary and our novelty</vt:lpstr>
      <vt:lpstr>Comparison table</vt:lpstr>
      <vt:lpstr>Genuine limitations of Noarr and Cellato</vt:lpstr>
      <vt:lpstr>Template-exclusive statements</vt:lpstr>
      <vt:lpstr>Why did the abstractions hinder the LLM</vt:lpstr>
      <vt:lpstr>LLM-guided optimization summary</vt:lpstr>
      <vt:lpstr>LLM-guided optimization summary</vt:lpstr>
      <vt:lpstr>LLM-guided optimization summary</vt:lpstr>
      <vt:lpstr>LLM-guided optimization summary</vt:lpstr>
      <vt:lpstr>LLM-guided optimization summary</vt:lpstr>
      <vt:lpstr>LLM-guided optimization summary</vt:lpstr>
      <vt:lpstr>LLM-guided optimization 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Jiří Klepl</dc:creator>
  <cp:lastModifiedBy>Jiří Klepl</cp:lastModifiedBy>
  <cp:revision>595</cp:revision>
  <dcterms:created xsi:type="dcterms:W3CDTF">2026-08-08T18:10:38Z</dcterms:created>
  <dcterms:modified xsi:type="dcterms:W3CDTF">2026-09-05T21:53:12Z</dcterms:modified>
</cp:coreProperties>
</file>