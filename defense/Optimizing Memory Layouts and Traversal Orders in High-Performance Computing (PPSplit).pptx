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notesSlides/notesSlide3.xml" ContentType="application/vnd.openxmlformats-officedocument.presentationml.notesSlid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notesSlides/notesSlide4.xml" ContentType="application/vnd.openxmlformats-officedocument.presentationml.notesSlide+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notesSlides/notesSlide5.xml" ContentType="application/vnd.openxmlformats-officedocument.presentationml.notesSlid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notesSlides/notesSlide6.xml" ContentType="application/vnd.openxmlformats-officedocument.presentationml.notesSlide+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notesSlides/notesSlide7.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notesSlides/notesSlide8.xml" ContentType="application/vnd.openxmlformats-officedocument.presentationml.notesSlide+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notesSlides/notesSlide9.xml" ContentType="application/vnd.openxmlformats-officedocument.presentationml.notesSlide+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notesSlides/notesSlide10.xml" ContentType="application/vnd.openxmlformats-officedocument.presentationml.notesSlide+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notesSlides/notesSlide11.xml" ContentType="application/vnd.openxmlformats-officedocument.presentationml.notesSlide+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notesSlides/notesSlide12.xml" ContentType="application/vnd.openxmlformats-officedocument.presentationml.notesSlide+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notesSlides/notesSlide13.xml" ContentType="application/vnd.openxmlformats-officedocument.presentationml.notesSlide+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notesSlides/notesSlide14.xml" ContentType="application/vnd.openxmlformats-officedocument.presentationml.notesSlide+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notesSlides/notesSlide15.xml" ContentType="application/vnd.openxmlformats-officedocument.presentationml.notesSlide+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notesSlides/notesSlide16.xml" ContentType="application/vnd.openxmlformats-officedocument.presentationml.notesSlide+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notesSlides/notesSlide17.xml" ContentType="application/vnd.openxmlformats-officedocument.presentationml.notesSlide+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notesSlides/notesSlide18.xml" ContentType="application/vnd.openxmlformats-officedocument.presentationml.notesSlide+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notesSlides/notesSlide19.xml" ContentType="application/vnd.openxmlformats-officedocument.presentationml.notesSlide+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notesSlides/notesSlide20.xml" ContentType="application/vnd.openxmlformats-officedocument.presentationml.notesSlide+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notesSlides/notesSlide21.xml" ContentType="application/vnd.openxmlformats-officedocument.presentationml.notesSlide+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notesSlides/notesSlide22.xml" ContentType="application/vnd.openxmlformats-officedocument.presentationml.notesSlide+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notesSlides/notesSlide23.xml" ContentType="application/vnd.openxmlformats-officedocument.presentationml.notesSlide+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notesSlides/notesSlide24.xml" ContentType="application/vnd.openxmlformats-officedocument.presentationml.notesSlide+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notesSlides/notesSlide25.xml" ContentType="application/vnd.openxmlformats-officedocument.presentationml.notesSlide+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notesSlides/notesSlide26.xml" ContentType="application/vnd.openxmlformats-officedocument.presentationml.notesSlide+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notesSlides/notesSlide27.xml" ContentType="application/vnd.openxmlformats-officedocument.presentationml.notesSlide+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notesSlides/notesSlide28.xml" ContentType="application/vnd.openxmlformats-officedocument.presentationml.notesSlide+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notesSlides/notesSlide29.xml" ContentType="application/vnd.openxmlformats-officedocument.presentationml.notesSlide+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notesSlides/notesSlide30.xml" ContentType="application/vnd.openxmlformats-officedocument.presentationml.notesSlide+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notesSlides/notesSlide31.xml" ContentType="application/vnd.openxmlformats-officedocument.presentationml.notesSlide+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notesSlides/notesSlide32.xml" ContentType="application/vnd.openxmlformats-officedocument.presentationml.notesSlide+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notesSlides/notesSlide33.xml" ContentType="application/vnd.openxmlformats-officedocument.presentationml.notesSlide+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tags/tag582.xml" ContentType="application/vnd.openxmlformats-officedocument.presentationml.tags+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notesSlides/notesSlide34.xml" ContentType="application/vnd.openxmlformats-officedocument.presentationml.notesSlide+xml"/>
  <Override PartName="/ppt/tags/tag599.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tags/tag604.xml" ContentType="application/vnd.openxmlformats-officedocument.presentationml.tags+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notesSlides/notesSlide35.xml" ContentType="application/vnd.openxmlformats-officedocument.presentationml.notesSlide+xml"/>
  <Override PartName="/ppt/tags/tag609.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tags/tag613.xml" ContentType="application/vnd.openxmlformats-officedocument.presentationml.tags+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notesSlides/notesSlide36.xml" ContentType="application/vnd.openxmlformats-officedocument.presentationml.notesSlide+xml"/>
  <Override PartName="/ppt/tags/tag623.xml" ContentType="application/vnd.openxmlformats-officedocument.presentationml.tags+xml"/>
  <Override PartName="/ppt/notesSlides/notesSlide37.xml" ContentType="application/vnd.openxmlformats-officedocument.presentationml.notesSlide+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tags/tag629.xml" ContentType="application/vnd.openxmlformats-officedocument.presentationml.tags+xml"/>
  <Override PartName="/ppt/tags/tag630.xml" ContentType="application/vnd.openxmlformats-officedocument.presentationml.tags+xml"/>
  <Override PartName="/ppt/tags/tag631.xml" ContentType="application/vnd.openxmlformats-officedocument.presentationml.tags+xml"/>
  <Override PartName="/ppt/notesSlides/notesSlide38.xml" ContentType="application/vnd.openxmlformats-officedocument.presentationml.notesSlide+xml"/>
  <Override PartName="/ppt/tags/tag632.xml" ContentType="application/vnd.openxmlformats-officedocument.presentationml.tags+xml"/>
  <Override PartName="/ppt/tags/tag633.xml" ContentType="application/vnd.openxmlformats-officedocument.presentationml.tags+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tags/tag639.xml" ContentType="application/vnd.openxmlformats-officedocument.presentationml.tags+xml"/>
  <Override PartName="/ppt/notesSlides/notesSlide39.xml" ContentType="application/vnd.openxmlformats-officedocument.presentationml.notesSlide+xml"/>
  <Override PartName="/ppt/tags/tag640.xml" ContentType="application/vnd.openxmlformats-officedocument.presentationml.tags+xml"/>
  <Override PartName="/ppt/notesSlides/notesSlide40.xml" ContentType="application/vnd.openxmlformats-officedocument.presentationml.notesSlide+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tags/tag644.xml" ContentType="application/vnd.openxmlformats-officedocument.presentationml.tags+xml"/>
  <Override PartName="/ppt/tags/tag645.xml" ContentType="application/vnd.openxmlformats-officedocument.presentationml.tags+xml"/>
  <Override PartName="/ppt/tags/tag646.xml" ContentType="application/vnd.openxmlformats-officedocument.presentationml.tags+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tags/tag664.xml" ContentType="application/vnd.openxmlformats-officedocument.presentationml.tags+xml"/>
  <Override PartName="/ppt/notesSlides/notesSlide41.xml" ContentType="application/vnd.openxmlformats-officedocument.presentationml.notesSlide+xml"/>
  <Override PartName="/ppt/tags/tag665.xml" ContentType="application/vnd.openxmlformats-officedocument.presentationml.tags+xml"/>
  <Override PartName="/ppt/tags/tag666.xml" ContentType="application/vnd.openxmlformats-officedocument.presentationml.tags+xml"/>
  <Override PartName="/ppt/tags/tag667.xml" ContentType="application/vnd.openxmlformats-officedocument.presentationml.tags+xml"/>
  <Override PartName="/ppt/tags/tag668.xml" ContentType="application/vnd.openxmlformats-officedocument.presentationml.tags+xml"/>
  <Override PartName="/ppt/tags/tag669.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notesSlides/notesSlide42.xml" ContentType="application/vnd.openxmlformats-officedocument.presentationml.notesSlide+xml"/>
  <Override PartName="/ppt/tags/tag68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tags/tag708.xml" ContentType="application/vnd.openxmlformats-officedocument.presentationml.tags+xml"/>
  <Override PartName="/ppt/tags/tag709.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tags/tag712.xml" ContentType="application/vnd.openxmlformats-officedocument.presentationml.tags+xml"/>
  <Override PartName="/ppt/tags/tag713.xml" ContentType="application/vnd.openxmlformats-officedocument.presentationml.tags+xml"/>
  <Override PartName="/ppt/tags/tag714.xml" ContentType="application/vnd.openxmlformats-officedocument.presentationml.tags+xml"/>
  <Override PartName="/ppt/notesSlides/notesSlide43.xml" ContentType="application/vnd.openxmlformats-officedocument.presentationml.notesSlide+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tags/tag728.xml" ContentType="application/vnd.openxmlformats-officedocument.presentationml.tags+xml"/>
  <Override PartName="/ppt/tags/tag729.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tags/tag734.xml" ContentType="application/vnd.openxmlformats-officedocument.presentationml.tags+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0.xml" ContentType="application/vnd.openxmlformats-officedocument.presentationml.tags+xml"/>
  <Override PartName="/ppt/notesSlides/notesSlide44.xml" ContentType="application/vnd.openxmlformats-officedocument.presentationml.notesSlide+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notesSlides/notesSlide45.xml" ContentType="application/vnd.openxmlformats-officedocument.presentationml.notesSlide+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notesSlides/notesSlide46.xml" ContentType="application/vnd.openxmlformats-officedocument.presentationml.notesSlide+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tags/tag787.xml" ContentType="application/vnd.openxmlformats-officedocument.presentationml.tags+xml"/>
  <Override PartName="/ppt/tags/tag788.xml" ContentType="application/vnd.openxmlformats-officedocument.presentationml.tags+xml"/>
  <Override PartName="/ppt/tags/tag78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792.xml" ContentType="application/vnd.openxmlformats-officedocument.presentationml.tags+xml"/>
  <Override PartName="/ppt/tags/tag793.xml" ContentType="application/vnd.openxmlformats-officedocument.presentationml.tags+xml"/>
  <Override PartName="/ppt/tags/tag794.xml" ContentType="application/vnd.openxmlformats-officedocument.presentationml.tags+xml"/>
  <Override PartName="/ppt/tags/tag795.xml" ContentType="application/vnd.openxmlformats-officedocument.presentationml.tags+xml"/>
  <Override PartName="/ppt/tags/tag796.xml" ContentType="application/vnd.openxmlformats-officedocument.presentationml.tags+xml"/>
  <Override PartName="/ppt/tags/tag797.xml" ContentType="application/vnd.openxmlformats-officedocument.presentationml.tags+xml"/>
  <Override PartName="/ppt/notesSlides/notesSlide47.xml" ContentType="application/vnd.openxmlformats-officedocument.presentationml.notesSlide+xml"/>
  <Override PartName="/ppt/tags/tag798.xml" ContentType="application/vnd.openxmlformats-officedocument.presentationml.tags+xml"/>
  <Override PartName="/ppt/tags/tag799.xml" ContentType="application/vnd.openxmlformats-officedocument.presentationml.tags+xml"/>
  <Override PartName="/ppt/tags/tag800.xml" ContentType="application/vnd.openxmlformats-officedocument.presentationml.tags+xml"/>
  <Override PartName="/ppt/tags/tag801.xml" ContentType="application/vnd.openxmlformats-officedocument.presentationml.tags+xml"/>
  <Override PartName="/ppt/tags/tag802.xml" ContentType="application/vnd.openxmlformats-officedocument.presentationml.tags+xml"/>
  <Override PartName="/ppt/tags/tag803.xml" ContentType="application/vnd.openxmlformats-officedocument.presentationml.tags+xml"/>
  <Override PartName="/ppt/tags/tag804.xml" ContentType="application/vnd.openxmlformats-officedocument.presentationml.tags+xml"/>
  <Override PartName="/ppt/tags/tag805.xml" ContentType="application/vnd.openxmlformats-officedocument.presentationml.tags+xml"/>
  <Override PartName="/ppt/tags/tag806.xml" ContentType="application/vnd.openxmlformats-officedocument.presentationml.tags+xml"/>
  <Override PartName="/ppt/tags/tag807.xml" ContentType="application/vnd.openxmlformats-officedocument.presentationml.tags+xml"/>
  <Override PartName="/ppt/tags/tag808.xml" ContentType="application/vnd.openxmlformats-officedocument.presentationml.tags+xml"/>
  <Override PartName="/ppt/tags/tag809.xml" ContentType="application/vnd.openxmlformats-officedocument.presentationml.tags+xml"/>
  <Override PartName="/ppt/tags/tag810.xml" ContentType="application/vnd.openxmlformats-officedocument.presentationml.tags+xml"/>
  <Override PartName="/ppt/tags/tag811.xml" ContentType="application/vnd.openxmlformats-officedocument.presentationml.tags+xml"/>
  <Override PartName="/ppt/tags/tag812.xml" ContentType="application/vnd.openxmlformats-officedocument.presentationml.tags+xml"/>
  <Override PartName="/ppt/tags/tag813.xml" ContentType="application/vnd.openxmlformats-officedocument.presentationml.tags+xml"/>
  <Override PartName="/ppt/tags/tag814.xml" ContentType="application/vnd.openxmlformats-officedocument.presentationml.tags+xml"/>
  <Override PartName="/ppt/tags/tag815.xml" ContentType="application/vnd.openxmlformats-officedocument.presentationml.tags+xml"/>
  <Override PartName="/ppt/tags/tag816.xml" ContentType="application/vnd.openxmlformats-officedocument.presentationml.tags+xml"/>
  <Override PartName="/ppt/notesSlides/notesSlide48.xml" ContentType="application/vnd.openxmlformats-officedocument.presentationml.notesSlide+xml"/>
  <Override PartName="/ppt/tags/tag817.xml" ContentType="application/vnd.openxmlformats-officedocument.presentationml.tags+xml"/>
  <Override PartName="/ppt/notesSlides/notesSlide49.xml" ContentType="application/vnd.openxmlformats-officedocument.presentationml.notesSlide+xml"/>
  <Override PartName="/ppt/tags/tag818.xml" ContentType="application/vnd.openxmlformats-officedocument.presentationml.tags+xml"/>
  <Override PartName="/ppt/notesSlides/notesSlide50.xml" ContentType="application/vnd.openxmlformats-officedocument.presentationml.notesSlide+xml"/>
  <Override PartName="/ppt/tags/tag819.xml" ContentType="application/vnd.openxmlformats-officedocument.presentationml.tags+xml"/>
  <Override PartName="/ppt/tags/tag820.xml" ContentType="application/vnd.openxmlformats-officedocument.presentationml.tags+xml"/>
  <Override PartName="/ppt/tags/tag821.xml" ContentType="application/vnd.openxmlformats-officedocument.presentationml.tags+xml"/>
  <Override PartName="/ppt/tags/tag822.xml" ContentType="application/vnd.openxmlformats-officedocument.presentationml.tags+xml"/>
  <Override PartName="/ppt/tags/tag823.xml" ContentType="application/vnd.openxmlformats-officedocument.presentationml.tags+xml"/>
  <Override PartName="/ppt/tags/tag824.xml" ContentType="application/vnd.openxmlformats-officedocument.presentationml.tags+xml"/>
  <Override PartName="/ppt/tags/tag825.xml" ContentType="application/vnd.openxmlformats-officedocument.presentationml.tags+xml"/>
  <Override PartName="/ppt/tags/tag826.xml" ContentType="application/vnd.openxmlformats-officedocument.presentationml.tags+xml"/>
  <Override PartName="/ppt/tags/tag827.xml" ContentType="application/vnd.openxmlformats-officedocument.presentationml.tags+xml"/>
  <Override PartName="/ppt/tags/tag828.xml" ContentType="application/vnd.openxmlformats-officedocument.presentationml.tags+xml"/>
  <Override PartName="/ppt/tags/tag829.xml" ContentType="application/vnd.openxmlformats-officedocument.presentationml.tags+xml"/>
  <Override PartName="/ppt/tags/tag830.xml" ContentType="application/vnd.openxmlformats-officedocument.presentationml.tags+xml"/>
  <Override PartName="/ppt/tags/tag831.xml" ContentType="application/vnd.openxmlformats-officedocument.presentationml.tags+xml"/>
  <Override PartName="/ppt/tags/tag832.xml" ContentType="application/vnd.openxmlformats-officedocument.presentationml.tags+xml"/>
  <Override PartName="/ppt/notesSlides/notesSlide51.xml" ContentType="application/vnd.openxmlformats-officedocument.presentationml.notesSlide+xml"/>
  <Override PartName="/ppt/tags/tag833.xml" ContentType="application/vnd.openxmlformats-officedocument.presentationml.tags+xml"/>
  <Override PartName="/ppt/tags/tag834.xml" ContentType="application/vnd.openxmlformats-officedocument.presentationml.tags+xml"/>
  <Override PartName="/ppt/tags/tag835.xml" ContentType="application/vnd.openxmlformats-officedocument.presentationml.tags+xml"/>
  <Override PartName="/ppt/tags/tag836.xml" ContentType="application/vnd.openxmlformats-officedocument.presentationml.tags+xml"/>
  <Override PartName="/ppt/tags/tag837.xml" ContentType="application/vnd.openxmlformats-officedocument.presentationml.tags+xml"/>
  <Override PartName="/ppt/tags/tag838.xml" ContentType="application/vnd.openxmlformats-officedocument.presentationml.tags+xml"/>
  <Override PartName="/ppt/tags/tag839.xml" ContentType="application/vnd.openxmlformats-officedocument.presentationml.tags+xml"/>
  <Override PartName="/ppt/tags/tag840.xml" ContentType="application/vnd.openxmlformats-officedocument.presentationml.tags+xml"/>
  <Override PartName="/ppt/tags/tag841.xml" ContentType="application/vnd.openxmlformats-officedocument.presentationml.tags+xml"/>
  <Override PartName="/ppt/tags/tag842.xml" ContentType="application/vnd.openxmlformats-officedocument.presentationml.tags+xml"/>
  <Override PartName="/ppt/tags/tag843.xml" ContentType="application/vnd.openxmlformats-officedocument.presentationml.tags+xml"/>
  <Override PartName="/ppt/tags/tag844.xml" ContentType="application/vnd.openxmlformats-officedocument.presentationml.tags+xml"/>
  <Override PartName="/ppt/tags/tag845.xml" ContentType="application/vnd.openxmlformats-officedocument.presentationml.tags+xml"/>
  <Override PartName="/ppt/tags/tag846.xml" ContentType="application/vnd.openxmlformats-officedocument.presentationml.tags+xml"/>
  <Override PartName="/ppt/tags/tag847.xml" ContentType="application/vnd.openxmlformats-officedocument.presentationml.tags+xml"/>
  <Override PartName="/ppt/notesSlides/notesSlide52.xml" ContentType="application/vnd.openxmlformats-officedocument.presentationml.notesSlide+xml"/>
  <Override PartName="/ppt/tags/tag848.xml" ContentType="application/vnd.openxmlformats-officedocument.presentationml.tags+xml"/>
  <Override PartName="/ppt/tags/tag849.xml" ContentType="application/vnd.openxmlformats-officedocument.presentationml.tags+xml"/>
  <Override PartName="/ppt/tags/tag850.xml" ContentType="application/vnd.openxmlformats-officedocument.presentationml.tags+xml"/>
  <Override PartName="/ppt/tags/tag851.xml" ContentType="application/vnd.openxmlformats-officedocument.presentationml.tags+xml"/>
  <Override PartName="/ppt/tags/tag852.xml" ContentType="application/vnd.openxmlformats-officedocument.presentationml.tags+xml"/>
  <Override PartName="/ppt/tags/tag853.xml" ContentType="application/vnd.openxmlformats-officedocument.presentationml.tags+xml"/>
  <Override PartName="/ppt/tags/tag854.xml" ContentType="application/vnd.openxmlformats-officedocument.presentationml.tags+xml"/>
  <Override PartName="/ppt/tags/tag855.xml" ContentType="application/vnd.openxmlformats-officedocument.presentationml.tags+xml"/>
  <Override PartName="/ppt/tags/tag856.xml" ContentType="application/vnd.openxmlformats-officedocument.presentationml.tags+xml"/>
  <Override PartName="/ppt/tags/tag857.xml" ContentType="application/vnd.openxmlformats-officedocument.presentationml.tags+xml"/>
  <Override PartName="/ppt/tags/tag858.xml" ContentType="application/vnd.openxmlformats-officedocument.presentationml.tags+xml"/>
  <Override PartName="/ppt/tags/tag859.xml" ContentType="application/vnd.openxmlformats-officedocument.presentationml.tags+xml"/>
  <Override PartName="/ppt/tags/tag860.xml" ContentType="application/vnd.openxmlformats-officedocument.presentationml.tags+xml"/>
  <Override PartName="/ppt/tags/tag861.xml" ContentType="application/vnd.openxmlformats-officedocument.presentationml.tags+xml"/>
  <Override PartName="/ppt/tags/tag862.xml" ContentType="application/vnd.openxmlformats-officedocument.presentationml.tags+xml"/>
  <Override PartName="/ppt/tags/tag863.xml" ContentType="application/vnd.openxmlformats-officedocument.presentationml.tags+xml"/>
  <Override PartName="/ppt/notesSlides/notesSlide53.xml" ContentType="application/vnd.openxmlformats-officedocument.presentationml.notesSlide+xml"/>
  <Override PartName="/ppt/tags/tag864.xml" ContentType="application/vnd.openxmlformats-officedocument.presentationml.tags+xml"/>
  <Override PartName="/ppt/tags/tag865.xml" ContentType="application/vnd.openxmlformats-officedocument.presentationml.tags+xml"/>
  <Override PartName="/ppt/tags/tag866.xml" ContentType="application/vnd.openxmlformats-officedocument.presentationml.tags+xml"/>
  <Override PartName="/ppt/tags/tag867.xml" ContentType="application/vnd.openxmlformats-officedocument.presentationml.tags+xml"/>
  <Override PartName="/ppt/tags/tag868.xml" ContentType="application/vnd.openxmlformats-officedocument.presentationml.tags+xml"/>
  <Override PartName="/ppt/tags/tag869.xml" ContentType="application/vnd.openxmlformats-officedocument.presentationml.tags+xml"/>
  <Override PartName="/ppt/tags/tag870.xml" ContentType="application/vnd.openxmlformats-officedocument.presentationml.tags+xml"/>
  <Override PartName="/ppt/notesSlides/notesSlide54.xml" ContentType="application/vnd.openxmlformats-officedocument.presentationml.notesSlide+xml"/>
  <Override PartName="/ppt/tags/tag871.xml" ContentType="application/vnd.openxmlformats-officedocument.presentationml.tags+xml"/>
  <Override PartName="/ppt/tags/tag872.xml" ContentType="application/vnd.openxmlformats-officedocument.presentationml.tags+xml"/>
  <Override PartName="/ppt/tags/tag873.xml" ContentType="application/vnd.openxmlformats-officedocument.presentationml.tags+xml"/>
  <Override PartName="/ppt/tags/tag874.xml" ContentType="application/vnd.openxmlformats-officedocument.presentationml.tags+xml"/>
  <Override PartName="/ppt/tags/tag875.xml" ContentType="application/vnd.openxmlformats-officedocument.presentationml.tags+xml"/>
  <Override PartName="/ppt/tags/tag876.xml" ContentType="application/vnd.openxmlformats-officedocument.presentationml.tags+xml"/>
  <Override PartName="/ppt/tags/tag877.xml" ContentType="application/vnd.openxmlformats-officedocument.presentationml.tags+xml"/>
  <Override PartName="/ppt/tags/tag878.xml" ContentType="application/vnd.openxmlformats-officedocument.presentationml.tags+xml"/>
  <Override PartName="/ppt/notesSlides/notesSlide55.xml" ContentType="application/vnd.openxmlformats-officedocument.presentationml.notesSlide+xml"/>
  <Override PartName="/ppt/tags/tag879.xml" ContentType="application/vnd.openxmlformats-officedocument.presentationml.tags+xml"/>
  <Override PartName="/ppt/tags/tag880.xml" ContentType="application/vnd.openxmlformats-officedocument.presentationml.tags+xml"/>
  <Override PartName="/ppt/tags/tag881.xml" ContentType="application/vnd.openxmlformats-officedocument.presentationml.tags+xml"/>
  <Override PartName="/ppt/tags/tag882.xml" ContentType="application/vnd.openxmlformats-officedocument.presentationml.tags+xml"/>
  <Override PartName="/ppt/tags/tag883.xml" ContentType="application/vnd.openxmlformats-officedocument.presentationml.tags+xml"/>
  <Override PartName="/ppt/tags/tag884.xml" ContentType="application/vnd.openxmlformats-officedocument.presentationml.tags+xml"/>
  <Override PartName="/ppt/tags/tag885.xml" ContentType="application/vnd.openxmlformats-officedocument.presentationml.tags+xml"/>
  <Override PartName="/ppt/tags/tag886.xml" ContentType="application/vnd.openxmlformats-officedocument.presentationml.tags+xml"/>
  <Override PartName="/ppt/tags/tag887.xml" ContentType="application/vnd.openxmlformats-officedocument.presentationml.tags+xml"/>
  <Override PartName="/ppt/notesSlides/notesSlide56.xml" ContentType="application/vnd.openxmlformats-officedocument.presentationml.notesSlide+xml"/>
  <Override PartName="/ppt/tags/tag888.xml" ContentType="application/vnd.openxmlformats-officedocument.presentationml.tags+xml"/>
  <Override PartName="/ppt/tags/tag889.xml" ContentType="application/vnd.openxmlformats-officedocument.presentationml.tags+xml"/>
  <Override PartName="/ppt/tags/tag890.xml" ContentType="application/vnd.openxmlformats-officedocument.presentationml.tags+xml"/>
  <Override PartName="/ppt/tags/tag891.xml" ContentType="application/vnd.openxmlformats-officedocument.presentationml.tags+xml"/>
  <Override PartName="/ppt/tags/tag892.xml" ContentType="application/vnd.openxmlformats-officedocument.presentationml.tags+xml"/>
  <Override PartName="/ppt/tags/tag893.xml" ContentType="application/vnd.openxmlformats-officedocument.presentationml.tags+xml"/>
  <Override PartName="/ppt/tags/tag894.xml" ContentType="application/vnd.openxmlformats-officedocument.presentationml.tags+xml"/>
  <Override PartName="/ppt/tags/tag895.xml" ContentType="application/vnd.openxmlformats-officedocument.presentationml.tags+xml"/>
  <Override PartName="/ppt/tags/tag896.xml" ContentType="application/vnd.openxmlformats-officedocument.presentationml.tags+xml"/>
  <Override PartName="/ppt/tags/tag897.xml" ContentType="application/vnd.openxmlformats-officedocument.presentationml.tags+xml"/>
  <Override PartName="/ppt/notesSlides/notesSlide57.xml" ContentType="application/vnd.openxmlformats-officedocument.presentationml.notesSlide+xml"/>
  <Override PartName="/ppt/tags/tag898.xml" ContentType="application/vnd.openxmlformats-officedocument.presentationml.tags+xml"/>
  <Override PartName="/ppt/notesSlides/notesSlide58.xml" ContentType="application/vnd.openxmlformats-officedocument.presentationml.notesSlide+xml"/>
  <Override PartName="/ppt/tags/tag899.xml" ContentType="application/vnd.openxmlformats-officedocument.presentationml.tags+xml"/>
  <Override PartName="/ppt/notesSlides/notesSlide59.xml" ContentType="application/vnd.openxmlformats-officedocument.presentationml.notesSlide+xml"/>
  <Override PartName="/ppt/tags/tag900.xml" ContentType="application/vnd.openxmlformats-officedocument.presentationml.tags+xml"/>
  <Override PartName="/ppt/tags/tag901.xml" ContentType="application/vnd.openxmlformats-officedocument.presentationml.tags+xml"/>
  <Override PartName="/ppt/tags/tag902.xml" ContentType="application/vnd.openxmlformats-officedocument.presentationml.tags+xml"/>
  <Override PartName="/ppt/tags/tag903.xml" ContentType="application/vnd.openxmlformats-officedocument.presentationml.tags+xml"/>
  <Override PartName="/ppt/tags/tag904.xml" ContentType="application/vnd.openxmlformats-officedocument.presentationml.tags+xml"/>
  <Override PartName="/ppt/tags/tag905.xml" ContentType="application/vnd.openxmlformats-officedocument.presentationml.tags+xml"/>
  <Override PartName="/ppt/tags/tag906.xml" ContentType="application/vnd.openxmlformats-officedocument.presentationml.tags+xml"/>
  <Override PartName="/ppt/tags/tag907.xml" ContentType="application/vnd.openxmlformats-officedocument.presentationml.tags+xml"/>
  <Override PartName="/ppt/tags/tag908.xml" ContentType="application/vnd.openxmlformats-officedocument.presentationml.tags+xml"/>
  <Override PartName="/ppt/tags/tag909.xml" ContentType="application/vnd.openxmlformats-officedocument.presentationml.tags+xml"/>
  <Override PartName="/ppt/tags/tag910.xml" ContentType="application/vnd.openxmlformats-officedocument.presentationml.tags+xml"/>
  <Override PartName="/ppt/tags/tag911.xml" ContentType="application/vnd.openxmlformats-officedocument.presentationml.tags+xml"/>
  <Override PartName="/ppt/notesSlides/notesSlide60.xml" ContentType="application/vnd.openxmlformats-officedocument.presentationml.notesSlide+xml"/>
  <Override PartName="/ppt/tags/tag912.xml" ContentType="application/vnd.openxmlformats-officedocument.presentationml.tags+xml"/>
  <Override PartName="/ppt/tags/tag913.xml" ContentType="application/vnd.openxmlformats-officedocument.presentationml.tags+xml"/>
  <Override PartName="/ppt/tags/tag914.xml" ContentType="application/vnd.openxmlformats-officedocument.presentationml.tags+xml"/>
  <Override PartName="/ppt/tags/tag915.xml" ContentType="application/vnd.openxmlformats-officedocument.presentationml.tags+xml"/>
  <Override PartName="/ppt/tags/tag916.xml" ContentType="application/vnd.openxmlformats-officedocument.presentationml.tags+xml"/>
  <Override PartName="/ppt/tags/tag917.xml" ContentType="application/vnd.openxmlformats-officedocument.presentationml.tags+xml"/>
  <Override PartName="/ppt/tags/tag918.xml" ContentType="application/vnd.openxmlformats-officedocument.presentationml.tags+xml"/>
  <Override PartName="/ppt/tags/tag919.xml" ContentType="application/vnd.openxmlformats-officedocument.presentationml.tags+xml"/>
  <Override PartName="/ppt/tags/tag920.xml" ContentType="application/vnd.openxmlformats-officedocument.presentationml.tags+xml"/>
  <Override PartName="/ppt/tags/tag921.xml" ContentType="application/vnd.openxmlformats-officedocument.presentationml.tags+xml"/>
  <Override PartName="/ppt/tags/tag922.xml" ContentType="application/vnd.openxmlformats-officedocument.presentationml.tags+xml"/>
  <Override PartName="/ppt/tags/tag923.xml" ContentType="application/vnd.openxmlformats-officedocument.presentationml.tags+xml"/>
  <Override PartName="/ppt/tags/tag924.xml" ContentType="application/vnd.openxmlformats-officedocument.presentationml.tags+xml"/>
  <Override PartName="/ppt/tags/tag925.xml" ContentType="application/vnd.openxmlformats-officedocument.presentationml.tags+xml"/>
  <Override PartName="/ppt/tags/tag926.xml" ContentType="application/vnd.openxmlformats-officedocument.presentationml.tags+xml"/>
  <Override PartName="/ppt/tags/tag927.xml" ContentType="application/vnd.openxmlformats-officedocument.presentationml.tags+xml"/>
  <Override PartName="/ppt/tags/tag928.xml" ContentType="application/vnd.openxmlformats-officedocument.presentationml.tags+xml"/>
  <Override PartName="/ppt/tags/tag929.xml" ContentType="application/vnd.openxmlformats-officedocument.presentationml.tags+xml"/>
  <Override PartName="/ppt/tags/tag930.xml" ContentType="application/vnd.openxmlformats-officedocument.presentationml.tags+xml"/>
  <Override PartName="/ppt/tags/tag931.xml" ContentType="application/vnd.openxmlformats-officedocument.presentationml.tags+xml"/>
  <Override PartName="/ppt/tags/tag932.xml" ContentType="application/vnd.openxmlformats-officedocument.presentationml.tags+xml"/>
  <Override PartName="/ppt/tags/tag933.xml" ContentType="application/vnd.openxmlformats-officedocument.presentationml.tags+xml"/>
  <Override PartName="/ppt/tags/tag934.xml" ContentType="application/vnd.openxmlformats-officedocument.presentationml.tags+xml"/>
  <Override PartName="/ppt/notesSlides/notesSlide61.xml" ContentType="application/vnd.openxmlformats-officedocument.presentationml.notesSlide+xml"/>
  <Override PartName="/ppt/tags/tag935.xml" ContentType="application/vnd.openxmlformats-officedocument.presentationml.tags+xml"/>
  <Override PartName="/ppt/tags/tag936.xml" ContentType="application/vnd.openxmlformats-officedocument.presentationml.tags+xml"/>
  <Override PartName="/ppt/tags/tag937.xml" ContentType="application/vnd.openxmlformats-officedocument.presentationml.tags+xml"/>
  <Override PartName="/ppt/tags/tag938.xml" ContentType="application/vnd.openxmlformats-officedocument.presentationml.tags+xml"/>
  <Override PartName="/ppt/tags/tag939.xml" ContentType="application/vnd.openxmlformats-officedocument.presentationml.tags+xml"/>
  <Override PartName="/ppt/tags/tag940.xml" ContentType="application/vnd.openxmlformats-officedocument.presentationml.tags+xml"/>
  <Override PartName="/ppt/tags/tag941.xml" ContentType="application/vnd.openxmlformats-officedocument.presentationml.tags+xml"/>
  <Override PartName="/ppt/tags/tag942.xml" ContentType="application/vnd.openxmlformats-officedocument.presentationml.tags+xml"/>
  <Override PartName="/ppt/tags/tag943.xml" ContentType="application/vnd.openxmlformats-officedocument.presentationml.tags+xml"/>
  <Override PartName="/ppt/tags/tag944.xml" ContentType="application/vnd.openxmlformats-officedocument.presentationml.tags+xml"/>
  <Override PartName="/ppt/tags/tag945.xml" ContentType="application/vnd.openxmlformats-officedocument.presentationml.tags+xml"/>
  <Override PartName="/ppt/tags/tag946.xml" ContentType="application/vnd.openxmlformats-officedocument.presentationml.tags+xml"/>
  <Override PartName="/ppt/notesSlides/notesSlide62.xml" ContentType="application/vnd.openxmlformats-officedocument.presentationml.notesSlide+xml"/>
  <Override PartName="/ppt/tags/tag947.xml" ContentType="application/vnd.openxmlformats-officedocument.presentationml.tags+xml"/>
  <Override PartName="/ppt/tags/tag948.xml" ContentType="application/vnd.openxmlformats-officedocument.presentationml.tags+xml"/>
  <Override PartName="/ppt/tags/tag949.xml" ContentType="application/vnd.openxmlformats-officedocument.presentationml.tags+xml"/>
  <Override PartName="/ppt/tags/tag950.xml" ContentType="application/vnd.openxmlformats-officedocument.presentationml.tags+xml"/>
  <Override PartName="/ppt/tags/tag951.xml" ContentType="application/vnd.openxmlformats-officedocument.presentationml.tags+xml"/>
  <Override PartName="/ppt/tags/tag952.xml" ContentType="application/vnd.openxmlformats-officedocument.presentationml.tags+xml"/>
  <Override PartName="/ppt/tags/tag953.xml" ContentType="application/vnd.openxmlformats-officedocument.presentationml.tags+xml"/>
  <Override PartName="/ppt/tags/tag954.xml" ContentType="application/vnd.openxmlformats-officedocument.presentationml.tags+xml"/>
  <Override PartName="/ppt/tags/tag955.xml" ContentType="application/vnd.openxmlformats-officedocument.presentationml.tags+xml"/>
  <Override PartName="/ppt/tags/tag956.xml" ContentType="application/vnd.openxmlformats-officedocument.presentationml.tags+xml"/>
  <Override PartName="/ppt/tags/tag957.xml" ContentType="application/vnd.openxmlformats-officedocument.presentationml.tags+xml"/>
  <Override PartName="/ppt/tags/tag958.xml" ContentType="application/vnd.openxmlformats-officedocument.presentationml.tags+xml"/>
  <Override PartName="/ppt/tags/tag959.xml" ContentType="application/vnd.openxmlformats-officedocument.presentationml.tags+xml"/>
  <Override PartName="/ppt/tags/tag960.xml" ContentType="application/vnd.openxmlformats-officedocument.presentationml.tags+xml"/>
  <Override PartName="/ppt/tags/tag961.xml" ContentType="application/vnd.openxmlformats-officedocument.presentationml.tags+xml"/>
  <Override PartName="/ppt/notesSlides/notesSlide63.xml" ContentType="application/vnd.openxmlformats-officedocument.presentationml.notesSlide+xml"/>
  <Override PartName="/ppt/tags/tag962.xml" ContentType="application/vnd.openxmlformats-officedocument.presentationml.tags+xml"/>
  <Override PartName="/ppt/tags/tag963.xml" ContentType="application/vnd.openxmlformats-officedocument.presentationml.tags+xml"/>
  <Override PartName="/ppt/tags/tag964.xml" ContentType="application/vnd.openxmlformats-officedocument.presentationml.tags+xml"/>
  <Override PartName="/ppt/tags/tag965.xml" ContentType="application/vnd.openxmlformats-officedocument.presentationml.tags+xml"/>
  <Override PartName="/ppt/tags/tag966.xml" ContentType="application/vnd.openxmlformats-officedocument.presentationml.tags+xml"/>
  <Override PartName="/ppt/tags/tag967.xml" ContentType="application/vnd.openxmlformats-officedocument.presentationml.tags+xml"/>
  <Override PartName="/ppt/tags/tag968.xml" ContentType="application/vnd.openxmlformats-officedocument.presentationml.tags+xml"/>
  <Override PartName="/ppt/tags/tag969.xml" ContentType="application/vnd.openxmlformats-officedocument.presentationml.tags+xml"/>
  <Override PartName="/ppt/tags/tag970.xml" ContentType="application/vnd.openxmlformats-officedocument.presentationml.tags+xml"/>
  <Override PartName="/ppt/tags/tag971.xml" ContentType="application/vnd.openxmlformats-officedocument.presentationml.tags+xml"/>
  <Override PartName="/ppt/tags/tag972.xml" ContentType="application/vnd.openxmlformats-officedocument.presentationml.tags+xml"/>
  <Override PartName="/ppt/tags/tag973.xml" ContentType="application/vnd.openxmlformats-officedocument.presentationml.tags+xml"/>
  <Override PartName="/ppt/tags/tag974.xml" ContentType="application/vnd.openxmlformats-officedocument.presentationml.tags+xml"/>
  <Override PartName="/ppt/tags/tag975.xml" ContentType="application/vnd.openxmlformats-officedocument.presentationml.tags+xml"/>
  <Override PartName="/ppt/tags/tag976.xml" ContentType="application/vnd.openxmlformats-officedocument.presentationml.tags+xml"/>
  <Override PartName="/ppt/tags/tag977.xml" ContentType="application/vnd.openxmlformats-officedocument.presentationml.tags+xml"/>
  <Override PartName="/ppt/tags/tag978.xml" ContentType="application/vnd.openxmlformats-officedocument.presentationml.tags+xml"/>
  <Override PartName="/ppt/tags/tag979.xml" ContentType="application/vnd.openxmlformats-officedocument.presentationml.tags+xml"/>
  <Override PartName="/ppt/tags/tag980.xml" ContentType="application/vnd.openxmlformats-officedocument.presentationml.tags+xml"/>
  <Override PartName="/ppt/tags/tag981.xml" ContentType="application/vnd.openxmlformats-officedocument.presentationml.tags+xml"/>
  <Override PartName="/ppt/tags/tag982.xml" ContentType="application/vnd.openxmlformats-officedocument.presentationml.tags+xml"/>
  <Override PartName="/ppt/tags/tag983.xml" ContentType="application/vnd.openxmlformats-officedocument.presentationml.tags+xml"/>
  <Override PartName="/ppt/tags/tag984.xml" ContentType="application/vnd.openxmlformats-officedocument.presentationml.tags+xml"/>
  <Override PartName="/ppt/tags/tag985.xml" ContentType="application/vnd.openxmlformats-officedocument.presentationml.tags+xml"/>
  <Override PartName="/ppt/tags/tag986.xml" ContentType="application/vnd.openxmlformats-officedocument.presentationml.tags+xml"/>
  <Override PartName="/ppt/tags/tag987.xml" ContentType="application/vnd.openxmlformats-officedocument.presentationml.tags+xml"/>
  <Override PartName="/ppt/tags/tag988.xml" ContentType="application/vnd.openxmlformats-officedocument.presentationml.tags+xml"/>
  <Override PartName="/ppt/tags/tag989.xml" ContentType="application/vnd.openxmlformats-officedocument.presentationml.tags+xml"/>
  <Override PartName="/ppt/tags/tag990.xml" ContentType="application/vnd.openxmlformats-officedocument.presentationml.tags+xml"/>
  <Override PartName="/ppt/tags/tag991.xml" ContentType="application/vnd.openxmlformats-officedocument.presentationml.tags+xml"/>
  <Override PartName="/ppt/notesSlides/notesSlide64.xml" ContentType="application/vnd.openxmlformats-officedocument.presentationml.notesSlide+xml"/>
  <Override PartName="/ppt/tags/tag992.xml" ContentType="application/vnd.openxmlformats-officedocument.presentationml.tags+xml"/>
  <Override PartName="/ppt/tags/tag993.xml" ContentType="application/vnd.openxmlformats-officedocument.presentationml.tags+xml"/>
  <Override PartName="/ppt/tags/tag994.xml" ContentType="application/vnd.openxmlformats-officedocument.presentationml.tags+xml"/>
  <Override PartName="/ppt/tags/tag995.xml" ContentType="application/vnd.openxmlformats-officedocument.presentationml.tags+xml"/>
  <Override PartName="/ppt/tags/tag996.xml" ContentType="application/vnd.openxmlformats-officedocument.presentationml.tags+xml"/>
  <Override PartName="/ppt/tags/tag997.xml" ContentType="application/vnd.openxmlformats-officedocument.presentationml.tags+xml"/>
  <Override PartName="/ppt/tags/tag998.xml" ContentType="application/vnd.openxmlformats-officedocument.presentationml.tags+xml"/>
  <Override PartName="/ppt/tags/tag999.xml" ContentType="application/vnd.openxmlformats-officedocument.presentationml.tags+xml"/>
  <Override PartName="/ppt/tags/tag1000.xml" ContentType="application/vnd.openxmlformats-officedocument.presentationml.tags+xml"/>
  <Override PartName="/ppt/tags/tag1001.xml" ContentType="application/vnd.openxmlformats-officedocument.presentationml.tags+xml"/>
  <Override PartName="/ppt/tags/tag1002.xml" ContentType="application/vnd.openxmlformats-officedocument.presentationml.tags+xml"/>
  <Override PartName="/ppt/tags/tag1003.xml" ContentType="application/vnd.openxmlformats-officedocument.presentationml.tags+xml"/>
  <Override PartName="/ppt/tags/tag1004.xml" ContentType="application/vnd.openxmlformats-officedocument.presentationml.tags+xml"/>
  <Override PartName="/ppt/tags/tag1005.xml" ContentType="application/vnd.openxmlformats-officedocument.presentationml.tags+xml"/>
  <Override PartName="/ppt/tags/tag1006.xml" ContentType="application/vnd.openxmlformats-officedocument.presentationml.tags+xml"/>
  <Override PartName="/ppt/tags/tag1007.xml" ContentType="application/vnd.openxmlformats-officedocument.presentationml.tags+xml"/>
  <Override PartName="/ppt/tags/tag1008.xml" ContentType="application/vnd.openxmlformats-officedocument.presentationml.tags+xml"/>
  <Override PartName="/ppt/tags/tag1009.xml" ContentType="application/vnd.openxmlformats-officedocument.presentationml.tags+xml"/>
  <Override PartName="/ppt/tags/tag1010.xml" ContentType="application/vnd.openxmlformats-officedocument.presentationml.tags+xml"/>
  <Override PartName="/ppt/tags/tag1011.xml" ContentType="application/vnd.openxmlformats-officedocument.presentationml.tags+xml"/>
  <Override PartName="/ppt/tags/tag1012.xml" ContentType="application/vnd.openxmlformats-officedocument.presentationml.tags+xml"/>
  <Override PartName="/ppt/tags/tag1013.xml" ContentType="application/vnd.openxmlformats-officedocument.presentationml.tags+xml"/>
  <Override PartName="/ppt/tags/tag1014.xml" ContentType="application/vnd.openxmlformats-officedocument.presentationml.tags+xml"/>
  <Override PartName="/ppt/tags/tag1015.xml" ContentType="application/vnd.openxmlformats-officedocument.presentationml.tags+xml"/>
  <Override PartName="/ppt/tags/tag1016.xml" ContentType="application/vnd.openxmlformats-officedocument.presentationml.tags+xml"/>
  <Override PartName="/ppt/tags/tag1017.xml" ContentType="application/vnd.openxmlformats-officedocument.presentationml.tags+xml"/>
  <Override PartName="/ppt/tags/tag1018.xml" ContentType="application/vnd.openxmlformats-officedocument.presentationml.tags+xml"/>
  <Override PartName="/ppt/tags/tag1019.xml" ContentType="application/vnd.openxmlformats-officedocument.presentationml.tags+xml"/>
  <Override PartName="/ppt/tags/tag1020.xml" ContentType="application/vnd.openxmlformats-officedocument.presentationml.tags+xml"/>
  <Override PartName="/ppt/tags/tag1021.xml" ContentType="application/vnd.openxmlformats-officedocument.presentationml.tags+xml"/>
  <Override PartName="/ppt/tags/tag1022.xml" ContentType="application/vnd.openxmlformats-officedocument.presentationml.tags+xml"/>
  <Override PartName="/ppt/tags/tag1023.xml" ContentType="application/vnd.openxmlformats-officedocument.presentationml.tags+xml"/>
  <Override PartName="/ppt/tags/tag1024.xml" ContentType="application/vnd.openxmlformats-officedocument.presentationml.tags+xml"/>
  <Override PartName="/ppt/tags/tag1025.xml" ContentType="application/vnd.openxmlformats-officedocument.presentationml.tags+xml"/>
  <Override PartName="/ppt/notesSlides/notesSlide65.xml" ContentType="application/vnd.openxmlformats-officedocument.presentationml.notesSlide+xml"/>
  <Override PartName="/ppt/tags/tag1026.xml" ContentType="application/vnd.openxmlformats-officedocument.presentationml.tags+xml"/>
  <Override PartName="/ppt/notesSlides/notesSlide66.xml" ContentType="application/vnd.openxmlformats-officedocument.presentationml.notesSlide+xml"/>
  <Override PartName="/ppt/tags/tag1027.xml" ContentType="application/vnd.openxmlformats-officedocument.presentationml.tags+xml"/>
  <Override PartName="/ppt/notesSlides/notesSlide67.xml" ContentType="application/vnd.openxmlformats-officedocument.presentationml.notesSlide+xml"/>
  <Override PartName="/ppt/tags/tag1028.xml" ContentType="application/vnd.openxmlformats-officedocument.presentationml.tags+xml"/>
  <Override PartName="/ppt/tags/tag1029.xml" ContentType="application/vnd.openxmlformats-officedocument.presentationml.tags+xml"/>
  <Override PartName="/ppt/tags/tag1030.xml" ContentType="application/vnd.openxmlformats-officedocument.presentationml.tags+xml"/>
  <Override PartName="/ppt/tags/tag1031.xml" ContentType="application/vnd.openxmlformats-officedocument.presentationml.tags+xml"/>
  <Override PartName="/ppt/tags/tag1032.xml" ContentType="application/vnd.openxmlformats-officedocument.presentationml.tags+xml"/>
  <Override PartName="/ppt/tags/tag1033.xml" ContentType="application/vnd.openxmlformats-officedocument.presentationml.tags+xml"/>
  <Override PartName="/ppt/tags/tag1034.xml" ContentType="application/vnd.openxmlformats-officedocument.presentationml.tags+xml"/>
  <Override PartName="/ppt/tags/tag1035.xml" ContentType="application/vnd.openxmlformats-officedocument.presentationml.tags+xml"/>
  <Override PartName="/ppt/tags/tag1036.xml" ContentType="application/vnd.openxmlformats-officedocument.presentationml.tags+xml"/>
  <Override PartName="/ppt/tags/tag1037.xml" ContentType="application/vnd.openxmlformats-officedocument.presentationml.tags+xml"/>
  <Override PartName="/ppt/tags/tag1038.xml" ContentType="application/vnd.openxmlformats-officedocument.presentationml.tags+xml"/>
  <Override PartName="/ppt/notesSlides/notesSlide68.xml" ContentType="application/vnd.openxmlformats-officedocument.presentationml.notesSlide+xml"/>
  <Override PartName="/ppt/tags/tag1039.xml" ContentType="application/vnd.openxmlformats-officedocument.presentationml.tags+xml"/>
  <Override PartName="/ppt/tags/tag1040.xml" ContentType="application/vnd.openxmlformats-officedocument.presentationml.tags+xml"/>
  <Override PartName="/ppt/tags/tag1041.xml" ContentType="application/vnd.openxmlformats-officedocument.presentationml.tags+xml"/>
  <Override PartName="/ppt/tags/tag1042.xml" ContentType="application/vnd.openxmlformats-officedocument.presentationml.tags+xml"/>
  <Override PartName="/ppt/tags/tag1043.xml" ContentType="application/vnd.openxmlformats-officedocument.presentationml.tags+xml"/>
  <Override PartName="/ppt/tags/tag1044.xml" ContentType="application/vnd.openxmlformats-officedocument.presentationml.tags+xml"/>
  <Override PartName="/ppt/tags/tag1045.xml" ContentType="application/vnd.openxmlformats-officedocument.presentationml.tags+xml"/>
  <Override PartName="/ppt/tags/tag1046.xml" ContentType="application/vnd.openxmlformats-officedocument.presentationml.tags+xml"/>
  <Override PartName="/ppt/tags/tag1047.xml" ContentType="application/vnd.openxmlformats-officedocument.presentationml.tags+xml"/>
  <Override PartName="/ppt/tags/tag1048.xml" ContentType="application/vnd.openxmlformats-officedocument.presentationml.tags+xml"/>
  <Override PartName="/ppt/tags/tag1049.xml" ContentType="application/vnd.openxmlformats-officedocument.presentationml.tags+xml"/>
  <Override PartName="/ppt/tags/tag1050.xml" ContentType="application/vnd.openxmlformats-officedocument.presentationml.tags+xml"/>
  <Override PartName="/ppt/tags/tag1051.xml" ContentType="application/vnd.openxmlformats-officedocument.presentationml.tags+xml"/>
  <Override PartName="/ppt/tags/tag1052.xml" ContentType="application/vnd.openxmlformats-officedocument.presentationml.tags+xml"/>
  <Override PartName="/ppt/tags/tag1053.xml" ContentType="application/vnd.openxmlformats-officedocument.presentationml.tags+xml"/>
  <Override PartName="/ppt/tags/tag1054.xml" ContentType="application/vnd.openxmlformats-officedocument.presentationml.tags+xml"/>
  <Override PartName="/ppt/tags/tag1055.xml" ContentType="application/vnd.openxmlformats-officedocument.presentationml.tags+xml"/>
  <Override PartName="/ppt/notesSlides/notesSlide69.xml" ContentType="application/vnd.openxmlformats-officedocument.presentationml.notesSlide+xml"/>
  <Override PartName="/ppt/tags/tag1056.xml" ContentType="application/vnd.openxmlformats-officedocument.presentationml.tags+xml"/>
  <Override PartName="/ppt/tags/tag1057.xml" ContentType="application/vnd.openxmlformats-officedocument.presentationml.tags+xml"/>
  <Override PartName="/ppt/tags/tag1058.xml" ContentType="application/vnd.openxmlformats-officedocument.presentationml.tags+xml"/>
  <Override PartName="/ppt/tags/tag1059.xml" ContentType="application/vnd.openxmlformats-officedocument.presentationml.tags+xml"/>
  <Override PartName="/ppt/tags/tag1060.xml" ContentType="application/vnd.openxmlformats-officedocument.presentationml.tags+xml"/>
  <Override PartName="/ppt/tags/tag1061.xml" ContentType="application/vnd.openxmlformats-officedocument.presentationml.tags+xml"/>
  <Override PartName="/ppt/tags/tag1062.xml" ContentType="application/vnd.openxmlformats-officedocument.presentationml.tags+xml"/>
  <Override PartName="/ppt/tags/tag1063.xml" ContentType="application/vnd.openxmlformats-officedocument.presentationml.tags+xml"/>
  <Override PartName="/ppt/tags/tag1064.xml" ContentType="application/vnd.openxmlformats-officedocument.presentationml.tags+xml"/>
  <Override PartName="/ppt/tags/tag1065.xml" ContentType="application/vnd.openxmlformats-officedocument.presentationml.tags+xml"/>
  <Override PartName="/ppt/tags/tag1066.xml" ContentType="application/vnd.openxmlformats-officedocument.presentationml.tags+xml"/>
  <Override PartName="/ppt/tags/tag1067.xml" ContentType="application/vnd.openxmlformats-officedocument.presentationml.tags+xml"/>
  <Override PartName="/ppt/tags/tag1068.xml" ContentType="application/vnd.openxmlformats-officedocument.presentationml.tags+xml"/>
  <Override PartName="/ppt/tags/tag1069.xml" ContentType="application/vnd.openxmlformats-officedocument.presentationml.tags+xml"/>
  <Override PartName="/ppt/tags/tag1070.xml" ContentType="application/vnd.openxmlformats-officedocument.presentationml.tags+xml"/>
  <Override PartName="/ppt/tags/tag1071.xml" ContentType="application/vnd.openxmlformats-officedocument.presentationml.tags+xml"/>
  <Override PartName="/ppt/tags/tag1072.xml" ContentType="application/vnd.openxmlformats-officedocument.presentationml.tags+xml"/>
  <Override PartName="/ppt/tags/tag1073.xml" ContentType="application/vnd.openxmlformats-officedocument.presentationml.tags+xml"/>
  <Override PartName="/ppt/tags/tag1074.xml" ContentType="application/vnd.openxmlformats-officedocument.presentationml.tags+xml"/>
  <Override PartName="/ppt/tags/tag1075.xml" ContentType="application/vnd.openxmlformats-officedocument.presentationml.tags+xml"/>
  <Override PartName="/ppt/tags/tag1076.xml" ContentType="application/vnd.openxmlformats-officedocument.presentationml.tags+xml"/>
  <Override PartName="/ppt/tags/tag1077.xml" ContentType="application/vnd.openxmlformats-officedocument.presentationml.tags+xml"/>
  <Override PartName="/ppt/tags/tag1078.xml" ContentType="application/vnd.openxmlformats-officedocument.presentationml.tags+xml"/>
  <Override PartName="/ppt/notesSlides/notesSlide70.xml" ContentType="application/vnd.openxmlformats-officedocument.presentationml.notesSlide+xml"/>
  <Override PartName="/ppt/tags/tag1079.xml" ContentType="application/vnd.openxmlformats-officedocument.presentationml.tags+xml"/>
  <Override PartName="/ppt/tags/tag1080.xml" ContentType="application/vnd.openxmlformats-officedocument.presentationml.tags+xml"/>
  <Override PartName="/ppt/tags/tag1081.xml" ContentType="application/vnd.openxmlformats-officedocument.presentationml.tags+xml"/>
  <Override PartName="/ppt/tags/tag1082.xml" ContentType="application/vnd.openxmlformats-officedocument.presentationml.tags+xml"/>
  <Override PartName="/ppt/tags/tag1083.xml" ContentType="application/vnd.openxmlformats-officedocument.presentationml.tags+xml"/>
  <Override PartName="/ppt/tags/tag1084.xml" ContentType="application/vnd.openxmlformats-officedocument.presentationml.tags+xml"/>
  <Override PartName="/ppt/tags/tag1085.xml" ContentType="application/vnd.openxmlformats-officedocument.presentationml.tags+xml"/>
  <Override PartName="/ppt/tags/tag1086.xml" ContentType="application/vnd.openxmlformats-officedocument.presentationml.tags+xml"/>
  <Override PartName="/ppt/tags/tag1087.xml" ContentType="application/vnd.openxmlformats-officedocument.presentationml.tags+xml"/>
  <Override PartName="/ppt/tags/tag1088.xml" ContentType="application/vnd.openxmlformats-officedocument.presentationml.tags+xml"/>
  <Override PartName="/ppt/tags/tag1089.xml" ContentType="application/vnd.openxmlformats-officedocument.presentationml.tags+xml"/>
  <Override PartName="/ppt/tags/tag1090.xml" ContentType="application/vnd.openxmlformats-officedocument.presentationml.tags+xml"/>
  <Override PartName="/ppt/tags/tag1091.xml" ContentType="application/vnd.openxmlformats-officedocument.presentationml.tags+xml"/>
  <Override PartName="/ppt/tags/tag1092.xml" ContentType="application/vnd.openxmlformats-officedocument.presentationml.tags+xml"/>
  <Override PartName="/ppt/tags/tag1093.xml" ContentType="application/vnd.openxmlformats-officedocument.presentationml.tags+xml"/>
  <Override PartName="/ppt/tags/tag1094.xml" ContentType="application/vnd.openxmlformats-officedocument.presentationml.tags+xml"/>
  <Override PartName="/ppt/tags/tag1095.xml" ContentType="application/vnd.openxmlformats-officedocument.presentationml.tags+xml"/>
  <Override PartName="/ppt/tags/tag1096.xml" ContentType="application/vnd.openxmlformats-officedocument.presentationml.tags+xml"/>
  <Override PartName="/ppt/tags/tag1097.xml" ContentType="application/vnd.openxmlformats-officedocument.presentationml.tags+xml"/>
  <Override PartName="/ppt/tags/tag1098.xml" ContentType="application/vnd.openxmlformats-officedocument.presentationml.tags+xml"/>
  <Override PartName="/ppt/tags/tag1099.xml" ContentType="application/vnd.openxmlformats-officedocument.presentationml.tags+xml"/>
  <Override PartName="/ppt/tags/tag1100.xml" ContentType="application/vnd.openxmlformats-officedocument.presentationml.tags+xml"/>
  <Override PartName="/ppt/tags/tag1101.xml" ContentType="application/vnd.openxmlformats-officedocument.presentationml.tags+xml"/>
  <Override PartName="/ppt/tags/tag1102.xml" ContentType="application/vnd.openxmlformats-officedocument.presentationml.tags+xml"/>
  <Override PartName="/ppt/tags/tag1103.xml" ContentType="application/vnd.openxmlformats-officedocument.presentationml.tags+xml"/>
  <Override PartName="/ppt/notesSlides/notesSlide71.xml" ContentType="application/vnd.openxmlformats-officedocument.presentationml.notesSlide+xml"/>
  <Override PartName="/ppt/tags/tag1104.xml" ContentType="application/vnd.openxmlformats-officedocument.presentationml.tags+xml"/>
  <Override PartName="/ppt/tags/tag1105.xml" ContentType="application/vnd.openxmlformats-officedocument.presentationml.tags+xml"/>
  <Override PartName="/ppt/tags/tag1106.xml" ContentType="application/vnd.openxmlformats-officedocument.presentationml.tags+xml"/>
  <Override PartName="/ppt/tags/tag1107.xml" ContentType="application/vnd.openxmlformats-officedocument.presentationml.tags+xml"/>
  <Override PartName="/ppt/tags/tag1108.xml" ContentType="application/vnd.openxmlformats-officedocument.presentationml.tags+xml"/>
  <Override PartName="/ppt/tags/tag1109.xml" ContentType="application/vnd.openxmlformats-officedocument.presentationml.tags+xml"/>
  <Override PartName="/ppt/tags/tag1110.xml" ContentType="application/vnd.openxmlformats-officedocument.presentationml.tags+xml"/>
  <Override PartName="/ppt/notesSlides/notesSlide72.xml" ContentType="application/vnd.openxmlformats-officedocument.presentationml.notesSlide+xml"/>
  <Override PartName="/ppt/tags/tag1111.xml" ContentType="application/vnd.openxmlformats-officedocument.presentationml.tags+xml"/>
  <Override PartName="/ppt/tags/tag1112.xml" ContentType="application/vnd.openxmlformats-officedocument.presentationml.tags+xml"/>
  <Override PartName="/ppt/tags/tag1113.xml" ContentType="application/vnd.openxmlformats-officedocument.presentationml.tags+xml"/>
  <Override PartName="/ppt/tags/tag1114.xml" ContentType="application/vnd.openxmlformats-officedocument.presentationml.tags+xml"/>
  <Override PartName="/ppt/tags/tag1115.xml" ContentType="application/vnd.openxmlformats-officedocument.presentationml.tags+xml"/>
  <Override PartName="/ppt/tags/tag1116.xml" ContentType="application/vnd.openxmlformats-officedocument.presentationml.tags+xml"/>
  <Override PartName="/ppt/tags/tag1117.xml" ContentType="application/vnd.openxmlformats-officedocument.presentationml.tags+xml"/>
  <Override PartName="/ppt/tags/tag1118.xml" ContentType="application/vnd.openxmlformats-officedocument.presentationml.tags+xml"/>
  <Override PartName="/ppt/tags/tag1119.xml" ContentType="application/vnd.openxmlformats-officedocument.presentationml.tags+xml"/>
  <Override PartName="/ppt/tags/tag1120.xml" ContentType="application/vnd.openxmlformats-officedocument.presentationml.tags+xml"/>
  <Override PartName="/ppt/tags/tag1121.xml" ContentType="application/vnd.openxmlformats-officedocument.presentationml.tags+xml"/>
  <Override PartName="/ppt/notesSlides/notesSlide73.xml" ContentType="application/vnd.openxmlformats-officedocument.presentationml.notesSlide+xml"/>
  <Override PartName="/ppt/tags/tag1122.xml" ContentType="application/vnd.openxmlformats-officedocument.presentationml.tags+xml"/>
  <Override PartName="/ppt/tags/tag1123.xml" ContentType="application/vnd.openxmlformats-officedocument.presentationml.tags+xml"/>
  <Override PartName="/ppt/tags/tag1124.xml" ContentType="application/vnd.openxmlformats-officedocument.presentationml.tags+xml"/>
  <Override PartName="/ppt/tags/tag1125.xml" ContentType="application/vnd.openxmlformats-officedocument.presentationml.tags+xml"/>
  <Override PartName="/ppt/tags/tag1126.xml" ContentType="application/vnd.openxmlformats-officedocument.presentationml.tags+xml"/>
  <Override PartName="/ppt/tags/tag1127.xml" ContentType="application/vnd.openxmlformats-officedocument.presentationml.tags+xml"/>
  <Override PartName="/ppt/tags/tag1128.xml" ContentType="application/vnd.openxmlformats-officedocument.presentationml.tags+xml"/>
  <Override PartName="/ppt/tags/tag1129.xml" ContentType="application/vnd.openxmlformats-officedocument.presentationml.tags+xml"/>
  <Override PartName="/ppt/tags/tag1130.xml" ContentType="application/vnd.openxmlformats-officedocument.presentationml.tags+xml"/>
  <Override PartName="/ppt/tags/tag1131.xml" ContentType="application/vnd.openxmlformats-officedocument.presentationml.tags+xml"/>
  <Override PartName="/ppt/tags/tag1132.xml" ContentType="application/vnd.openxmlformats-officedocument.presentationml.tags+xml"/>
  <Override PartName="/ppt/tags/tag1133.xml" ContentType="application/vnd.openxmlformats-officedocument.presentationml.tags+xml"/>
  <Override PartName="/ppt/tags/tag1134.xml" ContentType="application/vnd.openxmlformats-officedocument.presentationml.tags+xml"/>
  <Override PartName="/ppt/notesSlides/notesSlide74.xml" ContentType="application/vnd.openxmlformats-officedocument.presentationml.notesSlide+xml"/>
  <Override PartName="/ppt/tags/tag1135.xml" ContentType="application/vnd.openxmlformats-officedocument.presentationml.tags+xml"/>
  <Override PartName="/ppt/notesSlides/notesSlide75.xml" ContentType="application/vnd.openxmlformats-officedocument.presentationml.notesSlide+xml"/>
  <Override PartName="/ppt/tags/tag1136.xml" ContentType="application/vnd.openxmlformats-officedocument.presentationml.tags+xml"/>
  <Override PartName="/ppt/tags/tag1137.xml" ContentType="application/vnd.openxmlformats-officedocument.presentationml.tags+xml"/>
  <Override PartName="/ppt/tags/tag1138.xml" ContentType="application/vnd.openxmlformats-officedocument.presentationml.tags+xml"/>
  <Override PartName="/ppt/tags/tag1139.xml" ContentType="application/vnd.openxmlformats-officedocument.presentationml.tags+xml"/>
  <Override PartName="/ppt/tags/tag1140.xml" ContentType="application/vnd.openxmlformats-officedocument.presentationml.tags+xml"/>
  <Override PartName="/ppt/tags/tag1141.xml" ContentType="application/vnd.openxmlformats-officedocument.presentationml.tags+xml"/>
  <Override PartName="/ppt/tags/tag1142.xml" ContentType="application/vnd.openxmlformats-officedocument.presentationml.tags+xml"/>
  <Override PartName="/ppt/tags/tag1143.xml" ContentType="application/vnd.openxmlformats-officedocument.presentationml.tags+xml"/>
  <Override PartName="/ppt/tags/tag1144.xml" ContentType="application/vnd.openxmlformats-officedocument.presentationml.tags+xml"/>
  <Override PartName="/ppt/tags/tag1145.xml" ContentType="application/vnd.openxmlformats-officedocument.presentationml.tags+xml"/>
  <Override PartName="/ppt/tags/tag1146.xml" ContentType="application/vnd.openxmlformats-officedocument.presentationml.tags+xml"/>
  <Override PartName="/ppt/tags/tag1147.xml" ContentType="application/vnd.openxmlformats-officedocument.presentationml.tags+xml"/>
  <Override PartName="/ppt/tags/tag1148.xml" ContentType="application/vnd.openxmlformats-officedocument.presentationml.tags+xml"/>
  <Override PartName="/ppt/tags/tag1149.xml" ContentType="application/vnd.openxmlformats-officedocument.presentationml.tags+xml"/>
  <Override PartName="/ppt/tags/tag1150.xml" ContentType="application/vnd.openxmlformats-officedocument.presentationml.tags+xml"/>
  <Override PartName="/ppt/tags/tag1151.xml" ContentType="application/vnd.openxmlformats-officedocument.presentationml.tags+xml"/>
  <Override PartName="/ppt/notesSlides/notesSlide76.xml" ContentType="application/vnd.openxmlformats-officedocument.presentationml.notesSlide+xml"/>
  <Override PartName="/ppt/tags/tag1152.xml" ContentType="application/vnd.openxmlformats-officedocument.presentationml.tags+xml"/>
  <Override PartName="/ppt/notesSlides/notesSlide77.xml" ContentType="application/vnd.openxmlformats-officedocument.presentationml.notesSlide+xml"/>
  <Override PartName="/ppt/tags/tag1153.xml" ContentType="application/vnd.openxmlformats-officedocument.presentationml.tags+xml"/>
  <Override PartName="/ppt/notesSlides/notesSlide78.xml" ContentType="application/vnd.openxmlformats-officedocument.presentationml.notesSlide+xml"/>
  <Override PartName="/ppt/tags/tag1154.xml" ContentType="application/vnd.openxmlformats-officedocument.presentationml.tags+xml"/>
  <Override PartName="/ppt/notesSlides/notesSlide79.xml" ContentType="application/vnd.openxmlformats-officedocument.presentationml.notesSlide+xml"/>
  <Override PartName="/ppt/tags/tag1155.xml" ContentType="application/vnd.openxmlformats-officedocument.presentationml.tags+xml"/>
  <Override PartName="/ppt/notesSlides/notesSlide80.xml" ContentType="application/vnd.openxmlformats-officedocument.presentationml.notesSlide+xml"/>
  <Override PartName="/ppt/tags/tag1156.xml" ContentType="application/vnd.openxmlformats-officedocument.presentationml.tags+xml"/>
  <Override PartName="/ppt/notesSlides/notesSlide81.xml" ContentType="application/vnd.openxmlformats-officedocument.presentationml.notesSlide+xml"/>
  <Override PartName="/ppt/tags/tag1157.xml" ContentType="application/vnd.openxmlformats-officedocument.presentationml.tags+xml"/>
  <Override PartName="/ppt/notesSlides/notesSlide82.xml" ContentType="application/vnd.openxmlformats-officedocument.presentationml.notesSlide+xml"/>
  <Override PartName="/ppt/tags/tag1158.xml" ContentType="application/vnd.openxmlformats-officedocument.presentationml.tags+xml"/>
  <Override PartName="/ppt/notesSlides/notesSlide83.xml" ContentType="application/vnd.openxmlformats-officedocument.presentationml.notesSlide+xml"/>
  <Override PartName="/ppt/tags/tag1159.xml" ContentType="application/vnd.openxmlformats-officedocument.presentationml.tags+xml"/>
  <Override PartName="/ppt/notesSlides/notesSlide84.xml" ContentType="application/vnd.openxmlformats-officedocument.presentationml.notesSlide+xml"/>
  <Override PartName="/ppt/tags/tag1160.xml" ContentType="application/vnd.openxmlformats-officedocument.presentationml.tags+xml"/>
  <Override PartName="/ppt/notesSlides/notesSlide85.xml" ContentType="application/vnd.openxmlformats-officedocument.presentationml.notesSlide+xml"/>
  <Override PartName="/ppt/tags/tag1161.xml" ContentType="application/vnd.openxmlformats-officedocument.presentationml.tags+xml"/>
  <Override PartName="/ppt/notesSlides/notesSlide86.xml" ContentType="application/vnd.openxmlformats-officedocument.presentationml.notesSlide+xml"/>
  <Override PartName="/ppt/tags/tag1162.xml" ContentType="application/vnd.openxmlformats-officedocument.presentationml.tags+xml"/>
  <Override PartName="/ppt/notesSlides/notesSlide87.xml" ContentType="application/vnd.openxmlformats-officedocument.presentationml.notesSlide+xml"/>
  <Override PartName="/ppt/tags/tag1163.xml" ContentType="application/vnd.openxmlformats-officedocument.presentationml.tags+xml"/>
  <Override PartName="/ppt/notesSlides/notesSlide88.xml" ContentType="application/vnd.openxmlformats-officedocument.presentationml.notesSlide+xml"/>
  <Override PartName="/ppt/tags/tag1164.xml" ContentType="application/vnd.openxmlformats-officedocument.presentationml.tags+xml"/>
  <Override PartName="/ppt/notesSlides/notesSlide89.xml" ContentType="application/vnd.openxmlformats-officedocument.presentationml.notesSlide+xml"/>
  <Override PartName="/ppt/tags/tag1165.xml" ContentType="application/vnd.openxmlformats-officedocument.presentationml.tags+xml"/>
  <Override PartName="/ppt/tags/tag1166.xml" ContentType="application/vnd.openxmlformats-officedocument.presentationml.tags+xml"/>
  <Override PartName="/ppt/tags/tag1167.xml" ContentType="application/vnd.openxmlformats-officedocument.presentationml.tags+xml"/>
  <Override PartName="/ppt/tags/tag1168.xml" ContentType="application/vnd.openxmlformats-officedocument.presentationml.tags+xml"/>
  <Override PartName="/ppt/tags/tag1169.xml" ContentType="application/vnd.openxmlformats-officedocument.presentationml.tags+xml"/>
  <Override PartName="/ppt/tags/tag1170.xml" ContentType="application/vnd.openxmlformats-officedocument.presentationml.tags+xml"/>
  <Override PartName="/ppt/tags/tag1171.xml" ContentType="application/vnd.openxmlformats-officedocument.presentationml.tags+xml"/>
  <Override PartName="/ppt/tags/tag1172.xml" ContentType="application/vnd.openxmlformats-officedocument.presentationml.tags+xml"/>
  <Override PartName="/ppt/notesSlides/notesSlide90.xml" ContentType="application/vnd.openxmlformats-officedocument.presentationml.notesSlide+xml"/>
  <Override PartName="/ppt/tags/tag1173.xml" ContentType="application/vnd.openxmlformats-officedocument.presentationml.tags+xml"/>
  <Override PartName="/ppt/tags/tag1174.xml" ContentType="application/vnd.openxmlformats-officedocument.presentationml.tags+xml"/>
  <Override PartName="/ppt/tags/tag1175.xml" ContentType="application/vnd.openxmlformats-officedocument.presentationml.tags+xml"/>
  <Override PartName="/ppt/tags/tag1176.xml" ContentType="application/vnd.openxmlformats-officedocument.presentationml.tags+xml"/>
  <Override PartName="/ppt/tags/tag1177.xml" ContentType="application/vnd.openxmlformats-officedocument.presentationml.tags+xml"/>
  <Override PartName="/ppt/tags/tag1178.xml" ContentType="application/vnd.openxmlformats-officedocument.presentationml.tags+xml"/>
  <Override PartName="/ppt/tags/tag1179.xml" ContentType="application/vnd.openxmlformats-officedocument.presentationml.tags+xml"/>
  <Override PartName="/ppt/tags/tag1180.xml" ContentType="application/vnd.openxmlformats-officedocument.presentationml.tags+xml"/>
  <Override PartName="/ppt/tags/tag1181.xml" ContentType="application/vnd.openxmlformats-officedocument.presentationml.tags+xml"/>
  <Override PartName="/ppt/tags/tag1182.xml" ContentType="application/vnd.openxmlformats-officedocument.presentationml.tags+xml"/>
  <Override PartName="/ppt/tags/tag1183.xml" ContentType="application/vnd.openxmlformats-officedocument.presentationml.tags+xml"/>
  <Override PartName="/ppt/notesSlides/notesSlide91.xml" ContentType="application/vnd.openxmlformats-officedocument.presentationml.notesSlide+xml"/>
  <Override PartName="/ppt/tags/tag1184.xml" ContentType="application/vnd.openxmlformats-officedocument.presentationml.tags+xml"/>
  <Override PartName="/ppt/tags/tag1185.xml" ContentType="application/vnd.openxmlformats-officedocument.presentationml.tags+xml"/>
  <Override PartName="/ppt/tags/tag1186.xml" ContentType="application/vnd.openxmlformats-officedocument.presentationml.tags+xml"/>
  <Override PartName="/ppt/tags/tag1187.xml" ContentType="application/vnd.openxmlformats-officedocument.presentationml.tags+xml"/>
  <Override PartName="/ppt/tags/tag1188.xml" ContentType="application/vnd.openxmlformats-officedocument.presentationml.tags+xml"/>
  <Override PartName="/ppt/tags/tag1189.xml" ContentType="application/vnd.openxmlformats-officedocument.presentationml.tags+xml"/>
  <Override PartName="/ppt/tags/tag1190.xml" ContentType="application/vnd.openxmlformats-officedocument.presentationml.tags+xml"/>
  <Override PartName="/ppt/tags/tag1191.xml" ContentType="application/vnd.openxmlformats-officedocument.presentationml.tags+xml"/>
  <Override PartName="/ppt/tags/tag1192.xml" ContentType="application/vnd.openxmlformats-officedocument.presentationml.tags+xml"/>
  <Override PartName="/ppt/tags/tag1193.xml" ContentType="application/vnd.openxmlformats-officedocument.presentationml.tags+xml"/>
  <Override PartName="/ppt/tags/tag1194.xml" ContentType="application/vnd.openxmlformats-officedocument.presentationml.tags+xml"/>
  <Override PartName="/ppt/tags/tag1195.xml" ContentType="application/vnd.openxmlformats-officedocument.presentationml.tags+xml"/>
  <Override PartName="/ppt/tags/tag1196.xml" ContentType="application/vnd.openxmlformats-officedocument.presentationml.tags+xml"/>
  <Override PartName="/ppt/tags/tag1197.xml" ContentType="application/vnd.openxmlformats-officedocument.presentationml.tags+xml"/>
  <Override PartName="/ppt/notesSlides/notesSlide92.xml" ContentType="application/vnd.openxmlformats-officedocument.presentationml.notesSlide+xml"/>
  <Override PartName="/ppt/tags/tag1198.xml" ContentType="application/vnd.openxmlformats-officedocument.presentationml.tags+xml"/>
  <Override PartName="/ppt/tags/tag1199.xml" ContentType="application/vnd.openxmlformats-officedocument.presentationml.tags+xml"/>
  <Override PartName="/ppt/tags/tag1200.xml" ContentType="application/vnd.openxmlformats-officedocument.presentationml.tags+xml"/>
  <Override PartName="/ppt/tags/tag1201.xml" ContentType="application/vnd.openxmlformats-officedocument.presentationml.tags+xml"/>
  <Override PartName="/ppt/tags/tag1202.xml" ContentType="application/vnd.openxmlformats-officedocument.presentationml.tags+xml"/>
  <Override PartName="/ppt/tags/tag1203.xml" ContentType="application/vnd.openxmlformats-officedocument.presentationml.tags+xml"/>
  <Override PartName="/ppt/tags/tag1204.xml" ContentType="application/vnd.openxmlformats-officedocument.presentationml.tags+xml"/>
  <Override PartName="/ppt/tags/tag1205.xml" ContentType="application/vnd.openxmlformats-officedocument.presentationml.tags+xml"/>
  <Override PartName="/ppt/tags/tag1206.xml" ContentType="application/vnd.openxmlformats-officedocument.presentationml.tags+xml"/>
  <Override PartName="/ppt/tags/tag1207.xml" ContentType="application/vnd.openxmlformats-officedocument.presentationml.tags+xml"/>
  <Override PartName="/ppt/tags/tag1208.xml" ContentType="application/vnd.openxmlformats-officedocument.presentationml.tags+xml"/>
  <Override PartName="/ppt/tags/tag1209.xml" ContentType="application/vnd.openxmlformats-officedocument.presentationml.tags+xml"/>
  <Override PartName="/ppt/tags/tag1210.xml" ContentType="application/vnd.openxmlformats-officedocument.presentationml.tags+xml"/>
  <Override PartName="/ppt/tags/tag1211.xml" ContentType="application/vnd.openxmlformats-officedocument.presentationml.tags+xml"/>
  <Override PartName="/ppt/tags/tag1212.xml" ContentType="application/vnd.openxmlformats-officedocument.presentationml.tags+xml"/>
  <Override PartName="/ppt/tags/tag1213.xml" ContentType="application/vnd.openxmlformats-officedocument.presentationml.tags+xml"/>
  <Override PartName="/ppt/tags/tag1214.xml" ContentType="application/vnd.openxmlformats-officedocument.presentationml.tags+xml"/>
  <Override PartName="/ppt/notesSlides/notesSlide93.xml" ContentType="application/vnd.openxmlformats-officedocument.presentationml.notesSlide+xml"/>
  <Override PartName="/ppt/tags/tag1215.xml" ContentType="application/vnd.openxmlformats-officedocument.presentationml.tags+xml"/>
  <Override PartName="/ppt/tags/tag1216.xml" ContentType="application/vnd.openxmlformats-officedocument.presentationml.tags+xml"/>
  <Override PartName="/ppt/tags/tag1217.xml" ContentType="application/vnd.openxmlformats-officedocument.presentationml.tags+xml"/>
  <Override PartName="/ppt/tags/tag1218.xml" ContentType="application/vnd.openxmlformats-officedocument.presentationml.tags+xml"/>
  <Override PartName="/ppt/tags/tag1219.xml" ContentType="application/vnd.openxmlformats-officedocument.presentationml.tags+xml"/>
  <Override PartName="/ppt/tags/tag1220.xml" ContentType="application/vnd.openxmlformats-officedocument.presentationml.tags+xml"/>
  <Override PartName="/ppt/tags/tag1221.xml" ContentType="application/vnd.openxmlformats-officedocument.presentationml.tags+xml"/>
  <Override PartName="/ppt/tags/tag1222.xml" ContentType="application/vnd.openxmlformats-officedocument.presentationml.tags+xml"/>
  <Override PartName="/ppt/tags/tag1223.xml" ContentType="application/vnd.openxmlformats-officedocument.presentationml.tags+xml"/>
  <Override PartName="/ppt/tags/tag1224.xml" ContentType="application/vnd.openxmlformats-officedocument.presentationml.tags+xml"/>
  <Override PartName="/ppt/tags/tag1225.xml" ContentType="application/vnd.openxmlformats-officedocument.presentationml.tags+xml"/>
  <Override PartName="/ppt/tags/tag1226.xml" ContentType="application/vnd.openxmlformats-officedocument.presentationml.tags+xml"/>
  <Override PartName="/ppt/tags/tag1227.xml" ContentType="application/vnd.openxmlformats-officedocument.presentationml.tags+xml"/>
  <Override PartName="/ppt/tags/tag1228.xml" ContentType="application/vnd.openxmlformats-officedocument.presentationml.tags+xml"/>
  <Override PartName="/ppt/tags/tag1229.xml" ContentType="application/vnd.openxmlformats-officedocument.presentationml.tags+xml"/>
  <Override PartName="/ppt/tags/tag1230.xml" ContentType="application/vnd.openxmlformats-officedocument.presentationml.tags+xml"/>
  <Override PartName="/ppt/tags/tag1231.xml" ContentType="application/vnd.openxmlformats-officedocument.presentationml.tags+xml"/>
  <Override PartName="/ppt/tags/tag1232.xml" ContentType="application/vnd.openxmlformats-officedocument.presentationml.tags+xml"/>
  <Override PartName="/ppt/tags/tag1233.xml" ContentType="application/vnd.openxmlformats-officedocument.presentationml.tags+xml"/>
  <Override PartName="/ppt/tags/tag1234.xml" ContentType="application/vnd.openxmlformats-officedocument.presentationml.tags+xml"/>
  <Override PartName="/ppt/tags/tag1235.xml" ContentType="application/vnd.openxmlformats-officedocument.presentationml.tags+xml"/>
  <Override PartName="/ppt/notesSlides/notesSlide94.xml" ContentType="application/vnd.openxmlformats-officedocument.presentationml.notesSlide+xml"/>
  <Override PartName="/ppt/tags/tag1236.xml" ContentType="application/vnd.openxmlformats-officedocument.presentationml.tags+xml"/>
  <Override PartName="/ppt/tags/tag1237.xml" ContentType="application/vnd.openxmlformats-officedocument.presentationml.tags+xml"/>
  <Override PartName="/ppt/tags/tag1238.xml" ContentType="application/vnd.openxmlformats-officedocument.presentationml.tags+xml"/>
  <Override PartName="/ppt/tags/tag1239.xml" ContentType="application/vnd.openxmlformats-officedocument.presentationml.tags+xml"/>
  <Override PartName="/ppt/tags/tag1240.xml" ContentType="application/vnd.openxmlformats-officedocument.presentationml.tags+xml"/>
  <Override PartName="/ppt/tags/tag1241.xml" ContentType="application/vnd.openxmlformats-officedocument.presentationml.tags+xml"/>
  <Override PartName="/ppt/tags/tag1242.xml" ContentType="application/vnd.openxmlformats-officedocument.presentationml.tags+xml"/>
  <Override PartName="/ppt/tags/tag1243.xml" ContentType="application/vnd.openxmlformats-officedocument.presentationml.tags+xml"/>
  <Override PartName="/ppt/tags/tag1244.xml" ContentType="application/vnd.openxmlformats-officedocument.presentationml.tags+xml"/>
  <Override PartName="/ppt/tags/tag1245.xml" ContentType="application/vnd.openxmlformats-officedocument.presentationml.tags+xml"/>
  <Override PartName="/ppt/tags/tag1246.xml" ContentType="application/vnd.openxmlformats-officedocument.presentationml.tags+xml"/>
  <Override PartName="/ppt/tags/tag1247.xml" ContentType="application/vnd.openxmlformats-officedocument.presentationml.tags+xml"/>
  <Override PartName="/ppt/tags/tag1248.xml" ContentType="application/vnd.openxmlformats-officedocument.presentationml.tags+xml"/>
  <Override PartName="/ppt/tags/tag1249.xml" ContentType="application/vnd.openxmlformats-officedocument.presentationml.tags+xml"/>
  <Override PartName="/ppt/tags/tag1250.xml" ContentType="application/vnd.openxmlformats-officedocument.presentationml.tags+xml"/>
  <Override PartName="/ppt/tags/tag1251.xml" ContentType="application/vnd.openxmlformats-officedocument.presentationml.tags+xml"/>
  <Override PartName="/ppt/tags/tag1252.xml" ContentType="application/vnd.openxmlformats-officedocument.presentationml.tags+xml"/>
  <Override PartName="/ppt/tags/tag1253.xml" ContentType="application/vnd.openxmlformats-officedocument.presentationml.tags+xml"/>
  <Override PartName="/ppt/tags/tag1254.xml" ContentType="application/vnd.openxmlformats-officedocument.presentationml.tags+xml"/>
  <Override PartName="/ppt/tags/tag1255.xml" ContentType="application/vnd.openxmlformats-officedocument.presentationml.tags+xml"/>
  <Override PartName="/ppt/tags/tag1256.xml" ContentType="application/vnd.openxmlformats-officedocument.presentationml.tags+xml"/>
  <Override PartName="/ppt/tags/tag1257.xml" ContentType="application/vnd.openxmlformats-officedocument.presentationml.tags+xml"/>
  <Override PartName="/ppt/tags/tag1258.xml" ContentType="application/vnd.openxmlformats-officedocument.presentationml.tags+xml"/>
  <Override PartName="/ppt/tags/tag1259.xml" ContentType="application/vnd.openxmlformats-officedocument.presentationml.tags+xml"/>
  <Override PartName="/ppt/notesSlides/notesSlide95.xml" ContentType="application/vnd.openxmlformats-officedocument.presentationml.notesSlide+xml"/>
  <Override PartName="/ppt/tags/tag1260.xml" ContentType="application/vnd.openxmlformats-officedocument.presentationml.tags+xml"/>
  <Override PartName="/ppt/tags/tag1261.xml" ContentType="application/vnd.openxmlformats-officedocument.presentationml.tags+xml"/>
  <Override PartName="/ppt/tags/tag1262.xml" ContentType="application/vnd.openxmlformats-officedocument.presentationml.tags+xml"/>
  <Override PartName="/ppt/tags/tag1263.xml" ContentType="application/vnd.openxmlformats-officedocument.presentationml.tags+xml"/>
  <Override PartName="/ppt/tags/tag1264.xml" ContentType="application/vnd.openxmlformats-officedocument.presentationml.tags+xml"/>
  <Override PartName="/ppt/tags/tag1265.xml" ContentType="application/vnd.openxmlformats-officedocument.presentationml.tags+xml"/>
  <Override PartName="/ppt/tags/tag1266.xml" ContentType="application/vnd.openxmlformats-officedocument.presentationml.tags+xml"/>
  <Override PartName="/ppt/tags/tag1267.xml" ContentType="application/vnd.openxmlformats-officedocument.presentationml.tags+xml"/>
  <Override PartName="/ppt/tags/tag1268.xml" ContentType="application/vnd.openxmlformats-officedocument.presentationml.tags+xml"/>
  <Override PartName="/ppt/tags/tag1269.xml" ContentType="application/vnd.openxmlformats-officedocument.presentationml.tags+xml"/>
  <Override PartName="/ppt/tags/tag1270.xml" ContentType="application/vnd.openxmlformats-officedocument.presentationml.tags+xml"/>
  <Override PartName="/ppt/tags/tag1271.xml" ContentType="application/vnd.openxmlformats-officedocument.presentationml.tags+xml"/>
  <Override PartName="/ppt/tags/tag1272.xml" ContentType="application/vnd.openxmlformats-officedocument.presentationml.tags+xml"/>
  <Override PartName="/ppt/tags/tag1273.xml" ContentType="application/vnd.openxmlformats-officedocument.presentationml.tags+xml"/>
  <Override PartName="/ppt/tags/tag1274.xml" ContentType="application/vnd.openxmlformats-officedocument.presentationml.tags+xml"/>
  <Override PartName="/ppt/tags/tag1275.xml" ContentType="application/vnd.openxmlformats-officedocument.presentationml.tags+xml"/>
  <Override PartName="/ppt/tags/tag1276.xml" ContentType="application/vnd.openxmlformats-officedocument.presentationml.tags+xml"/>
  <Override PartName="/ppt/tags/tag1277.xml" ContentType="application/vnd.openxmlformats-officedocument.presentationml.tags+xml"/>
  <Override PartName="/ppt/tags/tag1278.xml" ContentType="application/vnd.openxmlformats-officedocument.presentationml.tags+xml"/>
  <Override PartName="/ppt/tags/tag1279.xml" ContentType="application/vnd.openxmlformats-officedocument.presentationml.tags+xml"/>
  <Override PartName="/ppt/tags/tag1280.xml" ContentType="application/vnd.openxmlformats-officedocument.presentationml.tags+xml"/>
  <Override PartName="/ppt/tags/tag1281.xml" ContentType="application/vnd.openxmlformats-officedocument.presentationml.tags+xml"/>
  <Override PartName="/ppt/tags/tag1282.xml" ContentType="application/vnd.openxmlformats-officedocument.presentationml.tags+xml"/>
  <Override PartName="/ppt/tags/tag1283.xml" ContentType="application/vnd.openxmlformats-officedocument.presentationml.tags+xml"/>
  <Override PartName="/ppt/tags/tag1284.xml" ContentType="application/vnd.openxmlformats-officedocument.presentationml.tags+xml"/>
  <Override PartName="/ppt/tags/tag1285.xml" ContentType="application/vnd.openxmlformats-officedocument.presentationml.tags+xml"/>
  <Override PartName="/ppt/tags/tag1286.xml" ContentType="application/vnd.openxmlformats-officedocument.presentationml.tags+xml"/>
  <Override PartName="/ppt/tags/tag1287.xml" ContentType="application/vnd.openxmlformats-officedocument.presentationml.tags+xml"/>
  <Override PartName="/ppt/tags/tag1288.xml" ContentType="application/vnd.openxmlformats-officedocument.presentationml.tags+xml"/>
  <Override PartName="/ppt/notesSlides/notesSlide96.xml" ContentType="application/vnd.openxmlformats-officedocument.presentationml.notesSlide+xml"/>
  <Override PartName="/ppt/tags/tag1289.xml" ContentType="application/vnd.openxmlformats-officedocument.presentationml.tags+xml"/>
  <Override PartName="/ppt/tags/tag1290.xml" ContentType="application/vnd.openxmlformats-officedocument.presentationml.tags+xml"/>
  <Override PartName="/ppt/tags/tag1291.xml" ContentType="application/vnd.openxmlformats-officedocument.presentationml.tags+xml"/>
  <Override PartName="/ppt/tags/tag1292.xml" ContentType="application/vnd.openxmlformats-officedocument.presentationml.tags+xml"/>
  <Override PartName="/ppt/tags/tag1293.xml" ContentType="application/vnd.openxmlformats-officedocument.presentationml.tags+xml"/>
  <Override PartName="/ppt/tags/tag1294.xml" ContentType="application/vnd.openxmlformats-officedocument.presentationml.tags+xml"/>
  <Override PartName="/ppt/tags/tag1295.xml" ContentType="application/vnd.openxmlformats-officedocument.presentationml.tags+xml"/>
  <Override PartName="/ppt/tags/tag1296.xml" ContentType="application/vnd.openxmlformats-officedocument.presentationml.tags+xml"/>
  <Override PartName="/ppt/tags/tag1297.xml" ContentType="application/vnd.openxmlformats-officedocument.presentationml.tags+xml"/>
  <Override PartName="/ppt/tags/tag1298.xml" ContentType="application/vnd.openxmlformats-officedocument.presentationml.tags+xml"/>
  <Override PartName="/ppt/tags/tag1299.xml" ContentType="application/vnd.openxmlformats-officedocument.presentationml.tags+xml"/>
  <Override PartName="/ppt/tags/tag1300.xml" ContentType="application/vnd.openxmlformats-officedocument.presentationml.tags+xml"/>
  <Override PartName="/ppt/tags/tag1301.xml" ContentType="application/vnd.openxmlformats-officedocument.presentationml.tags+xml"/>
  <Override PartName="/ppt/tags/tag1302.xml" ContentType="application/vnd.openxmlformats-officedocument.presentationml.tags+xml"/>
  <Override PartName="/ppt/tags/tag1303.xml" ContentType="application/vnd.openxmlformats-officedocument.presentationml.tags+xml"/>
  <Override PartName="/ppt/tags/tag1304.xml" ContentType="application/vnd.openxmlformats-officedocument.presentationml.tags+xml"/>
  <Override PartName="/ppt/tags/tag1305.xml" ContentType="application/vnd.openxmlformats-officedocument.presentationml.tags+xml"/>
  <Override PartName="/ppt/tags/tag1306.xml" ContentType="application/vnd.openxmlformats-officedocument.presentationml.tags+xml"/>
  <Override PartName="/ppt/tags/tag1307.xml" ContentType="application/vnd.openxmlformats-officedocument.presentationml.tags+xml"/>
  <Override PartName="/ppt/tags/tag1308.xml" ContentType="application/vnd.openxmlformats-officedocument.presentationml.tags+xml"/>
  <Override PartName="/ppt/tags/tag1309.xml" ContentType="application/vnd.openxmlformats-officedocument.presentationml.tags+xml"/>
  <Override PartName="/ppt/tags/tag1310.xml" ContentType="application/vnd.openxmlformats-officedocument.presentationml.tags+xml"/>
  <Override PartName="/ppt/tags/tag1311.xml" ContentType="application/vnd.openxmlformats-officedocument.presentationml.tags+xml"/>
  <Override PartName="/ppt/tags/tag1312.xml" ContentType="application/vnd.openxmlformats-officedocument.presentationml.tags+xml"/>
  <Override PartName="/ppt/tags/tag1313.xml" ContentType="application/vnd.openxmlformats-officedocument.presentationml.tags+xml"/>
  <Override PartName="/ppt/tags/tag1314.xml" ContentType="application/vnd.openxmlformats-officedocument.presentationml.tags+xml"/>
  <Override PartName="/ppt/tags/tag1315.xml" ContentType="application/vnd.openxmlformats-officedocument.presentationml.tags+xml"/>
  <Override PartName="/ppt/tags/tag1316.xml" ContentType="application/vnd.openxmlformats-officedocument.presentationml.tags+xml"/>
  <Override PartName="/ppt/tags/tag1317.xml" ContentType="application/vnd.openxmlformats-officedocument.presentationml.tags+xml"/>
  <Override PartName="/ppt/tags/tag1318.xml" ContentType="application/vnd.openxmlformats-officedocument.presentationml.tags+xml"/>
  <Override PartName="/ppt/tags/tag1319.xml" ContentType="application/vnd.openxmlformats-officedocument.presentationml.tags+xml"/>
  <Override PartName="/ppt/tags/tag1320.xml" ContentType="application/vnd.openxmlformats-officedocument.presentationml.tags+xml"/>
  <Override PartName="/ppt/notesSlides/notesSlide97.xml" ContentType="application/vnd.openxmlformats-officedocument.presentationml.notesSlide+xml"/>
  <Override PartName="/ppt/tags/tag1321.xml" ContentType="application/vnd.openxmlformats-officedocument.presentationml.tags+xml"/>
  <Override PartName="/ppt/tags/tag1322.xml" ContentType="application/vnd.openxmlformats-officedocument.presentationml.tags+xml"/>
  <Override PartName="/ppt/tags/tag1323.xml" ContentType="application/vnd.openxmlformats-officedocument.presentationml.tags+xml"/>
  <Override PartName="/ppt/tags/tag1324.xml" ContentType="application/vnd.openxmlformats-officedocument.presentationml.tags+xml"/>
  <Override PartName="/ppt/tags/tag1325.xml" ContentType="application/vnd.openxmlformats-officedocument.presentationml.tags+xml"/>
  <Override PartName="/ppt/tags/tag1326.xml" ContentType="application/vnd.openxmlformats-officedocument.presentationml.tags+xml"/>
  <Override PartName="/ppt/tags/tag1327.xml" ContentType="application/vnd.openxmlformats-officedocument.presentationml.tags+xml"/>
  <Override PartName="/ppt/tags/tag1328.xml" ContentType="application/vnd.openxmlformats-officedocument.presentationml.tags+xml"/>
  <Override PartName="/ppt/tags/tag1329.xml" ContentType="application/vnd.openxmlformats-officedocument.presentationml.tags+xml"/>
  <Override PartName="/ppt/tags/tag1330.xml" ContentType="application/vnd.openxmlformats-officedocument.presentationml.tags+xml"/>
  <Override PartName="/ppt/tags/tag1331.xml" ContentType="application/vnd.openxmlformats-officedocument.presentationml.tags+xml"/>
  <Override PartName="/ppt/tags/tag1332.xml" ContentType="application/vnd.openxmlformats-officedocument.presentationml.tags+xml"/>
  <Override PartName="/ppt/tags/tag1333.xml" ContentType="application/vnd.openxmlformats-officedocument.presentationml.tags+xml"/>
  <Override PartName="/ppt/tags/tag1334.xml" ContentType="application/vnd.openxmlformats-officedocument.presentationml.tags+xml"/>
  <Override PartName="/ppt/tags/tag1335.xml" ContentType="application/vnd.openxmlformats-officedocument.presentationml.tags+xml"/>
  <Override PartName="/ppt/tags/tag1336.xml" ContentType="application/vnd.openxmlformats-officedocument.presentationml.tags+xml"/>
  <Override PartName="/ppt/tags/tag1337.xml" ContentType="application/vnd.openxmlformats-officedocument.presentationml.tags+xml"/>
  <Override PartName="/ppt/tags/tag1338.xml" ContentType="application/vnd.openxmlformats-officedocument.presentationml.tags+xml"/>
  <Override PartName="/ppt/tags/tag1339.xml" ContentType="application/vnd.openxmlformats-officedocument.presentationml.tags+xml"/>
  <Override PartName="/ppt/tags/tag1340.xml" ContentType="application/vnd.openxmlformats-officedocument.presentationml.tags+xml"/>
  <Override PartName="/ppt/tags/tag1341.xml" ContentType="application/vnd.openxmlformats-officedocument.presentationml.tags+xml"/>
  <Override PartName="/ppt/tags/tag1342.xml" ContentType="application/vnd.openxmlformats-officedocument.presentationml.tags+xml"/>
  <Override PartName="/ppt/tags/tag1343.xml" ContentType="application/vnd.openxmlformats-officedocument.presentationml.tags+xml"/>
  <Override PartName="/ppt/tags/tag1344.xml" ContentType="application/vnd.openxmlformats-officedocument.presentationml.tags+xml"/>
  <Override PartName="/ppt/tags/tag1345.xml" ContentType="application/vnd.openxmlformats-officedocument.presentationml.tags+xml"/>
  <Override PartName="/ppt/tags/tag1346.xml" ContentType="application/vnd.openxmlformats-officedocument.presentationml.tags+xml"/>
  <Override PartName="/ppt/tags/tag1347.xml" ContentType="application/vnd.openxmlformats-officedocument.presentationml.tags+xml"/>
  <Override PartName="/ppt/tags/tag1348.xml" ContentType="application/vnd.openxmlformats-officedocument.presentationml.tags+xml"/>
  <Override PartName="/ppt/tags/tag1349.xml" ContentType="application/vnd.openxmlformats-officedocument.presentationml.tags+xml"/>
  <Override PartName="/ppt/tags/tag1350.xml" ContentType="application/vnd.openxmlformats-officedocument.presentationml.tags+xml"/>
  <Override PartName="/ppt/tags/tag1351.xml" ContentType="application/vnd.openxmlformats-officedocument.presentationml.tags+xml"/>
  <Override PartName="/ppt/tags/tag1352.xml" ContentType="application/vnd.openxmlformats-officedocument.presentationml.tags+xml"/>
  <Override PartName="/ppt/tags/tag1353.xml" ContentType="application/vnd.openxmlformats-officedocument.presentationml.tags+xml"/>
  <Override PartName="/ppt/tags/tag1354.xml" ContentType="application/vnd.openxmlformats-officedocument.presentationml.tags+xml"/>
  <Override PartName="/ppt/tags/tag1355.xml" ContentType="application/vnd.openxmlformats-officedocument.presentationml.tags+xml"/>
  <Override PartName="/ppt/tags/tag1356.xml" ContentType="application/vnd.openxmlformats-officedocument.presentationml.tags+xml"/>
  <Override PartName="/ppt/tags/tag1357.xml" ContentType="application/vnd.openxmlformats-officedocument.presentationml.tags+xml"/>
  <Override PartName="/ppt/notesSlides/notesSlide98.xml" ContentType="application/vnd.openxmlformats-officedocument.presentationml.notesSlide+xml"/>
  <Override PartName="/ppt/tags/tag1358.xml" ContentType="application/vnd.openxmlformats-officedocument.presentationml.tags+xml"/>
  <Override PartName="/ppt/tags/tag1359.xml" ContentType="application/vnd.openxmlformats-officedocument.presentationml.tags+xml"/>
  <Override PartName="/ppt/tags/tag1360.xml" ContentType="application/vnd.openxmlformats-officedocument.presentationml.tags+xml"/>
  <Override PartName="/ppt/tags/tag1361.xml" ContentType="application/vnd.openxmlformats-officedocument.presentationml.tags+xml"/>
  <Override PartName="/ppt/tags/tag1362.xml" ContentType="application/vnd.openxmlformats-officedocument.presentationml.tags+xml"/>
  <Override PartName="/ppt/tags/tag1363.xml" ContentType="application/vnd.openxmlformats-officedocument.presentationml.tags+xml"/>
  <Override PartName="/ppt/tags/tag1364.xml" ContentType="application/vnd.openxmlformats-officedocument.presentationml.tags+xml"/>
  <Override PartName="/ppt/tags/tag1365.xml" ContentType="application/vnd.openxmlformats-officedocument.presentationml.tags+xml"/>
  <Override PartName="/ppt/tags/tag1366.xml" ContentType="application/vnd.openxmlformats-officedocument.presentationml.tags+xml"/>
  <Override PartName="/ppt/tags/tag1367.xml" ContentType="application/vnd.openxmlformats-officedocument.presentationml.tags+xml"/>
  <Override PartName="/ppt/tags/tag1368.xml" ContentType="application/vnd.openxmlformats-officedocument.presentationml.tags+xml"/>
  <Override PartName="/ppt/tags/tag1369.xml" ContentType="application/vnd.openxmlformats-officedocument.presentationml.tags+xml"/>
  <Override PartName="/ppt/tags/tag1370.xml" ContentType="application/vnd.openxmlformats-officedocument.presentationml.tags+xml"/>
  <Override PartName="/ppt/tags/tag1371.xml" ContentType="application/vnd.openxmlformats-officedocument.presentationml.tags+xml"/>
  <Override PartName="/ppt/tags/tag1372.xml" ContentType="application/vnd.openxmlformats-officedocument.presentationml.tags+xml"/>
  <Override PartName="/ppt/tags/tag1373.xml" ContentType="application/vnd.openxmlformats-officedocument.presentationml.tags+xml"/>
  <Override PartName="/ppt/tags/tag1374.xml" ContentType="application/vnd.openxmlformats-officedocument.presentationml.tags+xml"/>
  <Override PartName="/ppt/tags/tag1375.xml" ContentType="application/vnd.openxmlformats-officedocument.presentationml.tags+xml"/>
  <Override PartName="/ppt/tags/tag1376.xml" ContentType="application/vnd.openxmlformats-officedocument.presentationml.tags+xml"/>
  <Override PartName="/ppt/tags/tag1377.xml" ContentType="application/vnd.openxmlformats-officedocument.presentationml.tags+xml"/>
  <Override PartName="/ppt/tags/tag1378.xml" ContentType="application/vnd.openxmlformats-officedocument.presentationml.tags+xml"/>
  <Override PartName="/ppt/tags/tag1379.xml" ContentType="application/vnd.openxmlformats-officedocument.presentationml.tags+xml"/>
  <Override PartName="/ppt/tags/tag1380.xml" ContentType="application/vnd.openxmlformats-officedocument.presentationml.tags+xml"/>
  <Override PartName="/ppt/tags/tag1381.xml" ContentType="application/vnd.openxmlformats-officedocument.presentationml.tags+xml"/>
  <Override PartName="/ppt/tags/tag1382.xml" ContentType="application/vnd.openxmlformats-officedocument.presentationml.tags+xml"/>
  <Override PartName="/ppt/tags/tag1383.xml" ContentType="application/vnd.openxmlformats-officedocument.presentationml.tags+xml"/>
  <Override PartName="/ppt/tags/tag1384.xml" ContentType="application/vnd.openxmlformats-officedocument.presentationml.tags+xml"/>
  <Override PartName="/ppt/tags/tag1385.xml" ContentType="application/vnd.openxmlformats-officedocument.presentationml.tags+xml"/>
  <Override PartName="/ppt/tags/tag1386.xml" ContentType="application/vnd.openxmlformats-officedocument.presentationml.tags+xml"/>
  <Override PartName="/ppt/tags/tag1387.xml" ContentType="application/vnd.openxmlformats-officedocument.presentationml.tags+xml"/>
  <Override PartName="/ppt/tags/tag1388.xml" ContentType="application/vnd.openxmlformats-officedocument.presentationml.tags+xml"/>
  <Override PartName="/ppt/tags/tag1389.xml" ContentType="application/vnd.openxmlformats-officedocument.presentationml.tags+xml"/>
  <Override PartName="/ppt/tags/tag1390.xml" ContentType="application/vnd.openxmlformats-officedocument.presentationml.tags+xml"/>
  <Override PartName="/ppt/tags/tag1391.xml" ContentType="application/vnd.openxmlformats-officedocument.presentationml.tags+xml"/>
  <Override PartName="/ppt/tags/tag1392.xml" ContentType="application/vnd.openxmlformats-officedocument.presentationml.tags+xml"/>
  <Override PartName="/ppt/tags/tag1393.xml" ContentType="application/vnd.openxmlformats-officedocument.presentationml.tags+xml"/>
  <Override PartName="/ppt/tags/tag1394.xml" ContentType="application/vnd.openxmlformats-officedocument.presentationml.tags+xml"/>
  <Override PartName="/ppt/tags/tag1395.xml" ContentType="application/vnd.openxmlformats-officedocument.presentationml.tags+xml"/>
  <Override PartName="/ppt/tags/tag1396.xml" ContentType="application/vnd.openxmlformats-officedocument.presentationml.tags+xml"/>
  <Override PartName="/ppt/tags/tag1397.xml" ContentType="application/vnd.openxmlformats-officedocument.presentationml.tags+xml"/>
  <Override PartName="/ppt/tags/tag1398.xml" ContentType="application/vnd.openxmlformats-officedocument.presentationml.tags+xml"/>
  <Override PartName="/ppt/notesSlides/notesSlide99.xml" ContentType="application/vnd.openxmlformats-officedocument.presentationml.notesSlide+xml"/>
  <Override PartName="/ppt/tags/tag1399.xml" ContentType="application/vnd.openxmlformats-officedocument.presentationml.tags+xml"/>
  <Override PartName="/ppt/tags/tag1400.xml" ContentType="application/vnd.openxmlformats-officedocument.presentationml.tags+xml"/>
  <Override PartName="/ppt/tags/tag1401.xml" ContentType="application/vnd.openxmlformats-officedocument.presentationml.tags+xml"/>
  <Override PartName="/ppt/tags/tag1402.xml" ContentType="application/vnd.openxmlformats-officedocument.presentationml.tags+xml"/>
  <Override PartName="/ppt/tags/tag1403.xml" ContentType="application/vnd.openxmlformats-officedocument.presentationml.tags+xml"/>
  <Override PartName="/ppt/tags/tag1404.xml" ContentType="application/vnd.openxmlformats-officedocument.presentationml.tags+xml"/>
  <Override PartName="/ppt/tags/tag1405.xml" ContentType="application/vnd.openxmlformats-officedocument.presentationml.tags+xml"/>
  <Override PartName="/ppt/tags/tag1406.xml" ContentType="application/vnd.openxmlformats-officedocument.presentationml.tags+xml"/>
  <Override PartName="/ppt/tags/tag1407.xml" ContentType="application/vnd.openxmlformats-officedocument.presentationml.tags+xml"/>
  <Override PartName="/ppt/tags/tag1408.xml" ContentType="application/vnd.openxmlformats-officedocument.presentationml.tags+xml"/>
  <Override PartName="/ppt/tags/tag1409.xml" ContentType="application/vnd.openxmlformats-officedocument.presentationml.tags+xml"/>
  <Override PartName="/ppt/tags/tag1410.xml" ContentType="application/vnd.openxmlformats-officedocument.presentationml.tags+xml"/>
  <Override PartName="/ppt/tags/tag1411.xml" ContentType="application/vnd.openxmlformats-officedocument.presentationml.tags+xml"/>
  <Override PartName="/ppt/tags/tag1412.xml" ContentType="application/vnd.openxmlformats-officedocument.presentationml.tags+xml"/>
  <Override PartName="/ppt/tags/tag1413.xml" ContentType="application/vnd.openxmlformats-officedocument.presentationml.tags+xml"/>
  <Override PartName="/ppt/tags/tag1414.xml" ContentType="application/vnd.openxmlformats-officedocument.presentationml.tags+xml"/>
  <Override PartName="/ppt/tags/tag1415.xml" ContentType="application/vnd.openxmlformats-officedocument.presentationml.tags+xml"/>
  <Override PartName="/ppt/tags/tag1416.xml" ContentType="application/vnd.openxmlformats-officedocument.presentationml.tags+xml"/>
  <Override PartName="/ppt/tags/tag1417.xml" ContentType="application/vnd.openxmlformats-officedocument.presentationml.tags+xml"/>
  <Override PartName="/ppt/tags/tag1418.xml" ContentType="application/vnd.openxmlformats-officedocument.presentationml.tags+xml"/>
  <Override PartName="/ppt/tags/tag1419.xml" ContentType="application/vnd.openxmlformats-officedocument.presentationml.tags+xml"/>
  <Override PartName="/ppt/tags/tag1420.xml" ContentType="application/vnd.openxmlformats-officedocument.presentationml.tags+xml"/>
  <Override PartName="/ppt/tags/tag1421.xml" ContentType="application/vnd.openxmlformats-officedocument.presentationml.tags+xml"/>
  <Override PartName="/ppt/tags/tag1422.xml" ContentType="application/vnd.openxmlformats-officedocument.presentationml.tags+xml"/>
  <Override PartName="/ppt/tags/tag1423.xml" ContentType="application/vnd.openxmlformats-officedocument.presentationml.tags+xml"/>
  <Override PartName="/ppt/tags/tag1424.xml" ContentType="application/vnd.openxmlformats-officedocument.presentationml.tags+xml"/>
  <Override PartName="/ppt/tags/tag1425.xml" ContentType="application/vnd.openxmlformats-officedocument.presentationml.tags+xml"/>
  <Override PartName="/ppt/tags/tag1426.xml" ContentType="application/vnd.openxmlformats-officedocument.presentationml.tags+xml"/>
  <Override PartName="/ppt/tags/tag1427.xml" ContentType="application/vnd.openxmlformats-officedocument.presentationml.tags+xml"/>
  <Override PartName="/ppt/tags/tag1428.xml" ContentType="application/vnd.openxmlformats-officedocument.presentationml.tags+xml"/>
  <Override PartName="/ppt/tags/tag1429.xml" ContentType="application/vnd.openxmlformats-officedocument.presentationml.tags+xml"/>
  <Override PartName="/ppt/tags/tag1430.xml" ContentType="application/vnd.openxmlformats-officedocument.presentationml.tags+xml"/>
  <Override PartName="/ppt/tags/tag1431.xml" ContentType="application/vnd.openxmlformats-officedocument.presentationml.tags+xml"/>
  <Override PartName="/ppt/tags/tag1432.xml" ContentType="application/vnd.openxmlformats-officedocument.presentationml.tags+xml"/>
  <Override PartName="/ppt/tags/tag1433.xml" ContentType="application/vnd.openxmlformats-officedocument.presentationml.tags+xml"/>
  <Override PartName="/ppt/tags/tag1434.xml" ContentType="application/vnd.openxmlformats-officedocument.presentationml.tags+xml"/>
  <Override PartName="/ppt/tags/tag1435.xml" ContentType="application/vnd.openxmlformats-officedocument.presentationml.tags+xml"/>
  <Override PartName="/ppt/tags/tag1436.xml" ContentType="application/vnd.openxmlformats-officedocument.presentationml.tags+xml"/>
  <Override PartName="/ppt/tags/tag1437.xml" ContentType="application/vnd.openxmlformats-officedocument.presentationml.tags+xml"/>
  <Override PartName="/ppt/tags/tag1438.xml" ContentType="application/vnd.openxmlformats-officedocument.presentationml.tags+xml"/>
  <Override PartName="/ppt/tags/tag1439.xml" ContentType="application/vnd.openxmlformats-officedocument.presentationml.tags+xml"/>
  <Override PartName="/ppt/tags/tag1440.xml" ContentType="application/vnd.openxmlformats-officedocument.presentationml.tags+xml"/>
  <Override PartName="/ppt/tags/tag1441.xml" ContentType="application/vnd.openxmlformats-officedocument.presentationml.tags+xml"/>
  <Override PartName="/ppt/tags/tag1442.xml" ContentType="application/vnd.openxmlformats-officedocument.presentationml.tags+xml"/>
  <Override PartName="/ppt/tags/tag1443.xml" ContentType="application/vnd.openxmlformats-officedocument.presentationml.tags+xml"/>
  <Override PartName="/ppt/tags/tag1444.xml" ContentType="application/vnd.openxmlformats-officedocument.presentationml.tags+xml"/>
  <Override PartName="/ppt/notesSlides/notesSlide100.xml" ContentType="application/vnd.openxmlformats-officedocument.presentationml.notesSlide+xml"/>
  <Override PartName="/ppt/tags/tag1445.xml" ContentType="application/vnd.openxmlformats-officedocument.presentationml.tags+xml"/>
  <Override PartName="/ppt/tags/tag1446.xml" ContentType="application/vnd.openxmlformats-officedocument.presentationml.tags+xml"/>
  <Override PartName="/ppt/tags/tag1447.xml" ContentType="application/vnd.openxmlformats-officedocument.presentationml.tags+xml"/>
  <Override PartName="/ppt/tags/tag1448.xml" ContentType="application/vnd.openxmlformats-officedocument.presentationml.tags+xml"/>
  <Override PartName="/ppt/notesSlides/notesSlide101.xml" ContentType="application/vnd.openxmlformats-officedocument.presentationml.notesSlide+xml"/>
  <Override PartName="/ppt/tags/tag1449.xml" ContentType="application/vnd.openxmlformats-officedocument.presentationml.tags+xml"/>
  <Override PartName="/ppt/tags/tag1450.xml" ContentType="application/vnd.openxmlformats-officedocument.presentationml.tags+xml"/>
  <Override PartName="/ppt/tags/tag1451.xml" ContentType="application/vnd.openxmlformats-officedocument.presentationml.tags+xml"/>
  <Override PartName="/ppt/tags/tag1452.xml" ContentType="application/vnd.openxmlformats-officedocument.presentationml.tags+xml"/>
  <Override PartName="/ppt/tags/tag1453.xml" ContentType="application/vnd.openxmlformats-officedocument.presentationml.tags+xml"/>
  <Override PartName="/ppt/tags/tag1454.xml" ContentType="application/vnd.openxmlformats-officedocument.presentationml.tags+xml"/>
  <Override PartName="/ppt/tags/tag1455.xml" ContentType="application/vnd.openxmlformats-officedocument.presentationml.tags+xml"/>
  <Override PartName="/ppt/notesSlides/notesSlide102.xml" ContentType="application/vnd.openxmlformats-officedocument.presentationml.notesSlide+xml"/>
  <Override PartName="/ppt/tags/tag1456.xml" ContentType="application/vnd.openxmlformats-officedocument.presentationml.tags+xml"/>
  <Override PartName="/ppt/tags/tag1457.xml" ContentType="application/vnd.openxmlformats-officedocument.presentationml.tags+xml"/>
  <Override PartName="/ppt/tags/tag1458.xml" ContentType="application/vnd.openxmlformats-officedocument.presentationml.tags+xml"/>
  <Override PartName="/ppt/tags/tag1459.xml" ContentType="application/vnd.openxmlformats-officedocument.presentationml.tags+xml"/>
  <Override PartName="/ppt/tags/tag1460.xml" ContentType="application/vnd.openxmlformats-officedocument.presentationml.tags+xml"/>
  <Override PartName="/ppt/tags/tag1461.xml" ContentType="application/vnd.openxmlformats-officedocument.presentationml.tags+xml"/>
  <Override PartName="/ppt/tags/tag1462.xml" ContentType="application/vnd.openxmlformats-officedocument.presentationml.tags+xml"/>
  <Override PartName="/ppt/tags/tag1463.xml" ContentType="application/vnd.openxmlformats-officedocument.presentationml.tags+xml"/>
  <Override PartName="/ppt/tags/tag1464.xml" ContentType="application/vnd.openxmlformats-officedocument.presentationml.tags+xml"/>
  <Override PartName="/ppt/tags/tag1465.xml" ContentType="application/vnd.openxmlformats-officedocument.presentationml.tags+xml"/>
  <Override PartName="/ppt/notesSlides/notesSlide103.xml" ContentType="application/vnd.openxmlformats-officedocument.presentationml.notesSlide+xml"/>
  <Override PartName="/ppt/tags/tag1466.xml" ContentType="application/vnd.openxmlformats-officedocument.presentationml.tags+xml"/>
  <Override PartName="/ppt/tags/tag1467.xml" ContentType="application/vnd.openxmlformats-officedocument.presentationml.tags+xml"/>
  <Override PartName="/ppt/tags/tag1468.xml" ContentType="application/vnd.openxmlformats-officedocument.presentationml.tags+xml"/>
  <Override PartName="/ppt/tags/tag1469.xml" ContentType="application/vnd.openxmlformats-officedocument.presentationml.tags+xml"/>
  <Override PartName="/ppt/tags/tag1470.xml" ContentType="application/vnd.openxmlformats-officedocument.presentationml.tags+xml"/>
  <Override PartName="/ppt/tags/tag1471.xml" ContentType="application/vnd.openxmlformats-officedocument.presentationml.tags+xml"/>
  <Override PartName="/ppt/tags/tag1472.xml" ContentType="application/vnd.openxmlformats-officedocument.presentationml.tags+xml"/>
  <Override PartName="/ppt/tags/tag1473.xml" ContentType="application/vnd.openxmlformats-officedocument.presentationml.tags+xml"/>
  <Override PartName="/ppt/tags/tag1474.xml" ContentType="application/vnd.openxmlformats-officedocument.presentationml.tags+xml"/>
  <Override PartName="/ppt/tags/tag1475.xml" ContentType="application/vnd.openxmlformats-officedocument.presentationml.tags+xml"/>
  <Override PartName="/ppt/tags/tag1476.xml" ContentType="application/vnd.openxmlformats-officedocument.presentationml.tags+xml"/>
  <Override PartName="/ppt/notesSlides/notesSlide104.xml" ContentType="application/vnd.openxmlformats-officedocument.presentationml.notesSlide+xml"/>
  <Override PartName="/ppt/tags/tag1477.xml" ContentType="application/vnd.openxmlformats-officedocument.presentationml.tags+xml"/>
  <Override PartName="/ppt/tags/tag1478.xml" ContentType="application/vnd.openxmlformats-officedocument.presentationml.tags+xml"/>
  <Override PartName="/ppt/tags/tag1479.xml" ContentType="application/vnd.openxmlformats-officedocument.presentationml.tags+xml"/>
  <Override PartName="/ppt/tags/tag1480.xml" ContentType="application/vnd.openxmlformats-officedocument.presentationml.tags+xml"/>
  <Override PartName="/ppt/tags/tag1481.xml" ContentType="application/vnd.openxmlformats-officedocument.presentationml.tags+xml"/>
  <Override PartName="/ppt/tags/tag1482.xml" ContentType="application/vnd.openxmlformats-officedocument.presentationml.tags+xml"/>
  <Override PartName="/ppt/tags/tag1483.xml" ContentType="application/vnd.openxmlformats-officedocument.presentationml.tags+xml"/>
  <Override PartName="/ppt/tags/tag1484.xml" ContentType="application/vnd.openxmlformats-officedocument.presentationml.tags+xml"/>
  <Override PartName="/ppt/tags/tag1485.xml" ContentType="application/vnd.openxmlformats-officedocument.presentationml.tags+xml"/>
  <Override PartName="/ppt/tags/tag1486.xml" ContentType="application/vnd.openxmlformats-officedocument.presentationml.tags+xml"/>
  <Override PartName="/ppt/tags/tag1487.xml" ContentType="application/vnd.openxmlformats-officedocument.presentationml.tags+xml"/>
  <Override PartName="/ppt/tags/tag1488.xml" ContentType="application/vnd.openxmlformats-officedocument.presentationml.tags+xml"/>
  <Override PartName="/ppt/tags/tag1489.xml" ContentType="application/vnd.openxmlformats-officedocument.presentationml.tags+xml"/>
  <Override PartName="/ppt/notesSlides/notesSlide105.xml" ContentType="application/vnd.openxmlformats-officedocument.presentationml.notesSlide+xml"/>
  <Override PartName="/ppt/tags/tag1490.xml" ContentType="application/vnd.openxmlformats-officedocument.presentationml.tags+xml"/>
  <Override PartName="/ppt/tags/tag1491.xml" ContentType="application/vnd.openxmlformats-officedocument.presentationml.tags+xml"/>
  <Override PartName="/ppt/tags/tag1492.xml" ContentType="application/vnd.openxmlformats-officedocument.presentationml.tags+xml"/>
  <Override PartName="/ppt/tags/tag1493.xml" ContentType="application/vnd.openxmlformats-officedocument.presentationml.tags+xml"/>
  <Override PartName="/ppt/tags/tag1494.xml" ContentType="application/vnd.openxmlformats-officedocument.presentationml.tags+xml"/>
  <Override PartName="/ppt/tags/tag1495.xml" ContentType="application/vnd.openxmlformats-officedocument.presentationml.tags+xml"/>
  <Override PartName="/ppt/tags/tag1496.xml" ContentType="application/vnd.openxmlformats-officedocument.presentationml.tags+xml"/>
  <Override PartName="/ppt/tags/tag1497.xml" ContentType="application/vnd.openxmlformats-officedocument.presentationml.tags+xml"/>
  <Override PartName="/ppt/tags/tag1498.xml" ContentType="application/vnd.openxmlformats-officedocument.presentationml.tags+xml"/>
  <Override PartName="/ppt/tags/tag1499.xml" ContentType="application/vnd.openxmlformats-officedocument.presentationml.tags+xml"/>
  <Override PartName="/ppt/tags/tag1500.xml" ContentType="application/vnd.openxmlformats-officedocument.presentationml.tags+xml"/>
  <Override PartName="/ppt/tags/tag1501.xml" ContentType="application/vnd.openxmlformats-officedocument.presentationml.tags+xml"/>
  <Override PartName="/ppt/tags/tag1502.xml" ContentType="application/vnd.openxmlformats-officedocument.presentationml.tags+xml"/>
  <Override PartName="/ppt/tags/tag1503.xml" ContentType="application/vnd.openxmlformats-officedocument.presentationml.tags+xml"/>
  <Override PartName="/ppt/tags/tag1504.xml" ContentType="application/vnd.openxmlformats-officedocument.presentationml.tags+xml"/>
  <Override PartName="/ppt/notesSlides/notesSlide106.xml" ContentType="application/vnd.openxmlformats-officedocument.presentationml.notesSlide+xml"/>
  <Override PartName="/ppt/tags/tag1505.xml" ContentType="application/vnd.openxmlformats-officedocument.presentationml.tags+xml"/>
  <Override PartName="/ppt/tags/tag1506.xml" ContentType="application/vnd.openxmlformats-officedocument.presentationml.tags+xml"/>
  <Override PartName="/ppt/tags/tag1507.xml" ContentType="application/vnd.openxmlformats-officedocument.presentationml.tags+xml"/>
  <Override PartName="/ppt/tags/tag1508.xml" ContentType="application/vnd.openxmlformats-officedocument.presentationml.tags+xml"/>
  <Override PartName="/ppt/tags/tag1509.xml" ContentType="application/vnd.openxmlformats-officedocument.presentationml.tags+xml"/>
  <Override PartName="/ppt/tags/tag1510.xml" ContentType="application/vnd.openxmlformats-officedocument.presentationml.tags+xml"/>
  <Override PartName="/ppt/tags/tag1511.xml" ContentType="application/vnd.openxmlformats-officedocument.presentationml.tags+xml"/>
  <Override PartName="/ppt/tags/tag1512.xml" ContentType="application/vnd.openxmlformats-officedocument.presentationml.tags+xml"/>
  <Override PartName="/ppt/tags/tag1513.xml" ContentType="application/vnd.openxmlformats-officedocument.presentationml.tags+xml"/>
  <Override PartName="/ppt/tags/tag1514.xml" ContentType="application/vnd.openxmlformats-officedocument.presentationml.tags+xml"/>
  <Override PartName="/ppt/tags/tag1515.xml" ContentType="application/vnd.openxmlformats-officedocument.presentationml.tags+xml"/>
  <Override PartName="/ppt/tags/tag1516.xml" ContentType="application/vnd.openxmlformats-officedocument.presentationml.tags+xml"/>
  <Override PartName="/ppt/tags/tag1517.xml" ContentType="application/vnd.openxmlformats-officedocument.presentationml.tags+xml"/>
  <Override PartName="/ppt/tags/tag1518.xml" ContentType="application/vnd.openxmlformats-officedocument.presentationml.tags+xml"/>
  <Override PartName="/ppt/tags/tag1519.xml" ContentType="application/vnd.openxmlformats-officedocument.presentationml.tags+xml"/>
  <Override PartName="/ppt/notesSlides/notesSlide107.xml" ContentType="application/vnd.openxmlformats-officedocument.presentationml.notesSlide+xml"/>
  <Override PartName="/ppt/tags/tag1520.xml" ContentType="application/vnd.openxmlformats-officedocument.presentationml.tags+xml"/>
  <Override PartName="/ppt/tags/tag1521.xml" ContentType="application/vnd.openxmlformats-officedocument.presentationml.tags+xml"/>
  <Override PartName="/ppt/tags/tag1522.xml" ContentType="application/vnd.openxmlformats-officedocument.presentationml.tags+xml"/>
  <Override PartName="/ppt/tags/tag1523.xml" ContentType="application/vnd.openxmlformats-officedocument.presentationml.tags+xml"/>
  <Override PartName="/ppt/tags/tag1524.xml" ContentType="application/vnd.openxmlformats-officedocument.presentationml.tags+xml"/>
  <Override PartName="/ppt/tags/tag1525.xml" ContentType="application/vnd.openxmlformats-officedocument.presentationml.tags+xml"/>
  <Override PartName="/ppt/tags/tag1526.xml" ContentType="application/vnd.openxmlformats-officedocument.presentationml.tags+xml"/>
  <Override PartName="/ppt/tags/tag1527.xml" ContentType="application/vnd.openxmlformats-officedocument.presentationml.tags+xml"/>
  <Override PartName="/ppt/tags/tag1528.xml" ContentType="application/vnd.openxmlformats-officedocument.presentationml.tags+xml"/>
  <Override PartName="/ppt/tags/tag1529.xml" ContentType="application/vnd.openxmlformats-officedocument.presentationml.tags+xml"/>
  <Override PartName="/ppt/tags/tag1530.xml" ContentType="application/vnd.openxmlformats-officedocument.presentationml.tags+xml"/>
  <Override PartName="/ppt/tags/tag1531.xml" ContentType="application/vnd.openxmlformats-officedocument.presentationml.tags+xml"/>
  <Override PartName="/ppt/tags/tag1532.xml" ContentType="application/vnd.openxmlformats-officedocument.presentationml.tags+xml"/>
  <Override PartName="/ppt/tags/tag1533.xml" ContentType="application/vnd.openxmlformats-officedocument.presentationml.tags+xml"/>
  <Override PartName="/ppt/tags/tag1534.xml" ContentType="application/vnd.openxmlformats-officedocument.presentationml.tags+xml"/>
  <Override PartName="/ppt/tags/tag1535.xml" ContentType="application/vnd.openxmlformats-officedocument.presentationml.tags+xml"/>
  <Override PartName="/ppt/tags/tag1536.xml" ContentType="application/vnd.openxmlformats-officedocument.presentationml.tags+xml"/>
  <Override PartName="/ppt/tags/tag1537.xml" ContentType="application/vnd.openxmlformats-officedocument.presentationml.tags+xml"/>
  <Override PartName="/ppt/tags/tag1538.xml" ContentType="application/vnd.openxmlformats-officedocument.presentationml.tags+xml"/>
  <Override PartName="/ppt/tags/tag1539.xml" ContentType="application/vnd.openxmlformats-officedocument.presentationml.tags+xml"/>
  <Override PartName="/ppt/tags/tag1540.xml" ContentType="application/vnd.openxmlformats-officedocument.presentationml.tags+xml"/>
  <Override PartName="/ppt/notesSlides/notesSlide108.xml" ContentType="application/vnd.openxmlformats-officedocument.presentationml.notesSlide+xml"/>
  <Override PartName="/ppt/tags/tag1541.xml" ContentType="application/vnd.openxmlformats-officedocument.presentationml.tags+xml"/>
  <Override PartName="/ppt/tags/tag1542.xml" ContentType="application/vnd.openxmlformats-officedocument.presentationml.tags+xml"/>
  <Override PartName="/ppt/tags/tag1543.xml" ContentType="application/vnd.openxmlformats-officedocument.presentationml.tags+xml"/>
  <Override PartName="/ppt/tags/tag1544.xml" ContentType="application/vnd.openxmlformats-officedocument.presentationml.tags+xml"/>
  <Override PartName="/ppt/tags/tag1545.xml" ContentType="application/vnd.openxmlformats-officedocument.presentationml.tags+xml"/>
  <Override PartName="/ppt/notesSlides/notesSlide109.xml" ContentType="application/vnd.openxmlformats-officedocument.presentationml.notesSlide+xml"/>
  <Override PartName="/ppt/tags/tag1546.xml" ContentType="application/vnd.openxmlformats-officedocument.presentationml.tags+xml"/>
  <Override PartName="/ppt/tags/tag1547.xml" ContentType="application/vnd.openxmlformats-officedocument.presentationml.tags+xml"/>
  <Override PartName="/ppt/tags/tag1548.xml" ContentType="application/vnd.openxmlformats-officedocument.presentationml.tags+xml"/>
  <Override PartName="/ppt/tags/tag1549.xml" ContentType="application/vnd.openxmlformats-officedocument.presentationml.tags+xml"/>
  <Override PartName="/ppt/tags/tag1550.xml" ContentType="application/vnd.openxmlformats-officedocument.presentationml.tags+xml"/>
  <Override PartName="/ppt/tags/tag1551.xml" ContentType="application/vnd.openxmlformats-officedocument.presentationml.tags+xml"/>
  <Override PartName="/ppt/tags/tag1552.xml" ContentType="application/vnd.openxmlformats-officedocument.presentationml.tags+xml"/>
  <Override PartName="/ppt/tags/tag1553.xml" ContentType="application/vnd.openxmlformats-officedocument.presentationml.tags+xml"/>
  <Override PartName="/ppt/tags/tag1554.xml" ContentType="application/vnd.openxmlformats-officedocument.presentationml.tags+xml"/>
  <Override PartName="/ppt/tags/tag1555.xml" ContentType="application/vnd.openxmlformats-officedocument.presentationml.tags+xml"/>
  <Override PartName="/ppt/tags/tag1556.xml" ContentType="application/vnd.openxmlformats-officedocument.presentationml.tags+xml"/>
  <Override PartName="/ppt/tags/tag1557.xml" ContentType="application/vnd.openxmlformats-officedocument.presentationml.tags+xml"/>
  <Override PartName="/ppt/tags/tag1558.xml" ContentType="application/vnd.openxmlformats-officedocument.presentationml.tags+xml"/>
  <Override PartName="/ppt/tags/tag1559.xml" ContentType="application/vnd.openxmlformats-officedocument.presentationml.tags+xml"/>
  <Override PartName="/ppt/notesSlides/notesSlide110.xml" ContentType="application/vnd.openxmlformats-officedocument.presentationml.notesSlide+xml"/>
  <Override PartName="/ppt/tags/tag1560.xml" ContentType="application/vnd.openxmlformats-officedocument.presentationml.tags+xml"/>
  <Override PartName="/ppt/tags/tag1561.xml" ContentType="application/vnd.openxmlformats-officedocument.presentationml.tags+xml"/>
  <Override PartName="/ppt/tags/tag1562.xml" ContentType="application/vnd.openxmlformats-officedocument.presentationml.tags+xml"/>
  <Override PartName="/ppt/tags/tag1563.xml" ContentType="application/vnd.openxmlformats-officedocument.presentationml.tags+xml"/>
  <Override PartName="/ppt/tags/tag1564.xml" ContentType="application/vnd.openxmlformats-officedocument.presentationml.tags+xml"/>
  <Override PartName="/ppt/tags/tag1565.xml" ContentType="application/vnd.openxmlformats-officedocument.presentationml.tags+xml"/>
  <Override PartName="/ppt/tags/tag1566.xml" ContentType="application/vnd.openxmlformats-officedocument.presentationml.tags+xml"/>
  <Override PartName="/ppt/tags/tag1567.xml" ContentType="application/vnd.openxmlformats-officedocument.presentationml.tags+xml"/>
  <Override PartName="/ppt/tags/tag1568.xml" ContentType="application/vnd.openxmlformats-officedocument.presentationml.tags+xml"/>
  <Override PartName="/ppt/tags/tag1569.xml" ContentType="application/vnd.openxmlformats-officedocument.presentationml.tags+xml"/>
  <Override PartName="/ppt/tags/tag1570.xml" ContentType="application/vnd.openxmlformats-officedocument.presentationml.tags+xml"/>
  <Override PartName="/ppt/tags/tag1571.xml" ContentType="application/vnd.openxmlformats-officedocument.presentationml.tags+xml"/>
  <Override PartName="/ppt/tags/tag1572.xml" ContentType="application/vnd.openxmlformats-officedocument.presentationml.tags+xml"/>
  <Override PartName="/ppt/tags/tag1573.xml" ContentType="application/vnd.openxmlformats-officedocument.presentationml.tags+xml"/>
  <Override PartName="/ppt/tags/tag1574.xml" ContentType="application/vnd.openxmlformats-officedocument.presentationml.tags+xml"/>
  <Override PartName="/ppt/tags/tag1575.xml" ContentType="application/vnd.openxmlformats-officedocument.presentationml.tags+xml"/>
  <Override PartName="/ppt/tags/tag1576.xml" ContentType="application/vnd.openxmlformats-officedocument.presentationml.tags+xml"/>
  <Override PartName="/ppt/tags/tag1577.xml" ContentType="application/vnd.openxmlformats-officedocument.presentationml.tags+xml"/>
  <Override PartName="/ppt/notesSlides/notesSlide111.xml" ContentType="application/vnd.openxmlformats-officedocument.presentationml.notesSlide+xml"/>
  <Override PartName="/ppt/tags/tag1578.xml" ContentType="application/vnd.openxmlformats-officedocument.presentationml.tags+xml"/>
  <Override PartName="/ppt/tags/tag1579.xml" ContentType="application/vnd.openxmlformats-officedocument.presentationml.tags+xml"/>
  <Override PartName="/ppt/tags/tag1580.xml" ContentType="application/vnd.openxmlformats-officedocument.presentationml.tags+xml"/>
  <Override PartName="/ppt/tags/tag1581.xml" ContentType="application/vnd.openxmlformats-officedocument.presentationml.tags+xml"/>
  <Override PartName="/ppt/tags/tag1582.xml" ContentType="application/vnd.openxmlformats-officedocument.presentationml.tags+xml"/>
  <Override PartName="/ppt/tags/tag1583.xml" ContentType="application/vnd.openxmlformats-officedocument.presentationml.tags+xml"/>
  <Override PartName="/ppt/tags/tag1584.xml" ContentType="application/vnd.openxmlformats-officedocument.presentationml.tags+xml"/>
  <Override PartName="/ppt/tags/tag1585.xml" ContentType="application/vnd.openxmlformats-officedocument.presentationml.tags+xml"/>
  <Override PartName="/ppt/tags/tag1586.xml" ContentType="application/vnd.openxmlformats-officedocument.presentationml.tags+xml"/>
  <Override PartName="/ppt/tags/tag1587.xml" ContentType="application/vnd.openxmlformats-officedocument.presentationml.tags+xml"/>
  <Override PartName="/ppt/tags/tag1588.xml" ContentType="application/vnd.openxmlformats-officedocument.presentationml.tags+xml"/>
  <Override PartName="/ppt/tags/tag1589.xml" ContentType="application/vnd.openxmlformats-officedocument.presentationml.tags+xml"/>
  <Override PartName="/ppt/tags/tag1590.xml" ContentType="application/vnd.openxmlformats-officedocument.presentationml.tags+xml"/>
  <Override PartName="/ppt/tags/tag1591.xml" ContentType="application/vnd.openxmlformats-officedocument.presentationml.tags+xml"/>
  <Override PartName="/ppt/tags/tag1592.xml" ContentType="application/vnd.openxmlformats-officedocument.presentationml.tags+xml"/>
  <Override PartName="/ppt/tags/tag1593.xml" ContentType="application/vnd.openxmlformats-officedocument.presentationml.tags+xml"/>
  <Override PartName="/ppt/tags/tag1594.xml" ContentType="application/vnd.openxmlformats-officedocument.presentationml.tags+xml"/>
  <Override PartName="/ppt/tags/tag1595.xml" ContentType="application/vnd.openxmlformats-officedocument.presentationml.tags+xml"/>
  <Override PartName="/ppt/tags/tag1596.xml" ContentType="application/vnd.openxmlformats-officedocument.presentationml.tags+xml"/>
  <Override PartName="/ppt/tags/tag1597.xml" ContentType="application/vnd.openxmlformats-officedocument.presentationml.tags+xml"/>
  <Override PartName="/ppt/tags/tag1598.xml" ContentType="application/vnd.openxmlformats-officedocument.presentationml.tags+xml"/>
  <Override PartName="/ppt/tags/tag1599.xml" ContentType="application/vnd.openxmlformats-officedocument.presentationml.tags+xml"/>
  <Override PartName="/ppt/tags/tag1600.xml" ContentType="application/vnd.openxmlformats-officedocument.presentationml.tags+xml"/>
  <Override PartName="/ppt/notesSlides/notesSlide112.xml" ContentType="application/vnd.openxmlformats-officedocument.presentationml.notesSlide+xml"/>
  <Override PartName="/ppt/tags/tag1601.xml" ContentType="application/vnd.openxmlformats-officedocument.presentationml.tags+xml"/>
  <Override PartName="/ppt/tags/tag1602.xml" ContentType="application/vnd.openxmlformats-officedocument.presentationml.tags+xml"/>
  <Override PartName="/ppt/tags/tag1603.xml" ContentType="application/vnd.openxmlformats-officedocument.presentationml.tags+xml"/>
  <Override PartName="/ppt/tags/tag1604.xml" ContentType="application/vnd.openxmlformats-officedocument.presentationml.tags+xml"/>
  <Override PartName="/ppt/tags/tag1605.xml" ContentType="application/vnd.openxmlformats-officedocument.presentationml.tags+xml"/>
  <Override PartName="/ppt/tags/tag1606.xml" ContentType="application/vnd.openxmlformats-officedocument.presentationml.tags+xml"/>
  <Override PartName="/ppt/tags/tag1607.xml" ContentType="application/vnd.openxmlformats-officedocument.presentationml.tags+xml"/>
  <Override PartName="/ppt/tags/tag1608.xml" ContentType="application/vnd.openxmlformats-officedocument.presentationml.tags+xml"/>
  <Override PartName="/ppt/tags/tag1609.xml" ContentType="application/vnd.openxmlformats-officedocument.presentationml.tags+xml"/>
  <Override PartName="/ppt/tags/tag1610.xml" ContentType="application/vnd.openxmlformats-officedocument.presentationml.tags+xml"/>
  <Override PartName="/ppt/tags/tag1611.xml" ContentType="application/vnd.openxmlformats-officedocument.presentationml.tags+xml"/>
  <Override PartName="/ppt/tags/tag1612.xml" ContentType="application/vnd.openxmlformats-officedocument.presentationml.tags+xml"/>
  <Override PartName="/ppt/tags/tag1613.xml" ContentType="application/vnd.openxmlformats-officedocument.presentationml.tags+xml"/>
  <Override PartName="/ppt/tags/tag1614.xml" ContentType="application/vnd.openxmlformats-officedocument.presentationml.tags+xml"/>
  <Override PartName="/ppt/tags/tag1615.xml" ContentType="application/vnd.openxmlformats-officedocument.presentationml.tags+xml"/>
  <Override PartName="/ppt/tags/tag1616.xml" ContentType="application/vnd.openxmlformats-officedocument.presentationml.tags+xml"/>
  <Override PartName="/ppt/tags/tag1617.xml" ContentType="application/vnd.openxmlformats-officedocument.presentationml.tags+xml"/>
  <Override PartName="/ppt/tags/tag1618.xml" ContentType="application/vnd.openxmlformats-officedocument.presentationml.tags+xml"/>
  <Override PartName="/ppt/tags/tag1619.xml" ContentType="application/vnd.openxmlformats-officedocument.presentationml.tags+xml"/>
  <Override PartName="/ppt/tags/tag1620.xml" ContentType="application/vnd.openxmlformats-officedocument.presentationml.tags+xml"/>
  <Override PartName="/ppt/tags/tag1621.xml" ContentType="application/vnd.openxmlformats-officedocument.presentationml.tags+xml"/>
  <Override PartName="/ppt/tags/tag1622.xml" ContentType="application/vnd.openxmlformats-officedocument.presentationml.tags+xml"/>
  <Override PartName="/ppt/tags/tag1623.xml" ContentType="application/vnd.openxmlformats-officedocument.presentationml.tags+xml"/>
  <Override PartName="/ppt/tags/tag1624.xml" ContentType="application/vnd.openxmlformats-officedocument.presentationml.tags+xml"/>
  <Override PartName="/ppt/tags/tag1625.xml" ContentType="application/vnd.openxmlformats-officedocument.presentationml.tags+xml"/>
  <Override PartName="/ppt/notesSlides/notesSlide113.xml" ContentType="application/vnd.openxmlformats-officedocument.presentationml.notesSlide+xml"/>
  <Override PartName="/ppt/tags/tag1626.xml" ContentType="application/vnd.openxmlformats-officedocument.presentationml.tags+xml"/>
  <Override PartName="/ppt/tags/tag1627.xml" ContentType="application/vnd.openxmlformats-officedocument.presentationml.tags+xml"/>
  <Override PartName="/ppt/tags/tag1628.xml" ContentType="application/vnd.openxmlformats-officedocument.presentationml.tags+xml"/>
  <Override PartName="/ppt/tags/tag1629.xml" ContentType="application/vnd.openxmlformats-officedocument.presentationml.tags+xml"/>
  <Override PartName="/ppt/tags/tag1630.xml" ContentType="application/vnd.openxmlformats-officedocument.presentationml.tags+xml"/>
  <Override PartName="/ppt/notesSlides/notesSlide114.xml" ContentType="application/vnd.openxmlformats-officedocument.presentationml.notesSlide+xml"/>
  <Override PartName="/ppt/tags/tag1631.xml" ContentType="application/vnd.openxmlformats-officedocument.presentationml.tags+xml"/>
  <Override PartName="/ppt/tags/tag1632.xml" ContentType="application/vnd.openxmlformats-officedocument.presentationml.tags+xml"/>
  <Override PartName="/ppt/tags/tag1633.xml" ContentType="application/vnd.openxmlformats-officedocument.presentationml.tags+xml"/>
  <Override PartName="/ppt/tags/tag1634.xml" ContentType="application/vnd.openxmlformats-officedocument.presentationml.tags+xml"/>
  <Override PartName="/ppt/tags/tag1635.xml" ContentType="application/vnd.openxmlformats-officedocument.presentationml.tags+xml"/>
  <Override PartName="/ppt/notesSlides/notesSlide115.xml" ContentType="application/vnd.openxmlformats-officedocument.presentationml.notesSlide+xml"/>
  <Override PartName="/ppt/tags/tag1636.xml" ContentType="application/vnd.openxmlformats-officedocument.presentationml.tags+xml"/>
  <Override PartName="/ppt/tags/tag1637.xml" ContentType="application/vnd.openxmlformats-officedocument.presentationml.tags+xml"/>
  <Override PartName="/ppt/tags/tag1638.xml" ContentType="application/vnd.openxmlformats-officedocument.presentationml.tags+xml"/>
  <Override PartName="/ppt/tags/tag1639.xml" ContentType="application/vnd.openxmlformats-officedocument.presentationml.tags+xml"/>
  <Override PartName="/ppt/tags/tag1640.xml" ContentType="application/vnd.openxmlformats-officedocument.presentationml.tags+xml"/>
  <Override PartName="/ppt/notesSlides/notesSlide116.xml" ContentType="application/vnd.openxmlformats-officedocument.presentationml.notesSlide+xml"/>
  <Override PartName="/ppt/tags/tag1641.xml" ContentType="application/vnd.openxmlformats-officedocument.presentationml.tags+xml"/>
  <Override PartName="/ppt/tags/tag1642.xml" ContentType="application/vnd.openxmlformats-officedocument.presentationml.tags+xml"/>
  <Override PartName="/ppt/tags/tag1643.xml" ContentType="application/vnd.openxmlformats-officedocument.presentationml.tags+xml"/>
  <Override PartName="/ppt/tags/tag1644.xml" ContentType="application/vnd.openxmlformats-officedocument.presentationml.tags+xml"/>
  <Override PartName="/ppt/tags/tag1645.xml" ContentType="application/vnd.openxmlformats-officedocument.presentationml.tags+xml"/>
  <Override PartName="/ppt/notesSlides/notesSlide117.xml" ContentType="application/vnd.openxmlformats-officedocument.presentationml.notesSlide+xml"/>
  <Override PartName="/ppt/tags/tag1646.xml" ContentType="application/vnd.openxmlformats-officedocument.presentationml.tags+xml"/>
  <Override PartName="/ppt/tags/tag1647.xml" ContentType="application/vnd.openxmlformats-officedocument.presentationml.tags+xml"/>
  <Override PartName="/ppt/tags/tag1648.xml" ContentType="application/vnd.openxmlformats-officedocument.presentationml.tags+xml"/>
  <Override PartName="/ppt/tags/tag1649.xml" ContentType="application/vnd.openxmlformats-officedocument.presentationml.tags+xml"/>
  <Override PartName="/ppt/tags/tag1650.xml" ContentType="application/vnd.openxmlformats-officedocument.presentationml.tags+xml"/>
  <Override PartName="/ppt/notesSlides/notesSlide118.xml" ContentType="application/vnd.openxmlformats-officedocument.presentationml.notesSlide+xml"/>
  <Override PartName="/ppt/tags/tag1651.xml" ContentType="application/vnd.openxmlformats-officedocument.presentationml.tags+xml"/>
  <Override PartName="/ppt/tags/tag1652.xml" ContentType="application/vnd.openxmlformats-officedocument.presentationml.tags+xml"/>
  <Override PartName="/ppt/tags/tag1653.xml" ContentType="application/vnd.openxmlformats-officedocument.presentationml.tags+xml"/>
  <Override PartName="/ppt/tags/tag1654.xml" ContentType="application/vnd.openxmlformats-officedocument.presentationml.tags+xml"/>
  <Override PartName="/ppt/tags/tag1655.xml" ContentType="application/vnd.openxmlformats-officedocument.presentationml.tags+xml"/>
  <Override PartName="/ppt/notesSlides/notesSlide119.xml" ContentType="application/vnd.openxmlformats-officedocument.presentationml.notesSlide+xml"/>
  <Override PartName="/ppt/tags/tag1656.xml" ContentType="application/vnd.openxmlformats-officedocument.presentationml.tags+xml"/>
  <Override PartName="/ppt/tags/tag1657.xml" ContentType="application/vnd.openxmlformats-officedocument.presentationml.tags+xml"/>
  <Override PartName="/ppt/tags/tag1658.xml" ContentType="application/vnd.openxmlformats-officedocument.presentationml.tags+xml"/>
  <Override PartName="/ppt/tags/tag1659.xml" ContentType="application/vnd.openxmlformats-officedocument.presentationml.tags+xml"/>
  <Override PartName="/ppt/tags/tag1660.xml" ContentType="application/vnd.openxmlformats-officedocument.presentationml.tags+xml"/>
  <Override PartName="/ppt/tags/tag1661.xml" ContentType="application/vnd.openxmlformats-officedocument.presentationml.tags+xml"/>
  <Override PartName="/ppt/tags/tag1662.xml" ContentType="application/vnd.openxmlformats-officedocument.presentationml.tags+xml"/>
  <Override PartName="/ppt/notesSlides/notesSlide1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0"/>
  </p:notesMasterIdLst>
  <p:sldIdLst>
    <p:sldId id="256" r:id="rId2"/>
    <p:sldId id="356" r:id="rId3"/>
    <p:sldId id="357" r:id="rId4"/>
    <p:sldId id="358" r:id="rId5"/>
    <p:sldId id="359" r:id="rId6"/>
    <p:sldId id="360" r:id="rId7"/>
    <p:sldId id="361" r:id="rId8"/>
    <p:sldId id="362" r:id="rId9"/>
    <p:sldId id="363" r:id="rId10"/>
    <p:sldId id="339" r:id="rId11"/>
    <p:sldId id="364" r:id="rId12"/>
    <p:sldId id="365" r:id="rId13"/>
    <p:sldId id="366" r:id="rId14"/>
    <p:sldId id="367" r:id="rId15"/>
    <p:sldId id="368" r:id="rId16"/>
    <p:sldId id="369" r:id="rId17"/>
    <p:sldId id="370" r:id="rId18"/>
    <p:sldId id="371" r:id="rId19"/>
    <p:sldId id="372" r:id="rId20"/>
    <p:sldId id="373" r:id="rId21"/>
    <p:sldId id="374" r:id="rId22"/>
    <p:sldId id="375" r:id="rId23"/>
    <p:sldId id="376" r:id="rId24"/>
    <p:sldId id="377" r:id="rId25"/>
    <p:sldId id="378" r:id="rId26"/>
    <p:sldId id="379" r:id="rId27"/>
    <p:sldId id="380" r:id="rId28"/>
    <p:sldId id="381" r:id="rId29"/>
    <p:sldId id="382" r:id="rId30"/>
    <p:sldId id="383" r:id="rId31"/>
    <p:sldId id="384" r:id="rId32"/>
    <p:sldId id="385" r:id="rId33"/>
    <p:sldId id="386" r:id="rId34"/>
    <p:sldId id="387" r:id="rId35"/>
    <p:sldId id="388" r:id="rId36"/>
    <p:sldId id="389" r:id="rId37"/>
    <p:sldId id="390" r:id="rId38"/>
    <p:sldId id="278" r:id="rId39"/>
    <p:sldId id="352" r:id="rId40"/>
    <p:sldId id="391" r:id="rId41"/>
    <p:sldId id="392" r:id="rId42"/>
    <p:sldId id="325" r:id="rId43"/>
    <p:sldId id="353" r:id="rId44"/>
    <p:sldId id="393" r:id="rId45"/>
    <p:sldId id="394" r:id="rId46"/>
    <p:sldId id="395" r:id="rId47"/>
    <p:sldId id="396" r:id="rId48"/>
    <p:sldId id="397" r:id="rId49"/>
    <p:sldId id="398" r:id="rId50"/>
    <p:sldId id="399" r:id="rId51"/>
    <p:sldId id="400" r:id="rId52"/>
    <p:sldId id="279" r:id="rId53"/>
    <p:sldId id="324" r:id="rId54"/>
    <p:sldId id="354" r:id="rId55"/>
    <p:sldId id="401" r:id="rId56"/>
    <p:sldId id="402" r:id="rId57"/>
    <p:sldId id="403" r:id="rId58"/>
    <p:sldId id="404" r:id="rId59"/>
    <p:sldId id="405" r:id="rId60"/>
    <p:sldId id="406" r:id="rId61"/>
    <p:sldId id="407" r:id="rId62"/>
    <p:sldId id="302" r:id="rId63"/>
    <p:sldId id="280" r:id="rId64"/>
    <p:sldId id="355" r:id="rId65"/>
    <p:sldId id="408" r:id="rId66"/>
    <p:sldId id="409" r:id="rId67"/>
    <p:sldId id="410" r:id="rId68"/>
    <p:sldId id="411" r:id="rId69"/>
    <p:sldId id="412" r:id="rId70"/>
    <p:sldId id="413" r:id="rId71"/>
    <p:sldId id="291" r:id="rId72"/>
    <p:sldId id="306" r:id="rId73"/>
    <p:sldId id="414" r:id="rId74"/>
    <p:sldId id="415" r:id="rId75"/>
    <p:sldId id="416" r:id="rId76"/>
    <p:sldId id="417" r:id="rId77"/>
    <p:sldId id="418" r:id="rId78"/>
    <p:sldId id="419" r:id="rId79"/>
    <p:sldId id="420" r:id="rId80"/>
    <p:sldId id="309" r:id="rId81"/>
    <p:sldId id="421" r:id="rId82"/>
    <p:sldId id="422" r:id="rId83"/>
    <p:sldId id="423" r:id="rId84"/>
    <p:sldId id="262" r:id="rId85"/>
    <p:sldId id="327" r:id="rId86"/>
    <p:sldId id="328" r:id="rId87"/>
    <p:sldId id="331" r:id="rId88"/>
    <p:sldId id="329" r:id="rId89"/>
    <p:sldId id="330" r:id="rId90"/>
    <p:sldId id="320" r:id="rId91"/>
    <p:sldId id="318" r:id="rId92"/>
    <p:sldId id="332" r:id="rId93"/>
    <p:sldId id="319" r:id="rId94"/>
    <p:sldId id="333" r:id="rId95"/>
    <p:sldId id="317" r:id="rId96"/>
    <p:sldId id="321" r:id="rId97"/>
    <p:sldId id="312" r:id="rId98"/>
    <p:sldId id="424" r:id="rId99"/>
    <p:sldId id="425" r:id="rId100"/>
    <p:sldId id="426" r:id="rId101"/>
    <p:sldId id="427" r:id="rId102"/>
    <p:sldId id="428" r:id="rId103"/>
    <p:sldId id="429" r:id="rId104"/>
    <p:sldId id="430" r:id="rId105"/>
    <p:sldId id="431" r:id="rId106"/>
    <p:sldId id="432" r:id="rId107"/>
    <p:sldId id="433" r:id="rId108"/>
    <p:sldId id="434" r:id="rId109"/>
    <p:sldId id="435" r:id="rId110"/>
    <p:sldId id="436" r:id="rId111"/>
    <p:sldId id="437" r:id="rId112"/>
    <p:sldId id="438" r:id="rId113"/>
    <p:sldId id="439" r:id="rId114"/>
    <p:sldId id="440" r:id="rId115"/>
    <p:sldId id="441" r:id="rId116"/>
    <p:sldId id="442" r:id="rId117"/>
    <p:sldId id="443" r:id="rId118"/>
    <p:sldId id="444" r:id="rId119"/>
    <p:sldId id="445" r:id="rId120"/>
    <p:sldId id="446" r:id="rId121"/>
    <p:sldId id="447" r:id="rId122"/>
    <p:sldId id="448" r:id="rId123"/>
    <p:sldId id="449" r:id="rId124"/>
    <p:sldId id="450" r:id="rId125"/>
    <p:sldId id="451" r:id="rId126"/>
    <p:sldId id="452" r:id="rId127"/>
    <p:sldId id="453" r:id="rId128"/>
    <p:sldId id="454" r:id="rId129"/>
  </p:sldIdLst>
  <p:sldSz cx="12192000" cy="6858000"/>
  <p:notesSz cx="9313863"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56"/>
            <p14:sldId id="357"/>
            <p14:sldId id="358"/>
            <p14:sldId id="359"/>
            <p14:sldId id="360"/>
            <p14:sldId id="361"/>
            <p14:sldId id="362"/>
            <p14:sldId id="363"/>
            <p14:sldId id="339"/>
            <p14:sldId id="364"/>
            <p14:sldId id="365"/>
            <p14:sldId id="366"/>
          </p14:sldIdLst>
        </p14:section>
        <p14:section name="algorithms" id="{7894E90A-E282-4867-82A4-369CDB973E4E}">
          <p14:sldIdLst>
            <p14:sldId id="367"/>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278"/>
            <p14:sldId id="352"/>
            <p14:sldId id="391"/>
            <p14:sldId id="392"/>
            <p14:sldId id="325"/>
            <p14:sldId id="353"/>
            <p14:sldId id="393"/>
            <p14:sldId id="394"/>
            <p14:sldId id="395"/>
            <p14:sldId id="396"/>
            <p14:sldId id="397"/>
            <p14:sldId id="398"/>
            <p14:sldId id="399"/>
            <p14:sldId id="400"/>
            <p14:sldId id="279"/>
            <p14:sldId id="324"/>
            <p14:sldId id="354"/>
            <p14:sldId id="401"/>
            <p14:sldId id="402"/>
            <p14:sldId id="403"/>
            <p14:sldId id="404"/>
            <p14:sldId id="405"/>
            <p14:sldId id="406"/>
            <p14:sldId id="407"/>
            <p14:sldId id="302"/>
            <p14:sldId id="280"/>
          </p14:sldIdLst>
        </p14:section>
        <p14:section name="llms" id="{2FE3CF17-CBFB-48E9-A3BF-DD99B7D2F01E}">
          <p14:sldIdLst>
            <p14:sldId id="355"/>
            <p14:sldId id="408"/>
            <p14:sldId id="409"/>
            <p14:sldId id="410"/>
            <p14:sldId id="411"/>
            <p14:sldId id="412"/>
            <p14:sldId id="413"/>
            <p14:sldId id="291"/>
            <p14:sldId id="306"/>
            <p14:sldId id="414"/>
            <p14:sldId id="415"/>
            <p14:sldId id="416"/>
            <p14:sldId id="417"/>
            <p14:sldId id="418"/>
            <p14:sldId id="419"/>
            <p14:sldId id="420"/>
            <p14:sldId id="309"/>
          </p14:sldIdLst>
        </p14:section>
        <p14:section name="summary" id="{D3BAAF83-51D3-4EFD-B7CC-7BA6DAC4A838}">
          <p14:sldIdLst>
            <p14:sldId id="421"/>
            <p14:sldId id="422"/>
            <p14:sldId id="423"/>
          </p14:sldIdLst>
        </p14:section>
        <p14:section name="Review comments and questions" id="{40190F67-0659-405D-810E-4AC194B72FA5}">
          <p14:sldIdLst>
            <p14:sldId id="262"/>
            <p14:sldId id="327"/>
            <p14:sldId id="328"/>
            <p14:sldId id="331"/>
            <p14:sldId id="329"/>
            <p14:sldId id="330"/>
            <p14:sldId id="320"/>
            <p14:sldId id="318"/>
            <p14:sldId id="332"/>
            <p14:sldId id="319"/>
            <p14:sldId id="333"/>
            <p14:sldId id="317"/>
            <p14:sldId id="321"/>
          </p14:sldIdLst>
        </p14:section>
        <p14:section name="supplementary" id="{5D95F6E9-DF15-476C-BE69-BBEF48AA8B86}">
          <p14:sldIdLst>
            <p14:sldId id="312"/>
            <p14:sldId id="424"/>
            <p14:sldId id="425"/>
            <p14:sldId id="426"/>
            <p14:sldId id="427"/>
            <p14:sldId id="428"/>
            <p14:sldId id="429"/>
            <p14:sldId id="430"/>
            <p14:sldId id="431"/>
            <p14:sldId id="432"/>
            <p14:sldId id="433"/>
            <p14:sldId id="434"/>
            <p14:sldId id="435"/>
            <p14:sldId id="436"/>
            <p14:sldId id="437"/>
            <p14:sldId id="438"/>
            <p14:sldId id="439"/>
            <p14:sldId id="440"/>
            <p14:sldId id="441"/>
            <p14:sldId id="442"/>
            <p14:sldId id="443"/>
            <p14:sldId id="444"/>
            <p14:sldId id="445"/>
            <p14:sldId id="446"/>
            <p14:sldId id="447"/>
            <p14:sldId id="448"/>
            <p14:sldId id="449"/>
            <p14:sldId id="450"/>
            <p14:sldId id="451"/>
            <p14:sldId id="452"/>
            <p14:sldId id="453"/>
            <p14:sldId id="45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85450"/>
    <a:srgbClr val="FFFFFF"/>
    <a:srgbClr val="82B366"/>
    <a:srgbClr val="6C8EBF"/>
    <a:srgbClr val="DDDDDD"/>
    <a:srgbClr val="FBA9ED"/>
    <a:srgbClr val="BED6FA"/>
    <a:srgbClr val="B4D0FA"/>
    <a:srgbClr val="FEC842"/>
    <a:srgbClr val="FECB4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760" autoAdjust="0"/>
    <p:restoredTop sz="80944" autoAdjust="0"/>
  </p:normalViewPr>
  <p:slideViewPr>
    <p:cSldViewPr snapToGrid="0">
      <p:cViewPr varScale="1">
        <p:scale>
          <a:sx n="129" d="100"/>
          <a:sy n="129" d="100"/>
        </p:scale>
        <p:origin x="4842" y="114"/>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2796"/>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notesMaster" Target="notesMasters/notes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36007"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75701" y="1"/>
            <a:ext cx="4036007" cy="344091"/>
          </a:xfrm>
          <a:prstGeom prst="rect">
            <a:avLst/>
          </a:prstGeom>
        </p:spPr>
        <p:txBody>
          <a:bodyPr vert="horz" lIns="91440" tIns="45720" rIns="91440" bIns="45720" rtlCol="0"/>
          <a:lstStyle>
            <a:lvl1pPr algn="r">
              <a:defRPr sz="1200"/>
            </a:lvl1pPr>
          </a:lstStyle>
          <a:p>
            <a:fld id="{34A5C982-A1C5-4AC2-B4BF-466515DA1494}" type="datetimeFigureOut">
              <a:rPr lang="en-US" smtClean="0"/>
              <a:t>9/10/2026</a:t>
            </a:fld>
            <a:endParaRPr lang="en-US"/>
          </a:p>
        </p:txBody>
      </p:sp>
      <p:sp>
        <p:nvSpPr>
          <p:cNvPr id="4" name="Slide Image Placeholder 3"/>
          <p:cNvSpPr>
            <a:spLocks noGrp="1" noRot="1" noChangeAspect="1"/>
          </p:cNvSpPr>
          <p:nvPr>
            <p:ph type="sldImg" idx="2"/>
          </p:nvPr>
        </p:nvSpPr>
        <p:spPr>
          <a:xfrm>
            <a:off x="2598738" y="857250"/>
            <a:ext cx="4116387"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31387" y="3300412"/>
            <a:ext cx="745109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4036007"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75701" y="6513910"/>
            <a:ext cx="4036007" cy="344090"/>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Good morning,</a:t>
            </a:r>
          </a:p>
          <a:p>
            <a:r>
              <a:rPr lang="en-US" sz="1200" b="0" kern="1200" dirty="0">
                <a:solidFill>
                  <a:schemeClr val="tx1"/>
                </a:solidFill>
                <a:effectLst/>
                <a:latin typeface="+mn-lt"/>
                <a:ea typeface="+mn-ea"/>
                <a:cs typeface="+mn-cs"/>
              </a:rPr>
              <a:t>Esteemed members of the committee, I’d like to present you my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My research focuses on simplifying and streamlining algorithm design for scientific computing.</a:t>
            </a:r>
          </a:p>
          <a:p>
            <a:endParaRPr lang="en-US" dirty="0"/>
          </a:p>
          <a:p>
            <a:r>
              <a:rPr lang="en-US" dirty="0"/>
              <a:t>Such algorithms typically operate on regular data structures in nested loops,</a:t>
            </a:r>
          </a:p>
          <a:p>
            <a:r>
              <a:rPr lang="en-US" dirty="0"/>
              <a:t>So one of the main challenges is optimizing its memory accesses to achieve the best performance.</a:t>
            </a:r>
          </a:p>
          <a:p>
            <a:endParaRPr lang="en-US" dirty="0"/>
          </a:p>
          <a:p>
            <a:r>
              <a:rPr lang="en-US" dirty="0"/>
              <a:t>To improve the algorithm design, we have designed native C++ layout and traversal abstractions</a:t>
            </a:r>
          </a:p>
          <a:p>
            <a:r>
              <a:rPr lang="en-US" dirty="0"/>
              <a:t>That offer a practical solution in parallel and distributed computing, we have then applied the same principles</a:t>
            </a:r>
            <a:br>
              <a:rPr lang="en-US" dirty="0"/>
            </a:br>
            <a:r>
              <a:rPr lang="en-US" dirty="0"/>
              <a:t>to specific domains to apply even broader optimizations, and explored algorithm optimizations guided by large language models.</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My research focuses on simplifying and streamlining algorithm design for scientific computing.</a:t>
            </a:r>
          </a:p>
          <a:p>
            <a:endParaRPr lang="en-US" dirty="0"/>
          </a:p>
          <a:p>
            <a:r>
              <a:rPr lang="en-US" dirty="0"/>
              <a:t>Such algorithms typically operate on regular data structures in nested loops,</a:t>
            </a:r>
          </a:p>
          <a:p>
            <a:r>
              <a:rPr lang="en-US" dirty="0"/>
              <a:t>So one of the main challenges is optimizing its memory accesses to achieve the best performance.</a:t>
            </a:r>
          </a:p>
          <a:p>
            <a:endParaRPr lang="en-US" dirty="0"/>
          </a:p>
          <a:p>
            <a:r>
              <a:rPr lang="en-US" dirty="0"/>
              <a:t>To improve the algorithm design, we have designed native C++ layout and traversal abstractions</a:t>
            </a:r>
          </a:p>
          <a:p>
            <a:r>
              <a:rPr lang="en-US" dirty="0"/>
              <a:t>That offer a practical solution in parallel and distributed computing, we have then applied the same principles</a:t>
            </a:r>
            <a:br>
              <a:rPr lang="en-US" dirty="0"/>
            </a:br>
            <a:r>
              <a:rPr lang="en-US" dirty="0"/>
              <a:t>to specific domains to apply even broader optimizations, and explored algorithm optimizations guided by large language models.</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3</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My research focuses on simplifying and streamlining algorithm design for scientific computing.</a:t>
            </a:r>
          </a:p>
          <a:p>
            <a:endParaRPr lang="en-US" dirty="0"/>
          </a:p>
          <a:p>
            <a:r>
              <a:rPr lang="en-US" dirty="0"/>
              <a:t>Such algorithms typically operate on regular data structures in nested loops,</a:t>
            </a:r>
          </a:p>
          <a:p>
            <a:r>
              <a:rPr lang="en-US" dirty="0"/>
              <a:t>So one of the main challenges is optimizing its memory accesses to achieve the best performance.</a:t>
            </a:r>
          </a:p>
          <a:p>
            <a:endParaRPr lang="en-US" dirty="0"/>
          </a:p>
          <a:p>
            <a:r>
              <a:rPr lang="en-US" dirty="0"/>
              <a:t>To improve the algorithm design, we have designed native C++ layout and traversal abstractions</a:t>
            </a:r>
          </a:p>
          <a:p>
            <a:r>
              <a:rPr lang="en-US" dirty="0"/>
              <a:t>That offer a practical solution in parallel and distributed computing, we have then applied the same principles</a:t>
            </a:r>
            <a:br>
              <a:rPr lang="en-US" dirty="0"/>
            </a:br>
            <a:r>
              <a:rPr lang="en-US" dirty="0"/>
              <a:t>to specific domains to apply even broader optimizations, and explored algorithm optimizations guided by large language models.</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4</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My research focuses on simplifying and streamlining algorithm design for scientific computing.</a:t>
            </a:r>
          </a:p>
          <a:p>
            <a:endParaRPr lang="en-US" dirty="0"/>
          </a:p>
          <a:p>
            <a:r>
              <a:rPr lang="en-US" dirty="0"/>
              <a:t>Such algorithms typically operate on regular data structures in nested loops,</a:t>
            </a:r>
          </a:p>
          <a:p>
            <a:r>
              <a:rPr lang="en-US" dirty="0"/>
              <a:t>So one of the main challenges is optimizing its memory accesses to achieve the best performance.</a:t>
            </a:r>
          </a:p>
          <a:p>
            <a:endParaRPr lang="en-US" dirty="0"/>
          </a:p>
          <a:p>
            <a:r>
              <a:rPr lang="en-US" dirty="0"/>
              <a:t>To improve the algorithm design, we have designed native C++ layout and traversal abstractions</a:t>
            </a:r>
          </a:p>
          <a:p>
            <a:r>
              <a:rPr lang="en-US" dirty="0"/>
              <a:t>That offer a practical solution in parallel and distributed computing, we have then applied the same principles</a:t>
            </a:r>
            <a:br>
              <a:rPr lang="en-US" dirty="0"/>
            </a:br>
            <a:r>
              <a:rPr lang="en-US" dirty="0"/>
              <a:t>to specific domains to apply even broader optimizations, and explored algorithm optimizations guided by large language models.</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5</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My research focuses on simplifying and streamlining algorithm design for scientific computing.</a:t>
            </a:r>
          </a:p>
          <a:p>
            <a:endParaRPr lang="en-US" dirty="0"/>
          </a:p>
          <a:p>
            <a:r>
              <a:rPr lang="en-US" dirty="0"/>
              <a:t>Such algorithms typically operate on regular data structures in nested loops,</a:t>
            </a:r>
          </a:p>
          <a:p>
            <a:r>
              <a:rPr lang="en-US" dirty="0"/>
              <a:t>So one of the main challenges is optimizing its memory accesses to achieve the best performance.</a:t>
            </a:r>
          </a:p>
          <a:p>
            <a:endParaRPr lang="en-US" dirty="0"/>
          </a:p>
          <a:p>
            <a:r>
              <a:rPr lang="en-US" dirty="0"/>
              <a:t>To improve the algorithm design, we have designed native C++ layout and traversal abstractions</a:t>
            </a:r>
          </a:p>
          <a:p>
            <a:r>
              <a:rPr lang="en-US" dirty="0"/>
              <a:t>That offer a practical solution in parallel and distributed computing, we have then applied the same principles</a:t>
            </a:r>
            <a:br>
              <a:rPr lang="en-US" dirty="0"/>
            </a:br>
            <a:r>
              <a:rPr lang="en-US" dirty="0"/>
              <a:t>to specific domains to apply even broader optimizations, and explored algorithm optimizations guided by large language models.</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6</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My research focuses on simplifying and streamlining algorithm design for scientific computing.</a:t>
            </a:r>
          </a:p>
          <a:p>
            <a:endParaRPr lang="en-US" dirty="0"/>
          </a:p>
          <a:p>
            <a:r>
              <a:rPr lang="en-US" dirty="0"/>
              <a:t>Such algorithms typically operate on regular data structures in nested loops,</a:t>
            </a:r>
          </a:p>
          <a:p>
            <a:r>
              <a:rPr lang="en-US" dirty="0"/>
              <a:t>So one of the main challenges is optimizing its memory accesses to achieve the best performance.</a:t>
            </a:r>
          </a:p>
          <a:p>
            <a:endParaRPr lang="en-US" dirty="0"/>
          </a:p>
          <a:p>
            <a:r>
              <a:rPr lang="en-US" dirty="0"/>
              <a:t>To improve the algorithm design, we have designed native C++ layout and traversal abstractions</a:t>
            </a:r>
          </a:p>
          <a:p>
            <a:r>
              <a:rPr lang="en-US" dirty="0"/>
              <a:t>That offer a practical solution in parallel and distributed computing, we have then applied the same principles</a:t>
            </a:r>
            <a:br>
              <a:rPr lang="en-US" dirty="0"/>
            </a:br>
            <a:r>
              <a:rPr lang="en-US" dirty="0"/>
              <a:t>to specific domains to apply even broader optimizations, and explored algorithm optimizations guided by large language models.</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7</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My research focuses on simplifying and streamlining algorithm design for scientific computing.</a:t>
            </a:r>
          </a:p>
          <a:p>
            <a:endParaRPr lang="en-US" dirty="0"/>
          </a:p>
          <a:p>
            <a:r>
              <a:rPr lang="en-US" dirty="0"/>
              <a:t>Such algorithms typically operate on regular data structures in nested loops,</a:t>
            </a:r>
          </a:p>
          <a:p>
            <a:r>
              <a:rPr lang="en-US" dirty="0"/>
              <a:t>So one of the main challenges is optimizing its memory accesses to achieve the best performance.</a:t>
            </a:r>
          </a:p>
          <a:p>
            <a:endParaRPr lang="en-US" dirty="0"/>
          </a:p>
          <a:p>
            <a:r>
              <a:rPr lang="en-US" dirty="0"/>
              <a:t>To improve the algorithm design, we have designed native C++ layout and traversal abstractions</a:t>
            </a:r>
          </a:p>
          <a:p>
            <a:r>
              <a:rPr lang="en-US" dirty="0"/>
              <a:t>That offer a practical solution in parallel and distributed computing, we have then applied the same principles</a:t>
            </a:r>
            <a:br>
              <a:rPr lang="en-US" dirty="0"/>
            </a:br>
            <a:r>
              <a:rPr lang="en-US" dirty="0"/>
              <a:t>to specific domains to apply even broader optimizations, and explored algorithm optimizations guided by large language models.</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8</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My research focuses on simplifying and streamlining algorithm design for scientific computing.</a:t>
            </a:r>
          </a:p>
          <a:p>
            <a:endParaRPr lang="en-US" dirty="0"/>
          </a:p>
          <a:p>
            <a:r>
              <a:rPr lang="en-US" dirty="0"/>
              <a:t>Such algorithms typically operate on regular data structures in nested loops,</a:t>
            </a:r>
          </a:p>
          <a:p>
            <a:r>
              <a:rPr lang="en-US" dirty="0"/>
              <a:t>So one of the main challenges is optimizing its memory accesses to achieve the best performance.</a:t>
            </a:r>
          </a:p>
          <a:p>
            <a:endParaRPr lang="en-US" dirty="0"/>
          </a:p>
          <a:p>
            <a:r>
              <a:rPr lang="en-US" dirty="0"/>
              <a:t>To improve the algorithm design, we have designed native C++ layout and traversal abstractions</a:t>
            </a:r>
          </a:p>
          <a:p>
            <a:r>
              <a:rPr lang="en-US" dirty="0"/>
              <a:t>That offer a practical solution in parallel and distributed computing, we have then applied the same principles</a:t>
            </a:r>
            <a:br>
              <a:rPr lang="en-US" dirty="0"/>
            </a:br>
            <a:r>
              <a:rPr lang="en-US" dirty="0"/>
              <a:t>to specific domains to apply even broader optimizations, and explored algorithm optimizations guided by large language models.</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9</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Generalizing this to a situation with different index spaces</a:t>
            </a:r>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Generalizing this to a situation with different index spaces</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Generalizing this to a situation with different index spaces</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35</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36</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37</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a:t>
            </a:r>
            <a:r>
              <a:rPr lang="en-US" dirty="0" err="1"/>
              <a:t>PolyBench</a:t>
            </a:r>
            <a:r>
              <a:rPr lang="en-US" dirty="0"/>
              <a:t>/C, a standard HPC benchmark suite with algorithms from different areas, reimplementing each algorithm using Noarr and comparing them to the C baselines.</a:t>
            </a:r>
          </a:p>
          <a:p>
            <a:endParaRPr lang="en-US" dirty="0"/>
          </a:p>
          <a:p>
            <a:r>
              <a:rPr lang="en-US" dirty="0"/>
              <a:t>The plot shows the relative speedup, highlighting the difference in performance; most implementations perform on par, showing the abstraction does not introduce measurable runtime overhead.</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38</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40</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41</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42</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pPr marL="0" indent="0">
              <a:buNone/>
            </a:pPr>
            <a:endParaRPr lang="en-US" dirty="0"/>
          </a:p>
          <a:p>
            <a:pPr marL="0" indent="0">
              <a:buNone/>
            </a:pPr>
            <a:r>
              <a:rPr lang="en-US" dirty="0"/>
              <a:t>Binding a traversal dimension to the participating MPI ranks described by an MPI communicator.</a:t>
            </a:r>
          </a:p>
          <a:p>
            <a:pPr marL="0" indent="0">
              <a:buNone/>
            </a:pPr>
            <a:r>
              <a:rPr lang="en-US" dirty="0"/>
              <a:t>For the binding, we implemented an MPI traverser that binds the communicator to a specified dimension.</a:t>
            </a:r>
          </a:p>
          <a:p>
            <a:pPr marL="0" indent="0">
              <a:buNone/>
            </a:pPr>
            <a:endParaRPr lang="en-US" dirty="0"/>
          </a:p>
          <a:p>
            <a:pPr marL="0" indent="0">
              <a:buNone/>
            </a:pPr>
            <a:r>
              <a:rPr lang="en-US" dirty="0"/>
              <a:t>This then allows us to define the derived local tile and instantiate it similarly to the serial implementation.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44</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pPr marL="0" indent="0">
              <a:buNone/>
            </a:pPr>
            <a:endParaRPr lang="en-US" dirty="0"/>
          </a:p>
          <a:p>
            <a:pPr marL="0" indent="0">
              <a:buNone/>
            </a:pPr>
            <a:r>
              <a:rPr lang="en-US" dirty="0"/>
              <a:t>Binding a traversal dimension to the participating MPI ranks described by an MPI communicator.</a:t>
            </a:r>
          </a:p>
          <a:p>
            <a:pPr marL="0" indent="0">
              <a:buNone/>
            </a:pPr>
            <a:r>
              <a:rPr lang="en-US" dirty="0"/>
              <a:t>For the binding, we implemented an MPI traverser that binds the communicator to a specified dimension.</a:t>
            </a:r>
          </a:p>
          <a:p>
            <a:pPr marL="0" indent="0">
              <a:buNone/>
            </a:pPr>
            <a:endParaRPr lang="en-US" dirty="0"/>
          </a:p>
          <a:p>
            <a:pPr marL="0" indent="0">
              <a:buNone/>
            </a:pPr>
            <a:r>
              <a:rPr lang="en-US" dirty="0"/>
              <a:t>This then allows us to define the derived local tile and instantiate it similarly to the serial implementation.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45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pPr marL="0" indent="0">
              <a:buNone/>
            </a:pPr>
            <a:endParaRPr lang="en-US" dirty="0"/>
          </a:p>
          <a:p>
            <a:pPr marL="0" indent="0">
              <a:buNone/>
            </a:pPr>
            <a:r>
              <a:rPr lang="en-US" dirty="0"/>
              <a:t>Binding a traversal dimension to the participating MPI ranks described by an MPI communicator.</a:t>
            </a:r>
          </a:p>
          <a:p>
            <a:pPr marL="0" indent="0">
              <a:buNone/>
            </a:pPr>
            <a:r>
              <a:rPr lang="en-US" dirty="0"/>
              <a:t>For the binding, we implemented an MPI traverser that binds the communicator to a specified dimension.</a:t>
            </a:r>
          </a:p>
          <a:p>
            <a:pPr marL="0" indent="0">
              <a:buNone/>
            </a:pPr>
            <a:endParaRPr lang="en-US" dirty="0"/>
          </a:p>
          <a:p>
            <a:pPr marL="0" indent="0">
              <a:buNone/>
            </a:pPr>
            <a:r>
              <a:rPr lang="en-US" dirty="0"/>
              <a:t>This then allows us to define the derived local tile and instantiate it similarly to the serial implementation.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46</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pPr marL="0" indent="0">
              <a:buNone/>
            </a:pPr>
            <a:endParaRPr lang="en-US" dirty="0"/>
          </a:p>
          <a:p>
            <a:pPr marL="0" indent="0">
              <a:buNone/>
            </a:pPr>
            <a:r>
              <a:rPr lang="en-US" dirty="0"/>
              <a:t>Binding a traversal dimension to the participating MPI ranks described by an MPI communicator.</a:t>
            </a:r>
          </a:p>
          <a:p>
            <a:pPr marL="0" indent="0">
              <a:buNone/>
            </a:pPr>
            <a:r>
              <a:rPr lang="en-US" dirty="0"/>
              <a:t>For the binding, we implemented an MPI traverser that binds the communicator to a specified dimension.</a:t>
            </a:r>
          </a:p>
          <a:p>
            <a:pPr marL="0" indent="0">
              <a:buNone/>
            </a:pPr>
            <a:endParaRPr lang="en-US" dirty="0"/>
          </a:p>
          <a:p>
            <a:pPr marL="0" indent="0">
              <a:buNone/>
            </a:pPr>
            <a:r>
              <a:rPr lang="en-US" dirty="0"/>
              <a:t>This then allows us to define the derived local tile and instantiate it similarly to the serial implementation.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47</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pPr marL="0" indent="0">
              <a:buNone/>
            </a:pPr>
            <a:endParaRPr lang="en-US" dirty="0"/>
          </a:p>
          <a:p>
            <a:pPr marL="0" indent="0">
              <a:buNone/>
            </a:pPr>
            <a:r>
              <a:rPr lang="en-US" dirty="0"/>
              <a:t>Binding a traversal dimension to the participating MPI ranks described by an MPI communicator.</a:t>
            </a:r>
          </a:p>
          <a:p>
            <a:pPr marL="0" indent="0">
              <a:buNone/>
            </a:pPr>
            <a:r>
              <a:rPr lang="en-US" dirty="0"/>
              <a:t>For the binding, we implemented an MPI traverser that binds the communicator to a specified dimension.</a:t>
            </a:r>
          </a:p>
          <a:p>
            <a:pPr marL="0" indent="0">
              <a:buNone/>
            </a:pPr>
            <a:endParaRPr lang="en-US" dirty="0"/>
          </a:p>
          <a:p>
            <a:pPr marL="0" indent="0">
              <a:buNone/>
            </a:pPr>
            <a:r>
              <a:rPr lang="en-US" dirty="0"/>
              <a:t>This then allows us to define the derived local tile and instantiate it similarly to the serial implementation.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48</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49</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50</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51</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Our approach is the only one that automatically handles differing physical layouts of multidimensional data on opposite endpoints of communication,</a:t>
            </a:r>
          </a:p>
          <a:p>
            <a:r>
              <a:rPr lang="en-US" dirty="0"/>
              <a:t>checks type safety and supports collective operations such as scatter and gather.</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52</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a:t>
            </a:r>
          </a:p>
          <a:p>
            <a:endParaRPr lang="en-US" dirty="0"/>
          </a:p>
          <a:p>
            <a:r>
              <a:rPr lang="en-US" dirty="0"/>
              <a:t>In terms of performance, our approach does not add a significant overhead compared to a hand-written native MPI distributed computation.</a:t>
            </a:r>
          </a:p>
          <a:p>
            <a:endParaRPr lang="en-US" dirty="0"/>
          </a:p>
          <a:p>
            <a:r>
              <a:rPr lang="en-US" dirty="0"/>
              <a:t>Here we show the runtime of an application using various bindings; lower is better.</a:t>
            </a:r>
          </a:p>
          <a:p>
            <a:endParaRPr lang="en-US" dirty="0"/>
          </a:p>
          <a:p>
            <a:r>
              <a:rPr lang="en-US" dirty="0"/>
              <a:t>The plot on the left shows the computation on small data of various layouts, highlighting the possible performance overhead introduced by the MPI bindings,</a:t>
            </a:r>
            <a:br>
              <a:rPr lang="en-US" dirty="0"/>
            </a:br>
            <a:r>
              <a:rPr lang="en-US" dirty="0"/>
              <a:t>while the one on the right highlights possible performance differences between different choices of layouts.</a:t>
            </a:r>
          </a:p>
          <a:p>
            <a:endParaRPr lang="en-US" dirty="0"/>
          </a:p>
          <a:p>
            <a:r>
              <a:rPr lang="en-US" dirty="0"/>
              <a:t>In both plots, our approach performs on par with the hand-written implementation.</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53</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55</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56</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57</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58</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59</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60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61</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62</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Here, we visualize possible speedup gains enabled by the applicable optimization strategies on multiple cellular automata.</a:t>
            </a:r>
          </a:p>
          <a:p>
            <a:r>
              <a:rPr lang="en-US" dirty="0"/>
              <a:t>The plot shows that for most of the automata, the right choice of (automatically applied) optimizations may lead to between one and two orders of magnitude over already GPU-parallelized solutions.</a:t>
            </a:r>
          </a:p>
        </p:txBody>
      </p:sp>
      <p:sp>
        <p:nvSpPr>
          <p:cNvPr id="4" name="Slide Number Placeholder 3"/>
          <p:cNvSpPr>
            <a:spLocks noGrp="1"/>
          </p:cNvSpPr>
          <p:nvPr>
            <p:ph type="sldNum" sz="quarter" idx="5"/>
          </p:nvPr>
        </p:nvSpPr>
        <p:spPr/>
        <p:txBody>
          <a:bodyPr/>
          <a:lstStyle/>
          <a:p>
            <a:fld id="{FA8FD632-245B-410D-BCC4-8BF8D37AB67F}" type="slidenum">
              <a:rPr lang="en-US" smtClean="0"/>
              <a:t>63</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65</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66</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67</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68</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69</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70</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runtime measurements of the generated code for the Histogram and Game of Life algorithms. (lower is better)</a:t>
            </a:r>
          </a:p>
          <a:p>
            <a:endParaRPr lang="en-US" dirty="0"/>
          </a:p>
          <a:p>
            <a:r>
              <a:rPr lang="en-US" dirty="0"/>
              <a:t>The x-axis of both indicates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71</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72</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endParaRPr lang="en-US" dirty="0"/>
          </a:p>
          <a:p>
            <a:r>
              <a:rPr lang="en-US" dirty="0"/>
              <a:t>Both have their strengths and weaknesses;</a:t>
            </a:r>
          </a:p>
          <a:p>
            <a:pPr marL="171450" indent="-171450">
              <a:buFontTx/>
              <a:buChar char="-"/>
            </a:pPr>
            <a:r>
              <a:rPr lang="en-US" dirty="0"/>
              <a:t>Abstractions may improve interpretability of the code and they are deterministic;</a:t>
            </a:r>
            <a:br>
              <a:rPr lang="en-US" dirty="0"/>
            </a:br>
            <a:r>
              <a:rPr lang="en-US" dirty="0"/>
              <a:t>however, they require some learning and may not apply well to specific algorithms</a:t>
            </a:r>
          </a:p>
          <a:p>
            <a:pPr marL="171450" indent="-171450">
              <a:buFontTx/>
              <a:buChar char="-"/>
            </a:pPr>
            <a:r>
              <a:rPr lang="en-US" dirty="0"/>
              <a:t>LLMs are much more flexible and can significantly improve automation;</a:t>
            </a:r>
            <a:br>
              <a:rPr lang="en-US" dirty="0"/>
            </a:br>
            <a:r>
              <a:rPr lang="en-US" dirty="0"/>
              <a:t>on the other hand, they are fundamentally stochastic and may produce complex outputs difficult to interpret.</a:t>
            </a:r>
          </a:p>
          <a:p>
            <a:pPr marL="0" indent="0">
              <a:buFontTx/>
              <a:buNone/>
            </a:pPr>
            <a:endParaRPr lang="en-US" dirty="0"/>
          </a:p>
          <a:p>
            <a:pPr marL="0" indent="0">
              <a:buFontTx/>
              <a:buNone/>
            </a:pPr>
            <a:r>
              <a:rPr lang="en-US" dirty="0"/>
              <a:t>In our next work, we combine the two approaches to get the benefits of both.</a:t>
            </a:r>
          </a:p>
        </p:txBody>
      </p:sp>
      <p:sp>
        <p:nvSpPr>
          <p:cNvPr id="4" name="Slide Number Placeholder 3"/>
          <p:cNvSpPr>
            <a:spLocks noGrp="1"/>
          </p:cNvSpPr>
          <p:nvPr>
            <p:ph type="sldNum" sz="quarter" idx="5"/>
          </p:nvPr>
        </p:nvSpPr>
        <p:spPr/>
        <p:txBody>
          <a:bodyPr/>
          <a:lstStyle/>
          <a:p>
            <a:fld id="{FA8FD632-245B-410D-BCC4-8BF8D37AB67F}" type="slidenum">
              <a:rPr lang="en-US" smtClean="0"/>
              <a:t>73</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endParaRPr lang="en-US" dirty="0"/>
          </a:p>
          <a:p>
            <a:r>
              <a:rPr lang="en-US" dirty="0"/>
              <a:t>Both have their strengths and weaknesses;</a:t>
            </a:r>
          </a:p>
          <a:p>
            <a:pPr marL="171450" indent="-171450">
              <a:buFontTx/>
              <a:buChar char="-"/>
            </a:pPr>
            <a:r>
              <a:rPr lang="en-US" dirty="0"/>
              <a:t>Abstractions may improve interpretability of the code and they are deterministic;</a:t>
            </a:r>
            <a:br>
              <a:rPr lang="en-US" dirty="0"/>
            </a:br>
            <a:r>
              <a:rPr lang="en-US" dirty="0"/>
              <a:t>however, they require some learning and may not apply well to specific algorithms</a:t>
            </a:r>
          </a:p>
          <a:p>
            <a:pPr marL="171450" indent="-171450">
              <a:buFontTx/>
              <a:buChar char="-"/>
            </a:pPr>
            <a:r>
              <a:rPr lang="en-US" dirty="0"/>
              <a:t>LLMs are much more flexible and can significantly improve automation;</a:t>
            </a:r>
            <a:br>
              <a:rPr lang="en-US" dirty="0"/>
            </a:br>
            <a:r>
              <a:rPr lang="en-US" dirty="0"/>
              <a:t>on the other hand, they are fundamentally stochastic and may produce complex outputs difficult to interpret.</a:t>
            </a:r>
          </a:p>
          <a:p>
            <a:pPr marL="0" indent="0">
              <a:buFontTx/>
              <a:buNone/>
            </a:pPr>
            <a:endParaRPr lang="en-US" dirty="0"/>
          </a:p>
          <a:p>
            <a:pPr marL="0" indent="0">
              <a:buFontTx/>
              <a:buNone/>
            </a:pPr>
            <a:r>
              <a:rPr lang="en-US" dirty="0"/>
              <a:t>In our next work, we combine the two approaches to get the benefits of both.</a:t>
            </a:r>
          </a:p>
        </p:txBody>
      </p:sp>
      <p:sp>
        <p:nvSpPr>
          <p:cNvPr id="4" name="Slide Number Placeholder 3"/>
          <p:cNvSpPr>
            <a:spLocks noGrp="1"/>
          </p:cNvSpPr>
          <p:nvPr>
            <p:ph type="sldNum" sz="quarter" idx="5"/>
          </p:nvPr>
        </p:nvSpPr>
        <p:spPr/>
        <p:txBody>
          <a:bodyPr/>
          <a:lstStyle/>
          <a:p>
            <a:fld id="{FA8FD632-245B-410D-BCC4-8BF8D37AB67F}" type="slidenum">
              <a:rPr lang="en-US" smtClean="0"/>
              <a:t>74</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endParaRPr lang="en-US" dirty="0"/>
          </a:p>
          <a:p>
            <a:r>
              <a:rPr lang="en-US" dirty="0"/>
              <a:t>Both have their strengths and weaknesses;</a:t>
            </a:r>
          </a:p>
          <a:p>
            <a:pPr marL="171450" indent="-171450">
              <a:buFontTx/>
              <a:buChar char="-"/>
            </a:pPr>
            <a:r>
              <a:rPr lang="en-US" dirty="0"/>
              <a:t>Abstractions may improve interpretability of the code and they are deterministic;</a:t>
            </a:r>
            <a:br>
              <a:rPr lang="en-US" dirty="0"/>
            </a:br>
            <a:r>
              <a:rPr lang="en-US" dirty="0"/>
              <a:t>however, they require some learning and may not apply well to specific algorithms</a:t>
            </a:r>
          </a:p>
          <a:p>
            <a:pPr marL="171450" indent="-171450">
              <a:buFontTx/>
              <a:buChar char="-"/>
            </a:pPr>
            <a:r>
              <a:rPr lang="en-US" dirty="0"/>
              <a:t>LLMs are much more flexible and can significantly improve automation;</a:t>
            </a:r>
            <a:br>
              <a:rPr lang="en-US" dirty="0"/>
            </a:br>
            <a:r>
              <a:rPr lang="en-US" dirty="0"/>
              <a:t>on the other hand, they are fundamentally stochastic and may produce complex outputs difficult to interpret.</a:t>
            </a:r>
          </a:p>
          <a:p>
            <a:pPr marL="0" indent="0">
              <a:buFontTx/>
              <a:buNone/>
            </a:pPr>
            <a:endParaRPr lang="en-US" dirty="0"/>
          </a:p>
          <a:p>
            <a:pPr marL="0" indent="0">
              <a:buFontTx/>
              <a:buNone/>
            </a:pPr>
            <a:r>
              <a:rPr lang="en-US" dirty="0"/>
              <a:t>In our next work, we combine the two approaches to get the benefits of both.</a:t>
            </a:r>
          </a:p>
        </p:txBody>
      </p:sp>
      <p:sp>
        <p:nvSpPr>
          <p:cNvPr id="4" name="Slide Number Placeholder 3"/>
          <p:cNvSpPr>
            <a:spLocks noGrp="1"/>
          </p:cNvSpPr>
          <p:nvPr>
            <p:ph type="sldNum" sz="quarter" idx="5"/>
          </p:nvPr>
        </p:nvSpPr>
        <p:spPr/>
        <p:txBody>
          <a:bodyPr/>
          <a:lstStyle/>
          <a:p>
            <a:fld id="{FA8FD632-245B-410D-BCC4-8BF8D37AB67F}" type="slidenum">
              <a:rPr lang="en-US" smtClean="0"/>
              <a:t>75</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endParaRPr lang="en-US" dirty="0"/>
          </a:p>
          <a:p>
            <a:r>
              <a:rPr lang="en-US" dirty="0"/>
              <a:t>Both have their strengths and weaknesses;</a:t>
            </a:r>
          </a:p>
          <a:p>
            <a:pPr marL="171450" indent="-171450">
              <a:buFontTx/>
              <a:buChar char="-"/>
            </a:pPr>
            <a:r>
              <a:rPr lang="en-US" dirty="0"/>
              <a:t>Abstractions may improve interpretability of the code and they are deterministic;</a:t>
            </a:r>
            <a:br>
              <a:rPr lang="en-US" dirty="0"/>
            </a:br>
            <a:r>
              <a:rPr lang="en-US" dirty="0"/>
              <a:t>however, they require some learning and may not apply well to specific algorithms</a:t>
            </a:r>
          </a:p>
          <a:p>
            <a:pPr marL="171450" indent="-171450">
              <a:buFontTx/>
              <a:buChar char="-"/>
            </a:pPr>
            <a:r>
              <a:rPr lang="en-US" dirty="0"/>
              <a:t>LLMs are much more flexible and can significantly improve automation;</a:t>
            </a:r>
            <a:br>
              <a:rPr lang="en-US" dirty="0"/>
            </a:br>
            <a:r>
              <a:rPr lang="en-US" dirty="0"/>
              <a:t>on the other hand, they are fundamentally stochastic and may produce complex outputs difficult to interpret.</a:t>
            </a:r>
          </a:p>
          <a:p>
            <a:pPr marL="0" indent="0">
              <a:buFontTx/>
              <a:buNone/>
            </a:pPr>
            <a:endParaRPr lang="en-US" dirty="0"/>
          </a:p>
          <a:p>
            <a:pPr marL="0" indent="0">
              <a:buFontTx/>
              <a:buNone/>
            </a:pPr>
            <a:r>
              <a:rPr lang="en-US" dirty="0"/>
              <a:t>In our next work, we combine the two approaches to get the benefits of both.</a:t>
            </a:r>
          </a:p>
        </p:txBody>
      </p:sp>
      <p:sp>
        <p:nvSpPr>
          <p:cNvPr id="4" name="Slide Number Placeholder 3"/>
          <p:cNvSpPr>
            <a:spLocks noGrp="1"/>
          </p:cNvSpPr>
          <p:nvPr>
            <p:ph type="sldNum" sz="quarter" idx="5"/>
          </p:nvPr>
        </p:nvSpPr>
        <p:spPr/>
        <p:txBody>
          <a:bodyPr/>
          <a:lstStyle/>
          <a:p>
            <a:fld id="{FA8FD632-245B-410D-BCC4-8BF8D37AB67F}" type="slidenum">
              <a:rPr lang="en-US" smtClean="0"/>
              <a:t>76</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77</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78</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79</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we show the expected speedup and validity for the different abstractions and C. (in both cases, upper is better)</a:t>
            </a:r>
          </a:p>
          <a:p>
            <a:r>
              <a:rPr lang="en-US" dirty="0"/>
              <a:t>The x-axis shows the number of attempts; more attempts generally lead to a higher chance of finding a successful optimization.</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a:t>
            </a:r>
          </a:p>
          <a:p>
            <a:r>
              <a:rPr lang="en-US" dirty="0"/>
              <a:t>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80</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84</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85</a:t>
            </a:fld>
            <a:endParaRPr lang="en-US"/>
          </a:p>
        </p:txBody>
      </p:sp>
    </p:spTree>
    <p:extLst>
      <p:ext uri="{BB962C8B-B14F-4D97-AF65-F5344CB8AC3E}">
        <p14:creationId xmlns:p14="http://schemas.microsoft.com/office/powerpoint/2010/main" val="324546763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86</a:t>
            </a:fld>
            <a:endParaRPr lang="en-US"/>
          </a:p>
        </p:txBody>
      </p:sp>
    </p:spTree>
    <p:extLst>
      <p:ext uri="{BB962C8B-B14F-4D97-AF65-F5344CB8AC3E}">
        <p14:creationId xmlns:p14="http://schemas.microsoft.com/office/powerpoint/2010/main" val="115226514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87</a:t>
            </a:fld>
            <a:endParaRPr lang="en-US"/>
          </a:p>
        </p:txBody>
      </p:sp>
    </p:spTree>
    <p:extLst>
      <p:ext uri="{BB962C8B-B14F-4D97-AF65-F5344CB8AC3E}">
        <p14:creationId xmlns:p14="http://schemas.microsoft.com/office/powerpoint/2010/main" val="49437650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88</a:t>
            </a:fld>
            <a:endParaRPr lang="en-US"/>
          </a:p>
        </p:txBody>
      </p:sp>
    </p:spTree>
    <p:extLst>
      <p:ext uri="{BB962C8B-B14F-4D97-AF65-F5344CB8AC3E}">
        <p14:creationId xmlns:p14="http://schemas.microsoft.com/office/powerpoint/2010/main" val="66704192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89</a:t>
            </a:fld>
            <a:endParaRPr lang="en-US"/>
          </a:p>
        </p:txBody>
      </p:sp>
    </p:spTree>
    <p:extLst>
      <p:ext uri="{BB962C8B-B14F-4D97-AF65-F5344CB8AC3E}">
        <p14:creationId xmlns:p14="http://schemas.microsoft.com/office/powerpoint/2010/main" val="349893729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90</a:t>
            </a:fld>
            <a:endParaRPr lang="en-US"/>
          </a:p>
        </p:txBody>
      </p:sp>
    </p:spTree>
    <p:extLst>
      <p:ext uri="{BB962C8B-B14F-4D97-AF65-F5344CB8AC3E}">
        <p14:creationId xmlns:p14="http://schemas.microsoft.com/office/powerpoint/2010/main" val="201867535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91</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92</a:t>
            </a:fld>
            <a:endParaRPr lang="en-US"/>
          </a:p>
        </p:txBody>
      </p:sp>
    </p:spTree>
    <p:extLst>
      <p:ext uri="{BB962C8B-B14F-4D97-AF65-F5344CB8AC3E}">
        <p14:creationId xmlns:p14="http://schemas.microsoft.com/office/powerpoint/2010/main" val="3670335153"/>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93</a:t>
            </a:fld>
            <a:endParaRPr lang="en-US"/>
          </a:p>
        </p:txBody>
      </p:sp>
    </p:spTree>
    <p:extLst>
      <p:ext uri="{BB962C8B-B14F-4D97-AF65-F5344CB8AC3E}">
        <p14:creationId xmlns:p14="http://schemas.microsoft.com/office/powerpoint/2010/main" val="72301693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94</a:t>
            </a:fld>
            <a:endParaRPr lang="en-US"/>
          </a:p>
        </p:txBody>
      </p:sp>
    </p:spTree>
    <p:extLst>
      <p:ext uri="{BB962C8B-B14F-4D97-AF65-F5344CB8AC3E}">
        <p14:creationId xmlns:p14="http://schemas.microsoft.com/office/powerpoint/2010/main" val="206848533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95</a:t>
            </a:fld>
            <a:endParaRPr lang="en-US"/>
          </a:p>
        </p:txBody>
      </p:sp>
    </p:spTree>
    <p:extLst>
      <p:ext uri="{BB962C8B-B14F-4D97-AF65-F5344CB8AC3E}">
        <p14:creationId xmlns:p14="http://schemas.microsoft.com/office/powerpoint/2010/main" val="417912138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96</a:t>
            </a:fld>
            <a:endParaRPr lang="en-US"/>
          </a:p>
        </p:txBody>
      </p:sp>
    </p:spTree>
    <p:extLst>
      <p:ext uri="{BB962C8B-B14F-4D97-AF65-F5344CB8AC3E}">
        <p14:creationId xmlns:p14="http://schemas.microsoft.com/office/powerpoint/2010/main" val="2468593260"/>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97</a:t>
            </a:fld>
            <a:endParaRPr lang="en-US"/>
          </a:p>
        </p:txBody>
      </p:sp>
    </p:spTree>
    <p:extLst>
      <p:ext uri="{BB962C8B-B14F-4D97-AF65-F5344CB8AC3E}">
        <p14:creationId xmlns:p14="http://schemas.microsoft.com/office/powerpoint/2010/main" val="158397292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98</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99</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100</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101</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102</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103</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104</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105</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106</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107</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108</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109</a:t>
            </a:fld>
            <a:endParaRPr lang="en-US"/>
          </a:p>
        </p:txBody>
      </p:sp>
    </p:spTree>
    <p:extLst>
      <p:ext uri="{BB962C8B-B14F-4D97-AF65-F5344CB8AC3E}">
        <p14:creationId xmlns:p14="http://schemas.microsoft.com/office/powerpoint/2010/main" val="129754665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110</a:t>
            </a:fld>
            <a:endParaRPr lang="en-US"/>
          </a:p>
        </p:txBody>
      </p:sp>
    </p:spTree>
    <p:extLst>
      <p:ext uri="{BB962C8B-B14F-4D97-AF65-F5344CB8AC3E}">
        <p14:creationId xmlns:p14="http://schemas.microsoft.com/office/powerpoint/2010/main" val="129754665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111</a:t>
            </a:fld>
            <a:endParaRPr lang="en-US"/>
          </a:p>
        </p:txBody>
      </p:sp>
    </p:spTree>
    <p:extLst>
      <p:ext uri="{BB962C8B-B14F-4D97-AF65-F5344CB8AC3E}">
        <p14:creationId xmlns:p14="http://schemas.microsoft.com/office/powerpoint/2010/main" val="129754665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112</a:t>
            </a:fld>
            <a:endParaRPr lang="en-US"/>
          </a:p>
        </p:txBody>
      </p:sp>
    </p:spTree>
    <p:extLst>
      <p:ext uri="{BB962C8B-B14F-4D97-AF65-F5344CB8AC3E}">
        <p14:creationId xmlns:p14="http://schemas.microsoft.com/office/powerpoint/2010/main" val="129754665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113</a:t>
            </a:fld>
            <a:endParaRPr lang="en-US"/>
          </a:p>
        </p:txBody>
      </p:sp>
    </p:spTree>
    <p:extLst>
      <p:ext uri="{BB962C8B-B14F-4D97-AF65-F5344CB8AC3E}">
        <p14:creationId xmlns:p14="http://schemas.microsoft.com/office/powerpoint/2010/main" val="129754665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114</a:t>
            </a:fld>
            <a:endParaRPr lang="en-US"/>
          </a:p>
        </p:txBody>
      </p:sp>
    </p:spTree>
    <p:extLst>
      <p:ext uri="{BB962C8B-B14F-4D97-AF65-F5344CB8AC3E}">
        <p14:creationId xmlns:p14="http://schemas.microsoft.com/office/powerpoint/2010/main" val="1297546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115</a:t>
            </a:fld>
            <a:endParaRPr lang="en-US"/>
          </a:p>
        </p:txBody>
      </p:sp>
    </p:spTree>
    <p:extLst>
      <p:ext uri="{BB962C8B-B14F-4D97-AF65-F5344CB8AC3E}">
        <p14:creationId xmlns:p14="http://schemas.microsoft.com/office/powerpoint/2010/main" val="177515347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116</a:t>
            </a:fld>
            <a:endParaRPr lang="en-US"/>
          </a:p>
        </p:txBody>
      </p:sp>
    </p:spTree>
    <p:extLst>
      <p:ext uri="{BB962C8B-B14F-4D97-AF65-F5344CB8AC3E}">
        <p14:creationId xmlns:p14="http://schemas.microsoft.com/office/powerpoint/2010/main" val="1775153474"/>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117</a:t>
            </a:fld>
            <a:endParaRPr lang="en-US"/>
          </a:p>
        </p:txBody>
      </p:sp>
    </p:spTree>
    <p:extLst>
      <p:ext uri="{BB962C8B-B14F-4D97-AF65-F5344CB8AC3E}">
        <p14:creationId xmlns:p14="http://schemas.microsoft.com/office/powerpoint/2010/main" val="155855969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118</a:t>
            </a:fld>
            <a:endParaRPr lang="en-US"/>
          </a:p>
        </p:txBody>
      </p:sp>
    </p:spTree>
    <p:extLst>
      <p:ext uri="{BB962C8B-B14F-4D97-AF65-F5344CB8AC3E}">
        <p14:creationId xmlns:p14="http://schemas.microsoft.com/office/powerpoint/2010/main" val="155855969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119</a:t>
            </a:fld>
            <a:endParaRPr lang="en-US"/>
          </a:p>
        </p:txBody>
      </p:sp>
    </p:spTree>
    <p:extLst>
      <p:ext uri="{BB962C8B-B14F-4D97-AF65-F5344CB8AC3E}">
        <p14:creationId xmlns:p14="http://schemas.microsoft.com/office/powerpoint/2010/main" val="1558559698"/>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120</a:t>
            </a:fld>
            <a:endParaRPr lang="en-US"/>
          </a:p>
        </p:txBody>
      </p:sp>
    </p:spTree>
    <p:extLst>
      <p:ext uri="{BB962C8B-B14F-4D97-AF65-F5344CB8AC3E}">
        <p14:creationId xmlns:p14="http://schemas.microsoft.com/office/powerpoint/2010/main" val="155855969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121</a:t>
            </a:fld>
            <a:endParaRPr lang="en-US"/>
          </a:p>
        </p:txBody>
      </p:sp>
    </p:spTree>
    <p:extLst>
      <p:ext uri="{BB962C8B-B14F-4D97-AF65-F5344CB8AC3E}">
        <p14:creationId xmlns:p14="http://schemas.microsoft.com/office/powerpoint/2010/main" val="155855969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122</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123</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124</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125</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126</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127</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128</a:t>
            </a:fld>
            <a:endParaRPr lang="en-US"/>
          </a:p>
        </p:txBody>
      </p:sp>
    </p:spTree>
    <p:extLst>
      <p:ext uri="{BB962C8B-B14F-4D97-AF65-F5344CB8AC3E}">
        <p14:creationId xmlns:p14="http://schemas.microsoft.com/office/powerpoint/2010/main" val="3665500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9/10/2026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9/10/2026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9/10/2026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9/10/2026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9/10/2026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9/10/2026</a:t>
            </a:fld>
            <a:endParaRPr lang="en-US" dirty="0"/>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9/10/2026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9/10/2026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9/10/2026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9/10/2026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9/10/2026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9/10/2026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pic>
        <p:nvPicPr>
          <p:cNvPr id="10" name="Picture 9">
            <a:extLst>
              <a:ext uri="{FF2B5EF4-FFF2-40B4-BE49-F238E27FC236}">
                <a16:creationId xmlns:a16="http://schemas.microsoft.com/office/drawing/2014/main" id="{75577D58-7A11-E289-9D1F-308CA3E6101F}"/>
              </a:ext>
            </a:extLst>
          </p:cNvPr>
          <p:cNvPicPr>
            <a:picLocks noChangeAspect="1" noChangeArrowheads="1"/>
          </p:cNvPicPr>
          <p:nvPr userDrawn="1"/>
        </p:nvPicPr>
        <p:blipFill>
          <a:blip r:embed="rId13">
            <a:alphaModFix amt="90000"/>
            <a:extLst>
              <a:ext uri="{28A0092B-C50C-407E-A947-70E740481C1C}">
                <a14:useLocalDpi xmlns:a14="http://schemas.microsoft.com/office/drawing/2010/main" val="0"/>
              </a:ext>
            </a:extLst>
          </a:blip>
          <a:srcRect/>
          <a:stretch>
            <a:fillRect/>
          </a:stretch>
        </p:blipFill>
        <p:spPr bwMode="auto">
          <a:xfrm>
            <a:off x="10719386" y="382029"/>
            <a:ext cx="1172296" cy="598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2.xml.rels><?xml version="1.0" encoding="UTF-8" standalone="yes"?>
<Relationships xmlns="http://schemas.openxmlformats.org/package/2006/relationships"><Relationship Id="rId3" Type="http://schemas.openxmlformats.org/officeDocument/2006/relationships/tags" Target="../tags/tag4.xml"/><Relationship Id="rId7" Type="http://schemas.openxmlformats.org/officeDocument/2006/relationships/notesSlide" Target="../notesSlides/notesSlide2.xml"/><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slideLayout" Target="../slideLayouts/slideLayout2.xml"/><Relationship Id="rId5" Type="http://schemas.openxmlformats.org/officeDocument/2006/relationships/tags" Target="../tags/tag6.xml"/><Relationship Id="rId4" Type="http://schemas.openxmlformats.org/officeDocument/2006/relationships/tags" Target="../tags/tag5.xml"/></Relationships>
</file>

<file path=ppt/slides/_rels/slide3.xml.rels><?xml version="1.0" encoding="UTF-8" standalone="yes"?>
<Relationships xmlns="http://schemas.openxmlformats.org/package/2006/relationships"><Relationship Id="rId3" Type="http://schemas.openxmlformats.org/officeDocument/2006/relationships/tags" Target="../tags/tag9.xml"/><Relationship Id="rId7" Type="http://schemas.openxmlformats.org/officeDocument/2006/relationships/notesSlide" Target="../notesSlides/notesSlide3.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slideLayout" Target="../slideLayouts/slideLayout2.xml"/><Relationship Id="rId5" Type="http://schemas.openxmlformats.org/officeDocument/2006/relationships/tags" Target="../tags/tag11.xml"/><Relationship Id="rId4" Type="http://schemas.openxmlformats.org/officeDocument/2006/relationships/tags" Target="../tags/tag10.xml"/></Relationships>
</file>

<file path=ppt/slides/_rels/slide4.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notesSlide" Target="../notesSlides/notesSlide4.xml"/><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Layout" Target="../slideLayouts/slideLayout2.xml"/><Relationship Id="rId5" Type="http://schemas.openxmlformats.org/officeDocument/2006/relationships/tags" Target="../tags/tag16.xml"/><Relationship Id="rId4" Type="http://schemas.openxmlformats.org/officeDocument/2006/relationships/tags" Target="../tags/tag15.xml"/></Relationships>
</file>

<file path=ppt/slides/_rels/slide5.xml.rels><?xml version="1.0" encoding="UTF-8" standalone="yes"?>
<Relationships xmlns="http://schemas.openxmlformats.org/package/2006/relationships"><Relationship Id="rId3" Type="http://schemas.openxmlformats.org/officeDocument/2006/relationships/tags" Target="../tags/tag19.xml"/><Relationship Id="rId7" Type="http://schemas.openxmlformats.org/officeDocument/2006/relationships/notesSlide" Target="../notesSlides/notesSlide5.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slideLayout" Target="../slideLayouts/slideLayout2.xml"/><Relationship Id="rId5" Type="http://schemas.openxmlformats.org/officeDocument/2006/relationships/tags" Target="../tags/tag21.xml"/><Relationship Id="rId4" Type="http://schemas.openxmlformats.org/officeDocument/2006/relationships/tags" Target="../tags/tag20.xml"/></Relationships>
</file>

<file path=ppt/slides/_rels/slide6.xml.rels><?xml version="1.0" encoding="UTF-8" standalone="yes"?>
<Relationships xmlns="http://schemas.openxmlformats.org/package/2006/relationships"><Relationship Id="rId3" Type="http://schemas.openxmlformats.org/officeDocument/2006/relationships/tags" Target="../tags/tag24.xml"/><Relationship Id="rId7" Type="http://schemas.openxmlformats.org/officeDocument/2006/relationships/notesSlide" Target="../notesSlides/notesSlide6.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slideLayout" Target="../slideLayouts/slideLayout2.xml"/><Relationship Id="rId5" Type="http://schemas.openxmlformats.org/officeDocument/2006/relationships/tags" Target="../tags/tag26.xml"/><Relationship Id="rId4" Type="http://schemas.openxmlformats.org/officeDocument/2006/relationships/tags" Target="../tags/tag25.xml"/></Relationships>
</file>

<file path=ppt/slides/_rels/slide7.xml.rels><?xml version="1.0" encoding="UTF-8" standalone="yes"?>
<Relationships xmlns="http://schemas.openxmlformats.org/package/2006/relationships"><Relationship Id="rId3" Type="http://schemas.openxmlformats.org/officeDocument/2006/relationships/tags" Target="../tags/tag29.xml"/><Relationship Id="rId7" Type="http://schemas.openxmlformats.org/officeDocument/2006/relationships/notesSlide" Target="../notesSlides/notesSlide7.xml"/><Relationship Id="rId2" Type="http://schemas.openxmlformats.org/officeDocument/2006/relationships/tags" Target="../tags/tag28.xml"/><Relationship Id="rId1" Type="http://schemas.openxmlformats.org/officeDocument/2006/relationships/tags" Target="../tags/tag27.xml"/><Relationship Id="rId6" Type="http://schemas.openxmlformats.org/officeDocument/2006/relationships/slideLayout" Target="../slideLayouts/slideLayout2.xml"/><Relationship Id="rId5" Type="http://schemas.openxmlformats.org/officeDocument/2006/relationships/tags" Target="../tags/tag31.xml"/><Relationship Id="rId4" Type="http://schemas.openxmlformats.org/officeDocument/2006/relationships/tags" Target="../tags/tag30.xml"/></Relationships>
</file>

<file path=ppt/slides/_rels/slide8.xml.rels><?xml version="1.0" encoding="UTF-8" standalone="yes"?>
<Relationships xmlns="http://schemas.openxmlformats.org/package/2006/relationships"><Relationship Id="rId3" Type="http://schemas.openxmlformats.org/officeDocument/2006/relationships/tags" Target="../tags/tag34.xml"/><Relationship Id="rId7" Type="http://schemas.openxmlformats.org/officeDocument/2006/relationships/notesSlide" Target="../notesSlides/notesSlide8.xml"/><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slideLayout" Target="../slideLayouts/slideLayout2.xml"/><Relationship Id="rId5" Type="http://schemas.openxmlformats.org/officeDocument/2006/relationships/tags" Target="../tags/tag36.xml"/><Relationship Id="rId4" Type="http://schemas.openxmlformats.org/officeDocument/2006/relationships/tags" Target="../tags/tag35.xml"/></Relationships>
</file>

<file path=ppt/slides/_rels/slide9.xml.rels><?xml version="1.0" encoding="UTF-8" standalone="yes"?>
<Relationships xmlns="http://schemas.openxmlformats.org/package/2006/relationships"><Relationship Id="rId3" Type="http://schemas.openxmlformats.org/officeDocument/2006/relationships/tags" Target="../tags/tag39.xml"/><Relationship Id="rId7" Type="http://schemas.openxmlformats.org/officeDocument/2006/relationships/notesSlide" Target="../notesSlides/notesSlide9.xml"/><Relationship Id="rId2" Type="http://schemas.openxmlformats.org/officeDocument/2006/relationships/tags" Target="../tags/tag38.xml"/><Relationship Id="rId1" Type="http://schemas.openxmlformats.org/officeDocument/2006/relationships/tags" Target="../tags/tag37.xml"/><Relationship Id="rId6" Type="http://schemas.openxmlformats.org/officeDocument/2006/relationships/slideLayout" Target="../slideLayouts/slideLayout2.xml"/><Relationship Id="rId5" Type="http://schemas.openxmlformats.org/officeDocument/2006/relationships/tags" Target="../tags/tag41.xml"/><Relationship Id="rId4" Type="http://schemas.openxmlformats.org/officeDocument/2006/relationships/tags" Target="../tags/tag40.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tags" Target="../tags/tag42.xml"/></Relationships>
</file>

<file path=ppt/slides/_rels/slide11.xml.rels><?xml version="1.0" encoding="UTF-8" standalone="yes"?>
<Relationships xmlns="http://schemas.openxmlformats.org/package/2006/relationships"><Relationship Id="rId8" Type="http://schemas.openxmlformats.org/officeDocument/2006/relationships/tags" Target="../tags/tag50.xml"/><Relationship Id="rId13" Type="http://schemas.openxmlformats.org/officeDocument/2006/relationships/image" Target="../media/image3.png"/><Relationship Id="rId3" Type="http://schemas.openxmlformats.org/officeDocument/2006/relationships/tags" Target="../tags/tag45.xml"/><Relationship Id="rId7" Type="http://schemas.openxmlformats.org/officeDocument/2006/relationships/tags" Target="../tags/tag49.xml"/><Relationship Id="rId12" Type="http://schemas.openxmlformats.org/officeDocument/2006/relationships/notesSlide" Target="../notesSlides/notesSlide10.xml"/><Relationship Id="rId2" Type="http://schemas.openxmlformats.org/officeDocument/2006/relationships/tags" Target="../tags/tag44.xml"/><Relationship Id="rId1" Type="http://schemas.openxmlformats.org/officeDocument/2006/relationships/tags" Target="../tags/tag43.xml"/><Relationship Id="rId6" Type="http://schemas.openxmlformats.org/officeDocument/2006/relationships/tags" Target="../tags/tag48.xml"/><Relationship Id="rId11" Type="http://schemas.openxmlformats.org/officeDocument/2006/relationships/slideLayout" Target="../slideLayouts/slideLayout6.xml"/><Relationship Id="rId5" Type="http://schemas.openxmlformats.org/officeDocument/2006/relationships/tags" Target="../tags/tag47.xml"/><Relationship Id="rId10" Type="http://schemas.openxmlformats.org/officeDocument/2006/relationships/tags" Target="../tags/tag52.xml"/><Relationship Id="rId4" Type="http://schemas.openxmlformats.org/officeDocument/2006/relationships/tags" Target="../tags/tag46.xml"/><Relationship Id="rId9" Type="http://schemas.openxmlformats.org/officeDocument/2006/relationships/tags" Target="../tags/tag51.xml"/></Relationships>
</file>

<file path=ppt/slides/_rels/slide12.xml.rels><?xml version="1.0" encoding="UTF-8" standalone="yes"?>
<Relationships xmlns="http://schemas.openxmlformats.org/package/2006/relationships"><Relationship Id="rId8" Type="http://schemas.openxmlformats.org/officeDocument/2006/relationships/tags" Target="../tags/tag60.xml"/><Relationship Id="rId13" Type="http://schemas.openxmlformats.org/officeDocument/2006/relationships/tags" Target="../tags/tag65.xml"/><Relationship Id="rId18" Type="http://schemas.openxmlformats.org/officeDocument/2006/relationships/image" Target="../media/image4.png"/><Relationship Id="rId3" Type="http://schemas.openxmlformats.org/officeDocument/2006/relationships/tags" Target="../tags/tag55.xml"/><Relationship Id="rId21" Type="http://schemas.openxmlformats.org/officeDocument/2006/relationships/image" Target="../media/image6.png"/><Relationship Id="rId7" Type="http://schemas.openxmlformats.org/officeDocument/2006/relationships/tags" Target="../tags/tag59.xml"/><Relationship Id="rId12" Type="http://schemas.openxmlformats.org/officeDocument/2006/relationships/tags" Target="../tags/tag64.xml"/><Relationship Id="rId17" Type="http://schemas.openxmlformats.org/officeDocument/2006/relationships/notesSlide" Target="../notesSlides/notesSlide11.xml"/><Relationship Id="rId2" Type="http://schemas.openxmlformats.org/officeDocument/2006/relationships/tags" Target="../tags/tag54.xml"/><Relationship Id="rId16" Type="http://schemas.openxmlformats.org/officeDocument/2006/relationships/slideLayout" Target="../slideLayouts/slideLayout6.xml"/><Relationship Id="rId20" Type="http://schemas.openxmlformats.org/officeDocument/2006/relationships/image" Target="../media/image5.png"/><Relationship Id="rId1" Type="http://schemas.openxmlformats.org/officeDocument/2006/relationships/tags" Target="../tags/tag53.xml"/><Relationship Id="rId6" Type="http://schemas.openxmlformats.org/officeDocument/2006/relationships/tags" Target="../tags/tag58.xml"/><Relationship Id="rId11" Type="http://schemas.openxmlformats.org/officeDocument/2006/relationships/tags" Target="../tags/tag63.xml"/><Relationship Id="rId5" Type="http://schemas.openxmlformats.org/officeDocument/2006/relationships/tags" Target="../tags/tag57.xml"/><Relationship Id="rId15" Type="http://schemas.openxmlformats.org/officeDocument/2006/relationships/tags" Target="../tags/tag67.xml"/><Relationship Id="rId10" Type="http://schemas.openxmlformats.org/officeDocument/2006/relationships/tags" Target="../tags/tag62.xml"/><Relationship Id="rId19" Type="http://schemas.openxmlformats.org/officeDocument/2006/relationships/image" Target="../media/image3.png"/><Relationship Id="rId4" Type="http://schemas.openxmlformats.org/officeDocument/2006/relationships/tags" Target="../tags/tag56.xml"/><Relationship Id="rId9" Type="http://schemas.openxmlformats.org/officeDocument/2006/relationships/tags" Target="../tags/tag61.xml"/><Relationship Id="rId14" Type="http://schemas.openxmlformats.org/officeDocument/2006/relationships/tags" Target="../tags/tag66.xml"/></Relationships>
</file>

<file path=ppt/slides/_rels/slide13.xml.rels><?xml version="1.0" encoding="UTF-8" standalone="yes"?>
<Relationships xmlns="http://schemas.openxmlformats.org/package/2006/relationships"><Relationship Id="rId8" Type="http://schemas.openxmlformats.org/officeDocument/2006/relationships/tags" Target="../tags/tag75.xml"/><Relationship Id="rId13" Type="http://schemas.openxmlformats.org/officeDocument/2006/relationships/tags" Target="../tags/tag80.xml"/><Relationship Id="rId18" Type="http://schemas.openxmlformats.org/officeDocument/2006/relationships/tags" Target="../tags/tag85.xml"/><Relationship Id="rId26" Type="http://schemas.openxmlformats.org/officeDocument/2006/relationships/image" Target="../media/image7.png"/><Relationship Id="rId3" Type="http://schemas.openxmlformats.org/officeDocument/2006/relationships/tags" Target="../tags/tag70.xml"/><Relationship Id="rId21" Type="http://schemas.openxmlformats.org/officeDocument/2006/relationships/slideLayout" Target="../slideLayouts/slideLayout6.xml"/><Relationship Id="rId7" Type="http://schemas.openxmlformats.org/officeDocument/2006/relationships/tags" Target="../tags/tag74.xml"/><Relationship Id="rId12" Type="http://schemas.openxmlformats.org/officeDocument/2006/relationships/tags" Target="../tags/tag79.xml"/><Relationship Id="rId17" Type="http://schemas.openxmlformats.org/officeDocument/2006/relationships/tags" Target="../tags/tag84.xml"/><Relationship Id="rId25" Type="http://schemas.openxmlformats.org/officeDocument/2006/relationships/image" Target="../media/image5.png"/><Relationship Id="rId2" Type="http://schemas.openxmlformats.org/officeDocument/2006/relationships/tags" Target="../tags/tag69.xml"/><Relationship Id="rId16" Type="http://schemas.openxmlformats.org/officeDocument/2006/relationships/tags" Target="../tags/tag83.xml"/><Relationship Id="rId20" Type="http://schemas.openxmlformats.org/officeDocument/2006/relationships/tags" Target="../tags/tag87.xml"/><Relationship Id="rId1" Type="http://schemas.openxmlformats.org/officeDocument/2006/relationships/tags" Target="../tags/tag68.xml"/><Relationship Id="rId6" Type="http://schemas.openxmlformats.org/officeDocument/2006/relationships/tags" Target="../tags/tag73.xml"/><Relationship Id="rId11" Type="http://schemas.openxmlformats.org/officeDocument/2006/relationships/tags" Target="../tags/tag78.xml"/><Relationship Id="rId24" Type="http://schemas.openxmlformats.org/officeDocument/2006/relationships/image" Target="../media/image3.png"/><Relationship Id="rId5" Type="http://schemas.openxmlformats.org/officeDocument/2006/relationships/tags" Target="../tags/tag72.xml"/><Relationship Id="rId15" Type="http://schemas.openxmlformats.org/officeDocument/2006/relationships/tags" Target="../tags/tag82.xml"/><Relationship Id="rId23" Type="http://schemas.openxmlformats.org/officeDocument/2006/relationships/image" Target="../media/image4.png"/><Relationship Id="rId28" Type="http://schemas.openxmlformats.org/officeDocument/2006/relationships/image" Target="../media/image6.png"/><Relationship Id="rId10" Type="http://schemas.openxmlformats.org/officeDocument/2006/relationships/tags" Target="../tags/tag77.xml"/><Relationship Id="rId19" Type="http://schemas.openxmlformats.org/officeDocument/2006/relationships/tags" Target="../tags/tag86.xml"/><Relationship Id="rId4" Type="http://schemas.openxmlformats.org/officeDocument/2006/relationships/tags" Target="../tags/tag71.xml"/><Relationship Id="rId9" Type="http://schemas.openxmlformats.org/officeDocument/2006/relationships/tags" Target="../tags/tag76.xml"/><Relationship Id="rId14" Type="http://schemas.openxmlformats.org/officeDocument/2006/relationships/tags" Target="../tags/tag81.xml"/><Relationship Id="rId22" Type="http://schemas.openxmlformats.org/officeDocument/2006/relationships/notesSlide" Target="../notesSlides/notesSlide12.xml"/><Relationship Id="rId27"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slideLayout" Target="../slideLayouts/slideLayout6.xml"/><Relationship Id="rId3" Type="http://schemas.openxmlformats.org/officeDocument/2006/relationships/tags" Target="../tags/tag90.xml"/><Relationship Id="rId7" Type="http://schemas.openxmlformats.org/officeDocument/2006/relationships/tags" Target="../tags/tag94.xml"/><Relationship Id="rId2" Type="http://schemas.openxmlformats.org/officeDocument/2006/relationships/tags" Target="../tags/tag89.xml"/><Relationship Id="rId1" Type="http://schemas.openxmlformats.org/officeDocument/2006/relationships/tags" Target="../tags/tag88.xml"/><Relationship Id="rId6" Type="http://schemas.openxmlformats.org/officeDocument/2006/relationships/tags" Target="../tags/tag93.xml"/><Relationship Id="rId5" Type="http://schemas.openxmlformats.org/officeDocument/2006/relationships/tags" Target="../tags/tag92.xml"/><Relationship Id="rId4" Type="http://schemas.openxmlformats.org/officeDocument/2006/relationships/tags" Target="../tags/tag91.xml"/><Relationship Id="rId9"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8" Type="http://schemas.openxmlformats.org/officeDocument/2006/relationships/tags" Target="../tags/tag102.xml"/><Relationship Id="rId13" Type="http://schemas.openxmlformats.org/officeDocument/2006/relationships/tags" Target="../tags/tag107.xml"/><Relationship Id="rId18" Type="http://schemas.openxmlformats.org/officeDocument/2006/relationships/tags" Target="../tags/tag112.xml"/><Relationship Id="rId26" Type="http://schemas.openxmlformats.org/officeDocument/2006/relationships/image" Target="../media/image9.png"/><Relationship Id="rId3" Type="http://schemas.openxmlformats.org/officeDocument/2006/relationships/tags" Target="../tags/tag97.xml"/><Relationship Id="rId21" Type="http://schemas.openxmlformats.org/officeDocument/2006/relationships/tags" Target="../tags/tag115.xml"/><Relationship Id="rId7" Type="http://schemas.openxmlformats.org/officeDocument/2006/relationships/tags" Target="../tags/tag101.xml"/><Relationship Id="rId12" Type="http://schemas.openxmlformats.org/officeDocument/2006/relationships/tags" Target="../tags/tag106.xml"/><Relationship Id="rId17" Type="http://schemas.openxmlformats.org/officeDocument/2006/relationships/tags" Target="../tags/tag111.xml"/><Relationship Id="rId25" Type="http://schemas.openxmlformats.org/officeDocument/2006/relationships/notesSlide" Target="../notesSlides/notesSlide14.xml"/><Relationship Id="rId2" Type="http://schemas.openxmlformats.org/officeDocument/2006/relationships/tags" Target="../tags/tag96.xml"/><Relationship Id="rId16" Type="http://schemas.openxmlformats.org/officeDocument/2006/relationships/tags" Target="../tags/tag110.xml"/><Relationship Id="rId20" Type="http://schemas.openxmlformats.org/officeDocument/2006/relationships/tags" Target="../tags/tag114.xml"/><Relationship Id="rId1" Type="http://schemas.openxmlformats.org/officeDocument/2006/relationships/tags" Target="../tags/tag95.xml"/><Relationship Id="rId6" Type="http://schemas.openxmlformats.org/officeDocument/2006/relationships/tags" Target="../tags/tag100.xml"/><Relationship Id="rId11" Type="http://schemas.openxmlformats.org/officeDocument/2006/relationships/tags" Target="../tags/tag105.xml"/><Relationship Id="rId24" Type="http://schemas.openxmlformats.org/officeDocument/2006/relationships/slideLayout" Target="../slideLayouts/slideLayout6.xml"/><Relationship Id="rId5" Type="http://schemas.openxmlformats.org/officeDocument/2006/relationships/tags" Target="../tags/tag99.xml"/><Relationship Id="rId15" Type="http://schemas.openxmlformats.org/officeDocument/2006/relationships/tags" Target="../tags/tag109.xml"/><Relationship Id="rId23" Type="http://schemas.openxmlformats.org/officeDocument/2006/relationships/tags" Target="../tags/tag117.xml"/><Relationship Id="rId10" Type="http://schemas.openxmlformats.org/officeDocument/2006/relationships/tags" Target="../tags/tag104.xml"/><Relationship Id="rId19" Type="http://schemas.openxmlformats.org/officeDocument/2006/relationships/tags" Target="../tags/tag113.xml"/><Relationship Id="rId4" Type="http://schemas.openxmlformats.org/officeDocument/2006/relationships/tags" Target="../tags/tag98.xml"/><Relationship Id="rId9" Type="http://schemas.openxmlformats.org/officeDocument/2006/relationships/tags" Target="../tags/tag103.xml"/><Relationship Id="rId14" Type="http://schemas.openxmlformats.org/officeDocument/2006/relationships/tags" Target="../tags/tag108.xml"/><Relationship Id="rId22" Type="http://schemas.openxmlformats.org/officeDocument/2006/relationships/tags" Target="../tags/tag116.xml"/><Relationship Id="rId27" Type="http://schemas.openxmlformats.org/officeDocument/2006/relationships/image" Target="../media/image10.png"/></Relationships>
</file>

<file path=ppt/slides/_rels/slide16.xml.rels><?xml version="1.0" encoding="UTF-8" standalone="yes"?>
<Relationships xmlns="http://schemas.openxmlformats.org/package/2006/relationships"><Relationship Id="rId13" Type="http://schemas.openxmlformats.org/officeDocument/2006/relationships/tags" Target="../tags/tag130.xml"/><Relationship Id="rId18" Type="http://schemas.openxmlformats.org/officeDocument/2006/relationships/tags" Target="../tags/tag135.xml"/><Relationship Id="rId26" Type="http://schemas.openxmlformats.org/officeDocument/2006/relationships/tags" Target="../tags/tag143.xml"/><Relationship Id="rId39" Type="http://schemas.openxmlformats.org/officeDocument/2006/relationships/tags" Target="../tags/tag156.xml"/><Relationship Id="rId21" Type="http://schemas.openxmlformats.org/officeDocument/2006/relationships/tags" Target="../tags/tag138.xml"/><Relationship Id="rId34" Type="http://schemas.openxmlformats.org/officeDocument/2006/relationships/tags" Target="../tags/tag151.xml"/><Relationship Id="rId42" Type="http://schemas.openxmlformats.org/officeDocument/2006/relationships/notesSlide" Target="../notesSlides/notesSlide15.xml"/><Relationship Id="rId7" Type="http://schemas.openxmlformats.org/officeDocument/2006/relationships/tags" Target="../tags/tag124.xml"/><Relationship Id="rId2" Type="http://schemas.openxmlformats.org/officeDocument/2006/relationships/tags" Target="../tags/tag119.xml"/><Relationship Id="rId16" Type="http://schemas.openxmlformats.org/officeDocument/2006/relationships/tags" Target="../tags/tag133.xml"/><Relationship Id="rId29" Type="http://schemas.openxmlformats.org/officeDocument/2006/relationships/tags" Target="../tags/tag146.xml"/><Relationship Id="rId1" Type="http://schemas.openxmlformats.org/officeDocument/2006/relationships/tags" Target="../tags/tag118.xml"/><Relationship Id="rId6" Type="http://schemas.openxmlformats.org/officeDocument/2006/relationships/tags" Target="../tags/tag123.xml"/><Relationship Id="rId11" Type="http://schemas.openxmlformats.org/officeDocument/2006/relationships/tags" Target="../tags/tag128.xml"/><Relationship Id="rId24" Type="http://schemas.openxmlformats.org/officeDocument/2006/relationships/tags" Target="../tags/tag141.xml"/><Relationship Id="rId32" Type="http://schemas.openxmlformats.org/officeDocument/2006/relationships/tags" Target="../tags/tag149.xml"/><Relationship Id="rId37" Type="http://schemas.openxmlformats.org/officeDocument/2006/relationships/tags" Target="../tags/tag154.xml"/><Relationship Id="rId40" Type="http://schemas.openxmlformats.org/officeDocument/2006/relationships/tags" Target="../tags/tag157.xml"/><Relationship Id="rId45" Type="http://schemas.openxmlformats.org/officeDocument/2006/relationships/image" Target="../media/image9.png"/><Relationship Id="rId5" Type="http://schemas.openxmlformats.org/officeDocument/2006/relationships/tags" Target="../tags/tag122.xml"/><Relationship Id="rId15" Type="http://schemas.openxmlformats.org/officeDocument/2006/relationships/tags" Target="../tags/tag132.xml"/><Relationship Id="rId23" Type="http://schemas.openxmlformats.org/officeDocument/2006/relationships/tags" Target="../tags/tag140.xml"/><Relationship Id="rId28" Type="http://schemas.openxmlformats.org/officeDocument/2006/relationships/tags" Target="../tags/tag145.xml"/><Relationship Id="rId36" Type="http://schemas.openxmlformats.org/officeDocument/2006/relationships/tags" Target="../tags/tag153.xml"/><Relationship Id="rId10" Type="http://schemas.openxmlformats.org/officeDocument/2006/relationships/tags" Target="../tags/tag127.xml"/><Relationship Id="rId19" Type="http://schemas.openxmlformats.org/officeDocument/2006/relationships/tags" Target="../tags/tag136.xml"/><Relationship Id="rId31" Type="http://schemas.openxmlformats.org/officeDocument/2006/relationships/tags" Target="../tags/tag148.xml"/><Relationship Id="rId44" Type="http://schemas.openxmlformats.org/officeDocument/2006/relationships/image" Target="../media/image11.png"/><Relationship Id="rId4" Type="http://schemas.openxmlformats.org/officeDocument/2006/relationships/tags" Target="../tags/tag121.xml"/><Relationship Id="rId9" Type="http://schemas.openxmlformats.org/officeDocument/2006/relationships/tags" Target="../tags/tag126.xml"/><Relationship Id="rId14" Type="http://schemas.openxmlformats.org/officeDocument/2006/relationships/tags" Target="../tags/tag131.xml"/><Relationship Id="rId22" Type="http://schemas.openxmlformats.org/officeDocument/2006/relationships/tags" Target="../tags/tag139.xml"/><Relationship Id="rId27" Type="http://schemas.openxmlformats.org/officeDocument/2006/relationships/tags" Target="../tags/tag144.xml"/><Relationship Id="rId30" Type="http://schemas.openxmlformats.org/officeDocument/2006/relationships/tags" Target="../tags/tag147.xml"/><Relationship Id="rId35" Type="http://schemas.openxmlformats.org/officeDocument/2006/relationships/tags" Target="../tags/tag152.xml"/><Relationship Id="rId43" Type="http://schemas.openxmlformats.org/officeDocument/2006/relationships/image" Target="../media/image4.png"/><Relationship Id="rId8" Type="http://schemas.openxmlformats.org/officeDocument/2006/relationships/tags" Target="../tags/tag125.xml"/><Relationship Id="rId3" Type="http://schemas.openxmlformats.org/officeDocument/2006/relationships/tags" Target="../tags/tag120.xml"/><Relationship Id="rId12" Type="http://schemas.openxmlformats.org/officeDocument/2006/relationships/tags" Target="../tags/tag129.xml"/><Relationship Id="rId17" Type="http://schemas.openxmlformats.org/officeDocument/2006/relationships/tags" Target="../tags/tag134.xml"/><Relationship Id="rId25" Type="http://schemas.openxmlformats.org/officeDocument/2006/relationships/tags" Target="../tags/tag142.xml"/><Relationship Id="rId33" Type="http://schemas.openxmlformats.org/officeDocument/2006/relationships/tags" Target="../tags/tag150.xml"/><Relationship Id="rId38" Type="http://schemas.openxmlformats.org/officeDocument/2006/relationships/tags" Target="../tags/tag155.xml"/><Relationship Id="rId46" Type="http://schemas.openxmlformats.org/officeDocument/2006/relationships/image" Target="../media/image10.png"/><Relationship Id="rId20" Type="http://schemas.openxmlformats.org/officeDocument/2006/relationships/tags" Target="../tags/tag137.xml"/><Relationship Id="rId4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3" Type="http://schemas.openxmlformats.org/officeDocument/2006/relationships/tags" Target="../tags/tag170.xml"/><Relationship Id="rId18" Type="http://schemas.openxmlformats.org/officeDocument/2006/relationships/tags" Target="../tags/tag175.xml"/><Relationship Id="rId26" Type="http://schemas.openxmlformats.org/officeDocument/2006/relationships/tags" Target="../tags/tag183.xml"/><Relationship Id="rId39" Type="http://schemas.openxmlformats.org/officeDocument/2006/relationships/tags" Target="../tags/tag196.xml"/><Relationship Id="rId21" Type="http://schemas.openxmlformats.org/officeDocument/2006/relationships/tags" Target="../tags/tag178.xml"/><Relationship Id="rId34" Type="http://schemas.openxmlformats.org/officeDocument/2006/relationships/tags" Target="../tags/tag191.xml"/><Relationship Id="rId42" Type="http://schemas.openxmlformats.org/officeDocument/2006/relationships/tags" Target="../tags/tag199.xml"/><Relationship Id="rId47" Type="http://schemas.openxmlformats.org/officeDocument/2006/relationships/tags" Target="../tags/tag204.xml"/><Relationship Id="rId50" Type="http://schemas.openxmlformats.org/officeDocument/2006/relationships/tags" Target="../tags/tag207.xml"/><Relationship Id="rId55" Type="http://schemas.openxmlformats.org/officeDocument/2006/relationships/tags" Target="../tags/tag212.xml"/><Relationship Id="rId63" Type="http://schemas.openxmlformats.org/officeDocument/2006/relationships/image" Target="../media/image9.png"/><Relationship Id="rId7" Type="http://schemas.openxmlformats.org/officeDocument/2006/relationships/tags" Target="../tags/tag164.xml"/><Relationship Id="rId2" Type="http://schemas.openxmlformats.org/officeDocument/2006/relationships/tags" Target="../tags/tag159.xml"/><Relationship Id="rId16" Type="http://schemas.openxmlformats.org/officeDocument/2006/relationships/tags" Target="../tags/tag173.xml"/><Relationship Id="rId29" Type="http://schemas.openxmlformats.org/officeDocument/2006/relationships/tags" Target="../tags/tag186.xml"/><Relationship Id="rId11" Type="http://schemas.openxmlformats.org/officeDocument/2006/relationships/tags" Target="../tags/tag168.xml"/><Relationship Id="rId24" Type="http://schemas.openxmlformats.org/officeDocument/2006/relationships/tags" Target="../tags/tag181.xml"/><Relationship Id="rId32" Type="http://schemas.openxmlformats.org/officeDocument/2006/relationships/tags" Target="../tags/tag189.xml"/><Relationship Id="rId37" Type="http://schemas.openxmlformats.org/officeDocument/2006/relationships/tags" Target="../tags/tag194.xml"/><Relationship Id="rId40" Type="http://schemas.openxmlformats.org/officeDocument/2006/relationships/tags" Target="../tags/tag197.xml"/><Relationship Id="rId45" Type="http://schemas.openxmlformats.org/officeDocument/2006/relationships/tags" Target="../tags/tag202.xml"/><Relationship Id="rId53" Type="http://schemas.openxmlformats.org/officeDocument/2006/relationships/tags" Target="../tags/tag210.xml"/><Relationship Id="rId58" Type="http://schemas.openxmlformats.org/officeDocument/2006/relationships/slideLayout" Target="../slideLayouts/slideLayout6.xml"/><Relationship Id="rId5" Type="http://schemas.openxmlformats.org/officeDocument/2006/relationships/tags" Target="../tags/tag162.xml"/><Relationship Id="rId61" Type="http://schemas.openxmlformats.org/officeDocument/2006/relationships/image" Target="../media/image11.png"/><Relationship Id="rId19" Type="http://schemas.openxmlformats.org/officeDocument/2006/relationships/tags" Target="../tags/tag176.xml"/><Relationship Id="rId14" Type="http://schemas.openxmlformats.org/officeDocument/2006/relationships/tags" Target="../tags/tag171.xml"/><Relationship Id="rId22" Type="http://schemas.openxmlformats.org/officeDocument/2006/relationships/tags" Target="../tags/tag179.xml"/><Relationship Id="rId27" Type="http://schemas.openxmlformats.org/officeDocument/2006/relationships/tags" Target="../tags/tag184.xml"/><Relationship Id="rId30" Type="http://schemas.openxmlformats.org/officeDocument/2006/relationships/tags" Target="../tags/tag187.xml"/><Relationship Id="rId35" Type="http://schemas.openxmlformats.org/officeDocument/2006/relationships/tags" Target="../tags/tag192.xml"/><Relationship Id="rId43" Type="http://schemas.openxmlformats.org/officeDocument/2006/relationships/tags" Target="../tags/tag200.xml"/><Relationship Id="rId48" Type="http://schemas.openxmlformats.org/officeDocument/2006/relationships/tags" Target="../tags/tag205.xml"/><Relationship Id="rId56" Type="http://schemas.openxmlformats.org/officeDocument/2006/relationships/tags" Target="../tags/tag213.xml"/><Relationship Id="rId64" Type="http://schemas.openxmlformats.org/officeDocument/2006/relationships/image" Target="../media/image10.png"/><Relationship Id="rId8" Type="http://schemas.openxmlformats.org/officeDocument/2006/relationships/tags" Target="../tags/tag165.xml"/><Relationship Id="rId51" Type="http://schemas.openxmlformats.org/officeDocument/2006/relationships/tags" Target="../tags/tag208.xml"/><Relationship Id="rId3" Type="http://schemas.openxmlformats.org/officeDocument/2006/relationships/tags" Target="../tags/tag160.xml"/><Relationship Id="rId12" Type="http://schemas.openxmlformats.org/officeDocument/2006/relationships/tags" Target="../tags/tag169.xml"/><Relationship Id="rId17" Type="http://schemas.openxmlformats.org/officeDocument/2006/relationships/tags" Target="../tags/tag174.xml"/><Relationship Id="rId25" Type="http://schemas.openxmlformats.org/officeDocument/2006/relationships/tags" Target="../tags/tag182.xml"/><Relationship Id="rId33" Type="http://schemas.openxmlformats.org/officeDocument/2006/relationships/tags" Target="../tags/tag190.xml"/><Relationship Id="rId38" Type="http://schemas.openxmlformats.org/officeDocument/2006/relationships/tags" Target="../tags/tag195.xml"/><Relationship Id="rId46" Type="http://schemas.openxmlformats.org/officeDocument/2006/relationships/tags" Target="../tags/tag203.xml"/><Relationship Id="rId59" Type="http://schemas.openxmlformats.org/officeDocument/2006/relationships/notesSlide" Target="../notesSlides/notesSlide16.xml"/><Relationship Id="rId20" Type="http://schemas.openxmlformats.org/officeDocument/2006/relationships/tags" Target="../tags/tag177.xml"/><Relationship Id="rId41" Type="http://schemas.openxmlformats.org/officeDocument/2006/relationships/tags" Target="../tags/tag198.xml"/><Relationship Id="rId54" Type="http://schemas.openxmlformats.org/officeDocument/2006/relationships/tags" Target="../tags/tag211.xml"/><Relationship Id="rId62" Type="http://schemas.openxmlformats.org/officeDocument/2006/relationships/image" Target="../media/image12.png"/><Relationship Id="rId1" Type="http://schemas.openxmlformats.org/officeDocument/2006/relationships/tags" Target="../tags/tag158.xml"/><Relationship Id="rId6" Type="http://schemas.openxmlformats.org/officeDocument/2006/relationships/tags" Target="../tags/tag163.xml"/><Relationship Id="rId15" Type="http://schemas.openxmlformats.org/officeDocument/2006/relationships/tags" Target="../tags/tag172.xml"/><Relationship Id="rId23" Type="http://schemas.openxmlformats.org/officeDocument/2006/relationships/tags" Target="../tags/tag180.xml"/><Relationship Id="rId28" Type="http://schemas.openxmlformats.org/officeDocument/2006/relationships/tags" Target="../tags/tag185.xml"/><Relationship Id="rId36" Type="http://schemas.openxmlformats.org/officeDocument/2006/relationships/tags" Target="../tags/tag193.xml"/><Relationship Id="rId49" Type="http://schemas.openxmlformats.org/officeDocument/2006/relationships/tags" Target="../tags/tag206.xml"/><Relationship Id="rId57" Type="http://schemas.openxmlformats.org/officeDocument/2006/relationships/tags" Target="../tags/tag214.xml"/><Relationship Id="rId10" Type="http://schemas.openxmlformats.org/officeDocument/2006/relationships/tags" Target="../tags/tag167.xml"/><Relationship Id="rId31" Type="http://schemas.openxmlformats.org/officeDocument/2006/relationships/tags" Target="../tags/tag188.xml"/><Relationship Id="rId44" Type="http://schemas.openxmlformats.org/officeDocument/2006/relationships/tags" Target="../tags/tag201.xml"/><Relationship Id="rId52" Type="http://schemas.openxmlformats.org/officeDocument/2006/relationships/tags" Target="../tags/tag209.xml"/><Relationship Id="rId60" Type="http://schemas.openxmlformats.org/officeDocument/2006/relationships/image" Target="../media/image4.png"/><Relationship Id="rId4" Type="http://schemas.openxmlformats.org/officeDocument/2006/relationships/tags" Target="../tags/tag161.xml"/><Relationship Id="rId9" Type="http://schemas.openxmlformats.org/officeDocument/2006/relationships/tags" Target="../tags/tag166.xml"/></Relationships>
</file>

<file path=ppt/slides/_rels/slide18.xml.rels><?xml version="1.0" encoding="UTF-8" standalone="yes"?>
<Relationships xmlns="http://schemas.openxmlformats.org/package/2006/relationships"><Relationship Id="rId26" Type="http://schemas.openxmlformats.org/officeDocument/2006/relationships/tags" Target="../tags/tag240.xml"/><Relationship Id="rId21" Type="http://schemas.openxmlformats.org/officeDocument/2006/relationships/tags" Target="../tags/tag235.xml"/><Relationship Id="rId34" Type="http://schemas.openxmlformats.org/officeDocument/2006/relationships/tags" Target="../tags/tag248.xml"/><Relationship Id="rId42" Type="http://schemas.openxmlformats.org/officeDocument/2006/relationships/tags" Target="../tags/tag256.xml"/><Relationship Id="rId47" Type="http://schemas.openxmlformats.org/officeDocument/2006/relationships/tags" Target="../tags/tag261.xml"/><Relationship Id="rId50" Type="http://schemas.openxmlformats.org/officeDocument/2006/relationships/tags" Target="../tags/tag264.xml"/><Relationship Id="rId55" Type="http://schemas.openxmlformats.org/officeDocument/2006/relationships/tags" Target="../tags/tag269.xml"/><Relationship Id="rId63" Type="http://schemas.openxmlformats.org/officeDocument/2006/relationships/image" Target="../media/image11.png"/><Relationship Id="rId7" Type="http://schemas.openxmlformats.org/officeDocument/2006/relationships/tags" Target="../tags/tag221.xml"/><Relationship Id="rId2" Type="http://schemas.openxmlformats.org/officeDocument/2006/relationships/tags" Target="../tags/tag216.xml"/><Relationship Id="rId16" Type="http://schemas.openxmlformats.org/officeDocument/2006/relationships/tags" Target="../tags/tag230.xml"/><Relationship Id="rId29" Type="http://schemas.openxmlformats.org/officeDocument/2006/relationships/tags" Target="../tags/tag243.xml"/><Relationship Id="rId11" Type="http://schemas.openxmlformats.org/officeDocument/2006/relationships/tags" Target="../tags/tag225.xml"/><Relationship Id="rId24" Type="http://schemas.openxmlformats.org/officeDocument/2006/relationships/tags" Target="../tags/tag238.xml"/><Relationship Id="rId32" Type="http://schemas.openxmlformats.org/officeDocument/2006/relationships/tags" Target="../tags/tag246.xml"/><Relationship Id="rId37" Type="http://schemas.openxmlformats.org/officeDocument/2006/relationships/tags" Target="../tags/tag251.xml"/><Relationship Id="rId40" Type="http://schemas.openxmlformats.org/officeDocument/2006/relationships/tags" Target="../tags/tag254.xml"/><Relationship Id="rId45" Type="http://schemas.openxmlformats.org/officeDocument/2006/relationships/tags" Target="../tags/tag259.xml"/><Relationship Id="rId53" Type="http://schemas.openxmlformats.org/officeDocument/2006/relationships/tags" Target="../tags/tag267.xml"/><Relationship Id="rId58" Type="http://schemas.openxmlformats.org/officeDocument/2006/relationships/tags" Target="../tags/tag272.xml"/><Relationship Id="rId66" Type="http://schemas.openxmlformats.org/officeDocument/2006/relationships/image" Target="../media/image10.png"/><Relationship Id="rId5" Type="http://schemas.openxmlformats.org/officeDocument/2006/relationships/tags" Target="../tags/tag219.xml"/><Relationship Id="rId61" Type="http://schemas.openxmlformats.org/officeDocument/2006/relationships/notesSlide" Target="../notesSlides/notesSlide17.xml"/><Relationship Id="rId19" Type="http://schemas.openxmlformats.org/officeDocument/2006/relationships/tags" Target="../tags/tag233.xml"/><Relationship Id="rId14" Type="http://schemas.openxmlformats.org/officeDocument/2006/relationships/tags" Target="../tags/tag228.xml"/><Relationship Id="rId22" Type="http://schemas.openxmlformats.org/officeDocument/2006/relationships/tags" Target="../tags/tag236.xml"/><Relationship Id="rId27" Type="http://schemas.openxmlformats.org/officeDocument/2006/relationships/tags" Target="../tags/tag241.xml"/><Relationship Id="rId30" Type="http://schemas.openxmlformats.org/officeDocument/2006/relationships/tags" Target="../tags/tag244.xml"/><Relationship Id="rId35" Type="http://schemas.openxmlformats.org/officeDocument/2006/relationships/tags" Target="../tags/tag249.xml"/><Relationship Id="rId43" Type="http://schemas.openxmlformats.org/officeDocument/2006/relationships/tags" Target="../tags/tag257.xml"/><Relationship Id="rId48" Type="http://schemas.openxmlformats.org/officeDocument/2006/relationships/tags" Target="../tags/tag262.xml"/><Relationship Id="rId56" Type="http://schemas.openxmlformats.org/officeDocument/2006/relationships/tags" Target="../tags/tag270.xml"/><Relationship Id="rId64" Type="http://schemas.openxmlformats.org/officeDocument/2006/relationships/image" Target="../media/image12.png"/><Relationship Id="rId8" Type="http://schemas.openxmlformats.org/officeDocument/2006/relationships/tags" Target="../tags/tag222.xml"/><Relationship Id="rId51" Type="http://schemas.openxmlformats.org/officeDocument/2006/relationships/tags" Target="../tags/tag265.xml"/><Relationship Id="rId3" Type="http://schemas.openxmlformats.org/officeDocument/2006/relationships/tags" Target="../tags/tag217.xml"/><Relationship Id="rId12" Type="http://schemas.openxmlformats.org/officeDocument/2006/relationships/tags" Target="../tags/tag226.xml"/><Relationship Id="rId17" Type="http://schemas.openxmlformats.org/officeDocument/2006/relationships/tags" Target="../tags/tag231.xml"/><Relationship Id="rId25" Type="http://schemas.openxmlformats.org/officeDocument/2006/relationships/tags" Target="../tags/tag239.xml"/><Relationship Id="rId33" Type="http://schemas.openxmlformats.org/officeDocument/2006/relationships/tags" Target="../tags/tag247.xml"/><Relationship Id="rId38" Type="http://schemas.openxmlformats.org/officeDocument/2006/relationships/tags" Target="../tags/tag252.xml"/><Relationship Id="rId46" Type="http://schemas.openxmlformats.org/officeDocument/2006/relationships/tags" Target="../tags/tag260.xml"/><Relationship Id="rId59" Type="http://schemas.openxmlformats.org/officeDocument/2006/relationships/tags" Target="../tags/tag273.xml"/><Relationship Id="rId20" Type="http://schemas.openxmlformats.org/officeDocument/2006/relationships/tags" Target="../tags/tag234.xml"/><Relationship Id="rId41" Type="http://schemas.openxmlformats.org/officeDocument/2006/relationships/tags" Target="../tags/tag255.xml"/><Relationship Id="rId54" Type="http://schemas.openxmlformats.org/officeDocument/2006/relationships/tags" Target="../tags/tag268.xml"/><Relationship Id="rId62" Type="http://schemas.openxmlformats.org/officeDocument/2006/relationships/image" Target="../media/image4.png"/><Relationship Id="rId1" Type="http://schemas.openxmlformats.org/officeDocument/2006/relationships/tags" Target="../tags/tag215.xml"/><Relationship Id="rId6" Type="http://schemas.openxmlformats.org/officeDocument/2006/relationships/tags" Target="../tags/tag220.xml"/><Relationship Id="rId15" Type="http://schemas.openxmlformats.org/officeDocument/2006/relationships/tags" Target="../tags/tag229.xml"/><Relationship Id="rId23" Type="http://schemas.openxmlformats.org/officeDocument/2006/relationships/tags" Target="../tags/tag237.xml"/><Relationship Id="rId28" Type="http://schemas.openxmlformats.org/officeDocument/2006/relationships/tags" Target="../tags/tag242.xml"/><Relationship Id="rId36" Type="http://schemas.openxmlformats.org/officeDocument/2006/relationships/tags" Target="../tags/tag250.xml"/><Relationship Id="rId49" Type="http://schemas.openxmlformats.org/officeDocument/2006/relationships/tags" Target="../tags/tag263.xml"/><Relationship Id="rId57" Type="http://schemas.openxmlformats.org/officeDocument/2006/relationships/tags" Target="../tags/tag271.xml"/><Relationship Id="rId10" Type="http://schemas.openxmlformats.org/officeDocument/2006/relationships/tags" Target="../tags/tag224.xml"/><Relationship Id="rId31" Type="http://schemas.openxmlformats.org/officeDocument/2006/relationships/tags" Target="../tags/tag245.xml"/><Relationship Id="rId44" Type="http://schemas.openxmlformats.org/officeDocument/2006/relationships/tags" Target="../tags/tag258.xml"/><Relationship Id="rId52" Type="http://schemas.openxmlformats.org/officeDocument/2006/relationships/tags" Target="../tags/tag266.xml"/><Relationship Id="rId60" Type="http://schemas.openxmlformats.org/officeDocument/2006/relationships/slideLayout" Target="../slideLayouts/slideLayout6.xml"/><Relationship Id="rId65" Type="http://schemas.openxmlformats.org/officeDocument/2006/relationships/image" Target="../media/image9.png"/><Relationship Id="rId4" Type="http://schemas.openxmlformats.org/officeDocument/2006/relationships/tags" Target="../tags/tag218.xml"/><Relationship Id="rId9" Type="http://schemas.openxmlformats.org/officeDocument/2006/relationships/tags" Target="../tags/tag223.xml"/><Relationship Id="rId13" Type="http://schemas.openxmlformats.org/officeDocument/2006/relationships/tags" Target="../tags/tag227.xml"/><Relationship Id="rId18" Type="http://schemas.openxmlformats.org/officeDocument/2006/relationships/tags" Target="../tags/tag232.xml"/><Relationship Id="rId39" Type="http://schemas.openxmlformats.org/officeDocument/2006/relationships/tags" Target="../tags/tag253.xml"/></Relationships>
</file>

<file path=ppt/slides/_rels/slide19.xml.rels><?xml version="1.0" encoding="UTF-8" standalone="yes"?>
<Relationships xmlns="http://schemas.openxmlformats.org/package/2006/relationships"><Relationship Id="rId8" Type="http://schemas.openxmlformats.org/officeDocument/2006/relationships/tags" Target="../tags/tag281.xml"/><Relationship Id="rId3" Type="http://schemas.openxmlformats.org/officeDocument/2006/relationships/tags" Target="../tags/tag276.xml"/><Relationship Id="rId7" Type="http://schemas.openxmlformats.org/officeDocument/2006/relationships/tags" Target="../tags/tag280.xml"/><Relationship Id="rId12" Type="http://schemas.openxmlformats.org/officeDocument/2006/relationships/notesSlide" Target="../notesSlides/notesSlide18.xml"/><Relationship Id="rId2" Type="http://schemas.openxmlformats.org/officeDocument/2006/relationships/tags" Target="../tags/tag275.xml"/><Relationship Id="rId1" Type="http://schemas.openxmlformats.org/officeDocument/2006/relationships/tags" Target="../tags/tag274.xml"/><Relationship Id="rId6" Type="http://schemas.openxmlformats.org/officeDocument/2006/relationships/tags" Target="../tags/tag279.xml"/><Relationship Id="rId11" Type="http://schemas.openxmlformats.org/officeDocument/2006/relationships/slideLayout" Target="../slideLayouts/slideLayout6.xml"/><Relationship Id="rId5" Type="http://schemas.openxmlformats.org/officeDocument/2006/relationships/tags" Target="../tags/tag278.xml"/><Relationship Id="rId10" Type="http://schemas.openxmlformats.org/officeDocument/2006/relationships/tags" Target="../tags/tag283.xml"/><Relationship Id="rId4" Type="http://schemas.openxmlformats.org/officeDocument/2006/relationships/tags" Target="../tags/tag277.xml"/><Relationship Id="rId9" Type="http://schemas.openxmlformats.org/officeDocument/2006/relationships/tags" Target="../tags/tag282.xml"/></Relationships>
</file>

<file path=ppt/slides/_rels/slide20.xml.rels><?xml version="1.0" encoding="UTF-8" standalone="yes"?>
<Relationships xmlns="http://schemas.openxmlformats.org/package/2006/relationships"><Relationship Id="rId8" Type="http://schemas.openxmlformats.org/officeDocument/2006/relationships/tags" Target="../tags/tag291.xml"/><Relationship Id="rId13" Type="http://schemas.openxmlformats.org/officeDocument/2006/relationships/tags" Target="../tags/tag296.xml"/><Relationship Id="rId3" Type="http://schemas.openxmlformats.org/officeDocument/2006/relationships/tags" Target="../tags/tag286.xml"/><Relationship Id="rId7" Type="http://schemas.openxmlformats.org/officeDocument/2006/relationships/tags" Target="../tags/tag290.xml"/><Relationship Id="rId12" Type="http://schemas.openxmlformats.org/officeDocument/2006/relationships/tags" Target="../tags/tag295.xml"/><Relationship Id="rId17" Type="http://schemas.openxmlformats.org/officeDocument/2006/relationships/image" Target="../media/image4.png"/><Relationship Id="rId2" Type="http://schemas.openxmlformats.org/officeDocument/2006/relationships/tags" Target="../tags/tag285.xml"/><Relationship Id="rId16" Type="http://schemas.openxmlformats.org/officeDocument/2006/relationships/notesSlide" Target="../notesSlides/notesSlide19.xml"/><Relationship Id="rId1" Type="http://schemas.openxmlformats.org/officeDocument/2006/relationships/tags" Target="../tags/tag284.xml"/><Relationship Id="rId6" Type="http://schemas.openxmlformats.org/officeDocument/2006/relationships/tags" Target="../tags/tag289.xml"/><Relationship Id="rId11" Type="http://schemas.openxmlformats.org/officeDocument/2006/relationships/tags" Target="../tags/tag294.xml"/><Relationship Id="rId5" Type="http://schemas.openxmlformats.org/officeDocument/2006/relationships/tags" Target="../tags/tag288.xml"/><Relationship Id="rId15" Type="http://schemas.openxmlformats.org/officeDocument/2006/relationships/slideLayout" Target="../slideLayouts/slideLayout6.xml"/><Relationship Id="rId10" Type="http://schemas.openxmlformats.org/officeDocument/2006/relationships/tags" Target="../tags/tag293.xml"/><Relationship Id="rId4" Type="http://schemas.openxmlformats.org/officeDocument/2006/relationships/tags" Target="../tags/tag287.xml"/><Relationship Id="rId9" Type="http://schemas.openxmlformats.org/officeDocument/2006/relationships/tags" Target="../tags/tag292.xml"/><Relationship Id="rId14" Type="http://schemas.openxmlformats.org/officeDocument/2006/relationships/tags" Target="../tags/tag297.xml"/></Relationships>
</file>

<file path=ppt/slides/_rels/slide21.xml.rels><?xml version="1.0" encoding="UTF-8" standalone="yes"?>
<Relationships xmlns="http://schemas.openxmlformats.org/package/2006/relationships"><Relationship Id="rId8" Type="http://schemas.openxmlformats.org/officeDocument/2006/relationships/tags" Target="../tags/tag305.xml"/><Relationship Id="rId13" Type="http://schemas.openxmlformats.org/officeDocument/2006/relationships/tags" Target="../tags/tag310.xml"/><Relationship Id="rId18" Type="http://schemas.openxmlformats.org/officeDocument/2006/relationships/notesSlide" Target="../notesSlides/notesSlide20.xml"/><Relationship Id="rId3" Type="http://schemas.openxmlformats.org/officeDocument/2006/relationships/tags" Target="../tags/tag300.xml"/><Relationship Id="rId7" Type="http://schemas.openxmlformats.org/officeDocument/2006/relationships/tags" Target="../tags/tag304.xml"/><Relationship Id="rId12" Type="http://schemas.openxmlformats.org/officeDocument/2006/relationships/tags" Target="../tags/tag309.xml"/><Relationship Id="rId17" Type="http://schemas.openxmlformats.org/officeDocument/2006/relationships/slideLayout" Target="../slideLayouts/slideLayout6.xml"/><Relationship Id="rId2" Type="http://schemas.openxmlformats.org/officeDocument/2006/relationships/tags" Target="../tags/tag299.xml"/><Relationship Id="rId16" Type="http://schemas.openxmlformats.org/officeDocument/2006/relationships/tags" Target="../tags/tag313.xml"/><Relationship Id="rId20" Type="http://schemas.openxmlformats.org/officeDocument/2006/relationships/image" Target="../media/image13.png"/><Relationship Id="rId1" Type="http://schemas.openxmlformats.org/officeDocument/2006/relationships/tags" Target="../tags/tag298.xml"/><Relationship Id="rId6" Type="http://schemas.openxmlformats.org/officeDocument/2006/relationships/tags" Target="../tags/tag303.xml"/><Relationship Id="rId11" Type="http://schemas.openxmlformats.org/officeDocument/2006/relationships/tags" Target="../tags/tag308.xml"/><Relationship Id="rId5" Type="http://schemas.openxmlformats.org/officeDocument/2006/relationships/tags" Target="../tags/tag302.xml"/><Relationship Id="rId15" Type="http://schemas.openxmlformats.org/officeDocument/2006/relationships/tags" Target="../tags/tag312.xml"/><Relationship Id="rId10" Type="http://schemas.openxmlformats.org/officeDocument/2006/relationships/tags" Target="../tags/tag307.xml"/><Relationship Id="rId19" Type="http://schemas.openxmlformats.org/officeDocument/2006/relationships/image" Target="../media/image4.png"/><Relationship Id="rId4" Type="http://schemas.openxmlformats.org/officeDocument/2006/relationships/tags" Target="../tags/tag301.xml"/><Relationship Id="rId9" Type="http://schemas.openxmlformats.org/officeDocument/2006/relationships/tags" Target="../tags/tag306.xml"/><Relationship Id="rId14" Type="http://schemas.openxmlformats.org/officeDocument/2006/relationships/tags" Target="../tags/tag311.xml"/></Relationships>
</file>

<file path=ppt/slides/_rels/slide22.xml.rels><?xml version="1.0" encoding="UTF-8" standalone="yes"?>
<Relationships xmlns="http://schemas.openxmlformats.org/package/2006/relationships"><Relationship Id="rId8" Type="http://schemas.openxmlformats.org/officeDocument/2006/relationships/tags" Target="../tags/tag321.xml"/><Relationship Id="rId13" Type="http://schemas.openxmlformats.org/officeDocument/2006/relationships/tags" Target="../tags/tag326.xml"/><Relationship Id="rId18" Type="http://schemas.openxmlformats.org/officeDocument/2006/relationships/tags" Target="../tags/tag331.xml"/><Relationship Id="rId3" Type="http://schemas.openxmlformats.org/officeDocument/2006/relationships/tags" Target="../tags/tag316.xml"/><Relationship Id="rId21" Type="http://schemas.openxmlformats.org/officeDocument/2006/relationships/image" Target="../media/image4.png"/><Relationship Id="rId7" Type="http://schemas.openxmlformats.org/officeDocument/2006/relationships/tags" Target="../tags/tag320.xml"/><Relationship Id="rId12" Type="http://schemas.openxmlformats.org/officeDocument/2006/relationships/tags" Target="../tags/tag325.xml"/><Relationship Id="rId17" Type="http://schemas.openxmlformats.org/officeDocument/2006/relationships/tags" Target="../tags/tag330.xml"/><Relationship Id="rId2" Type="http://schemas.openxmlformats.org/officeDocument/2006/relationships/tags" Target="../tags/tag315.xml"/><Relationship Id="rId16" Type="http://schemas.openxmlformats.org/officeDocument/2006/relationships/tags" Target="../tags/tag329.xml"/><Relationship Id="rId20" Type="http://schemas.openxmlformats.org/officeDocument/2006/relationships/notesSlide" Target="../notesSlides/notesSlide21.xml"/><Relationship Id="rId1" Type="http://schemas.openxmlformats.org/officeDocument/2006/relationships/tags" Target="../tags/tag314.xml"/><Relationship Id="rId6" Type="http://schemas.openxmlformats.org/officeDocument/2006/relationships/tags" Target="../tags/tag319.xml"/><Relationship Id="rId11" Type="http://schemas.openxmlformats.org/officeDocument/2006/relationships/tags" Target="../tags/tag324.xml"/><Relationship Id="rId5" Type="http://schemas.openxmlformats.org/officeDocument/2006/relationships/tags" Target="../tags/tag318.xml"/><Relationship Id="rId15" Type="http://schemas.openxmlformats.org/officeDocument/2006/relationships/tags" Target="../tags/tag328.xml"/><Relationship Id="rId23" Type="http://schemas.openxmlformats.org/officeDocument/2006/relationships/image" Target="../media/image13.png"/><Relationship Id="rId10" Type="http://schemas.openxmlformats.org/officeDocument/2006/relationships/tags" Target="../tags/tag323.xml"/><Relationship Id="rId19" Type="http://schemas.openxmlformats.org/officeDocument/2006/relationships/slideLayout" Target="../slideLayouts/slideLayout6.xml"/><Relationship Id="rId4" Type="http://schemas.openxmlformats.org/officeDocument/2006/relationships/tags" Target="../tags/tag317.xml"/><Relationship Id="rId9" Type="http://schemas.openxmlformats.org/officeDocument/2006/relationships/tags" Target="../tags/tag322.xml"/><Relationship Id="rId14" Type="http://schemas.openxmlformats.org/officeDocument/2006/relationships/tags" Target="../tags/tag327.xml"/><Relationship Id="rId22" Type="http://schemas.openxmlformats.org/officeDocument/2006/relationships/image" Target="../media/image14.png"/></Relationships>
</file>

<file path=ppt/slides/_rels/slide23.xml.rels><?xml version="1.0" encoding="UTF-8" standalone="yes"?>
<Relationships xmlns="http://schemas.openxmlformats.org/package/2006/relationships"><Relationship Id="rId8" Type="http://schemas.openxmlformats.org/officeDocument/2006/relationships/tags" Target="../tags/tag339.xml"/><Relationship Id="rId13" Type="http://schemas.openxmlformats.org/officeDocument/2006/relationships/tags" Target="../tags/tag344.xml"/><Relationship Id="rId18" Type="http://schemas.openxmlformats.org/officeDocument/2006/relationships/tags" Target="../tags/tag349.xml"/><Relationship Id="rId26" Type="http://schemas.openxmlformats.org/officeDocument/2006/relationships/image" Target="../media/image14.png"/><Relationship Id="rId3" Type="http://schemas.openxmlformats.org/officeDocument/2006/relationships/tags" Target="../tags/tag334.xml"/><Relationship Id="rId21" Type="http://schemas.openxmlformats.org/officeDocument/2006/relationships/tags" Target="../tags/tag352.xml"/><Relationship Id="rId7" Type="http://schemas.openxmlformats.org/officeDocument/2006/relationships/tags" Target="../tags/tag338.xml"/><Relationship Id="rId12" Type="http://schemas.openxmlformats.org/officeDocument/2006/relationships/tags" Target="../tags/tag343.xml"/><Relationship Id="rId17" Type="http://schemas.openxmlformats.org/officeDocument/2006/relationships/tags" Target="../tags/tag348.xml"/><Relationship Id="rId25" Type="http://schemas.openxmlformats.org/officeDocument/2006/relationships/image" Target="../media/image4.png"/><Relationship Id="rId2" Type="http://schemas.openxmlformats.org/officeDocument/2006/relationships/tags" Target="../tags/tag333.xml"/><Relationship Id="rId16" Type="http://schemas.openxmlformats.org/officeDocument/2006/relationships/tags" Target="../tags/tag347.xml"/><Relationship Id="rId20" Type="http://schemas.openxmlformats.org/officeDocument/2006/relationships/tags" Target="../tags/tag351.xml"/><Relationship Id="rId1" Type="http://schemas.openxmlformats.org/officeDocument/2006/relationships/tags" Target="../tags/tag332.xml"/><Relationship Id="rId6" Type="http://schemas.openxmlformats.org/officeDocument/2006/relationships/tags" Target="../tags/tag337.xml"/><Relationship Id="rId11" Type="http://schemas.openxmlformats.org/officeDocument/2006/relationships/tags" Target="../tags/tag342.xml"/><Relationship Id="rId24" Type="http://schemas.openxmlformats.org/officeDocument/2006/relationships/notesSlide" Target="../notesSlides/notesSlide22.xml"/><Relationship Id="rId5" Type="http://schemas.openxmlformats.org/officeDocument/2006/relationships/tags" Target="../tags/tag336.xml"/><Relationship Id="rId15" Type="http://schemas.openxmlformats.org/officeDocument/2006/relationships/tags" Target="../tags/tag346.xml"/><Relationship Id="rId23" Type="http://schemas.openxmlformats.org/officeDocument/2006/relationships/slideLayout" Target="../slideLayouts/slideLayout6.xml"/><Relationship Id="rId10" Type="http://schemas.openxmlformats.org/officeDocument/2006/relationships/tags" Target="../tags/tag341.xml"/><Relationship Id="rId19" Type="http://schemas.openxmlformats.org/officeDocument/2006/relationships/tags" Target="../tags/tag350.xml"/><Relationship Id="rId4" Type="http://schemas.openxmlformats.org/officeDocument/2006/relationships/tags" Target="../tags/tag335.xml"/><Relationship Id="rId9" Type="http://schemas.openxmlformats.org/officeDocument/2006/relationships/tags" Target="../tags/tag340.xml"/><Relationship Id="rId14" Type="http://schemas.openxmlformats.org/officeDocument/2006/relationships/tags" Target="../tags/tag345.xml"/><Relationship Id="rId22" Type="http://schemas.openxmlformats.org/officeDocument/2006/relationships/tags" Target="../tags/tag353.xml"/><Relationship Id="rId27" Type="http://schemas.openxmlformats.org/officeDocument/2006/relationships/image" Target="../media/image13.png"/></Relationships>
</file>

<file path=ppt/slides/_rels/slide24.xml.rels><?xml version="1.0" encoding="UTF-8" standalone="yes"?>
<Relationships xmlns="http://schemas.openxmlformats.org/package/2006/relationships"><Relationship Id="rId8" Type="http://schemas.openxmlformats.org/officeDocument/2006/relationships/tags" Target="../tags/tag361.xml"/><Relationship Id="rId13" Type="http://schemas.openxmlformats.org/officeDocument/2006/relationships/tags" Target="../tags/tag366.xml"/><Relationship Id="rId18" Type="http://schemas.openxmlformats.org/officeDocument/2006/relationships/tags" Target="../tags/tag371.xml"/><Relationship Id="rId26" Type="http://schemas.openxmlformats.org/officeDocument/2006/relationships/image" Target="../media/image4.png"/><Relationship Id="rId3" Type="http://schemas.openxmlformats.org/officeDocument/2006/relationships/tags" Target="../tags/tag356.xml"/><Relationship Id="rId21" Type="http://schemas.openxmlformats.org/officeDocument/2006/relationships/tags" Target="../tags/tag374.xml"/><Relationship Id="rId7" Type="http://schemas.openxmlformats.org/officeDocument/2006/relationships/tags" Target="../tags/tag360.xml"/><Relationship Id="rId12" Type="http://schemas.openxmlformats.org/officeDocument/2006/relationships/tags" Target="../tags/tag365.xml"/><Relationship Id="rId17" Type="http://schemas.openxmlformats.org/officeDocument/2006/relationships/tags" Target="../tags/tag370.xml"/><Relationship Id="rId25" Type="http://schemas.openxmlformats.org/officeDocument/2006/relationships/notesSlide" Target="../notesSlides/notesSlide23.xml"/><Relationship Id="rId2" Type="http://schemas.openxmlformats.org/officeDocument/2006/relationships/tags" Target="../tags/tag355.xml"/><Relationship Id="rId16" Type="http://schemas.openxmlformats.org/officeDocument/2006/relationships/tags" Target="../tags/tag369.xml"/><Relationship Id="rId20" Type="http://schemas.openxmlformats.org/officeDocument/2006/relationships/tags" Target="../tags/tag373.xml"/><Relationship Id="rId1" Type="http://schemas.openxmlformats.org/officeDocument/2006/relationships/tags" Target="../tags/tag354.xml"/><Relationship Id="rId6" Type="http://schemas.openxmlformats.org/officeDocument/2006/relationships/tags" Target="../tags/tag359.xml"/><Relationship Id="rId11" Type="http://schemas.openxmlformats.org/officeDocument/2006/relationships/tags" Target="../tags/tag364.xml"/><Relationship Id="rId24" Type="http://schemas.openxmlformats.org/officeDocument/2006/relationships/slideLayout" Target="../slideLayouts/slideLayout6.xml"/><Relationship Id="rId5" Type="http://schemas.openxmlformats.org/officeDocument/2006/relationships/tags" Target="../tags/tag358.xml"/><Relationship Id="rId15" Type="http://schemas.openxmlformats.org/officeDocument/2006/relationships/tags" Target="../tags/tag368.xml"/><Relationship Id="rId23" Type="http://schemas.openxmlformats.org/officeDocument/2006/relationships/tags" Target="../tags/tag376.xml"/><Relationship Id="rId28" Type="http://schemas.openxmlformats.org/officeDocument/2006/relationships/image" Target="../media/image13.png"/><Relationship Id="rId10" Type="http://schemas.openxmlformats.org/officeDocument/2006/relationships/tags" Target="../tags/tag363.xml"/><Relationship Id="rId19" Type="http://schemas.openxmlformats.org/officeDocument/2006/relationships/tags" Target="../tags/tag372.xml"/><Relationship Id="rId4" Type="http://schemas.openxmlformats.org/officeDocument/2006/relationships/tags" Target="../tags/tag357.xml"/><Relationship Id="rId9" Type="http://schemas.openxmlformats.org/officeDocument/2006/relationships/tags" Target="../tags/tag362.xml"/><Relationship Id="rId14" Type="http://schemas.openxmlformats.org/officeDocument/2006/relationships/tags" Target="../tags/tag367.xml"/><Relationship Id="rId22" Type="http://schemas.openxmlformats.org/officeDocument/2006/relationships/tags" Target="../tags/tag375.xml"/><Relationship Id="rId27" Type="http://schemas.openxmlformats.org/officeDocument/2006/relationships/image" Target="../media/image14.png"/></Relationships>
</file>

<file path=ppt/slides/_rels/slide25.xml.rels><?xml version="1.0" encoding="UTF-8" standalone="yes"?>
<Relationships xmlns="http://schemas.openxmlformats.org/package/2006/relationships"><Relationship Id="rId13" Type="http://schemas.openxmlformats.org/officeDocument/2006/relationships/tags" Target="../tags/tag389.xml"/><Relationship Id="rId18" Type="http://schemas.openxmlformats.org/officeDocument/2006/relationships/tags" Target="../tags/tag394.xml"/><Relationship Id="rId26" Type="http://schemas.openxmlformats.org/officeDocument/2006/relationships/tags" Target="../tags/tag402.xml"/><Relationship Id="rId3" Type="http://schemas.openxmlformats.org/officeDocument/2006/relationships/tags" Target="../tags/tag379.xml"/><Relationship Id="rId21" Type="http://schemas.openxmlformats.org/officeDocument/2006/relationships/tags" Target="../tags/tag397.xml"/><Relationship Id="rId7" Type="http://schemas.openxmlformats.org/officeDocument/2006/relationships/tags" Target="../tags/tag383.xml"/><Relationship Id="rId12" Type="http://schemas.openxmlformats.org/officeDocument/2006/relationships/tags" Target="../tags/tag388.xml"/><Relationship Id="rId17" Type="http://schemas.openxmlformats.org/officeDocument/2006/relationships/tags" Target="../tags/tag393.xml"/><Relationship Id="rId25" Type="http://schemas.openxmlformats.org/officeDocument/2006/relationships/tags" Target="../tags/tag401.xml"/><Relationship Id="rId33" Type="http://schemas.openxmlformats.org/officeDocument/2006/relationships/image" Target="../media/image13.png"/><Relationship Id="rId2" Type="http://schemas.openxmlformats.org/officeDocument/2006/relationships/tags" Target="../tags/tag378.xml"/><Relationship Id="rId16" Type="http://schemas.openxmlformats.org/officeDocument/2006/relationships/tags" Target="../tags/tag392.xml"/><Relationship Id="rId20" Type="http://schemas.openxmlformats.org/officeDocument/2006/relationships/tags" Target="../tags/tag396.xml"/><Relationship Id="rId29" Type="http://schemas.openxmlformats.org/officeDocument/2006/relationships/slideLayout" Target="../slideLayouts/slideLayout6.xml"/><Relationship Id="rId1" Type="http://schemas.openxmlformats.org/officeDocument/2006/relationships/tags" Target="../tags/tag377.xml"/><Relationship Id="rId6" Type="http://schemas.openxmlformats.org/officeDocument/2006/relationships/tags" Target="../tags/tag382.xml"/><Relationship Id="rId11" Type="http://schemas.openxmlformats.org/officeDocument/2006/relationships/tags" Target="../tags/tag387.xml"/><Relationship Id="rId24" Type="http://schemas.openxmlformats.org/officeDocument/2006/relationships/tags" Target="../tags/tag400.xml"/><Relationship Id="rId32" Type="http://schemas.openxmlformats.org/officeDocument/2006/relationships/image" Target="../media/image14.png"/><Relationship Id="rId5" Type="http://schemas.openxmlformats.org/officeDocument/2006/relationships/tags" Target="../tags/tag381.xml"/><Relationship Id="rId15" Type="http://schemas.openxmlformats.org/officeDocument/2006/relationships/tags" Target="../tags/tag391.xml"/><Relationship Id="rId23" Type="http://schemas.openxmlformats.org/officeDocument/2006/relationships/tags" Target="../tags/tag399.xml"/><Relationship Id="rId28" Type="http://schemas.openxmlformats.org/officeDocument/2006/relationships/tags" Target="../tags/tag404.xml"/><Relationship Id="rId10" Type="http://schemas.openxmlformats.org/officeDocument/2006/relationships/tags" Target="../tags/tag386.xml"/><Relationship Id="rId19" Type="http://schemas.openxmlformats.org/officeDocument/2006/relationships/tags" Target="../tags/tag395.xml"/><Relationship Id="rId31" Type="http://schemas.openxmlformats.org/officeDocument/2006/relationships/image" Target="../media/image4.png"/><Relationship Id="rId4" Type="http://schemas.openxmlformats.org/officeDocument/2006/relationships/tags" Target="../tags/tag380.xml"/><Relationship Id="rId9" Type="http://schemas.openxmlformats.org/officeDocument/2006/relationships/tags" Target="../tags/tag385.xml"/><Relationship Id="rId14" Type="http://schemas.openxmlformats.org/officeDocument/2006/relationships/tags" Target="../tags/tag390.xml"/><Relationship Id="rId22" Type="http://schemas.openxmlformats.org/officeDocument/2006/relationships/tags" Target="../tags/tag398.xml"/><Relationship Id="rId27" Type="http://schemas.openxmlformats.org/officeDocument/2006/relationships/tags" Target="../tags/tag403.xml"/><Relationship Id="rId30" Type="http://schemas.openxmlformats.org/officeDocument/2006/relationships/notesSlide" Target="../notesSlides/notesSlide24.xml"/><Relationship Id="rId8" Type="http://schemas.openxmlformats.org/officeDocument/2006/relationships/tags" Target="../tags/tag384.xml"/></Relationships>
</file>

<file path=ppt/slides/_rels/slide26.xml.rels><?xml version="1.0" encoding="UTF-8" standalone="yes"?>
<Relationships xmlns="http://schemas.openxmlformats.org/package/2006/relationships"><Relationship Id="rId8" Type="http://schemas.openxmlformats.org/officeDocument/2006/relationships/tags" Target="../tags/tag412.xml"/><Relationship Id="rId3" Type="http://schemas.openxmlformats.org/officeDocument/2006/relationships/tags" Target="../tags/tag407.xml"/><Relationship Id="rId7" Type="http://schemas.openxmlformats.org/officeDocument/2006/relationships/tags" Target="../tags/tag411.xml"/><Relationship Id="rId2" Type="http://schemas.openxmlformats.org/officeDocument/2006/relationships/tags" Target="../tags/tag406.xml"/><Relationship Id="rId1" Type="http://schemas.openxmlformats.org/officeDocument/2006/relationships/tags" Target="../tags/tag405.xml"/><Relationship Id="rId6" Type="http://schemas.openxmlformats.org/officeDocument/2006/relationships/tags" Target="../tags/tag410.xml"/><Relationship Id="rId5" Type="http://schemas.openxmlformats.org/officeDocument/2006/relationships/tags" Target="../tags/tag409.xml"/><Relationship Id="rId10" Type="http://schemas.openxmlformats.org/officeDocument/2006/relationships/notesSlide" Target="../notesSlides/notesSlide25.xml"/><Relationship Id="rId4" Type="http://schemas.openxmlformats.org/officeDocument/2006/relationships/tags" Target="../tags/tag408.xml"/><Relationship Id="rId9"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8" Type="http://schemas.openxmlformats.org/officeDocument/2006/relationships/tags" Target="../tags/tag420.xml"/><Relationship Id="rId13" Type="http://schemas.openxmlformats.org/officeDocument/2006/relationships/tags" Target="../tags/tag425.xml"/><Relationship Id="rId3" Type="http://schemas.openxmlformats.org/officeDocument/2006/relationships/tags" Target="../tags/tag415.xml"/><Relationship Id="rId7" Type="http://schemas.openxmlformats.org/officeDocument/2006/relationships/tags" Target="../tags/tag419.xml"/><Relationship Id="rId12" Type="http://schemas.openxmlformats.org/officeDocument/2006/relationships/tags" Target="../tags/tag424.xml"/><Relationship Id="rId2" Type="http://schemas.openxmlformats.org/officeDocument/2006/relationships/tags" Target="../tags/tag414.xml"/><Relationship Id="rId16" Type="http://schemas.openxmlformats.org/officeDocument/2006/relationships/notesSlide" Target="../notesSlides/notesSlide26.xml"/><Relationship Id="rId1" Type="http://schemas.openxmlformats.org/officeDocument/2006/relationships/tags" Target="../tags/tag413.xml"/><Relationship Id="rId6" Type="http://schemas.openxmlformats.org/officeDocument/2006/relationships/tags" Target="../tags/tag418.xml"/><Relationship Id="rId11" Type="http://schemas.openxmlformats.org/officeDocument/2006/relationships/tags" Target="../tags/tag423.xml"/><Relationship Id="rId5" Type="http://schemas.openxmlformats.org/officeDocument/2006/relationships/tags" Target="../tags/tag417.xml"/><Relationship Id="rId15" Type="http://schemas.openxmlformats.org/officeDocument/2006/relationships/slideLayout" Target="../slideLayouts/slideLayout6.xml"/><Relationship Id="rId10" Type="http://schemas.openxmlformats.org/officeDocument/2006/relationships/tags" Target="../tags/tag422.xml"/><Relationship Id="rId4" Type="http://schemas.openxmlformats.org/officeDocument/2006/relationships/tags" Target="../tags/tag416.xml"/><Relationship Id="rId9" Type="http://schemas.openxmlformats.org/officeDocument/2006/relationships/tags" Target="../tags/tag421.xml"/><Relationship Id="rId14" Type="http://schemas.openxmlformats.org/officeDocument/2006/relationships/tags" Target="../tags/tag426.xml"/></Relationships>
</file>

<file path=ppt/slides/_rels/slide28.xml.rels><?xml version="1.0" encoding="UTF-8" standalone="yes"?>
<Relationships xmlns="http://schemas.openxmlformats.org/package/2006/relationships"><Relationship Id="rId8" Type="http://schemas.openxmlformats.org/officeDocument/2006/relationships/tags" Target="../tags/tag434.xml"/><Relationship Id="rId13" Type="http://schemas.openxmlformats.org/officeDocument/2006/relationships/tags" Target="../tags/tag439.xml"/><Relationship Id="rId18" Type="http://schemas.openxmlformats.org/officeDocument/2006/relationships/notesSlide" Target="../notesSlides/notesSlide27.xml"/><Relationship Id="rId3" Type="http://schemas.openxmlformats.org/officeDocument/2006/relationships/tags" Target="../tags/tag429.xml"/><Relationship Id="rId7" Type="http://schemas.openxmlformats.org/officeDocument/2006/relationships/tags" Target="../tags/tag433.xml"/><Relationship Id="rId12" Type="http://schemas.openxmlformats.org/officeDocument/2006/relationships/tags" Target="../tags/tag438.xml"/><Relationship Id="rId17" Type="http://schemas.openxmlformats.org/officeDocument/2006/relationships/slideLayout" Target="../slideLayouts/slideLayout6.xml"/><Relationship Id="rId2" Type="http://schemas.openxmlformats.org/officeDocument/2006/relationships/tags" Target="../tags/tag428.xml"/><Relationship Id="rId16" Type="http://schemas.openxmlformats.org/officeDocument/2006/relationships/tags" Target="../tags/tag442.xml"/><Relationship Id="rId1" Type="http://schemas.openxmlformats.org/officeDocument/2006/relationships/tags" Target="../tags/tag427.xml"/><Relationship Id="rId6" Type="http://schemas.openxmlformats.org/officeDocument/2006/relationships/tags" Target="../tags/tag432.xml"/><Relationship Id="rId11" Type="http://schemas.openxmlformats.org/officeDocument/2006/relationships/tags" Target="../tags/tag437.xml"/><Relationship Id="rId5" Type="http://schemas.openxmlformats.org/officeDocument/2006/relationships/tags" Target="../tags/tag431.xml"/><Relationship Id="rId15" Type="http://schemas.openxmlformats.org/officeDocument/2006/relationships/tags" Target="../tags/tag441.xml"/><Relationship Id="rId10" Type="http://schemas.openxmlformats.org/officeDocument/2006/relationships/tags" Target="../tags/tag436.xml"/><Relationship Id="rId4" Type="http://schemas.openxmlformats.org/officeDocument/2006/relationships/tags" Target="../tags/tag430.xml"/><Relationship Id="rId9" Type="http://schemas.openxmlformats.org/officeDocument/2006/relationships/tags" Target="../tags/tag435.xml"/><Relationship Id="rId14" Type="http://schemas.openxmlformats.org/officeDocument/2006/relationships/tags" Target="../tags/tag440.xml"/></Relationships>
</file>

<file path=ppt/slides/_rels/slide29.xml.rels><?xml version="1.0" encoding="UTF-8" standalone="yes"?>
<Relationships xmlns="http://schemas.openxmlformats.org/package/2006/relationships"><Relationship Id="rId8" Type="http://schemas.openxmlformats.org/officeDocument/2006/relationships/tags" Target="../tags/tag450.xml"/><Relationship Id="rId13" Type="http://schemas.openxmlformats.org/officeDocument/2006/relationships/image" Target="../media/image16.png"/><Relationship Id="rId18" Type="http://schemas.openxmlformats.org/officeDocument/2006/relationships/image" Target="../media/image21.png"/><Relationship Id="rId3" Type="http://schemas.openxmlformats.org/officeDocument/2006/relationships/tags" Target="../tags/tag445.xml"/><Relationship Id="rId7" Type="http://schemas.openxmlformats.org/officeDocument/2006/relationships/tags" Target="../tags/tag449.xml"/><Relationship Id="rId12" Type="http://schemas.openxmlformats.org/officeDocument/2006/relationships/image" Target="../media/image15.png"/><Relationship Id="rId17" Type="http://schemas.openxmlformats.org/officeDocument/2006/relationships/image" Target="../media/image20.png"/><Relationship Id="rId2" Type="http://schemas.openxmlformats.org/officeDocument/2006/relationships/tags" Target="../tags/tag444.xml"/><Relationship Id="rId16" Type="http://schemas.openxmlformats.org/officeDocument/2006/relationships/image" Target="../media/image19.png"/><Relationship Id="rId1" Type="http://schemas.openxmlformats.org/officeDocument/2006/relationships/tags" Target="../tags/tag443.xml"/><Relationship Id="rId6" Type="http://schemas.openxmlformats.org/officeDocument/2006/relationships/tags" Target="../tags/tag448.xml"/><Relationship Id="rId11" Type="http://schemas.openxmlformats.org/officeDocument/2006/relationships/notesSlide" Target="../notesSlides/notesSlide28.xml"/><Relationship Id="rId5" Type="http://schemas.openxmlformats.org/officeDocument/2006/relationships/tags" Target="../tags/tag447.xml"/><Relationship Id="rId15" Type="http://schemas.openxmlformats.org/officeDocument/2006/relationships/image" Target="../media/image18.png"/><Relationship Id="rId10" Type="http://schemas.openxmlformats.org/officeDocument/2006/relationships/slideLayout" Target="../slideLayouts/slideLayout6.xml"/><Relationship Id="rId19" Type="http://schemas.openxmlformats.org/officeDocument/2006/relationships/image" Target="../media/image22.png"/><Relationship Id="rId4" Type="http://schemas.openxmlformats.org/officeDocument/2006/relationships/tags" Target="../tags/tag446.xml"/><Relationship Id="rId9" Type="http://schemas.openxmlformats.org/officeDocument/2006/relationships/tags" Target="../tags/tag451.xml"/><Relationship Id="rId14" Type="http://schemas.openxmlformats.org/officeDocument/2006/relationships/image" Target="../media/image17.png"/></Relationships>
</file>

<file path=ppt/slides/_rels/slide30.xml.rels><?xml version="1.0" encoding="UTF-8" standalone="yes"?>
<Relationships xmlns="http://schemas.openxmlformats.org/package/2006/relationships"><Relationship Id="rId8" Type="http://schemas.openxmlformats.org/officeDocument/2006/relationships/tags" Target="../tags/tag459.xml"/><Relationship Id="rId13" Type="http://schemas.openxmlformats.org/officeDocument/2006/relationships/notesSlide" Target="../notesSlides/notesSlide29.xml"/><Relationship Id="rId18" Type="http://schemas.openxmlformats.org/officeDocument/2006/relationships/image" Target="../media/image19.png"/><Relationship Id="rId3" Type="http://schemas.openxmlformats.org/officeDocument/2006/relationships/tags" Target="../tags/tag454.xml"/><Relationship Id="rId21" Type="http://schemas.openxmlformats.org/officeDocument/2006/relationships/image" Target="../media/image22.png"/><Relationship Id="rId7" Type="http://schemas.openxmlformats.org/officeDocument/2006/relationships/tags" Target="../tags/tag458.xml"/><Relationship Id="rId12" Type="http://schemas.openxmlformats.org/officeDocument/2006/relationships/slideLayout" Target="../slideLayouts/slideLayout6.xml"/><Relationship Id="rId17" Type="http://schemas.openxmlformats.org/officeDocument/2006/relationships/image" Target="../media/image18.png"/><Relationship Id="rId2" Type="http://schemas.openxmlformats.org/officeDocument/2006/relationships/tags" Target="../tags/tag453.xml"/><Relationship Id="rId16" Type="http://schemas.openxmlformats.org/officeDocument/2006/relationships/image" Target="../media/image17.png"/><Relationship Id="rId20" Type="http://schemas.openxmlformats.org/officeDocument/2006/relationships/image" Target="../media/image21.png"/><Relationship Id="rId1" Type="http://schemas.openxmlformats.org/officeDocument/2006/relationships/tags" Target="../tags/tag452.xml"/><Relationship Id="rId6" Type="http://schemas.openxmlformats.org/officeDocument/2006/relationships/tags" Target="../tags/tag457.xml"/><Relationship Id="rId11" Type="http://schemas.openxmlformats.org/officeDocument/2006/relationships/tags" Target="../tags/tag462.xml"/><Relationship Id="rId5" Type="http://schemas.openxmlformats.org/officeDocument/2006/relationships/tags" Target="../tags/tag456.xml"/><Relationship Id="rId15" Type="http://schemas.openxmlformats.org/officeDocument/2006/relationships/image" Target="../media/image16.png"/><Relationship Id="rId10" Type="http://schemas.openxmlformats.org/officeDocument/2006/relationships/tags" Target="../tags/tag461.xml"/><Relationship Id="rId19" Type="http://schemas.openxmlformats.org/officeDocument/2006/relationships/image" Target="../media/image20.png"/><Relationship Id="rId4" Type="http://schemas.openxmlformats.org/officeDocument/2006/relationships/tags" Target="../tags/tag455.xml"/><Relationship Id="rId9" Type="http://schemas.openxmlformats.org/officeDocument/2006/relationships/tags" Target="../tags/tag460.xml"/><Relationship Id="rId14" Type="http://schemas.openxmlformats.org/officeDocument/2006/relationships/image" Target="../media/image15.png"/></Relationships>
</file>

<file path=ppt/slides/_rels/slide31.xml.rels><?xml version="1.0" encoding="UTF-8" standalone="yes"?>
<Relationships xmlns="http://schemas.openxmlformats.org/package/2006/relationships"><Relationship Id="rId8" Type="http://schemas.openxmlformats.org/officeDocument/2006/relationships/tags" Target="../tags/tag470.xml"/><Relationship Id="rId13" Type="http://schemas.openxmlformats.org/officeDocument/2006/relationships/tags" Target="../tags/tag475.xml"/><Relationship Id="rId18" Type="http://schemas.openxmlformats.org/officeDocument/2006/relationships/tags" Target="../tags/tag480.xml"/><Relationship Id="rId26" Type="http://schemas.openxmlformats.org/officeDocument/2006/relationships/image" Target="../media/image20.png"/><Relationship Id="rId3" Type="http://schemas.openxmlformats.org/officeDocument/2006/relationships/tags" Target="../tags/tag465.xml"/><Relationship Id="rId21" Type="http://schemas.openxmlformats.org/officeDocument/2006/relationships/image" Target="../media/image15.png"/><Relationship Id="rId7" Type="http://schemas.openxmlformats.org/officeDocument/2006/relationships/tags" Target="../tags/tag469.xml"/><Relationship Id="rId12" Type="http://schemas.openxmlformats.org/officeDocument/2006/relationships/tags" Target="../tags/tag474.xml"/><Relationship Id="rId17" Type="http://schemas.openxmlformats.org/officeDocument/2006/relationships/tags" Target="../tags/tag479.xml"/><Relationship Id="rId25" Type="http://schemas.openxmlformats.org/officeDocument/2006/relationships/image" Target="../media/image19.png"/><Relationship Id="rId2" Type="http://schemas.openxmlformats.org/officeDocument/2006/relationships/tags" Target="../tags/tag464.xml"/><Relationship Id="rId16" Type="http://schemas.openxmlformats.org/officeDocument/2006/relationships/tags" Target="../tags/tag478.xml"/><Relationship Id="rId20" Type="http://schemas.openxmlformats.org/officeDocument/2006/relationships/notesSlide" Target="../notesSlides/notesSlide30.xml"/><Relationship Id="rId29" Type="http://schemas.openxmlformats.org/officeDocument/2006/relationships/image" Target="../media/image23.png"/><Relationship Id="rId1" Type="http://schemas.openxmlformats.org/officeDocument/2006/relationships/tags" Target="../tags/tag463.xml"/><Relationship Id="rId6" Type="http://schemas.openxmlformats.org/officeDocument/2006/relationships/tags" Target="../tags/tag468.xml"/><Relationship Id="rId11" Type="http://schemas.openxmlformats.org/officeDocument/2006/relationships/tags" Target="../tags/tag473.xml"/><Relationship Id="rId24" Type="http://schemas.openxmlformats.org/officeDocument/2006/relationships/image" Target="../media/image18.png"/><Relationship Id="rId5" Type="http://schemas.openxmlformats.org/officeDocument/2006/relationships/tags" Target="../tags/tag467.xml"/><Relationship Id="rId15" Type="http://schemas.openxmlformats.org/officeDocument/2006/relationships/tags" Target="../tags/tag477.xml"/><Relationship Id="rId23" Type="http://schemas.openxmlformats.org/officeDocument/2006/relationships/image" Target="../media/image17.png"/><Relationship Id="rId28" Type="http://schemas.openxmlformats.org/officeDocument/2006/relationships/image" Target="../media/image22.png"/><Relationship Id="rId10" Type="http://schemas.openxmlformats.org/officeDocument/2006/relationships/tags" Target="../tags/tag472.xml"/><Relationship Id="rId19" Type="http://schemas.openxmlformats.org/officeDocument/2006/relationships/slideLayout" Target="../slideLayouts/slideLayout6.xml"/><Relationship Id="rId4" Type="http://schemas.openxmlformats.org/officeDocument/2006/relationships/tags" Target="../tags/tag466.xml"/><Relationship Id="rId9" Type="http://schemas.openxmlformats.org/officeDocument/2006/relationships/tags" Target="../tags/tag471.xml"/><Relationship Id="rId14" Type="http://schemas.openxmlformats.org/officeDocument/2006/relationships/tags" Target="../tags/tag476.xml"/><Relationship Id="rId22" Type="http://schemas.openxmlformats.org/officeDocument/2006/relationships/image" Target="../media/image16.png"/><Relationship Id="rId27" Type="http://schemas.openxmlformats.org/officeDocument/2006/relationships/image" Target="../media/image21.png"/></Relationships>
</file>

<file path=ppt/slides/_rels/slide32.xml.rels><?xml version="1.0" encoding="UTF-8" standalone="yes"?>
<Relationships xmlns="http://schemas.openxmlformats.org/package/2006/relationships"><Relationship Id="rId13" Type="http://schemas.openxmlformats.org/officeDocument/2006/relationships/tags" Target="../tags/tag493.xml"/><Relationship Id="rId18" Type="http://schemas.openxmlformats.org/officeDocument/2006/relationships/tags" Target="../tags/tag498.xml"/><Relationship Id="rId26" Type="http://schemas.openxmlformats.org/officeDocument/2006/relationships/notesSlide" Target="../notesSlides/notesSlide31.xml"/><Relationship Id="rId3" Type="http://schemas.openxmlformats.org/officeDocument/2006/relationships/tags" Target="../tags/tag483.xml"/><Relationship Id="rId21" Type="http://schemas.openxmlformats.org/officeDocument/2006/relationships/tags" Target="../tags/tag501.xml"/><Relationship Id="rId34" Type="http://schemas.openxmlformats.org/officeDocument/2006/relationships/image" Target="../media/image22.png"/><Relationship Id="rId7" Type="http://schemas.openxmlformats.org/officeDocument/2006/relationships/tags" Target="../tags/tag487.xml"/><Relationship Id="rId12" Type="http://schemas.openxmlformats.org/officeDocument/2006/relationships/tags" Target="../tags/tag492.xml"/><Relationship Id="rId17" Type="http://schemas.openxmlformats.org/officeDocument/2006/relationships/tags" Target="../tags/tag497.xml"/><Relationship Id="rId25" Type="http://schemas.openxmlformats.org/officeDocument/2006/relationships/slideLayout" Target="../slideLayouts/slideLayout6.xml"/><Relationship Id="rId33" Type="http://schemas.openxmlformats.org/officeDocument/2006/relationships/image" Target="../media/image21.png"/><Relationship Id="rId2" Type="http://schemas.openxmlformats.org/officeDocument/2006/relationships/tags" Target="../tags/tag482.xml"/><Relationship Id="rId16" Type="http://schemas.openxmlformats.org/officeDocument/2006/relationships/tags" Target="../tags/tag496.xml"/><Relationship Id="rId20" Type="http://schemas.openxmlformats.org/officeDocument/2006/relationships/tags" Target="../tags/tag500.xml"/><Relationship Id="rId29" Type="http://schemas.openxmlformats.org/officeDocument/2006/relationships/image" Target="../media/image17.png"/><Relationship Id="rId1" Type="http://schemas.openxmlformats.org/officeDocument/2006/relationships/tags" Target="../tags/tag481.xml"/><Relationship Id="rId6" Type="http://schemas.openxmlformats.org/officeDocument/2006/relationships/tags" Target="../tags/tag486.xml"/><Relationship Id="rId11" Type="http://schemas.openxmlformats.org/officeDocument/2006/relationships/tags" Target="../tags/tag491.xml"/><Relationship Id="rId24" Type="http://schemas.openxmlformats.org/officeDocument/2006/relationships/tags" Target="../tags/tag504.xml"/><Relationship Id="rId32" Type="http://schemas.openxmlformats.org/officeDocument/2006/relationships/image" Target="../media/image20.png"/><Relationship Id="rId5" Type="http://schemas.openxmlformats.org/officeDocument/2006/relationships/tags" Target="../tags/tag485.xml"/><Relationship Id="rId15" Type="http://schemas.openxmlformats.org/officeDocument/2006/relationships/tags" Target="../tags/tag495.xml"/><Relationship Id="rId23" Type="http://schemas.openxmlformats.org/officeDocument/2006/relationships/tags" Target="../tags/tag503.xml"/><Relationship Id="rId28" Type="http://schemas.openxmlformats.org/officeDocument/2006/relationships/image" Target="../media/image16.png"/><Relationship Id="rId10" Type="http://schemas.openxmlformats.org/officeDocument/2006/relationships/tags" Target="../tags/tag490.xml"/><Relationship Id="rId19" Type="http://schemas.openxmlformats.org/officeDocument/2006/relationships/tags" Target="../tags/tag499.xml"/><Relationship Id="rId31" Type="http://schemas.openxmlformats.org/officeDocument/2006/relationships/image" Target="../media/image19.png"/><Relationship Id="rId4" Type="http://schemas.openxmlformats.org/officeDocument/2006/relationships/tags" Target="../tags/tag484.xml"/><Relationship Id="rId9" Type="http://schemas.openxmlformats.org/officeDocument/2006/relationships/tags" Target="../tags/tag489.xml"/><Relationship Id="rId14" Type="http://schemas.openxmlformats.org/officeDocument/2006/relationships/tags" Target="../tags/tag494.xml"/><Relationship Id="rId22" Type="http://schemas.openxmlformats.org/officeDocument/2006/relationships/tags" Target="../tags/tag502.xml"/><Relationship Id="rId27" Type="http://schemas.openxmlformats.org/officeDocument/2006/relationships/image" Target="../media/image15.png"/><Relationship Id="rId30" Type="http://schemas.openxmlformats.org/officeDocument/2006/relationships/image" Target="../media/image18.png"/><Relationship Id="rId35" Type="http://schemas.openxmlformats.org/officeDocument/2006/relationships/image" Target="../media/image23.png"/><Relationship Id="rId8" Type="http://schemas.openxmlformats.org/officeDocument/2006/relationships/tags" Target="../tags/tag488.xml"/></Relationships>
</file>

<file path=ppt/slides/_rels/slide33.xml.rels><?xml version="1.0" encoding="UTF-8" standalone="yes"?>
<Relationships xmlns="http://schemas.openxmlformats.org/package/2006/relationships"><Relationship Id="rId13" Type="http://schemas.openxmlformats.org/officeDocument/2006/relationships/tags" Target="../tags/tag517.xml"/><Relationship Id="rId18" Type="http://schemas.openxmlformats.org/officeDocument/2006/relationships/tags" Target="../tags/tag522.xml"/><Relationship Id="rId26" Type="http://schemas.openxmlformats.org/officeDocument/2006/relationships/tags" Target="../tags/tag530.xml"/><Relationship Id="rId39" Type="http://schemas.openxmlformats.org/officeDocument/2006/relationships/image" Target="../media/image21.png"/><Relationship Id="rId21" Type="http://schemas.openxmlformats.org/officeDocument/2006/relationships/tags" Target="../tags/tag525.xml"/><Relationship Id="rId34" Type="http://schemas.openxmlformats.org/officeDocument/2006/relationships/image" Target="../media/image16.png"/><Relationship Id="rId42" Type="http://schemas.openxmlformats.org/officeDocument/2006/relationships/image" Target="../media/image24.png"/><Relationship Id="rId7" Type="http://schemas.openxmlformats.org/officeDocument/2006/relationships/tags" Target="../tags/tag511.xml"/><Relationship Id="rId2" Type="http://schemas.openxmlformats.org/officeDocument/2006/relationships/tags" Target="../tags/tag506.xml"/><Relationship Id="rId16" Type="http://schemas.openxmlformats.org/officeDocument/2006/relationships/tags" Target="../tags/tag520.xml"/><Relationship Id="rId20" Type="http://schemas.openxmlformats.org/officeDocument/2006/relationships/tags" Target="../tags/tag524.xml"/><Relationship Id="rId29" Type="http://schemas.openxmlformats.org/officeDocument/2006/relationships/tags" Target="../tags/tag533.xml"/><Relationship Id="rId41" Type="http://schemas.openxmlformats.org/officeDocument/2006/relationships/image" Target="../media/image23.png"/><Relationship Id="rId1" Type="http://schemas.openxmlformats.org/officeDocument/2006/relationships/tags" Target="../tags/tag505.xml"/><Relationship Id="rId6" Type="http://schemas.openxmlformats.org/officeDocument/2006/relationships/tags" Target="../tags/tag510.xml"/><Relationship Id="rId11" Type="http://schemas.openxmlformats.org/officeDocument/2006/relationships/tags" Target="../tags/tag515.xml"/><Relationship Id="rId24" Type="http://schemas.openxmlformats.org/officeDocument/2006/relationships/tags" Target="../tags/tag528.xml"/><Relationship Id="rId32" Type="http://schemas.openxmlformats.org/officeDocument/2006/relationships/notesSlide" Target="../notesSlides/notesSlide32.xml"/><Relationship Id="rId37" Type="http://schemas.openxmlformats.org/officeDocument/2006/relationships/image" Target="../media/image19.png"/><Relationship Id="rId40" Type="http://schemas.openxmlformats.org/officeDocument/2006/relationships/image" Target="../media/image22.png"/><Relationship Id="rId5" Type="http://schemas.openxmlformats.org/officeDocument/2006/relationships/tags" Target="../tags/tag509.xml"/><Relationship Id="rId15" Type="http://schemas.openxmlformats.org/officeDocument/2006/relationships/tags" Target="../tags/tag519.xml"/><Relationship Id="rId23" Type="http://schemas.openxmlformats.org/officeDocument/2006/relationships/tags" Target="../tags/tag527.xml"/><Relationship Id="rId28" Type="http://schemas.openxmlformats.org/officeDocument/2006/relationships/tags" Target="../tags/tag532.xml"/><Relationship Id="rId36" Type="http://schemas.openxmlformats.org/officeDocument/2006/relationships/image" Target="../media/image18.png"/><Relationship Id="rId10" Type="http://schemas.openxmlformats.org/officeDocument/2006/relationships/tags" Target="../tags/tag514.xml"/><Relationship Id="rId19" Type="http://schemas.openxmlformats.org/officeDocument/2006/relationships/tags" Target="../tags/tag523.xml"/><Relationship Id="rId31" Type="http://schemas.openxmlformats.org/officeDocument/2006/relationships/slideLayout" Target="../slideLayouts/slideLayout6.xml"/><Relationship Id="rId4" Type="http://schemas.openxmlformats.org/officeDocument/2006/relationships/tags" Target="../tags/tag508.xml"/><Relationship Id="rId9" Type="http://schemas.openxmlformats.org/officeDocument/2006/relationships/tags" Target="../tags/tag513.xml"/><Relationship Id="rId14" Type="http://schemas.openxmlformats.org/officeDocument/2006/relationships/tags" Target="../tags/tag518.xml"/><Relationship Id="rId22" Type="http://schemas.openxmlformats.org/officeDocument/2006/relationships/tags" Target="../tags/tag526.xml"/><Relationship Id="rId27" Type="http://schemas.openxmlformats.org/officeDocument/2006/relationships/tags" Target="../tags/tag531.xml"/><Relationship Id="rId30" Type="http://schemas.openxmlformats.org/officeDocument/2006/relationships/tags" Target="../tags/tag534.xml"/><Relationship Id="rId35" Type="http://schemas.openxmlformats.org/officeDocument/2006/relationships/image" Target="../media/image17.png"/><Relationship Id="rId8" Type="http://schemas.openxmlformats.org/officeDocument/2006/relationships/tags" Target="../tags/tag512.xml"/><Relationship Id="rId3" Type="http://schemas.openxmlformats.org/officeDocument/2006/relationships/tags" Target="../tags/tag507.xml"/><Relationship Id="rId12" Type="http://schemas.openxmlformats.org/officeDocument/2006/relationships/tags" Target="../tags/tag516.xml"/><Relationship Id="rId17" Type="http://schemas.openxmlformats.org/officeDocument/2006/relationships/tags" Target="../tags/tag521.xml"/><Relationship Id="rId25" Type="http://schemas.openxmlformats.org/officeDocument/2006/relationships/tags" Target="../tags/tag529.xml"/><Relationship Id="rId33" Type="http://schemas.openxmlformats.org/officeDocument/2006/relationships/image" Target="../media/image15.png"/><Relationship Id="rId38" Type="http://schemas.openxmlformats.org/officeDocument/2006/relationships/image" Target="../media/image20.png"/></Relationships>
</file>

<file path=ppt/slides/_rels/slide34.xml.rels><?xml version="1.0" encoding="UTF-8" standalone="yes"?>
<Relationships xmlns="http://schemas.openxmlformats.org/package/2006/relationships"><Relationship Id="rId13" Type="http://schemas.openxmlformats.org/officeDocument/2006/relationships/tags" Target="../tags/tag547.xml"/><Relationship Id="rId18" Type="http://schemas.openxmlformats.org/officeDocument/2006/relationships/tags" Target="../tags/tag552.xml"/><Relationship Id="rId26" Type="http://schemas.openxmlformats.org/officeDocument/2006/relationships/tags" Target="../tags/tag560.xml"/><Relationship Id="rId39" Type="http://schemas.openxmlformats.org/officeDocument/2006/relationships/image" Target="../media/image20.png"/><Relationship Id="rId21" Type="http://schemas.openxmlformats.org/officeDocument/2006/relationships/tags" Target="../tags/tag555.xml"/><Relationship Id="rId34" Type="http://schemas.openxmlformats.org/officeDocument/2006/relationships/image" Target="../media/image15.png"/><Relationship Id="rId42" Type="http://schemas.openxmlformats.org/officeDocument/2006/relationships/image" Target="../media/image23.png"/><Relationship Id="rId7" Type="http://schemas.openxmlformats.org/officeDocument/2006/relationships/tags" Target="../tags/tag541.xml"/><Relationship Id="rId2" Type="http://schemas.openxmlformats.org/officeDocument/2006/relationships/tags" Target="../tags/tag536.xml"/><Relationship Id="rId16" Type="http://schemas.openxmlformats.org/officeDocument/2006/relationships/tags" Target="../tags/tag550.xml"/><Relationship Id="rId20" Type="http://schemas.openxmlformats.org/officeDocument/2006/relationships/tags" Target="../tags/tag554.xml"/><Relationship Id="rId29" Type="http://schemas.openxmlformats.org/officeDocument/2006/relationships/tags" Target="../tags/tag563.xml"/><Relationship Id="rId41" Type="http://schemas.openxmlformats.org/officeDocument/2006/relationships/image" Target="../media/image22.png"/><Relationship Id="rId1" Type="http://schemas.openxmlformats.org/officeDocument/2006/relationships/tags" Target="../tags/tag535.xml"/><Relationship Id="rId6" Type="http://schemas.openxmlformats.org/officeDocument/2006/relationships/tags" Target="../tags/tag540.xml"/><Relationship Id="rId11" Type="http://schemas.openxmlformats.org/officeDocument/2006/relationships/tags" Target="../tags/tag545.xml"/><Relationship Id="rId24" Type="http://schemas.openxmlformats.org/officeDocument/2006/relationships/tags" Target="../tags/tag558.xml"/><Relationship Id="rId32" Type="http://schemas.openxmlformats.org/officeDocument/2006/relationships/slideLayout" Target="../slideLayouts/slideLayout6.xml"/><Relationship Id="rId37" Type="http://schemas.openxmlformats.org/officeDocument/2006/relationships/image" Target="../media/image18.png"/><Relationship Id="rId40" Type="http://schemas.openxmlformats.org/officeDocument/2006/relationships/image" Target="../media/image21.png"/><Relationship Id="rId5" Type="http://schemas.openxmlformats.org/officeDocument/2006/relationships/tags" Target="../tags/tag539.xml"/><Relationship Id="rId15" Type="http://schemas.openxmlformats.org/officeDocument/2006/relationships/tags" Target="../tags/tag549.xml"/><Relationship Id="rId23" Type="http://schemas.openxmlformats.org/officeDocument/2006/relationships/tags" Target="../tags/tag557.xml"/><Relationship Id="rId28" Type="http://schemas.openxmlformats.org/officeDocument/2006/relationships/tags" Target="../tags/tag562.xml"/><Relationship Id="rId36" Type="http://schemas.openxmlformats.org/officeDocument/2006/relationships/image" Target="../media/image17.png"/><Relationship Id="rId10" Type="http://schemas.openxmlformats.org/officeDocument/2006/relationships/tags" Target="../tags/tag544.xml"/><Relationship Id="rId19" Type="http://schemas.openxmlformats.org/officeDocument/2006/relationships/tags" Target="../tags/tag553.xml"/><Relationship Id="rId31" Type="http://schemas.openxmlformats.org/officeDocument/2006/relationships/tags" Target="../tags/tag565.xml"/><Relationship Id="rId4" Type="http://schemas.openxmlformats.org/officeDocument/2006/relationships/tags" Target="../tags/tag538.xml"/><Relationship Id="rId9" Type="http://schemas.openxmlformats.org/officeDocument/2006/relationships/tags" Target="../tags/tag543.xml"/><Relationship Id="rId14" Type="http://schemas.openxmlformats.org/officeDocument/2006/relationships/tags" Target="../tags/tag548.xml"/><Relationship Id="rId22" Type="http://schemas.openxmlformats.org/officeDocument/2006/relationships/tags" Target="../tags/tag556.xml"/><Relationship Id="rId27" Type="http://schemas.openxmlformats.org/officeDocument/2006/relationships/tags" Target="../tags/tag561.xml"/><Relationship Id="rId30" Type="http://schemas.openxmlformats.org/officeDocument/2006/relationships/tags" Target="../tags/tag564.xml"/><Relationship Id="rId35" Type="http://schemas.openxmlformats.org/officeDocument/2006/relationships/image" Target="../media/image16.png"/><Relationship Id="rId43" Type="http://schemas.openxmlformats.org/officeDocument/2006/relationships/image" Target="../media/image24.png"/><Relationship Id="rId8" Type="http://schemas.openxmlformats.org/officeDocument/2006/relationships/tags" Target="../tags/tag542.xml"/><Relationship Id="rId3" Type="http://schemas.openxmlformats.org/officeDocument/2006/relationships/tags" Target="../tags/tag537.xml"/><Relationship Id="rId12" Type="http://schemas.openxmlformats.org/officeDocument/2006/relationships/tags" Target="../tags/tag546.xml"/><Relationship Id="rId17" Type="http://schemas.openxmlformats.org/officeDocument/2006/relationships/tags" Target="../tags/tag551.xml"/><Relationship Id="rId25" Type="http://schemas.openxmlformats.org/officeDocument/2006/relationships/tags" Target="../tags/tag559.xml"/><Relationship Id="rId33" Type="http://schemas.openxmlformats.org/officeDocument/2006/relationships/notesSlide" Target="../notesSlides/notesSlide33.xml"/><Relationship Id="rId38" Type="http://schemas.openxmlformats.org/officeDocument/2006/relationships/image" Target="../media/image19.png"/></Relationships>
</file>

<file path=ppt/slides/_rels/slide35.xml.rels><?xml version="1.0" encoding="UTF-8" standalone="yes"?>
<Relationships xmlns="http://schemas.openxmlformats.org/package/2006/relationships"><Relationship Id="rId13" Type="http://schemas.openxmlformats.org/officeDocument/2006/relationships/tags" Target="../tags/tag578.xml"/><Relationship Id="rId18" Type="http://schemas.openxmlformats.org/officeDocument/2006/relationships/tags" Target="../tags/tag583.xml"/><Relationship Id="rId26" Type="http://schemas.openxmlformats.org/officeDocument/2006/relationships/tags" Target="../tags/tag591.xml"/><Relationship Id="rId39" Type="http://schemas.openxmlformats.org/officeDocument/2006/relationships/image" Target="../media/image18.png"/><Relationship Id="rId21" Type="http://schemas.openxmlformats.org/officeDocument/2006/relationships/tags" Target="../tags/tag586.xml"/><Relationship Id="rId34" Type="http://schemas.openxmlformats.org/officeDocument/2006/relationships/slideLayout" Target="../slideLayouts/slideLayout6.xml"/><Relationship Id="rId42" Type="http://schemas.openxmlformats.org/officeDocument/2006/relationships/image" Target="../media/image21.png"/><Relationship Id="rId7" Type="http://schemas.openxmlformats.org/officeDocument/2006/relationships/tags" Target="../tags/tag572.xml"/><Relationship Id="rId2" Type="http://schemas.openxmlformats.org/officeDocument/2006/relationships/tags" Target="../tags/tag567.xml"/><Relationship Id="rId16" Type="http://schemas.openxmlformats.org/officeDocument/2006/relationships/tags" Target="../tags/tag581.xml"/><Relationship Id="rId29" Type="http://schemas.openxmlformats.org/officeDocument/2006/relationships/tags" Target="../tags/tag594.xml"/><Relationship Id="rId1" Type="http://schemas.openxmlformats.org/officeDocument/2006/relationships/tags" Target="../tags/tag566.xml"/><Relationship Id="rId6" Type="http://schemas.openxmlformats.org/officeDocument/2006/relationships/tags" Target="../tags/tag571.xml"/><Relationship Id="rId11" Type="http://schemas.openxmlformats.org/officeDocument/2006/relationships/tags" Target="../tags/tag576.xml"/><Relationship Id="rId24" Type="http://schemas.openxmlformats.org/officeDocument/2006/relationships/tags" Target="../tags/tag589.xml"/><Relationship Id="rId32" Type="http://schemas.openxmlformats.org/officeDocument/2006/relationships/tags" Target="../tags/tag597.xml"/><Relationship Id="rId37" Type="http://schemas.openxmlformats.org/officeDocument/2006/relationships/image" Target="../media/image16.png"/><Relationship Id="rId40" Type="http://schemas.openxmlformats.org/officeDocument/2006/relationships/image" Target="../media/image19.png"/><Relationship Id="rId45" Type="http://schemas.openxmlformats.org/officeDocument/2006/relationships/image" Target="../media/image24.png"/><Relationship Id="rId5" Type="http://schemas.openxmlformats.org/officeDocument/2006/relationships/tags" Target="../tags/tag570.xml"/><Relationship Id="rId15" Type="http://schemas.openxmlformats.org/officeDocument/2006/relationships/tags" Target="../tags/tag580.xml"/><Relationship Id="rId23" Type="http://schemas.openxmlformats.org/officeDocument/2006/relationships/tags" Target="../tags/tag588.xml"/><Relationship Id="rId28" Type="http://schemas.openxmlformats.org/officeDocument/2006/relationships/tags" Target="../tags/tag593.xml"/><Relationship Id="rId36" Type="http://schemas.openxmlformats.org/officeDocument/2006/relationships/image" Target="../media/image15.png"/><Relationship Id="rId10" Type="http://schemas.openxmlformats.org/officeDocument/2006/relationships/tags" Target="../tags/tag575.xml"/><Relationship Id="rId19" Type="http://schemas.openxmlformats.org/officeDocument/2006/relationships/tags" Target="../tags/tag584.xml"/><Relationship Id="rId31" Type="http://schemas.openxmlformats.org/officeDocument/2006/relationships/tags" Target="../tags/tag596.xml"/><Relationship Id="rId44" Type="http://schemas.openxmlformats.org/officeDocument/2006/relationships/image" Target="../media/image23.png"/><Relationship Id="rId4" Type="http://schemas.openxmlformats.org/officeDocument/2006/relationships/tags" Target="../tags/tag569.xml"/><Relationship Id="rId9" Type="http://schemas.openxmlformats.org/officeDocument/2006/relationships/tags" Target="../tags/tag574.xml"/><Relationship Id="rId14" Type="http://schemas.openxmlformats.org/officeDocument/2006/relationships/tags" Target="../tags/tag579.xml"/><Relationship Id="rId22" Type="http://schemas.openxmlformats.org/officeDocument/2006/relationships/tags" Target="../tags/tag587.xml"/><Relationship Id="rId27" Type="http://schemas.openxmlformats.org/officeDocument/2006/relationships/tags" Target="../tags/tag592.xml"/><Relationship Id="rId30" Type="http://schemas.openxmlformats.org/officeDocument/2006/relationships/tags" Target="../tags/tag595.xml"/><Relationship Id="rId35" Type="http://schemas.openxmlformats.org/officeDocument/2006/relationships/notesSlide" Target="../notesSlides/notesSlide34.xml"/><Relationship Id="rId43" Type="http://schemas.openxmlformats.org/officeDocument/2006/relationships/image" Target="../media/image22.png"/><Relationship Id="rId8" Type="http://schemas.openxmlformats.org/officeDocument/2006/relationships/tags" Target="../tags/tag573.xml"/><Relationship Id="rId3" Type="http://schemas.openxmlformats.org/officeDocument/2006/relationships/tags" Target="../tags/tag568.xml"/><Relationship Id="rId12" Type="http://schemas.openxmlformats.org/officeDocument/2006/relationships/tags" Target="../tags/tag577.xml"/><Relationship Id="rId17" Type="http://schemas.openxmlformats.org/officeDocument/2006/relationships/tags" Target="../tags/tag582.xml"/><Relationship Id="rId25" Type="http://schemas.openxmlformats.org/officeDocument/2006/relationships/tags" Target="../tags/tag590.xml"/><Relationship Id="rId33" Type="http://schemas.openxmlformats.org/officeDocument/2006/relationships/tags" Target="../tags/tag598.xml"/><Relationship Id="rId38" Type="http://schemas.openxmlformats.org/officeDocument/2006/relationships/image" Target="../media/image17.png"/><Relationship Id="rId20" Type="http://schemas.openxmlformats.org/officeDocument/2006/relationships/tags" Target="../tags/tag585.xml"/><Relationship Id="rId41" Type="http://schemas.openxmlformats.org/officeDocument/2006/relationships/image" Target="../media/image20.png"/></Relationships>
</file>

<file path=ppt/slides/_rels/slide36.xml.rels><?xml version="1.0" encoding="UTF-8" standalone="yes"?>
<Relationships xmlns="http://schemas.openxmlformats.org/package/2006/relationships"><Relationship Id="rId8" Type="http://schemas.openxmlformats.org/officeDocument/2006/relationships/tags" Target="../tags/tag606.xml"/><Relationship Id="rId13" Type="http://schemas.openxmlformats.org/officeDocument/2006/relationships/image" Target="../media/image25.png"/><Relationship Id="rId18" Type="http://schemas.openxmlformats.org/officeDocument/2006/relationships/image" Target="../media/image30.png"/><Relationship Id="rId3" Type="http://schemas.openxmlformats.org/officeDocument/2006/relationships/tags" Target="../tags/tag601.xml"/><Relationship Id="rId7" Type="http://schemas.openxmlformats.org/officeDocument/2006/relationships/tags" Target="../tags/tag605.xml"/><Relationship Id="rId12" Type="http://schemas.openxmlformats.org/officeDocument/2006/relationships/notesSlide" Target="../notesSlides/notesSlide35.xml"/><Relationship Id="rId17" Type="http://schemas.openxmlformats.org/officeDocument/2006/relationships/image" Target="../media/image29.png"/><Relationship Id="rId2" Type="http://schemas.openxmlformats.org/officeDocument/2006/relationships/tags" Target="../tags/tag600.xml"/><Relationship Id="rId16" Type="http://schemas.openxmlformats.org/officeDocument/2006/relationships/image" Target="../media/image28.png"/><Relationship Id="rId20" Type="http://schemas.openxmlformats.org/officeDocument/2006/relationships/image" Target="../media/image32.png"/><Relationship Id="rId1" Type="http://schemas.openxmlformats.org/officeDocument/2006/relationships/tags" Target="../tags/tag599.xml"/><Relationship Id="rId6" Type="http://schemas.openxmlformats.org/officeDocument/2006/relationships/tags" Target="../tags/tag604.xml"/><Relationship Id="rId11" Type="http://schemas.openxmlformats.org/officeDocument/2006/relationships/slideLayout" Target="../slideLayouts/slideLayout6.xml"/><Relationship Id="rId5" Type="http://schemas.openxmlformats.org/officeDocument/2006/relationships/tags" Target="../tags/tag603.xml"/><Relationship Id="rId15" Type="http://schemas.openxmlformats.org/officeDocument/2006/relationships/image" Target="../media/image27.png"/><Relationship Id="rId10" Type="http://schemas.openxmlformats.org/officeDocument/2006/relationships/tags" Target="../tags/tag608.xml"/><Relationship Id="rId19" Type="http://schemas.openxmlformats.org/officeDocument/2006/relationships/image" Target="../media/image31.png"/><Relationship Id="rId4" Type="http://schemas.openxmlformats.org/officeDocument/2006/relationships/tags" Target="../tags/tag602.xml"/><Relationship Id="rId9" Type="http://schemas.openxmlformats.org/officeDocument/2006/relationships/tags" Target="../tags/tag607.xml"/><Relationship Id="rId14" Type="http://schemas.openxmlformats.org/officeDocument/2006/relationships/image" Target="../media/image26.png"/></Relationships>
</file>

<file path=ppt/slides/_rels/slide37.xml.rels><?xml version="1.0" encoding="UTF-8" standalone="yes"?>
<Relationships xmlns="http://schemas.openxmlformats.org/package/2006/relationships"><Relationship Id="rId8" Type="http://schemas.openxmlformats.org/officeDocument/2006/relationships/tags" Target="../tags/tag616.xml"/><Relationship Id="rId13" Type="http://schemas.openxmlformats.org/officeDocument/2006/relationships/tags" Target="../tags/tag621.xml"/><Relationship Id="rId18" Type="http://schemas.openxmlformats.org/officeDocument/2006/relationships/image" Target="../media/image26.png"/><Relationship Id="rId3" Type="http://schemas.openxmlformats.org/officeDocument/2006/relationships/tags" Target="../tags/tag611.xml"/><Relationship Id="rId21" Type="http://schemas.openxmlformats.org/officeDocument/2006/relationships/image" Target="../media/image29.png"/><Relationship Id="rId7" Type="http://schemas.openxmlformats.org/officeDocument/2006/relationships/tags" Target="../tags/tag615.xml"/><Relationship Id="rId12" Type="http://schemas.openxmlformats.org/officeDocument/2006/relationships/tags" Target="../tags/tag620.xml"/><Relationship Id="rId17" Type="http://schemas.openxmlformats.org/officeDocument/2006/relationships/image" Target="../media/image25.png"/><Relationship Id="rId2" Type="http://schemas.openxmlformats.org/officeDocument/2006/relationships/tags" Target="../tags/tag610.xml"/><Relationship Id="rId16" Type="http://schemas.openxmlformats.org/officeDocument/2006/relationships/notesSlide" Target="../notesSlides/notesSlide36.xml"/><Relationship Id="rId20" Type="http://schemas.openxmlformats.org/officeDocument/2006/relationships/image" Target="../media/image28.png"/><Relationship Id="rId1" Type="http://schemas.openxmlformats.org/officeDocument/2006/relationships/tags" Target="../tags/tag609.xml"/><Relationship Id="rId6" Type="http://schemas.openxmlformats.org/officeDocument/2006/relationships/tags" Target="../tags/tag614.xml"/><Relationship Id="rId11" Type="http://schemas.openxmlformats.org/officeDocument/2006/relationships/tags" Target="../tags/tag619.xml"/><Relationship Id="rId24" Type="http://schemas.openxmlformats.org/officeDocument/2006/relationships/image" Target="../media/image32.png"/><Relationship Id="rId5" Type="http://schemas.openxmlformats.org/officeDocument/2006/relationships/tags" Target="../tags/tag613.xml"/><Relationship Id="rId15" Type="http://schemas.openxmlformats.org/officeDocument/2006/relationships/slideLayout" Target="../slideLayouts/slideLayout6.xml"/><Relationship Id="rId23" Type="http://schemas.openxmlformats.org/officeDocument/2006/relationships/image" Target="../media/image31.png"/><Relationship Id="rId10" Type="http://schemas.openxmlformats.org/officeDocument/2006/relationships/tags" Target="../tags/tag618.xml"/><Relationship Id="rId19" Type="http://schemas.openxmlformats.org/officeDocument/2006/relationships/image" Target="../media/image27.png"/><Relationship Id="rId4" Type="http://schemas.openxmlformats.org/officeDocument/2006/relationships/tags" Target="../tags/tag612.xml"/><Relationship Id="rId9" Type="http://schemas.openxmlformats.org/officeDocument/2006/relationships/tags" Target="../tags/tag617.xml"/><Relationship Id="rId14" Type="http://schemas.openxmlformats.org/officeDocument/2006/relationships/tags" Target="../tags/tag622.xml"/><Relationship Id="rId22" Type="http://schemas.openxmlformats.org/officeDocument/2006/relationships/image" Target="../media/image30.png"/></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6.xml"/><Relationship Id="rId1" Type="http://schemas.openxmlformats.org/officeDocument/2006/relationships/tags" Target="../tags/tag623.xml"/><Relationship Id="rId4" Type="http://schemas.openxmlformats.org/officeDocument/2006/relationships/image" Target="../media/image3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tags" Target="../tags/tag624.xml"/></Relationships>
</file>

<file path=ppt/slides/_rels/slide40.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627.xml"/><Relationship Id="rId7" Type="http://schemas.openxmlformats.org/officeDocument/2006/relationships/tags" Target="../tags/tag631.xml"/><Relationship Id="rId2" Type="http://schemas.openxmlformats.org/officeDocument/2006/relationships/tags" Target="../tags/tag626.xml"/><Relationship Id="rId1" Type="http://schemas.openxmlformats.org/officeDocument/2006/relationships/tags" Target="../tags/tag625.xml"/><Relationship Id="rId6" Type="http://schemas.openxmlformats.org/officeDocument/2006/relationships/tags" Target="../tags/tag630.xml"/><Relationship Id="rId5" Type="http://schemas.openxmlformats.org/officeDocument/2006/relationships/tags" Target="../tags/tag629.xml"/><Relationship Id="rId4" Type="http://schemas.openxmlformats.org/officeDocument/2006/relationships/tags" Target="../tags/tag628.xml"/><Relationship Id="rId9"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8" Type="http://schemas.openxmlformats.org/officeDocument/2006/relationships/tags" Target="../tags/tag639.xml"/><Relationship Id="rId3" Type="http://schemas.openxmlformats.org/officeDocument/2006/relationships/tags" Target="../tags/tag634.xml"/><Relationship Id="rId7" Type="http://schemas.openxmlformats.org/officeDocument/2006/relationships/tags" Target="../tags/tag638.xml"/><Relationship Id="rId2" Type="http://schemas.openxmlformats.org/officeDocument/2006/relationships/tags" Target="../tags/tag633.xml"/><Relationship Id="rId1" Type="http://schemas.openxmlformats.org/officeDocument/2006/relationships/tags" Target="../tags/tag632.xml"/><Relationship Id="rId6" Type="http://schemas.openxmlformats.org/officeDocument/2006/relationships/tags" Target="../tags/tag637.xml"/><Relationship Id="rId5" Type="http://schemas.openxmlformats.org/officeDocument/2006/relationships/tags" Target="../tags/tag636.xml"/><Relationship Id="rId10" Type="http://schemas.openxmlformats.org/officeDocument/2006/relationships/notesSlide" Target="../notesSlides/notesSlide39.xml"/><Relationship Id="rId4" Type="http://schemas.openxmlformats.org/officeDocument/2006/relationships/tags" Target="../tags/tag635.xml"/><Relationship Id="rId9"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40.xml"/><Relationship Id="rId2" Type="http://schemas.openxmlformats.org/officeDocument/2006/relationships/slideLayout" Target="../slideLayouts/slideLayout6.xml"/><Relationship Id="rId1" Type="http://schemas.openxmlformats.org/officeDocument/2006/relationships/tags" Target="../tags/tag640.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tags" Target="../tags/tag641.xml"/></Relationships>
</file>

<file path=ppt/slides/_rels/slide44.xml.rels><?xml version="1.0" encoding="UTF-8" standalone="yes"?>
<Relationships xmlns="http://schemas.openxmlformats.org/package/2006/relationships"><Relationship Id="rId8" Type="http://schemas.openxmlformats.org/officeDocument/2006/relationships/tags" Target="../tags/tag649.xml"/><Relationship Id="rId13" Type="http://schemas.openxmlformats.org/officeDocument/2006/relationships/tags" Target="../tags/tag654.xml"/><Relationship Id="rId18" Type="http://schemas.openxmlformats.org/officeDocument/2006/relationships/tags" Target="../tags/tag659.xml"/><Relationship Id="rId26" Type="http://schemas.openxmlformats.org/officeDocument/2006/relationships/image" Target="../media/image37.svg"/><Relationship Id="rId3" Type="http://schemas.openxmlformats.org/officeDocument/2006/relationships/tags" Target="../tags/tag644.xml"/><Relationship Id="rId21" Type="http://schemas.openxmlformats.org/officeDocument/2006/relationships/tags" Target="../tags/tag662.xml"/><Relationship Id="rId7" Type="http://schemas.openxmlformats.org/officeDocument/2006/relationships/tags" Target="../tags/tag648.xml"/><Relationship Id="rId12" Type="http://schemas.openxmlformats.org/officeDocument/2006/relationships/tags" Target="../tags/tag653.xml"/><Relationship Id="rId17" Type="http://schemas.openxmlformats.org/officeDocument/2006/relationships/tags" Target="../tags/tag658.xml"/><Relationship Id="rId25" Type="http://schemas.openxmlformats.org/officeDocument/2006/relationships/notesSlide" Target="../notesSlides/notesSlide41.xml"/><Relationship Id="rId2" Type="http://schemas.openxmlformats.org/officeDocument/2006/relationships/tags" Target="../tags/tag643.xml"/><Relationship Id="rId16" Type="http://schemas.openxmlformats.org/officeDocument/2006/relationships/tags" Target="../tags/tag657.xml"/><Relationship Id="rId20" Type="http://schemas.openxmlformats.org/officeDocument/2006/relationships/tags" Target="../tags/tag661.xml"/><Relationship Id="rId29" Type="http://schemas.openxmlformats.org/officeDocument/2006/relationships/image" Target="../media/image40.svg"/><Relationship Id="rId1" Type="http://schemas.openxmlformats.org/officeDocument/2006/relationships/tags" Target="../tags/tag642.xml"/><Relationship Id="rId6" Type="http://schemas.openxmlformats.org/officeDocument/2006/relationships/tags" Target="../tags/tag647.xml"/><Relationship Id="rId11" Type="http://schemas.openxmlformats.org/officeDocument/2006/relationships/tags" Target="../tags/tag652.xml"/><Relationship Id="rId24" Type="http://schemas.openxmlformats.org/officeDocument/2006/relationships/slideLayout" Target="../slideLayouts/slideLayout6.xml"/><Relationship Id="rId32" Type="http://schemas.openxmlformats.org/officeDocument/2006/relationships/image" Target="../media/image43.png"/><Relationship Id="rId5" Type="http://schemas.openxmlformats.org/officeDocument/2006/relationships/tags" Target="../tags/tag646.xml"/><Relationship Id="rId15" Type="http://schemas.openxmlformats.org/officeDocument/2006/relationships/tags" Target="../tags/tag656.xml"/><Relationship Id="rId23" Type="http://schemas.openxmlformats.org/officeDocument/2006/relationships/tags" Target="../tags/tag664.xml"/><Relationship Id="rId28" Type="http://schemas.openxmlformats.org/officeDocument/2006/relationships/image" Target="../media/image39.svg"/><Relationship Id="rId10" Type="http://schemas.openxmlformats.org/officeDocument/2006/relationships/tags" Target="../tags/tag651.xml"/><Relationship Id="rId19" Type="http://schemas.openxmlformats.org/officeDocument/2006/relationships/tags" Target="../tags/tag660.xml"/><Relationship Id="rId31" Type="http://schemas.openxmlformats.org/officeDocument/2006/relationships/image" Target="../media/image42.png"/><Relationship Id="rId4" Type="http://schemas.openxmlformats.org/officeDocument/2006/relationships/tags" Target="../tags/tag645.xml"/><Relationship Id="rId9" Type="http://schemas.openxmlformats.org/officeDocument/2006/relationships/tags" Target="../tags/tag650.xml"/><Relationship Id="rId14" Type="http://schemas.openxmlformats.org/officeDocument/2006/relationships/tags" Target="../tags/tag655.xml"/><Relationship Id="rId22" Type="http://schemas.openxmlformats.org/officeDocument/2006/relationships/tags" Target="../tags/tag663.xml"/><Relationship Id="rId27" Type="http://schemas.openxmlformats.org/officeDocument/2006/relationships/image" Target="../media/image38.svg"/><Relationship Id="rId30" Type="http://schemas.openxmlformats.org/officeDocument/2006/relationships/image" Target="../media/image41.svg"/></Relationships>
</file>

<file path=ppt/slides/_rels/slide45.xml.rels><?xml version="1.0" encoding="UTF-8" standalone="yes"?>
<Relationships xmlns="http://schemas.openxmlformats.org/package/2006/relationships"><Relationship Id="rId13" Type="http://schemas.openxmlformats.org/officeDocument/2006/relationships/tags" Target="../tags/tag677.xml"/><Relationship Id="rId18" Type="http://schemas.openxmlformats.org/officeDocument/2006/relationships/tags" Target="../tags/tag682.xml"/><Relationship Id="rId26" Type="http://schemas.openxmlformats.org/officeDocument/2006/relationships/notesSlide" Target="../notesSlides/notesSlide42.xml"/><Relationship Id="rId3" Type="http://schemas.openxmlformats.org/officeDocument/2006/relationships/tags" Target="../tags/tag667.xml"/><Relationship Id="rId21" Type="http://schemas.openxmlformats.org/officeDocument/2006/relationships/tags" Target="../tags/tag685.xml"/><Relationship Id="rId7" Type="http://schemas.openxmlformats.org/officeDocument/2006/relationships/tags" Target="../tags/tag671.xml"/><Relationship Id="rId12" Type="http://schemas.openxmlformats.org/officeDocument/2006/relationships/tags" Target="../tags/tag676.xml"/><Relationship Id="rId17" Type="http://schemas.openxmlformats.org/officeDocument/2006/relationships/tags" Target="../tags/tag681.xml"/><Relationship Id="rId25" Type="http://schemas.openxmlformats.org/officeDocument/2006/relationships/slideLayout" Target="../slideLayouts/slideLayout6.xml"/><Relationship Id="rId33" Type="http://schemas.openxmlformats.org/officeDocument/2006/relationships/image" Target="../media/image43.png"/><Relationship Id="rId2" Type="http://schemas.openxmlformats.org/officeDocument/2006/relationships/tags" Target="../tags/tag666.xml"/><Relationship Id="rId16" Type="http://schemas.openxmlformats.org/officeDocument/2006/relationships/tags" Target="../tags/tag680.xml"/><Relationship Id="rId20" Type="http://schemas.openxmlformats.org/officeDocument/2006/relationships/tags" Target="../tags/tag684.xml"/><Relationship Id="rId29" Type="http://schemas.openxmlformats.org/officeDocument/2006/relationships/image" Target="../media/image39.svg"/><Relationship Id="rId1" Type="http://schemas.openxmlformats.org/officeDocument/2006/relationships/tags" Target="../tags/tag665.xml"/><Relationship Id="rId6" Type="http://schemas.openxmlformats.org/officeDocument/2006/relationships/tags" Target="../tags/tag670.xml"/><Relationship Id="rId11" Type="http://schemas.openxmlformats.org/officeDocument/2006/relationships/tags" Target="../tags/tag675.xml"/><Relationship Id="rId24" Type="http://schemas.openxmlformats.org/officeDocument/2006/relationships/tags" Target="../tags/tag688.xml"/><Relationship Id="rId32" Type="http://schemas.openxmlformats.org/officeDocument/2006/relationships/image" Target="../media/image42.png"/><Relationship Id="rId5" Type="http://schemas.openxmlformats.org/officeDocument/2006/relationships/tags" Target="../tags/tag669.xml"/><Relationship Id="rId15" Type="http://schemas.openxmlformats.org/officeDocument/2006/relationships/tags" Target="../tags/tag679.xml"/><Relationship Id="rId23" Type="http://schemas.openxmlformats.org/officeDocument/2006/relationships/tags" Target="../tags/tag687.xml"/><Relationship Id="rId28" Type="http://schemas.openxmlformats.org/officeDocument/2006/relationships/image" Target="../media/image38.svg"/><Relationship Id="rId10" Type="http://schemas.openxmlformats.org/officeDocument/2006/relationships/tags" Target="../tags/tag674.xml"/><Relationship Id="rId19" Type="http://schemas.openxmlformats.org/officeDocument/2006/relationships/tags" Target="../tags/tag683.xml"/><Relationship Id="rId31" Type="http://schemas.openxmlformats.org/officeDocument/2006/relationships/image" Target="../media/image41.svg"/><Relationship Id="rId4" Type="http://schemas.openxmlformats.org/officeDocument/2006/relationships/tags" Target="../tags/tag668.xml"/><Relationship Id="rId9" Type="http://schemas.openxmlformats.org/officeDocument/2006/relationships/tags" Target="../tags/tag673.xml"/><Relationship Id="rId14" Type="http://schemas.openxmlformats.org/officeDocument/2006/relationships/tags" Target="../tags/tag678.xml"/><Relationship Id="rId22" Type="http://schemas.openxmlformats.org/officeDocument/2006/relationships/tags" Target="../tags/tag686.xml"/><Relationship Id="rId27" Type="http://schemas.openxmlformats.org/officeDocument/2006/relationships/image" Target="../media/image37.svg"/><Relationship Id="rId30" Type="http://schemas.openxmlformats.org/officeDocument/2006/relationships/image" Target="../media/image40.svg"/><Relationship Id="rId8" Type="http://schemas.openxmlformats.org/officeDocument/2006/relationships/tags" Target="../tags/tag672.xml"/></Relationships>
</file>

<file path=ppt/slides/_rels/slide46.xml.rels><?xml version="1.0" encoding="UTF-8" standalone="yes"?>
<Relationships xmlns="http://schemas.openxmlformats.org/package/2006/relationships"><Relationship Id="rId13" Type="http://schemas.openxmlformats.org/officeDocument/2006/relationships/tags" Target="../tags/tag701.xml"/><Relationship Id="rId18" Type="http://schemas.openxmlformats.org/officeDocument/2006/relationships/tags" Target="../tags/tag706.xml"/><Relationship Id="rId26" Type="http://schemas.openxmlformats.org/officeDocument/2006/relationships/tags" Target="../tags/tag714.xml"/><Relationship Id="rId3" Type="http://schemas.openxmlformats.org/officeDocument/2006/relationships/tags" Target="../tags/tag691.xml"/><Relationship Id="rId21" Type="http://schemas.openxmlformats.org/officeDocument/2006/relationships/tags" Target="../tags/tag709.xml"/><Relationship Id="rId34" Type="http://schemas.openxmlformats.org/officeDocument/2006/relationships/image" Target="../media/image42.png"/><Relationship Id="rId7" Type="http://schemas.openxmlformats.org/officeDocument/2006/relationships/tags" Target="../tags/tag695.xml"/><Relationship Id="rId12" Type="http://schemas.openxmlformats.org/officeDocument/2006/relationships/tags" Target="../tags/tag700.xml"/><Relationship Id="rId17" Type="http://schemas.openxmlformats.org/officeDocument/2006/relationships/tags" Target="../tags/tag705.xml"/><Relationship Id="rId25" Type="http://schemas.openxmlformats.org/officeDocument/2006/relationships/tags" Target="../tags/tag713.xml"/><Relationship Id="rId33" Type="http://schemas.openxmlformats.org/officeDocument/2006/relationships/image" Target="../media/image41.svg"/><Relationship Id="rId2" Type="http://schemas.openxmlformats.org/officeDocument/2006/relationships/tags" Target="../tags/tag690.xml"/><Relationship Id="rId16" Type="http://schemas.openxmlformats.org/officeDocument/2006/relationships/tags" Target="../tags/tag704.xml"/><Relationship Id="rId20" Type="http://schemas.openxmlformats.org/officeDocument/2006/relationships/tags" Target="../tags/tag708.xml"/><Relationship Id="rId29" Type="http://schemas.openxmlformats.org/officeDocument/2006/relationships/image" Target="../media/image37.svg"/><Relationship Id="rId1" Type="http://schemas.openxmlformats.org/officeDocument/2006/relationships/tags" Target="../tags/tag689.xml"/><Relationship Id="rId6" Type="http://schemas.openxmlformats.org/officeDocument/2006/relationships/tags" Target="../tags/tag694.xml"/><Relationship Id="rId11" Type="http://schemas.openxmlformats.org/officeDocument/2006/relationships/tags" Target="../tags/tag699.xml"/><Relationship Id="rId24" Type="http://schemas.openxmlformats.org/officeDocument/2006/relationships/tags" Target="../tags/tag712.xml"/><Relationship Id="rId32" Type="http://schemas.openxmlformats.org/officeDocument/2006/relationships/image" Target="../media/image40.svg"/><Relationship Id="rId5" Type="http://schemas.openxmlformats.org/officeDocument/2006/relationships/tags" Target="../tags/tag693.xml"/><Relationship Id="rId15" Type="http://schemas.openxmlformats.org/officeDocument/2006/relationships/tags" Target="../tags/tag703.xml"/><Relationship Id="rId23" Type="http://schemas.openxmlformats.org/officeDocument/2006/relationships/tags" Target="../tags/tag711.xml"/><Relationship Id="rId28" Type="http://schemas.openxmlformats.org/officeDocument/2006/relationships/notesSlide" Target="../notesSlides/notesSlide43.xml"/><Relationship Id="rId10" Type="http://schemas.openxmlformats.org/officeDocument/2006/relationships/tags" Target="../tags/tag698.xml"/><Relationship Id="rId19" Type="http://schemas.openxmlformats.org/officeDocument/2006/relationships/tags" Target="../tags/tag707.xml"/><Relationship Id="rId31" Type="http://schemas.openxmlformats.org/officeDocument/2006/relationships/image" Target="../media/image39.svg"/><Relationship Id="rId4" Type="http://schemas.openxmlformats.org/officeDocument/2006/relationships/tags" Target="../tags/tag692.xml"/><Relationship Id="rId9" Type="http://schemas.openxmlformats.org/officeDocument/2006/relationships/tags" Target="../tags/tag697.xml"/><Relationship Id="rId14" Type="http://schemas.openxmlformats.org/officeDocument/2006/relationships/tags" Target="../tags/tag702.xml"/><Relationship Id="rId22" Type="http://schemas.openxmlformats.org/officeDocument/2006/relationships/tags" Target="../tags/tag710.xml"/><Relationship Id="rId27" Type="http://schemas.openxmlformats.org/officeDocument/2006/relationships/slideLayout" Target="../slideLayouts/slideLayout6.xml"/><Relationship Id="rId30" Type="http://schemas.openxmlformats.org/officeDocument/2006/relationships/image" Target="../media/image38.svg"/><Relationship Id="rId35" Type="http://schemas.openxmlformats.org/officeDocument/2006/relationships/image" Target="../media/image43.png"/><Relationship Id="rId8" Type="http://schemas.openxmlformats.org/officeDocument/2006/relationships/tags" Target="../tags/tag696.xml"/></Relationships>
</file>

<file path=ppt/slides/_rels/slide47.xml.rels><?xml version="1.0" encoding="UTF-8" standalone="yes"?>
<Relationships xmlns="http://schemas.openxmlformats.org/package/2006/relationships"><Relationship Id="rId13" Type="http://schemas.openxmlformats.org/officeDocument/2006/relationships/tags" Target="../tags/tag727.xml"/><Relationship Id="rId18" Type="http://schemas.openxmlformats.org/officeDocument/2006/relationships/tags" Target="../tags/tag732.xml"/><Relationship Id="rId26" Type="http://schemas.openxmlformats.org/officeDocument/2006/relationships/tags" Target="../tags/tag740.xml"/><Relationship Id="rId3" Type="http://schemas.openxmlformats.org/officeDocument/2006/relationships/tags" Target="../tags/tag717.xml"/><Relationship Id="rId21" Type="http://schemas.openxmlformats.org/officeDocument/2006/relationships/tags" Target="../tags/tag735.xml"/><Relationship Id="rId34" Type="http://schemas.openxmlformats.org/officeDocument/2006/relationships/image" Target="../media/image42.png"/><Relationship Id="rId7" Type="http://schemas.openxmlformats.org/officeDocument/2006/relationships/tags" Target="../tags/tag721.xml"/><Relationship Id="rId12" Type="http://schemas.openxmlformats.org/officeDocument/2006/relationships/tags" Target="../tags/tag726.xml"/><Relationship Id="rId17" Type="http://schemas.openxmlformats.org/officeDocument/2006/relationships/tags" Target="../tags/tag731.xml"/><Relationship Id="rId25" Type="http://schemas.openxmlformats.org/officeDocument/2006/relationships/tags" Target="../tags/tag739.xml"/><Relationship Id="rId33" Type="http://schemas.openxmlformats.org/officeDocument/2006/relationships/image" Target="../media/image41.svg"/><Relationship Id="rId2" Type="http://schemas.openxmlformats.org/officeDocument/2006/relationships/tags" Target="../tags/tag716.xml"/><Relationship Id="rId16" Type="http://schemas.openxmlformats.org/officeDocument/2006/relationships/tags" Target="../tags/tag730.xml"/><Relationship Id="rId20" Type="http://schemas.openxmlformats.org/officeDocument/2006/relationships/tags" Target="../tags/tag734.xml"/><Relationship Id="rId29" Type="http://schemas.openxmlformats.org/officeDocument/2006/relationships/image" Target="../media/image37.svg"/><Relationship Id="rId1" Type="http://schemas.openxmlformats.org/officeDocument/2006/relationships/tags" Target="../tags/tag715.xml"/><Relationship Id="rId6" Type="http://schemas.openxmlformats.org/officeDocument/2006/relationships/tags" Target="../tags/tag720.xml"/><Relationship Id="rId11" Type="http://schemas.openxmlformats.org/officeDocument/2006/relationships/tags" Target="../tags/tag725.xml"/><Relationship Id="rId24" Type="http://schemas.openxmlformats.org/officeDocument/2006/relationships/tags" Target="../tags/tag738.xml"/><Relationship Id="rId32" Type="http://schemas.openxmlformats.org/officeDocument/2006/relationships/image" Target="../media/image40.svg"/><Relationship Id="rId5" Type="http://schemas.openxmlformats.org/officeDocument/2006/relationships/tags" Target="../tags/tag719.xml"/><Relationship Id="rId15" Type="http://schemas.openxmlformats.org/officeDocument/2006/relationships/tags" Target="../tags/tag729.xml"/><Relationship Id="rId23" Type="http://schemas.openxmlformats.org/officeDocument/2006/relationships/tags" Target="../tags/tag737.xml"/><Relationship Id="rId28" Type="http://schemas.openxmlformats.org/officeDocument/2006/relationships/notesSlide" Target="../notesSlides/notesSlide44.xml"/><Relationship Id="rId10" Type="http://schemas.openxmlformats.org/officeDocument/2006/relationships/tags" Target="../tags/tag724.xml"/><Relationship Id="rId19" Type="http://schemas.openxmlformats.org/officeDocument/2006/relationships/tags" Target="../tags/tag733.xml"/><Relationship Id="rId31" Type="http://schemas.openxmlformats.org/officeDocument/2006/relationships/image" Target="../media/image39.svg"/><Relationship Id="rId4" Type="http://schemas.openxmlformats.org/officeDocument/2006/relationships/tags" Target="../tags/tag718.xml"/><Relationship Id="rId9" Type="http://schemas.openxmlformats.org/officeDocument/2006/relationships/tags" Target="../tags/tag723.xml"/><Relationship Id="rId14" Type="http://schemas.openxmlformats.org/officeDocument/2006/relationships/tags" Target="../tags/tag728.xml"/><Relationship Id="rId22" Type="http://schemas.openxmlformats.org/officeDocument/2006/relationships/tags" Target="../tags/tag736.xml"/><Relationship Id="rId27" Type="http://schemas.openxmlformats.org/officeDocument/2006/relationships/slideLayout" Target="../slideLayouts/slideLayout6.xml"/><Relationship Id="rId30" Type="http://schemas.openxmlformats.org/officeDocument/2006/relationships/image" Target="../media/image38.svg"/><Relationship Id="rId35" Type="http://schemas.openxmlformats.org/officeDocument/2006/relationships/image" Target="../media/image43.png"/><Relationship Id="rId8" Type="http://schemas.openxmlformats.org/officeDocument/2006/relationships/tags" Target="../tags/tag722.xml"/></Relationships>
</file>

<file path=ppt/slides/_rels/slide48.xml.rels><?xml version="1.0" encoding="UTF-8" standalone="yes"?>
<Relationships xmlns="http://schemas.openxmlformats.org/package/2006/relationships"><Relationship Id="rId13" Type="http://schemas.openxmlformats.org/officeDocument/2006/relationships/tags" Target="../tags/tag753.xml"/><Relationship Id="rId18" Type="http://schemas.openxmlformats.org/officeDocument/2006/relationships/tags" Target="../tags/tag758.xml"/><Relationship Id="rId26" Type="http://schemas.openxmlformats.org/officeDocument/2006/relationships/tags" Target="../tags/tag766.xml"/><Relationship Id="rId3" Type="http://schemas.openxmlformats.org/officeDocument/2006/relationships/tags" Target="../tags/tag743.xml"/><Relationship Id="rId21" Type="http://schemas.openxmlformats.org/officeDocument/2006/relationships/tags" Target="../tags/tag761.xml"/><Relationship Id="rId34" Type="http://schemas.openxmlformats.org/officeDocument/2006/relationships/image" Target="../media/image42.png"/><Relationship Id="rId7" Type="http://schemas.openxmlformats.org/officeDocument/2006/relationships/tags" Target="../tags/tag747.xml"/><Relationship Id="rId12" Type="http://schemas.openxmlformats.org/officeDocument/2006/relationships/tags" Target="../tags/tag752.xml"/><Relationship Id="rId17" Type="http://schemas.openxmlformats.org/officeDocument/2006/relationships/tags" Target="../tags/tag757.xml"/><Relationship Id="rId25" Type="http://schemas.openxmlformats.org/officeDocument/2006/relationships/tags" Target="../tags/tag765.xml"/><Relationship Id="rId33" Type="http://schemas.openxmlformats.org/officeDocument/2006/relationships/image" Target="../media/image41.svg"/><Relationship Id="rId2" Type="http://schemas.openxmlformats.org/officeDocument/2006/relationships/tags" Target="../tags/tag742.xml"/><Relationship Id="rId16" Type="http://schemas.openxmlformats.org/officeDocument/2006/relationships/tags" Target="../tags/tag756.xml"/><Relationship Id="rId20" Type="http://schemas.openxmlformats.org/officeDocument/2006/relationships/tags" Target="../tags/tag760.xml"/><Relationship Id="rId29" Type="http://schemas.openxmlformats.org/officeDocument/2006/relationships/image" Target="../media/image37.svg"/><Relationship Id="rId1" Type="http://schemas.openxmlformats.org/officeDocument/2006/relationships/tags" Target="../tags/tag741.xml"/><Relationship Id="rId6" Type="http://schemas.openxmlformats.org/officeDocument/2006/relationships/tags" Target="../tags/tag746.xml"/><Relationship Id="rId11" Type="http://schemas.openxmlformats.org/officeDocument/2006/relationships/tags" Target="../tags/tag751.xml"/><Relationship Id="rId24" Type="http://schemas.openxmlformats.org/officeDocument/2006/relationships/tags" Target="../tags/tag764.xml"/><Relationship Id="rId32" Type="http://schemas.openxmlformats.org/officeDocument/2006/relationships/image" Target="../media/image40.svg"/><Relationship Id="rId5" Type="http://schemas.openxmlformats.org/officeDocument/2006/relationships/tags" Target="../tags/tag745.xml"/><Relationship Id="rId15" Type="http://schemas.openxmlformats.org/officeDocument/2006/relationships/tags" Target="../tags/tag755.xml"/><Relationship Id="rId23" Type="http://schemas.openxmlformats.org/officeDocument/2006/relationships/tags" Target="../tags/tag763.xml"/><Relationship Id="rId28" Type="http://schemas.openxmlformats.org/officeDocument/2006/relationships/notesSlide" Target="../notesSlides/notesSlide45.xml"/><Relationship Id="rId10" Type="http://schemas.openxmlformats.org/officeDocument/2006/relationships/tags" Target="../tags/tag750.xml"/><Relationship Id="rId19" Type="http://schemas.openxmlformats.org/officeDocument/2006/relationships/tags" Target="../tags/tag759.xml"/><Relationship Id="rId31" Type="http://schemas.openxmlformats.org/officeDocument/2006/relationships/image" Target="../media/image39.svg"/><Relationship Id="rId4" Type="http://schemas.openxmlformats.org/officeDocument/2006/relationships/tags" Target="../tags/tag744.xml"/><Relationship Id="rId9" Type="http://schemas.openxmlformats.org/officeDocument/2006/relationships/tags" Target="../tags/tag749.xml"/><Relationship Id="rId14" Type="http://schemas.openxmlformats.org/officeDocument/2006/relationships/tags" Target="../tags/tag754.xml"/><Relationship Id="rId22" Type="http://schemas.openxmlformats.org/officeDocument/2006/relationships/tags" Target="../tags/tag762.xml"/><Relationship Id="rId27" Type="http://schemas.openxmlformats.org/officeDocument/2006/relationships/slideLayout" Target="../slideLayouts/slideLayout6.xml"/><Relationship Id="rId30" Type="http://schemas.openxmlformats.org/officeDocument/2006/relationships/image" Target="../media/image38.svg"/><Relationship Id="rId35" Type="http://schemas.openxmlformats.org/officeDocument/2006/relationships/image" Target="../media/image43.png"/><Relationship Id="rId8" Type="http://schemas.openxmlformats.org/officeDocument/2006/relationships/tags" Target="../tags/tag748.xml"/></Relationships>
</file>

<file path=ppt/slides/_rels/slide49.xml.rels><?xml version="1.0" encoding="UTF-8" standalone="yes"?>
<Relationships xmlns="http://schemas.openxmlformats.org/package/2006/relationships"><Relationship Id="rId8" Type="http://schemas.openxmlformats.org/officeDocument/2006/relationships/tags" Target="../tags/tag774.xml"/><Relationship Id="rId13" Type="http://schemas.openxmlformats.org/officeDocument/2006/relationships/tags" Target="../tags/tag779.xml"/><Relationship Id="rId3" Type="http://schemas.openxmlformats.org/officeDocument/2006/relationships/tags" Target="../tags/tag769.xml"/><Relationship Id="rId7" Type="http://schemas.openxmlformats.org/officeDocument/2006/relationships/tags" Target="../tags/tag773.xml"/><Relationship Id="rId12" Type="http://schemas.openxmlformats.org/officeDocument/2006/relationships/tags" Target="../tags/tag778.xml"/><Relationship Id="rId2" Type="http://schemas.openxmlformats.org/officeDocument/2006/relationships/tags" Target="../tags/tag768.xml"/><Relationship Id="rId1" Type="http://schemas.openxmlformats.org/officeDocument/2006/relationships/tags" Target="../tags/tag767.xml"/><Relationship Id="rId6" Type="http://schemas.openxmlformats.org/officeDocument/2006/relationships/tags" Target="../tags/tag772.xml"/><Relationship Id="rId11" Type="http://schemas.openxmlformats.org/officeDocument/2006/relationships/tags" Target="../tags/tag777.xml"/><Relationship Id="rId5" Type="http://schemas.openxmlformats.org/officeDocument/2006/relationships/tags" Target="../tags/tag771.xml"/><Relationship Id="rId15" Type="http://schemas.openxmlformats.org/officeDocument/2006/relationships/notesSlide" Target="../notesSlides/notesSlide46.xml"/><Relationship Id="rId10" Type="http://schemas.openxmlformats.org/officeDocument/2006/relationships/tags" Target="../tags/tag776.xml"/><Relationship Id="rId4" Type="http://schemas.openxmlformats.org/officeDocument/2006/relationships/tags" Target="../tags/tag770.xml"/><Relationship Id="rId9" Type="http://schemas.openxmlformats.org/officeDocument/2006/relationships/tags" Target="../tags/tag775.xml"/><Relationship Id="rId14"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8" Type="http://schemas.openxmlformats.org/officeDocument/2006/relationships/tags" Target="../tags/tag787.xml"/><Relationship Id="rId13" Type="http://schemas.openxmlformats.org/officeDocument/2006/relationships/tags" Target="../tags/tag792.xml"/><Relationship Id="rId18" Type="http://schemas.openxmlformats.org/officeDocument/2006/relationships/tags" Target="../tags/tag797.xml"/><Relationship Id="rId3" Type="http://schemas.openxmlformats.org/officeDocument/2006/relationships/tags" Target="../tags/tag782.xml"/><Relationship Id="rId7" Type="http://schemas.openxmlformats.org/officeDocument/2006/relationships/tags" Target="../tags/tag786.xml"/><Relationship Id="rId12" Type="http://schemas.openxmlformats.org/officeDocument/2006/relationships/tags" Target="../tags/tag791.xml"/><Relationship Id="rId17" Type="http://schemas.openxmlformats.org/officeDocument/2006/relationships/tags" Target="../tags/tag796.xml"/><Relationship Id="rId2" Type="http://schemas.openxmlformats.org/officeDocument/2006/relationships/tags" Target="../tags/tag781.xml"/><Relationship Id="rId16" Type="http://schemas.openxmlformats.org/officeDocument/2006/relationships/tags" Target="../tags/tag795.xml"/><Relationship Id="rId20" Type="http://schemas.openxmlformats.org/officeDocument/2006/relationships/notesSlide" Target="../notesSlides/notesSlide47.xml"/><Relationship Id="rId1" Type="http://schemas.openxmlformats.org/officeDocument/2006/relationships/tags" Target="../tags/tag780.xml"/><Relationship Id="rId6" Type="http://schemas.openxmlformats.org/officeDocument/2006/relationships/tags" Target="../tags/tag785.xml"/><Relationship Id="rId11" Type="http://schemas.openxmlformats.org/officeDocument/2006/relationships/tags" Target="../tags/tag790.xml"/><Relationship Id="rId5" Type="http://schemas.openxmlformats.org/officeDocument/2006/relationships/tags" Target="../tags/tag784.xml"/><Relationship Id="rId15" Type="http://schemas.openxmlformats.org/officeDocument/2006/relationships/tags" Target="../tags/tag794.xml"/><Relationship Id="rId10" Type="http://schemas.openxmlformats.org/officeDocument/2006/relationships/tags" Target="../tags/tag789.xml"/><Relationship Id="rId19" Type="http://schemas.openxmlformats.org/officeDocument/2006/relationships/slideLayout" Target="../slideLayouts/slideLayout6.xml"/><Relationship Id="rId4" Type="http://schemas.openxmlformats.org/officeDocument/2006/relationships/tags" Target="../tags/tag783.xml"/><Relationship Id="rId9" Type="http://schemas.openxmlformats.org/officeDocument/2006/relationships/tags" Target="../tags/tag788.xml"/><Relationship Id="rId14" Type="http://schemas.openxmlformats.org/officeDocument/2006/relationships/tags" Target="../tags/tag793.xml"/></Relationships>
</file>

<file path=ppt/slides/_rels/slide51.xml.rels><?xml version="1.0" encoding="UTF-8" standalone="yes"?>
<Relationships xmlns="http://schemas.openxmlformats.org/package/2006/relationships"><Relationship Id="rId8" Type="http://schemas.openxmlformats.org/officeDocument/2006/relationships/tags" Target="../tags/tag805.xml"/><Relationship Id="rId13" Type="http://schemas.openxmlformats.org/officeDocument/2006/relationships/tags" Target="../tags/tag810.xml"/><Relationship Id="rId18" Type="http://schemas.openxmlformats.org/officeDocument/2006/relationships/tags" Target="../tags/tag815.xml"/><Relationship Id="rId3" Type="http://schemas.openxmlformats.org/officeDocument/2006/relationships/tags" Target="../tags/tag800.xml"/><Relationship Id="rId21" Type="http://schemas.openxmlformats.org/officeDocument/2006/relationships/notesSlide" Target="../notesSlides/notesSlide48.xml"/><Relationship Id="rId7" Type="http://schemas.openxmlformats.org/officeDocument/2006/relationships/tags" Target="../tags/tag804.xml"/><Relationship Id="rId12" Type="http://schemas.openxmlformats.org/officeDocument/2006/relationships/tags" Target="../tags/tag809.xml"/><Relationship Id="rId17" Type="http://schemas.openxmlformats.org/officeDocument/2006/relationships/tags" Target="../tags/tag814.xml"/><Relationship Id="rId2" Type="http://schemas.openxmlformats.org/officeDocument/2006/relationships/tags" Target="../tags/tag799.xml"/><Relationship Id="rId16" Type="http://schemas.openxmlformats.org/officeDocument/2006/relationships/tags" Target="../tags/tag813.xml"/><Relationship Id="rId20" Type="http://schemas.openxmlformats.org/officeDocument/2006/relationships/slideLayout" Target="../slideLayouts/slideLayout6.xml"/><Relationship Id="rId1" Type="http://schemas.openxmlformats.org/officeDocument/2006/relationships/tags" Target="../tags/tag798.xml"/><Relationship Id="rId6" Type="http://schemas.openxmlformats.org/officeDocument/2006/relationships/tags" Target="../tags/tag803.xml"/><Relationship Id="rId11" Type="http://schemas.openxmlformats.org/officeDocument/2006/relationships/tags" Target="../tags/tag808.xml"/><Relationship Id="rId5" Type="http://schemas.openxmlformats.org/officeDocument/2006/relationships/tags" Target="../tags/tag802.xml"/><Relationship Id="rId15" Type="http://schemas.openxmlformats.org/officeDocument/2006/relationships/tags" Target="../tags/tag812.xml"/><Relationship Id="rId10" Type="http://schemas.openxmlformats.org/officeDocument/2006/relationships/tags" Target="../tags/tag807.xml"/><Relationship Id="rId19" Type="http://schemas.openxmlformats.org/officeDocument/2006/relationships/tags" Target="../tags/tag816.xml"/><Relationship Id="rId4" Type="http://schemas.openxmlformats.org/officeDocument/2006/relationships/tags" Target="../tags/tag801.xml"/><Relationship Id="rId9" Type="http://schemas.openxmlformats.org/officeDocument/2006/relationships/tags" Target="../tags/tag806.xml"/><Relationship Id="rId14" Type="http://schemas.openxmlformats.org/officeDocument/2006/relationships/tags" Target="../tags/tag811.xml"/></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49.xml"/><Relationship Id="rId2" Type="http://schemas.openxmlformats.org/officeDocument/2006/relationships/slideLayout" Target="../slideLayouts/slideLayout6.xml"/><Relationship Id="rId1" Type="http://schemas.openxmlformats.org/officeDocument/2006/relationships/tags" Target="../tags/tag817.xml"/><Relationship Id="rId4" Type="http://schemas.openxmlformats.org/officeDocument/2006/relationships/image" Target="../media/image44.png"/></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50.xml"/><Relationship Id="rId2" Type="http://schemas.openxmlformats.org/officeDocument/2006/relationships/slideLayout" Target="../slideLayouts/slideLayout6.xml"/><Relationship Id="rId1" Type="http://schemas.openxmlformats.org/officeDocument/2006/relationships/tags" Target="../tags/tag818.xml"/><Relationship Id="rId4" Type="http://schemas.openxmlformats.org/officeDocument/2006/relationships/image" Target="../media/image45.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tags" Target="../tags/tag819.xml"/></Relationships>
</file>

<file path=ppt/slides/_rels/slide55.xml.rels><?xml version="1.0" encoding="UTF-8" standalone="yes"?>
<Relationships xmlns="http://schemas.openxmlformats.org/package/2006/relationships"><Relationship Id="rId8" Type="http://schemas.openxmlformats.org/officeDocument/2006/relationships/tags" Target="../tags/tag827.xml"/><Relationship Id="rId13" Type="http://schemas.openxmlformats.org/officeDocument/2006/relationships/tags" Target="../tags/tag832.xml"/><Relationship Id="rId3" Type="http://schemas.openxmlformats.org/officeDocument/2006/relationships/tags" Target="../tags/tag822.xml"/><Relationship Id="rId7" Type="http://schemas.openxmlformats.org/officeDocument/2006/relationships/tags" Target="../tags/tag826.xml"/><Relationship Id="rId12" Type="http://schemas.openxmlformats.org/officeDocument/2006/relationships/tags" Target="../tags/tag831.xml"/><Relationship Id="rId2" Type="http://schemas.openxmlformats.org/officeDocument/2006/relationships/tags" Target="../tags/tag821.xml"/><Relationship Id="rId1" Type="http://schemas.openxmlformats.org/officeDocument/2006/relationships/tags" Target="../tags/tag820.xml"/><Relationship Id="rId6" Type="http://schemas.openxmlformats.org/officeDocument/2006/relationships/tags" Target="../tags/tag825.xml"/><Relationship Id="rId11" Type="http://schemas.openxmlformats.org/officeDocument/2006/relationships/tags" Target="../tags/tag830.xml"/><Relationship Id="rId5" Type="http://schemas.openxmlformats.org/officeDocument/2006/relationships/tags" Target="../tags/tag824.xml"/><Relationship Id="rId15" Type="http://schemas.openxmlformats.org/officeDocument/2006/relationships/notesSlide" Target="../notesSlides/notesSlide51.xml"/><Relationship Id="rId10" Type="http://schemas.openxmlformats.org/officeDocument/2006/relationships/tags" Target="../tags/tag829.xml"/><Relationship Id="rId4" Type="http://schemas.openxmlformats.org/officeDocument/2006/relationships/tags" Target="../tags/tag823.xml"/><Relationship Id="rId9" Type="http://schemas.openxmlformats.org/officeDocument/2006/relationships/tags" Target="../tags/tag828.xml"/><Relationship Id="rId14"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8" Type="http://schemas.openxmlformats.org/officeDocument/2006/relationships/tags" Target="../tags/tag840.xml"/><Relationship Id="rId13" Type="http://schemas.openxmlformats.org/officeDocument/2006/relationships/tags" Target="../tags/tag845.xml"/><Relationship Id="rId18" Type="http://schemas.openxmlformats.org/officeDocument/2006/relationships/image" Target="../media/image46.svg"/><Relationship Id="rId3" Type="http://schemas.openxmlformats.org/officeDocument/2006/relationships/tags" Target="../tags/tag835.xml"/><Relationship Id="rId7" Type="http://schemas.openxmlformats.org/officeDocument/2006/relationships/tags" Target="../tags/tag839.xml"/><Relationship Id="rId12" Type="http://schemas.openxmlformats.org/officeDocument/2006/relationships/tags" Target="../tags/tag844.xml"/><Relationship Id="rId17" Type="http://schemas.openxmlformats.org/officeDocument/2006/relationships/notesSlide" Target="../notesSlides/notesSlide52.xml"/><Relationship Id="rId2" Type="http://schemas.openxmlformats.org/officeDocument/2006/relationships/tags" Target="../tags/tag834.xml"/><Relationship Id="rId16" Type="http://schemas.openxmlformats.org/officeDocument/2006/relationships/slideLayout" Target="../slideLayouts/slideLayout6.xml"/><Relationship Id="rId1" Type="http://schemas.openxmlformats.org/officeDocument/2006/relationships/tags" Target="../tags/tag833.xml"/><Relationship Id="rId6" Type="http://schemas.openxmlformats.org/officeDocument/2006/relationships/tags" Target="../tags/tag838.xml"/><Relationship Id="rId11" Type="http://schemas.openxmlformats.org/officeDocument/2006/relationships/tags" Target="../tags/tag843.xml"/><Relationship Id="rId5" Type="http://schemas.openxmlformats.org/officeDocument/2006/relationships/tags" Target="../tags/tag837.xml"/><Relationship Id="rId15" Type="http://schemas.openxmlformats.org/officeDocument/2006/relationships/tags" Target="../tags/tag847.xml"/><Relationship Id="rId10" Type="http://schemas.openxmlformats.org/officeDocument/2006/relationships/tags" Target="../tags/tag842.xml"/><Relationship Id="rId19" Type="http://schemas.openxmlformats.org/officeDocument/2006/relationships/image" Target="../media/image47.svg"/><Relationship Id="rId4" Type="http://schemas.openxmlformats.org/officeDocument/2006/relationships/tags" Target="../tags/tag836.xml"/><Relationship Id="rId9" Type="http://schemas.openxmlformats.org/officeDocument/2006/relationships/tags" Target="../tags/tag841.xml"/><Relationship Id="rId14" Type="http://schemas.openxmlformats.org/officeDocument/2006/relationships/tags" Target="../tags/tag846.xml"/></Relationships>
</file>

<file path=ppt/slides/_rels/slide57.xml.rels><?xml version="1.0" encoding="UTF-8" standalone="yes"?>
<Relationships xmlns="http://schemas.openxmlformats.org/package/2006/relationships"><Relationship Id="rId8" Type="http://schemas.openxmlformats.org/officeDocument/2006/relationships/tags" Target="../tags/tag855.xml"/><Relationship Id="rId13" Type="http://schemas.openxmlformats.org/officeDocument/2006/relationships/tags" Target="../tags/tag860.xml"/><Relationship Id="rId18" Type="http://schemas.openxmlformats.org/officeDocument/2006/relationships/notesSlide" Target="../notesSlides/notesSlide53.xml"/><Relationship Id="rId3" Type="http://schemas.openxmlformats.org/officeDocument/2006/relationships/tags" Target="../tags/tag850.xml"/><Relationship Id="rId21" Type="http://schemas.openxmlformats.org/officeDocument/2006/relationships/image" Target="../media/image47.svg"/><Relationship Id="rId7" Type="http://schemas.openxmlformats.org/officeDocument/2006/relationships/tags" Target="../tags/tag854.xml"/><Relationship Id="rId12" Type="http://schemas.openxmlformats.org/officeDocument/2006/relationships/tags" Target="../tags/tag859.xml"/><Relationship Id="rId17" Type="http://schemas.openxmlformats.org/officeDocument/2006/relationships/slideLayout" Target="../slideLayouts/slideLayout6.xml"/><Relationship Id="rId2" Type="http://schemas.openxmlformats.org/officeDocument/2006/relationships/tags" Target="../tags/tag849.xml"/><Relationship Id="rId16" Type="http://schemas.openxmlformats.org/officeDocument/2006/relationships/tags" Target="../tags/tag863.xml"/><Relationship Id="rId20" Type="http://schemas.openxmlformats.org/officeDocument/2006/relationships/image" Target="../media/image48.png"/><Relationship Id="rId1" Type="http://schemas.openxmlformats.org/officeDocument/2006/relationships/tags" Target="../tags/tag848.xml"/><Relationship Id="rId6" Type="http://schemas.openxmlformats.org/officeDocument/2006/relationships/tags" Target="../tags/tag853.xml"/><Relationship Id="rId11" Type="http://schemas.openxmlformats.org/officeDocument/2006/relationships/tags" Target="../tags/tag858.xml"/><Relationship Id="rId5" Type="http://schemas.openxmlformats.org/officeDocument/2006/relationships/tags" Target="../tags/tag852.xml"/><Relationship Id="rId15" Type="http://schemas.openxmlformats.org/officeDocument/2006/relationships/tags" Target="../tags/tag862.xml"/><Relationship Id="rId10" Type="http://schemas.openxmlformats.org/officeDocument/2006/relationships/tags" Target="../tags/tag857.xml"/><Relationship Id="rId19" Type="http://schemas.openxmlformats.org/officeDocument/2006/relationships/image" Target="../media/image46.svg"/><Relationship Id="rId4" Type="http://schemas.openxmlformats.org/officeDocument/2006/relationships/tags" Target="../tags/tag851.xml"/><Relationship Id="rId9" Type="http://schemas.openxmlformats.org/officeDocument/2006/relationships/tags" Target="../tags/tag856.xml"/><Relationship Id="rId14" Type="http://schemas.openxmlformats.org/officeDocument/2006/relationships/tags" Target="../tags/tag861.xml"/></Relationships>
</file>

<file path=ppt/slides/_rels/slide58.xml.rels><?xml version="1.0" encoding="UTF-8" standalone="yes"?>
<Relationships xmlns="http://schemas.openxmlformats.org/package/2006/relationships"><Relationship Id="rId8" Type="http://schemas.openxmlformats.org/officeDocument/2006/relationships/slideLayout" Target="../slideLayouts/slideLayout6.xml"/><Relationship Id="rId3" Type="http://schemas.openxmlformats.org/officeDocument/2006/relationships/tags" Target="../tags/tag866.xml"/><Relationship Id="rId7" Type="http://schemas.openxmlformats.org/officeDocument/2006/relationships/tags" Target="../tags/tag870.xml"/><Relationship Id="rId2" Type="http://schemas.openxmlformats.org/officeDocument/2006/relationships/tags" Target="../tags/tag865.xml"/><Relationship Id="rId1" Type="http://schemas.openxmlformats.org/officeDocument/2006/relationships/tags" Target="../tags/tag864.xml"/><Relationship Id="rId6" Type="http://schemas.openxmlformats.org/officeDocument/2006/relationships/tags" Target="../tags/tag869.xml"/><Relationship Id="rId5" Type="http://schemas.openxmlformats.org/officeDocument/2006/relationships/tags" Target="../tags/tag868.xml"/><Relationship Id="rId10" Type="http://schemas.openxmlformats.org/officeDocument/2006/relationships/image" Target="../media/image49.png"/><Relationship Id="rId4" Type="http://schemas.openxmlformats.org/officeDocument/2006/relationships/tags" Target="../tags/tag867.xml"/><Relationship Id="rId9"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8" Type="http://schemas.openxmlformats.org/officeDocument/2006/relationships/tags" Target="../tags/tag878.xml"/><Relationship Id="rId3" Type="http://schemas.openxmlformats.org/officeDocument/2006/relationships/tags" Target="../tags/tag873.xml"/><Relationship Id="rId7" Type="http://schemas.openxmlformats.org/officeDocument/2006/relationships/tags" Target="../tags/tag877.xml"/><Relationship Id="rId2" Type="http://schemas.openxmlformats.org/officeDocument/2006/relationships/tags" Target="../tags/tag872.xml"/><Relationship Id="rId1" Type="http://schemas.openxmlformats.org/officeDocument/2006/relationships/tags" Target="../tags/tag871.xml"/><Relationship Id="rId6" Type="http://schemas.openxmlformats.org/officeDocument/2006/relationships/tags" Target="../tags/tag876.xml"/><Relationship Id="rId11" Type="http://schemas.openxmlformats.org/officeDocument/2006/relationships/image" Target="../media/image49.png"/><Relationship Id="rId5" Type="http://schemas.openxmlformats.org/officeDocument/2006/relationships/tags" Target="../tags/tag875.xml"/><Relationship Id="rId10" Type="http://schemas.openxmlformats.org/officeDocument/2006/relationships/notesSlide" Target="../notesSlides/notesSlide55.xml"/><Relationship Id="rId4" Type="http://schemas.openxmlformats.org/officeDocument/2006/relationships/tags" Target="../tags/tag874.xml"/><Relationship Id="rId9"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8" Type="http://schemas.openxmlformats.org/officeDocument/2006/relationships/tags" Target="../tags/tag886.xml"/><Relationship Id="rId3" Type="http://schemas.openxmlformats.org/officeDocument/2006/relationships/tags" Target="../tags/tag881.xml"/><Relationship Id="rId7" Type="http://schemas.openxmlformats.org/officeDocument/2006/relationships/tags" Target="../tags/tag885.xml"/><Relationship Id="rId12" Type="http://schemas.openxmlformats.org/officeDocument/2006/relationships/image" Target="../media/image49.png"/><Relationship Id="rId2" Type="http://schemas.openxmlformats.org/officeDocument/2006/relationships/tags" Target="../tags/tag880.xml"/><Relationship Id="rId1" Type="http://schemas.openxmlformats.org/officeDocument/2006/relationships/tags" Target="../tags/tag879.xml"/><Relationship Id="rId6" Type="http://schemas.openxmlformats.org/officeDocument/2006/relationships/tags" Target="../tags/tag884.xml"/><Relationship Id="rId11" Type="http://schemas.openxmlformats.org/officeDocument/2006/relationships/notesSlide" Target="../notesSlides/notesSlide56.xml"/><Relationship Id="rId5" Type="http://schemas.openxmlformats.org/officeDocument/2006/relationships/tags" Target="../tags/tag883.xml"/><Relationship Id="rId10" Type="http://schemas.openxmlformats.org/officeDocument/2006/relationships/slideLayout" Target="../slideLayouts/slideLayout6.xml"/><Relationship Id="rId4" Type="http://schemas.openxmlformats.org/officeDocument/2006/relationships/tags" Target="../tags/tag882.xml"/><Relationship Id="rId9" Type="http://schemas.openxmlformats.org/officeDocument/2006/relationships/tags" Target="../tags/tag887.xml"/></Relationships>
</file>

<file path=ppt/slides/_rels/slide61.xml.rels><?xml version="1.0" encoding="UTF-8" standalone="yes"?>
<Relationships xmlns="http://schemas.openxmlformats.org/package/2006/relationships"><Relationship Id="rId8" Type="http://schemas.openxmlformats.org/officeDocument/2006/relationships/tags" Target="../tags/tag895.xml"/><Relationship Id="rId13" Type="http://schemas.openxmlformats.org/officeDocument/2006/relationships/image" Target="../media/image49.png"/><Relationship Id="rId3" Type="http://schemas.openxmlformats.org/officeDocument/2006/relationships/tags" Target="../tags/tag890.xml"/><Relationship Id="rId7" Type="http://schemas.openxmlformats.org/officeDocument/2006/relationships/tags" Target="../tags/tag894.xml"/><Relationship Id="rId12" Type="http://schemas.openxmlformats.org/officeDocument/2006/relationships/notesSlide" Target="../notesSlides/notesSlide57.xml"/><Relationship Id="rId2" Type="http://schemas.openxmlformats.org/officeDocument/2006/relationships/tags" Target="../tags/tag889.xml"/><Relationship Id="rId1" Type="http://schemas.openxmlformats.org/officeDocument/2006/relationships/tags" Target="../tags/tag888.xml"/><Relationship Id="rId6" Type="http://schemas.openxmlformats.org/officeDocument/2006/relationships/tags" Target="../tags/tag893.xml"/><Relationship Id="rId11" Type="http://schemas.openxmlformats.org/officeDocument/2006/relationships/slideLayout" Target="../slideLayouts/slideLayout6.xml"/><Relationship Id="rId5" Type="http://schemas.openxmlformats.org/officeDocument/2006/relationships/tags" Target="../tags/tag892.xml"/><Relationship Id="rId10" Type="http://schemas.openxmlformats.org/officeDocument/2006/relationships/tags" Target="../tags/tag897.xml"/><Relationship Id="rId4" Type="http://schemas.openxmlformats.org/officeDocument/2006/relationships/tags" Target="../tags/tag891.xml"/><Relationship Id="rId9" Type="http://schemas.openxmlformats.org/officeDocument/2006/relationships/tags" Target="../tags/tag896.xml"/></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58.xml"/><Relationship Id="rId2" Type="http://schemas.openxmlformats.org/officeDocument/2006/relationships/slideLayout" Target="../slideLayouts/slideLayout7.xml"/><Relationship Id="rId1" Type="http://schemas.openxmlformats.org/officeDocument/2006/relationships/tags" Target="../tags/tag898.xml"/><Relationship Id="rId4" Type="http://schemas.openxmlformats.org/officeDocument/2006/relationships/image" Target="../media/image50.png"/></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6.xml"/><Relationship Id="rId1" Type="http://schemas.openxmlformats.org/officeDocument/2006/relationships/tags" Target="../tags/tag899.xml"/><Relationship Id="rId4" Type="http://schemas.openxmlformats.org/officeDocument/2006/relationships/image" Target="../media/image51.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tags" Target="../tags/tag900.xml"/></Relationships>
</file>

<file path=ppt/slides/_rels/slide65.xml.rels><?xml version="1.0" encoding="UTF-8" standalone="yes"?>
<Relationships xmlns="http://schemas.openxmlformats.org/package/2006/relationships"><Relationship Id="rId8" Type="http://schemas.openxmlformats.org/officeDocument/2006/relationships/tags" Target="../tags/tag908.xml"/><Relationship Id="rId13" Type="http://schemas.openxmlformats.org/officeDocument/2006/relationships/notesSlide" Target="../notesSlides/notesSlide60.xml"/><Relationship Id="rId3" Type="http://schemas.openxmlformats.org/officeDocument/2006/relationships/tags" Target="../tags/tag903.xml"/><Relationship Id="rId7" Type="http://schemas.openxmlformats.org/officeDocument/2006/relationships/tags" Target="../tags/tag907.xml"/><Relationship Id="rId12" Type="http://schemas.openxmlformats.org/officeDocument/2006/relationships/slideLayout" Target="../slideLayouts/slideLayout6.xml"/><Relationship Id="rId2" Type="http://schemas.openxmlformats.org/officeDocument/2006/relationships/tags" Target="../tags/tag902.xml"/><Relationship Id="rId1" Type="http://schemas.openxmlformats.org/officeDocument/2006/relationships/tags" Target="../tags/tag901.xml"/><Relationship Id="rId6" Type="http://schemas.openxmlformats.org/officeDocument/2006/relationships/tags" Target="../tags/tag906.xml"/><Relationship Id="rId11" Type="http://schemas.openxmlformats.org/officeDocument/2006/relationships/tags" Target="../tags/tag911.xml"/><Relationship Id="rId5" Type="http://schemas.openxmlformats.org/officeDocument/2006/relationships/tags" Target="../tags/tag905.xml"/><Relationship Id="rId10" Type="http://schemas.openxmlformats.org/officeDocument/2006/relationships/tags" Target="../tags/tag910.xml"/><Relationship Id="rId4" Type="http://schemas.openxmlformats.org/officeDocument/2006/relationships/tags" Target="../tags/tag904.xml"/><Relationship Id="rId9" Type="http://schemas.openxmlformats.org/officeDocument/2006/relationships/tags" Target="../tags/tag909.xml"/><Relationship Id="rId14" Type="http://schemas.openxmlformats.org/officeDocument/2006/relationships/image" Target="../media/image52.png"/></Relationships>
</file>

<file path=ppt/slides/_rels/slide66.xml.rels><?xml version="1.0" encoding="UTF-8" standalone="yes"?>
<Relationships xmlns="http://schemas.openxmlformats.org/package/2006/relationships"><Relationship Id="rId8" Type="http://schemas.openxmlformats.org/officeDocument/2006/relationships/tags" Target="../tags/tag919.xml"/><Relationship Id="rId13" Type="http://schemas.openxmlformats.org/officeDocument/2006/relationships/tags" Target="../tags/tag924.xml"/><Relationship Id="rId18" Type="http://schemas.openxmlformats.org/officeDocument/2006/relationships/tags" Target="../tags/tag929.xml"/><Relationship Id="rId26" Type="http://schemas.openxmlformats.org/officeDocument/2006/relationships/image" Target="../media/image52.png"/><Relationship Id="rId3" Type="http://schemas.openxmlformats.org/officeDocument/2006/relationships/tags" Target="../tags/tag914.xml"/><Relationship Id="rId21" Type="http://schemas.openxmlformats.org/officeDocument/2006/relationships/tags" Target="../tags/tag932.xml"/><Relationship Id="rId7" Type="http://schemas.openxmlformats.org/officeDocument/2006/relationships/tags" Target="../tags/tag918.xml"/><Relationship Id="rId12" Type="http://schemas.openxmlformats.org/officeDocument/2006/relationships/tags" Target="../tags/tag923.xml"/><Relationship Id="rId17" Type="http://schemas.openxmlformats.org/officeDocument/2006/relationships/tags" Target="../tags/tag928.xml"/><Relationship Id="rId25" Type="http://schemas.openxmlformats.org/officeDocument/2006/relationships/notesSlide" Target="../notesSlides/notesSlide61.xml"/><Relationship Id="rId2" Type="http://schemas.openxmlformats.org/officeDocument/2006/relationships/tags" Target="../tags/tag913.xml"/><Relationship Id="rId16" Type="http://schemas.openxmlformats.org/officeDocument/2006/relationships/tags" Target="../tags/tag927.xml"/><Relationship Id="rId20" Type="http://schemas.openxmlformats.org/officeDocument/2006/relationships/tags" Target="../tags/tag931.xml"/><Relationship Id="rId1" Type="http://schemas.openxmlformats.org/officeDocument/2006/relationships/tags" Target="../tags/tag912.xml"/><Relationship Id="rId6" Type="http://schemas.openxmlformats.org/officeDocument/2006/relationships/tags" Target="../tags/tag917.xml"/><Relationship Id="rId11" Type="http://schemas.openxmlformats.org/officeDocument/2006/relationships/tags" Target="../tags/tag922.xml"/><Relationship Id="rId24" Type="http://schemas.openxmlformats.org/officeDocument/2006/relationships/slideLayout" Target="../slideLayouts/slideLayout6.xml"/><Relationship Id="rId5" Type="http://schemas.openxmlformats.org/officeDocument/2006/relationships/tags" Target="../tags/tag916.xml"/><Relationship Id="rId15" Type="http://schemas.openxmlformats.org/officeDocument/2006/relationships/tags" Target="../tags/tag926.xml"/><Relationship Id="rId23" Type="http://schemas.openxmlformats.org/officeDocument/2006/relationships/tags" Target="../tags/tag934.xml"/><Relationship Id="rId10" Type="http://schemas.openxmlformats.org/officeDocument/2006/relationships/tags" Target="../tags/tag921.xml"/><Relationship Id="rId19" Type="http://schemas.openxmlformats.org/officeDocument/2006/relationships/tags" Target="../tags/tag930.xml"/><Relationship Id="rId4" Type="http://schemas.openxmlformats.org/officeDocument/2006/relationships/tags" Target="../tags/tag915.xml"/><Relationship Id="rId9" Type="http://schemas.openxmlformats.org/officeDocument/2006/relationships/tags" Target="../tags/tag920.xml"/><Relationship Id="rId14" Type="http://schemas.openxmlformats.org/officeDocument/2006/relationships/tags" Target="../tags/tag925.xml"/><Relationship Id="rId22" Type="http://schemas.openxmlformats.org/officeDocument/2006/relationships/tags" Target="../tags/tag933.xml"/></Relationships>
</file>

<file path=ppt/slides/_rels/slide67.xml.rels><?xml version="1.0" encoding="UTF-8" standalone="yes"?>
<Relationships xmlns="http://schemas.openxmlformats.org/package/2006/relationships"><Relationship Id="rId8" Type="http://schemas.openxmlformats.org/officeDocument/2006/relationships/tags" Target="../tags/tag942.xml"/><Relationship Id="rId13" Type="http://schemas.openxmlformats.org/officeDocument/2006/relationships/slideLayout" Target="../slideLayouts/slideLayout6.xml"/><Relationship Id="rId3" Type="http://schemas.openxmlformats.org/officeDocument/2006/relationships/tags" Target="../tags/tag937.xml"/><Relationship Id="rId7" Type="http://schemas.openxmlformats.org/officeDocument/2006/relationships/tags" Target="../tags/tag941.xml"/><Relationship Id="rId12" Type="http://schemas.openxmlformats.org/officeDocument/2006/relationships/tags" Target="../tags/tag946.xml"/><Relationship Id="rId17" Type="http://schemas.openxmlformats.org/officeDocument/2006/relationships/image" Target="../media/image49.png"/><Relationship Id="rId2" Type="http://schemas.openxmlformats.org/officeDocument/2006/relationships/tags" Target="../tags/tag936.xml"/><Relationship Id="rId16" Type="http://schemas.openxmlformats.org/officeDocument/2006/relationships/image" Target="../media/image54.png"/><Relationship Id="rId1" Type="http://schemas.openxmlformats.org/officeDocument/2006/relationships/tags" Target="../tags/tag935.xml"/><Relationship Id="rId6" Type="http://schemas.openxmlformats.org/officeDocument/2006/relationships/tags" Target="../tags/tag940.xml"/><Relationship Id="rId11" Type="http://schemas.openxmlformats.org/officeDocument/2006/relationships/tags" Target="../tags/tag945.xml"/><Relationship Id="rId5" Type="http://schemas.openxmlformats.org/officeDocument/2006/relationships/tags" Target="../tags/tag939.xml"/><Relationship Id="rId15" Type="http://schemas.openxmlformats.org/officeDocument/2006/relationships/image" Target="../media/image53.png"/><Relationship Id="rId10" Type="http://schemas.openxmlformats.org/officeDocument/2006/relationships/tags" Target="../tags/tag944.xml"/><Relationship Id="rId4" Type="http://schemas.openxmlformats.org/officeDocument/2006/relationships/tags" Target="../tags/tag938.xml"/><Relationship Id="rId9" Type="http://schemas.openxmlformats.org/officeDocument/2006/relationships/tags" Target="../tags/tag943.xml"/><Relationship Id="rId14" Type="http://schemas.openxmlformats.org/officeDocument/2006/relationships/notesSlide" Target="../notesSlides/notesSlide62.xml"/></Relationships>
</file>

<file path=ppt/slides/_rels/slide68.xml.rels><?xml version="1.0" encoding="UTF-8" standalone="yes"?>
<Relationships xmlns="http://schemas.openxmlformats.org/package/2006/relationships"><Relationship Id="rId8" Type="http://schemas.openxmlformats.org/officeDocument/2006/relationships/tags" Target="../tags/tag954.xml"/><Relationship Id="rId13" Type="http://schemas.openxmlformats.org/officeDocument/2006/relationships/tags" Target="../tags/tag959.xml"/><Relationship Id="rId18" Type="http://schemas.openxmlformats.org/officeDocument/2006/relationships/image" Target="../media/image53.png"/><Relationship Id="rId3" Type="http://schemas.openxmlformats.org/officeDocument/2006/relationships/tags" Target="../tags/tag949.xml"/><Relationship Id="rId7" Type="http://schemas.openxmlformats.org/officeDocument/2006/relationships/tags" Target="../tags/tag953.xml"/><Relationship Id="rId12" Type="http://schemas.openxmlformats.org/officeDocument/2006/relationships/tags" Target="../tags/tag958.xml"/><Relationship Id="rId17" Type="http://schemas.openxmlformats.org/officeDocument/2006/relationships/notesSlide" Target="../notesSlides/notesSlide63.xml"/><Relationship Id="rId2" Type="http://schemas.openxmlformats.org/officeDocument/2006/relationships/tags" Target="../tags/tag948.xml"/><Relationship Id="rId16" Type="http://schemas.openxmlformats.org/officeDocument/2006/relationships/slideLayout" Target="../slideLayouts/slideLayout6.xml"/><Relationship Id="rId20" Type="http://schemas.openxmlformats.org/officeDocument/2006/relationships/image" Target="../media/image49.png"/><Relationship Id="rId1" Type="http://schemas.openxmlformats.org/officeDocument/2006/relationships/tags" Target="../tags/tag947.xml"/><Relationship Id="rId6" Type="http://schemas.openxmlformats.org/officeDocument/2006/relationships/tags" Target="../tags/tag952.xml"/><Relationship Id="rId11" Type="http://schemas.openxmlformats.org/officeDocument/2006/relationships/tags" Target="../tags/tag957.xml"/><Relationship Id="rId5" Type="http://schemas.openxmlformats.org/officeDocument/2006/relationships/tags" Target="../tags/tag951.xml"/><Relationship Id="rId15" Type="http://schemas.openxmlformats.org/officeDocument/2006/relationships/tags" Target="../tags/tag961.xml"/><Relationship Id="rId10" Type="http://schemas.openxmlformats.org/officeDocument/2006/relationships/tags" Target="../tags/tag956.xml"/><Relationship Id="rId19" Type="http://schemas.openxmlformats.org/officeDocument/2006/relationships/image" Target="../media/image54.png"/><Relationship Id="rId4" Type="http://schemas.openxmlformats.org/officeDocument/2006/relationships/tags" Target="../tags/tag950.xml"/><Relationship Id="rId9" Type="http://schemas.openxmlformats.org/officeDocument/2006/relationships/tags" Target="../tags/tag955.xml"/><Relationship Id="rId14" Type="http://schemas.openxmlformats.org/officeDocument/2006/relationships/tags" Target="../tags/tag960.xml"/></Relationships>
</file>

<file path=ppt/slides/_rels/slide69.xml.rels><?xml version="1.0" encoding="UTF-8" standalone="yes"?>
<Relationships xmlns="http://schemas.openxmlformats.org/package/2006/relationships"><Relationship Id="rId13" Type="http://schemas.openxmlformats.org/officeDocument/2006/relationships/tags" Target="../tags/tag974.xml"/><Relationship Id="rId18" Type="http://schemas.openxmlformats.org/officeDocument/2006/relationships/tags" Target="../tags/tag979.xml"/><Relationship Id="rId26" Type="http://schemas.openxmlformats.org/officeDocument/2006/relationships/tags" Target="../tags/tag987.xml"/><Relationship Id="rId3" Type="http://schemas.openxmlformats.org/officeDocument/2006/relationships/tags" Target="../tags/tag964.xml"/><Relationship Id="rId21" Type="http://schemas.openxmlformats.org/officeDocument/2006/relationships/tags" Target="../tags/tag982.xml"/><Relationship Id="rId34" Type="http://schemas.openxmlformats.org/officeDocument/2006/relationships/image" Target="../media/image54.png"/><Relationship Id="rId7" Type="http://schemas.openxmlformats.org/officeDocument/2006/relationships/tags" Target="../tags/tag968.xml"/><Relationship Id="rId12" Type="http://schemas.openxmlformats.org/officeDocument/2006/relationships/tags" Target="../tags/tag973.xml"/><Relationship Id="rId17" Type="http://schemas.openxmlformats.org/officeDocument/2006/relationships/tags" Target="../tags/tag978.xml"/><Relationship Id="rId25" Type="http://schemas.openxmlformats.org/officeDocument/2006/relationships/tags" Target="../tags/tag986.xml"/><Relationship Id="rId33" Type="http://schemas.openxmlformats.org/officeDocument/2006/relationships/image" Target="../media/image53.png"/><Relationship Id="rId2" Type="http://schemas.openxmlformats.org/officeDocument/2006/relationships/tags" Target="../tags/tag963.xml"/><Relationship Id="rId16" Type="http://schemas.openxmlformats.org/officeDocument/2006/relationships/tags" Target="../tags/tag977.xml"/><Relationship Id="rId20" Type="http://schemas.openxmlformats.org/officeDocument/2006/relationships/tags" Target="../tags/tag981.xml"/><Relationship Id="rId29" Type="http://schemas.openxmlformats.org/officeDocument/2006/relationships/tags" Target="../tags/tag990.xml"/><Relationship Id="rId1" Type="http://schemas.openxmlformats.org/officeDocument/2006/relationships/tags" Target="../tags/tag962.xml"/><Relationship Id="rId6" Type="http://schemas.openxmlformats.org/officeDocument/2006/relationships/tags" Target="../tags/tag967.xml"/><Relationship Id="rId11" Type="http://schemas.openxmlformats.org/officeDocument/2006/relationships/tags" Target="../tags/tag972.xml"/><Relationship Id="rId24" Type="http://schemas.openxmlformats.org/officeDocument/2006/relationships/tags" Target="../tags/tag985.xml"/><Relationship Id="rId32" Type="http://schemas.openxmlformats.org/officeDocument/2006/relationships/notesSlide" Target="../notesSlides/notesSlide64.xml"/><Relationship Id="rId5" Type="http://schemas.openxmlformats.org/officeDocument/2006/relationships/tags" Target="../tags/tag966.xml"/><Relationship Id="rId15" Type="http://schemas.openxmlformats.org/officeDocument/2006/relationships/tags" Target="../tags/tag976.xml"/><Relationship Id="rId23" Type="http://schemas.openxmlformats.org/officeDocument/2006/relationships/tags" Target="../tags/tag984.xml"/><Relationship Id="rId28" Type="http://schemas.openxmlformats.org/officeDocument/2006/relationships/tags" Target="../tags/tag989.xml"/><Relationship Id="rId10" Type="http://schemas.openxmlformats.org/officeDocument/2006/relationships/tags" Target="../tags/tag971.xml"/><Relationship Id="rId19" Type="http://schemas.openxmlformats.org/officeDocument/2006/relationships/tags" Target="../tags/tag980.xml"/><Relationship Id="rId31" Type="http://schemas.openxmlformats.org/officeDocument/2006/relationships/slideLayout" Target="../slideLayouts/slideLayout6.xml"/><Relationship Id="rId4" Type="http://schemas.openxmlformats.org/officeDocument/2006/relationships/tags" Target="../tags/tag965.xml"/><Relationship Id="rId9" Type="http://schemas.openxmlformats.org/officeDocument/2006/relationships/tags" Target="../tags/tag970.xml"/><Relationship Id="rId14" Type="http://schemas.openxmlformats.org/officeDocument/2006/relationships/tags" Target="../tags/tag975.xml"/><Relationship Id="rId22" Type="http://schemas.openxmlformats.org/officeDocument/2006/relationships/tags" Target="../tags/tag983.xml"/><Relationship Id="rId27" Type="http://schemas.openxmlformats.org/officeDocument/2006/relationships/tags" Target="../tags/tag988.xml"/><Relationship Id="rId30" Type="http://schemas.openxmlformats.org/officeDocument/2006/relationships/tags" Target="../tags/tag991.xml"/><Relationship Id="rId35" Type="http://schemas.openxmlformats.org/officeDocument/2006/relationships/image" Target="../media/image49.png"/><Relationship Id="rId8" Type="http://schemas.openxmlformats.org/officeDocument/2006/relationships/tags" Target="../tags/tag969.xml"/></Relationships>
</file>

<file path=ppt/slides/_rels/slide70.xml.rels><?xml version="1.0" encoding="UTF-8" standalone="yes"?>
<Relationships xmlns="http://schemas.openxmlformats.org/package/2006/relationships"><Relationship Id="rId13" Type="http://schemas.openxmlformats.org/officeDocument/2006/relationships/tags" Target="../tags/tag1004.xml"/><Relationship Id="rId18" Type="http://schemas.openxmlformats.org/officeDocument/2006/relationships/tags" Target="../tags/tag1009.xml"/><Relationship Id="rId26" Type="http://schemas.openxmlformats.org/officeDocument/2006/relationships/tags" Target="../tags/tag1017.xml"/><Relationship Id="rId39" Type="http://schemas.openxmlformats.org/officeDocument/2006/relationships/image" Target="../media/image49.png"/><Relationship Id="rId21" Type="http://schemas.openxmlformats.org/officeDocument/2006/relationships/tags" Target="../tags/tag1012.xml"/><Relationship Id="rId34" Type="http://schemas.openxmlformats.org/officeDocument/2006/relationships/tags" Target="../tags/tag1025.xml"/><Relationship Id="rId7" Type="http://schemas.openxmlformats.org/officeDocument/2006/relationships/tags" Target="../tags/tag998.xml"/><Relationship Id="rId12" Type="http://schemas.openxmlformats.org/officeDocument/2006/relationships/tags" Target="../tags/tag1003.xml"/><Relationship Id="rId17" Type="http://schemas.openxmlformats.org/officeDocument/2006/relationships/tags" Target="../tags/tag1008.xml"/><Relationship Id="rId25" Type="http://schemas.openxmlformats.org/officeDocument/2006/relationships/tags" Target="../tags/tag1016.xml"/><Relationship Id="rId33" Type="http://schemas.openxmlformats.org/officeDocument/2006/relationships/tags" Target="../tags/tag1024.xml"/><Relationship Id="rId38" Type="http://schemas.openxmlformats.org/officeDocument/2006/relationships/image" Target="../media/image54.png"/><Relationship Id="rId2" Type="http://schemas.openxmlformats.org/officeDocument/2006/relationships/tags" Target="../tags/tag993.xml"/><Relationship Id="rId16" Type="http://schemas.openxmlformats.org/officeDocument/2006/relationships/tags" Target="../tags/tag1007.xml"/><Relationship Id="rId20" Type="http://schemas.openxmlformats.org/officeDocument/2006/relationships/tags" Target="../tags/tag1011.xml"/><Relationship Id="rId29" Type="http://schemas.openxmlformats.org/officeDocument/2006/relationships/tags" Target="../tags/tag1020.xml"/><Relationship Id="rId1" Type="http://schemas.openxmlformats.org/officeDocument/2006/relationships/tags" Target="../tags/tag992.xml"/><Relationship Id="rId6" Type="http://schemas.openxmlformats.org/officeDocument/2006/relationships/tags" Target="../tags/tag997.xml"/><Relationship Id="rId11" Type="http://schemas.openxmlformats.org/officeDocument/2006/relationships/tags" Target="../tags/tag1002.xml"/><Relationship Id="rId24" Type="http://schemas.openxmlformats.org/officeDocument/2006/relationships/tags" Target="../tags/tag1015.xml"/><Relationship Id="rId32" Type="http://schemas.openxmlformats.org/officeDocument/2006/relationships/tags" Target="../tags/tag1023.xml"/><Relationship Id="rId37" Type="http://schemas.openxmlformats.org/officeDocument/2006/relationships/image" Target="../media/image53.png"/><Relationship Id="rId5" Type="http://schemas.openxmlformats.org/officeDocument/2006/relationships/tags" Target="../tags/tag996.xml"/><Relationship Id="rId15" Type="http://schemas.openxmlformats.org/officeDocument/2006/relationships/tags" Target="../tags/tag1006.xml"/><Relationship Id="rId23" Type="http://schemas.openxmlformats.org/officeDocument/2006/relationships/tags" Target="../tags/tag1014.xml"/><Relationship Id="rId28" Type="http://schemas.openxmlformats.org/officeDocument/2006/relationships/tags" Target="../tags/tag1019.xml"/><Relationship Id="rId36" Type="http://schemas.openxmlformats.org/officeDocument/2006/relationships/notesSlide" Target="../notesSlides/notesSlide65.xml"/><Relationship Id="rId10" Type="http://schemas.openxmlformats.org/officeDocument/2006/relationships/tags" Target="../tags/tag1001.xml"/><Relationship Id="rId19" Type="http://schemas.openxmlformats.org/officeDocument/2006/relationships/tags" Target="../tags/tag1010.xml"/><Relationship Id="rId31" Type="http://schemas.openxmlformats.org/officeDocument/2006/relationships/tags" Target="../tags/tag1022.xml"/><Relationship Id="rId4" Type="http://schemas.openxmlformats.org/officeDocument/2006/relationships/tags" Target="../tags/tag995.xml"/><Relationship Id="rId9" Type="http://schemas.openxmlformats.org/officeDocument/2006/relationships/tags" Target="../tags/tag1000.xml"/><Relationship Id="rId14" Type="http://schemas.openxmlformats.org/officeDocument/2006/relationships/tags" Target="../tags/tag1005.xml"/><Relationship Id="rId22" Type="http://schemas.openxmlformats.org/officeDocument/2006/relationships/tags" Target="../tags/tag1013.xml"/><Relationship Id="rId27" Type="http://schemas.openxmlformats.org/officeDocument/2006/relationships/tags" Target="../tags/tag1018.xml"/><Relationship Id="rId30" Type="http://schemas.openxmlformats.org/officeDocument/2006/relationships/tags" Target="../tags/tag1021.xml"/><Relationship Id="rId35" Type="http://schemas.openxmlformats.org/officeDocument/2006/relationships/slideLayout" Target="../slideLayouts/slideLayout6.xml"/><Relationship Id="rId8" Type="http://schemas.openxmlformats.org/officeDocument/2006/relationships/tags" Target="../tags/tag999.xml"/><Relationship Id="rId3" Type="http://schemas.openxmlformats.org/officeDocument/2006/relationships/tags" Target="../tags/tag994.xml"/></Relationships>
</file>

<file path=ppt/slides/_rels/slide71.xml.rels><?xml version="1.0" encoding="UTF-8" standalone="yes"?>
<Relationships xmlns="http://schemas.openxmlformats.org/package/2006/relationships"><Relationship Id="rId3" Type="http://schemas.openxmlformats.org/officeDocument/2006/relationships/notesSlide" Target="../notesSlides/notesSlide66.xml"/><Relationship Id="rId2" Type="http://schemas.openxmlformats.org/officeDocument/2006/relationships/slideLayout" Target="../slideLayouts/slideLayout6.xml"/><Relationship Id="rId1" Type="http://schemas.openxmlformats.org/officeDocument/2006/relationships/tags" Target="../tags/tag1026.xml"/><Relationship Id="rId5" Type="http://schemas.openxmlformats.org/officeDocument/2006/relationships/image" Target="../media/image56.png"/><Relationship Id="rId4" Type="http://schemas.openxmlformats.org/officeDocument/2006/relationships/image" Target="../media/image55.png"/></Relationships>
</file>

<file path=ppt/slides/_rels/slide72.xml.rels><?xml version="1.0" encoding="UTF-8" standalone="yes"?>
<Relationships xmlns="http://schemas.openxmlformats.org/package/2006/relationships"><Relationship Id="rId3" Type="http://schemas.openxmlformats.org/officeDocument/2006/relationships/notesSlide" Target="../notesSlides/notesSlide67.xml"/><Relationship Id="rId2" Type="http://schemas.openxmlformats.org/officeDocument/2006/relationships/slideLayout" Target="../slideLayouts/slideLayout6.xml"/><Relationship Id="rId1" Type="http://schemas.openxmlformats.org/officeDocument/2006/relationships/tags" Target="../tags/tag1027.xml"/><Relationship Id="rId5" Type="http://schemas.openxmlformats.org/officeDocument/2006/relationships/image" Target="../media/image58.png"/><Relationship Id="rId4" Type="http://schemas.openxmlformats.org/officeDocument/2006/relationships/image" Target="../media/image57.png"/></Relationships>
</file>

<file path=ppt/slides/_rels/slide73.xml.rels><?xml version="1.0" encoding="UTF-8" standalone="yes"?>
<Relationships xmlns="http://schemas.openxmlformats.org/package/2006/relationships"><Relationship Id="rId8" Type="http://schemas.openxmlformats.org/officeDocument/2006/relationships/tags" Target="../tags/tag1035.xml"/><Relationship Id="rId13" Type="http://schemas.openxmlformats.org/officeDocument/2006/relationships/notesSlide" Target="../notesSlides/notesSlide68.xml"/><Relationship Id="rId3" Type="http://schemas.openxmlformats.org/officeDocument/2006/relationships/tags" Target="../tags/tag1030.xml"/><Relationship Id="rId7" Type="http://schemas.openxmlformats.org/officeDocument/2006/relationships/tags" Target="../tags/tag1034.xml"/><Relationship Id="rId12" Type="http://schemas.openxmlformats.org/officeDocument/2006/relationships/slideLayout" Target="../slideLayouts/slideLayout2.xml"/><Relationship Id="rId2" Type="http://schemas.openxmlformats.org/officeDocument/2006/relationships/tags" Target="../tags/tag1029.xml"/><Relationship Id="rId1" Type="http://schemas.openxmlformats.org/officeDocument/2006/relationships/tags" Target="../tags/tag1028.xml"/><Relationship Id="rId6" Type="http://schemas.openxmlformats.org/officeDocument/2006/relationships/tags" Target="../tags/tag1033.xml"/><Relationship Id="rId11" Type="http://schemas.openxmlformats.org/officeDocument/2006/relationships/tags" Target="../tags/tag1038.xml"/><Relationship Id="rId5" Type="http://schemas.openxmlformats.org/officeDocument/2006/relationships/tags" Target="../tags/tag1032.xml"/><Relationship Id="rId10" Type="http://schemas.openxmlformats.org/officeDocument/2006/relationships/tags" Target="../tags/tag1037.xml"/><Relationship Id="rId4" Type="http://schemas.openxmlformats.org/officeDocument/2006/relationships/tags" Target="../tags/tag1031.xml"/><Relationship Id="rId9" Type="http://schemas.openxmlformats.org/officeDocument/2006/relationships/tags" Target="../tags/tag1036.xml"/></Relationships>
</file>

<file path=ppt/slides/_rels/slide74.xml.rels><?xml version="1.0" encoding="UTF-8" standalone="yes"?>
<Relationships xmlns="http://schemas.openxmlformats.org/package/2006/relationships"><Relationship Id="rId8" Type="http://schemas.openxmlformats.org/officeDocument/2006/relationships/tags" Target="../tags/tag1046.xml"/><Relationship Id="rId13" Type="http://schemas.openxmlformats.org/officeDocument/2006/relationships/tags" Target="../tags/tag1051.xml"/><Relationship Id="rId18" Type="http://schemas.openxmlformats.org/officeDocument/2006/relationships/slideLayout" Target="../slideLayouts/slideLayout2.xml"/><Relationship Id="rId3" Type="http://schemas.openxmlformats.org/officeDocument/2006/relationships/tags" Target="../tags/tag1041.xml"/><Relationship Id="rId7" Type="http://schemas.openxmlformats.org/officeDocument/2006/relationships/tags" Target="../tags/tag1045.xml"/><Relationship Id="rId12" Type="http://schemas.openxmlformats.org/officeDocument/2006/relationships/tags" Target="../tags/tag1050.xml"/><Relationship Id="rId17" Type="http://schemas.openxmlformats.org/officeDocument/2006/relationships/tags" Target="../tags/tag1055.xml"/><Relationship Id="rId2" Type="http://schemas.openxmlformats.org/officeDocument/2006/relationships/tags" Target="../tags/tag1040.xml"/><Relationship Id="rId16" Type="http://schemas.openxmlformats.org/officeDocument/2006/relationships/tags" Target="../tags/tag1054.xml"/><Relationship Id="rId1" Type="http://schemas.openxmlformats.org/officeDocument/2006/relationships/tags" Target="../tags/tag1039.xml"/><Relationship Id="rId6" Type="http://schemas.openxmlformats.org/officeDocument/2006/relationships/tags" Target="../tags/tag1044.xml"/><Relationship Id="rId11" Type="http://schemas.openxmlformats.org/officeDocument/2006/relationships/tags" Target="../tags/tag1049.xml"/><Relationship Id="rId5" Type="http://schemas.openxmlformats.org/officeDocument/2006/relationships/tags" Target="../tags/tag1043.xml"/><Relationship Id="rId15" Type="http://schemas.openxmlformats.org/officeDocument/2006/relationships/tags" Target="../tags/tag1053.xml"/><Relationship Id="rId10" Type="http://schemas.openxmlformats.org/officeDocument/2006/relationships/tags" Target="../tags/tag1048.xml"/><Relationship Id="rId19" Type="http://schemas.openxmlformats.org/officeDocument/2006/relationships/notesSlide" Target="../notesSlides/notesSlide69.xml"/><Relationship Id="rId4" Type="http://schemas.openxmlformats.org/officeDocument/2006/relationships/tags" Target="../tags/tag1042.xml"/><Relationship Id="rId9" Type="http://schemas.openxmlformats.org/officeDocument/2006/relationships/tags" Target="../tags/tag1047.xml"/><Relationship Id="rId14" Type="http://schemas.openxmlformats.org/officeDocument/2006/relationships/tags" Target="../tags/tag1052.xml"/></Relationships>
</file>

<file path=ppt/slides/_rels/slide75.xml.rels><?xml version="1.0" encoding="UTF-8" standalone="yes"?>
<Relationships xmlns="http://schemas.openxmlformats.org/package/2006/relationships"><Relationship Id="rId8" Type="http://schemas.openxmlformats.org/officeDocument/2006/relationships/tags" Target="../tags/tag1063.xml"/><Relationship Id="rId13" Type="http://schemas.openxmlformats.org/officeDocument/2006/relationships/tags" Target="../tags/tag1068.xml"/><Relationship Id="rId18" Type="http://schemas.openxmlformats.org/officeDocument/2006/relationships/tags" Target="../tags/tag1073.xml"/><Relationship Id="rId3" Type="http://schemas.openxmlformats.org/officeDocument/2006/relationships/tags" Target="../tags/tag1058.xml"/><Relationship Id="rId21" Type="http://schemas.openxmlformats.org/officeDocument/2006/relationships/tags" Target="../tags/tag1076.xml"/><Relationship Id="rId7" Type="http://schemas.openxmlformats.org/officeDocument/2006/relationships/tags" Target="../tags/tag1062.xml"/><Relationship Id="rId12" Type="http://schemas.openxmlformats.org/officeDocument/2006/relationships/tags" Target="../tags/tag1067.xml"/><Relationship Id="rId17" Type="http://schemas.openxmlformats.org/officeDocument/2006/relationships/tags" Target="../tags/tag1072.xml"/><Relationship Id="rId25" Type="http://schemas.openxmlformats.org/officeDocument/2006/relationships/notesSlide" Target="../notesSlides/notesSlide70.xml"/><Relationship Id="rId2" Type="http://schemas.openxmlformats.org/officeDocument/2006/relationships/tags" Target="../tags/tag1057.xml"/><Relationship Id="rId16" Type="http://schemas.openxmlformats.org/officeDocument/2006/relationships/tags" Target="../tags/tag1071.xml"/><Relationship Id="rId20" Type="http://schemas.openxmlformats.org/officeDocument/2006/relationships/tags" Target="../tags/tag1075.xml"/><Relationship Id="rId1" Type="http://schemas.openxmlformats.org/officeDocument/2006/relationships/tags" Target="../tags/tag1056.xml"/><Relationship Id="rId6" Type="http://schemas.openxmlformats.org/officeDocument/2006/relationships/tags" Target="../tags/tag1061.xml"/><Relationship Id="rId11" Type="http://schemas.openxmlformats.org/officeDocument/2006/relationships/tags" Target="../tags/tag1066.xml"/><Relationship Id="rId24" Type="http://schemas.openxmlformats.org/officeDocument/2006/relationships/slideLayout" Target="../slideLayouts/slideLayout2.xml"/><Relationship Id="rId5" Type="http://schemas.openxmlformats.org/officeDocument/2006/relationships/tags" Target="../tags/tag1060.xml"/><Relationship Id="rId15" Type="http://schemas.openxmlformats.org/officeDocument/2006/relationships/tags" Target="../tags/tag1070.xml"/><Relationship Id="rId23" Type="http://schemas.openxmlformats.org/officeDocument/2006/relationships/tags" Target="../tags/tag1078.xml"/><Relationship Id="rId10" Type="http://schemas.openxmlformats.org/officeDocument/2006/relationships/tags" Target="../tags/tag1065.xml"/><Relationship Id="rId19" Type="http://schemas.openxmlformats.org/officeDocument/2006/relationships/tags" Target="../tags/tag1074.xml"/><Relationship Id="rId4" Type="http://schemas.openxmlformats.org/officeDocument/2006/relationships/tags" Target="../tags/tag1059.xml"/><Relationship Id="rId9" Type="http://schemas.openxmlformats.org/officeDocument/2006/relationships/tags" Target="../tags/tag1064.xml"/><Relationship Id="rId14" Type="http://schemas.openxmlformats.org/officeDocument/2006/relationships/tags" Target="../tags/tag1069.xml"/><Relationship Id="rId22" Type="http://schemas.openxmlformats.org/officeDocument/2006/relationships/tags" Target="../tags/tag1077.xml"/></Relationships>
</file>

<file path=ppt/slides/_rels/slide76.xml.rels><?xml version="1.0" encoding="UTF-8" standalone="yes"?>
<Relationships xmlns="http://schemas.openxmlformats.org/package/2006/relationships"><Relationship Id="rId8" Type="http://schemas.openxmlformats.org/officeDocument/2006/relationships/tags" Target="../tags/tag1086.xml"/><Relationship Id="rId13" Type="http://schemas.openxmlformats.org/officeDocument/2006/relationships/tags" Target="../tags/tag1091.xml"/><Relationship Id="rId18" Type="http://schemas.openxmlformats.org/officeDocument/2006/relationships/tags" Target="../tags/tag1096.xml"/><Relationship Id="rId26" Type="http://schemas.openxmlformats.org/officeDocument/2006/relationships/slideLayout" Target="../slideLayouts/slideLayout2.xml"/><Relationship Id="rId3" Type="http://schemas.openxmlformats.org/officeDocument/2006/relationships/tags" Target="../tags/tag1081.xml"/><Relationship Id="rId21" Type="http://schemas.openxmlformats.org/officeDocument/2006/relationships/tags" Target="../tags/tag1099.xml"/><Relationship Id="rId7" Type="http://schemas.openxmlformats.org/officeDocument/2006/relationships/tags" Target="../tags/tag1085.xml"/><Relationship Id="rId12" Type="http://schemas.openxmlformats.org/officeDocument/2006/relationships/tags" Target="../tags/tag1090.xml"/><Relationship Id="rId17" Type="http://schemas.openxmlformats.org/officeDocument/2006/relationships/tags" Target="../tags/tag1095.xml"/><Relationship Id="rId25" Type="http://schemas.openxmlformats.org/officeDocument/2006/relationships/tags" Target="../tags/tag1103.xml"/><Relationship Id="rId2" Type="http://schemas.openxmlformats.org/officeDocument/2006/relationships/tags" Target="../tags/tag1080.xml"/><Relationship Id="rId16" Type="http://schemas.openxmlformats.org/officeDocument/2006/relationships/tags" Target="../tags/tag1094.xml"/><Relationship Id="rId20" Type="http://schemas.openxmlformats.org/officeDocument/2006/relationships/tags" Target="../tags/tag1098.xml"/><Relationship Id="rId1" Type="http://schemas.openxmlformats.org/officeDocument/2006/relationships/tags" Target="../tags/tag1079.xml"/><Relationship Id="rId6" Type="http://schemas.openxmlformats.org/officeDocument/2006/relationships/tags" Target="../tags/tag1084.xml"/><Relationship Id="rId11" Type="http://schemas.openxmlformats.org/officeDocument/2006/relationships/tags" Target="../tags/tag1089.xml"/><Relationship Id="rId24" Type="http://schemas.openxmlformats.org/officeDocument/2006/relationships/tags" Target="../tags/tag1102.xml"/><Relationship Id="rId5" Type="http://schemas.openxmlformats.org/officeDocument/2006/relationships/tags" Target="../tags/tag1083.xml"/><Relationship Id="rId15" Type="http://schemas.openxmlformats.org/officeDocument/2006/relationships/tags" Target="../tags/tag1093.xml"/><Relationship Id="rId23" Type="http://schemas.openxmlformats.org/officeDocument/2006/relationships/tags" Target="../tags/tag1101.xml"/><Relationship Id="rId10" Type="http://schemas.openxmlformats.org/officeDocument/2006/relationships/tags" Target="../tags/tag1088.xml"/><Relationship Id="rId19" Type="http://schemas.openxmlformats.org/officeDocument/2006/relationships/tags" Target="../tags/tag1097.xml"/><Relationship Id="rId4" Type="http://schemas.openxmlformats.org/officeDocument/2006/relationships/tags" Target="../tags/tag1082.xml"/><Relationship Id="rId9" Type="http://schemas.openxmlformats.org/officeDocument/2006/relationships/tags" Target="../tags/tag1087.xml"/><Relationship Id="rId14" Type="http://schemas.openxmlformats.org/officeDocument/2006/relationships/tags" Target="../tags/tag1092.xml"/><Relationship Id="rId22" Type="http://schemas.openxmlformats.org/officeDocument/2006/relationships/tags" Target="../tags/tag1100.xml"/><Relationship Id="rId27"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8" Type="http://schemas.openxmlformats.org/officeDocument/2006/relationships/slideLayout" Target="../slideLayouts/slideLayout6.xml"/><Relationship Id="rId3" Type="http://schemas.openxmlformats.org/officeDocument/2006/relationships/tags" Target="../tags/tag1106.xml"/><Relationship Id="rId7" Type="http://schemas.openxmlformats.org/officeDocument/2006/relationships/tags" Target="../tags/tag1110.xml"/><Relationship Id="rId2" Type="http://schemas.openxmlformats.org/officeDocument/2006/relationships/tags" Target="../tags/tag1105.xml"/><Relationship Id="rId1" Type="http://schemas.openxmlformats.org/officeDocument/2006/relationships/tags" Target="../tags/tag1104.xml"/><Relationship Id="rId6" Type="http://schemas.openxmlformats.org/officeDocument/2006/relationships/tags" Target="../tags/tag1109.xml"/><Relationship Id="rId5" Type="http://schemas.openxmlformats.org/officeDocument/2006/relationships/tags" Target="../tags/tag1108.xml"/><Relationship Id="rId10" Type="http://schemas.openxmlformats.org/officeDocument/2006/relationships/image" Target="../media/image59.png"/><Relationship Id="rId4" Type="http://schemas.openxmlformats.org/officeDocument/2006/relationships/tags" Target="../tags/tag1107.xml"/><Relationship Id="rId9"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8" Type="http://schemas.openxmlformats.org/officeDocument/2006/relationships/tags" Target="../tags/tag1118.xml"/><Relationship Id="rId13" Type="http://schemas.openxmlformats.org/officeDocument/2006/relationships/notesSlide" Target="../notesSlides/notesSlide73.xml"/><Relationship Id="rId3" Type="http://schemas.openxmlformats.org/officeDocument/2006/relationships/tags" Target="../tags/tag1113.xml"/><Relationship Id="rId7" Type="http://schemas.openxmlformats.org/officeDocument/2006/relationships/tags" Target="../tags/tag1117.xml"/><Relationship Id="rId12" Type="http://schemas.openxmlformats.org/officeDocument/2006/relationships/slideLayout" Target="../slideLayouts/slideLayout6.xml"/><Relationship Id="rId2" Type="http://schemas.openxmlformats.org/officeDocument/2006/relationships/tags" Target="../tags/tag1112.xml"/><Relationship Id="rId1" Type="http://schemas.openxmlformats.org/officeDocument/2006/relationships/tags" Target="../tags/tag1111.xml"/><Relationship Id="rId6" Type="http://schemas.openxmlformats.org/officeDocument/2006/relationships/tags" Target="../tags/tag1116.xml"/><Relationship Id="rId11" Type="http://schemas.openxmlformats.org/officeDocument/2006/relationships/tags" Target="../tags/tag1121.xml"/><Relationship Id="rId5" Type="http://schemas.openxmlformats.org/officeDocument/2006/relationships/tags" Target="../tags/tag1115.xml"/><Relationship Id="rId15" Type="http://schemas.openxmlformats.org/officeDocument/2006/relationships/image" Target="../media/image52.png"/><Relationship Id="rId10" Type="http://schemas.openxmlformats.org/officeDocument/2006/relationships/tags" Target="../tags/tag1120.xml"/><Relationship Id="rId4" Type="http://schemas.openxmlformats.org/officeDocument/2006/relationships/tags" Target="../tags/tag1114.xml"/><Relationship Id="rId9" Type="http://schemas.openxmlformats.org/officeDocument/2006/relationships/tags" Target="../tags/tag1119.xml"/><Relationship Id="rId14" Type="http://schemas.openxmlformats.org/officeDocument/2006/relationships/image" Target="../media/image59.png"/></Relationships>
</file>

<file path=ppt/slides/_rels/slide79.xml.rels><?xml version="1.0" encoding="UTF-8" standalone="yes"?>
<Relationships xmlns="http://schemas.openxmlformats.org/package/2006/relationships"><Relationship Id="rId8" Type="http://schemas.openxmlformats.org/officeDocument/2006/relationships/tags" Target="../tags/tag1129.xml"/><Relationship Id="rId13" Type="http://schemas.openxmlformats.org/officeDocument/2006/relationships/tags" Target="../tags/tag1134.xml"/><Relationship Id="rId3" Type="http://schemas.openxmlformats.org/officeDocument/2006/relationships/tags" Target="../tags/tag1124.xml"/><Relationship Id="rId7" Type="http://schemas.openxmlformats.org/officeDocument/2006/relationships/tags" Target="../tags/tag1128.xml"/><Relationship Id="rId12" Type="http://schemas.openxmlformats.org/officeDocument/2006/relationships/tags" Target="../tags/tag1133.xml"/><Relationship Id="rId17" Type="http://schemas.openxmlformats.org/officeDocument/2006/relationships/image" Target="../media/image52.png"/><Relationship Id="rId2" Type="http://schemas.openxmlformats.org/officeDocument/2006/relationships/tags" Target="../tags/tag1123.xml"/><Relationship Id="rId16" Type="http://schemas.openxmlformats.org/officeDocument/2006/relationships/image" Target="../media/image59.png"/><Relationship Id="rId1" Type="http://schemas.openxmlformats.org/officeDocument/2006/relationships/tags" Target="../tags/tag1122.xml"/><Relationship Id="rId6" Type="http://schemas.openxmlformats.org/officeDocument/2006/relationships/tags" Target="../tags/tag1127.xml"/><Relationship Id="rId11" Type="http://schemas.openxmlformats.org/officeDocument/2006/relationships/tags" Target="../tags/tag1132.xml"/><Relationship Id="rId5" Type="http://schemas.openxmlformats.org/officeDocument/2006/relationships/tags" Target="../tags/tag1126.xml"/><Relationship Id="rId15" Type="http://schemas.openxmlformats.org/officeDocument/2006/relationships/notesSlide" Target="../notesSlides/notesSlide74.xml"/><Relationship Id="rId10" Type="http://schemas.openxmlformats.org/officeDocument/2006/relationships/tags" Target="../tags/tag1131.xml"/><Relationship Id="rId4" Type="http://schemas.openxmlformats.org/officeDocument/2006/relationships/tags" Target="../tags/tag1125.xml"/><Relationship Id="rId9" Type="http://schemas.openxmlformats.org/officeDocument/2006/relationships/tags" Target="../tags/tag1130.xml"/><Relationship Id="rId14"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6.xml"/><Relationship Id="rId1" Type="http://schemas.openxmlformats.org/officeDocument/2006/relationships/tags" Target="../tags/tag1135.xml"/><Relationship Id="rId4" Type="http://schemas.openxmlformats.org/officeDocument/2006/relationships/image" Target="../media/image60.png"/></Relationships>
</file>

<file path=ppt/slides/_rels/slide81.xml.rels><?xml version="1.0" encoding="UTF-8" standalone="yes"?>
<Relationships xmlns="http://schemas.openxmlformats.org/package/2006/relationships"><Relationship Id="rId3" Type="http://schemas.openxmlformats.org/officeDocument/2006/relationships/tags" Target="../tags/tag1138.xml"/><Relationship Id="rId2" Type="http://schemas.openxmlformats.org/officeDocument/2006/relationships/tags" Target="../tags/tag1137.xml"/><Relationship Id="rId1" Type="http://schemas.openxmlformats.org/officeDocument/2006/relationships/tags" Target="../tags/tag1136.xml"/><Relationship Id="rId6" Type="http://schemas.openxmlformats.org/officeDocument/2006/relationships/slideLayout" Target="../slideLayouts/slideLayout2.xml"/><Relationship Id="rId5" Type="http://schemas.openxmlformats.org/officeDocument/2006/relationships/tags" Target="../tags/tag1140.xml"/><Relationship Id="rId4" Type="http://schemas.openxmlformats.org/officeDocument/2006/relationships/tags" Target="../tags/tag1139.xml"/></Relationships>
</file>

<file path=ppt/slides/_rels/slide82.xml.rels><?xml version="1.0" encoding="UTF-8" standalone="yes"?>
<Relationships xmlns="http://schemas.openxmlformats.org/package/2006/relationships"><Relationship Id="rId3" Type="http://schemas.openxmlformats.org/officeDocument/2006/relationships/tags" Target="../tags/tag1143.xml"/><Relationship Id="rId2" Type="http://schemas.openxmlformats.org/officeDocument/2006/relationships/tags" Target="../tags/tag1142.xml"/><Relationship Id="rId1" Type="http://schemas.openxmlformats.org/officeDocument/2006/relationships/tags" Target="../tags/tag1141.xml"/><Relationship Id="rId6" Type="http://schemas.openxmlformats.org/officeDocument/2006/relationships/slideLayout" Target="../slideLayouts/slideLayout2.xml"/><Relationship Id="rId5" Type="http://schemas.openxmlformats.org/officeDocument/2006/relationships/tags" Target="../tags/tag1145.xml"/><Relationship Id="rId4" Type="http://schemas.openxmlformats.org/officeDocument/2006/relationships/tags" Target="../tags/tag1144.xml"/></Relationships>
</file>

<file path=ppt/slides/_rels/slide83.xml.rels><?xml version="1.0" encoding="UTF-8" standalone="yes"?>
<Relationships xmlns="http://schemas.openxmlformats.org/package/2006/relationships"><Relationship Id="rId3" Type="http://schemas.openxmlformats.org/officeDocument/2006/relationships/tags" Target="../tags/tag1148.xml"/><Relationship Id="rId2" Type="http://schemas.openxmlformats.org/officeDocument/2006/relationships/tags" Target="../tags/tag1147.xml"/><Relationship Id="rId1" Type="http://schemas.openxmlformats.org/officeDocument/2006/relationships/tags" Target="../tags/tag1146.xml"/><Relationship Id="rId6" Type="http://schemas.openxmlformats.org/officeDocument/2006/relationships/slideLayout" Target="../slideLayouts/slideLayout2.xml"/><Relationship Id="rId5" Type="http://schemas.openxmlformats.org/officeDocument/2006/relationships/tags" Target="../tags/tag1150.xml"/><Relationship Id="rId4" Type="http://schemas.openxmlformats.org/officeDocument/2006/relationships/tags" Target="../tags/tag1149.xml"/></Relationships>
</file>

<file path=ppt/slides/_rels/slide84.xml.rels><?xml version="1.0" encoding="UTF-8" standalone="yes"?>
<Relationships xmlns="http://schemas.openxmlformats.org/package/2006/relationships"><Relationship Id="rId3" Type="http://schemas.openxmlformats.org/officeDocument/2006/relationships/notesSlide" Target="../notesSlides/notesSlide76.xml"/><Relationship Id="rId2" Type="http://schemas.openxmlformats.org/officeDocument/2006/relationships/slideLayout" Target="../slideLayouts/slideLayout3.xml"/><Relationship Id="rId1" Type="http://schemas.openxmlformats.org/officeDocument/2006/relationships/tags" Target="../tags/tag1151.xml"/></Relationships>
</file>

<file path=ppt/slides/_rels/slide85.xml.rels><?xml version="1.0" encoding="UTF-8" standalone="yes"?>
<Relationships xmlns="http://schemas.openxmlformats.org/package/2006/relationships"><Relationship Id="rId3" Type="http://schemas.openxmlformats.org/officeDocument/2006/relationships/notesSlide" Target="../notesSlides/notesSlide77.xml"/><Relationship Id="rId2" Type="http://schemas.openxmlformats.org/officeDocument/2006/relationships/slideLayout" Target="../slideLayouts/slideLayout2.xml"/><Relationship Id="rId1" Type="http://schemas.openxmlformats.org/officeDocument/2006/relationships/tags" Target="../tags/tag1152.xml"/></Relationships>
</file>

<file path=ppt/slides/_rels/slide86.xml.rels><?xml version="1.0" encoding="UTF-8" standalone="yes"?>
<Relationships xmlns="http://schemas.openxmlformats.org/package/2006/relationships"><Relationship Id="rId3" Type="http://schemas.openxmlformats.org/officeDocument/2006/relationships/notesSlide" Target="../notesSlides/notesSlide78.xml"/><Relationship Id="rId2" Type="http://schemas.openxmlformats.org/officeDocument/2006/relationships/slideLayout" Target="../slideLayouts/slideLayout2.xml"/><Relationship Id="rId1" Type="http://schemas.openxmlformats.org/officeDocument/2006/relationships/tags" Target="../tags/tag1153.xml"/></Relationships>
</file>

<file path=ppt/slides/_rels/slide87.xml.rels><?xml version="1.0" encoding="UTF-8" standalone="yes"?>
<Relationships xmlns="http://schemas.openxmlformats.org/package/2006/relationships"><Relationship Id="rId3" Type="http://schemas.openxmlformats.org/officeDocument/2006/relationships/notesSlide" Target="../notesSlides/notesSlide79.xml"/><Relationship Id="rId2" Type="http://schemas.openxmlformats.org/officeDocument/2006/relationships/slideLayout" Target="../slideLayouts/slideLayout2.xml"/><Relationship Id="rId1" Type="http://schemas.openxmlformats.org/officeDocument/2006/relationships/tags" Target="../tags/tag1154.xml"/></Relationships>
</file>

<file path=ppt/slides/_rels/slide88.xml.rels><?xml version="1.0" encoding="UTF-8" standalone="yes"?>
<Relationships xmlns="http://schemas.openxmlformats.org/package/2006/relationships"><Relationship Id="rId3" Type="http://schemas.openxmlformats.org/officeDocument/2006/relationships/notesSlide" Target="../notesSlides/notesSlide80.xml"/><Relationship Id="rId2" Type="http://schemas.openxmlformats.org/officeDocument/2006/relationships/slideLayout" Target="../slideLayouts/slideLayout2.xml"/><Relationship Id="rId1" Type="http://schemas.openxmlformats.org/officeDocument/2006/relationships/tags" Target="../tags/tag1155.xml"/></Relationships>
</file>

<file path=ppt/slides/_rels/slide89.xml.rels><?xml version="1.0" encoding="UTF-8" standalone="yes"?>
<Relationships xmlns="http://schemas.openxmlformats.org/package/2006/relationships"><Relationship Id="rId3" Type="http://schemas.openxmlformats.org/officeDocument/2006/relationships/notesSlide" Target="../notesSlides/notesSlide81.xml"/><Relationship Id="rId2" Type="http://schemas.openxmlformats.org/officeDocument/2006/relationships/slideLayout" Target="../slideLayouts/slideLayout2.xml"/><Relationship Id="rId1" Type="http://schemas.openxmlformats.org/officeDocument/2006/relationships/tags" Target="../tags/tag1156.xml"/></Relationships>
</file>

<file path=ppt/slides/_rels/slide90.xml.rels><?xml version="1.0" encoding="UTF-8" standalone="yes"?>
<Relationships xmlns="http://schemas.openxmlformats.org/package/2006/relationships"><Relationship Id="rId3" Type="http://schemas.openxmlformats.org/officeDocument/2006/relationships/notesSlide" Target="../notesSlides/notesSlide82.xml"/><Relationship Id="rId2" Type="http://schemas.openxmlformats.org/officeDocument/2006/relationships/slideLayout" Target="../slideLayouts/slideLayout2.xml"/><Relationship Id="rId1" Type="http://schemas.openxmlformats.org/officeDocument/2006/relationships/tags" Target="../tags/tag1157.xml"/></Relationships>
</file>

<file path=ppt/slides/_rels/slide91.xml.rels><?xml version="1.0" encoding="UTF-8" standalone="yes"?>
<Relationships xmlns="http://schemas.openxmlformats.org/package/2006/relationships"><Relationship Id="rId3" Type="http://schemas.openxmlformats.org/officeDocument/2006/relationships/notesSlide" Target="../notesSlides/notesSlide83.xml"/><Relationship Id="rId2" Type="http://schemas.openxmlformats.org/officeDocument/2006/relationships/slideLayout" Target="../slideLayouts/slideLayout2.xml"/><Relationship Id="rId1" Type="http://schemas.openxmlformats.org/officeDocument/2006/relationships/tags" Target="../tags/tag1158.xml"/></Relationships>
</file>

<file path=ppt/slides/_rels/slide92.xml.rels><?xml version="1.0" encoding="UTF-8" standalone="yes"?>
<Relationships xmlns="http://schemas.openxmlformats.org/package/2006/relationships"><Relationship Id="rId3" Type="http://schemas.openxmlformats.org/officeDocument/2006/relationships/notesSlide" Target="../notesSlides/notesSlide84.xml"/><Relationship Id="rId2" Type="http://schemas.openxmlformats.org/officeDocument/2006/relationships/slideLayout" Target="../slideLayouts/slideLayout2.xml"/><Relationship Id="rId1" Type="http://schemas.openxmlformats.org/officeDocument/2006/relationships/tags" Target="../tags/tag1159.xml"/></Relationships>
</file>

<file path=ppt/slides/_rels/slide93.xml.rels><?xml version="1.0" encoding="UTF-8" standalone="yes"?>
<Relationships xmlns="http://schemas.openxmlformats.org/package/2006/relationships"><Relationship Id="rId3" Type="http://schemas.openxmlformats.org/officeDocument/2006/relationships/notesSlide" Target="../notesSlides/notesSlide85.xml"/><Relationship Id="rId2" Type="http://schemas.openxmlformats.org/officeDocument/2006/relationships/slideLayout" Target="../slideLayouts/slideLayout6.xml"/><Relationship Id="rId1" Type="http://schemas.openxmlformats.org/officeDocument/2006/relationships/tags" Target="../tags/tag1160.xml"/><Relationship Id="rId4" Type="http://schemas.openxmlformats.org/officeDocument/2006/relationships/image" Target="../media/image61.png"/></Relationships>
</file>

<file path=ppt/slides/_rels/slide94.xml.rels><?xml version="1.0" encoding="UTF-8" standalone="yes"?>
<Relationships xmlns="http://schemas.openxmlformats.org/package/2006/relationships"><Relationship Id="rId3" Type="http://schemas.openxmlformats.org/officeDocument/2006/relationships/notesSlide" Target="../notesSlides/notesSlide86.xml"/><Relationship Id="rId2" Type="http://schemas.openxmlformats.org/officeDocument/2006/relationships/slideLayout" Target="../slideLayouts/slideLayout2.xml"/><Relationship Id="rId1" Type="http://schemas.openxmlformats.org/officeDocument/2006/relationships/tags" Target="../tags/tag1161.xml"/></Relationships>
</file>

<file path=ppt/slides/_rels/slide95.xml.rels><?xml version="1.0" encoding="UTF-8" standalone="yes"?>
<Relationships xmlns="http://schemas.openxmlformats.org/package/2006/relationships"><Relationship Id="rId3" Type="http://schemas.openxmlformats.org/officeDocument/2006/relationships/notesSlide" Target="../notesSlides/notesSlide87.xml"/><Relationship Id="rId2" Type="http://schemas.openxmlformats.org/officeDocument/2006/relationships/slideLayout" Target="../slideLayouts/slideLayout2.xml"/><Relationship Id="rId1" Type="http://schemas.openxmlformats.org/officeDocument/2006/relationships/tags" Target="../tags/tag1162.xml"/></Relationships>
</file>

<file path=ppt/slides/_rels/slide96.xml.rels><?xml version="1.0" encoding="UTF-8" standalone="yes"?>
<Relationships xmlns="http://schemas.openxmlformats.org/package/2006/relationships"><Relationship Id="rId3" Type="http://schemas.openxmlformats.org/officeDocument/2006/relationships/notesSlide" Target="../notesSlides/notesSlide88.xml"/><Relationship Id="rId2" Type="http://schemas.openxmlformats.org/officeDocument/2006/relationships/slideLayout" Target="../slideLayouts/slideLayout2.xml"/><Relationship Id="rId1" Type="http://schemas.openxmlformats.org/officeDocument/2006/relationships/tags" Target="../tags/tag1163.xml"/></Relationships>
</file>

<file path=ppt/slides/_rels/slide97.xml.rels><?xml version="1.0" encoding="UTF-8" standalone="yes"?>
<Relationships xmlns="http://schemas.openxmlformats.org/package/2006/relationships"><Relationship Id="rId3" Type="http://schemas.openxmlformats.org/officeDocument/2006/relationships/notesSlide" Target="../notesSlides/notesSlide89.xml"/><Relationship Id="rId2" Type="http://schemas.openxmlformats.org/officeDocument/2006/relationships/slideLayout" Target="../slideLayouts/slideLayout6.xml"/><Relationship Id="rId1" Type="http://schemas.openxmlformats.org/officeDocument/2006/relationships/tags" Target="../tags/tag1164.xml"/><Relationship Id="rId4" Type="http://schemas.openxmlformats.org/officeDocument/2006/relationships/image" Target="../media/image62.png"/></Relationships>
</file>

<file path=ppt/slides/_rels/slide98.xml.rels><?xml version="1.0" encoding="UTF-8" standalone="yes"?>
<Relationships xmlns="http://schemas.openxmlformats.org/package/2006/relationships"><Relationship Id="rId8" Type="http://schemas.openxmlformats.org/officeDocument/2006/relationships/tags" Target="../tags/tag1172.xml"/><Relationship Id="rId3" Type="http://schemas.openxmlformats.org/officeDocument/2006/relationships/tags" Target="../tags/tag1167.xml"/><Relationship Id="rId7" Type="http://schemas.openxmlformats.org/officeDocument/2006/relationships/tags" Target="../tags/tag1171.xml"/><Relationship Id="rId2" Type="http://schemas.openxmlformats.org/officeDocument/2006/relationships/tags" Target="../tags/tag1166.xml"/><Relationship Id="rId1" Type="http://schemas.openxmlformats.org/officeDocument/2006/relationships/tags" Target="../tags/tag1165.xml"/><Relationship Id="rId6" Type="http://schemas.openxmlformats.org/officeDocument/2006/relationships/tags" Target="../tags/tag1170.xml"/><Relationship Id="rId5" Type="http://schemas.openxmlformats.org/officeDocument/2006/relationships/tags" Target="../tags/tag1169.xml"/><Relationship Id="rId10" Type="http://schemas.openxmlformats.org/officeDocument/2006/relationships/notesSlide" Target="../notesSlides/notesSlide90.xml"/><Relationship Id="rId4" Type="http://schemas.openxmlformats.org/officeDocument/2006/relationships/tags" Target="../tags/tag1168.xml"/><Relationship Id="rId9"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8" Type="http://schemas.openxmlformats.org/officeDocument/2006/relationships/tags" Target="../tags/tag1180.xml"/><Relationship Id="rId13" Type="http://schemas.openxmlformats.org/officeDocument/2006/relationships/notesSlide" Target="../notesSlides/notesSlide91.xml"/><Relationship Id="rId3" Type="http://schemas.openxmlformats.org/officeDocument/2006/relationships/tags" Target="../tags/tag1175.xml"/><Relationship Id="rId7" Type="http://schemas.openxmlformats.org/officeDocument/2006/relationships/tags" Target="../tags/tag1179.xml"/><Relationship Id="rId12" Type="http://schemas.openxmlformats.org/officeDocument/2006/relationships/slideLayout" Target="../slideLayouts/slideLayout6.xml"/><Relationship Id="rId2" Type="http://schemas.openxmlformats.org/officeDocument/2006/relationships/tags" Target="../tags/tag1174.xml"/><Relationship Id="rId1" Type="http://schemas.openxmlformats.org/officeDocument/2006/relationships/tags" Target="../tags/tag1173.xml"/><Relationship Id="rId6" Type="http://schemas.openxmlformats.org/officeDocument/2006/relationships/tags" Target="../tags/tag1178.xml"/><Relationship Id="rId11" Type="http://schemas.openxmlformats.org/officeDocument/2006/relationships/tags" Target="../tags/tag1183.xml"/><Relationship Id="rId5" Type="http://schemas.openxmlformats.org/officeDocument/2006/relationships/tags" Target="../tags/tag1177.xml"/><Relationship Id="rId10" Type="http://schemas.openxmlformats.org/officeDocument/2006/relationships/tags" Target="../tags/tag1182.xml"/><Relationship Id="rId4" Type="http://schemas.openxmlformats.org/officeDocument/2006/relationships/tags" Target="../tags/tag1176.xml"/><Relationship Id="rId9" Type="http://schemas.openxmlformats.org/officeDocument/2006/relationships/tags" Target="../tags/tag1181.xml"/><Relationship Id="rId14" Type="http://schemas.openxmlformats.org/officeDocument/2006/relationships/image" Target="../media/image63.svg"/></Relationships>
</file>

<file path=ppt/slides/_rels/slide100.xml.rels><?xml version="1.0" encoding="UTF-8" standalone="yes"?>
<Relationships xmlns="http://schemas.openxmlformats.org/package/2006/relationships"><Relationship Id="rId8" Type="http://schemas.openxmlformats.org/officeDocument/2006/relationships/tags" Target="../tags/tag1191.xml"/><Relationship Id="rId13" Type="http://schemas.openxmlformats.org/officeDocument/2006/relationships/tags" Target="../tags/tag1196.xml"/><Relationship Id="rId3" Type="http://schemas.openxmlformats.org/officeDocument/2006/relationships/tags" Target="../tags/tag1186.xml"/><Relationship Id="rId7" Type="http://schemas.openxmlformats.org/officeDocument/2006/relationships/tags" Target="../tags/tag1190.xml"/><Relationship Id="rId12" Type="http://schemas.openxmlformats.org/officeDocument/2006/relationships/tags" Target="../tags/tag1195.xml"/><Relationship Id="rId17" Type="http://schemas.openxmlformats.org/officeDocument/2006/relationships/image" Target="../media/image63.svg"/><Relationship Id="rId2" Type="http://schemas.openxmlformats.org/officeDocument/2006/relationships/tags" Target="../tags/tag1185.xml"/><Relationship Id="rId16" Type="http://schemas.openxmlformats.org/officeDocument/2006/relationships/notesSlide" Target="../notesSlides/notesSlide92.xml"/><Relationship Id="rId1" Type="http://schemas.openxmlformats.org/officeDocument/2006/relationships/tags" Target="../tags/tag1184.xml"/><Relationship Id="rId6" Type="http://schemas.openxmlformats.org/officeDocument/2006/relationships/tags" Target="../tags/tag1189.xml"/><Relationship Id="rId11" Type="http://schemas.openxmlformats.org/officeDocument/2006/relationships/tags" Target="../tags/tag1194.xml"/><Relationship Id="rId5" Type="http://schemas.openxmlformats.org/officeDocument/2006/relationships/tags" Target="../tags/tag1188.xml"/><Relationship Id="rId15" Type="http://schemas.openxmlformats.org/officeDocument/2006/relationships/slideLayout" Target="../slideLayouts/slideLayout6.xml"/><Relationship Id="rId10" Type="http://schemas.openxmlformats.org/officeDocument/2006/relationships/tags" Target="../tags/tag1193.xml"/><Relationship Id="rId4" Type="http://schemas.openxmlformats.org/officeDocument/2006/relationships/tags" Target="../tags/tag1187.xml"/><Relationship Id="rId9" Type="http://schemas.openxmlformats.org/officeDocument/2006/relationships/tags" Target="../tags/tag1192.xml"/><Relationship Id="rId14" Type="http://schemas.openxmlformats.org/officeDocument/2006/relationships/tags" Target="../tags/tag1197.xml"/></Relationships>
</file>

<file path=ppt/slides/_rels/slide101.xml.rels><?xml version="1.0" encoding="UTF-8" standalone="yes"?>
<Relationships xmlns="http://schemas.openxmlformats.org/package/2006/relationships"><Relationship Id="rId8" Type="http://schemas.openxmlformats.org/officeDocument/2006/relationships/tags" Target="../tags/tag1205.xml"/><Relationship Id="rId13" Type="http://schemas.openxmlformats.org/officeDocument/2006/relationships/tags" Target="../tags/tag1210.xml"/><Relationship Id="rId18" Type="http://schemas.openxmlformats.org/officeDocument/2006/relationships/slideLayout" Target="../slideLayouts/slideLayout6.xml"/><Relationship Id="rId3" Type="http://schemas.openxmlformats.org/officeDocument/2006/relationships/tags" Target="../tags/tag1200.xml"/><Relationship Id="rId21" Type="http://schemas.openxmlformats.org/officeDocument/2006/relationships/image" Target="../media/image64.svg"/><Relationship Id="rId7" Type="http://schemas.openxmlformats.org/officeDocument/2006/relationships/tags" Target="../tags/tag1204.xml"/><Relationship Id="rId12" Type="http://schemas.openxmlformats.org/officeDocument/2006/relationships/tags" Target="../tags/tag1209.xml"/><Relationship Id="rId17" Type="http://schemas.openxmlformats.org/officeDocument/2006/relationships/tags" Target="../tags/tag1214.xml"/><Relationship Id="rId2" Type="http://schemas.openxmlformats.org/officeDocument/2006/relationships/tags" Target="../tags/tag1199.xml"/><Relationship Id="rId16" Type="http://schemas.openxmlformats.org/officeDocument/2006/relationships/tags" Target="../tags/tag1213.xml"/><Relationship Id="rId20" Type="http://schemas.openxmlformats.org/officeDocument/2006/relationships/image" Target="../media/image63.svg"/><Relationship Id="rId1" Type="http://schemas.openxmlformats.org/officeDocument/2006/relationships/tags" Target="../tags/tag1198.xml"/><Relationship Id="rId6" Type="http://schemas.openxmlformats.org/officeDocument/2006/relationships/tags" Target="../tags/tag1203.xml"/><Relationship Id="rId11" Type="http://schemas.openxmlformats.org/officeDocument/2006/relationships/tags" Target="../tags/tag1208.xml"/><Relationship Id="rId5" Type="http://schemas.openxmlformats.org/officeDocument/2006/relationships/tags" Target="../tags/tag1202.xml"/><Relationship Id="rId15" Type="http://schemas.openxmlformats.org/officeDocument/2006/relationships/tags" Target="../tags/tag1212.xml"/><Relationship Id="rId10" Type="http://schemas.openxmlformats.org/officeDocument/2006/relationships/tags" Target="../tags/tag1207.xml"/><Relationship Id="rId19" Type="http://schemas.openxmlformats.org/officeDocument/2006/relationships/notesSlide" Target="../notesSlides/notesSlide93.xml"/><Relationship Id="rId4" Type="http://schemas.openxmlformats.org/officeDocument/2006/relationships/tags" Target="../tags/tag1201.xml"/><Relationship Id="rId9" Type="http://schemas.openxmlformats.org/officeDocument/2006/relationships/tags" Target="../tags/tag1206.xml"/><Relationship Id="rId14" Type="http://schemas.openxmlformats.org/officeDocument/2006/relationships/tags" Target="../tags/tag1211.xml"/></Relationships>
</file>

<file path=ppt/slides/_rels/slide102.xml.rels><?xml version="1.0" encoding="UTF-8" standalone="yes"?>
<Relationships xmlns="http://schemas.openxmlformats.org/package/2006/relationships"><Relationship Id="rId8" Type="http://schemas.openxmlformats.org/officeDocument/2006/relationships/tags" Target="../tags/tag1222.xml"/><Relationship Id="rId13" Type="http://schemas.openxmlformats.org/officeDocument/2006/relationships/tags" Target="../tags/tag1227.xml"/><Relationship Id="rId18" Type="http://schemas.openxmlformats.org/officeDocument/2006/relationships/tags" Target="../tags/tag1232.xml"/><Relationship Id="rId26" Type="http://schemas.openxmlformats.org/officeDocument/2006/relationships/image" Target="../media/image65.svg"/><Relationship Id="rId3" Type="http://schemas.openxmlformats.org/officeDocument/2006/relationships/tags" Target="../tags/tag1217.xml"/><Relationship Id="rId21" Type="http://schemas.openxmlformats.org/officeDocument/2006/relationships/tags" Target="../tags/tag1235.xml"/><Relationship Id="rId7" Type="http://schemas.openxmlformats.org/officeDocument/2006/relationships/tags" Target="../tags/tag1221.xml"/><Relationship Id="rId12" Type="http://schemas.openxmlformats.org/officeDocument/2006/relationships/tags" Target="../tags/tag1226.xml"/><Relationship Id="rId17" Type="http://schemas.openxmlformats.org/officeDocument/2006/relationships/tags" Target="../tags/tag1231.xml"/><Relationship Id="rId25" Type="http://schemas.openxmlformats.org/officeDocument/2006/relationships/image" Target="../media/image64.svg"/><Relationship Id="rId2" Type="http://schemas.openxmlformats.org/officeDocument/2006/relationships/tags" Target="../tags/tag1216.xml"/><Relationship Id="rId16" Type="http://schemas.openxmlformats.org/officeDocument/2006/relationships/tags" Target="../tags/tag1230.xml"/><Relationship Id="rId20" Type="http://schemas.openxmlformats.org/officeDocument/2006/relationships/tags" Target="../tags/tag1234.xml"/><Relationship Id="rId1" Type="http://schemas.openxmlformats.org/officeDocument/2006/relationships/tags" Target="../tags/tag1215.xml"/><Relationship Id="rId6" Type="http://schemas.openxmlformats.org/officeDocument/2006/relationships/tags" Target="../tags/tag1220.xml"/><Relationship Id="rId11" Type="http://schemas.openxmlformats.org/officeDocument/2006/relationships/tags" Target="../tags/tag1225.xml"/><Relationship Id="rId24" Type="http://schemas.openxmlformats.org/officeDocument/2006/relationships/image" Target="../media/image63.svg"/><Relationship Id="rId5" Type="http://schemas.openxmlformats.org/officeDocument/2006/relationships/tags" Target="../tags/tag1219.xml"/><Relationship Id="rId15" Type="http://schemas.openxmlformats.org/officeDocument/2006/relationships/tags" Target="../tags/tag1229.xml"/><Relationship Id="rId23" Type="http://schemas.openxmlformats.org/officeDocument/2006/relationships/notesSlide" Target="../notesSlides/notesSlide94.xml"/><Relationship Id="rId10" Type="http://schemas.openxmlformats.org/officeDocument/2006/relationships/tags" Target="../tags/tag1224.xml"/><Relationship Id="rId19" Type="http://schemas.openxmlformats.org/officeDocument/2006/relationships/tags" Target="../tags/tag1233.xml"/><Relationship Id="rId4" Type="http://schemas.openxmlformats.org/officeDocument/2006/relationships/tags" Target="../tags/tag1218.xml"/><Relationship Id="rId9" Type="http://schemas.openxmlformats.org/officeDocument/2006/relationships/tags" Target="../tags/tag1223.xml"/><Relationship Id="rId14" Type="http://schemas.openxmlformats.org/officeDocument/2006/relationships/tags" Target="../tags/tag1228.xml"/><Relationship Id="rId22" Type="http://schemas.openxmlformats.org/officeDocument/2006/relationships/slideLayout" Target="../slideLayouts/slideLayout6.xml"/><Relationship Id="rId27" Type="http://schemas.openxmlformats.org/officeDocument/2006/relationships/image" Target="../media/image66.svg"/></Relationships>
</file>

<file path=ppt/slides/_rels/slide103.xml.rels><?xml version="1.0" encoding="UTF-8" standalone="yes"?>
<Relationships xmlns="http://schemas.openxmlformats.org/package/2006/relationships"><Relationship Id="rId8" Type="http://schemas.openxmlformats.org/officeDocument/2006/relationships/tags" Target="../tags/tag1243.xml"/><Relationship Id="rId13" Type="http://schemas.openxmlformats.org/officeDocument/2006/relationships/tags" Target="../tags/tag1248.xml"/><Relationship Id="rId18" Type="http://schemas.openxmlformats.org/officeDocument/2006/relationships/tags" Target="../tags/tag1253.xml"/><Relationship Id="rId26" Type="http://schemas.openxmlformats.org/officeDocument/2006/relationships/notesSlide" Target="../notesSlides/notesSlide95.xml"/><Relationship Id="rId3" Type="http://schemas.openxmlformats.org/officeDocument/2006/relationships/tags" Target="../tags/tag1238.xml"/><Relationship Id="rId21" Type="http://schemas.openxmlformats.org/officeDocument/2006/relationships/tags" Target="../tags/tag1256.xml"/><Relationship Id="rId7" Type="http://schemas.openxmlformats.org/officeDocument/2006/relationships/tags" Target="../tags/tag1242.xml"/><Relationship Id="rId12" Type="http://schemas.openxmlformats.org/officeDocument/2006/relationships/tags" Target="../tags/tag1247.xml"/><Relationship Id="rId17" Type="http://schemas.openxmlformats.org/officeDocument/2006/relationships/tags" Target="../tags/tag1252.xml"/><Relationship Id="rId25" Type="http://schemas.openxmlformats.org/officeDocument/2006/relationships/slideLayout" Target="../slideLayouts/slideLayout6.xml"/><Relationship Id="rId2" Type="http://schemas.openxmlformats.org/officeDocument/2006/relationships/tags" Target="../tags/tag1237.xml"/><Relationship Id="rId16" Type="http://schemas.openxmlformats.org/officeDocument/2006/relationships/tags" Target="../tags/tag1251.xml"/><Relationship Id="rId20" Type="http://schemas.openxmlformats.org/officeDocument/2006/relationships/tags" Target="../tags/tag1255.xml"/><Relationship Id="rId29" Type="http://schemas.openxmlformats.org/officeDocument/2006/relationships/image" Target="../media/image65.svg"/><Relationship Id="rId1" Type="http://schemas.openxmlformats.org/officeDocument/2006/relationships/tags" Target="../tags/tag1236.xml"/><Relationship Id="rId6" Type="http://schemas.openxmlformats.org/officeDocument/2006/relationships/tags" Target="../tags/tag1241.xml"/><Relationship Id="rId11" Type="http://schemas.openxmlformats.org/officeDocument/2006/relationships/tags" Target="../tags/tag1246.xml"/><Relationship Id="rId24" Type="http://schemas.openxmlformats.org/officeDocument/2006/relationships/tags" Target="../tags/tag1259.xml"/><Relationship Id="rId5" Type="http://schemas.openxmlformats.org/officeDocument/2006/relationships/tags" Target="../tags/tag1240.xml"/><Relationship Id="rId15" Type="http://schemas.openxmlformats.org/officeDocument/2006/relationships/tags" Target="../tags/tag1250.xml"/><Relationship Id="rId23" Type="http://schemas.openxmlformats.org/officeDocument/2006/relationships/tags" Target="../tags/tag1258.xml"/><Relationship Id="rId28" Type="http://schemas.openxmlformats.org/officeDocument/2006/relationships/image" Target="../media/image64.svg"/><Relationship Id="rId10" Type="http://schemas.openxmlformats.org/officeDocument/2006/relationships/tags" Target="../tags/tag1245.xml"/><Relationship Id="rId19" Type="http://schemas.openxmlformats.org/officeDocument/2006/relationships/tags" Target="../tags/tag1254.xml"/><Relationship Id="rId4" Type="http://schemas.openxmlformats.org/officeDocument/2006/relationships/tags" Target="../tags/tag1239.xml"/><Relationship Id="rId9" Type="http://schemas.openxmlformats.org/officeDocument/2006/relationships/tags" Target="../tags/tag1244.xml"/><Relationship Id="rId14" Type="http://schemas.openxmlformats.org/officeDocument/2006/relationships/tags" Target="../tags/tag1249.xml"/><Relationship Id="rId22" Type="http://schemas.openxmlformats.org/officeDocument/2006/relationships/tags" Target="../tags/tag1257.xml"/><Relationship Id="rId27" Type="http://schemas.openxmlformats.org/officeDocument/2006/relationships/image" Target="../media/image63.svg"/><Relationship Id="rId30" Type="http://schemas.openxmlformats.org/officeDocument/2006/relationships/image" Target="../media/image66.svg"/></Relationships>
</file>

<file path=ppt/slides/_rels/slide104.xml.rels><?xml version="1.0" encoding="UTF-8" standalone="yes"?>
<Relationships xmlns="http://schemas.openxmlformats.org/package/2006/relationships"><Relationship Id="rId13" Type="http://schemas.openxmlformats.org/officeDocument/2006/relationships/tags" Target="../tags/tag1272.xml"/><Relationship Id="rId18" Type="http://schemas.openxmlformats.org/officeDocument/2006/relationships/tags" Target="../tags/tag1277.xml"/><Relationship Id="rId26" Type="http://schemas.openxmlformats.org/officeDocument/2006/relationships/tags" Target="../tags/tag1285.xml"/><Relationship Id="rId3" Type="http://schemas.openxmlformats.org/officeDocument/2006/relationships/tags" Target="../tags/tag1262.xml"/><Relationship Id="rId21" Type="http://schemas.openxmlformats.org/officeDocument/2006/relationships/tags" Target="../tags/tag1280.xml"/><Relationship Id="rId34" Type="http://schemas.openxmlformats.org/officeDocument/2006/relationships/image" Target="../media/image65.svg"/><Relationship Id="rId7" Type="http://schemas.openxmlformats.org/officeDocument/2006/relationships/tags" Target="../tags/tag1266.xml"/><Relationship Id="rId12" Type="http://schemas.openxmlformats.org/officeDocument/2006/relationships/tags" Target="../tags/tag1271.xml"/><Relationship Id="rId17" Type="http://schemas.openxmlformats.org/officeDocument/2006/relationships/tags" Target="../tags/tag1276.xml"/><Relationship Id="rId25" Type="http://schemas.openxmlformats.org/officeDocument/2006/relationships/tags" Target="../tags/tag1284.xml"/><Relationship Id="rId33" Type="http://schemas.openxmlformats.org/officeDocument/2006/relationships/image" Target="../media/image64.svg"/><Relationship Id="rId2" Type="http://schemas.openxmlformats.org/officeDocument/2006/relationships/tags" Target="../tags/tag1261.xml"/><Relationship Id="rId16" Type="http://schemas.openxmlformats.org/officeDocument/2006/relationships/tags" Target="../tags/tag1275.xml"/><Relationship Id="rId20" Type="http://schemas.openxmlformats.org/officeDocument/2006/relationships/tags" Target="../tags/tag1279.xml"/><Relationship Id="rId29" Type="http://schemas.openxmlformats.org/officeDocument/2006/relationships/tags" Target="../tags/tag1288.xml"/><Relationship Id="rId1" Type="http://schemas.openxmlformats.org/officeDocument/2006/relationships/tags" Target="../tags/tag1260.xml"/><Relationship Id="rId6" Type="http://schemas.openxmlformats.org/officeDocument/2006/relationships/tags" Target="../tags/tag1265.xml"/><Relationship Id="rId11" Type="http://schemas.openxmlformats.org/officeDocument/2006/relationships/tags" Target="../tags/tag1270.xml"/><Relationship Id="rId24" Type="http://schemas.openxmlformats.org/officeDocument/2006/relationships/tags" Target="../tags/tag1283.xml"/><Relationship Id="rId32" Type="http://schemas.openxmlformats.org/officeDocument/2006/relationships/image" Target="../media/image63.svg"/><Relationship Id="rId5" Type="http://schemas.openxmlformats.org/officeDocument/2006/relationships/tags" Target="../tags/tag1264.xml"/><Relationship Id="rId15" Type="http://schemas.openxmlformats.org/officeDocument/2006/relationships/tags" Target="../tags/tag1274.xml"/><Relationship Id="rId23" Type="http://schemas.openxmlformats.org/officeDocument/2006/relationships/tags" Target="../tags/tag1282.xml"/><Relationship Id="rId28" Type="http://schemas.openxmlformats.org/officeDocument/2006/relationships/tags" Target="../tags/tag1287.xml"/><Relationship Id="rId10" Type="http://schemas.openxmlformats.org/officeDocument/2006/relationships/tags" Target="../tags/tag1269.xml"/><Relationship Id="rId19" Type="http://schemas.openxmlformats.org/officeDocument/2006/relationships/tags" Target="../tags/tag1278.xml"/><Relationship Id="rId31" Type="http://schemas.openxmlformats.org/officeDocument/2006/relationships/notesSlide" Target="../notesSlides/notesSlide96.xml"/><Relationship Id="rId4" Type="http://schemas.openxmlformats.org/officeDocument/2006/relationships/tags" Target="../tags/tag1263.xml"/><Relationship Id="rId9" Type="http://schemas.openxmlformats.org/officeDocument/2006/relationships/tags" Target="../tags/tag1268.xml"/><Relationship Id="rId14" Type="http://schemas.openxmlformats.org/officeDocument/2006/relationships/tags" Target="../tags/tag1273.xml"/><Relationship Id="rId22" Type="http://schemas.openxmlformats.org/officeDocument/2006/relationships/tags" Target="../tags/tag1281.xml"/><Relationship Id="rId27" Type="http://schemas.openxmlformats.org/officeDocument/2006/relationships/tags" Target="../tags/tag1286.xml"/><Relationship Id="rId30" Type="http://schemas.openxmlformats.org/officeDocument/2006/relationships/slideLayout" Target="../slideLayouts/slideLayout6.xml"/><Relationship Id="rId35" Type="http://schemas.openxmlformats.org/officeDocument/2006/relationships/image" Target="../media/image66.svg"/><Relationship Id="rId8" Type="http://schemas.openxmlformats.org/officeDocument/2006/relationships/tags" Target="../tags/tag1267.xml"/></Relationships>
</file>

<file path=ppt/slides/_rels/slide105.xml.rels><?xml version="1.0" encoding="UTF-8" standalone="yes"?>
<Relationships xmlns="http://schemas.openxmlformats.org/package/2006/relationships"><Relationship Id="rId13" Type="http://schemas.openxmlformats.org/officeDocument/2006/relationships/tags" Target="../tags/tag1301.xml"/><Relationship Id="rId18" Type="http://schemas.openxmlformats.org/officeDocument/2006/relationships/tags" Target="../tags/tag1306.xml"/><Relationship Id="rId26" Type="http://schemas.openxmlformats.org/officeDocument/2006/relationships/tags" Target="../tags/tag1314.xml"/><Relationship Id="rId21" Type="http://schemas.openxmlformats.org/officeDocument/2006/relationships/tags" Target="../tags/tag1309.xml"/><Relationship Id="rId34" Type="http://schemas.openxmlformats.org/officeDocument/2006/relationships/notesSlide" Target="../notesSlides/notesSlide97.xml"/><Relationship Id="rId7" Type="http://schemas.openxmlformats.org/officeDocument/2006/relationships/tags" Target="../tags/tag1295.xml"/><Relationship Id="rId12" Type="http://schemas.openxmlformats.org/officeDocument/2006/relationships/tags" Target="../tags/tag1300.xml"/><Relationship Id="rId17" Type="http://schemas.openxmlformats.org/officeDocument/2006/relationships/tags" Target="../tags/tag1305.xml"/><Relationship Id="rId25" Type="http://schemas.openxmlformats.org/officeDocument/2006/relationships/tags" Target="../tags/tag1313.xml"/><Relationship Id="rId33" Type="http://schemas.openxmlformats.org/officeDocument/2006/relationships/slideLayout" Target="../slideLayouts/slideLayout6.xml"/><Relationship Id="rId38" Type="http://schemas.openxmlformats.org/officeDocument/2006/relationships/image" Target="../media/image66.svg"/><Relationship Id="rId2" Type="http://schemas.openxmlformats.org/officeDocument/2006/relationships/tags" Target="../tags/tag1290.xml"/><Relationship Id="rId16" Type="http://schemas.openxmlformats.org/officeDocument/2006/relationships/tags" Target="../tags/tag1304.xml"/><Relationship Id="rId20" Type="http://schemas.openxmlformats.org/officeDocument/2006/relationships/tags" Target="../tags/tag1308.xml"/><Relationship Id="rId29" Type="http://schemas.openxmlformats.org/officeDocument/2006/relationships/tags" Target="../tags/tag1317.xml"/><Relationship Id="rId1" Type="http://schemas.openxmlformats.org/officeDocument/2006/relationships/tags" Target="../tags/tag1289.xml"/><Relationship Id="rId6" Type="http://schemas.openxmlformats.org/officeDocument/2006/relationships/tags" Target="../tags/tag1294.xml"/><Relationship Id="rId11" Type="http://schemas.openxmlformats.org/officeDocument/2006/relationships/tags" Target="../tags/tag1299.xml"/><Relationship Id="rId24" Type="http://schemas.openxmlformats.org/officeDocument/2006/relationships/tags" Target="../tags/tag1312.xml"/><Relationship Id="rId32" Type="http://schemas.openxmlformats.org/officeDocument/2006/relationships/tags" Target="../tags/tag1320.xml"/><Relationship Id="rId37" Type="http://schemas.openxmlformats.org/officeDocument/2006/relationships/image" Target="../media/image65.svg"/><Relationship Id="rId5" Type="http://schemas.openxmlformats.org/officeDocument/2006/relationships/tags" Target="../tags/tag1293.xml"/><Relationship Id="rId15" Type="http://schemas.openxmlformats.org/officeDocument/2006/relationships/tags" Target="../tags/tag1303.xml"/><Relationship Id="rId23" Type="http://schemas.openxmlformats.org/officeDocument/2006/relationships/tags" Target="../tags/tag1311.xml"/><Relationship Id="rId28" Type="http://schemas.openxmlformats.org/officeDocument/2006/relationships/tags" Target="../tags/tag1316.xml"/><Relationship Id="rId36" Type="http://schemas.openxmlformats.org/officeDocument/2006/relationships/image" Target="../media/image64.svg"/><Relationship Id="rId10" Type="http://schemas.openxmlformats.org/officeDocument/2006/relationships/tags" Target="../tags/tag1298.xml"/><Relationship Id="rId19" Type="http://schemas.openxmlformats.org/officeDocument/2006/relationships/tags" Target="../tags/tag1307.xml"/><Relationship Id="rId31" Type="http://schemas.openxmlformats.org/officeDocument/2006/relationships/tags" Target="../tags/tag1319.xml"/><Relationship Id="rId4" Type="http://schemas.openxmlformats.org/officeDocument/2006/relationships/tags" Target="../tags/tag1292.xml"/><Relationship Id="rId9" Type="http://schemas.openxmlformats.org/officeDocument/2006/relationships/tags" Target="../tags/tag1297.xml"/><Relationship Id="rId14" Type="http://schemas.openxmlformats.org/officeDocument/2006/relationships/tags" Target="../tags/tag1302.xml"/><Relationship Id="rId22" Type="http://schemas.openxmlformats.org/officeDocument/2006/relationships/tags" Target="../tags/tag1310.xml"/><Relationship Id="rId27" Type="http://schemas.openxmlformats.org/officeDocument/2006/relationships/tags" Target="../tags/tag1315.xml"/><Relationship Id="rId30" Type="http://schemas.openxmlformats.org/officeDocument/2006/relationships/tags" Target="../tags/tag1318.xml"/><Relationship Id="rId35" Type="http://schemas.openxmlformats.org/officeDocument/2006/relationships/image" Target="../media/image63.svg"/><Relationship Id="rId8" Type="http://schemas.openxmlformats.org/officeDocument/2006/relationships/tags" Target="../tags/tag1296.xml"/><Relationship Id="rId3" Type="http://schemas.openxmlformats.org/officeDocument/2006/relationships/tags" Target="../tags/tag1291.xml"/></Relationships>
</file>

<file path=ppt/slides/_rels/slide106.xml.rels><?xml version="1.0" encoding="UTF-8" standalone="yes"?>
<Relationships xmlns="http://schemas.openxmlformats.org/package/2006/relationships"><Relationship Id="rId13" Type="http://schemas.openxmlformats.org/officeDocument/2006/relationships/tags" Target="../tags/tag1333.xml"/><Relationship Id="rId18" Type="http://schemas.openxmlformats.org/officeDocument/2006/relationships/tags" Target="../tags/tag1338.xml"/><Relationship Id="rId26" Type="http://schemas.openxmlformats.org/officeDocument/2006/relationships/tags" Target="../tags/tag1346.xml"/><Relationship Id="rId39" Type="http://schemas.openxmlformats.org/officeDocument/2006/relationships/notesSlide" Target="../notesSlides/notesSlide98.xml"/><Relationship Id="rId21" Type="http://schemas.openxmlformats.org/officeDocument/2006/relationships/tags" Target="../tags/tag1341.xml"/><Relationship Id="rId34" Type="http://schemas.openxmlformats.org/officeDocument/2006/relationships/tags" Target="../tags/tag1354.xml"/><Relationship Id="rId42" Type="http://schemas.openxmlformats.org/officeDocument/2006/relationships/image" Target="../media/image67.svg"/><Relationship Id="rId7" Type="http://schemas.openxmlformats.org/officeDocument/2006/relationships/tags" Target="../tags/tag1327.xml"/><Relationship Id="rId2" Type="http://schemas.openxmlformats.org/officeDocument/2006/relationships/tags" Target="../tags/tag1322.xml"/><Relationship Id="rId16" Type="http://schemas.openxmlformats.org/officeDocument/2006/relationships/tags" Target="../tags/tag1336.xml"/><Relationship Id="rId20" Type="http://schemas.openxmlformats.org/officeDocument/2006/relationships/tags" Target="../tags/tag1340.xml"/><Relationship Id="rId29" Type="http://schemas.openxmlformats.org/officeDocument/2006/relationships/tags" Target="../tags/tag1349.xml"/><Relationship Id="rId41" Type="http://schemas.openxmlformats.org/officeDocument/2006/relationships/image" Target="../media/image64.svg"/><Relationship Id="rId1" Type="http://schemas.openxmlformats.org/officeDocument/2006/relationships/tags" Target="../tags/tag1321.xml"/><Relationship Id="rId6" Type="http://schemas.openxmlformats.org/officeDocument/2006/relationships/tags" Target="../tags/tag1326.xml"/><Relationship Id="rId11" Type="http://schemas.openxmlformats.org/officeDocument/2006/relationships/tags" Target="../tags/tag1331.xml"/><Relationship Id="rId24" Type="http://schemas.openxmlformats.org/officeDocument/2006/relationships/tags" Target="../tags/tag1344.xml"/><Relationship Id="rId32" Type="http://schemas.openxmlformats.org/officeDocument/2006/relationships/tags" Target="../tags/tag1352.xml"/><Relationship Id="rId37" Type="http://schemas.openxmlformats.org/officeDocument/2006/relationships/tags" Target="../tags/tag1357.xml"/><Relationship Id="rId40" Type="http://schemas.openxmlformats.org/officeDocument/2006/relationships/image" Target="../media/image63.svg"/><Relationship Id="rId5" Type="http://schemas.openxmlformats.org/officeDocument/2006/relationships/tags" Target="../tags/tag1325.xml"/><Relationship Id="rId15" Type="http://schemas.openxmlformats.org/officeDocument/2006/relationships/tags" Target="../tags/tag1335.xml"/><Relationship Id="rId23" Type="http://schemas.openxmlformats.org/officeDocument/2006/relationships/tags" Target="../tags/tag1343.xml"/><Relationship Id="rId28" Type="http://schemas.openxmlformats.org/officeDocument/2006/relationships/tags" Target="../tags/tag1348.xml"/><Relationship Id="rId36" Type="http://schemas.openxmlformats.org/officeDocument/2006/relationships/tags" Target="../tags/tag1356.xml"/><Relationship Id="rId10" Type="http://schemas.openxmlformats.org/officeDocument/2006/relationships/tags" Target="../tags/tag1330.xml"/><Relationship Id="rId19" Type="http://schemas.openxmlformats.org/officeDocument/2006/relationships/tags" Target="../tags/tag1339.xml"/><Relationship Id="rId31" Type="http://schemas.openxmlformats.org/officeDocument/2006/relationships/tags" Target="../tags/tag1351.xml"/><Relationship Id="rId44" Type="http://schemas.openxmlformats.org/officeDocument/2006/relationships/image" Target="../media/image66.svg"/><Relationship Id="rId4" Type="http://schemas.openxmlformats.org/officeDocument/2006/relationships/tags" Target="../tags/tag1324.xml"/><Relationship Id="rId9" Type="http://schemas.openxmlformats.org/officeDocument/2006/relationships/tags" Target="../tags/tag1329.xml"/><Relationship Id="rId14" Type="http://schemas.openxmlformats.org/officeDocument/2006/relationships/tags" Target="../tags/tag1334.xml"/><Relationship Id="rId22" Type="http://schemas.openxmlformats.org/officeDocument/2006/relationships/tags" Target="../tags/tag1342.xml"/><Relationship Id="rId27" Type="http://schemas.openxmlformats.org/officeDocument/2006/relationships/tags" Target="../tags/tag1347.xml"/><Relationship Id="rId30" Type="http://schemas.openxmlformats.org/officeDocument/2006/relationships/tags" Target="../tags/tag1350.xml"/><Relationship Id="rId35" Type="http://schemas.openxmlformats.org/officeDocument/2006/relationships/tags" Target="../tags/tag1355.xml"/><Relationship Id="rId43" Type="http://schemas.openxmlformats.org/officeDocument/2006/relationships/image" Target="../media/image65.svg"/><Relationship Id="rId8" Type="http://schemas.openxmlformats.org/officeDocument/2006/relationships/tags" Target="../tags/tag1328.xml"/><Relationship Id="rId3" Type="http://schemas.openxmlformats.org/officeDocument/2006/relationships/tags" Target="../tags/tag1323.xml"/><Relationship Id="rId12" Type="http://schemas.openxmlformats.org/officeDocument/2006/relationships/tags" Target="../tags/tag1332.xml"/><Relationship Id="rId17" Type="http://schemas.openxmlformats.org/officeDocument/2006/relationships/tags" Target="../tags/tag1337.xml"/><Relationship Id="rId25" Type="http://schemas.openxmlformats.org/officeDocument/2006/relationships/tags" Target="../tags/tag1345.xml"/><Relationship Id="rId33" Type="http://schemas.openxmlformats.org/officeDocument/2006/relationships/tags" Target="../tags/tag1353.xml"/><Relationship Id="rId38"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3" Type="http://schemas.openxmlformats.org/officeDocument/2006/relationships/tags" Target="../tags/tag1370.xml"/><Relationship Id="rId18" Type="http://schemas.openxmlformats.org/officeDocument/2006/relationships/tags" Target="../tags/tag1375.xml"/><Relationship Id="rId26" Type="http://schemas.openxmlformats.org/officeDocument/2006/relationships/tags" Target="../tags/tag1383.xml"/><Relationship Id="rId39" Type="http://schemas.openxmlformats.org/officeDocument/2006/relationships/tags" Target="../tags/tag1396.xml"/><Relationship Id="rId21" Type="http://schemas.openxmlformats.org/officeDocument/2006/relationships/tags" Target="../tags/tag1378.xml"/><Relationship Id="rId34" Type="http://schemas.openxmlformats.org/officeDocument/2006/relationships/tags" Target="../tags/tag1391.xml"/><Relationship Id="rId42" Type="http://schemas.openxmlformats.org/officeDocument/2006/relationships/slideLayout" Target="../slideLayouts/slideLayout6.xml"/><Relationship Id="rId47" Type="http://schemas.openxmlformats.org/officeDocument/2006/relationships/image" Target="../media/image65.svg"/><Relationship Id="rId7" Type="http://schemas.openxmlformats.org/officeDocument/2006/relationships/tags" Target="../tags/tag1364.xml"/><Relationship Id="rId2" Type="http://schemas.openxmlformats.org/officeDocument/2006/relationships/tags" Target="../tags/tag1359.xml"/><Relationship Id="rId16" Type="http://schemas.openxmlformats.org/officeDocument/2006/relationships/tags" Target="../tags/tag1373.xml"/><Relationship Id="rId29" Type="http://schemas.openxmlformats.org/officeDocument/2006/relationships/tags" Target="../tags/tag1386.xml"/><Relationship Id="rId11" Type="http://schemas.openxmlformats.org/officeDocument/2006/relationships/tags" Target="../tags/tag1368.xml"/><Relationship Id="rId24" Type="http://schemas.openxmlformats.org/officeDocument/2006/relationships/tags" Target="../tags/tag1381.xml"/><Relationship Id="rId32" Type="http://schemas.openxmlformats.org/officeDocument/2006/relationships/tags" Target="../tags/tag1389.xml"/><Relationship Id="rId37" Type="http://schemas.openxmlformats.org/officeDocument/2006/relationships/tags" Target="../tags/tag1394.xml"/><Relationship Id="rId40" Type="http://schemas.openxmlformats.org/officeDocument/2006/relationships/tags" Target="../tags/tag1397.xml"/><Relationship Id="rId45" Type="http://schemas.openxmlformats.org/officeDocument/2006/relationships/image" Target="../media/image64.svg"/><Relationship Id="rId5" Type="http://schemas.openxmlformats.org/officeDocument/2006/relationships/tags" Target="../tags/tag1362.xml"/><Relationship Id="rId15" Type="http://schemas.openxmlformats.org/officeDocument/2006/relationships/tags" Target="../tags/tag1372.xml"/><Relationship Id="rId23" Type="http://schemas.openxmlformats.org/officeDocument/2006/relationships/tags" Target="../tags/tag1380.xml"/><Relationship Id="rId28" Type="http://schemas.openxmlformats.org/officeDocument/2006/relationships/tags" Target="../tags/tag1385.xml"/><Relationship Id="rId36" Type="http://schemas.openxmlformats.org/officeDocument/2006/relationships/tags" Target="../tags/tag1393.xml"/><Relationship Id="rId49" Type="http://schemas.openxmlformats.org/officeDocument/2006/relationships/image" Target="../media/image66.svg"/><Relationship Id="rId10" Type="http://schemas.openxmlformats.org/officeDocument/2006/relationships/tags" Target="../tags/tag1367.xml"/><Relationship Id="rId19" Type="http://schemas.openxmlformats.org/officeDocument/2006/relationships/tags" Target="../tags/tag1376.xml"/><Relationship Id="rId31" Type="http://schemas.openxmlformats.org/officeDocument/2006/relationships/tags" Target="../tags/tag1388.xml"/><Relationship Id="rId44" Type="http://schemas.openxmlformats.org/officeDocument/2006/relationships/image" Target="../media/image63.svg"/><Relationship Id="rId4" Type="http://schemas.openxmlformats.org/officeDocument/2006/relationships/tags" Target="../tags/tag1361.xml"/><Relationship Id="rId9" Type="http://schemas.openxmlformats.org/officeDocument/2006/relationships/tags" Target="../tags/tag1366.xml"/><Relationship Id="rId14" Type="http://schemas.openxmlformats.org/officeDocument/2006/relationships/tags" Target="../tags/tag1371.xml"/><Relationship Id="rId22" Type="http://schemas.openxmlformats.org/officeDocument/2006/relationships/tags" Target="../tags/tag1379.xml"/><Relationship Id="rId27" Type="http://schemas.openxmlformats.org/officeDocument/2006/relationships/tags" Target="../tags/tag1384.xml"/><Relationship Id="rId30" Type="http://schemas.openxmlformats.org/officeDocument/2006/relationships/tags" Target="../tags/tag1387.xml"/><Relationship Id="rId35" Type="http://schemas.openxmlformats.org/officeDocument/2006/relationships/tags" Target="../tags/tag1392.xml"/><Relationship Id="rId43" Type="http://schemas.openxmlformats.org/officeDocument/2006/relationships/notesSlide" Target="../notesSlides/notesSlide99.xml"/><Relationship Id="rId48" Type="http://schemas.openxmlformats.org/officeDocument/2006/relationships/image" Target="../media/image68.svg"/><Relationship Id="rId8" Type="http://schemas.openxmlformats.org/officeDocument/2006/relationships/tags" Target="../tags/tag1365.xml"/><Relationship Id="rId3" Type="http://schemas.openxmlformats.org/officeDocument/2006/relationships/tags" Target="../tags/tag1360.xml"/><Relationship Id="rId12" Type="http://schemas.openxmlformats.org/officeDocument/2006/relationships/tags" Target="../tags/tag1369.xml"/><Relationship Id="rId17" Type="http://schemas.openxmlformats.org/officeDocument/2006/relationships/tags" Target="../tags/tag1374.xml"/><Relationship Id="rId25" Type="http://schemas.openxmlformats.org/officeDocument/2006/relationships/tags" Target="../tags/tag1382.xml"/><Relationship Id="rId33" Type="http://schemas.openxmlformats.org/officeDocument/2006/relationships/tags" Target="../tags/tag1390.xml"/><Relationship Id="rId38" Type="http://schemas.openxmlformats.org/officeDocument/2006/relationships/tags" Target="../tags/tag1395.xml"/><Relationship Id="rId46" Type="http://schemas.openxmlformats.org/officeDocument/2006/relationships/image" Target="../media/image67.svg"/><Relationship Id="rId20" Type="http://schemas.openxmlformats.org/officeDocument/2006/relationships/tags" Target="../tags/tag1377.xml"/><Relationship Id="rId41" Type="http://schemas.openxmlformats.org/officeDocument/2006/relationships/tags" Target="../tags/tag1398.xml"/><Relationship Id="rId1" Type="http://schemas.openxmlformats.org/officeDocument/2006/relationships/tags" Target="../tags/tag1358.xml"/><Relationship Id="rId6" Type="http://schemas.openxmlformats.org/officeDocument/2006/relationships/tags" Target="../tags/tag1363.xml"/></Relationships>
</file>

<file path=ppt/slides/_rels/slide108.xml.rels><?xml version="1.0" encoding="UTF-8" standalone="yes"?>
<Relationships xmlns="http://schemas.openxmlformats.org/package/2006/relationships"><Relationship Id="rId13" Type="http://schemas.openxmlformats.org/officeDocument/2006/relationships/tags" Target="../tags/tag1411.xml"/><Relationship Id="rId18" Type="http://schemas.openxmlformats.org/officeDocument/2006/relationships/tags" Target="../tags/tag1416.xml"/><Relationship Id="rId26" Type="http://schemas.openxmlformats.org/officeDocument/2006/relationships/tags" Target="../tags/tag1424.xml"/><Relationship Id="rId39" Type="http://schemas.openxmlformats.org/officeDocument/2006/relationships/tags" Target="../tags/tag1437.xml"/><Relationship Id="rId21" Type="http://schemas.openxmlformats.org/officeDocument/2006/relationships/tags" Target="../tags/tag1419.xml"/><Relationship Id="rId34" Type="http://schemas.openxmlformats.org/officeDocument/2006/relationships/tags" Target="../tags/tag1432.xml"/><Relationship Id="rId42" Type="http://schemas.openxmlformats.org/officeDocument/2006/relationships/tags" Target="../tags/tag1440.xml"/><Relationship Id="rId47" Type="http://schemas.openxmlformats.org/officeDocument/2006/relationships/slideLayout" Target="../slideLayouts/slideLayout6.xml"/><Relationship Id="rId50" Type="http://schemas.openxmlformats.org/officeDocument/2006/relationships/image" Target="../media/image64.svg"/><Relationship Id="rId7" Type="http://schemas.openxmlformats.org/officeDocument/2006/relationships/tags" Target="../tags/tag1405.xml"/><Relationship Id="rId2" Type="http://schemas.openxmlformats.org/officeDocument/2006/relationships/tags" Target="../tags/tag1400.xml"/><Relationship Id="rId16" Type="http://schemas.openxmlformats.org/officeDocument/2006/relationships/tags" Target="../tags/tag1414.xml"/><Relationship Id="rId29" Type="http://schemas.openxmlformats.org/officeDocument/2006/relationships/tags" Target="../tags/tag1427.xml"/><Relationship Id="rId11" Type="http://schemas.openxmlformats.org/officeDocument/2006/relationships/tags" Target="../tags/tag1409.xml"/><Relationship Id="rId24" Type="http://schemas.openxmlformats.org/officeDocument/2006/relationships/tags" Target="../tags/tag1422.xml"/><Relationship Id="rId32" Type="http://schemas.openxmlformats.org/officeDocument/2006/relationships/tags" Target="../tags/tag1430.xml"/><Relationship Id="rId37" Type="http://schemas.openxmlformats.org/officeDocument/2006/relationships/tags" Target="../tags/tag1435.xml"/><Relationship Id="rId40" Type="http://schemas.openxmlformats.org/officeDocument/2006/relationships/tags" Target="../tags/tag1438.xml"/><Relationship Id="rId45" Type="http://schemas.openxmlformats.org/officeDocument/2006/relationships/tags" Target="../tags/tag1443.xml"/><Relationship Id="rId53" Type="http://schemas.openxmlformats.org/officeDocument/2006/relationships/image" Target="../media/image68.svg"/><Relationship Id="rId5" Type="http://schemas.openxmlformats.org/officeDocument/2006/relationships/tags" Target="../tags/tag1403.xml"/><Relationship Id="rId10" Type="http://schemas.openxmlformats.org/officeDocument/2006/relationships/tags" Target="../tags/tag1408.xml"/><Relationship Id="rId19" Type="http://schemas.openxmlformats.org/officeDocument/2006/relationships/tags" Target="../tags/tag1417.xml"/><Relationship Id="rId31" Type="http://schemas.openxmlformats.org/officeDocument/2006/relationships/tags" Target="../tags/tag1429.xml"/><Relationship Id="rId44" Type="http://schemas.openxmlformats.org/officeDocument/2006/relationships/tags" Target="../tags/tag1442.xml"/><Relationship Id="rId52" Type="http://schemas.openxmlformats.org/officeDocument/2006/relationships/image" Target="../media/image67.svg"/><Relationship Id="rId4" Type="http://schemas.openxmlformats.org/officeDocument/2006/relationships/tags" Target="../tags/tag1402.xml"/><Relationship Id="rId9" Type="http://schemas.openxmlformats.org/officeDocument/2006/relationships/tags" Target="../tags/tag1407.xml"/><Relationship Id="rId14" Type="http://schemas.openxmlformats.org/officeDocument/2006/relationships/tags" Target="../tags/tag1412.xml"/><Relationship Id="rId22" Type="http://schemas.openxmlformats.org/officeDocument/2006/relationships/tags" Target="../tags/tag1420.xml"/><Relationship Id="rId27" Type="http://schemas.openxmlformats.org/officeDocument/2006/relationships/tags" Target="../tags/tag1425.xml"/><Relationship Id="rId30" Type="http://schemas.openxmlformats.org/officeDocument/2006/relationships/tags" Target="../tags/tag1428.xml"/><Relationship Id="rId35" Type="http://schemas.openxmlformats.org/officeDocument/2006/relationships/tags" Target="../tags/tag1433.xml"/><Relationship Id="rId43" Type="http://schemas.openxmlformats.org/officeDocument/2006/relationships/tags" Target="../tags/tag1441.xml"/><Relationship Id="rId48" Type="http://schemas.openxmlformats.org/officeDocument/2006/relationships/notesSlide" Target="../notesSlides/notesSlide100.xml"/><Relationship Id="rId8" Type="http://schemas.openxmlformats.org/officeDocument/2006/relationships/tags" Target="../tags/tag1406.xml"/><Relationship Id="rId51" Type="http://schemas.openxmlformats.org/officeDocument/2006/relationships/image" Target="../media/image65.svg"/><Relationship Id="rId3" Type="http://schemas.openxmlformats.org/officeDocument/2006/relationships/tags" Target="../tags/tag1401.xml"/><Relationship Id="rId12" Type="http://schemas.openxmlformats.org/officeDocument/2006/relationships/tags" Target="../tags/tag1410.xml"/><Relationship Id="rId17" Type="http://schemas.openxmlformats.org/officeDocument/2006/relationships/tags" Target="../tags/tag1415.xml"/><Relationship Id="rId25" Type="http://schemas.openxmlformats.org/officeDocument/2006/relationships/tags" Target="../tags/tag1423.xml"/><Relationship Id="rId33" Type="http://schemas.openxmlformats.org/officeDocument/2006/relationships/tags" Target="../tags/tag1431.xml"/><Relationship Id="rId38" Type="http://schemas.openxmlformats.org/officeDocument/2006/relationships/tags" Target="../tags/tag1436.xml"/><Relationship Id="rId46" Type="http://schemas.openxmlformats.org/officeDocument/2006/relationships/tags" Target="../tags/tag1444.xml"/><Relationship Id="rId20" Type="http://schemas.openxmlformats.org/officeDocument/2006/relationships/tags" Target="../tags/tag1418.xml"/><Relationship Id="rId41" Type="http://schemas.openxmlformats.org/officeDocument/2006/relationships/tags" Target="../tags/tag1439.xml"/><Relationship Id="rId54" Type="http://schemas.openxmlformats.org/officeDocument/2006/relationships/image" Target="../media/image66.svg"/><Relationship Id="rId1" Type="http://schemas.openxmlformats.org/officeDocument/2006/relationships/tags" Target="../tags/tag1399.xml"/><Relationship Id="rId6" Type="http://schemas.openxmlformats.org/officeDocument/2006/relationships/tags" Target="../tags/tag1404.xml"/><Relationship Id="rId15" Type="http://schemas.openxmlformats.org/officeDocument/2006/relationships/tags" Target="../tags/tag1413.xml"/><Relationship Id="rId23" Type="http://schemas.openxmlformats.org/officeDocument/2006/relationships/tags" Target="../tags/tag1421.xml"/><Relationship Id="rId28" Type="http://schemas.openxmlformats.org/officeDocument/2006/relationships/tags" Target="../tags/tag1426.xml"/><Relationship Id="rId36" Type="http://schemas.openxmlformats.org/officeDocument/2006/relationships/tags" Target="../tags/tag1434.xml"/><Relationship Id="rId49" Type="http://schemas.openxmlformats.org/officeDocument/2006/relationships/image" Target="../media/image63.svg"/></Relationships>
</file>

<file path=ppt/slides/_rels/slide109.xml.rels><?xml version="1.0" encoding="UTF-8" standalone="yes"?>
<Relationships xmlns="http://schemas.openxmlformats.org/package/2006/relationships"><Relationship Id="rId3" Type="http://schemas.openxmlformats.org/officeDocument/2006/relationships/tags" Target="../tags/tag1447.xml"/><Relationship Id="rId2" Type="http://schemas.openxmlformats.org/officeDocument/2006/relationships/tags" Target="../tags/tag1446.xml"/><Relationship Id="rId1" Type="http://schemas.openxmlformats.org/officeDocument/2006/relationships/tags" Target="../tags/tag1445.xml"/><Relationship Id="rId6" Type="http://schemas.openxmlformats.org/officeDocument/2006/relationships/notesSlide" Target="../notesSlides/notesSlide101.xml"/><Relationship Id="rId5" Type="http://schemas.openxmlformats.org/officeDocument/2006/relationships/slideLayout" Target="../slideLayouts/slideLayout6.xml"/><Relationship Id="rId4" Type="http://schemas.openxmlformats.org/officeDocument/2006/relationships/tags" Target="../tags/tag1448.xml"/></Relationships>
</file>

<file path=ppt/slides/_rels/slide110.xml.rels><?xml version="1.0" encoding="UTF-8" standalone="yes"?>
<Relationships xmlns="http://schemas.openxmlformats.org/package/2006/relationships"><Relationship Id="rId8" Type="http://schemas.openxmlformats.org/officeDocument/2006/relationships/slideLayout" Target="../slideLayouts/slideLayout6.xml"/><Relationship Id="rId3" Type="http://schemas.openxmlformats.org/officeDocument/2006/relationships/tags" Target="../tags/tag1451.xml"/><Relationship Id="rId7" Type="http://schemas.openxmlformats.org/officeDocument/2006/relationships/tags" Target="../tags/tag1455.xml"/><Relationship Id="rId2" Type="http://schemas.openxmlformats.org/officeDocument/2006/relationships/tags" Target="../tags/tag1450.xml"/><Relationship Id="rId1" Type="http://schemas.openxmlformats.org/officeDocument/2006/relationships/tags" Target="../tags/tag1449.xml"/><Relationship Id="rId6" Type="http://schemas.openxmlformats.org/officeDocument/2006/relationships/tags" Target="../tags/tag1454.xml"/><Relationship Id="rId5" Type="http://schemas.openxmlformats.org/officeDocument/2006/relationships/tags" Target="../tags/tag1453.xml"/><Relationship Id="rId4" Type="http://schemas.openxmlformats.org/officeDocument/2006/relationships/tags" Target="../tags/tag1452.xml"/><Relationship Id="rId9" Type="http://schemas.openxmlformats.org/officeDocument/2006/relationships/notesSlide" Target="../notesSlides/notesSlide102.xml"/></Relationships>
</file>

<file path=ppt/slides/_rels/slide111.xml.rels><?xml version="1.0" encoding="UTF-8" standalone="yes"?>
<Relationships xmlns="http://schemas.openxmlformats.org/package/2006/relationships"><Relationship Id="rId8" Type="http://schemas.openxmlformats.org/officeDocument/2006/relationships/tags" Target="../tags/tag1463.xml"/><Relationship Id="rId3" Type="http://schemas.openxmlformats.org/officeDocument/2006/relationships/tags" Target="../tags/tag1458.xml"/><Relationship Id="rId7" Type="http://schemas.openxmlformats.org/officeDocument/2006/relationships/tags" Target="../tags/tag1462.xml"/><Relationship Id="rId12" Type="http://schemas.openxmlformats.org/officeDocument/2006/relationships/notesSlide" Target="../notesSlides/notesSlide103.xml"/><Relationship Id="rId2" Type="http://schemas.openxmlformats.org/officeDocument/2006/relationships/tags" Target="../tags/tag1457.xml"/><Relationship Id="rId1" Type="http://schemas.openxmlformats.org/officeDocument/2006/relationships/tags" Target="../tags/tag1456.xml"/><Relationship Id="rId6" Type="http://schemas.openxmlformats.org/officeDocument/2006/relationships/tags" Target="../tags/tag1461.xml"/><Relationship Id="rId11" Type="http://schemas.openxmlformats.org/officeDocument/2006/relationships/slideLayout" Target="../slideLayouts/slideLayout6.xml"/><Relationship Id="rId5" Type="http://schemas.openxmlformats.org/officeDocument/2006/relationships/tags" Target="../tags/tag1460.xml"/><Relationship Id="rId10" Type="http://schemas.openxmlformats.org/officeDocument/2006/relationships/tags" Target="../tags/tag1465.xml"/><Relationship Id="rId4" Type="http://schemas.openxmlformats.org/officeDocument/2006/relationships/tags" Target="../tags/tag1459.xml"/><Relationship Id="rId9" Type="http://schemas.openxmlformats.org/officeDocument/2006/relationships/tags" Target="../tags/tag1464.xml"/></Relationships>
</file>

<file path=ppt/slides/_rels/slide112.xml.rels><?xml version="1.0" encoding="UTF-8" standalone="yes"?>
<Relationships xmlns="http://schemas.openxmlformats.org/package/2006/relationships"><Relationship Id="rId8" Type="http://schemas.openxmlformats.org/officeDocument/2006/relationships/tags" Target="../tags/tag1473.xml"/><Relationship Id="rId13" Type="http://schemas.openxmlformats.org/officeDocument/2006/relationships/notesSlide" Target="../notesSlides/notesSlide104.xml"/><Relationship Id="rId3" Type="http://schemas.openxmlformats.org/officeDocument/2006/relationships/tags" Target="../tags/tag1468.xml"/><Relationship Id="rId7" Type="http://schemas.openxmlformats.org/officeDocument/2006/relationships/tags" Target="../tags/tag1472.xml"/><Relationship Id="rId12" Type="http://schemas.openxmlformats.org/officeDocument/2006/relationships/slideLayout" Target="../slideLayouts/slideLayout6.xml"/><Relationship Id="rId2" Type="http://schemas.openxmlformats.org/officeDocument/2006/relationships/tags" Target="../tags/tag1467.xml"/><Relationship Id="rId1" Type="http://schemas.openxmlformats.org/officeDocument/2006/relationships/tags" Target="../tags/tag1466.xml"/><Relationship Id="rId6" Type="http://schemas.openxmlformats.org/officeDocument/2006/relationships/tags" Target="../tags/tag1471.xml"/><Relationship Id="rId11" Type="http://schemas.openxmlformats.org/officeDocument/2006/relationships/tags" Target="../tags/tag1476.xml"/><Relationship Id="rId5" Type="http://schemas.openxmlformats.org/officeDocument/2006/relationships/tags" Target="../tags/tag1470.xml"/><Relationship Id="rId10" Type="http://schemas.openxmlformats.org/officeDocument/2006/relationships/tags" Target="../tags/tag1475.xml"/><Relationship Id="rId4" Type="http://schemas.openxmlformats.org/officeDocument/2006/relationships/tags" Target="../tags/tag1469.xml"/><Relationship Id="rId9" Type="http://schemas.openxmlformats.org/officeDocument/2006/relationships/tags" Target="../tags/tag1474.xml"/></Relationships>
</file>

<file path=ppt/slides/_rels/slide113.xml.rels><?xml version="1.0" encoding="UTF-8" standalone="yes"?>
<Relationships xmlns="http://schemas.openxmlformats.org/package/2006/relationships"><Relationship Id="rId8" Type="http://schemas.openxmlformats.org/officeDocument/2006/relationships/tags" Target="../tags/tag1484.xml"/><Relationship Id="rId13" Type="http://schemas.openxmlformats.org/officeDocument/2006/relationships/tags" Target="../tags/tag1489.xml"/><Relationship Id="rId3" Type="http://schemas.openxmlformats.org/officeDocument/2006/relationships/tags" Target="../tags/tag1479.xml"/><Relationship Id="rId7" Type="http://schemas.openxmlformats.org/officeDocument/2006/relationships/tags" Target="../tags/tag1483.xml"/><Relationship Id="rId12" Type="http://schemas.openxmlformats.org/officeDocument/2006/relationships/tags" Target="../tags/tag1488.xml"/><Relationship Id="rId2" Type="http://schemas.openxmlformats.org/officeDocument/2006/relationships/tags" Target="../tags/tag1478.xml"/><Relationship Id="rId1" Type="http://schemas.openxmlformats.org/officeDocument/2006/relationships/tags" Target="../tags/tag1477.xml"/><Relationship Id="rId6" Type="http://schemas.openxmlformats.org/officeDocument/2006/relationships/tags" Target="../tags/tag1482.xml"/><Relationship Id="rId11" Type="http://schemas.openxmlformats.org/officeDocument/2006/relationships/tags" Target="../tags/tag1487.xml"/><Relationship Id="rId5" Type="http://schemas.openxmlformats.org/officeDocument/2006/relationships/tags" Target="../tags/tag1481.xml"/><Relationship Id="rId15" Type="http://schemas.openxmlformats.org/officeDocument/2006/relationships/notesSlide" Target="../notesSlides/notesSlide105.xml"/><Relationship Id="rId10" Type="http://schemas.openxmlformats.org/officeDocument/2006/relationships/tags" Target="../tags/tag1486.xml"/><Relationship Id="rId4" Type="http://schemas.openxmlformats.org/officeDocument/2006/relationships/tags" Target="../tags/tag1480.xml"/><Relationship Id="rId9" Type="http://schemas.openxmlformats.org/officeDocument/2006/relationships/tags" Target="../tags/tag1485.xml"/><Relationship Id="rId14"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8" Type="http://schemas.openxmlformats.org/officeDocument/2006/relationships/tags" Target="../tags/tag1497.xml"/><Relationship Id="rId13" Type="http://schemas.openxmlformats.org/officeDocument/2006/relationships/tags" Target="../tags/tag1502.xml"/><Relationship Id="rId3" Type="http://schemas.openxmlformats.org/officeDocument/2006/relationships/tags" Target="../tags/tag1492.xml"/><Relationship Id="rId7" Type="http://schemas.openxmlformats.org/officeDocument/2006/relationships/tags" Target="../tags/tag1496.xml"/><Relationship Id="rId12" Type="http://schemas.openxmlformats.org/officeDocument/2006/relationships/tags" Target="../tags/tag1501.xml"/><Relationship Id="rId17" Type="http://schemas.openxmlformats.org/officeDocument/2006/relationships/notesSlide" Target="../notesSlides/notesSlide106.xml"/><Relationship Id="rId2" Type="http://schemas.openxmlformats.org/officeDocument/2006/relationships/tags" Target="../tags/tag1491.xml"/><Relationship Id="rId16" Type="http://schemas.openxmlformats.org/officeDocument/2006/relationships/slideLayout" Target="../slideLayouts/slideLayout6.xml"/><Relationship Id="rId1" Type="http://schemas.openxmlformats.org/officeDocument/2006/relationships/tags" Target="../tags/tag1490.xml"/><Relationship Id="rId6" Type="http://schemas.openxmlformats.org/officeDocument/2006/relationships/tags" Target="../tags/tag1495.xml"/><Relationship Id="rId11" Type="http://schemas.openxmlformats.org/officeDocument/2006/relationships/tags" Target="../tags/tag1500.xml"/><Relationship Id="rId5" Type="http://schemas.openxmlformats.org/officeDocument/2006/relationships/tags" Target="../tags/tag1494.xml"/><Relationship Id="rId15" Type="http://schemas.openxmlformats.org/officeDocument/2006/relationships/tags" Target="../tags/tag1504.xml"/><Relationship Id="rId10" Type="http://schemas.openxmlformats.org/officeDocument/2006/relationships/tags" Target="../tags/tag1499.xml"/><Relationship Id="rId4" Type="http://schemas.openxmlformats.org/officeDocument/2006/relationships/tags" Target="../tags/tag1493.xml"/><Relationship Id="rId9" Type="http://schemas.openxmlformats.org/officeDocument/2006/relationships/tags" Target="../tags/tag1498.xml"/><Relationship Id="rId14" Type="http://schemas.openxmlformats.org/officeDocument/2006/relationships/tags" Target="../tags/tag1503.xml"/></Relationships>
</file>

<file path=ppt/slides/_rels/slide115.xml.rels><?xml version="1.0" encoding="UTF-8" standalone="yes"?>
<Relationships xmlns="http://schemas.openxmlformats.org/package/2006/relationships"><Relationship Id="rId8" Type="http://schemas.openxmlformats.org/officeDocument/2006/relationships/tags" Target="../tags/tag1512.xml"/><Relationship Id="rId13" Type="http://schemas.openxmlformats.org/officeDocument/2006/relationships/tags" Target="../tags/tag1517.xml"/><Relationship Id="rId18" Type="http://schemas.openxmlformats.org/officeDocument/2006/relationships/image" Target="../media/image69.png"/><Relationship Id="rId3" Type="http://schemas.openxmlformats.org/officeDocument/2006/relationships/tags" Target="../tags/tag1507.xml"/><Relationship Id="rId7" Type="http://schemas.openxmlformats.org/officeDocument/2006/relationships/tags" Target="../tags/tag1511.xml"/><Relationship Id="rId12" Type="http://schemas.openxmlformats.org/officeDocument/2006/relationships/tags" Target="../tags/tag1516.xml"/><Relationship Id="rId17" Type="http://schemas.openxmlformats.org/officeDocument/2006/relationships/notesSlide" Target="../notesSlides/notesSlide107.xml"/><Relationship Id="rId2" Type="http://schemas.openxmlformats.org/officeDocument/2006/relationships/tags" Target="../tags/tag1506.xml"/><Relationship Id="rId16" Type="http://schemas.openxmlformats.org/officeDocument/2006/relationships/slideLayout" Target="../slideLayouts/slideLayout6.xml"/><Relationship Id="rId1" Type="http://schemas.openxmlformats.org/officeDocument/2006/relationships/tags" Target="../tags/tag1505.xml"/><Relationship Id="rId6" Type="http://schemas.openxmlformats.org/officeDocument/2006/relationships/tags" Target="../tags/tag1510.xml"/><Relationship Id="rId11" Type="http://schemas.openxmlformats.org/officeDocument/2006/relationships/tags" Target="../tags/tag1515.xml"/><Relationship Id="rId5" Type="http://schemas.openxmlformats.org/officeDocument/2006/relationships/tags" Target="../tags/tag1509.xml"/><Relationship Id="rId15" Type="http://schemas.openxmlformats.org/officeDocument/2006/relationships/tags" Target="../tags/tag1519.xml"/><Relationship Id="rId10" Type="http://schemas.openxmlformats.org/officeDocument/2006/relationships/tags" Target="../tags/tag1514.xml"/><Relationship Id="rId4" Type="http://schemas.openxmlformats.org/officeDocument/2006/relationships/tags" Target="../tags/tag1508.xml"/><Relationship Id="rId9" Type="http://schemas.openxmlformats.org/officeDocument/2006/relationships/tags" Target="../tags/tag1513.xml"/><Relationship Id="rId14" Type="http://schemas.openxmlformats.org/officeDocument/2006/relationships/tags" Target="../tags/tag1518.xml"/></Relationships>
</file>

<file path=ppt/slides/_rels/slide116.xml.rels><?xml version="1.0" encoding="UTF-8" standalone="yes"?>
<Relationships xmlns="http://schemas.openxmlformats.org/package/2006/relationships"><Relationship Id="rId8" Type="http://schemas.openxmlformats.org/officeDocument/2006/relationships/tags" Target="../tags/tag1527.xml"/><Relationship Id="rId13" Type="http://schemas.openxmlformats.org/officeDocument/2006/relationships/tags" Target="../tags/tag1532.xml"/><Relationship Id="rId18" Type="http://schemas.openxmlformats.org/officeDocument/2006/relationships/tags" Target="../tags/tag1537.xml"/><Relationship Id="rId26" Type="http://schemas.openxmlformats.org/officeDocument/2006/relationships/image" Target="../media/image71.png"/><Relationship Id="rId3" Type="http://schemas.openxmlformats.org/officeDocument/2006/relationships/tags" Target="../tags/tag1522.xml"/><Relationship Id="rId21" Type="http://schemas.openxmlformats.org/officeDocument/2006/relationships/tags" Target="../tags/tag1540.xml"/><Relationship Id="rId7" Type="http://schemas.openxmlformats.org/officeDocument/2006/relationships/tags" Target="../tags/tag1526.xml"/><Relationship Id="rId12" Type="http://schemas.openxmlformats.org/officeDocument/2006/relationships/tags" Target="../tags/tag1531.xml"/><Relationship Id="rId17" Type="http://schemas.openxmlformats.org/officeDocument/2006/relationships/tags" Target="../tags/tag1536.xml"/><Relationship Id="rId25" Type="http://schemas.openxmlformats.org/officeDocument/2006/relationships/image" Target="../media/image70.png"/><Relationship Id="rId2" Type="http://schemas.openxmlformats.org/officeDocument/2006/relationships/tags" Target="../tags/tag1521.xml"/><Relationship Id="rId16" Type="http://schemas.openxmlformats.org/officeDocument/2006/relationships/tags" Target="../tags/tag1535.xml"/><Relationship Id="rId20" Type="http://schemas.openxmlformats.org/officeDocument/2006/relationships/tags" Target="../tags/tag1539.xml"/><Relationship Id="rId1" Type="http://schemas.openxmlformats.org/officeDocument/2006/relationships/tags" Target="../tags/tag1520.xml"/><Relationship Id="rId6" Type="http://schemas.openxmlformats.org/officeDocument/2006/relationships/tags" Target="../tags/tag1525.xml"/><Relationship Id="rId11" Type="http://schemas.openxmlformats.org/officeDocument/2006/relationships/tags" Target="../tags/tag1530.xml"/><Relationship Id="rId24" Type="http://schemas.openxmlformats.org/officeDocument/2006/relationships/image" Target="../media/image69.png"/><Relationship Id="rId5" Type="http://schemas.openxmlformats.org/officeDocument/2006/relationships/tags" Target="../tags/tag1524.xml"/><Relationship Id="rId15" Type="http://schemas.openxmlformats.org/officeDocument/2006/relationships/tags" Target="../tags/tag1534.xml"/><Relationship Id="rId23" Type="http://schemas.openxmlformats.org/officeDocument/2006/relationships/notesSlide" Target="../notesSlides/notesSlide108.xml"/><Relationship Id="rId10" Type="http://schemas.openxmlformats.org/officeDocument/2006/relationships/tags" Target="../tags/tag1529.xml"/><Relationship Id="rId19" Type="http://schemas.openxmlformats.org/officeDocument/2006/relationships/tags" Target="../tags/tag1538.xml"/><Relationship Id="rId4" Type="http://schemas.openxmlformats.org/officeDocument/2006/relationships/tags" Target="../tags/tag1523.xml"/><Relationship Id="rId9" Type="http://schemas.openxmlformats.org/officeDocument/2006/relationships/tags" Target="../tags/tag1528.xml"/><Relationship Id="rId14" Type="http://schemas.openxmlformats.org/officeDocument/2006/relationships/tags" Target="../tags/tag1533.xml"/><Relationship Id="rId22" Type="http://schemas.openxmlformats.org/officeDocument/2006/relationships/slideLayout" Target="../slideLayouts/slideLayout6.xml"/><Relationship Id="rId27" Type="http://schemas.openxmlformats.org/officeDocument/2006/relationships/image" Target="../media/image72.png"/></Relationships>
</file>

<file path=ppt/slides/_rels/slide117.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tags" Target="../tags/tag1543.xml"/><Relationship Id="rId7" Type="http://schemas.openxmlformats.org/officeDocument/2006/relationships/notesSlide" Target="../notesSlides/notesSlide109.xml"/><Relationship Id="rId2" Type="http://schemas.openxmlformats.org/officeDocument/2006/relationships/tags" Target="../tags/tag1542.xml"/><Relationship Id="rId1" Type="http://schemas.openxmlformats.org/officeDocument/2006/relationships/tags" Target="../tags/tag1541.xml"/><Relationship Id="rId6" Type="http://schemas.openxmlformats.org/officeDocument/2006/relationships/slideLayout" Target="../slideLayouts/slideLayout6.xml"/><Relationship Id="rId5" Type="http://schemas.openxmlformats.org/officeDocument/2006/relationships/tags" Target="../tags/tag1545.xml"/><Relationship Id="rId4" Type="http://schemas.openxmlformats.org/officeDocument/2006/relationships/tags" Target="../tags/tag1544.xml"/></Relationships>
</file>

<file path=ppt/slides/_rels/slide118.xml.rels><?xml version="1.0" encoding="UTF-8" standalone="yes"?>
<Relationships xmlns="http://schemas.openxmlformats.org/package/2006/relationships"><Relationship Id="rId8" Type="http://schemas.openxmlformats.org/officeDocument/2006/relationships/tags" Target="../tags/tag1553.xml"/><Relationship Id="rId13" Type="http://schemas.openxmlformats.org/officeDocument/2006/relationships/tags" Target="../tags/tag1558.xml"/><Relationship Id="rId3" Type="http://schemas.openxmlformats.org/officeDocument/2006/relationships/tags" Target="../tags/tag1548.xml"/><Relationship Id="rId7" Type="http://schemas.openxmlformats.org/officeDocument/2006/relationships/tags" Target="../tags/tag1552.xml"/><Relationship Id="rId12" Type="http://schemas.openxmlformats.org/officeDocument/2006/relationships/tags" Target="../tags/tag1557.xml"/><Relationship Id="rId17" Type="http://schemas.openxmlformats.org/officeDocument/2006/relationships/image" Target="../media/image73.png"/><Relationship Id="rId2" Type="http://schemas.openxmlformats.org/officeDocument/2006/relationships/tags" Target="../tags/tag1547.xml"/><Relationship Id="rId16" Type="http://schemas.openxmlformats.org/officeDocument/2006/relationships/notesSlide" Target="../notesSlides/notesSlide110.xml"/><Relationship Id="rId1" Type="http://schemas.openxmlformats.org/officeDocument/2006/relationships/tags" Target="../tags/tag1546.xml"/><Relationship Id="rId6" Type="http://schemas.openxmlformats.org/officeDocument/2006/relationships/tags" Target="../tags/tag1551.xml"/><Relationship Id="rId11" Type="http://schemas.openxmlformats.org/officeDocument/2006/relationships/tags" Target="../tags/tag1556.xml"/><Relationship Id="rId5" Type="http://schemas.openxmlformats.org/officeDocument/2006/relationships/tags" Target="../tags/tag1550.xml"/><Relationship Id="rId15" Type="http://schemas.openxmlformats.org/officeDocument/2006/relationships/slideLayout" Target="../slideLayouts/slideLayout6.xml"/><Relationship Id="rId10" Type="http://schemas.openxmlformats.org/officeDocument/2006/relationships/tags" Target="../tags/tag1555.xml"/><Relationship Id="rId4" Type="http://schemas.openxmlformats.org/officeDocument/2006/relationships/tags" Target="../tags/tag1549.xml"/><Relationship Id="rId9" Type="http://schemas.openxmlformats.org/officeDocument/2006/relationships/tags" Target="../tags/tag1554.xml"/><Relationship Id="rId14" Type="http://schemas.openxmlformats.org/officeDocument/2006/relationships/tags" Target="../tags/tag1559.xml"/></Relationships>
</file>

<file path=ppt/slides/_rels/slide119.xml.rels><?xml version="1.0" encoding="UTF-8" standalone="yes"?>
<Relationships xmlns="http://schemas.openxmlformats.org/package/2006/relationships"><Relationship Id="rId8" Type="http://schemas.openxmlformats.org/officeDocument/2006/relationships/tags" Target="../tags/tag1567.xml"/><Relationship Id="rId13" Type="http://schemas.openxmlformats.org/officeDocument/2006/relationships/tags" Target="../tags/tag1572.xml"/><Relationship Id="rId18" Type="http://schemas.openxmlformats.org/officeDocument/2006/relationships/tags" Target="../tags/tag1577.xml"/><Relationship Id="rId3" Type="http://schemas.openxmlformats.org/officeDocument/2006/relationships/tags" Target="../tags/tag1562.xml"/><Relationship Id="rId21" Type="http://schemas.openxmlformats.org/officeDocument/2006/relationships/image" Target="../media/image73.png"/><Relationship Id="rId7" Type="http://schemas.openxmlformats.org/officeDocument/2006/relationships/tags" Target="../tags/tag1566.xml"/><Relationship Id="rId12" Type="http://schemas.openxmlformats.org/officeDocument/2006/relationships/tags" Target="../tags/tag1571.xml"/><Relationship Id="rId17" Type="http://schemas.openxmlformats.org/officeDocument/2006/relationships/tags" Target="../tags/tag1576.xml"/><Relationship Id="rId2" Type="http://schemas.openxmlformats.org/officeDocument/2006/relationships/tags" Target="../tags/tag1561.xml"/><Relationship Id="rId16" Type="http://schemas.openxmlformats.org/officeDocument/2006/relationships/tags" Target="../tags/tag1575.xml"/><Relationship Id="rId20" Type="http://schemas.openxmlformats.org/officeDocument/2006/relationships/notesSlide" Target="../notesSlides/notesSlide111.xml"/><Relationship Id="rId1" Type="http://schemas.openxmlformats.org/officeDocument/2006/relationships/tags" Target="../tags/tag1560.xml"/><Relationship Id="rId6" Type="http://schemas.openxmlformats.org/officeDocument/2006/relationships/tags" Target="../tags/tag1565.xml"/><Relationship Id="rId11" Type="http://schemas.openxmlformats.org/officeDocument/2006/relationships/tags" Target="../tags/tag1570.xml"/><Relationship Id="rId5" Type="http://schemas.openxmlformats.org/officeDocument/2006/relationships/tags" Target="../tags/tag1564.xml"/><Relationship Id="rId15" Type="http://schemas.openxmlformats.org/officeDocument/2006/relationships/tags" Target="../tags/tag1574.xml"/><Relationship Id="rId10" Type="http://schemas.openxmlformats.org/officeDocument/2006/relationships/tags" Target="../tags/tag1569.xml"/><Relationship Id="rId19" Type="http://schemas.openxmlformats.org/officeDocument/2006/relationships/slideLayout" Target="../slideLayouts/slideLayout6.xml"/><Relationship Id="rId4" Type="http://schemas.openxmlformats.org/officeDocument/2006/relationships/tags" Target="../tags/tag1563.xml"/><Relationship Id="rId9" Type="http://schemas.openxmlformats.org/officeDocument/2006/relationships/tags" Target="../tags/tag1568.xml"/><Relationship Id="rId14" Type="http://schemas.openxmlformats.org/officeDocument/2006/relationships/tags" Target="../tags/tag1573.xml"/></Relationships>
</file>

<file path=ppt/slides/_rels/slide120.xml.rels><?xml version="1.0" encoding="UTF-8" standalone="yes"?>
<Relationships xmlns="http://schemas.openxmlformats.org/package/2006/relationships"><Relationship Id="rId8" Type="http://schemas.openxmlformats.org/officeDocument/2006/relationships/tags" Target="../tags/tag1585.xml"/><Relationship Id="rId13" Type="http://schemas.openxmlformats.org/officeDocument/2006/relationships/tags" Target="../tags/tag1590.xml"/><Relationship Id="rId18" Type="http://schemas.openxmlformats.org/officeDocument/2006/relationships/tags" Target="../tags/tag1595.xml"/><Relationship Id="rId26" Type="http://schemas.openxmlformats.org/officeDocument/2006/relationships/image" Target="../media/image73.png"/><Relationship Id="rId3" Type="http://schemas.openxmlformats.org/officeDocument/2006/relationships/tags" Target="../tags/tag1580.xml"/><Relationship Id="rId21" Type="http://schemas.openxmlformats.org/officeDocument/2006/relationships/tags" Target="../tags/tag1598.xml"/><Relationship Id="rId7" Type="http://schemas.openxmlformats.org/officeDocument/2006/relationships/tags" Target="../tags/tag1584.xml"/><Relationship Id="rId12" Type="http://schemas.openxmlformats.org/officeDocument/2006/relationships/tags" Target="../tags/tag1589.xml"/><Relationship Id="rId17" Type="http://schemas.openxmlformats.org/officeDocument/2006/relationships/tags" Target="../tags/tag1594.xml"/><Relationship Id="rId25" Type="http://schemas.openxmlformats.org/officeDocument/2006/relationships/notesSlide" Target="../notesSlides/notesSlide112.xml"/><Relationship Id="rId2" Type="http://schemas.openxmlformats.org/officeDocument/2006/relationships/tags" Target="../tags/tag1579.xml"/><Relationship Id="rId16" Type="http://schemas.openxmlformats.org/officeDocument/2006/relationships/tags" Target="../tags/tag1593.xml"/><Relationship Id="rId20" Type="http://schemas.openxmlformats.org/officeDocument/2006/relationships/tags" Target="../tags/tag1597.xml"/><Relationship Id="rId1" Type="http://schemas.openxmlformats.org/officeDocument/2006/relationships/tags" Target="../tags/tag1578.xml"/><Relationship Id="rId6" Type="http://schemas.openxmlformats.org/officeDocument/2006/relationships/tags" Target="../tags/tag1583.xml"/><Relationship Id="rId11" Type="http://schemas.openxmlformats.org/officeDocument/2006/relationships/tags" Target="../tags/tag1588.xml"/><Relationship Id="rId24" Type="http://schemas.openxmlformats.org/officeDocument/2006/relationships/slideLayout" Target="../slideLayouts/slideLayout6.xml"/><Relationship Id="rId5" Type="http://schemas.openxmlformats.org/officeDocument/2006/relationships/tags" Target="../tags/tag1582.xml"/><Relationship Id="rId15" Type="http://schemas.openxmlformats.org/officeDocument/2006/relationships/tags" Target="../tags/tag1592.xml"/><Relationship Id="rId23" Type="http://schemas.openxmlformats.org/officeDocument/2006/relationships/tags" Target="../tags/tag1600.xml"/><Relationship Id="rId10" Type="http://schemas.openxmlformats.org/officeDocument/2006/relationships/tags" Target="../tags/tag1587.xml"/><Relationship Id="rId19" Type="http://schemas.openxmlformats.org/officeDocument/2006/relationships/tags" Target="../tags/tag1596.xml"/><Relationship Id="rId4" Type="http://schemas.openxmlformats.org/officeDocument/2006/relationships/tags" Target="../tags/tag1581.xml"/><Relationship Id="rId9" Type="http://schemas.openxmlformats.org/officeDocument/2006/relationships/tags" Target="../tags/tag1586.xml"/><Relationship Id="rId14" Type="http://schemas.openxmlformats.org/officeDocument/2006/relationships/tags" Target="../tags/tag1591.xml"/><Relationship Id="rId22" Type="http://schemas.openxmlformats.org/officeDocument/2006/relationships/tags" Target="../tags/tag1599.xml"/></Relationships>
</file>

<file path=ppt/slides/_rels/slide121.xml.rels><?xml version="1.0" encoding="UTF-8" standalone="yes"?>
<Relationships xmlns="http://schemas.openxmlformats.org/package/2006/relationships"><Relationship Id="rId8" Type="http://schemas.openxmlformats.org/officeDocument/2006/relationships/tags" Target="../tags/tag1608.xml"/><Relationship Id="rId13" Type="http://schemas.openxmlformats.org/officeDocument/2006/relationships/tags" Target="../tags/tag1613.xml"/><Relationship Id="rId18" Type="http://schemas.openxmlformats.org/officeDocument/2006/relationships/tags" Target="../tags/tag1618.xml"/><Relationship Id="rId26" Type="http://schemas.openxmlformats.org/officeDocument/2006/relationships/slideLayout" Target="../slideLayouts/slideLayout6.xml"/><Relationship Id="rId3" Type="http://schemas.openxmlformats.org/officeDocument/2006/relationships/tags" Target="../tags/tag1603.xml"/><Relationship Id="rId21" Type="http://schemas.openxmlformats.org/officeDocument/2006/relationships/tags" Target="../tags/tag1621.xml"/><Relationship Id="rId7" Type="http://schemas.openxmlformats.org/officeDocument/2006/relationships/tags" Target="../tags/tag1607.xml"/><Relationship Id="rId12" Type="http://schemas.openxmlformats.org/officeDocument/2006/relationships/tags" Target="../tags/tag1612.xml"/><Relationship Id="rId17" Type="http://schemas.openxmlformats.org/officeDocument/2006/relationships/tags" Target="../tags/tag1617.xml"/><Relationship Id="rId25" Type="http://schemas.openxmlformats.org/officeDocument/2006/relationships/tags" Target="../tags/tag1625.xml"/><Relationship Id="rId2" Type="http://schemas.openxmlformats.org/officeDocument/2006/relationships/tags" Target="../tags/tag1602.xml"/><Relationship Id="rId16" Type="http://schemas.openxmlformats.org/officeDocument/2006/relationships/tags" Target="../tags/tag1616.xml"/><Relationship Id="rId20" Type="http://schemas.openxmlformats.org/officeDocument/2006/relationships/tags" Target="../tags/tag1620.xml"/><Relationship Id="rId1" Type="http://schemas.openxmlformats.org/officeDocument/2006/relationships/tags" Target="../tags/tag1601.xml"/><Relationship Id="rId6" Type="http://schemas.openxmlformats.org/officeDocument/2006/relationships/tags" Target="../tags/tag1606.xml"/><Relationship Id="rId11" Type="http://schemas.openxmlformats.org/officeDocument/2006/relationships/tags" Target="../tags/tag1611.xml"/><Relationship Id="rId24" Type="http://schemas.openxmlformats.org/officeDocument/2006/relationships/tags" Target="../tags/tag1624.xml"/><Relationship Id="rId5" Type="http://schemas.openxmlformats.org/officeDocument/2006/relationships/tags" Target="../tags/tag1605.xml"/><Relationship Id="rId15" Type="http://schemas.openxmlformats.org/officeDocument/2006/relationships/tags" Target="../tags/tag1615.xml"/><Relationship Id="rId23" Type="http://schemas.openxmlformats.org/officeDocument/2006/relationships/tags" Target="../tags/tag1623.xml"/><Relationship Id="rId28" Type="http://schemas.openxmlformats.org/officeDocument/2006/relationships/image" Target="../media/image73.png"/><Relationship Id="rId10" Type="http://schemas.openxmlformats.org/officeDocument/2006/relationships/tags" Target="../tags/tag1610.xml"/><Relationship Id="rId19" Type="http://schemas.openxmlformats.org/officeDocument/2006/relationships/tags" Target="../tags/tag1619.xml"/><Relationship Id="rId4" Type="http://schemas.openxmlformats.org/officeDocument/2006/relationships/tags" Target="../tags/tag1604.xml"/><Relationship Id="rId9" Type="http://schemas.openxmlformats.org/officeDocument/2006/relationships/tags" Target="../tags/tag1609.xml"/><Relationship Id="rId14" Type="http://schemas.openxmlformats.org/officeDocument/2006/relationships/tags" Target="../tags/tag1614.xml"/><Relationship Id="rId22" Type="http://schemas.openxmlformats.org/officeDocument/2006/relationships/tags" Target="../tags/tag1622.xml"/><Relationship Id="rId27" Type="http://schemas.openxmlformats.org/officeDocument/2006/relationships/notesSlide" Target="../notesSlides/notesSlide113.xml"/></Relationships>
</file>

<file path=ppt/slides/_rels/slide122.xml.rels><?xml version="1.0" encoding="UTF-8" standalone="yes"?>
<Relationships xmlns="http://schemas.openxmlformats.org/package/2006/relationships"><Relationship Id="rId3" Type="http://schemas.openxmlformats.org/officeDocument/2006/relationships/tags" Target="../tags/tag1628.xml"/><Relationship Id="rId7" Type="http://schemas.openxmlformats.org/officeDocument/2006/relationships/notesSlide" Target="../notesSlides/notesSlide114.xml"/><Relationship Id="rId2" Type="http://schemas.openxmlformats.org/officeDocument/2006/relationships/tags" Target="../tags/tag1627.xml"/><Relationship Id="rId1" Type="http://schemas.openxmlformats.org/officeDocument/2006/relationships/tags" Target="../tags/tag1626.xml"/><Relationship Id="rId6" Type="http://schemas.openxmlformats.org/officeDocument/2006/relationships/slideLayout" Target="../slideLayouts/slideLayout2.xml"/><Relationship Id="rId5" Type="http://schemas.openxmlformats.org/officeDocument/2006/relationships/tags" Target="../tags/tag1630.xml"/><Relationship Id="rId4" Type="http://schemas.openxmlformats.org/officeDocument/2006/relationships/tags" Target="../tags/tag1629.xml"/></Relationships>
</file>

<file path=ppt/slides/_rels/slide123.xml.rels><?xml version="1.0" encoding="UTF-8" standalone="yes"?>
<Relationships xmlns="http://schemas.openxmlformats.org/package/2006/relationships"><Relationship Id="rId3" Type="http://schemas.openxmlformats.org/officeDocument/2006/relationships/tags" Target="../tags/tag1633.xml"/><Relationship Id="rId7" Type="http://schemas.openxmlformats.org/officeDocument/2006/relationships/notesSlide" Target="../notesSlides/notesSlide115.xml"/><Relationship Id="rId2" Type="http://schemas.openxmlformats.org/officeDocument/2006/relationships/tags" Target="../tags/tag1632.xml"/><Relationship Id="rId1" Type="http://schemas.openxmlformats.org/officeDocument/2006/relationships/tags" Target="../tags/tag1631.xml"/><Relationship Id="rId6" Type="http://schemas.openxmlformats.org/officeDocument/2006/relationships/slideLayout" Target="../slideLayouts/slideLayout2.xml"/><Relationship Id="rId5" Type="http://schemas.openxmlformats.org/officeDocument/2006/relationships/tags" Target="../tags/tag1635.xml"/><Relationship Id="rId4" Type="http://schemas.openxmlformats.org/officeDocument/2006/relationships/tags" Target="../tags/tag1634.xml"/></Relationships>
</file>

<file path=ppt/slides/_rels/slide124.xml.rels><?xml version="1.0" encoding="UTF-8" standalone="yes"?>
<Relationships xmlns="http://schemas.openxmlformats.org/package/2006/relationships"><Relationship Id="rId3" Type="http://schemas.openxmlformats.org/officeDocument/2006/relationships/tags" Target="../tags/tag1638.xml"/><Relationship Id="rId7" Type="http://schemas.openxmlformats.org/officeDocument/2006/relationships/notesSlide" Target="../notesSlides/notesSlide116.xml"/><Relationship Id="rId2" Type="http://schemas.openxmlformats.org/officeDocument/2006/relationships/tags" Target="../tags/tag1637.xml"/><Relationship Id="rId1" Type="http://schemas.openxmlformats.org/officeDocument/2006/relationships/tags" Target="../tags/tag1636.xml"/><Relationship Id="rId6" Type="http://schemas.openxmlformats.org/officeDocument/2006/relationships/slideLayout" Target="../slideLayouts/slideLayout2.xml"/><Relationship Id="rId5" Type="http://schemas.openxmlformats.org/officeDocument/2006/relationships/tags" Target="../tags/tag1640.xml"/><Relationship Id="rId4" Type="http://schemas.openxmlformats.org/officeDocument/2006/relationships/tags" Target="../tags/tag1639.xml"/></Relationships>
</file>

<file path=ppt/slides/_rels/slide125.xml.rels><?xml version="1.0" encoding="UTF-8" standalone="yes"?>
<Relationships xmlns="http://schemas.openxmlformats.org/package/2006/relationships"><Relationship Id="rId3" Type="http://schemas.openxmlformats.org/officeDocument/2006/relationships/tags" Target="../tags/tag1643.xml"/><Relationship Id="rId7" Type="http://schemas.openxmlformats.org/officeDocument/2006/relationships/notesSlide" Target="../notesSlides/notesSlide117.xml"/><Relationship Id="rId2" Type="http://schemas.openxmlformats.org/officeDocument/2006/relationships/tags" Target="../tags/tag1642.xml"/><Relationship Id="rId1" Type="http://schemas.openxmlformats.org/officeDocument/2006/relationships/tags" Target="../tags/tag1641.xml"/><Relationship Id="rId6" Type="http://schemas.openxmlformats.org/officeDocument/2006/relationships/slideLayout" Target="../slideLayouts/slideLayout2.xml"/><Relationship Id="rId5" Type="http://schemas.openxmlformats.org/officeDocument/2006/relationships/tags" Target="../tags/tag1645.xml"/><Relationship Id="rId4" Type="http://schemas.openxmlformats.org/officeDocument/2006/relationships/tags" Target="../tags/tag1644.xml"/></Relationships>
</file>

<file path=ppt/slides/_rels/slide126.xml.rels><?xml version="1.0" encoding="UTF-8" standalone="yes"?>
<Relationships xmlns="http://schemas.openxmlformats.org/package/2006/relationships"><Relationship Id="rId3" Type="http://schemas.openxmlformats.org/officeDocument/2006/relationships/tags" Target="../tags/tag1648.xml"/><Relationship Id="rId7" Type="http://schemas.openxmlformats.org/officeDocument/2006/relationships/notesSlide" Target="../notesSlides/notesSlide118.xml"/><Relationship Id="rId2" Type="http://schemas.openxmlformats.org/officeDocument/2006/relationships/tags" Target="../tags/tag1647.xml"/><Relationship Id="rId1" Type="http://schemas.openxmlformats.org/officeDocument/2006/relationships/tags" Target="../tags/tag1646.xml"/><Relationship Id="rId6" Type="http://schemas.openxmlformats.org/officeDocument/2006/relationships/slideLayout" Target="../slideLayouts/slideLayout2.xml"/><Relationship Id="rId5" Type="http://schemas.openxmlformats.org/officeDocument/2006/relationships/tags" Target="../tags/tag1650.xml"/><Relationship Id="rId4" Type="http://schemas.openxmlformats.org/officeDocument/2006/relationships/tags" Target="../tags/tag1649.xml"/></Relationships>
</file>

<file path=ppt/slides/_rels/slide127.xml.rels><?xml version="1.0" encoding="UTF-8" standalone="yes"?>
<Relationships xmlns="http://schemas.openxmlformats.org/package/2006/relationships"><Relationship Id="rId3" Type="http://schemas.openxmlformats.org/officeDocument/2006/relationships/tags" Target="../tags/tag1653.xml"/><Relationship Id="rId7" Type="http://schemas.openxmlformats.org/officeDocument/2006/relationships/notesSlide" Target="../notesSlides/notesSlide119.xml"/><Relationship Id="rId2" Type="http://schemas.openxmlformats.org/officeDocument/2006/relationships/tags" Target="../tags/tag1652.xml"/><Relationship Id="rId1" Type="http://schemas.openxmlformats.org/officeDocument/2006/relationships/tags" Target="../tags/tag1651.xml"/><Relationship Id="rId6" Type="http://schemas.openxmlformats.org/officeDocument/2006/relationships/slideLayout" Target="../slideLayouts/slideLayout2.xml"/><Relationship Id="rId5" Type="http://schemas.openxmlformats.org/officeDocument/2006/relationships/tags" Target="../tags/tag1655.xml"/><Relationship Id="rId4" Type="http://schemas.openxmlformats.org/officeDocument/2006/relationships/tags" Target="../tags/tag1654.xml"/></Relationships>
</file>

<file path=ppt/slides/_rels/slide128.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1658.xml"/><Relationship Id="rId7" Type="http://schemas.openxmlformats.org/officeDocument/2006/relationships/tags" Target="../tags/tag1662.xml"/><Relationship Id="rId2" Type="http://schemas.openxmlformats.org/officeDocument/2006/relationships/tags" Target="../tags/tag1657.xml"/><Relationship Id="rId1" Type="http://schemas.openxmlformats.org/officeDocument/2006/relationships/tags" Target="../tags/tag1656.xml"/><Relationship Id="rId6" Type="http://schemas.openxmlformats.org/officeDocument/2006/relationships/tags" Target="../tags/tag1661.xml"/><Relationship Id="rId5" Type="http://schemas.openxmlformats.org/officeDocument/2006/relationships/tags" Target="../tags/tag1660.xml"/><Relationship Id="rId4" Type="http://schemas.openxmlformats.org/officeDocument/2006/relationships/tags" Target="../tags/tag1659.xml"/><Relationship Id="rId9" Type="http://schemas.openxmlformats.org/officeDocument/2006/relationships/notesSlide" Target="../notesSlides/notesSlide1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r>
              <a:rPr lang="en-US" noProof="0"/>
              <a:t>9/10/2026</a:t>
            </a:r>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r>
              <a:rPr lang="en-US" noProof="0"/>
              <a:t>1</a:t>
            </a:r>
            <a:endParaRPr lang="en-US" noProof="0" dirty="0"/>
          </a:p>
        </p:txBody>
      </p:sp>
    </p:spTree>
    <p:custDataLst>
      <p:tags r:id="rId1"/>
    </p:custDataLst>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custDataLst>
              <p:tags r:id="rId2"/>
            </p:custDataLst>
          </p:nvPr>
        </p:nvSpPr>
        <p:spPr/>
        <p:txBody>
          <a:bodyPr/>
          <a:lstStyle/>
          <a:p>
            <a:r>
              <a:rPr lang="en-US" dirty="0"/>
              <a:t>Motivation</a:t>
            </a:r>
            <a:endParaRPr lang="en-US" noProof="0" dirty="0"/>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custDataLst>
              <p:tags r:id="rId3"/>
            </p:custDataLst>
          </p:nvPr>
        </p:nvSpPr>
        <p:spPr/>
        <p:txBody>
          <a:bodyPr>
            <a:noAutofit/>
          </a:bodyPr>
          <a:lstStyle/>
          <a:p>
            <a:pPr>
              <a:buSzPts val="100"/>
            </a:pPr>
            <a:r>
              <a:rPr lang="en-US" dirty="0">
                <a:solidFill>
                  <a:schemeClr val="tx1">
                    <a:alpha val="0"/>
                  </a:schemeClr>
                </a:solidFill>
              </a:rPr>
              <a:t>Simplify and streamline algorithm design for scientific computing</a:t>
            </a:r>
          </a:p>
          <a:p>
            <a:pPr lvl="1">
              <a:buSzPts val="100"/>
            </a:pPr>
            <a:r>
              <a:rPr lang="en-US" dirty="0">
                <a:solidFill>
                  <a:schemeClr val="tx1">
                    <a:alpha val="0"/>
                  </a:schemeClr>
                </a:solidFill>
              </a:rPr>
              <a:t>Regular data structures in nested loops</a:t>
            </a:r>
          </a:p>
          <a:p>
            <a:pPr lvl="1">
              <a:buSzPts val="100"/>
            </a:pPr>
            <a:r>
              <a:rPr lang="en-US" noProof="0" dirty="0">
                <a:solidFill>
                  <a:schemeClr val="tx1">
                    <a:alpha val="0"/>
                  </a:schemeClr>
                </a:solidFill>
              </a:rPr>
              <a:t>Optimizing memory accesses for best performance</a:t>
            </a:r>
          </a:p>
          <a:p>
            <a:pPr marL="0" indent="0">
              <a:buNone/>
            </a:pPr>
            <a:br>
              <a:rPr lang="en-US" sz="1000" b="1" dirty="0"/>
            </a:br>
            <a:endParaRPr lang="en-US" sz="1000" b="1" dirty="0"/>
          </a:p>
          <a:p>
            <a:pPr marL="0" indent="0">
              <a:buNone/>
            </a:pPr>
            <a:endParaRPr lang="en-US" sz="600" b="1" dirty="0"/>
          </a:p>
          <a:p>
            <a:pPr marL="0" indent="0">
              <a:buSzPts val="100"/>
              <a:buNone/>
            </a:pPr>
            <a:r>
              <a:rPr lang="en-US" b="1" dirty="0">
                <a:solidFill>
                  <a:schemeClr val="tx1">
                    <a:alpha val="0"/>
                  </a:schemeClr>
                </a:solidFill>
              </a:rPr>
              <a:t>Research Questions</a:t>
            </a:r>
            <a:endParaRPr lang="en-US" b="1" noProof="0" dirty="0">
              <a:solidFill>
                <a:schemeClr val="tx1">
                  <a:alpha val="0"/>
                </a:schemeClr>
              </a:solidFill>
            </a:endParaRPr>
          </a:p>
          <a:p>
            <a:pPr marL="514350" indent="-514350">
              <a:buSzPts val="100"/>
              <a:buFont typeface="+mj-lt"/>
              <a:buAutoNum type="arabicPeriod"/>
            </a:pPr>
            <a:r>
              <a:rPr lang="en-US" dirty="0">
                <a:solidFill>
                  <a:schemeClr val="tx1">
                    <a:alpha val="0"/>
                  </a:schemeClr>
                </a:solidFill>
              </a:rPr>
              <a:t>Can developers specify memory access transformations via C++ abstractions without incurring runtime overhead?</a:t>
            </a:r>
          </a:p>
          <a:p>
            <a:pPr marL="514350" indent="-514350">
              <a:buSzPts val="100"/>
              <a:buFont typeface="+mj-lt"/>
              <a:buAutoNum type="arabicPeriod"/>
            </a:pPr>
            <a:r>
              <a:rPr lang="en-US" dirty="0">
                <a:solidFill>
                  <a:schemeClr val="tx1">
                    <a:alpha val="0"/>
                  </a:schemeClr>
                </a:solidFill>
              </a:rPr>
              <a:t>Can developers write abstract computations and choose optimizations of value encoding and evaluation in specific domains?</a:t>
            </a:r>
          </a:p>
          <a:p>
            <a:pPr marL="514350" indent="-514350">
              <a:buSzPts val="100"/>
              <a:buFont typeface="+mj-lt"/>
              <a:buAutoNum type="arabicPeriod"/>
            </a:pPr>
            <a:r>
              <a:rPr lang="en-US" dirty="0">
                <a:solidFill>
                  <a:schemeClr val="tx1">
                    <a:alpha val="0"/>
                  </a:schemeClr>
                </a:solidFill>
              </a:rPr>
              <a:t>How do design guidance and abstractions affect the performance and validity of LLM-generated code?</a:t>
            </a:r>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custDataLst>
              <p:tags r:id="rId5"/>
            </p:custDataLst>
          </p:nvPr>
        </p:nvSpPr>
        <p:spPr/>
        <p:txBody>
          <a:bodyPr/>
          <a:lstStyle/>
          <a:p>
            <a:r>
              <a:rPr lang="en-US" noProof="0"/>
              <a:t>2</a:t>
            </a:r>
            <a:endParaRPr lang="en-US" noProof="0" dirty="0"/>
          </a:p>
        </p:txBody>
      </p:sp>
    </p:spTree>
    <p:custDataLst>
      <p:tags r:id="rId1"/>
    </p:custDataLst>
    <p:extLst>
      <p:ext uri="{BB962C8B-B14F-4D97-AF65-F5344CB8AC3E}">
        <p14:creationId xmlns:p14="http://schemas.microsoft.com/office/powerpoint/2010/main" val="37581880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custDataLst>
              <p:tags r:id="rId2"/>
            </p:custDataLst>
          </p:nvPr>
        </p:nvSpPr>
        <p:spPr/>
        <p:txBody>
          <a:bodyPr/>
          <a:lstStyle/>
          <a:p>
            <a:r>
              <a:rPr lang="en-US" dirty="0"/>
              <a:t>Motivation</a:t>
            </a:r>
            <a:endParaRPr lang="en-US" noProof="0" dirty="0"/>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custDataLst>
              <p:tags r:id="rId3"/>
            </p:custDataLst>
          </p:nvPr>
        </p:nvSpPr>
        <p:spPr/>
        <p:txBody>
          <a:bodyPr>
            <a:noAutofit/>
          </a:bodyPr>
          <a:lstStyle/>
          <a:p>
            <a:r>
              <a:rPr lang="en-US" dirty="0"/>
              <a:t>Simplify and streamline algorithm design for scientific computing</a:t>
            </a:r>
          </a:p>
          <a:p>
            <a:pPr lvl="1">
              <a:buSzPts val="100"/>
            </a:pPr>
            <a:r>
              <a:rPr lang="en-US" dirty="0">
                <a:solidFill>
                  <a:schemeClr val="tx1">
                    <a:alpha val="0"/>
                  </a:schemeClr>
                </a:solidFill>
              </a:rPr>
              <a:t>Regular data structures in nested loops</a:t>
            </a:r>
          </a:p>
          <a:p>
            <a:pPr lvl="1">
              <a:buSzPts val="100"/>
            </a:pPr>
            <a:r>
              <a:rPr lang="en-US" noProof="0" dirty="0">
                <a:solidFill>
                  <a:schemeClr val="tx1">
                    <a:alpha val="0"/>
                  </a:schemeClr>
                </a:solidFill>
              </a:rPr>
              <a:t>Optimizing memory accesses for best performance</a:t>
            </a:r>
          </a:p>
          <a:p>
            <a:pPr marL="0" indent="0">
              <a:buNone/>
            </a:pPr>
            <a:br>
              <a:rPr lang="en-US" sz="1000" b="1" dirty="0"/>
            </a:br>
            <a:endParaRPr lang="en-US" sz="1000" b="1" dirty="0"/>
          </a:p>
          <a:p>
            <a:pPr marL="0" indent="0">
              <a:buNone/>
            </a:pPr>
            <a:endParaRPr lang="en-US" sz="600" b="1" dirty="0"/>
          </a:p>
          <a:p>
            <a:pPr marL="0" indent="0">
              <a:buSzPts val="100"/>
              <a:buNone/>
            </a:pPr>
            <a:r>
              <a:rPr lang="en-US" b="1" dirty="0">
                <a:solidFill>
                  <a:schemeClr val="tx1">
                    <a:alpha val="0"/>
                  </a:schemeClr>
                </a:solidFill>
              </a:rPr>
              <a:t>Research Questions</a:t>
            </a:r>
            <a:endParaRPr lang="en-US" b="1" noProof="0" dirty="0">
              <a:solidFill>
                <a:schemeClr val="tx1">
                  <a:alpha val="0"/>
                </a:schemeClr>
              </a:solidFill>
            </a:endParaRPr>
          </a:p>
          <a:p>
            <a:pPr marL="514350" indent="-514350">
              <a:buSzPts val="100"/>
              <a:buFont typeface="+mj-lt"/>
              <a:buAutoNum type="arabicPeriod"/>
            </a:pPr>
            <a:r>
              <a:rPr lang="en-US" dirty="0">
                <a:solidFill>
                  <a:schemeClr val="tx1">
                    <a:alpha val="0"/>
                  </a:schemeClr>
                </a:solidFill>
              </a:rPr>
              <a:t>Can developers specify memory access transformations via C++ abstractions without incurring runtime overhead?</a:t>
            </a:r>
          </a:p>
          <a:p>
            <a:pPr marL="514350" indent="-514350">
              <a:buSzPts val="100"/>
              <a:buFont typeface="+mj-lt"/>
              <a:buAutoNum type="arabicPeriod"/>
            </a:pPr>
            <a:r>
              <a:rPr lang="en-US" dirty="0">
                <a:solidFill>
                  <a:schemeClr val="tx1">
                    <a:alpha val="0"/>
                  </a:schemeClr>
                </a:solidFill>
              </a:rPr>
              <a:t>Can developers write abstract computations and choose optimizations of value encoding and evaluation in specific domains?</a:t>
            </a:r>
          </a:p>
          <a:p>
            <a:pPr marL="514350" indent="-514350">
              <a:buSzPts val="100"/>
              <a:buFont typeface="+mj-lt"/>
              <a:buAutoNum type="arabicPeriod"/>
            </a:pPr>
            <a:r>
              <a:rPr lang="en-US" dirty="0">
                <a:solidFill>
                  <a:schemeClr val="tx1">
                    <a:alpha val="0"/>
                  </a:schemeClr>
                </a:solidFill>
              </a:rPr>
              <a:t>How do design guidance and abstractions affect the performance and validity of LLM-generated code?</a:t>
            </a:r>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custDataLst>
              <p:tags r:id="rId5"/>
            </p:custDataLst>
          </p:nvPr>
        </p:nvSpPr>
        <p:spPr/>
        <p:txBody>
          <a:bodyPr/>
          <a:lstStyle/>
          <a:p>
            <a:r>
              <a:rPr lang="en-US" noProof="0"/>
              <a:t>2</a:t>
            </a:r>
            <a:endParaRPr lang="en-US" noProof="0" dirty="0"/>
          </a:p>
        </p:txBody>
      </p:sp>
    </p:spTree>
    <p:custDataLst>
      <p:tags r:id="rId1"/>
    </p:custDataLst>
    <p:extLst>
      <p:ext uri="{BB962C8B-B14F-4D97-AF65-F5344CB8AC3E}">
        <p14:creationId xmlns:p14="http://schemas.microsoft.com/office/powerpoint/2010/main" val="36782443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custDataLst>
              <p:tags r:id="rId2"/>
            </p:custDataLst>
          </p:nvPr>
        </p:nvSpPr>
        <p:spPr/>
        <p:txBody>
          <a:bodyPr/>
          <a:lstStyle/>
          <a:p>
            <a:r>
              <a:rPr lang="en-US" dirty="0"/>
              <a:t>Motivation</a:t>
            </a:r>
            <a:endParaRPr lang="en-US" noProof="0" dirty="0"/>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custDataLst>
              <p:tags r:id="rId3"/>
            </p:custDataLst>
          </p:nvPr>
        </p:nvSpPr>
        <p:spPr/>
        <p:txBody>
          <a:bodyPr>
            <a:noAutofit/>
          </a:bodyPr>
          <a:lstStyle/>
          <a:p>
            <a:r>
              <a:rPr lang="en-US" dirty="0"/>
              <a:t>Simplify and streamline algorithm design for scientific computing</a:t>
            </a:r>
          </a:p>
          <a:p>
            <a:pPr lvl="1"/>
            <a:r>
              <a:rPr lang="en-US" dirty="0"/>
              <a:t>Regular data structures in nested loops</a:t>
            </a:r>
          </a:p>
          <a:p>
            <a:pPr lvl="1">
              <a:buSzPts val="100"/>
            </a:pPr>
            <a:r>
              <a:rPr lang="en-US" noProof="0" dirty="0">
                <a:solidFill>
                  <a:schemeClr val="tx1">
                    <a:alpha val="0"/>
                  </a:schemeClr>
                </a:solidFill>
              </a:rPr>
              <a:t>Optimizing memory accesses for best performance</a:t>
            </a:r>
          </a:p>
          <a:p>
            <a:pPr marL="0" indent="0">
              <a:buNone/>
            </a:pPr>
            <a:br>
              <a:rPr lang="en-US" sz="1000" b="1" dirty="0"/>
            </a:br>
            <a:endParaRPr lang="en-US" sz="1000" b="1" dirty="0"/>
          </a:p>
          <a:p>
            <a:pPr marL="0" indent="0">
              <a:buNone/>
            </a:pPr>
            <a:endParaRPr lang="en-US" sz="600" b="1" dirty="0"/>
          </a:p>
          <a:p>
            <a:pPr marL="0" indent="0">
              <a:buSzPts val="100"/>
              <a:buNone/>
            </a:pPr>
            <a:r>
              <a:rPr lang="en-US" b="1" dirty="0">
                <a:solidFill>
                  <a:schemeClr val="tx1">
                    <a:alpha val="0"/>
                  </a:schemeClr>
                </a:solidFill>
              </a:rPr>
              <a:t>Research Questions</a:t>
            </a:r>
            <a:endParaRPr lang="en-US" b="1" noProof="0" dirty="0">
              <a:solidFill>
                <a:schemeClr val="tx1">
                  <a:alpha val="0"/>
                </a:schemeClr>
              </a:solidFill>
            </a:endParaRPr>
          </a:p>
          <a:p>
            <a:pPr marL="514350" indent="-514350">
              <a:buSzPts val="100"/>
              <a:buFont typeface="+mj-lt"/>
              <a:buAutoNum type="arabicPeriod"/>
            </a:pPr>
            <a:r>
              <a:rPr lang="en-US" dirty="0">
                <a:solidFill>
                  <a:schemeClr val="tx1">
                    <a:alpha val="0"/>
                  </a:schemeClr>
                </a:solidFill>
              </a:rPr>
              <a:t>Can developers specify memory access transformations via C++ abstractions without incurring runtime overhead?</a:t>
            </a:r>
          </a:p>
          <a:p>
            <a:pPr marL="514350" indent="-514350">
              <a:buSzPts val="100"/>
              <a:buFont typeface="+mj-lt"/>
              <a:buAutoNum type="arabicPeriod"/>
            </a:pPr>
            <a:r>
              <a:rPr lang="en-US" dirty="0">
                <a:solidFill>
                  <a:schemeClr val="tx1">
                    <a:alpha val="0"/>
                  </a:schemeClr>
                </a:solidFill>
              </a:rPr>
              <a:t>Can developers write abstract computations and choose optimizations of value encoding and evaluation in specific domains?</a:t>
            </a:r>
          </a:p>
          <a:p>
            <a:pPr marL="514350" indent="-514350">
              <a:buSzPts val="100"/>
              <a:buFont typeface="+mj-lt"/>
              <a:buAutoNum type="arabicPeriod"/>
            </a:pPr>
            <a:r>
              <a:rPr lang="en-US" dirty="0">
                <a:solidFill>
                  <a:schemeClr val="tx1">
                    <a:alpha val="0"/>
                  </a:schemeClr>
                </a:solidFill>
              </a:rPr>
              <a:t>How do design guidance and abstractions affect the performance and validity of LLM-generated code?</a:t>
            </a:r>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custDataLst>
              <p:tags r:id="rId5"/>
            </p:custDataLst>
          </p:nvPr>
        </p:nvSpPr>
        <p:spPr/>
        <p:txBody>
          <a:bodyPr/>
          <a:lstStyle/>
          <a:p>
            <a:r>
              <a:rPr lang="en-US" noProof="0"/>
              <a:t>2</a:t>
            </a:r>
            <a:endParaRPr lang="en-US" noProof="0" dirty="0"/>
          </a:p>
        </p:txBody>
      </p:sp>
    </p:spTree>
    <p:custDataLst>
      <p:tags r:id="rId1"/>
    </p:custDataLst>
    <p:extLst>
      <p:ext uri="{BB962C8B-B14F-4D97-AF65-F5344CB8AC3E}">
        <p14:creationId xmlns:p14="http://schemas.microsoft.com/office/powerpoint/2010/main" val="34856936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custDataLst>
              <p:tags r:id="rId2"/>
            </p:custDataLst>
          </p:nvPr>
        </p:nvSpPr>
        <p:spPr/>
        <p:txBody>
          <a:bodyPr/>
          <a:lstStyle/>
          <a:p>
            <a:r>
              <a:rPr lang="en-US" dirty="0"/>
              <a:t>Motivation</a:t>
            </a:r>
            <a:endParaRPr lang="en-US" noProof="0" dirty="0"/>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custDataLst>
              <p:tags r:id="rId3"/>
            </p:custDataLst>
          </p:nvPr>
        </p:nvSpPr>
        <p:spPr/>
        <p:txBody>
          <a:bodyPr>
            <a:noAutofit/>
          </a:bodyPr>
          <a:lstStyle/>
          <a:p>
            <a:r>
              <a:rPr lang="en-US" dirty="0"/>
              <a:t>Simplify and streamline algorithm design for scientific computing</a:t>
            </a:r>
          </a:p>
          <a:p>
            <a:pPr lvl="1"/>
            <a:r>
              <a:rPr lang="en-US" dirty="0"/>
              <a:t>Regular data structures in nested loops</a:t>
            </a:r>
          </a:p>
          <a:p>
            <a:pPr lvl="1"/>
            <a:r>
              <a:rPr lang="en-US" noProof="0" dirty="0"/>
              <a:t>Optimizing memory accesses for best performance</a:t>
            </a:r>
          </a:p>
          <a:p>
            <a:pPr marL="0" indent="0">
              <a:buNone/>
            </a:pPr>
            <a:br>
              <a:rPr lang="en-US" sz="1000" b="1" dirty="0"/>
            </a:br>
            <a:endParaRPr lang="en-US" sz="1000" b="1" dirty="0"/>
          </a:p>
          <a:p>
            <a:pPr marL="0" indent="0">
              <a:buNone/>
            </a:pPr>
            <a:endParaRPr lang="en-US" sz="600" b="1" dirty="0"/>
          </a:p>
          <a:p>
            <a:pPr marL="0" indent="0">
              <a:buSzPts val="100"/>
              <a:buNone/>
            </a:pPr>
            <a:r>
              <a:rPr lang="en-US" b="1" dirty="0">
                <a:solidFill>
                  <a:schemeClr val="tx1">
                    <a:alpha val="0"/>
                  </a:schemeClr>
                </a:solidFill>
              </a:rPr>
              <a:t>Research Questions</a:t>
            </a:r>
            <a:endParaRPr lang="en-US" b="1" noProof="0" dirty="0">
              <a:solidFill>
                <a:schemeClr val="tx1">
                  <a:alpha val="0"/>
                </a:schemeClr>
              </a:solidFill>
            </a:endParaRPr>
          </a:p>
          <a:p>
            <a:pPr marL="514350" indent="-514350">
              <a:buSzPts val="100"/>
              <a:buFont typeface="+mj-lt"/>
              <a:buAutoNum type="arabicPeriod"/>
            </a:pPr>
            <a:r>
              <a:rPr lang="en-US" dirty="0">
                <a:solidFill>
                  <a:schemeClr val="tx1">
                    <a:alpha val="0"/>
                  </a:schemeClr>
                </a:solidFill>
              </a:rPr>
              <a:t>Can developers specify memory access transformations via C++ abstractions without incurring runtime overhead?</a:t>
            </a:r>
          </a:p>
          <a:p>
            <a:pPr marL="514350" indent="-514350">
              <a:buSzPts val="100"/>
              <a:buFont typeface="+mj-lt"/>
              <a:buAutoNum type="arabicPeriod"/>
            </a:pPr>
            <a:r>
              <a:rPr lang="en-US" dirty="0">
                <a:solidFill>
                  <a:schemeClr val="tx1">
                    <a:alpha val="0"/>
                  </a:schemeClr>
                </a:solidFill>
              </a:rPr>
              <a:t>Can developers write abstract computations and choose optimizations of value encoding and evaluation in specific domains?</a:t>
            </a:r>
          </a:p>
          <a:p>
            <a:pPr marL="514350" indent="-514350">
              <a:buSzPts val="100"/>
              <a:buFont typeface="+mj-lt"/>
              <a:buAutoNum type="arabicPeriod"/>
            </a:pPr>
            <a:r>
              <a:rPr lang="en-US" dirty="0">
                <a:solidFill>
                  <a:schemeClr val="tx1">
                    <a:alpha val="0"/>
                  </a:schemeClr>
                </a:solidFill>
              </a:rPr>
              <a:t>How do design guidance and abstractions affect the performance and validity of LLM-generated code?</a:t>
            </a:r>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custDataLst>
              <p:tags r:id="rId5"/>
            </p:custDataLst>
          </p:nvPr>
        </p:nvSpPr>
        <p:spPr/>
        <p:txBody>
          <a:bodyPr/>
          <a:lstStyle/>
          <a:p>
            <a:r>
              <a:rPr lang="en-US" noProof="0"/>
              <a:t>2</a:t>
            </a:r>
            <a:endParaRPr lang="en-US" noProof="0" dirty="0"/>
          </a:p>
        </p:txBody>
      </p:sp>
    </p:spTree>
    <p:custDataLst>
      <p:tags r:id="rId1"/>
    </p:custDataLst>
    <p:extLst>
      <p:ext uri="{BB962C8B-B14F-4D97-AF65-F5344CB8AC3E}">
        <p14:creationId xmlns:p14="http://schemas.microsoft.com/office/powerpoint/2010/main" val="18937684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custDataLst>
              <p:tags r:id="rId2"/>
            </p:custDataLst>
          </p:nvPr>
        </p:nvSpPr>
        <p:spPr/>
        <p:txBody>
          <a:bodyPr/>
          <a:lstStyle/>
          <a:p>
            <a:r>
              <a:rPr lang="en-US" dirty="0"/>
              <a:t>Motivation</a:t>
            </a:r>
            <a:endParaRPr lang="en-US" noProof="0" dirty="0"/>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custDataLst>
              <p:tags r:id="rId3"/>
            </p:custDataLst>
          </p:nvPr>
        </p:nvSpPr>
        <p:spPr/>
        <p:txBody>
          <a:bodyPr>
            <a:noAutofit/>
          </a:bodyPr>
          <a:lstStyle/>
          <a:p>
            <a:r>
              <a:rPr lang="en-US" dirty="0"/>
              <a:t>Simplify and streamline algorithm design for scientific computing</a:t>
            </a:r>
          </a:p>
          <a:p>
            <a:pPr lvl="1"/>
            <a:r>
              <a:rPr lang="en-US" dirty="0"/>
              <a:t>Regular data structures in nested loops</a:t>
            </a:r>
          </a:p>
          <a:p>
            <a:pPr lvl="1"/>
            <a:r>
              <a:rPr lang="en-US" noProof="0" dirty="0"/>
              <a:t>Optimizing memory accesses for best performance</a:t>
            </a:r>
          </a:p>
          <a:p>
            <a:pPr marL="0" indent="0">
              <a:buNone/>
            </a:pPr>
            <a:br>
              <a:rPr lang="en-US" sz="1000" b="1" dirty="0"/>
            </a:br>
            <a:endParaRPr lang="en-US" sz="1000" b="1" dirty="0"/>
          </a:p>
          <a:p>
            <a:pPr marL="0" indent="0">
              <a:buNone/>
            </a:pPr>
            <a:endParaRPr lang="en-US" sz="600" b="1" dirty="0"/>
          </a:p>
          <a:p>
            <a:pPr marL="0" indent="0">
              <a:buNone/>
            </a:pPr>
            <a:r>
              <a:rPr lang="en-US" b="1" dirty="0"/>
              <a:t>Research Questions</a:t>
            </a:r>
            <a:endParaRPr lang="en-US" b="1" noProof="0" dirty="0"/>
          </a:p>
          <a:p>
            <a:pPr marL="514350" indent="-514350">
              <a:buSzPts val="100"/>
              <a:buFont typeface="+mj-lt"/>
              <a:buAutoNum type="arabicPeriod"/>
            </a:pPr>
            <a:r>
              <a:rPr lang="en-US" dirty="0">
                <a:solidFill>
                  <a:schemeClr val="tx1">
                    <a:alpha val="0"/>
                  </a:schemeClr>
                </a:solidFill>
              </a:rPr>
              <a:t>Can developers specify memory access transformations via C++ abstractions without incurring runtime overhead?</a:t>
            </a:r>
          </a:p>
          <a:p>
            <a:pPr marL="514350" indent="-514350">
              <a:buSzPts val="100"/>
              <a:buFont typeface="+mj-lt"/>
              <a:buAutoNum type="arabicPeriod"/>
            </a:pPr>
            <a:r>
              <a:rPr lang="en-US" dirty="0">
                <a:solidFill>
                  <a:schemeClr val="tx1">
                    <a:alpha val="0"/>
                  </a:schemeClr>
                </a:solidFill>
              </a:rPr>
              <a:t>Can developers write abstract computations and choose optimizations of value encoding and evaluation in specific domains?</a:t>
            </a:r>
          </a:p>
          <a:p>
            <a:pPr marL="514350" indent="-514350">
              <a:buSzPts val="100"/>
              <a:buFont typeface="+mj-lt"/>
              <a:buAutoNum type="arabicPeriod"/>
            </a:pPr>
            <a:r>
              <a:rPr lang="en-US" dirty="0">
                <a:solidFill>
                  <a:schemeClr val="tx1">
                    <a:alpha val="0"/>
                  </a:schemeClr>
                </a:solidFill>
              </a:rPr>
              <a:t>How do design guidance and abstractions affect the performance and validity of LLM-generated code?</a:t>
            </a:r>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custDataLst>
              <p:tags r:id="rId5"/>
            </p:custDataLst>
          </p:nvPr>
        </p:nvSpPr>
        <p:spPr/>
        <p:txBody>
          <a:bodyPr/>
          <a:lstStyle/>
          <a:p>
            <a:r>
              <a:rPr lang="en-US" noProof="0"/>
              <a:t>2</a:t>
            </a:r>
            <a:endParaRPr lang="en-US" noProof="0" dirty="0"/>
          </a:p>
        </p:txBody>
      </p:sp>
    </p:spTree>
    <p:custDataLst>
      <p:tags r:id="rId1"/>
    </p:custDataLst>
    <p:extLst>
      <p:ext uri="{BB962C8B-B14F-4D97-AF65-F5344CB8AC3E}">
        <p14:creationId xmlns:p14="http://schemas.microsoft.com/office/powerpoint/2010/main" val="36111374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custDataLst>
              <p:tags r:id="rId2"/>
            </p:custDataLst>
          </p:nvPr>
        </p:nvSpPr>
        <p:spPr/>
        <p:txBody>
          <a:bodyPr/>
          <a:lstStyle/>
          <a:p>
            <a:r>
              <a:rPr lang="en-US" dirty="0"/>
              <a:t>Motivation</a:t>
            </a:r>
            <a:endParaRPr lang="en-US" noProof="0" dirty="0"/>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custDataLst>
              <p:tags r:id="rId3"/>
            </p:custDataLst>
          </p:nvPr>
        </p:nvSpPr>
        <p:spPr/>
        <p:txBody>
          <a:bodyPr>
            <a:noAutofit/>
          </a:bodyPr>
          <a:lstStyle/>
          <a:p>
            <a:r>
              <a:rPr lang="en-US" dirty="0"/>
              <a:t>Simplify and streamline algorithm design for scientific computing</a:t>
            </a:r>
          </a:p>
          <a:p>
            <a:pPr lvl="1"/>
            <a:r>
              <a:rPr lang="en-US" dirty="0"/>
              <a:t>Regular data structures in nested loops</a:t>
            </a:r>
          </a:p>
          <a:p>
            <a:pPr lvl="1"/>
            <a:r>
              <a:rPr lang="en-US" noProof="0" dirty="0"/>
              <a:t>Optimizing memory accesses for best performance</a:t>
            </a:r>
          </a:p>
          <a:p>
            <a:pPr marL="0" indent="0">
              <a:buNone/>
            </a:pPr>
            <a:br>
              <a:rPr lang="en-US" sz="1000" b="1" dirty="0"/>
            </a:br>
            <a:endParaRPr lang="en-US" sz="1000" b="1" dirty="0"/>
          </a:p>
          <a:p>
            <a:pPr marL="0" indent="0">
              <a:buNone/>
            </a:pPr>
            <a:endParaRPr lang="en-US" sz="600" b="1" dirty="0"/>
          </a:p>
          <a:p>
            <a:pPr marL="0" indent="0">
              <a:buNone/>
            </a:pPr>
            <a:r>
              <a:rPr lang="en-US" b="1" dirty="0"/>
              <a:t>Research Questions</a:t>
            </a:r>
            <a:endParaRPr lang="en-US" b="1" noProof="0" dirty="0"/>
          </a:p>
          <a:p>
            <a:pPr marL="514350" indent="-514350">
              <a:buFont typeface="+mj-lt"/>
              <a:buAutoNum type="arabicPeriod"/>
            </a:pPr>
            <a:r>
              <a:rPr lang="en-US" dirty="0"/>
              <a:t>Can developers specify memory access transformations via C++ abstractions without incurring runtime overhead?</a:t>
            </a:r>
          </a:p>
          <a:p>
            <a:pPr marL="514350" indent="-514350">
              <a:buSzPts val="100"/>
              <a:buFont typeface="+mj-lt"/>
              <a:buAutoNum type="arabicPeriod"/>
            </a:pPr>
            <a:r>
              <a:rPr lang="en-US" dirty="0">
                <a:solidFill>
                  <a:schemeClr val="tx1">
                    <a:alpha val="0"/>
                  </a:schemeClr>
                </a:solidFill>
              </a:rPr>
              <a:t>Can developers write abstract computations and choose optimizations of value encoding and evaluation in specific domains?</a:t>
            </a:r>
          </a:p>
          <a:p>
            <a:pPr marL="514350" indent="-514350">
              <a:buSzPts val="100"/>
              <a:buFont typeface="+mj-lt"/>
              <a:buAutoNum type="arabicPeriod"/>
            </a:pPr>
            <a:r>
              <a:rPr lang="en-US" dirty="0">
                <a:solidFill>
                  <a:schemeClr val="tx1">
                    <a:alpha val="0"/>
                  </a:schemeClr>
                </a:solidFill>
              </a:rPr>
              <a:t>How do design guidance and abstractions affect the performance and validity of LLM-generated code?</a:t>
            </a:r>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custDataLst>
              <p:tags r:id="rId5"/>
            </p:custDataLst>
          </p:nvPr>
        </p:nvSpPr>
        <p:spPr/>
        <p:txBody>
          <a:bodyPr/>
          <a:lstStyle/>
          <a:p>
            <a:r>
              <a:rPr lang="en-US" noProof="0"/>
              <a:t>2</a:t>
            </a:r>
            <a:endParaRPr lang="en-US" noProof="0" dirty="0"/>
          </a:p>
        </p:txBody>
      </p:sp>
    </p:spTree>
    <p:custDataLst>
      <p:tags r:id="rId1"/>
    </p:custDataLst>
    <p:extLst>
      <p:ext uri="{BB962C8B-B14F-4D97-AF65-F5344CB8AC3E}">
        <p14:creationId xmlns:p14="http://schemas.microsoft.com/office/powerpoint/2010/main" val="10290626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custDataLst>
              <p:tags r:id="rId2"/>
            </p:custDataLst>
          </p:nvPr>
        </p:nvSpPr>
        <p:spPr/>
        <p:txBody>
          <a:bodyPr/>
          <a:lstStyle/>
          <a:p>
            <a:r>
              <a:rPr lang="en-US" dirty="0"/>
              <a:t>Motivation</a:t>
            </a:r>
            <a:endParaRPr lang="en-US" noProof="0" dirty="0"/>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custDataLst>
              <p:tags r:id="rId3"/>
            </p:custDataLst>
          </p:nvPr>
        </p:nvSpPr>
        <p:spPr/>
        <p:txBody>
          <a:bodyPr>
            <a:noAutofit/>
          </a:bodyPr>
          <a:lstStyle/>
          <a:p>
            <a:r>
              <a:rPr lang="en-US" dirty="0"/>
              <a:t>Simplify and streamline algorithm design for scientific computing</a:t>
            </a:r>
          </a:p>
          <a:p>
            <a:pPr lvl="1"/>
            <a:r>
              <a:rPr lang="en-US" dirty="0"/>
              <a:t>Regular data structures in nested loops</a:t>
            </a:r>
          </a:p>
          <a:p>
            <a:pPr lvl="1"/>
            <a:r>
              <a:rPr lang="en-US" noProof="0" dirty="0"/>
              <a:t>Optimizing memory accesses for best performance</a:t>
            </a:r>
          </a:p>
          <a:p>
            <a:pPr marL="0" indent="0">
              <a:buNone/>
            </a:pPr>
            <a:br>
              <a:rPr lang="en-US" sz="1000" b="1" dirty="0"/>
            </a:br>
            <a:endParaRPr lang="en-US" sz="1000" b="1" dirty="0"/>
          </a:p>
          <a:p>
            <a:pPr marL="0" indent="0">
              <a:buNone/>
            </a:pPr>
            <a:endParaRPr lang="en-US" sz="600" b="1" dirty="0"/>
          </a:p>
          <a:p>
            <a:pPr marL="0" indent="0">
              <a:buNone/>
            </a:pPr>
            <a:r>
              <a:rPr lang="en-US" b="1" dirty="0"/>
              <a:t>Research Questions</a:t>
            </a:r>
            <a:endParaRPr lang="en-US" b="1" noProof="0" dirty="0"/>
          </a:p>
          <a:p>
            <a:pPr marL="514350" indent="-514350">
              <a:buFont typeface="+mj-lt"/>
              <a:buAutoNum type="arabicPeriod"/>
            </a:pPr>
            <a:r>
              <a:rPr lang="en-US" dirty="0"/>
              <a:t>Can developers specify memory access transformations via C++ abstractions without incurring runtime overhead?</a:t>
            </a:r>
          </a:p>
          <a:p>
            <a:pPr marL="514350" indent="-514350">
              <a:buFont typeface="+mj-lt"/>
              <a:buAutoNum type="arabicPeriod"/>
            </a:pPr>
            <a:r>
              <a:rPr lang="en-US" dirty="0"/>
              <a:t>Can developers write abstract computations and choose optimizations of value encoding and evaluation in specific domains?</a:t>
            </a:r>
          </a:p>
          <a:p>
            <a:pPr marL="514350" indent="-514350">
              <a:buSzPts val="100"/>
              <a:buFont typeface="+mj-lt"/>
              <a:buAutoNum type="arabicPeriod"/>
            </a:pPr>
            <a:r>
              <a:rPr lang="en-US" dirty="0">
                <a:solidFill>
                  <a:schemeClr val="tx1">
                    <a:alpha val="0"/>
                  </a:schemeClr>
                </a:solidFill>
              </a:rPr>
              <a:t>How do design guidance and abstractions affect the performance and validity of LLM-generated code?</a:t>
            </a:r>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custDataLst>
              <p:tags r:id="rId5"/>
            </p:custDataLst>
          </p:nvPr>
        </p:nvSpPr>
        <p:spPr/>
        <p:txBody>
          <a:bodyPr/>
          <a:lstStyle/>
          <a:p>
            <a:r>
              <a:rPr lang="en-US" noProof="0"/>
              <a:t>2</a:t>
            </a:r>
            <a:endParaRPr lang="en-US" noProof="0" dirty="0"/>
          </a:p>
        </p:txBody>
      </p:sp>
    </p:spTree>
    <p:custDataLst>
      <p:tags r:id="rId1"/>
    </p:custDataLst>
    <p:extLst>
      <p:ext uri="{BB962C8B-B14F-4D97-AF65-F5344CB8AC3E}">
        <p14:creationId xmlns:p14="http://schemas.microsoft.com/office/powerpoint/2010/main" val="3289635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custDataLst>
              <p:tags r:id="rId2"/>
            </p:custDataLst>
          </p:nvPr>
        </p:nvSpPr>
        <p:spPr/>
        <p:txBody>
          <a:bodyPr/>
          <a:lstStyle/>
          <a:p>
            <a:r>
              <a:rPr lang="en-US" dirty="0"/>
              <a:t>Motivation</a:t>
            </a:r>
            <a:endParaRPr lang="en-US" noProof="0" dirty="0"/>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custDataLst>
              <p:tags r:id="rId3"/>
            </p:custDataLst>
          </p:nvPr>
        </p:nvSpPr>
        <p:spPr/>
        <p:txBody>
          <a:bodyPr>
            <a:noAutofit/>
          </a:bodyPr>
          <a:lstStyle/>
          <a:p>
            <a:r>
              <a:rPr lang="en-US" dirty="0"/>
              <a:t>Simplify and streamline algorithm design for scientific computing</a:t>
            </a:r>
          </a:p>
          <a:p>
            <a:pPr lvl="1"/>
            <a:r>
              <a:rPr lang="en-US" dirty="0"/>
              <a:t>Regular data structures in nested loops</a:t>
            </a:r>
          </a:p>
          <a:p>
            <a:pPr lvl="1"/>
            <a:r>
              <a:rPr lang="en-US" noProof="0" dirty="0"/>
              <a:t>Optimizing memory accesses for best performance</a:t>
            </a:r>
          </a:p>
          <a:p>
            <a:pPr marL="0" indent="0">
              <a:buNone/>
            </a:pPr>
            <a:br>
              <a:rPr lang="en-US" sz="1000" b="1" dirty="0"/>
            </a:br>
            <a:endParaRPr lang="en-US" sz="1000" b="1" dirty="0"/>
          </a:p>
          <a:p>
            <a:pPr marL="0" indent="0">
              <a:buNone/>
            </a:pPr>
            <a:endParaRPr lang="en-US" sz="600" b="1" dirty="0"/>
          </a:p>
          <a:p>
            <a:pPr marL="0" indent="0">
              <a:buNone/>
            </a:pPr>
            <a:r>
              <a:rPr lang="en-US" b="1" dirty="0"/>
              <a:t>Research Questions</a:t>
            </a:r>
            <a:endParaRPr lang="en-US" b="1" noProof="0" dirty="0"/>
          </a:p>
          <a:p>
            <a:pPr marL="514350" indent="-514350">
              <a:buFont typeface="+mj-lt"/>
              <a:buAutoNum type="arabicPeriod"/>
            </a:pPr>
            <a:r>
              <a:rPr lang="en-US" dirty="0"/>
              <a:t>Can developers specify memory access transformations via C++ abstractions without incurring runtime overhead?</a:t>
            </a:r>
          </a:p>
          <a:p>
            <a:pPr marL="514350" indent="-514350">
              <a:buFont typeface="+mj-lt"/>
              <a:buAutoNum type="arabicPeriod"/>
            </a:pPr>
            <a:r>
              <a:rPr lang="en-US" dirty="0"/>
              <a:t>Can developers write abstract computations and choose optimizations of value encoding and evaluation in specific domains?</a:t>
            </a:r>
          </a:p>
          <a:p>
            <a:pPr marL="514350" indent="-514350">
              <a:buFont typeface="+mj-lt"/>
              <a:buAutoNum type="arabicPeriod"/>
            </a:pPr>
            <a:r>
              <a:rPr lang="en-US" dirty="0"/>
              <a:t>How do design guidance and abstractions affect the performance and validity of LLM-generated code?</a:t>
            </a:r>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custDataLst>
              <p:tags r:id="rId5"/>
            </p:custDataLst>
          </p:nvPr>
        </p:nvSpPr>
        <p:spPr/>
        <p:txBody>
          <a:bodyPr/>
          <a:lstStyle/>
          <a:p>
            <a:r>
              <a:rPr lang="en-US" noProof="0"/>
              <a:t>2</a:t>
            </a:r>
            <a:endParaRPr lang="en-US" noProof="0" dirty="0"/>
          </a:p>
        </p:txBody>
      </p:sp>
    </p:spTree>
    <p:custDataLst>
      <p:tags r:id="rId1"/>
    </p:custDataLst>
    <p:extLst>
      <p:ext uri="{BB962C8B-B14F-4D97-AF65-F5344CB8AC3E}">
        <p14:creationId xmlns:p14="http://schemas.microsoft.com/office/powerpoint/2010/main" val="36534724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70150-F685-A7BE-F96F-8FEDE8D1100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C9115DB-1CC5-8F1C-F1F4-25C616097D0C}"/>
              </a:ext>
            </a:extLst>
          </p:cNvPr>
          <p:cNvSpPr>
            <a:spLocks noGrp="1"/>
          </p:cNvSpPr>
          <p:nvPr>
            <p:ph idx="1"/>
          </p:nvPr>
        </p:nvSpPr>
        <p:spPr>
          <a:xfrm>
            <a:off x="488578" y="858835"/>
            <a:ext cx="11214844" cy="5314952"/>
          </a:xfrm>
        </p:spPr>
        <p:txBody>
          <a:bodyPr anchor="t">
            <a:noAutofit/>
          </a:bodyPr>
          <a:lstStyle/>
          <a:p>
            <a:r>
              <a:rPr lang="en-US" b="1" dirty="0"/>
              <a:t>Memory access transformations</a:t>
            </a:r>
          </a:p>
          <a:p>
            <a:pPr lvl="1"/>
            <a:r>
              <a:rPr lang="en-US" b="1" dirty="0"/>
              <a:t>Decoupling layouts and traversals from the algorithm</a:t>
            </a:r>
          </a:p>
          <a:p>
            <a:pPr lvl="1"/>
            <a:r>
              <a:rPr lang="en-US" dirty="0">
                <a:solidFill>
                  <a:schemeClr val="bg2">
                    <a:lumMod val="75000"/>
                  </a:schemeClr>
                </a:solidFill>
              </a:rPr>
              <a:t>Parallelization of traversals</a:t>
            </a:r>
          </a:p>
          <a:p>
            <a:pPr lvl="1"/>
            <a:r>
              <a:rPr lang="en-US" dirty="0">
                <a:solidFill>
                  <a:schemeClr val="bg2">
                    <a:lumMod val="75000"/>
                  </a:schemeClr>
                </a:solidFill>
              </a:rPr>
              <a:t>Distributed computing</a:t>
            </a:r>
          </a:p>
          <a:p>
            <a:r>
              <a:rPr lang="en-US" dirty="0">
                <a:solidFill>
                  <a:schemeClr val="bg2">
                    <a:lumMod val="75000"/>
                  </a:schemeClr>
                </a:solidFill>
              </a:rPr>
              <a:t>Decoupling value encoding and evaluation strategy</a:t>
            </a:r>
          </a:p>
          <a:p>
            <a:r>
              <a:rPr lang="en-US" dirty="0">
                <a:solidFill>
                  <a:schemeClr val="bg2">
                    <a:lumMod val="75000"/>
                  </a:schemeClr>
                </a:solidFill>
              </a:rPr>
              <a:t>Design guidance and abstractions’ effect on LLM-generated code</a:t>
            </a:r>
          </a:p>
          <a:p>
            <a:pPr marL="0" indent="0">
              <a:buNone/>
            </a:pPr>
            <a:endParaRPr lang="en-US" sz="2400" dirty="0">
              <a:solidFill>
                <a:schemeClr val="bg2">
                  <a:lumMod val="75000"/>
                </a:schemeClr>
              </a:solidFill>
            </a:endParaRPr>
          </a:p>
          <a:p>
            <a:pPr marL="0" indent="0" algn="ctr">
              <a:buNone/>
            </a:pPr>
            <a:r>
              <a:rPr lang="en-US" sz="2000" b="1" dirty="0"/>
              <a:t>Publications</a:t>
            </a:r>
          </a:p>
          <a:p>
            <a:pPr marL="0" indent="0">
              <a:buNone/>
            </a:pPr>
            <a:r>
              <a:rPr lang="en-US" sz="2000" b="1" dirty="0"/>
              <a:t>Astute Approach to Handling Memory Layouts of Regular Data Structures</a:t>
            </a:r>
            <a:r>
              <a:rPr lang="en-US" sz="2000" dirty="0"/>
              <a:t>. </a:t>
            </a:r>
            <a:r>
              <a:rPr lang="en-US" sz="2000" i="1" dirty="0"/>
              <a:t>ICA3PP, 2022</a:t>
            </a:r>
          </a:p>
          <a:p>
            <a:pPr marL="0" indent="0">
              <a:buNone/>
            </a:pPr>
            <a:r>
              <a:rPr lang="en-US" sz="2000" b="1" dirty="0"/>
              <a:t>Pure C++ Approach to Optimized Parallel Traversal of Regular Data Structures</a:t>
            </a:r>
            <a:r>
              <a:rPr lang="en-US" sz="2000" dirty="0"/>
              <a:t>. </a:t>
            </a:r>
            <a:r>
              <a:rPr lang="en-US" sz="2000" i="1" dirty="0" err="1"/>
              <a:t>PPoPP</a:t>
            </a:r>
            <a:r>
              <a:rPr lang="en-US" sz="2000" i="1" dirty="0"/>
              <a:t>, 2024</a:t>
            </a:r>
          </a:p>
          <a:p>
            <a:pPr marL="0" indent="0">
              <a:buNone/>
            </a:pPr>
            <a:r>
              <a:rPr lang="en-US" sz="2000" b="1" dirty="0"/>
              <a:t>Abstractions for C++ code optimizations in parallel high-performance applications</a:t>
            </a:r>
            <a:r>
              <a:rPr lang="en-US" sz="2000" dirty="0"/>
              <a:t>. </a:t>
            </a:r>
            <a:r>
              <a:rPr lang="en-US" sz="2000" dirty="0" err="1"/>
              <a:t>ParCo</a:t>
            </a:r>
            <a:r>
              <a:rPr lang="en-US" sz="2000" dirty="0"/>
              <a:t>, 2024</a:t>
            </a:r>
          </a:p>
          <a:p>
            <a:pPr marL="0" indent="0">
              <a:buNone/>
            </a:pPr>
            <a:r>
              <a:rPr lang="en-US" sz="2000" b="1" dirty="0"/>
              <a:t>Layout-Agnostic MPI Abstraction for Distributed Computing in Modern C++</a:t>
            </a:r>
            <a:r>
              <a:rPr lang="en-US" sz="2000" dirty="0"/>
              <a:t>. </a:t>
            </a:r>
            <a:r>
              <a:rPr lang="en-US" sz="2000" i="1" dirty="0" err="1"/>
              <a:t>EuroMPI</a:t>
            </a:r>
            <a:r>
              <a:rPr lang="en-US" sz="2000" i="1" dirty="0"/>
              <a:t>, 2025</a:t>
            </a:r>
            <a:endParaRPr lang="en-US" sz="2400" dirty="0"/>
          </a:p>
        </p:txBody>
      </p:sp>
      <p:sp>
        <p:nvSpPr>
          <p:cNvPr id="4" name="Date Placeholder 3">
            <a:extLst>
              <a:ext uri="{FF2B5EF4-FFF2-40B4-BE49-F238E27FC236}">
                <a16:creationId xmlns:a16="http://schemas.microsoft.com/office/drawing/2014/main" id="{C799D1C2-13C3-2C9D-6A0B-7ED75960B046}"/>
              </a:ext>
            </a:extLst>
          </p:cNvPr>
          <p:cNvSpPr>
            <a:spLocks noGrp="1"/>
          </p:cNvSpPr>
          <p:nvPr>
            <p:ph type="dt" sz="half" idx="10"/>
          </p:nvPr>
        </p:nvSpPr>
        <p:spPr/>
        <p:txBody>
          <a:bodyPr/>
          <a:lstStyle/>
          <a:p>
            <a:r>
              <a:rPr lang="en-US"/>
              <a:t>9/10/2026</a:t>
            </a:r>
            <a:endParaRPr lang="en-US" dirty="0"/>
          </a:p>
        </p:txBody>
      </p:sp>
      <p:sp>
        <p:nvSpPr>
          <p:cNvPr id="5" name="Slide Number Placeholder 4">
            <a:extLst>
              <a:ext uri="{FF2B5EF4-FFF2-40B4-BE49-F238E27FC236}">
                <a16:creationId xmlns:a16="http://schemas.microsoft.com/office/drawing/2014/main" id="{646DB454-67ED-B6C4-9B1F-42E7DA464DA5}"/>
              </a:ext>
            </a:extLst>
          </p:cNvPr>
          <p:cNvSpPr>
            <a:spLocks noGrp="1"/>
          </p:cNvSpPr>
          <p:nvPr>
            <p:ph type="sldNum" sz="quarter" idx="12"/>
          </p:nvPr>
        </p:nvSpPr>
        <p:spPr/>
        <p:txBody>
          <a:bodyPr/>
          <a:lstStyle/>
          <a:p>
            <a:r>
              <a:rPr lang="en-US"/>
              <a:t>3</a:t>
            </a:r>
          </a:p>
        </p:txBody>
      </p:sp>
      <p:sp>
        <p:nvSpPr>
          <p:cNvPr id="10" name="Rectangle 9">
            <a:extLst>
              <a:ext uri="{FF2B5EF4-FFF2-40B4-BE49-F238E27FC236}">
                <a16:creationId xmlns:a16="http://schemas.microsoft.com/office/drawing/2014/main" id="{E0D51901-6778-D914-4DFA-8CB4EBEA4D59}"/>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4E3292E0-AC5A-0B7B-DEF2-67B12DAEACAF}"/>
              </a:ext>
            </a:extLst>
          </p:cNvPr>
          <p:cNvPicPr>
            <a:picLocks noChangeAspect="1"/>
          </p:cNvPicPr>
          <p:nvPr/>
        </p:nvPicPr>
        <p:blipFill>
          <a:blip r:embed="rId3"/>
          <a:stretch>
            <a:fillRect/>
          </a:stretch>
        </p:blipFill>
        <p:spPr>
          <a:xfrm>
            <a:off x="10312400" y="1"/>
            <a:ext cx="1879600" cy="1879600"/>
          </a:xfrm>
          <a:prstGeom prst="rect">
            <a:avLst/>
          </a:prstGeom>
          <a:solidFill>
            <a:schemeClr val="bg1"/>
          </a:solidFill>
        </p:spPr>
      </p:pic>
    </p:spTree>
    <p:custDataLst>
      <p:tags r:id="rId1"/>
    </p:custDataLst>
    <p:extLst>
      <p:ext uri="{BB962C8B-B14F-4D97-AF65-F5344CB8AC3E}">
        <p14:creationId xmlns:p14="http://schemas.microsoft.com/office/powerpoint/2010/main" val="14964047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custDataLst>
              <p:tags r:id="rId2"/>
            </p:custDataLst>
          </p:nvPr>
        </p:nvSpPr>
        <p:spPr/>
        <p:txBody>
          <a:bodyPr/>
          <a:lstStyle/>
          <a:p>
            <a:r>
              <a:rPr lang="en-US" noProof="0" dirty="0"/>
              <a:t>Why layouts matter</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custDataLst>
                  <p:tags r:id="rId3"/>
                </p:custDataLst>
              </p:nvPr>
            </p:nvSpPr>
            <p:spPr>
              <a:xfrm>
                <a:off x="2997168" y="1410471"/>
                <a:ext cx="3557256" cy="461665"/>
              </a:xfrm>
              <a:prstGeom prst="rect">
                <a:avLst/>
              </a:prstGeom>
              <a:noFill/>
            </p:spPr>
            <p:txBody>
              <a:bodyPr wrap="none" rtlCol="0" anchor="b">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initialization</a:t>
                </a:r>
                <a:endParaRPr lang="en-US" sz="2400" i="1" noProof="0" dirty="0"/>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custDataLst>
                  <p:tags r:id="rId3"/>
                </p:custDataLst>
              </p:nvPr>
            </p:nvSpPr>
            <p:spPr>
              <a:xfrm>
                <a:off x="2997168" y="1410471"/>
                <a:ext cx="3557256" cy="461665"/>
              </a:xfrm>
              <a:prstGeom prst="rect">
                <a:avLst/>
              </a:prstGeom>
              <a:blipFill>
                <a:blip r:embed="rId13"/>
                <a:stretch>
                  <a:fillRect t="-9211" r="-2401" b="-30263"/>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custDataLst>
              <p:tags r:id="rId4"/>
            </p:custDataLst>
          </p:nvPr>
        </p:nvSpPr>
        <p:spPr>
          <a:xfrm>
            <a:off x="1466539" y="1847570"/>
            <a:ext cx="6618514"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custDataLst>
              <p:tags r:id="rId5"/>
            </p:custDataLst>
          </p:nvPr>
        </p:nvSpPr>
        <p:spPr/>
        <p:txBody>
          <a:bodyPr/>
          <a:lstStyle/>
          <a:p>
            <a:r>
              <a:rPr lang="en-US" noProof="0"/>
              <a:t>9/10/2026</a:t>
            </a:r>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custDataLst>
              <p:tags r:id="rId6"/>
            </p:custDataLst>
          </p:nvPr>
        </p:nvSpPr>
        <p:spPr/>
        <p:txBody>
          <a:bodyPr/>
          <a:lstStyle/>
          <a:p>
            <a:r>
              <a:rPr lang="en-US" noProof="0"/>
              <a:t>4</a:t>
            </a:r>
            <a:endParaRPr lang="en-US" noProof="0" dirty="0"/>
          </a:p>
        </p:txBody>
      </p:sp>
      <p:sp>
        <p:nvSpPr>
          <p:cNvPr id="14" name="Right Brace 13">
            <a:extLst>
              <a:ext uri="{FF2B5EF4-FFF2-40B4-BE49-F238E27FC236}">
                <a16:creationId xmlns:a16="http://schemas.microsoft.com/office/drawing/2014/main" id="{92F803B9-E42A-FBF5-688A-F8B7645D0956}"/>
              </a:ext>
            </a:extLst>
          </p:cNvPr>
          <p:cNvSpPr/>
          <p:nvPr>
            <p:custDataLst>
              <p:tags r:id="rId7"/>
            </p:custDataLst>
          </p:nvPr>
        </p:nvSpPr>
        <p:spPr>
          <a:xfrm>
            <a:off x="8178519" y="1844234"/>
            <a:ext cx="139683" cy="1334021"/>
          </a:xfrm>
          <a:prstGeom prst="rightBrac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F7AB1616-978C-81B6-E5CB-C2AC5946404D}"/>
              </a:ext>
            </a:extLst>
          </p:cNvPr>
          <p:cNvSpPr txBox="1"/>
          <p:nvPr>
            <p:custDataLst>
              <p:tags r:id="rId8"/>
            </p:custDataLst>
          </p:nvPr>
        </p:nvSpPr>
        <p:spPr>
          <a:xfrm>
            <a:off x="8286452" y="2280411"/>
            <a:ext cx="2972352" cy="461665"/>
          </a:xfrm>
          <a:prstGeom prst="rect">
            <a:avLst/>
          </a:prstGeom>
          <a:noFill/>
        </p:spPr>
        <p:txBody>
          <a:bodyPr wrap="none" rtlCol="0" anchor="ctr">
            <a:spAutoFit/>
          </a:bodyPr>
          <a:lstStyle/>
          <a:p>
            <a:r>
              <a:rPr lang="en-US" sz="2400" dirty="0"/>
              <a:t>Row-by-row traversal</a:t>
            </a:r>
          </a:p>
        </p:txBody>
      </p:sp>
      <p:sp>
        <p:nvSpPr>
          <p:cNvPr id="7" name="TextBox 6">
            <a:extLst>
              <a:ext uri="{FF2B5EF4-FFF2-40B4-BE49-F238E27FC236}">
                <a16:creationId xmlns:a16="http://schemas.microsoft.com/office/drawing/2014/main" id="{3FC2C2F0-81F4-EFE5-FBE6-B8974CD5C0ED}"/>
              </a:ext>
            </a:extLst>
          </p:cNvPr>
          <p:cNvSpPr txBox="1"/>
          <p:nvPr>
            <p:custDataLst>
              <p:tags r:id="rId9"/>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
        <p:nvSpPr>
          <p:cNvPr id="11" name="Rectangle 10">
            <a:extLst>
              <a:ext uri="{FF2B5EF4-FFF2-40B4-BE49-F238E27FC236}">
                <a16:creationId xmlns:a16="http://schemas.microsoft.com/office/drawing/2014/main" id="{77884F95-AA39-36E9-E797-2896C41B83F8}"/>
              </a:ext>
            </a:extLst>
          </p:cNvPr>
          <p:cNvSpPr/>
          <p:nvPr>
            <p:custDataLst>
              <p:tags r:id="rId10"/>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42150955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custDataLst>
              <p:tags r:id="rId2"/>
            </p:custDataLst>
          </p:nvPr>
        </p:nvSpPr>
        <p:spPr/>
        <p:txBody>
          <a:bodyPr/>
          <a:lstStyle/>
          <a:p>
            <a:r>
              <a:rPr lang="en-US" noProof="0" dirty="0"/>
              <a:t>Why layouts matter</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custDataLst>
              <p:tags r:id="rId3"/>
            </p:custDataLst>
          </p:nvPr>
        </p:nvPicPr>
        <p:blipFill>
          <a:blip r:embed="rId18"/>
          <a:stretch>
            <a:fillRect/>
          </a:stretch>
        </p:blipFill>
        <p:spPr>
          <a:xfrm>
            <a:off x="2914089" y="3821212"/>
            <a:ext cx="1785102" cy="1774049"/>
          </a:xfrm>
          <a:prstGeom prst="rect">
            <a:avLst/>
          </a:prstGeom>
        </p:spPr>
      </p:pic>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custDataLst>
                  <p:tags r:id="rId4"/>
                </p:custDataLst>
              </p:nvPr>
            </p:nvSpPr>
            <p:spPr>
              <a:xfrm>
                <a:off x="2997168" y="1410471"/>
                <a:ext cx="3557256" cy="461665"/>
              </a:xfrm>
              <a:prstGeom prst="rect">
                <a:avLst/>
              </a:prstGeom>
              <a:noFill/>
            </p:spPr>
            <p:txBody>
              <a:bodyPr wrap="none" rtlCol="0" anchor="b">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initialization</a:t>
                </a:r>
                <a:endParaRPr lang="en-US" sz="2400" i="1" noProof="0" dirty="0"/>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custDataLst>
                  <p:tags r:id="rId4"/>
                </p:custDataLst>
              </p:nvPr>
            </p:nvSpPr>
            <p:spPr>
              <a:xfrm>
                <a:off x="2997168" y="1410471"/>
                <a:ext cx="3557256" cy="461665"/>
              </a:xfrm>
              <a:prstGeom prst="rect">
                <a:avLst/>
              </a:prstGeom>
              <a:blipFill>
                <a:blip r:embed="rId19"/>
                <a:stretch>
                  <a:fillRect t="-9211" r="-2401" b="-30263"/>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custDataLst>
              <p:tags r:id="rId5"/>
            </p:custDataLst>
          </p:nvPr>
        </p:nvSpPr>
        <p:spPr>
          <a:xfrm>
            <a:off x="1466539" y="1847570"/>
            <a:ext cx="6618514"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custDataLst>
              <p:tags r:id="rId6"/>
            </p:custDataLst>
          </p:nvPr>
        </p:nvSpPr>
        <p:spPr/>
        <p:txBody>
          <a:bodyPr/>
          <a:lstStyle/>
          <a:p>
            <a:r>
              <a:rPr lang="en-US" noProof="0"/>
              <a:t>9/10/2026</a:t>
            </a:r>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custDataLst>
              <p:tags r:id="rId7"/>
            </p:custDataLst>
          </p:nvPr>
        </p:nvSpPr>
        <p:spPr/>
        <p:txBody>
          <a:bodyPr/>
          <a:lstStyle/>
          <a:p>
            <a:r>
              <a:rPr lang="en-US" noProof="0"/>
              <a:t>4</a:t>
            </a:r>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custDataLst>
              <p:tags r:id="rId8"/>
            </p:custDataLst>
          </p:nvPr>
        </p:nvSpPr>
        <p:spPr>
          <a:xfrm>
            <a:off x="2998529" y="5618826"/>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custDataLst>
              <p:tags r:id="rId9"/>
            </p:custDataLst>
          </p:nvPr>
        </p:nvSpPr>
        <p:spPr>
          <a:xfrm>
            <a:off x="2320137" y="5616052"/>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D8FA95F-2675-1FD6-BC91-3590519E9D21}"/>
                  </a:ext>
                </a:extLst>
              </p:cNvPr>
              <p:cNvSpPr txBox="1"/>
              <p:nvPr>
                <p:custDataLst>
                  <p:tags r:id="rId10"/>
                </p:custDataLst>
              </p:nvPr>
            </p:nvSpPr>
            <p:spPr>
              <a:xfrm>
                <a:off x="2469117" y="447740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custDataLst>
                  <p:tags r:id="rId10"/>
                </p:custDataLst>
              </p:nvPr>
            </p:nvSpPr>
            <p:spPr>
              <a:xfrm>
                <a:off x="2469117" y="4477403"/>
                <a:ext cx="510524"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C385C36A-8F48-E47B-7C6E-E9CE50E27705}"/>
                  </a:ext>
                </a:extLst>
              </p:cNvPr>
              <p:cNvSpPr txBox="1"/>
              <p:nvPr>
                <p:custDataLst>
                  <p:tags r:id="rId11"/>
                </p:custDataLst>
              </p:nvPr>
            </p:nvSpPr>
            <p:spPr>
              <a:xfrm>
                <a:off x="3585324" y="335041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custDataLst>
                  <p:tags r:id="rId11"/>
                </p:custDataLst>
              </p:nvPr>
            </p:nvSpPr>
            <p:spPr>
              <a:xfrm>
                <a:off x="3585324" y="3350413"/>
                <a:ext cx="428771" cy="461665"/>
              </a:xfrm>
              <a:prstGeom prst="rect">
                <a:avLst/>
              </a:prstGeom>
              <a:blipFill>
                <a:blip r:embed="rId21"/>
                <a:stretch>
                  <a:fillRect/>
                </a:stretch>
              </a:blipFill>
            </p:spPr>
            <p:txBody>
              <a:bodyPr/>
              <a:lstStyle/>
              <a:p>
                <a:r>
                  <a:rPr lang="en-US">
                    <a:noFill/>
                  </a:rPr>
                  <a:t> </a:t>
                </a:r>
              </a:p>
            </p:txBody>
          </p:sp>
        </mc:Fallback>
      </mc:AlternateContent>
      <p:sp>
        <p:nvSpPr>
          <p:cNvPr id="14" name="Right Brace 13">
            <a:extLst>
              <a:ext uri="{FF2B5EF4-FFF2-40B4-BE49-F238E27FC236}">
                <a16:creationId xmlns:a16="http://schemas.microsoft.com/office/drawing/2014/main" id="{92F803B9-E42A-FBF5-688A-F8B7645D0956}"/>
              </a:ext>
            </a:extLst>
          </p:cNvPr>
          <p:cNvSpPr/>
          <p:nvPr>
            <p:custDataLst>
              <p:tags r:id="rId12"/>
            </p:custDataLst>
          </p:nvPr>
        </p:nvSpPr>
        <p:spPr>
          <a:xfrm>
            <a:off x="8178519" y="1844234"/>
            <a:ext cx="139683" cy="1334021"/>
          </a:xfrm>
          <a:prstGeom prst="rightBrac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F7AB1616-978C-81B6-E5CB-C2AC5946404D}"/>
              </a:ext>
            </a:extLst>
          </p:cNvPr>
          <p:cNvSpPr txBox="1"/>
          <p:nvPr>
            <p:custDataLst>
              <p:tags r:id="rId13"/>
            </p:custDataLst>
          </p:nvPr>
        </p:nvSpPr>
        <p:spPr>
          <a:xfrm>
            <a:off x="8286452" y="2280411"/>
            <a:ext cx="2972352" cy="461665"/>
          </a:xfrm>
          <a:prstGeom prst="rect">
            <a:avLst/>
          </a:prstGeom>
          <a:noFill/>
        </p:spPr>
        <p:txBody>
          <a:bodyPr wrap="none" rtlCol="0" anchor="ctr">
            <a:spAutoFit/>
          </a:bodyPr>
          <a:lstStyle/>
          <a:p>
            <a:r>
              <a:rPr lang="en-US" sz="2400" dirty="0"/>
              <a:t>Row-by-row traversal</a:t>
            </a:r>
          </a:p>
        </p:txBody>
      </p:sp>
      <p:sp>
        <p:nvSpPr>
          <p:cNvPr id="7" name="TextBox 6">
            <a:extLst>
              <a:ext uri="{FF2B5EF4-FFF2-40B4-BE49-F238E27FC236}">
                <a16:creationId xmlns:a16="http://schemas.microsoft.com/office/drawing/2014/main" id="{3FC2C2F0-81F4-EFE5-FBE6-B8974CD5C0ED}"/>
              </a:ext>
            </a:extLst>
          </p:cNvPr>
          <p:cNvSpPr txBox="1"/>
          <p:nvPr>
            <p:custDataLst>
              <p:tags r:id="rId14"/>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
        <p:nvSpPr>
          <p:cNvPr id="11" name="Rectangle 10">
            <a:extLst>
              <a:ext uri="{FF2B5EF4-FFF2-40B4-BE49-F238E27FC236}">
                <a16:creationId xmlns:a16="http://schemas.microsoft.com/office/drawing/2014/main" id="{77884F95-AA39-36E9-E797-2896C41B83F8}"/>
              </a:ext>
            </a:extLst>
          </p:cNvPr>
          <p:cNvSpPr/>
          <p:nvPr>
            <p:custDataLst>
              <p:tags r:id="rId15"/>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24331446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custDataLst>
              <p:tags r:id="rId2"/>
            </p:custDataLst>
          </p:nvPr>
        </p:nvSpPr>
        <p:spPr/>
        <p:txBody>
          <a:bodyPr/>
          <a:lstStyle/>
          <a:p>
            <a:r>
              <a:rPr lang="en-US" noProof="0" dirty="0"/>
              <a:t>Why layouts matter</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custDataLst>
              <p:tags r:id="rId3"/>
            </p:custDataLst>
          </p:nvPr>
        </p:nvPicPr>
        <p:blipFill>
          <a:blip r:embed="rId23"/>
          <a:stretch>
            <a:fillRect/>
          </a:stretch>
        </p:blipFill>
        <p:spPr>
          <a:xfrm>
            <a:off x="2914089" y="382121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custDataLst>
              <p:tags r:id="rId4"/>
            </p:custDataLst>
          </p:nvPr>
        </p:nvPicPr>
        <p:blipFill>
          <a:blip r:embed="rId23"/>
          <a:stretch>
            <a:fillRect/>
          </a:stretch>
        </p:blipFill>
        <p:spPr>
          <a:xfrm rot="16200000" flipH="1">
            <a:off x="7285278" y="3803392"/>
            <a:ext cx="1796224" cy="1785102"/>
          </a:xfrm>
          <a:prstGeom prst="rect">
            <a:avLst/>
          </a:prstGeom>
        </p:spPr>
      </p:pic>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custDataLst>
                  <p:tags r:id="rId5"/>
                </p:custDataLst>
              </p:nvPr>
            </p:nvSpPr>
            <p:spPr>
              <a:xfrm>
                <a:off x="2997168" y="1410471"/>
                <a:ext cx="3557256" cy="461665"/>
              </a:xfrm>
              <a:prstGeom prst="rect">
                <a:avLst/>
              </a:prstGeom>
              <a:noFill/>
            </p:spPr>
            <p:txBody>
              <a:bodyPr wrap="none" rtlCol="0" anchor="b">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initialization</a:t>
                </a:r>
                <a:endParaRPr lang="en-US" sz="2400" i="1" noProof="0" dirty="0"/>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custDataLst>
                  <p:tags r:id="rId5"/>
                </p:custDataLst>
              </p:nvPr>
            </p:nvSpPr>
            <p:spPr>
              <a:xfrm>
                <a:off x="2997168" y="1410471"/>
                <a:ext cx="3557256" cy="461665"/>
              </a:xfrm>
              <a:prstGeom prst="rect">
                <a:avLst/>
              </a:prstGeom>
              <a:blipFill>
                <a:blip r:embed="rId24"/>
                <a:stretch>
                  <a:fillRect t="-9211" r="-2401" b="-30263"/>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custDataLst>
              <p:tags r:id="rId6"/>
            </p:custDataLst>
          </p:nvPr>
        </p:nvSpPr>
        <p:spPr>
          <a:xfrm>
            <a:off x="1466539" y="1847570"/>
            <a:ext cx="6618514"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custDataLst>
              <p:tags r:id="rId7"/>
            </p:custDataLst>
          </p:nvPr>
        </p:nvSpPr>
        <p:spPr/>
        <p:txBody>
          <a:bodyPr/>
          <a:lstStyle/>
          <a:p>
            <a:r>
              <a:rPr lang="en-US" noProof="0"/>
              <a:t>9/10/2026</a:t>
            </a:r>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custDataLst>
              <p:tags r:id="rId8"/>
            </p:custDataLst>
          </p:nvPr>
        </p:nvSpPr>
        <p:spPr/>
        <p:txBody>
          <a:bodyPr/>
          <a:lstStyle/>
          <a:p>
            <a:r>
              <a:rPr lang="en-US" noProof="0"/>
              <a:t>4</a:t>
            </a:r>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custDataLst>
              <p:tags r:id="rId9"/>
            </p:custDataLst>
          </p:nvPr>
        </p:nvSpPr>
        <p:spPr>
          <a:xfrm>
            <a:off x="2998529" y="5618826"/>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custDataLst>
              <p:tags r:id="rId10"/>
            </p:custDataLst>
          </p:nvPr>
        </p:nvSpPr>
        <p:spPr>
          <a:xfrm>
            <a:off x="7019373" y="5627216"/>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custDataLst>
              <p:tags r:id="rId11"/>
            </p:custDataLst>
          </p:nvPr>
        </p:nvSpPr>
        <p:spPr>
          <a:xfrm>
            <a:off x="2320137" y="5616052"/>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custDataLst>
              <p:tags r:id="rId12"/>
            </p:custDataLst>
          </p:nvPr>
        </p:nvSpPr>
        <p:spPr>
          <a:xfrm>
            <a:off x="9075941" y="5594055"/>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D8FA95F-2675-1FD6-BC91-3590519E9D21}"/>
                  </a:ext>
                </a:extLst>
              </p:cNvPr>
              <p:cNvSpPr txBox="1"/>
              <p:nvPr>
                <p:custDataLst>
                  <p:tags r:id="rId13"/>
                </p:custDataLst>
              </p:nvPr>
            </p:nvSpPr>
            <p:spPr>
              <a:xfrm>
                <a:off x="2469117" y="447740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custDataLst>
                  <p:tags r:id="rId13"/>
                </p:custDataLst>
              </p:nvPr>
            </p:nvSpPr>
            <p:spPr>
              <a:xfrm>
                <a:off x="2469117" y="4477403"/>
                <a:ext cx="510524" cy="461665"/>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D99167C-04A4-F722-8AAD-E9C93817DE28}"/>
                  </a:ext>
                </a:extLst>
              </p:cNvPr>
              <p:cNvSpPr txBox="1"/>
              <p:nvPr>
                <p:custDataLst>
                  <p:tags r:id="rId14"/>
                </p:custDataLst>
              </p:nvPr>
            </p:nvSpPr>
            <p:spPr>
              <a:xfrm>
                <a:off x="7947754" y="3303528"/>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custDataLst>
                  <p:tags r:id="rId14"/>
                </p:custDataLst>
              </p:nvPr>
            </p:nvSpPr>
            <p:spPr>
              <a:xfrm>
                <a:off x="7947754" y="3303528"/>
                <a:ext cx="428771" cy="461665"/>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078A7279-5F01-C120-7112-C7DEE7206658}"/>
                  </a:ext>
                </a:extLst>
              </p:cNvPr>
              <p:cNvSpPr txBox="1"/>
              <p:nvPr>
                <p:custDataLst>
                  <p:tags r:id="rId15"/>
                </p:custDataLst>
              </p:nvPr>
            </p:nvSpPr>
            <p:spPr>
              <a:xfrm>
                <a:off x="6842324" y="446511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custDataLst>
                  <p:tags r:id="rId15"/>
                </p:custDataLst>
              </p:nvPr>
            </p:nvSpPr>
            <p:spPr>
              <a:xfrm>
                <a:off x="6842324" y="4465110"/>
                <a:ext cx="510524" cy="461665"/>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C385C36A-8F48-E47B-7C6E-E9CE50E27705}"/>
                  </a:ext>
                </a:extLst>
              </p:cNvPr>
              <p:cNvSpPr txBox="1"/>
              <p:nvPr>
                <p:custDataLst>
                  <p:tags r:id="rId16"/>
                </p:custDataLst>
              </p:nvPr>
            </p:nvSpPr>
            <p:spPr>
              <a:xfrm>
                <a:off x="3585324" y="335041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custDataLst>
                  <p:tags r:id="rId16"/>
                </p:custDataLst>
              </p:nvPr>
            </p:nvSpPr>
            <p:spPr>
              <a:xfrm>
                <a:off x="3585324" y="3350413"/>
                <a:ext cx="428771" cy="461665"/>
              </a:xfrm>
              <a:prstGeom prst="rect">
                <a:avLst/>
              </a:prstGeom>
              <a:blipFill>
                <a:blip r:embed="rId28"/>
                <a:stretch>
                  <a:fillRect/>
                </a:stretch>
              </a:blipFill>
            </p:spPr>
            <p:txBody>
              <a:bodyPr/>
              <a:lstStyle/>
              <a:p>
                <a:r>
                  <a:rPr lang="en-US">
                    <a:noFill/>
                  </a:rPr>
                  <a:t> </a:t>
                </a:r>
              </a:p>
            </p:txBody>
          </p:sp>
        </mc:Fallback>
      </mc:AlternateContent>
      <p:sp>
        <p:nvSpPr>
          <p:cNvPr id="14" name="Right Brace 13">
            <a:extLst>
              <a:ext uri="{FF2B5EF4-FFF2-40B4-BE49-F238E27FC236}">
                <a16:creationId xmlns:a16="http://schemas.microsoft.com/office/drawing/2014/main" id="{92F803B9-E42A-FBF5-688A-F8B7645D0956}"/>
              </a:ext>
            </a:extLst>
          </p:cNvPr>
          <p:cNvSpPr/>
          <p:nvPr>
            <p:custDataLst>
              <p:tags r:id="rId17"/>
            </p:custDataLst>
          </p:nvPr>
        </p:nvSpPr>
        <p:spPr>
          <a:xfrm>
            <a:off x="8178519" y="1844234"/>
            <a:ext cx="139683" cy="1334021"/>
          </a:xfrm>
          <a:prstGeom prst="rightBrac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F7AB1616-978C-81B6-E5CB-C2AC5946404D}"/>
              </a:ext>
            </a:extLst>
          </p:cNvPr>
          <p:cNvSpPr txBox="1"/>
          <p:nvPr>
            <p:custDataLst>
              <p:tags r:id="rId18"/>
            </p:custDataLst>
          </p:nvPr>
        </p:nvSpPr>
        <p:spPr>
          <a:xfrm>
            <a:off x="8286452" y="2280411"/>
            <a:ext cx="2972352" cy="461665"/>
          </a:xfrm>
          <a:prstGeom prst="rect">
            <a:avLst/>
          </a:prstGeom>
          <a:noFill/>
        </p:spPr>
        <p:txBody>
          <a:bodyPr wrap="none" rtlCol="0" anchor="ctr">
            <a:spAutoFit/>
          </a:bodyPr>
          <a:lstStyle/>
          <a:p>
            <a:r>
              <a:rPr lang="en-US" sz="2400" dirty="0"/>
              <a:t>Row-by-row traversal</a:t>
            </a:r>
          </a:p>
        </p:txBody>
      </p:sp>
      <p:sp>
        <p:nvSpPr>
          <p:cNvPr id="7" name="TextBox 6">
            <a:extLst>
              <a:ext uri="{FF2B5EF4-FFF2-40B4-BE49-F238E27FC236}">
                <a16:creationId xmlns:a16="http://schemas.microsoft.com/office/drawing/2014/main" id="{3FC2C2F0-81F4-EFE5-FBE6-B8974CD5C0ED}"/>
              </a:ext>
            </a:extLst>
          </p:cNvPr>
          <p:cNvSpPr txBox="1"/>
          <p:nvPr>
            <p:custDataLst>
              <p:tags r:id="rId19"/>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
        <p:nvSpPr>
          <p:cNvPr id="11" name="Rectangle 10">
            <a:extLst>
              <a:ext uri="{FF2B5EF4-FFF2-40B4-BE49-F238E27FC236}">
                <a16:creationId xmlns:a16="http://schemas.microsoft.com/office/drawing/2014/main" id="{77884F95-AA39-36E9-E797-2896C41B83F8}"/>
              </a:ext>
            </a:extLst>
          </p:cNvPr>
          <p:cNvSpPr/>
          <p:nvPr>
            <p:custDataLst>
              <p:tags r:id="rId20"/>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34761345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custDataLst>
              <p:tags r:id="rId2"/>
            </p:custDataLst>
          </p:nvPr>
        </p:nvSpPr>
        <p:spPr/>
        <p:txBody>
          <a:bodyPr/>
          <a:lstStyle/>
          <a:p>
            <a:r>
              <a:rPr lang="en-US" noProof="0" dirty="0"/>
              <a:t>Layout-agnostic design</a:t>
            </a:r>
          </a:p>
        </p:txBody>
      </p:sp>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custDataLst>
              <p:tags r:id="rId4"/>
            </p:custDataLst>
          </p:nvPr>
        </p:nvSpPr>
        <p:spPr/>
        <p:txBody>
          <a:bodyPr/>
          <a:lstStyle/>
          <a:p>
            <a:r>
              <a:rPr lang="en-US" noProof="0"/>
              <a:t>5</a:t>
            </a:r>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custDataLst>
              <p:tags r:id="rId5"/>
            </p:custDataLst>
          </p:nvPr>
        </p:nvSpPr>
        <p:spPr>
          <a:xfrm>
            <a:off x="2588746" y="1364832"/>
            <a:ext cx="6559615" cy="1330685"/>
          </a:xfrm>
          <a:prstGeom prst="rect">
            <a:avLst/>
          </a:prstGeom>
          <a:solidFill>
            <a:srgbClr val="FFFFFF"/>
          </a:solid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20" name="Rectangle 19">
            <a:extLst>
              <a:ext uri="{FF2B5EF4-FFF2-40B4-BE49-F238E27FC236}">
                <a16:creationId xmlns:a16="http://schemas.microsoft.com/office/drawing/2014/main" id="{67BD92F5-2EE9-D3FE-87E7-91B0DB34D986}"/>
              </a:ext>
            </a:extLst>
          </p:cNvPr>
          <p:cNvSpPr/>
          <p:nvPr>
            <p:custDataLst>
              <p:tags r:id="rId6"/>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D7309B2-ECA2-986D-EF67-FDC8C6D4C16A}"/>
              </a:ext>
            </a:extLst>
          </p:cNvPr>
          <p:cNvSpPr txBox="1"/>
          <p:nvPr>
            <p:custDataLst>
              <p:tags r:id="rId7"/>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8562209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custDataLst>
              <p:tags r:id="rId2"/>
            </p:custDataLst>
          </p:nvPr>
        </p:nvCxnSpPr>
        <p:spPr>
          <a:xfrm flipH="1">
            <a:off x="3101112" y="2695517"/>
            <a:ext cx="2767442" cy="7874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BFFC25D7-EA5F-3145-1A91-B45219E7073C}"/>
              </a:ext>
            </a:extLst>
          </p:cNvPr>
          <p:cNvSpPr>
            <a:spLocks noGrp="1"/>
          </p:cNvSpPr>
          <p:nvPr>
            <p:ph type="title"/>
            <p:custDataLst>
              <p:tags r:id="rId3"/>
            </p:custDataLst>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custDataLst>
              <p:tags r:id="rId4"/>
            </p:custDataLst>
          </p:nvPr>
        </p:nvSpPr>
        <p:spPr>
          <a:xfrm flipH="1">
            <a:off x="1272092" y="3252164"/>
            <a:ext cx="1829020" cy="461665"/>
          </a:xfrm>
          <a:prstGeom prst="rect">
            <a:avLst/>
          </a:prstGeom>
          <a:noFill/>
        </p:spPr>
        <p:txBody>
          <a:bodyPr wrap="square" rtlCol="0" anchor="b">
            <a:spAutoFit/>
          </a:bodyPr>
          <a:lstStyle/>
          <a:p>
            <a:pPr algn="ctr"/>
            <a:r>
              <a:rPr lang="en-US" sz="2400" noProof="0" dirty="0"/>
              <a:t>Index space</a:t>
            </a:r>
          </a:p>
        </p:txBody>
      </p:sp>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custDataLst>
              <p:tags r:id="rId5"/>
            </p:custDataLst>
          </p:nvPr>
        </p:nvSpPr>
        <p:spPr/>
        <p:txBody>
          <a:bodyPr/>
          <a:lstStyle/>
          <a:p>
            <a:r>
              <a:rPr lang="en-US" noProof="0"/>
              <a:t>9/10/2026</a:t>
            </a:r>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custDataLst>
              <p:tags r:id="rId6"/>
            </p:custDataLst>
          </p:nvPr>
        </p:nvSpPr>
        <p:spPr/>
        <p:txBody>
          <a:bodyPr/>
          <a:lstStyle/>
          <a:p>
            <a:r>
              <a:rPr lang="en-US" noProof="0"/>
              <a:t>5</a:t>
            </a:r>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custDataLst>
              <p:tags r:id="rId7"/>
            </p:custDataLst>
          </p:nvPr>
        </p:nvSpPr>
        <p:spPr>
          <a:xfrm>
            <a:off x="2588746" y="1364832"/>
            <a:ext cx="6559615" cy="1330685"/>
          </a:xfrm>
          <a:prstGeom prst="rect">
            <a:avLst/>
          </a:prstGeom>
          <a:solidFill>
            <a:srgbClr val="FFFFFF"/>
          </a:solid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8" name="Rectangle 37">
            <a:extLst>
              <a:ext uri="{FF2B5EF4-FFF2-40B4-BE49-F238E27FC236}">
                <a16:creationId xmlns:a16="http://schemas.microsoft.com/office/drawing/2014/main" id="{60BA42AF-1518-DEC5-1F3C-80A280A7EFA5}"/>
              </a:ext>
            </a:extLst>
          </p:cNvPr>
          <p:cNvSpPr/>
          <p:nvPr>
            <p:custDataLst>
              <p:tags r:id="rId8"/>
            </p:custDataLst>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custDataLst>
              <p:tags r:id="rId9"/>
            </p:custDataLst>
          </p:nvPr>
        </p:nvSpPr>
        <p:spPr>
          <a:xfrm>
            <a:off x="1805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custDataLst>
              <p:tags r:id="rId10"/>
            </p:custDataLst>
          </p:nvPr>
        </p:nvSpPr>
        <p:spPr>
          <a:xfrm>
            <a:off x="2567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custDataLst>
              <p:tags r:id="rId11"/>
            </p:custDataLst>
          </p:nvPr>
        </p:nvSpPr>
        <p:spPr>
          <a:xfrm>
            <a:off x="2186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custDataLst>
              <p:tags r:id="rId12"/>
            </p:custDataLst>
          </p:nvPr>
        </p:nvSpPr>
        <p:spPr>
          <a:xfrm>
            <a:off x="1424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custDataLst>
              <p:tags r:id="rId13"/>
            </p:custDataLst>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custDataLst>
              <p:tags r:id="rId14"/>
            </p:custDataLst>
          </p:nvPr>
        </p:nvSpPr>
        <p:spPr>
          <a:xfrm>
            <a:off x="1424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custDataLst>
              <p:tags r:id="rId15"/>
            </p:custDataLst>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custDataLst>
              <p:tags r:id="rId16"/>
            </p:custDataLst>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custDataLst>
              <p:tags r:id="rId17"/>
            </p:custDataLst>
          </p:nvPr>
        </p:nvSpPr>
        <p:spPr>
          <a:xfrm>
            <a:off x="2567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custDataLst>
              <p:tags r:id="rId18"/>
            </p:custDataLst>
          </p:nvPr>
        </p:nvSpPr>
        <p:spPr>
          <a:xfrm>
            <a:off x="1805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custDataLst>
              <p:tags r:id="rId19"/>
            </p:custDataLst>
          </p:nvPr>
        </p:nvSpPr>
        <p:spPr>
          <a:xfrm>
            <a:off x="2186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A227FF2-E7C3-F0D8-1548-3FDE957F05DA}"/>
                  </a:ext>
                </a:extLst>
              </p:cNvPr>
              <p:cNvSpPr txBox="1"/>
              <p:nvPr>
                <p:custDataLst>
                  <p:tags r:id="rId20"/>
                </p:custDataLst>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custDataLst>
                  <p:tags r:id="rId20"/>
                </p:custDataLst>
              </p:nvPr>
            </p:nvSpPr>
            <p:spPr>
              <a:xfrm>
                <a:off x="965434" y="4009497"/>
                <a:ext cx="510524" cy="461665"/>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E77E5549-724E-7BCC-503A-172F89C27024}"/>
                  </a:ext>
                </a:extLst>
              </p:cNvPr>
              <p:cNvSpPr txBox="1"/>
              <p:nvPr>
                <p:custDataLst>
                  <p:tags r:id="rId21"/>
                </p:custDataLst>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custDataLst>
                  <p:tags r:id="rId21"/>
                </p:custDataLst>
              </p:nvPr>
            </p:nvSpPr>
            <p:spPr>
              <a:xfrm>
                <a:off x="1991030" y="4782590"/>
                <a:ext cx="428771" cy="461665"/>
              </a:xfrm>
              <a:prstGeom prst="rect">
                <a:avLst/>
              </a:prstGeom>
              <a:blipFill>
                <a:blip r:embed="rId27"/>
                <a:stretch>
                  <a:fillRect/>
                </a:stretch>
              </a:blipFill>
            </p:spPr>
            <p:txBody>
              <a:bodyPr/>
              <a:lstStyle/>
              <a:p>
                <a:r>
                  <a:rPr lang="en-US">
                    <a:noFill/>
                  </a:rPr>
                  <a:t> </a:t>
                </a:r>
              </a:p>
            </p:txBody>
          </p:sp>
        </mc:Fallback>
      </mc:AlternateContent>
      <p:sp>
        <p:nvSpPr>
          <p:cNvPr id="20" name="Rectangle 19">
            <a:extLst>
              <a:ext uri="{FF2B5EF4-FFF2-40B4-BE49-F238E27FC236}">
                <a16:creationId xmlns:a16="http://schemas.microsoft.com/office/drawing/2014/main" id="{67BD92F5-2EE9-D3FE-87E7-91B0DB34D986}"/>
              </a:ext>
            </a:extLst>
          </p:cNvPr>
          <p:cNvSpPr/>
          <p:nvPr>
            <p:custDataLst>
              <p:tags r:id="rId22"/>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D7309B2-ECA2-986D-EF67-FDC8C6D4C16A}"/>
              </a:ext>
            </a:extLst>
          </p:cNvPr>
          <p:cNvSpPr txBox="1"/>
          <p:nvPr>
            <p:custDataLst>
              <p:tags r:id="rId23"/>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7748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custDataLst>
              <p:tags r:id="rId2"/>
            </p:custDataLst>
          </p:nvPr>
        </p:nvCxnSpPr>
        <p:spPr>
          <a:xfrm flipH="1">
            <a:off x="3101112" y="2695517"/>
            <a:ext cx="2767442" cy="7874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BFFC25D7-EA5F-3145-1A91-B45219E7073C}"/>
              </a:ext>
            </a:extLst>
          </p:cNvPr>
          <p:cNvSpPr>
            <a:spLocks noGrp="1"/>
          </p:cNvSpPr>
          <p:nvPr>
            <p:ph type="title"/>
            <p:custDataLst>
              <p:tags r:id="rId3"/>
            </p:custDataLst>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custDataLst>
              <p:tags r:id="rId4"/>
            </p:custDataLst>
          </p:nvPr>
        </p:nvSpPr>
        <p:spPr>
          <a:xfrm flipH="1">
            <a:off x="1272092" y="3252164"/>
            <a:ext cx="1829020" cy="461665"/>
          </a:xfrm>
          <a:prstGeom prst="rect">
            <a:avLst/>
          </a:prstGeom>
          <a:noFill/>
        </p:spPr>
        <p:txBody>
          <a:bodyPr wrap="square" rtlCol="0" anchor="b">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custDataLst>
              <p:tags r:id="rId5"/>
            </p:custDataLst>
          </p:nvPr>
        </p:nvCxnSpPr>
        <p:spPr>
          <a:xfrm flipV="1">
            <a:off x="2965699" y="3622045"/>
            <a:ext cx="1913618" cy="61013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custDataLst>
              <p:tags r:id="rId6"/>
            </p:custDataLst>
          </p:nvPr>
        </p:nvSpPr>
        <p:spPr>
          <a:xfrm flipH="1">
            <a:off x="5631896" y="3071365"/>
            <a:ext cx="3400422" cy="461665"/>
          </a:xfrm>
          <a:prstGeom prst="rect">
            <a:avLst/>
          </a:prstGeom>
          <a:noFill/>
        </p:spPr>
        <p:txBody>
          <a:bodyPr wrap="square" rtlCol="0" anchor="b">
            <a:spAutoFit/>
          </a:bodyPr>
          <a:lstStyle/>
          <a:p>
            <a:pPr algn="ctr"/>
            <a:r>
              <a:rPr lang="en-US" sz="2400" noProof="0" dirty="0"/>
              <a:t>Physical memory layout</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custDataLst>
              <p:tags r:id="rId7"/>
            </p:custDataLst>
          </p:nvPr>
        </p:nvPicPr>
        <p:blipFill>
          <a:blip r:embed="rId43"/>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custDataLst>
              <p:tags r:id="rId8"/>
            </p:custDataLst>
          </p:nvPr>
        </p:nvSpPr>
        <p:spPr/>
        <p:txBody>
          <a:bodyPr/>
          <a:lstStyle/>
          <a:p>
            <a:r>
              <a:rPr lang="en-US" noProof="0"/>
              <a:t>9/10/2026</a:t>
            </a:r>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custDataLst>
              <p:tags r:id="rId9"/>
            </p:custDataLst>
          </p:nvPr>
        </p:nvSpPr>
        <p:spPr/>
        <p:txBody>
          <a:bodyPr/>
          <a:lstStyle/>
          <a:p>
            <a:r>
              <a:rPr lang="en-US" noProof="0"/>
              <a:t>5</a:t>
            </a:r>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custDataLst>
              <p:tags r:id="rId10"/>
            </p:custDataLst>
          </p:nvPr>
        </p:nvSpPr>
        <p:spPr>
          <a:xfrm>
            <a:off x="2588746" y="1364832"/>
            <a:ext cx="6559615" cy="1330685"/>
          </a:xfrm>
          <a:prstGeom prst="rect">
            <a:avLst/>
          </a:prstGeom>
          <a:solidFill>
            <a:srgbClr val="FFFFFF"/>
          </a:solid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8" name="Rectangle 37">
            <a:extLst>
              <a:ext uri="{FF2B5EF4-FFF2-40B4-BE49-F238E27FC236}">
                <a16:creationId xmlns:a16="http://schemas.microsoft.com/office/drawing/2014/main" id="{60BA42AF-1518-DEC5-1F3C-80A280A7EFA5}"/>
              </a:ext>
            </a:extLst>
          </p:cNvPr>
          <p:cNvSpPr/>
          <p:nvPr>
            <p:custDataLst>
              <p:tags r:id="rId11"/>
            </p:custDataLst>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custDataLst>
              <p:tags r:id="rId12"/>
            </p:custDataLst>
          </p:nvPr>
        </p:nvSpPr>
        <p:spPr>
          <a:xfrm>
            <a:off x="1805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custDataLst>
              <p:tags r:id="rId13"/>
            </p:custDataLst>
          </p:nvPr>
        </p:nvSpPr>
        <p:spPr>
          <a:xfrm>
            <a:off x="2567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custDataLst>
              <p:tags r:id="rId14"/>
            </p:custDataLst>
          </p:nvPr>
        </p:nvSpPr>
        <p:spPr>
          <a:xfrm>
            <a:off x="2186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custDataLst>
              <p:tags r:id="rId15"/>
            </p:custDataLst>
          </p:nvPr>
        </p:nvSpPr>
        <p:spPr>
          <a:xfrm>
            <a:off x="1424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custDataLst>
              <p:tags r:id="rId16"/>
            </p:custDataLst>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custDataLst>
              <p:tags r:id="rId17"/>
            </p:custDataLst>
          </p:nvPr>
        </p:nvSpPr>
        <p:spPr>
          <a:xfrm>
            <a:off x="1424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custDataLst>
              <p:tags r:id="rId18"/>
            </p:custDataLst>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custDataLst>
              <p:tags r:id="rId19"/>
            </p:custDataLst>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custDataLst>
              <p:tags r:id="rId20"/>
            </p:custDataLst>
          </p:nvPr>
        </p:nvSpPr>
        <p:spPr>
          <a:xfrm>
            <a:off x="2567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custDataLst>
              <p:tags r:id="rId21"/>
            </p:custDataLst>
          </p:nvPr>
        </p:nvSpPr>
        <p:spPr>
          <a:xfrm>
            <a:off x="1805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custDataLst>
              <p:tags r:id="rId22"/>
            </p:custDataLst>
          </p:nvPr>
        </p:nvSpPr>
        <p:spPr>
          <a:xfrm>
            <a:off x="2186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74" name="Rectangle 73">
            <a:extLst>
              <a:ext uri="{FF2B5EF4-FFF2-40B4-BE49-F238E27FC236}">
                <a16:creationId xmlns:a16="http://schemas.microsoft.com/office/drawing/2014/main" id="{C017114C-4B9B-189E-5F4D-E3234F5BF9B4}"/>
              </a:ext>
            </a:extLst>
          </p:cNvPr>
          <p:cNvSpPr/>
          <p:nvPr>
            <p:custDataLst>
              <p:tags r:id="rId23"/>
            </p:custDataLst>
          </p:nvPr>
        </p:nvSpPr>
        <p:spPr>
          <a:xfrm>
            <a:off x="5260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77" name="Rectangle 76">
            <a:extLst>
              <a:ext uri="{FF2B5EF4-FFF2-40B4-BE49-F238E27FC236}">
                <a16:creationId xmlns:a16="http://schemas.microsoft.com/office/drawing/2014/main" id="{27814029-6F98-4055-439B-51AF0156C7F8}"/>
              </a:ext>
            </a:extLst>
          </p:cNvPr>
          <p:cNvSpPr/>
          <p:nvPr>
            <p:custDataLst>
              <p:tags r:id="rId24"/>
            </p:custDataLst>
          </p:nvPr>
        </p:nvSpPr>
        <p:spPr>
          <a:xfrm>
            <a:off x="6784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80" name="Rectangle 79">
            <a:extLst>
              <a:ext uri="{FF2B5EF4-FFF2-40B4-BE49-F238E27FC236}">
                <a16:creationId xmlns:a16="http://schemas.microsoft.com/office/drawing/2014/main" id="{71500E03-9C84-6DAE-C18B-7C7A249E1704}"/>
              </a:ext>
            </a:extLst>
          </p:cNvPr>
          <p:cNvSpPr/>
          <p:nvPr>
            <p:custDataLst>
              <p:tags r:id="rId25"/>
            </p:custDataLst>
          </p:nvPr>
        </p:nvSpPr>
        <p:spPr>
          <a:xfrm>
            <a:off x="7546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83" name="Rectangle 82">
            <a:extLst>
              <a:ext uri="{FF2B5EF4-FFF2-40B4-BE49-F238E27FC236}">
                <a16:creationId xmlns:a16="http://schemas.microsoft.com/office/drawing/2014/main" id="{AE602D09-5476-2D97-3F39-B3301C510D97}"/>
              </a:ext>
            </a:extLst>
          </p:cNvPr>
          <p:cNvSpPr/>
          <p:nvPr>
            <p:custDataLst>
              <p:tags r:id="rId26"/>
            </p:custDataLst>
          </p:nvPr>
        </p:nvSpPr>
        <p:spPr>
          <a:xfrm>
            <a:off x="7165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86" name="Rectangle 85">
            <a:extLst>
              <a:ext uri="{FF2B5EF4-FFF2-40B4-BE49-F238E27FC236}">
                <a16:creationId xmlns:a16="http://schemas.microsoft.com/office/drawing/2014/main" id="{0B4A79BD-970B-69A5-CA89-23BD9BF1219C}"/>
              </a:ext>
            </a:extLst>
          </p:cNvPr>
          <p:cNvSpPr/>
          <p:nvPr>
            <p:custDataLst>
              <p:tags r:id="rId27"/>
            </p:custDataLst>
          </p:nvPr>
        </p:nvSpPr>
        <p:spPr>
          <a:xfrm>
            <a:off x="6403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89" name="Rectangle 88">
            <a:extLst>
              <a:ext uri="{FF2B5EF4-FFF2-40B4-BE49-F238E27FC236}">
                <a16:creationId xmlns:a16="http://schemas.microsoft.com/office/drawing/2014/main" id="{FB202CA8-F886-1127-F914-31628CFCD14A}"/>
              </a:ext>
            </a:extLst>
          </p:cNvPr>
          <p:cNvSpPr/>
          <p:nvPr>
            <p:custDataLst>
              <p:tags r:id="rId28"/>
            </p:custDataLst>
          </p:nvPr>
        </p:nvSpPr>
        <p:spPr>
          <a:xfrm>
            <a:off x="4879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92" name="Rectangle 91">
            <a:extLst>
              <a:ext uri="{FF2B5EF4-FFF2-40B4-BE49-F238E27FC236}">
                <a16:creationId xmlns:a16="http://schemas.microsoft.com/office/drawing/2014/main" id="{B8977E23-4CDB-1264-F4AD-A71A91BF3890}"/>
              </a:ext>
            </a:extLst>
          </p:cNvPr>
          <p:cNvSpPr/>
          <p:nvPr>
            <p:custDataLst>
              <p:tags r:id="rId29"/>
            </p:custDataLst>
          </p:nvPr>
        </p:nvSpPr>
        <p:spPr>
          <a:xfrm>
            <a:off x="7927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95" name="Rectangle 94">
            <a:extLst>
              <a:ext uri="{FF2B5EF4-FFF2-40B4-BE49-F238E27FC236}">
                <a16:creationId xmlns:a16="http://schemas.microsoft.com/office/drawing/2014/main" id="{70C68701-285E-394C-56CB-B2B925283B76}"/>
              </a:ext>
            </a:extLst>
          </p:cNvPr>
          <p:cNvSpPr/>
          <p:nvPr>
            <p:custDataLst>
              <p:tags r:id="rId30"/>
            </p:custDataLst>
          </p:nvPr>
        </p:nvSpPr>
        <p:spPr>
          <a:xfrm>
            <a:off x="5641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98" name="Rectangle 97">
            <a:extLst>
              <a:ext uri="{FF2B5EF4-FFF2-40B4-BE49-F238E27FC236}">
                <a16:creationId xmlns:a16="http://schemas.microsoft.com/office/drawing/2014/main" id="{8EA68D86-1A02-EE92-B997-D5D94FEACE08}"/>
              </a:ext>
            </a:extLst>
          </p:cNvPr>
          <p:cNvSpPr/>
          <p:nvPr>
            <p:custDataLst>
              <p:tags r:id="rId31"/>
            </p:custDataLst>
          </p:nvPr>
        </p:nvSpPr>
        <p:spPr>
          <a:xfrm>
            <a:off x="6022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01" name="Rectangle 100">
            <a:extLst>
              <a:ext uri="{FF2B5EF4-FFF2-40B4-BE49-F238E27FC236}">
                <a16:creationId xmlns:a16="http://schemas.microsoft.com/office/drawing/2014/main" id="{115C4D2C-EE3D-1F7C-B037-189CE77D91F2}"/>
              </a:ext>
            </a:extLst>
          </p:cNvPr>
          <p:cNvSpPr/>
          <p:nvPr>
            <p:custDataLst>
              <p:tags r:id="rId32"/>
            </p:custDataLst>
          </p:nvPr>
        </p:nvSpPr>
        <p:spPr>
          <a:xfrm>
            <a:off x="9070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04" name="Rectangle 103">
            <a:extLst>
              <a:ext uri="{FF2B5EF4-FFF2-40B4-BE49-F238E27FC236}">
                <a16:creationId xmlns:a16="http://schemas.microsoft.com/office/drawing/2014/main" id="{9210E62F-B36D-7DFB-8DF9-AAFF793EABFA}"/>
              </a:ext>
            </a:extLst>
          </p:cNvPr>
          <p:cNvSpPr/>
          <p:nvPr>
            <p:custDataLst>
              <p:tags r:id="rId33"/>
            </p:custDataLst>
          </p:nvPr>
        </p:nvSpPr>
        <p:spPr>
          <a:xfrm>
            <a:off x="8308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07" name="Rectangle 106">
            <a:extLst>
              <a:ext uri="{FF2B5EF4-FFF2-40B4-BE49-F238E27FC236}">
                <a16:creationId xmlns:a16="http://schemas.microsoft.com/office/drawing/2014/main" id="{303D1F9A-13EE-7BB8-84D7-4B3131D55425}"/>
              </a:ext>
            </a:extLst>
          </p:cNvPr>
          <p:cNvSpPr/>
          <p:nvPr>
            <p:custDataLst>
              <p:tags r:id="rId34"/>
            </p:custDataLst>
          </p:nvPr>
        </p:nvSpPr>
        <p:spPr>
          <a:xfrm>
            <a:off x="8689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ACE273B-1B57-639E-B0C9-72426A3D7B4A}"/>
                  </a:ext>
                </a:extLst>
              </p:cNvPr>
              <p:cNvSpPr txBox="1"/>
              <p:nvPr>
                <p:custDataLst>
                  <p:tags r:id="rId35"/>
                </p:custDataLst>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custDataLst>
                  <p:tags r:id="rId35"/>
                </p:custDataLst>
              </p:nvPr>
            </p:nvSpPr>
            <p:spPr>
              <a:xfrm>
                <a:off x="3401890" y="3389098"/>
                <a:ext cx="1111137" cy="400110"/>
              </a:xfrm>
              <a:prstGeom prst="rect">
                <a:avLst/>
              </a:prstGeom>
              <a:blipFill>
                <a:blip r:embed="rId44"/>
                <a:stretch>
                  <a:fillRect b="-1212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A227FF2-E7C3-F0D8-1548-3FDE957F05DA}"/>
                  </a:ext>
                </a:extLst>
              </p:cNvPr>
              <p:cNvSpPr txBox="1"/>
              <p:nvPr>
                <p:custDataLst>
                  <p:tags r:id="rId36"/>
                </p:custDataLst>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custDataLst>
                  <p:tags r:id="rId36"/>
                </p:custDataLst>
              </p:nvPr>
            </p:nvSpPr>
            <p:spPr>
              <a:xfrm>
                <a:off x="965434" y="4009497"/>
                <a:ext cx="510524" cy="461665"/>
              </a:xfrm>
              <a:prstGeom prst="rect">
                <a:avLst/>
              </a:prstGeom>
              <a:blipFill>
                <a:blip r:embed="rId4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E77E5549-724E-7BCC-503A-172F89C27024}"/>
                  </a:ext>
                </a:extLst>
              </p:cNvPr>
              <p:cNvSpPr txBox="1"/>
              <p:nvPr>
                <p:custDataLst>
                  <p:tags r:id="rId37"/>
                </p:custDataLst>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custDataLst>
                  <p:tags r:id="rId37"/>
                </p:custDataLst>
              </p:nvPr>
            </p:nvSpPr>
            <p:spPr>
              <a:xfrm>
                <a:off x="1991030" y="4782590"/>
                <a:ext cx="428771" cy="461665"/>
              </a:xfrm>
              <a:prstGeom prst="rect">
                <a:avLst/>
              </a:prstGeom>
              <a:blipFill>
                <a:blip r:embed="rId46"/>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custDataLst>
              <p:tags r:id="rId38"/>
            </p:custDataLst>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0" name="Rectangle 19">
            <a:extLst>
              <a:ext uri="{FF2B5EF4-FFF2-40B4-BE49-F238E27FC236}">
                <a16:creationId xmlns:a16="http://schemas.microsoft.com/office/drawing/2014/main" id="{67BD92F5-2EE9-D3FE-87E7-91B0DB34D986}"/>
              </a:ext>
            </a:extLst>
          </p:cNvPr>
          <p:cNvSpPr/>
          <p:nvPr>
            <p:custDataLst>
              <p:tags r:id="rId39"/>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D7309B2-ECA2-986D-EF67-FDC8C6D4C16A}"/>
              </a:ext>
            </a:extLst>
          </p:cNvPr>
          <p:cNvSpPr txBox="1"/>
          <p:nvPr>
            <p:custDataLst>
              <p:tags r:id="rId40"/>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29620779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custDataLst>
              <p:tags r:id="rId2"/>
            </p:custDataLst>
          </p:nvPr>
        </p:nvCxnSpPr>
        <p:spPr>
          <a:xfrm flipH="1">
            <a:off x="3101112" y="2695517"/>
            <a:ext cx="2767442" cy="7874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BFFC25D7-EA5F-3145-1A91-B45219E7073C}"/>
              </a:ext>
            </a:extLst>
          </p:cNvPr>
          <p:cNvSpPr>
            <a:spLocks noGrp="1"/>
          </p:cNvSpPr>
          <p:nvPr>
            <p:ph type="title"/>
            <p:custDataLst>
              <p:tags r:id="rId3"/>
            </p:custDataLst>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custDataLst>
              <p:tags r:id="rId4"/>
            </p:custDataLst>
          </p:nvPr>
        </p:nvSpPr>
        <p:spPr>
          <a:xfrm flipH="1">
            <a:off x="1272092" y="3252164"/>
            <a:ext cx="1829020" cy="461665"/>
          </a:xfrm>
          <a:prstGeom prst="rect">
            <a:avLst/>
          </a:prstGeom>
          <a:noFill/>
        </p:spPr>
        <p:txBody>
          <a:bodyPr wrap="square" rtlCol="0" anchor="b">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custDataLst>
              <p:tags r:id="rId5"/>
            </p:custDataLst>
          </p:nvPr>
        </p:nvCxnSpPr>
        <p:spPr>
          <a:xfrm flipV="1">
            <a:off x="2965699" y="3622045"/>
            <a:ext cx="1913618" cy="61013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custDataLst>
              <p:tags r:id="rId6"/>
            </p:custDataLst>
          </p:nvPr>
        </p:nvSpPr>
        <p:spPr>
          <a:xfrm flipH="1">
            <a:off x="5631896" y="3071365"/>
            <a:ext cx="3400422" cy="461665"/>
          </a:xfrm>
          <a:prstGeom prst="rect">
            <a:avLst/>
          </a:prstGeom>
          <a:noFill/>
        </p:spPr>
        <p:txBody>
          <a:bodyPr wrap="square" rtlCol="0" anchor="b">
            <a:spAutoFit/>
          </a:bodyPr>
          <a:lstStyle/>
          <a:p>
            <a:pPr algn="ctr"/>
            <a:r>
              <a:rPr lang="en-US" sz="2400" noProof="0" dirty="0"/>
              <a:t>Physical memory layout</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custDataLst>
              <p:tags r:id="rId7"/>
            </p:custDataLst>
          </p:nvPr>
        </p:nvPicPr>
        <p:blipFill>
          <a:blip r:embed="rId60"/>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custDataLst>
              <p:tags r:id="rId8"/>
            </p:custDataLst>
          </p:nvPr>
        </p:nvSpPr>
        <p:spPr/>
        <p:txBody>
          <a:bodyPr/>
          <a:lstStyle/>
          <a:p>
            <a:r>
              <a:rPr lang="en-US" noProof="0"/>
              <a:t>9/10/2026</a:t>
            </a:r>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custDataLst>
              <p:tags r:id="rId9"/>
            </p:custDataLst>
          </p:nvPr>
        </p:nvSpPr>
        <p:spPr/>
        <p:txBody>
          <a:bodyPr/>
          <a:lstStyle/>
          <a:p>
            <a:r>
              <a:rPr lang="en-US" noProof="0"/>
              <a:t>5</a:t>
            </a:r>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custDataLst>
              <p:tags r:id="rId10"/>
            </p:custDataLst>
          </p:nvPr>
        </p:nvSpPr>
        <p:spPr>
          <a:xfrm>
            <a:off x="2588746" y="1364832"/>
            <a:ext cx="6559615" cy="1330685"/>
          </a:xfrm>
          <a:prstGeom prst="rect">
            <a:avLst/>
          </a:prstGeom>
          <a:solidFill>
            <a:srgbClr val="FFFFFF"/>
          </a:solid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8" name="Rectangle 37">
            <a:extLst>
              <a:ext uri="{FF2B5EF4-FFF2-40B4-BE49-F238E27FC236}">
                <a16:creationId xmlns:a16="http://schemas.microsoft.com/office/drawing/2014/main" id="{60BA42AF-1518-DEC5-1F3C-80A280A7EFA5}"/>
              </a:ext>
            </a:extLst>
          </p:cNvPr>
          <p:cNvSpPr/>
          <p:nvPr>
            <p:custDataLst>
              <p:tags r:id="rId11"/>
            </p:custDataLst>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custDataLst>
              <p:tags r:id="rId12"/>
            </p:custDataLst>
          </p:nvPr>
        </p:nvSpPr>
        <p:spPr>
          <a:xfrm>
            <a:off x="1805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custDataLst>
              <p:tags r:id="rId13"/>
            </p:custDataLst>
          </p:nvPr>
        </p:nvSpPr>
        <p:spPr>
          <a:xfrm>
            <a:off x="2567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custDataLst>
              <p:tags r:id="rId14"/>
            </p:custDataLst>
          </p:nvPr>
        </p:nvSpPr>
        <p:spPr>
          <a:xfrm>
            <a:off x="2186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custDataLst>
              <p:tags r:id="rId15"/>
            </p:custDataLst>
          </p:nvPr>
        </p:nvSpPr>
        <p:spPr>
          <a:xfrm>
            <a:off x="1424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custDataLst>
              <p:tags r:id="rId16"/>
            </p:custDataLst>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custDataLst>
              <p:tags r:id="rId17"/>
            </p:custDataLst>
          </p:nvPr>
        </p:nvSpPr>
        <p:spPr>
          <a:xfrm>
            <a:off x="1424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custDataLst>
              <p:tags r:id="rId18"/>
            </p:custDataLst>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custDataLst>
              <p:tags r:id="rId19"/>
            </p:custDataLst>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custDataLst>
              <p:tags r:id="rId20"/>
            </p:custDataLst>
          </p:nvPr>
        </p:nvSpPr>
        <p:spPr>
          <a:xfrm>
            <a:off x="2567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custDataLst>
              <p:tags r:id="rId21"/>
            </p:custDataLst>
          </p:nvPr>
        </p:nvSpPr>
        <p:spPr>
          <a:xfrm>
            <a:off x="1805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custDataLst>
              <p:tags r:id="rId22"/>
            </p:custDataLst>
          </p:nvPr>
        </p:nvSpPr>
        <p:spPr>
          <a:xfrm>
            <a:off x="2186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74" name="Rectangle 73">
            <a:extLst>
              <a:ext uri="{FF2B5EF4-FFF2-40B4-BE49-F238E27FC236}">
                <a16:creationId xmlns:a16="http://schemas.microsoft.com/office/drawing/2014/main" id="{C017114C-4B9B-189E-5F4D-E3234F5BF9B4}"/>
              </a:ext>
            </a:extLst>
          </p:cNvPr>
          <p:cNvSpPr/>
          <p:nvPr>
            <p:custDataLst>
              <p:tags r:id="rId23"/>
            </p:custDataLst>
          </p:nvPr>
        </p:nvSpPr>
        <p:spPr>
          <a:xfrm>
            <a:off x="5260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77" name="Rectangle 76">
            <a:extLst>
              <a:ext uri="{FF2B5EF4-FFF2-40B4-BE49-F238E27FC236}">
                <a16:creationId xmlns:a16="http://schemas.microsoft.com/office/drawing/2014/main" id="{27814029-6F98-4055-439B-51AF0156C7F8}"/>
              </a:ext>
            </a:extLst>
          </p:cNvPr>
          <p:cNvSpPr/>
          <p:nvPr>
            <p:custDataLst>
              <p:tags r:id="rId24"/>
            </p:custDataLst>
          </p:nvPr>
        </p:nvSpPr>
        <p:spPr>
          <a:xfrm>
            <a:off x="6784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80" name="Rectangle 79">
            <a:extLst>
              <a:ext uri="{FF2B5EF4-FFF2-40B4-BE49-F238E27FC236}">
                <a16:creationId xmlns:a16="http://schemas.microsoft.com/office/drawing/2014/main" id="{71500E03-9C84-6DAE-C18B-7C7A249E1704}"/>
              </a:ext>
            </a:extLst>
          </p:cNvPr>
          <p:cNvSpPr/>
          <p:nvPr>
            <p:custDataLst>
              <p:tags r:id="rId25"/>
            </p:custDataLst>
          </p:nvPr>
        </p:nvSpPr>
        <p:spPr>
          <a:xfrm>
            <a:off x="7546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83" name="Rectangle 82">
            <a:extLst>
              <a:ext uri="{FF2B5EF4-FFF2-40B4-BE49-F238E27FC236}">
                <a16:creationId xmlns:a16="http://schemas.microsoft.com/office/drawing/2014/main" id="{AE602D09-5476-2D97-3F39-B3301C510D97}"/>
              </a:ext>
            </a:extLst>
          </p:cNvPr>
          <p:cNvSpPr/>
          <p:nvPr>
            <p:custDataLst>
              <p:tags r:id="rId26"/>
            </p:custDataLst>
          </p:nvPr>
        </p:nvSpPr>
        <p:spPr>
          <a:xfrm>
            <a:off x="7165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86" name="Rectangle 85">
            <a:extLst>
              <a:ext uri="{FF2B5EF4-FFF2-40B4-BE49-F238E27FC236}">
                <a16:creationId xmlns:a16="http://schemas.microsoft.com/office/drawing/2014/main" id="{0B4A79BD-970B-69A5-CA89-23BD9BF1219C}"/>
              </a:ext>
            </a:extLst>
          </p:cNvPr>
          <p:cNvSpPr/>
          <p:nvPr>
            <p:custDataLst>
              <p:tags r:id="rId27"/>
            </p:custDataLst>
          </p:nvPr>
        </p:nvSpPr>
        <p:spPr>
          <a:xfrm>
            <a:off x="6403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89" name="Rectangle 88">
            <a:extLst>
              <a:ext uri="{FF2B5EF4-FFF2-40B4-BE49-F238E27FC236}">
                <a16:creationId xmlns:a16="http://schemas.microsoft.com/office/drawing/2014/main" id="{FB202CA8-F886-1127-F914-31628CFCD14A}"/>
              </a:ext>
            </a:extLst>
          </p:cNvPr>
          <p:cNvSpPr/>
          <p:nvPr>
            <p:custDataLst>
              <p:tags r:id="rId28"/>
            </p:custDataLst>
          </p:nvPr>
        </p:nvSpPr>
        <p:spPr>
          <a:xfrm>
            <a:off x="4879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92" name="Rectangle 91">
            <a:extLst>
              <a:ext uri="{FF2B5EF4-FFF2-40B4-BE49-F238E27FC236}">
                <a16:creationId xmlns:a16="http://schemas.microsoft.com/office/drawing/2014/main" id="{B8977E23-4CDB-1264-F4AD-A71A91BF3890}"/>
              </a:ext>
            </a:extLst>
          </p:cNvPr>
          <p:cNvSpPr/>
          <p:nvPr>
            <p:custDataLst>
              <p:tags r:id="rId29"/>
            </p:custDataLst>
          </p:nvPr>
        </p:nvSpPr>
        <p:spPr>
          <a:xfrm>
            <a:off x="7927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95" name="Rectangle 94">
            <a:extLst>
              <a:ext uri="{FF2B5EF4-FFF2-40B4-BE49-F238E27FC236}">
                <a16:creationId xmlns:a16="http://schemas.microsoft.com/office/drawing/2014/main" id="{70C68701-285E-394C-56CB-B2B925283B76}"/>
              </a:ext>
            </a:extLst>
          </p:cNvPr>
          <p:cNvSpPr/>
          <p:nvPr>
            <p:custDataLst>
              <p:tags r:id="rId30"/>
            </p:custDataLst>
          </p:nvPr>
        </p:nvSpPr>
        <p:spPr>
          <a:xfrm>
            <a:off x="5641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98" name="Rectangle 97">
            <a:extLst>
              <a:ext uri="{FF2B5EF4-FFF2-40B4-BE49-F238E27FC236}">
                <a16:creationId xmlns:a16="http://schemas.microsoft.com/office/drawing/2014/main" id="{8EA68D86-1A02-EE92-B997-D5D94FEACE08}"/>
              </a:ext>
            </a:extLst>
          </p:cNvPr>
          <p:cNvSpPr/>
          <p:nvPr>
            <p:custDataLst>
              <p:tags r:id="rId31"/>
            </p:custDataLst>
          </p:nvPr>
        </p:nvSpPr>
        <p:spPr>
          <a:xfrm>
            <a:off x="6022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01" name="Rectangle 100">
            <a:extLst>
              <a:ext uri="{FF2B5EF4-FFF2-40B4-BE49-F238E27FC236}">
                <a16:creationId xmlns:a16="http://schemas.microsoft.com/office/drawing/2014/main" id="{115C4D2C-EE3D-1F7C-B037-189CE77D91F2}"/>
              </a:ext>
            </a:extLst>
          </p:cNvPr>
          <p:cNvSpPr/>
          <p:nvPr>
            <p:custDataLst>
              <p:tags r:id="rId32"/>
            </p:custDataLst>
          </p:nvPr>
        </p:nvSpPr>
        <p:spPr>
          <a:xfrm>
            <a:off x="9070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04" name="Rectangle 103">
            <a:extLst>
              <a:ext uri="{FF2B5EF4-FFF2-40B4-BE49-F238E27FC236}">
                <a16:creationId xmlns:a16="http://schemas.microsoft.com/office/drawing/2014/main" id="{9210E62F-B36D-7DFB-8DF9-AAFF793EABFA}"/>
              </a:ext>
            </a:extLst>
          </p:cNvPr>
          <p:cNvSpPr/>
          <p:nvPr>
            <p:custDataLst>
              <p:tags r:id="rId33"/>
            </p:custDataLst>
          </p:nvPr>
        </p:nvSpPr>
        <p:spPr>
          <a:xfrm>
            <a:off x="8308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07" name="Rectangle 106">
            <a:extLst>
              <a:ext uri="{FF2B5EF4-FFF2-40B4-BE49-F238E27FC236}">
                <a16:creationId xmlns:a16="http://schemas.microsoft.com/office/drawing/2014/main" id="{303D1F9A-13EE-7BB8-84D7-4B3131D55425}"/>
              </a:ext>
            </a:extLst>
          </p:cNvPr>
          <p:cNvSpPr/>
          <p:nvPr>
            <p:custDataLst>
              <p:tags r:id="rId34"/>
            </p:custDataLst>
          </p:nvPr>
        </p:nvSpPr>
        <p:spPr>
          <a:xfrm>
            <a:off x="8689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110" name="Rectangle 109">
            <a:extLst>
              <a:ext uri="{FF2B5EF4-FFF2-40B4-BE49-F238E27FC236}">
                <a16:creationId xmlns:a16="http://schemas.microsoft.com/office/drawing/2014/main" id="{EFA7F8D3-BAD2-4029-5B48-56B1D9D350CF}"/>
              </a:ext>
            </a:extLst>
          </p:cNvPr>
          <p:cNvSpPr/>
          <p:nvPr>
            <p:custDataLst>
              <p:tags r:id="rId35"/>
            </p:custDataLst>
          </p:nvPr>
        </p:nvSpPr>
        <p:spPr>
          <a:xfrm>
            <a:off x="6022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113" name="Rectangle 112">
            <a:extLst>
              <a:ext uri="{FF2B5EF4-FFF2-40B4-BE49-F238E27FC236}">
                <a16:creationId xmlns:a16="http://schemas.microsoft.com/office/drawing/2014/main" id="{4A3B9DBA-D0CF-5DFF-B1F0-AE25E9B2F115}"/>
              </a:ext>
            </a:extLst>
          </p:cNvPr>
          <p:cNvSpPr/>
          <p:nvPr>
            <p:custDataLst>
              <p:tags r:id="rId36"/>
            </p:custDataLst>
          </p:nvPr>
        </p:nvSpPr>
        <p:spPr>
          <a:xfrm>
            <a:off x="6403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116" name="Rectangle 115">
            <a:extLst>
              <a:ext uri="{FF2B5EF4-FFF2-40B4-BE49-F238E27FC236}">
                <a16:creationId xmlns:a16="http://schemas.microsoft.com/office/drawing/2014/main" id="{FEE21F3C-FCC9-9DDC-352B-5B25C9F7C058}"/>
              </a:ext>
            </a:extLst>
          </p:cNvPr>
          <p:cNvSpPr/>
          <p:nvPr>
            <p:custDataLst>
              <p:tags r:id="rId37"/>
            </p:custDataLst>
          </p:nvPr>
        </p:nvSpPr>
        <p:spPr>
          <a:xfrm>
            <a:off x="8689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119" name="Rectangle 118">
            <a:extLst>
              <a:ext uri="{FF2B5EF4-FFF2-40B4-BE49-F238E27FC236}">
                <a16:creationId xmlns:a16="http://schemas.microsoft.com/office/drawing/2014/main" id="{94C85911-3B16-FB07-3A45-313E40E40F7B}"/>
              </a:ext>
            </a:extLst>
          </p:cNvPr>
          <p:cNvSpPr/>
          <p:nvPr>
            <p:custDataLst>
              <p:tags r:id="rId38"/>
            </p:custDataLst>
          </p:nvPr>
        </p:nvSpPr>
        <p:spPr>
          <a:xfrm>
            <a:off x="7546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122" name="Rectangle 121">
            <a:extLst>
              <a:ext uri="{FF2B5EF4-FFF2-40B4-BE49-F238E27FC236}">
                <a16:creationId xmlns:a16="http://schemas.microsoft.com/office/drawing/2014/main" id="{ACDF9B56-E1A5-32D8-0930-92E8E480A0C3}"/>
              </a:ext>
            </a:extLst>
          </p:cNvPr>
          <p:cNvSpPr/>
          <p:nvPr>
            <p:custDataLst>
              <p:tags r:id="rId39"/>
            </p:custDataLst>
          </p:nvPr>
        </p:nvSpPr>
        <p:spPr>
          <a:xfrm>
            <a:off x="5260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125" name="Rectangle 124">
            <a:extLst>
              <a:ext uri="{FF2B5EF4-FFF2-40B4-BE49-F238E27FC236}">
                <a16:creationId xmlns:a16="http://schemas.microsoft.com/office/drawing/2014/main" id="{BAEB7AAE-6098-D3AE-E50C-860A05F2AF1F}"/>
              </a:ext>
            </a:extLst>
          </p:cNvPr>
          <p:cNvSpPr/>
          <p:nvPr>
            <p:custDataLst>
              <p:tags r:id="rId40"/>
            </p:custDataLst>
          </p:nvPr>
        </p:nvSpPr>
        <p:spPr>
          <a:xfrm>
            <a:off x="4879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128" name="Rectangle 127">
            <a:extLst>
              <a:ext uri="{FF2B5EF4-FFF2-40B4-BE49-F238E27FC236}">
                <a16:creationId xmlns:a16="http://schemas.microsoft.com/office/drawing/2014/main" id="{87CDE090-1007-F93C-C94B-F65C05AF7955}"/>
              </a:ext>
            </a:extLst>
          </p:cNvPr>
          <p:cNvSpPr/>
          <p:nvPr>
            <p:custDataLst>
              <p:tags r:id="rId41"/>
            </p:custDataLst>
          </p:nvPr>
        </p:nvSpPr>
        <p:spPr>
          <a:xfrm>
            <a:off x="5641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131" name="Rectangle 130">
            <a:extLst>
              <a:ext uri="{FF2B5EF4-FFF2-40B4-BE49-F238E27FC236}">
                <a16:creationId xmlns:a16="http://schemas.microsoft.com/office/drawing/2014/main" id="{B3755AD7-C1D5-2776-A250-35403C2095FC}"/>
              </a:ext>
            </a:extLst>
          </p:cNvPr>
          <p:cNvSpPr/>
          <p:nvPr>
            <p:custDataLst>
              <p:tags r:id="rId42"/>
            </p:custDataLst>
          </p:nvPr>
        </p:nvSpPr>
        <p:spPr>
          <a:xfrm>
            <a:off x="7165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134" name="Rectangle 133">
            <a:extLst>
              <a:ext uri="{FF2B5EF4-FFF2-40B4-BE49-F238E27FC236}">
                <a16:creationId xmlns:a16="http://schemas.microsoft.com/office/drawing/2014/main" id="{22DFEFB8-108D-1A71-4F29-AE6F03A556C2}"/>
              </a:ext>
            </a:extLst>
          </p:cNvPr>
          <p:cNvSpPr/>
          <p:nvPr>
            <p:custDataLst>
              <p:tags r:id="rId43"/>
            </p:custDataLst>
          </p:nvPr>
        </p:nvSpPr>
        <p:spPr>
          <a:xfrm>
            <a:off x="8308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37" name="Rectangle 136">
            <a:extLst>
              <a:ext uri="{FF2B5EF4-FFF2-40B4-BE49-F238E27FC236}">
                <a16:creationId xmlns:a16="http://schemas.microsoft.com/office/drawing/2014/main" id="{4B06CD16-5CFF-9783-4142-A79F711C0702}"/>
              </a:ext>
            </a:extLst>
          </p:cNvPr>
          <p:cNvSpPr/>
          <p:nvPr>
            <p:custDataLst>
              <p:tags r:id="rId44"/>
            </p:custDataLst>
          </p:nvPr>
        </p:nvSpPr>
        <p:spPr>
          <a:xfrm>
            <a:off x="9070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40" name="Rectangle 139">
            <a:extLst>
              <a:ext uri="{FF2B5EF4-FFF2-40B4-BE49-F238E27FC236}">
                <a16:creationId xmlns:a16="http://schemas.microsoft.com/office/drawing/2014/main" id="{83496A3D-46C3-B602-5DEC-9FF632E19DAA}"/>
              </a:ext>
            </a:extLst>
          </p:cNvPr>
          <p:cNvSpPr/>
          <p:nvPr>
            <p:custDataLst>
              <p:tags r:id="rId45"/>
            </p:custDataLst>
          </p:nvPr>
        </p:nvSpPr>
        <p:spPr>
          <a:xfrm>
            <a:off x="6784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43" name="Rectangle 142">
            <a:extLst>
              <a:ext uri="{FF2B5EF4-FFF2-40B4-BE49-F238E27FC236}">
                <a16:creationId xmlns:a16="http://schemas.microsoft.com/office/drawing/2014/main" id="{58279558-BDB0-F4DD-B769-C72E50415C5F}"/>
              </a:ext>
            </a:extLst>
          </p:cNvPr>
          <p:cNvSpPr/>
          <p:nvPr>
            <p:custDataLst>
              <p:tags r:id="rId46"/>
            </p:custDataLst>
          </p:nvPr>
        </p:nvSpPr>
        <p:spPr>
          <a:xfrm>
            <a:off x="7927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custDataLst>
              <p:tags r:id="rId47"/>
            </p:custDataLst>
          </p:nvPr>
        </p:nvCxnSpPr>
        <p:spPr>
          <a:xfrm>
            <a:off x="2965699" y="4232178"/>
            <a:ext cx="1913618" cy="72634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custDataLst>
              <p:tags r:id="rId48"/>
            </p:custDataLst>
          </p:nvPr>
        </p:nvPicPr>
        <p:blipFill>
          <a:blip r:embed="rId60"/>
          <a:stretch>
            <a:fillRect/>
          </a:stretch>
        </p:blipFill>
        <p:spPr>
          <a:xfrm rot="16200000" flipH="1">
            <a:off x="9725738" y="4664580"/>
            <a:ext cx="1249070" cy="1241336"/>
          </a:xfrm>
          <a:prstGeom prst="rect">
            <a:avLst/>
          </a:prstGeom>
        </p:spPr>
      </p:pic>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ACE273B-1B57-639E-B0C9-72426A3D7B4A}"/>
                  </a:ext>
                </a:extLst>
              </p:cNvPr>
              <p:cNvSpPr txBox="1"/>
              <p:nvPr>
                <p:custDataLst>
                  <p:tags r:id="rId49"/>
                </p:custDataLst>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custDataLst>
                  <p:tags r:id="rId49"/>
                </p:custDataLst>
              </p:nvPr>
            </p:nvSpPr>
            <p:spPr>
              <a:xfrm>
                <a:off x="3401890" y="3389098"/>
                <a:ext cx="1111137" cy="400110"/>
              </a:xfrm>
              <a:prstGeom prst="rect">
                <a:avLst/>
              </a:prstGeom>
              <a:blipFill>
                <a:blip r:embed="rId61"/>
                <a:stretch>
                  <a:fillRect b="-1212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26F09D1C-16BB-AE1B-D40F-E19B4A196D17}"/>
                  </a:ext>
                </a:extLst>
              </p:cNvPr>
              <p:cNvSpPr txBox="1"/>
              <p:nvPr>
                <p:custDataLst>
                  <p:tags r:id="rId50"/>
                </p:custDataLst>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custDataLst>
                  <p:tags r:id="rId50"/>
                </p:custDataLst>
              </p:nvPr>
            </p:nvSpPr>
            <p:spPr>
              <a:xfrm>
                <a:off x="3224937" y="4675622"/>
                <a:ext cx="1141595" cy="400110"/>
              </a:xfrm>
              <a:prstGeom prst="rect">
                <a:avLst/>
              </a:prstGeom>
              <a:blipFill>
                <a:blip r:embed="rId62"/>
                <a:stretch>
                  <a:fillRect b="-1212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A227FF2-E7C3-F0D8-1548-3FDE957F05DA}"/>
                  </a:ext>
                </a:extLst>
              </p:cNvPr>
              <p:cNvSpPr txBox="1"/>
              <p:nvPr>
                <p:custDataLst>
                  <p:tags r:id="rId51"/>
                </p:custDataLst>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custDataLst>
                  <p:tags r:id="rId51"/>
                </p:custDataLst>
              </p:nvPr>
            </p:nvSpPr>
            <p:spPr>
              <a:xfrm>
                <a:off x="965434" y="4009497"/>
                <a:ext cx="510524" cy="461665"/>
              </a:xfrm>
              <a:prstGeom prst="rect">
                <a:avLst/>
              </a:prstGeom>
              <a:blipFill>
                <a:blip r:embed="rId6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E77E5549-724E-7BCC-503A-172F89C27024}"/>
                  </a:ext>
                </a:extLst>
              </p:cNvPr>
              <p:cNvSpPr txBox="1"/>
              <p:nvPr>
                <p:custDataLst>
                  <p:tags r:id="rId52"/>
                </p:custDataLst>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custDataLst>
                  <p:tags r:id="rId52"/>
                </p:custDataLst>
              </p:nvPr>
            </p:nvSpPr>
            <p:spPr>
              <a:xfrm>
                <a:off x="1991030" y="4782590"/>
                <a:ext cx="428771" cy="461665"/>
              </a:xfrm>
              <a:prstGeom prst="rect">
                <a:avLst/>
              </a:prstGeom>
              <a:blipFill>
                <a:blip r:embed="rId64"/>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custDataLst>
              <p:tags r:id="rId53"/>
            </p:custDataLst>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custDataLst>
              <p:tags r:id="rId54"/>
            </p:custDataLst>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custDataLst>
              <p:tags r:id="rId55"/>
            </p:custDataLst>
          </p:nvPr>
        </p:nvSpPr>
        <p:spPr>
          <a:xfrm>
            <a:off x="5868553" y="4409098"/>
            <a:ext cx="2794804" cy="400110"/>
          </a:xfrm>
          <a:prstGeom prst="rect">
            <a:avLst/>
          </a:prstGeom>
          <a:noFill/>
        </p:spPr>
        <p:txBody>
          <a:bodyPr wrap="none" rtlCol="0" anchor="b">
            <a:spAutoFit/>
          </a:bodyPr>
          <a:lstStyle/>
          <a:p>
            <a:pPr algn="ctr"/>
            <a:r>
              <a:rPr lang="en-US" sz="2000" i="1" noProof="0" dirty="0"/>
              <a:t>Another possible layout</a:t>
            </a:r>
          </a:p>
        </p:txBody>
      </p:sp>
      <p:sp>
        <p:nvSpPr>
          <p:cNvPr id="20" name="Rectangle 19">
            <a:extLst>
              <a:ext uri="{FF2B5EF4-FFF2-40B4-BE49-F238E27FC236}">
                <a16:creationId xmlns:a16="http://schemas.microsoft.com/office/drawing/2014/main" id="{67BD92F5-2EE9-D3FE-87E7-91B0DB34D986}"/>
              </a:ext>
            </a:extLst>
          </p:cNvPr>
          <p:cNvSpPr/>
          <p:nvPr>
            <p:custDataLst>
              <p:tags r:id="rId56"/>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D7309B2-ECA2-986D-EF67-FDC8C6D4C16A}"/>
              </a:ext>
            </a:extLst>
          </p:cNvPr>
          <p:cNvSpPr txBox="1"/>
          <p:nvPr>
            <p:custDataLst>
              <p:tags r:id="rId57"/>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16546126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custDataLst>
              <p:tags r:id="rId2"/>
            </p:custDataLst>
          </p:nvPr>
        </p:nvCxnSpPr>
        <p:spPr>
          <a:xfrm flipH="1">
            <a:off x="3101112" y="2695517"/>
            <a:ext cx="2767442" cy="7874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BFFC25D7-EA5F-3145-1A91-B45219E7073C}"/>
              </a:ext>
            </a:extLst>
          </p:cNvPr>
          <p:cNvSpPr>
            <a:spLocks noGrp="1"/>
          </p:cNvSpPr>
          <p:nvPr>
            <p:ph type="title"/>
            <p:custDataLst>
              <p:tags r:id="rId3"/>
            </p:custDataLst>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custDataLst>
              <p:tags r:id="rId4"/>
            </p:custDataLst>
          </p:nvPr>
        </p:nvSpPr>
        <p:spPr>
          <a:xfrm flipH="1">
            <a:off x="1272092" y="3252164"/>
            <a:ext cx="1829020" cy="461665"/>
          </a:xfrm>
          <a:prstGeom prst="rect">
            <a:avLst/>
          </a:prstGeom>
          <a:noFill/>
        </p:spPr>
        <p:txBody>
          <a:bodyPr wrap="square" rtlCol="0" anchor="b">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custDataLst>
              <p:tags r:id="rId5"/>
            </p:custDataLst>
          </p:nvPr>
        </p:nvCxnSpPr>
        <p:spPr>
          <a:xfrm flipV="1">
            <a:off x="2965699" y="3622045"/>
            <a:ext cx="1913618" cy="61013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custDataLst>
              <p:tags r:id="rId6"/>
            </p:custDataLst>
          </p:nvPr>
        </p:nvSpPr>
        <p:spPr>
          <a:xfrm flipH="1">
            <a:off x="5631896" y="3071365"/>
            <a:ext cx="3400422" cy="461665"/>
          </a:xfrm>
          <a:prstGeom prst="rect">
            <a:avLst/>
          </a:prstGeom>
          <a:noFill/>
        </p:spPr>
        <p:txBody>
          <a:bodyPr wrap="square" rtlCol="0" anchor="b">
            <a:spAutoFit/>
          </a:bodyPr>
          <a:lstStyle/>
          <a:p>
            <a:pPr algn="ctr"/>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custDataLst>
              <p:tags r:id="rId7"/>
            </p:custDataLst>
          </p:nvPr>
        </p:nvSpPr>
        <p:spPr>
          <a:xfrm flipH="1">
            <a:off x="2672069" y="5490216"/>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custDataLst>
              <p:tags r:id="rId8"/>
            </p:custDataLst>
          </p:nvPr>
        </p:nvPicPr>
        <p:blipFill>
          <a:blip r:embed="rId62"/>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custDataLst>
              <p:tags r:id="rId9"/>
            </p:custDataLst>
          </p:nvPr>
        </p:nvSpPr>
        <p:spPr/>
        <p:txBody>
          <a:bodyPr/>
          <a:lstStyle/>
          <a:p>
            <a:r>
              <a:rPr lang="en-US" noProof="0"/>
              <a:t>9/10/2026</a:t>
            </a:r>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custDataLst>
              <p:tags r:id="rId10"/>
            </p:custDataLst>
          </p:nvPr>
        </p:nvSpPr>
        <p:spPr/>
        <p:txBody>
          <a:bodyPr/>
          <a:lstStyle/>
          <a:p>
            <a:r>
              <a:rPr lang="en-US" noProof="0"/>
              <a:t>5</a:t>
            </a:r>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custDataLst>
              <p:tags r:id="rId11"/>
            </p:custDataLst>
          </p:nvPr>
        </p:nvSpPr>
        <p:spPr>
          <a:xfrm>
            <a:off x="2588746" y="1364832"/>
            <a:ext cx="6559615" cy="1330685"/>
          </a:xfrm>
          <a:prstGeom prst="rect">
            <a:avLst/>
          </a:prstGeom>
          <a:solidFill>
            <a:srgbClr val="FFFFFF"/>
          </a:solid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8" name="Rectangle 37">
            <a:extLst>
              <a:ext uri="{FF2B5EF4-FFF2-40B4-BE49-F238E27FC236}">
                <a16:creationId xmlns:a16="http://schemas.microsoft.com/office/drawing/2014/main" id="{60BA42AF-1518-DEC5-1F3C-80A280A7EFA5}"/>
              </a:ext>
            </a:extLst>
          </p:cNvPr>
          <p:cNvSpPr/>
          <p:nvPr>
            <p:custDataLst>
              <p:tags r:id="rId12"/>
            </p:custDataLst>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custDataLst>
              <p:tags r:id="rId13"/>
            </p:custDataLst>
          </p:nvPr>
        </p:nvSpPr>
        <p:spPr>
          <a:xfrm>
            <a:off x="1805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custDataLst>
              <p:tags r:id="rId14"/>
            </p:custDataLst>
          </p:nvPr>
        </p:nvSpPr>
        <p:spPr>
          <a:xfrm>
            <a:off x="2567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custDataLst>
              <p:tags r:id="rId15"/>
            </p:custDataLst>
          </p:nvPr>
        </p:nvSpPr>
        <p:spPr>
          <a:xfrm>
            <a:off x="2186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custDataLst>
              <p:tags r:id="rId16"/>
            </p:custDataLst>
          </p:nvPr>
        </p:nvSpPr>
        <p:spPr>
          <a:xfrm>
            <a:off x="1424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custDataLst>
              <p:tags r:id="rId17"/>
            </p:custDataLst>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custDataLst>
              <p:tags r:id="rId18"/>
            </p:custDataLst>
          </p:nvPr>
        </p:nvSpPr>
        <p:spPr>
          <a:xfrm>
            <a:off x="1424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custDataLst>
              <p:tags r:id="rId19"/>
            </p:custDataLst>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custDataLst>
              <p:tags r:id="rId20"/>
            </p:custDataLst>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custDataLst>
              <p:tags r:id="rId21"/>
            </p:custDataLst>
          </p:nvPr>
        </p:nvSpPr>
        <p:spPr>
          <a:xfrm>
            <a:off x="2567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custDataLst>
              <p:tags r:id="rId22"/>
            </p:custDataLst>
          </p:nvPr>
        </p:nvSpPr>
        <p:spPr>
          <a:xfrm>
            <a:off x="1805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custDataLst>
              <p:tags r:id="rId23"/>
            </p:custDataLst>
          </p:nvPr>
        </p:nvSpPr>
        <p:spPr>
          <a:xfrm>
            <a:off x="2186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74" name="Rectangle 73">
            <a:extLst>
              <a:ext uri="{FF2B5EF4-FFF2-40B4-BE49-F238E27FC236}">
                <a16:creationId xmlns:a16="http://schemas.microsoft.com/office/drawing/2014/main" id="{C017114C-4B9B-189E-5F4D-E3234F5BF9B4}"/>
              </a:ext>
            </a:extLst>
          </p:cNvPr>
          <p:cNvSpPr/>
          <p:nvPr>
            <p:custDataLst>
              <p:tags r:id="rId24"/>
            </p:custDataLst>
          </p:nvPr>
        </p:nvSpPr>
        <p:spPr>
          <a:xfrm>
            <a:off x="5260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77" name="Rectangle 76">
            <a:extLst>
              <a:ext uri="{FF2B5EF4-FFF2-40B4-BE49-F238E27FC236}">
                <a16:creationId xmlns:a16="http://schemas.microsoft.com/office/drawing/2014/main" id="{27814029-6F98-4055-439B-51AF0156C7F8}"/>
              </a:ext>
            </a:extLst>
          </p:cNvPr>
          <p:cNvSpPr/>
          <p:nvPr>
            <p:custDataLst>
              <p:tags r:id="rId25"/>
            </p:custDataLst>
          </p:nvPr>
        </p:nvSpPr>
        <p:spPr>
          <a:xfrm>
            <a:off x="6784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80" name="Rectangle 79">
            <a:extLst>
              <a:ext uri="{FF2B5EF4-FFF2-40B4-BE49-F238E27FC236}">
                <a16:creationId xmlns:a16="http://schemas.microsoft.com/office/drawing/2014/main" id="{71500E03-9C84-6DAE-C18B-7C7A249E1704}"/>
              </a:ext>
            </a:extLst>
          </p:cNvPr>
          <p:cNvSpPr/>
          <p:nvPr>
            <p:custDataLst>
              <p:tags r:id="rId26"/>
            </p:custDataLst>
          </p:nvPr>
        </p:nvSpPr>
        <p:spPr>
          <a:xfrm>
            <a:off x="7546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83" name="Rectangle 82">
            <a:extLst>
              <a:ext uri="{FF2B5EF4-FFF2-40B4-BE49-F238E27FC236}">
                <a16:creationId xmlns:a16="http://schemas.microsoft.com/office/drawing/2014/main" id="{AE602D09-5476-2D97-3F39-B3301C510D97}"/>
              </a:ext>
            </a:extLst>
          </p:cNvPr>
          <p:cNvSpPr/>
          <p:nvPr>
            <p:custDataLst>
              <p:tags r:id="rId27"/>
            </p:custDataLst>
          </p:nvPr>
        </p:nvSpPr>
        <p:spPr>
          <a:xfrm>
            <a:off x="7165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86" name="Rectangle 85">
            <a:extLst>
              <a:ext uri="{FF2B5EF4-FFF2-40B4-BE49-F238E27FC236}">
                <a16:creationId xmlns:a16="http://schemas.microsoft.com/office/drawing/2014/main" id="{0B4A79BD-970B-69A5-CA89-23BD9BF1219C}"/>
              </a:ext>
            </a:extLst>
          </p:cNvPr>
          <p:cNvSpPr/>
          <p:nvPr>
            <p:custDataLst>
              <p:tags r:id="rId28"/>
            </p:custDataLst>
          </p:nvPr>
        </p:nvSpPr>
        <p:spPr>
          <a:xfrm>
            <a:off x="6403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89" name="Rectangle 88">
            <a:extLst>
              <a:ext uri="{FF2B5EF4-FFF2-40B4-BE49-F238E27FC236}">
                <a16:creationId xmlns:a16="http://schemas.microsoft.com/office/drawing/2014/main" id="{FB202CA8-F886-1127-F914-31628CFCD14A}"/>
              </a:ext>
            </a:extLst>
          </p:cNvPr>
          <p:cNvSpPr/>
          <p:nvPr>
            <p:custDataLst>
              <p:tags r:id="rId29"/>
            </p:custDataLst>
          </p:nvPr>
        </p:nvSpPr>
        <p:spPr>
          <a:xfrm>
            <a:off x="4879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92" name="Rectangle 91">
            <a:extLst>
              <a:ext uri="{FF2B5EF4-FFF2-40B4-BE49-F238E27FC236}">
                <a16:creationId xmlns:a16="http://schemas.microsoft.com/office/drawing/2014/main" id="{B8977E23-4CDB-1264-F4AD-A71A91BF3890}"/>
              </a:ext>
            </a:extLst>
          </p:cNvPr>
          <p:cNvSpPr/>
          <p:nvPr>
            <p:custDataLst>
              <p:tags r:id="rId30"/>
            </p:custDataLst>
          </p:nvPr>
        </p:nvSpPr>
        <p:spPr>
          <a:xfrm>
            <a:off x="7927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95" name="Rectangle 94">
            <a:extLst>
              <a:ext uri="{FF2B5EF4-FFF2-40B4-BE49-F238E27FC236}">
                <a16:creationId xmlns:a16="http://schemas.microsoft.com/office/drawing/2014/main" id="{70C68701-285E-394C-56CB-B2B925283B76}"/>
              </a:ext>
            </a:extLst>
          </p:cNvPr>
          <p:cNvSpPr/>
          <p:nvPr>
            <p:custDataLst>
              <p:tags r:id="rId31"/>
            </p:custDataLst>
          </p:nvPr>
        </p:nvSpPr>
        <p:spPr>
          <a:xfrm>
            <a:off x="5641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98" name="Rectangle 97">
            <a:extLst>
              <a:ext uri="{FF2B5EF4-FFF2-40B4-BE49-F238E27FC236}">
                <a16:creationId xmlns:a16="http://schemas.microsoft.com/office/drawing/2014/main" id="{8EA68D86-1A02-EE92-B997-D5D94FEACE08}"/>
              </a:ext>
            </a:extLst>
          </p:cNvPr>
          <p:cNvSpPr/>
          <p:nvPr>
            <p:custDataLst>
              <p:tags r:id="rId32"/>
            </p:custDataLst>
          </p:nvPr>
        </p:nvSpPr>
        <p:spPr>
          <a:xfrm>
            <a:off x="6022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01" name="Rectangle 100">
            <a:extLst>
              <a:ext uri="{FF2B5EF4-FFF2-40B4-BE49-F238E27FC236}">
                <a16:creationId xmlns:a16="http://schemas.microsoft.com/office/drawing/2014/main" id="{115C4D2C-EE3D-1F7C-B037-189CE77D91F2}"/>
              </a:ext>
            </a:extLst>
          </p:cNvPr>
          <p:cNvSpPr/>
          <p:nvPr>
            <p:custDataLst>
              <p:tags r:id="rId33"/>
            </p:custDataLst>
          </p:nvPr>
        </p:nvSpPr>
        <p:spPr>
          <a:xfrm>
            <a:off x="9070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04" name="Rectangle 103">
            <a:extLst>
              <a:ext uri="{FF2B5EF4-FFF2-40B4-BE49-F238E27FC236}">
                <a16:creationId xmlns:a16="http://schemas.microsoft.com/office/drawing/2014/main" id="{9210E62F-B36D-7DFB-8DF9-AAFF793EABFA}"/>
              </a:ext>
            </a:extLst>
          </p:cNvPr>
          <p:cNvSpPr/>
          <p:nvPr>
            <p:custDataLst>
              <p:tags r:id="rId34"/>
            </p:custDataLst>
          </p:nvPr>
        </p:nvSpPr>
        <p:spPr>
          <a:xfrm>
            <a:off x="8308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07" name="Rectangle 106">
            <a:extLst>
              <a:ext uri="{FF2B5EF4-FFF2-40B4-BE49-F238E27FC236}">
                <a16:creationId xmlns:a16="http://schemas.microsoft.com/office/drawing/2014/main" id="{303D1F9A-13EE-7BB8-84D7-4B3131D55425}"/>
              </a:ext>
            </a:extLst>
          </p:cNvPr>
          <p:cNvSpPr/>
          <p:nvPr>
            <p:custDataLst>
              <p:tags r:id="rId35"/>
            </p:custDataLst>
          </p:nvPr>
        </p:nvSpPr>
        <p:spPr>
          <a:xfrm>
            <a:off x="8689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110" name="Rectangle 109">
            <a:extLst>
              <a:ext uri="{FF2B5EF4-FFF2-40B4-BE49-F238E27FC236}">
                <a16:creationId xmlns:a16="http://schemas.microsoft.com/office/drawing/2014/main" id="{EFA7F8D3-BAD2-4029-5B48-56B1D9D350CF}"/>
              </a:ext>
            </a:extLst>
          </p:cNvPr>
          <p:cNvSpPr/>
          <p:nvPr>
            <p:custDataLst>
              <p:tags r:id="rId36"/>
            </p:custDataLst>
          </p:nvPr>
        </p:nvSpPr>
        <p:spPr>
          <a:xfrm>
            <a:off x="6022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113" name="Rectangle 112">
            <a:extLst>
              <a:ext uri="{FF2B5EF4-FFF2-40B4-BE49-F238E27FC236}">
                <a16:creationId xmlns:a16="http://schemas.microsoft.com/office/drawing/2014/main" id="{4A3B9DBA-D0CF-5DFF-B1F0-AE25E9B2F115}"/>
              </a:ext>
            </a:extLst>
          </p:cNvPr>
          <p:cNvSpPr/>
          <p:nvPr>
            <p:custDataLst>
              <p:tags r:id="rId37"/>
            </p:custDataLst>
          </p:nvPr>
        </p:nvSpPr>
        <p:spPr>
          <a:xfrm>
            <a:off x="6403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116" name="Rectangle 115">
            <a:extLst>
              <a:ext uri="{FF2B5EF4-FFF2-40B4-BE49-F238E27FC236}">
                <a16:creationId xmlns:a16="http://schemas.microsoft.com/office/drawing/2014/main" id="{FEE21F3C-FCC9-9DDC-352B-5B25C9F7C058}"/>
              </a:ext>
            </a:extLst>
          </p:cNvPr>
          <p:cNvSpPr/>
          <p:nvPr>
            <p:custDataLst>
              <p:tags r:id="rId38"/>
            </p:custDataLst>
          </p:nvPr>
        </p:nvSpPr>
        <p:spPr>
          <a:xfrm>
            <a:off x="8689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119" name="Rectangle 118">
            <a:extLst>
              <a:ext uri="{FF2B5EF4-FFF2-40B4-BE49-F238E27FC236}">
                <a16:creationId xmlns:a16="http://schemas.microsoft.com/office/drawing/2014/main" id="{94C85911-3B16-FB07-3A45-313E40E40F7B}"/>
              </a:ext>
            </a:extLst>
          </p:cNvPr>
          <p:cNvSpPr/>
          <p:nvPr>
            <p:custDataLst>
              <p:tags r:id="rId39"/>
            </p:custDataLst>
          </p:nvPr>
        </p:nvSpPr>
        <p:spPr>
          <a:xfrm>
            <a:off x="7546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122" name="Rectangle 121">
            <a:extLst>
              <a:ext uri="{FF2B5EF4-FFF2-40B4-BE49-F238E27FC236}">
                <a16:creationId xmlns:a16="http://schemas.microsoft.com/office/drawing/2014/main" id="{ACDF9B56-E1A5-32D8-0930-92E8E480A0C3}"/>
              </a:ext>
            </a:extLst>
          </p:cNvPr>
          <p:cNvSpPr/>
          <p:nvPr>
            <p:custDataLst>
              <p:tags r:id="rId40"/>
            </p:custDataLst>
          </p:nvPr>
        </p:nvSpPr>
        <p:spPr>
          <a:xfrm>
            <a:off x="5260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125" name="Rectangle 124">
            <a:extLst>
              <a:ext uri="{FF2B5EF4-FFF2-40B4-BE49-F238E27FC236}">
                <a16:creationId xmlns:a16="http://schemas.microsoft.com/office/drawing/2014/main" id="{BAEB7AAE-6098-D3AE-E50C-860A05F2AF1F}"/>
              </a:ext>
            </a:extLst>
          </p:cNvPr>
          <p:cNvSpPr/>
          <p:nvPr>
            <p:custDataLst>
              <p:tags r:id="rId41"/>
            </p:custDataLst>
          </p:nvPr>
        </p:nvSpPr>
        <p:spPr>
          <a:xfrm>
            <a:off x="4879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128" name="Rectangle 127">
            <a:extLst>
              <a:ext uri="{FF2B5EF4-FFF2-40B4-BE49-F238E27FC236}">
                <a16:creationId xmlns:a16="http://schemas.microsoft.com/office/drawing/2014/main" id="{87CDE090-1007-F93C-C94B-F65C05AF7955}"/>
              </a:ext>
            </a:extLst>
          </p:cNvPr>
          <p:cNvSpPr/>
          <p:nvPr>
            <p:custDataLst>
              <p:tags r:id="rId42"/>
            </p:custDataLst>
          </p:nvPr>
        </p:nvSpPr>
        <p:spPr>
          <a:xfrm>
            <a:off x="5641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131" name="Rectangle 130">
            <a:extLst>
              <a:ext uri="{FF2B5EF4-FFF2-40B4-BE49-F238E27FC236}">
                <a16:creationId xmlns:a16="http://schemas.microsoft.com/office/drawing/2014/main" id="{B3755AD7-C1D5-2776-A250-35403C2095FC}"/>
              </a:ext>
            </a:extLst>
          </p:cNvPr>
          <p:cNvSpPr/>
          <p:nvPr>
            <p:custDataLst>
              <p:tags r:id="rId43"/>
            </p:custDataLst>
          </p:nvPr>
        </p:nvSpPr>
        <p:spPr>
          <a:xfrm>
            <a:off x="7165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134" name="Rectangle 133">
            <a:extLst>
              <a:ext uri="{FF2B5EF4-FFF2-40B4-BE49-F238E27FC236}">
                <a16:creationId xmlns:a16="http://schemas.microsoft.com/office/drawing/2014/main" id="{22DFEFB8-108D-1A71-4F29-AE6F03A556C2}"/>
              </a:ext>
            </a:extLst>
          </p:cNvPr>
          <p:cNvSpPr/>
          <p:nvPr>
            <p:custDataLst>
              <p:tags r:id="rId44"/>
            </p:custDataLst>
          </p:nvPr>
        </p:nvSpPr>
        <p:spPr>
          <a:xfrm>
            <a:off x="8308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37" name="Rectangle 136">
            <a:extLst>
              <a:ext uri="{FF2B5EF4-FFF2-40B4-BE49-F238E27FC236}">
                <a16:creationId xmlns:a16="http://schemas.microsoft.com/office/drawing/2014/main" id="{4B06CD16-5CFF-9783-4142-A79F711C0702}"/>
              </a:ext>
            </a:extLst>
          </p:cNvPr>
          <p:cNvSpPr/>
          <p:nvPr>
            <p:custDataLst>
              <p:tags r:id="rId45"/>
            </p:custDataLst>
          </p:nvPr>
        </p:nvSpPr>
        <p:spPr>
          <a:xfrm>
            <a:off x="9070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40" name="Rectangle 139">
            <a:extLst>
              <a:ext uri="{FF2B5EF4-FFF2-40B4-BE49-F238E27FC236}">
                <a16:creationId xmlns:a16="http://schemas.microsoft.com/office/drawing/2014/main" id="{83496A3D-46C3-B602-5DEC-9FF632E19DAA}"/>
              </a:ext>
            </a:extLst>
          </p:cNvPr>
          <p:cNvSpPr/>
          <p:nvPr>
            <p:custDataLst>
              <p:tags r:id="rId46"/>
            </p:custDataLst>
          </p:nvPr>
        </p:nvSpPr>
        <p:spPr>
          <a:xfrm>
            <a:off x="6784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43" name="Rectangle 142">
            <a:extLst>
              <a:ext uri="{FF2B5EF4-FFF2-40B4-BE49-F238E27FC236}">
                <a16:creationId xmlns:a16="http://schemas.microsoft.com/office/drawing/2014/main" id="{58279558-BDB0-F4DD-B769-C72E50415C5F}"/>
              </a:ext>
            </a:extLst>
          </p:cNvPr>
          <p:cNvSpPr/>
          <p:nvPr>
            <p:custDataLst>
              <p:tags r:id="rId47"/>
            </p:custDataLst>
          </p:nvPr>
        </p:nvSpPr>
        <p:spPr>
          <a:xfrm>
            <a:off x="7927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custDataLst>
              <p:tags r:id="rId48"/>
            </p:custDataLst>
          </p:nvPr>
        </p:nvCxnSpPr>
        <p:spPr>
          <a:xfrm>
            <a:off x="2965699" y="4232178"/>
            <a:ext cx="1913618" cy="72634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custDataLst>
              <p:tags r:id="rId49"/>
            </p:custDataLst>
          </p:nvPr>
        </p:nvPicPr>
        <p:blipFill>
          <a:blip r:embed="rId62"/>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custDataLst>
              <p:tags r:id="rId50"/>
            </p:custDataLst>
          </p:nvPr>
        </p:nvSpPr>
        <p:spPr>
          <a:xfrm rot="5400000">
            <a:off x="5350008" y="1359843"/>
            <a:ext cx="194951" cy="804576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ACE273B-1B57-639E-B0C9-72426A3D7B4A}"/>
                  </a:ext>
                </a:extLst>
              </p:cNvPr>
              <p:cNvSpPr txBox="1"/>
              <p:nvPr>
                <p:custDataLst>
                  <p:tags r:id="rId51"/>
                </p:custDataLst>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custDataLst>
                  <p:tags r:id="rId51"/>
                </p:custDataLst>
              </p:nvPr>
            </p:nvSpPr>
            <p:spPr>
              <a:xfrm>
                <a:off x="3401890" y="3389098"/>
                <a:ext cx="1111137" cy="400110"/>
              </a:xfrm>
              <a:prstGeom prst="rect">
                <a:avLst/>
              </a:prstGeom>
              <a:blipFill>
                <a:blip r:embed="rId63"/>
                <a:stretch>
                  <a:fillRect b="-1212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26F09D1C-16BB-AE1B-D40F-E19B4A196D17}"/>
                  </a:ext>
                </a:extLst>
              </p:cNvPr>
              <p:cNvSpPr txBox="1"/>
              <p:nvPr>
                <p:custDataLst>
                  <p:tags r:id="rId52"/>
                </p:custDataLst>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custDataLst>
                  <p:tags r:id="rId52"/>
                </p:custDataLst>
              </p:nvPr>
            </p:nvSpPr>
            <p:spPr>
              <a:xfrm>
                <a:off x="3224937" y="4675622"/>
                <a:ext cx="1141595" cy="400110"/>
              </a:xfrm>
              <a:prstGeom prst="rect">
                <a:avLst/>
              </a:prstGeom>
              <a:blipFill>
                <a:blip r:embed="rId64"/>
                <a:stretch>
                  <a:fillRect b="-1212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A227FF2-E7C3-F0D8-1548-3FDE957F05DA}"/>
                  </a:ext>
                </a:extLst>
              </p:cNvPr>
              <p:cNvSpPr txBox="1"/>
              <p:nvPr>
                <p:custDataLst>
                  <p:tags r:id="rId53"/>
                </p:custDataLst>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custDataLst>
                  <p:tags r:id="rId53"/>
                </p:custDataLst>
              </p:nvPr>
            </p:nvSpPr>
            <p:spPr>
              <a:xfrm>
                <a:off x="965434" y="4009497"/>
                <a:ext cx="510524" cy="461665"/>
              </a:xfrm>
              <a:prstGeom prst="rect">
                <a:avLst/>
              </a:prstGeom>
              <a:blipFill>
                <a:blip r:embed="rId6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E77E5549-724E-7BCC-503A-172F89C27024}"/>
                  </a:ext>
                </a:extLst>
              </p:cNvPr>
              <p:cNvSpPr txBox="1"/>
              <p:nvPr>
                <p:custDataLst>
                  <p:tags r:id="rId54"/>
                </p:custDataLst>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custDataLst>
                  <p:tags r:id="rId54"/>
                </p:custDataLst>
              </p:nvPr>
            </p:nvSpPr>
            <p:spPr>
              <a:xfrm>
                <a:off x="1991030" y="4782590"/>
                <a:ext cx="428771" cy="461665"/>
              </a:xfrm>
              <a:prstGeom prst="rect">
                <a:avLst/>
              </a:prstGeom>
              <a:blipFill>
                <a:blip r:embed="rId66"/>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custDataLst>
              <p:tags r:id="rId55"/>
            </p:custDataLst>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custDataLst>
              <p:tags r:id="rId56"/>
            </p:custDataLst>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custDataLst>
              <p:tags r:id="rId57"/>
            </p:custDataLst>
          </p:nvPr>
        </p:nvSpPr>
        <p:spPr>
          <a:xfrm>
            <a:off x="5868553" y="4409098"/>
            <a:ext cx="2794804" cy="400110"/>
          </a:xfrm>
          <a:prstGeom prst="rect">
            <a:avLst/>
          </a:prstGeom>
          <a:noFill/>
        </p:spPr>
        <p:txBody>
          <a:bodyPr wrap="none" rtlCol="0" anchor="b">
            <a:spAutoFit/>
          </a:bodyPr>
          <a:lstStyle/>
          <a:p>
            <a:pPr algn="ctr"/>
            <a:r>
              <a:rPr lang="en-US" sz="2000" i="1" noProof="0" dirty="0"/>
              <a:t>Another possible layout</a:t>
            </a:r>
          </a:p>
        </p:txBody>
      </p:sp>
      <p:sp>
        <p:nvSpPr>
          <p:cNvPr id="20" name="Rectangle 19">
            <a:extLst>
              <a:ext uri="{FF2B5EF4-FFF2-40B4-BE49-F238E27FC236}">
                <a16:creationId xmlns:a16="http://schemas.microsoft.com/office/drawing/2014/main" id="{67BD92F5-2EE9-D3FE-87E7-91B0DB34D986}"/>
              </a:ext>
            </a:extLst>
          </p:cNvPr>
          <p:cNvSpPr/>
          <p:nvPr>
            <p:custDataLst>
              <p:tags r:id="rId58"/>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D7309B2-ECA2-986D-EF67-FDC8C6D4C16A}"/>
              </a:ext>
            </a:extLst>
          </p:cNvPr>
          <p:cNvSpPr txBox="1"/>
          <p:nvPr>
            <p:custDataLst>
              <p:tags r:id="rId59"/>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35773810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custDataLst>
              <p:tags r:id="rId2"/>
            </p:custDataLst>
          </p:nvPr>
        </p:nvSpPr>
        <p:spPr>
          <a:xfrm>
            <a:off x="1341331" y="2730603"/>
            <a:ext cx="6008376" cy="1706429"/>
          </a:xfrm>
          <a:prstGeom prst="rect">
            <a:avLst/>
          </a:prstGeom>
          <a:noFill/>
        </p:spPr>
        <p:txBody>
          <a:bodyPr wrap="none">
            <a:spAutoFit/>
          </a:bodyPr>
          <a:lstStyle/>
          <a:p>
            <a:pPr>
              <a:lnSpc>
                <a:spcPct val="150000"/>
              </a:lnSpc>
              <a:buSzPts val="100"/>
              <a:buNone/>
            </a:pPr>
            <a:r>
              <a:rPr lang="en-US" sz="2400" b="0" noProof="0" dirty="0">
                <a:solidFill>
                  <a:srgbClr val="267F99">
                    <a:alpha val="0"/>
                  </a:srgbClr>
                </a:solidFill>
                <a:effectLst/>
                <a:latin typeface="Fira Code" panose="020B0809050000020004" pitchFamily="49" charset="0"/>
              </a:rPr>
              <a:t>    </a:t>
            </a:r>
            <a:r>
              <a:rPr lang="en-US" sz="2400" b="0" noProof="0" dirty="0">
                <a:solidFill>
                  <a:srgbClr val="000000">
                    <a:alpha val="0"/>
                  </a:srgbClr>
                </a:solidFill>
                <a:effectLst/>
                <a:latin typeface="Fira Code" panose="020B0809050000020004" pitchFamily="49" charset="0"/>
              </a:rPr>
              <a:t> </a:t>
            </a:r>
            <a:r>
              <a:rPr lang="en-US" sz="2400" b="0" noProof="0" dirty="0">
                <a:solidFill>
                  <a:srgbClr val="001080">
                    <a:alpha val="0"/>
                  </a:srgbClr>
                </a:solidFill>
                <a:effectLst/>
                <a:latin typeface="Fira Code" panose="020B0809050000020004" pitchFamily="49" charset="0"/>
              </a:rPr>
              <a:t>layout</a:t>
            </a:r>
            <a:r>
              <a:rPr lang="en-US" sz="2400" b="0" noProof="0" dirty="0">
                <a:solidFill>
                  <a:srgbClr val="000000">
                    <a:alpha val="0"/>
                  </a:srgbClr>
                </a:solidFill>
                <a:effectLst/>
                <a:latin typeface="Fira Code" panose="020B0809050000020004" pitchFamily="49" charset="0"/>
              </a:rPr>
              <a:t> = </a:t>
            </a:r>
            <a:r>
              <a:rPr lang="en-US" sz="2400" b="0" noProof="0" dirty="0">
                <a:solidFill>
                  <a:srgbClr val="267F99">
                    <a:alpha val="0"/>
                  </a:srgbClr>
                </a:solidFill>
                <a:effectLst/>
                <a:latin typeface="Fira Code" panose="020B0809050000020004" pitchFamily="49" charset="0"/>
              </a:rPr>
              <a:t>scalar</a:t>
            </a:r>
            <a:r>
              <a:rPr lang="en-US" sz="700" b="0" noProof="0" dirty="0">
                <a:solidFill>
                  <a:srgbClr val="267F99">
                    <a:alpha val="0"/>
                  </a:srgbClr>
                </a:solidFill>
                <a:effectLst/>
                <a:latin typeface="Fira Code" panose="020B0809050000020004" pitchFamily="49" charset="0"/>
              </a:rPr>
              <a:t> </a:t>
            </a:r>
            <a:r>
              <a:rPr lang="en-US" sz="2400" b="0" noProof="0" dirty="0">
                <a:solidFill>
                  <a:srgbClr val="000000">
                    <a:alpha val="0"/>
                  </a:srgbClr>
                </a:solidFill>
                <a:effectLst/>
                <a:latin typeface="Fira Code" panose="020B0809050000020004" pitchFamily="49" charset="0"/>
              </a:rPr>
              <a:t>&lt;</a:t>
            </a:r>
            <a:r>
              <a:rPr lang="en-US" sz="2400" b="0" noProof="0" dirty="0">
                <a:solidFill>
                  <a:srgbClr val="0000FF">
                    <a:alpha val="0"/>
                  </a:srgbClr>
                </a:solidFill>
                <a:effectLst/>
                <a:latin typeface="Fira Code" panose="020B0809050000020004" pitchFamily="49" charset="0"/>
              </a:rPr>
              <a:t>float</a:t>
            </a:r>
            <a:r>
              <a:rPr lang="en-US" sz="2400" b="0" noProof="0" dirty="0">
                <a:solidFill>
                  <a:srgbClr val="000000">
                    <a:alpha val="0"/>
                  </a:srgbClr>
                </a:solidFill>
                <a:effectLst/>
                <a:latin typeface="Fira Code" panose="020B0809050000020004" pitchFamily="49" charset="0"/>
              </a:rPr>
              <a:t>&gt;</a:t>
            </a:r>
            <a:r>
              <a:rPr lang="en-US" sz="700" b="0" noProof="0" dirty="0">
                <a:solidFill>
                  <a:srgbClr val="000000">
                    <a:alpha val="0"/>
                  </a:srgbClr>
                </a:solidFill>
                <a:effectLst/>
                <a:latin typeface="Fira Code" panose="020B0809050000020004" pitchFamily="49" charset="0"/>
              </a:rPr>
              <a:t> </a:t>
            </a:r>
            <a:r>
              <a:rPr lang="en-US" sz="2400" b="0" noProof="0" dirty="0">
                <a:solidFill>
                  <a:srgbClr val="000000">
                    <a:alpha val="0"/>
                  </a:srgbClr>
                </a:solidFill>
                <a:effectLst/>
                <a:latin typeface="Fira Code" panose="020B0809050000020004" pitchFamily="49" charset="0"/>
              </a:rPr>
              <a:t>() ^</a:t>
            </a:r>
          </a:p>
          <a:p>
            <a:pPr>
              <a:lnSpc>
                <a:spcPct val="150000"/>
              </a:lnSpc>
              <a:buSzPts val="100"/>
              <a:buNone/>
            </a:pPr>
            <a:r>
              <a:rPr lang="en-US" sz="2400" b="0" noProof="0" dirty="0">
                <a:solidFill>
                  <a:srgbClr val="000000">
                    <a:alpha val="0"/>
                  </a:srgbClr>
                </a:solidFill>
                <a:effectLst/>
                <a:latin typeface="Fira Code" panose="020B0809050000020004" pitchFamily="49" charset="0"/>
              </a:rPr>
              <a:t>              </a:t>
            </a:r>
            <a:r>
              <a:rPr lang="en-US" sz="2400" b="0" noProof="0" dirty="0">
                <a:solidFill>
                  <a:srgbClr val="795E26">
                    <a:alpha val="0"/>
                  </a:srgbClr>
                </a:solidFill>
                <a:effectLst/>
                <a:latin typeface="Fira Code" panose="020B0809050000020004" pitchFamily="49" charset="0"/>
              </a:rPr>
              <a:t>vector</a:t>
            </a:r>
            <a:r>
              <a:rPr lang="en-US" sz="700" b="0" noProof="0" dirty="0">
                <a:solidFill>
                  <a:srgbClr val="795E26">
                    <a:alpha val="0"/>
                  </a:srgbClr>
                </a:solidFill>
                <a:effectLst/>
                <a:latin typeface="Fira Code" panose="020B0809050000020004" pitchFamily="49" charset="0"/>
              </a:rPr>
              <a:t> </a:t>
            </a:r>
            <a:r>
              <a:rPr lang="en-US" sz="2400" b="0" noProof="0" dirty="0">
                <a:solidFill>
                  <a:srgbClr val="000000">
                    <a:alpha val="0"/>
                  </a:srgbClr>
                </a:solidFill>
                <a:effectLst/>
                <a:latin typeface="Fira Code" panose="020B0809050000020004" pitchFamily="49" charset="0"/>
              </a:rPr>
              <a:t>&lt;</a:t>
            </a:r>
            <a:r>
              <a:rPr lang="en-US" sz="2400" b="0" noProof="0" dirty="0">
                <a:solidFill>
                  <a:srgbClr val="A31515">
                    <a:alpha val="0"/>
                  </a:srgbClr>
                </a:solidFill>
                <a:effectLst/>
                <a:latin typeface="Fira Code" panose="020B0809050000020004" pitchFamily="49" charset="0"/>
              </a:rPr>
              <a:t>'n'</a:t>
            </a:r>
            <a:r>
              <a:rPr lang="en-US" sz="2400" b="0" noProof="0" dirty="0">
                <a:solidFill>
                  <a:srgbClr val="000000">
                    <a:alpha val="0"/>
                  </a:srgbClr>
                </a:solidFill>
                <a:effectLst/>
                <a:latin typeface="Fira Code" panose="020B0809050000020004" pitchFamily="49" charset="0"/>
              </a:rPr>
              <a:t>&gt;</a:t>
            </a:r>
            <a:r>
              <a:rPr lang="en-US" sz="700" b="0" noProof="0" dirty="0">
                <a:solidFill>
                  <a:srgbClr val="000000">
                    <a:alpha val="0"/>
                  </a:srgbClr>
                </a:solidFill>
                <a:effectLst/>
                <a:latin typeface="Fira Code" panose="020B0809050000020004" pitchFamily="49" charset="0"/>
              </a:rPr>
              <a:t> </a:t>
            </a:r>
            <a:r>
              <a:rPr lang="en-US" sz="2400" b="0" noProof="0" dirty="0">
                <a:solidFill>
                  <a:srgbClr val="000000">
                    <a:alpha val="0"/>
                  </a:srgbClr>
                </a:solidFill>
                <a:effectLst/>
                <a:latin typeface="Fira Code" panose="020B0809050000020004" pitchFamily="49" charset="0"/>
              </a:rPr>
              <a:t>(</a:t>
            </a:r>
            <a:r>
              <a:rPr lang="en-US" sz="2400" b="0" noProof="0" dirty="0">
                <a:solidFill>
                  <a:srgbClr val="0070C1">
                    <a:alpha val="0"/>
                  </a:srgbClr>
                </a:solidFill>
                <a:effectLst/>
                <a:latin typeface="Fira Code" panose="020B0809050000020004" pitchFamily="49" charset="0"/>
              </a:rPr>
              <a:t>N</a:t>
            </a:r>
            <a:r>
              <a:rPr lang="en-US" sz="2400" b="0" noProof="0" dirty="0">
                <a:solidFill>
                  <a:srgbClr val="000000">
                    <a:alpha val="0"/>
                  </a:srgbClr>
                </a:solidFill>
                <a:effectLst/>
                <a:latin typeface="Fira Code" panose="020B0809050000020004" pitchFamily="49" charset="0"/>
              </a:rPr>
              <a:t>)  ^</a:t>
            </a:r>
          </a:p>
          <a:p>
            <a:pPr>
              <a:lnSpc>
                <a:spcPct val="150000"/>
              </a:lnSpc>
              <a:buSzPts val="100"/>
              <a:buNone/>
            </a:pPr>
            <a:r>
              <a:rPr lang="en-US" sz="2400" b="0" noProof="0" dirty="0">
                <a:solidFill>
                  <a:srgbClr val="000000">
                    <a:alpha val="0"/>
                  </a:srgbClr>
                </a:solidFill>
                <a:effectLst/>
                <a:latin typeface="Fira Code" panose="020B0809050000020004" pitchFamily="49" charset="0"/>
              </a:rPr>
              <a:t>              </a:t>
            </a:r>
            <a:r>
              <a:rPr lang="en-US" sz="2400" b="0" noProof="0" dirty="0">
                <a:solidFill>
                  <a:srgbClr val="795E26">
                    <a:alpha val="0"/>
                  </a:srgbClr>
                </a:solidFill>
                <a:effectLst/>
                <a:latin typeface="Fira Code" panose="020B0809050000020004" pitchFamily="49" charset="0"/>
              </a:rPr>
              <a:t>vector</a:t>
            </a:r>
            <a:r>
              <a:rPr lang="en-US" sz="700" b="0" noProof="0" dirty="0">
                <a:solidFill>
                  <a:srgbClr val="795E26">
                    <a:alpha val="0"/>
                  </a:srgbClr>
                </a:solidFill>
                <a:effectLst/>
                <a:latin typeface="Fira Code" panose="020B0809050000020004" pitchFamily="49" charset="0"/>
              </a:rPr>
              <a:t> </a:t>
            </a:r>
            <a:r>
              <a:rPr lang="en-US" sz="2400" b="0" noProof="0" dirty="0">
                <a:solidFill>
                  <a:srgbClr val="000000">
                    <a:alpha val="0"/>
                  </a:srgbClr>
                </a:solidFill>
                <a:effectLst/>
                <a:latin typeface="Fira Code" panose="020B0809050000020004" pitchFamily="49" charset="0"/>
              </a:rPr>
              <a:t>&lt;</a:t>
            </a:r>
            <a:r>
              <a:rPr lang="en-US" sz="2400" b="0" noProof="0" dirty="0">
                <a:solidFill>
                  <a:srgbClr val="A31515">
                    <a:alpha val="0"/>
                  </a:srgbClr>
                </a:solidFill>
                <a:effectLst/>
                <a:latin typeface="Fira Code" panose="020B0809050000020004" pitchFamily="49" charset="0"/>
              </a:rPr>
              <a:t>'m'</a:t>
            </a:r>
            <a:r>
              <a:rPr lang="en-US" sz="2400" b="0" noProof="0" dirty="0">
                <a:solidFill>
                  <a:srgbClr val="000000">
                    <a:alpha val="0"/>
                  </a:srgbClr>
                </a:solidFill>
                <a:effectLst/>
                <a:latin typeface="Fira Code" panose="020B0809050000020004" pitchFamily="49" charset="0"/>
              </a:rPr>
              <a:t>&gt;</a:t>
            </a:r>
            <a:r>
              <a:rPr lang="en-US" sz="700" b="0" noProof="0" dirty="0">
                <a:solidFill>
                  <a:srgbClr val="000000">
                    <a:alpha val="0"/>
                  </a:srgbClr>
                </a:solidFill>
                <a:effectLst/>
                <a:latin typeface="Fira Code" panose="020B0809050000020004" pitchFamily="49" charset="0"/>
              </a:rPr>
              <a:t> </a:t>
            </a:r>
            <a:r>
              <a:rPr lang="en-US" sz="2400" b="0" noProof="0" dirty="0">
                <a:solidFill>
                  <a:srgbClr val="000000">
                    <a:alpha val="0"/>
                  </a:srgbClr>
                </a:solidFill>
                <a:effectLst/>
                <a:latin typeface="Fira Code" panose="020B0809050000020004" pitchFamily="49" charset="0"/>
              </a:rPr>
              <a:t>(</a:t>
            </a:r>
            <a:r>
              <a:rPr lang="en-US" sz="2400" b="0" noProof="0" dirty="0">
                <a:solidFill>
                  <a:srgbClr val="0070C1">
                    <a:alpha val="0"/>
                  </a:srgbClr>
                </a:solidFill>
                <a:effectLst/>
                <a:latin typeface="Fira Code" panose="020B0809050000020004" pitchFamily="49" charset="0"/>
              </a:rPr>
              <a:t>M</a:t>
            </a:r>
            <a:r>
              <a:rPr lang="en-US" sz="2400" b="0" noProof="0" dirty="0">
                <a:solidFill>
                  <a:srgbClr val="000000">
                    <a:alpha val="0"/>
                  </a:srgbClr>
                </a:solidFill>
                <a:effectLst/>
                <a:latin typeface="Fira Code" panose="020B0809050000020004" pitchFamily="49" charset="0"/>
              </a:rPr>
              <a:t>);</a:t>
            </a:r>
          </a:p>
        </p:txBody>
      </p:sp>
      <p:sp>
        <p:nvSpPr>
          <p:cNvPr id="2" name="Title 1">
            <a:extLst>
              <a:ext uri="{FF2B5EF4-FFF2-40B4-BE49-F238E27FC236}">
                <a16:creationId xmlns:a16="http://schemas.microsoft.com/office/drawing/2014/main" id="{79B72882-F921-954D-3177-58DBD37F0C4A}"/>
              </a:ext>
            </a:extLst>
          </p:cNvPr>
          <p:cNvSpPr>
            <a:spLocks noGrp="1"/>
          </p:cNvSpPr>
          <p:nvPr>
            <p:ph type="title"/>
            <p:custDataLst>
              <p:tags r:id="rId3"/>
            </p:custDataLst>
          </p:nvPr>
        </p:nvSpPr>
        <p:spPr/>
        <p:txBody>
          <a:bodyPr/>
          <a:lstStyle/>
          <a:p>
            <a:r>
              <a:rPr lang="en-US" noProof="0" dirty="0"/>
              <a:t>Layout abstractions (Noarr)</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custDataLst>
              <p:tags r:id="rId5"/>
            </p:custDataLst>
          </p:nvPr>
        </p:nvSpPr>
        <p:spPr/>
        <p:txBody>
          <a:bodyPr/>
          <a:lstStyle/>
          <a:p>
            <a:r>
              <a:rPr lang="en-US" noProof="0"/>
              <a:t>6</a:t>
            </a:r>
            <a:endParaRPr lang="en-US" noProof="0" dirty="0"/>
          </a:p>
        </p:txBody>
      </p:sp>
      <p:sp>
        <p:nvSpPr>
          <p:cNvPr id="27" name="Rectangle 26">
            <a:extLst>
              <a:ext uri="{FF2B5EF4-FFF2-40B4-BE49-F238E27FC236}">
                <a16:creationId xmlns:a16="http://schemas.microsoft.com/office/drawing/2014/main" id="{84FCD751-75D4-06F6-E90B-B10F04037199}"/>
              </a:ext>
            </a:extLst>
          </p:cNvPr>
          <p:cNvSpPr/>
          <p:nvPr>
            <p:custDataLst>
              <p:tags r:id="rId6"/>
            </p:custDataLst>
          </p:nvPr>
        </p:nvSpPr>
        <p:spPr>
          <a:xfrm>
            <a:off x="7021631"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custDataLst>
              <p:tags r:id="rId7"/>
            </p:custDataLst>
          </p:nvPr>
        </p:nvSpPr>
        <p:spPr>
          <a:xfrm>
            <a:off x="6991698"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4" name="TextBox 23">
            <a:extLst>
              <a:ext uri="{FF2B5EF4-FFF2-40B4-BE49-F238E27FC236}">
                <a16:creationId xmlns:a16="http://schemas.microsoft.com/office/drawing/2014/main" id="{AEBC8779-F4FF-3DA2-7279-F475B25C2AB4}"/>
              </a:ext>
            </a:extLst>
          </p:cNvPr>
          <p:cNvSpPr txBox="1"/>
          <p:nvPr>
            <p:custDataLst>
              <p:tags r:id="rId8"/>
            </p:custDataLst>
          </p:nvPr>
        </p:nvSpPr>
        <p:spPr>
          <a:xfrm>
            <a:off x="2459116" y="1168157"/>
            <a:ext cx="6293711" cy="461665"/>
          </a:xfrm>
          <a:prstGeom prst="rect">
            <a:avLst/>
          </a:prstGeom>
          <a:noFill/>
        </p:spPr>
        <p:txBody>
          <a:bodyPr wrap="none" rtlCol="0">
            <a:spAutoFit/>
          </a:bodyPr>
          <a:lstStyle/>
          <a:p>
            <a:pPr algn="ctr"/>
            <a:r>
              <a:rPr lang="en-US" sz="2400" noProof="0" dirty="0"/>
              <a:t>Composition of building blocks in native C++</a:t>
            </a:r>
          </a:p>
        </p:txBody>
      </p:sp>
      <p:sp>
        <p:nvSpPr>
          <p:cNvPr id="9" name="Rectangle 8">
            <a:extLst>
              <a:ext uri="{FF2B5EF4-FFF2-40B4-BE49-F238E27FC236}">
                <a16:creationId xmlns:a16="http://schemas.microsoft.com/office/drawing/2014/main" id="{BA7C514A-8205-94C4-CCE4-D44369C7F67C}"/>
              </a:ext>
            </a:extLst>
          </p:cNvPr>
          <p:cNvSpPr/>
          <p:nvPr>
            <p:custDataLst>
              <p:tags r:id="rId9"/>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227C806-E839-449A-D329-6E398FDF1C53}"/>
              </a:ext>
            </a:extLst>
          </p:cNvPr>
          <p:cNvSpPr txBox="1"/>
          <p:nvPr>
            <p:custDataLst>
              <p:tags r:id="rId10"/>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42893824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custDataLst>
              <p:tags r:id="rId2"/>
            </p:custDataLst>
          </p:nvPr>
        </p:nvSpPr>
        <p:spPr>
          <a:xfrm>
            <a:off x="1341331"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SzPts val="100"/>
              <a:buNone/>
            </a:pPr>
            <a:r>
              <a:rPr lang="en-US" sz="2400" b="0" noProof="0" dirty="0">
                <a:solidFill>
                  <a:srgbClr val="000000">
                    <a:alpha val="0"/>
                  </a:srgbClr>
                </a:solidFill>
                <a:effectLst/>
                <a:latin typeface="Fira Code" panose="020B0809050000020004" pitchFamily="49" charset="0"/>
              </a:rPr>
              <a:t>              </a:t>
            </a:r>
            <a:r>
              <a:rPr lang="en-US" sz="2400" b="0" noProof="0" dirty="0">
                <a:solidFill>
                  <a:srgbClr val="795E26">
                    <a:alpha val="0"/>
                  </a:srgbClr>
                </a:solidFill>
                <a:effectLst/>
                <a:latin typeface="Fira Code" panose="020B0809050000020004" pitchFamily="49" charset="0"/>
              </a:rPr>
              <a:t>vector</a:t>
            </a:r>
            <a:r>
              <a:rPr lang="en-US" sz="700" b="0" noProof="0" dirty="0">
                <a:solidFill>
                  <a:srgbClr val="795E26">
                    <a:alpha val="0"/>
                  </a:srgbClr>
                </a:solidFill>
                <a:effectLst/>
                <a:latin typeface="Fira Code" panose="020B0809050000020004" pitchFamily="49" charset="0"/>
              </a:rPr>
              <a:t> </a:t>
            </a:r>
            <a:r>
              <a:rPr lang="en-US" sz="2400" b="0" noProof="0" dirty="0">
                <a:solidFill>
                  <a:srgbClr val="000000">
                    <a:alpha val="0"/>
                  </a:srgbClr>
                </a:solidFill>
                <a:effectLst/>
                <a:latin typeface="Fira Code" panose="020B0809050000020004" pitchFamily="49" charset="0"/>
              </a:rPr>
              <a:t>&lt;</a:t>
            </a:r>
            <a:r>
              <a:rPr lang="en-US" sz="2400" b="0" noProof="0" dirty="0">
                <a:solidFill>
                  <a:srgbClr val="A31515">
                    <a:alpha val="0"/>
                  </a:srgbClr>
                </a:solidFill>
                <a:effectLst/>
                <a:latin typeface="Fira Code" panose="020B0809050000020004" pitchFamily="49" charset="0"/>
              </a:rPr>
              <a:t>'n'</a:t>
            </a:r>
            <a:r>
              <a:rPr lang="en-US" sz="2400" b="0" noProof="0" dirty="0">
                <a:solidFill>
                  <a:srgbClr val="000000">
                    <a:alpha val="0"/>
                  </a:srgbClr>
                </a:solidFill>
                <a:effectLst/>
                <a:latin typeface="Fira Code" panose="020B0809050000020004" pitchFamily="49" charset="0"/>
              </a:rPr>
              <a:t>&gt;</a:t>
            </a:r>
            <a:r>
              <a:rPr lang="en-US" sz="700" b="0" noProof="0" dirty="0">
                <a:solidFill>
                  <a:srgbClr val="000000">
                    <a:alpha val="0"/>
                  </a:srgbClr>
                </a:solidFill>
                <a:effectLst/>
                <a:latin typeface="Fira Code" panose="020B0809050000020004" pitchFamily="49" charset="0"/>
              </a:rPr>
              <a:t> </a:t>
            </a:r>
            <a:r>
              <a:rPr lang="en-US" sz="2400" b="0" noProof="0" dirty="0">
                <a:solidFill>
                  <a:srgbClr val="000000">
                    <a:alpha val="0"/>
                  </a:srgbClr>
                </a:solidFill>
                <a:effectLst/>
                <a:latin typeface="Fira Code" panose="020B0809050000020004" pitchFamily="49" charset="0"/>
              </a:rPr>
              <a:t>(</a:t>
            </a:r>
            <a:r>
              <a:rPr lang="en-US" sz="2400" b="0" noProof="0" dirty="0">
                <a:solidFill>
                  <a:srgbClr val="0070C1">
                    <a:alpha val="0"/>
                  </a:srgbClr>
                </a:solidFill>
                <a:effectLst/>
                <a:latin typeface="Fira Code" panose="020B0809050000020004" pitchFamily="49" charset="0"/>
              </a:rPr>
              <a:t>N</a:t>
            </a:r>
            <a:r>
              <a:rPr lang="en-US" sz="2400" b="0" noProof="0" dirty="0">
                <a:solidFill>
                  <a:srgbClr val="000000">
                    <a:alpha val="0"/>
                  </a:srgbClr>
                </a:solidFill>
                <a:effectLst/>
                <a:latin typeface="Fira Code" panose="020B0809050000020004" pitchFamily="49" charset="0"/>
              </a:rPr>
              <a:t>)  ^</a:t>
            </a:r>
          </a:p>
          <a:p>
            <a:pPr>
              <a:lnSpc>
                <a:spcPct val="150000"/>
              </a:lnSpc>
              <a:buSzPts val="100"/>
              <a:buNone/>
            </a:pPr>
            <a:r>
              <a:rPr lang="en-US" sz="2400" b="0" noProof="0" dirty="0">
                <a:solidFill>
                  <a:srgbClr val="000000">
                    <a:alpha val="0"/>
                  </a:srgbClr>
                </a:solidFill>
                <a:effectLst/>
                <a:latin typeface="Fira Code" panose="020B0809050000020004" pitchFamily="49" charset="0"/>
              </a:rPr>
              <a:t>              </a:t>
            </a:r>
            <a:r>
              <a:rPr lang="en-US" sz="2400" b="0" noProof="0" dirty="0">
                <a:solidFill>
                  <a:srgbClr val="795E26">
                    <a:alpha val="0"/>
                  </a:srgbClr>
                </a:solidFill>
                <a:effectLst/>
                <a:latin typeface="Fira Code" panose="020B0809050000020004" pitchFamily="49" charset="0"/>
              </a:rPr>
              <a:t>vector</a:t>
            </a:r>
            <a:r>
              <a:rPr lang="en-US" sz="700" b="0" noProof="0" dirty="0">
                <a:solidFill>
                  <a:srgbClr val="795E26">
                    <a:alpha val="0"/>
                  </a:srgbClr>
                </a:solidFill>
                <a:effectLst/>
                <a:latin typeface="Fira Code" panose="020B0809050000020004" pitchFamily="49" charset="0"/>
              </a:rPr>
              <a:t> </a:t>
            </a:r>
            <a:r>
              <a:rPr lang="en-US" sz="2400" b="0" noProof="0" dirty="0">
                <a:solidFill>
                  <a:srgbClr val="000000">
                    <a:alpha val="0"/>
                  </a:srgbClr>
                </a:solidFill>
                <a:effectLst/>
                <a:latin typeface="Fira Code" panose="020B0809050000020004" pitchFamily="49" charset="0"/>
              </a:rPr>
              <a:t>&lt;</a:t>
            </a:r>
            <a:r>
              <a:rPr lang="en-US" sz="2400" b="0" noProof="0" dirty="0">
                <a:solidFill>
                  <a:srgbClr val="A31515">
                    <a:alpha val="0"/>
                  </a:srgbClr>
                </a:solidFill>
                <a:effectLst/>
                <a:latin typeface="Fira Code" panose="020B0809050000020004" pitchFamily="49" charset="0"/>
              </a:rPr>
              <a:t>'m'</a:t>
            </a:r>
            <a:r>
              <a:rPr lang="en-US" sz="2400" b="0" noProof="0" dirty="0">
                <a:solidFill>
                  <a:srgbClr val="000000">
                    <a:alpha val="0"/>
                  </a:srgbClr>
                </a:solidFill>
                <a:effectLst/>
                <a:latin typeface="Fira Code" panose="020B0809050000020004" pitchFamily="49" charset="0"/>
              </a:rPr>
              <a:t>&gt;</a:t>
            </a:r>
            <a:r>
              <a:rPr lang="en-US" sz="700" b="0" noProof="0" dirty="0">
                <a:solidFill>
                  <a:srgbClr val="000000">
                    <a:alpha val="0"/>
                  </a:srgbClr>
                </a:solidFill>
                <a:effectLst/>
                <a:latin typeface="Fira Code" panose="020B0809050000020004" pitchFamily="49" charset="0"/>
              </a:rPr>
              <a:t> </a:t>
            </a:r>
            <a:r>
              <a:rPr lang="en-US" sz="2400" b="0" noProof="0" dirty="0">
                <a:solidFill>
                  <a:srgbClr val="000000">
                    <a:alpha val="0"/>
                  </a:srgbClr>
                </a:solidFill>
                <a:effectLst/>
                <a:latin typeface="Fira Code" panose="020B0809050000020004" pitchFamily="49" charset="0"/>
              </a:rPr>
              <a:t>(</a:t>
            </a:r>
            <a:r>
              <a:rPr lang="en-US" sz="2400" b="0" noProof="0" dirty="0">
                <a:solidFill>
                  <a:srgbClr val="0070C1">
                    <a:alpha val="0"/>
                  </a:srgbClr>
                </a:solidFill>
                <a:effectLst/>
                <a:latin typeface="Fira Code" panose="020B0809050000020004" pitchFamily="49" charset="0"/>
              </a:rPr>
              <a:t>M</a:t>
            </a:r>
            <a:r>
              <a:rPr lang="en-US" sz="2400" b="0" noProof="0" dirty="0">
                <a:solidFill>
                  <a:srgbClr val="000000">
                    <a:alpha val="0"/>
                  </a:srgbClr>
                </a:solidFill>
                <a:effectLst/>
                <a:latin typeface="Fira Code" panose="020B0809050000020004" pitchFamily="49" charset="0"/>
              </a:rPr>
              <a:t>);</a:t>
            </a:r>
          </a:p>
        </p:txBody>
      </p:sp>
      <p:sp>
        <p:nvSpPr>
          <p:cNvPr id="37" name="Rectangle 36">
            <a:extLst>
              <a:ext uri="{FF2B5EF4-FFF2-40B4-BE49-F238E27FC236}">
                <a16:creationId xmlns:a16="http://schemas.microsoft.com/office/drawing/2014/main" id="{E810BA74-1063-85B3-2324-103E8E900E55}"/>
              </a:ext>
            </a:extLst>
          </p:cNvPr>
          <p:cNvSpPr/>
          <p:nvPr>
            <p:custDataLst>
              <p:tags r:id="rId3"/>
            </p:custDataLst>
          </p:nvPr>
        </p:nvSpPr>
        <p:spPr>
          <a:xfrm>
            <a:off x="5143466"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custDataLst>
              <p:tags r:id="rId4"/>
            </p:custDataLst>
          </p:nvPr>
        </p:nvSpPr>
        <p:spPr/>
        <p:txBody>
          <a:bodyPr/>
          <a:lstStyle/>
          <a:p>
            <a:r>
              <a:rPr lang="en-US" noProof="0" dirty="0"/>
              <a:t>Layout abstractions (Noarr)</a:t>
            </a:r>
          </a:p>
        </p:txBody>
      </p:sp>
      <p:sp>
        <p:nvSpPr>
          <p:cNvPr id="18" name="Right Brace 17">
            <a:extLst>
              <a:ext uri="{FF2B5EF4-FFF2-40B4-BE49-F238E27FC236}">
                <a16:creationId xmlns:a16="http://schemas.microsoft.com/office/drawing/2014/main" id="{D66E5204-4017-2EAF-4A60-5194514D442A}"/>
              </a:ext>
            </a:extLst>
          </p:cNvPr>
          <p:cNvSpPr/>
          <p:nvPr>
            <p:custDataLst>
              <p:tags r:id="rId5"/>
            </p:custDataLst>
          </p:nvPr>
        </p:nvSpPr>
        <p:spPr>
          <a:xfrm rot="16200000">
            <a:off x="5635462" y="2156360"/>
            <a:ext cx="275785" cy="126139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custDataLst>
              <p:tags r:id="rId6"/>
            </p:custDataLst>
          </p:nvPr>
        </p:nvSpPr>
        <p:spPr>
          <a:xfrm>
            <a:off x="2318786" y="2154296"/>
            <a:ext cx="6909135" cy="461665"/>
          </a:xfrm>
          <a:prstGeom prst="rect">
            <a:avLst/>
          </a:prstGeom>
          <a:noFill/>
        </p:spPr>
        <p:txBody>
          <a:bodyPr wrap="none" rtlCol="0" anchor="b">
            <a:spAutoFit/>
          </a:bodyPr>
          <a:lstStyle/>
          <a:p>
            <a:r>
              <a:rPr lang="en-US" sz="2400" i="1" noProof="0" dirty="0"/>
              <a:t>Parameters specifying types and dimension names</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custDataLst>
              <p:tags r:id="rId7"/>
            </p:custDataLst>
          </p:nvPr>
        </p:nvSpPr>
        <p:spPr/>
        <p:txBody>
          <a:bodyPr/>
          <a:lstStyle/>
          <a:p>
            <a:r>
              <a:rPr lang="en-US" noProof="0"/>
              <a:t>9/10/2026</a:t>
            </a:r>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custDataLst>
              <p:tags r:id="rId8"/>
            </p:custDataLst>
          </p:nvPr>
        </p:nvSpPr>
        <p:spPr/>
        <p:txBody>
          <a:bodyPr/>
          <a:lstStyle/>
          <a:p>
            <a:r>
              <a:rPr lang="en-US" noProof="0"/>
              <a:t>6</a:t>
            </a:r>
            <a:endParaRPr lang="en-US" noProof="0" dirty="0"/>
          </a:p>
        </p:txBody>
      </p:sp>
      <p:pic>
        <p:nvPicPr>
          <p:cNvPr id="25" name="Picture 24">
            <a:extLst>
              <a:ext uri="{FF2B5EF4-FFF2-40B4-BE49-F238E27FC236}">
                <a16:creationId xmlns:a16="http://schemas.microsoft.com/office/drawing/2014/main" id="{25B07DD5-49BF-24B4-3308-895CDE035082}"/>
              </a:ext>
            </a:extLst>
          </p:cNvPr>
          <p:cNvPicPr>
            <a:picLocks noChangeAspect="1"/>
          </p:cNvPicPr>
          <p:nvPr>
            <p:custDataLst>
              <p:tags r:id="rId9"/>
            </p:custDataLst>
          </p:nvPr>
        </p:nvPicPr>
        <p:blipFill>
          <a:blip r:embed="rId17"/>
          <a:srcRect r="86029" b="86573"/>
          <a:stretch>
            <a:fillRect/>
          </a:stretch>
        </p:blipFill>
        <p:spPr>
          <a:xfrm>
            <a:off x="979849"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custDataLst>
              <p:tags r:id="rId10"/>
            </p:custDataLst>
          </p:nvPr>
        </p:nvSpPr>
        <p:spPr>
          <a:xfrm>
            <a:off x="7021631"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custDataLst>
              <p:tags r:id="rId11"/>
            </p:custDataLst>
          </p:nvPr>
        </p:nvSpPr>
        <p:spPr>
          <a:xfrm>
            <a:off x="6991698"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4" name="TextBox 23">
            <a:extLst>
              <a:ext uri="{FF2B5EF4-FFF2-40B4-BE49-F238E27FC236}">
                <a16:creationId xmlns:a16="http://schemas.microsoft.com/office/drawing/2014/main" id="{AEBC8779-F4FF-3DA2-7279-F475B25C2AB4}"/>
              </a:ext>
            </a:extLst>
          </p:cNvPr>
          <p:cNvSpPr txBox="1"/>
          <p:nvPr>
            <p:custDataLst>
              <p:tags r:id="rId12"/>
            </p:custDataLst>
          </p:nvPr>
        </p:nvSpPr>
        <p:spPr>
          <a:xfrm>
            <a:off x="2459116" y="1168157"/>
            <a:ext cx="6293711" cy="461665"/>
          </a:xfrm>
          <a:prstGeom prst="rect">
            <a:avLst/>
          </a:prstGeom>
          <a:noFill/>
        </p:spPr>
        <p:txBody>
          <a:bodyPr wrap="none" rtlCol="0">
            <a:spAutoFit/>
          </a:bodyPr>
          <a:lstStyle/>
          <a:p>
            <a:pPr algn="ctr"/>
            <a:r>
              <a:rPr lang="en-US" sz="2400" noProof="0" dirty="0"/>
              <a:t>Composition of building blocks in native C++</a:t>
            </a:r>
          </a:p>
        </p:txBody>
      </p:sp>
      <p:sp>
        <p:nvSpPr>
          <p:cNvPr id="9" name="Rectangle 8">
            <a:extLst>
              <a:ext uri="{FF2B5EF4-FFF2-40B4-BE49-F238E27FC236}">
                <a16:creationId xmlns:a16="http://schemas.microsoft.com/office/drawing/2014/main" id="{BA7C514A-8205-94C4-CCE4-D44369C7F67C}"/>
              </a:ext>
            </a:extLst>
          </p:cNvPr>
          <p:cNvSpPr/>
          <p:nvPr>
            <p:custDataLst>
              <p:tags r:id="rId13"/>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227C806-E839-449A-D329-6E398FDF1C53}"/>
              </a:ext>
            </a:extLst>
          </p:cNvPr>
          <p:cNvSpPr txBox="1"/>
          <p:nvPr>
            <p:custDataLst>
              <p:tags r:id="rId14"/>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1204720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custDataLst>
              <p:tags r:id="rId2"/>
            </p:custDataLst>
          </p:nvPr>
        </p:nvSpPr>
        <p:spPr>
          <a:xfrm>
            <a:off x="1341331"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SzPts val="100"/>
              <a:buNone/>
            </a:pPr>
            <a:r>
              <a:rPr lang="en-US" sz="2400" b="0" noProof="0" dirty="0">
                <a:solidFill>
                  <a:srgbClr val="000000">
                    <a:alpha val="0"/>
                  </a:srgbClr>
                </a:solidFill>
                <a:effectLst/>
                <a:latin typeface="Fira Code" panose="020B0809050000020004" pitchFamily="49" charset="0"/>
              </a:rPr>
              <a:t>              </a:t>
            </a:r>
            <a:r>
              <a:rPr lang="en-US" sz="2400" b="0" noProof="0" dirty="0">
                <a:solidFill>
                  <a:srgbClr val="795E26">
                    <a:alpha val="0"/>
                  </a:srgbClr>
                </a:solidFill>
                <a:effectLst/>
                <a:latin typeface="Fira Code" panose="020B0809050000020004" pitchFamily="49" charset="0"/>
              </a:rPr>
              <a:t>vector</a:t>
            </a:r>
            <a:r>
              <a:rPr lang="en-US" sz="700" b="0" noProof="0" dirty="0">
                <a:solidFill>
                  <a:srgbClr val="795E26">
                    <a:alpha val="0"/>
                  </a:srgbClr>
                </a:solidFill>
                <a:effectLst/>
                <a:latin typeface="Fira Code" panose="020B0809050000020004" pitchFamily="49" charset="0"/>
              </a:rPr>
              <a:t> </a:t>
            </a:r>
            <a:r>
              <a:rPr lang="en-US" sz="2400" b="0" noProof="0" dirty="0">
                <a:solidFill>
                  <a:srgbClr val="000000">
                    <a:alpha val="0"/>
                  </a:srgbClr>
                </a:solidFill>
                <a:effectLst/>
                <a:latin typeface="Fira Code" panose="020B0809050000020004" pitchFamily="49" charset="0"/>
              </a:rPr>
              <a:t>&lt;</a:t>
            </a:r>
            <a:r>
              <a:rPr lang="en-US" sz="2400" b="0" noProof="0" dirty="0">
                <a:solidFill>
                  <a:srgbClr val="A31515">
                    <a:alpha val="0"/>
                  </a:srgbClr>
                </a:solidFill>
                <a:effectLst/>
                <a:latin typeface="Fira Code" panose="020B0809050000020004" pitchFamily="49" charset="0"/>
              </a:rPr>
              <a:t>'m'</a:t>
            </a:r>
            <a:r>
              <a:rPr lang="en-US" sz="2400" b="0" noProof="0" dirty="0">
                <a:solidFill>
                  <a:srgbClr val="000000">
                    <a:alpha val="0"/>
                  </a:srgbClr>
                </a:solidFill>
                <a:effectLst/>
                <a:latin typeface="Fira Code" panose="020B0809050000020004" pitchFamily="49" charset="0"/>
              </a:rPr>
              <a:t>&gt;</a:t>
            </a:r>
            <a:r>
              <a:rPr lang="en-US" sz="700" b="0" noProof="0" dirty="0">
                <a:solidFill>
                  <a:srgbClr val="000000">
                    <a:alpha val="0"/>
                  </a:srgbClr>
                </a:solidFill>
                <a:effectLst/>
                <a:latin typeface="Fira Code" panose="020B0809050000020004" pitchFamily="49" charset="0"/>
              </a:rPr>
              <a:t> </a:t>
            </a:r>
            <a:r>
              <a:rPr lang="en-US" sz="2400" b="0" noProof="0" dirty="0">
                <a:solidFill>
                  <a:srgbClr val="000000">
                    <a:alpha val="0"/>
                  </a:srgbClr>
                </a:solidFill>
                <a:effectLst/>
                <a:latin typeface="Fira Code" panose="020B0809050000020004" pitchFamily="49" charset="0"/>
              </a:rPr>
              <a:t>(</a:t>
            </a:r>
            <a:r>
              <a:rPr lang="en-US" sz="2400" b="0" noProof="0" dirty="0">
                <a:solidFill>
                  <a:srgbClr val="0070C1">
                    <a:alpha val="0"/>
                  </a:srgbClr>
                </a:solidFill>
                <a:effectLst/>
                <a:latin typeface="Fira Code" panose="020B0809050000020004" pitchFamily="49" charset="0"/>
              </a:rPr>
              <a:t>M</a:t>
            </a:r>
            <a:r>
              <a:rPr lang="en-US" sz="2400" b="0" noProof="0" dirty="0">
                <a:solidFill>
                  <a:srgbClr val="000000">
                    <a:alpha val="0"/>
                  </a:srgbClr>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custDataLst>
              <p:tags r:id="rId3"/>
            </p:custDataLst>
          </p:nvPr>
        </p:nvSpPr>
        <p:spPr>
          <a:xfrm>
            <a:off x="5168924"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custDataLst>
              <p:tags r:id="rId4"/>
            </p:custDataLst>
          </p:nvPr>
        </p:nvSpPr>
        <p:spPr>
          <a:xfrm>
            <a:off x="5143466"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custDataLst>
              <p:tags r:id="rId5"/>
            </p:custDataLst>
          </p:nvPr>
        </p:nvSpPr>
        <p:spPr/>
        <p:txBody>
          <a:bodyPr/>
          <a:lstStyle/>
          <a:p>
            <a:r>
              <a:rPr lang="en-US" noProof="0" dirty="0"/>
              <a:t>Layout abstractions (Noarr)</a:t>
            </a:r>
          </a:p>
        </p:txBody>
      </p:sp>
      <p:sp>
        <p:nvSpPr>
          <p:cNvPr id="18" name="Right Brace 17">
            <a:extLst>
              <a:ext uri="{FF2B5EF4-FFF2-40B4-BE49-F238E27FC236}">
                <a16:creationId xmlns:a16="http://schemas.microsoft.com/office/drawing/2014/main" id="{D66E5204-4017-2EAF-4A60-5194514D442A}"/>
              </a:ext>
            </a:extLst>
          </p:cNvPr>
          <p:cNvSpPr/>
          <p:nvPr>
            <p:custDataLst>
              <p:tags r:id="rId6"/>
            </p:custDataLst>
          </p:nvPr>
        </p:nvSpPr>
        <p:spPr>
          <a:xfrm rot="16200000">
            <a:off x="5635462" y="2156360"/>
            <a:ext cx="275785" cy="126139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custDataLst>
              <p:tags r:id="rId7"/>
            </p:custDataLst>
          </p:nvPr>
        </p:nvSpPr>
        <p:spPr>
          <a:xfrm>
            <a:off x="2318786" y="2154296"/>
            <a:ext cx="6909135" cy="461665"/>
          </a:xfrm>
          <a:prstGeom prst="rect">
            <a:avLst/>
          </a:prstGeom>
          <a:noFill/>
        </p:spPr>
        <p:txBody>
          <a:bodyPr wrap="none" rtlCol="0" anchor="b">
            <a:spAutoFit/>
          </a:bodyPr>
          <a:lstStyle/>
          <a:p>
            <a:r>
              <a:rPr lang="en-US" sz="2400" i="1" noProof="0" dirty="0"/>
              <a:t>Parameters specifying types and dimension names</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custDataLst>
              <p:tags r:id="rId8"/>
            </p:custDataLst>
          </p:nvPr>
        </p:nvSpPr>
        <p:spPr/>
        <p:txBody>
          <a:bodyPr/>
          <a:lstStyle/>
          <a:p>
            <a:r>
              <a:rPr lang="en-US" noProof="0"/>
              <a:t>9/10/2026</a:t>
            </a:r>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custDataLst>
              <p:tags r:id="rId9"/>
            </p:custDataLst>
          </p:nvPr>
        </p:nvSpPr>
        <p:spPr/>
        <p:txBody>
          <a:bodyPr/>
          <a:lstStyle/>
          <a:p>
            <a:r>
              <a:rPr lang="en-US" noProof="0"/>
              <a:t>6</a:t>
            </a: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custDataLst>
              <p:tags r:id="rId10"/>
            </p:custDataLst>
          </p:nvPr>
        </p:nvPicPr>
        <p:blipFill>
          <a:blip r:embed="rId19"/>
          <a:srcRect b="85346"/>
          <a:stretch>
            <a:fillRect/>
          </a:stretch>
        </p:blipFill>
        <p:spPr>
          <a:xfrm>
            <a:off x="979849"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custDataLst>
              <p:tags r:id="rId11"/>
            </p:custDataLst>
          </p:nvPr>
        </p:nvPicPr>
        <p:blipFill>
          <a:blip r:embed="rId19"/>
          <a:srcRect r="86029" b="86573"/>
          <a:stretch>
            <a:fillRect/>
          </a:stretch>
        </p:blipFill>
        <p:spPr>
          <a:xfrm>
            <a:off x="979849" y="2851546"/>
            <a:ext cx="174508" cy="166674"/>
          </a:xfrm>
          <a:prstGeom prst="rect">
            <a:avLst/>
          </a:prstGeom>
        </p:spPr>
      </p:pic>
      <p:sp>
        <p:nvSpPr>
          <p:cNvPr id="31" name="Rectangle 30">
            <a:extLst>
              <a:ext uri="{FF2B5EF4-FFF2-40B4-BE49-F238E27FC236}">
                <a16:creationId xmlns:a16="http://schemas.microsoft.com/office/drawing/2014/main" id="{1F2CCB64-480B-94C0-D265-F80677755FCA}"/>
              </a:ext>
            </a:extLst>
          </p:cNvPr>
          <p:cNvSpPr/>
          <p:nvPr>
            <p:custDataLst>
              <p:tags r:id="rId12"/>
            </p:custDataLst>
          </p:nvPr>
        </p:nvSpPr>
        <p:spPr>
          <a:xfrm>
            <a:off x="6991698"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3C284C3B-1E96-7EDB-FF3B-2FFD924CFC76}"/>
                  </a:ext>
                </a:extLst>
              </p:cNvPr>
              <p:cNvSpPr txBox="1"/>
              <p:nvPr>
                <p:custDataLst>
                  <p:tags r:id="rId13"/>
                </p:custDataLst>
              </p:nvPr>
            </p:nvSpPr>
            <p:spPr>
              <a:xfrm>
                <a:off x="1389998"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custDataLst>
                  <p:tags r:id="rId13"/>
                </p:custDataLst>
              </p:nvPr>
            </p:nvSpPr>
            <p:spPr>
              <a:xfrm>
                <a:off x="1389998" y="2422355"/>
                <a:ext cx="428771" cy="461665"/>
              </a:xfrm>
              <a:prstGeom prst="rect">
                <a:avLst/>
              </a:prstGeom>
              <a:blipFill>
                <a:blip r:embed="rId20"/>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custDataLst>
              <p:tags r:id="rId14"/>
            </p:custDataLst>
          </p:nvPr>
        </p:nvSpPr>
        <p:spPr>
          <a:xfrm>
            <a:off x="2459116" y="1168157"/>
            <a:ext cx="6293711" cy="461665"/>
          </a:xfrm>
          <a:prstGeom prst="rect">
            <a:avLst/>
          </a:prstGeom>
          <a:noFill/>
        </p:spPr>
        <p:txBody>
          <a:bodyPr wrap="none" rtlCol="0">
            <a:spAutoFit/>
          </a:bodyPr>
          <a:lstStyle/>
          <a:p>
            <a:pPr algn="ctr"/>
            <a:r>
              <a:rPr lang="en-US" sz="2400" noProof="0" dirty="0"/>
              <a:t>Composition of building blocks in native C++</a:t>
            </a:r>
          </a:p>
        </p:txBody>
      </p:sp>
      <p:sp>
        <p:nvSpPr>
          <p:cNvPr id="9" name="Rectangle 8">
            <a:extLst>
              <a:ext uri="{FF2B5EF4-FFF2-40B4-BE49-F238E27FC236}">
                <a16:creationId xmlns:a16="http://schemas.microsoft.com/office/drawing/2014/main" id="{BA7C514A-8205-94C4-CCE4-D44369C7F67C}"/>
              </a:ext>
            </a:extLst>
          </p:cNvPr>
          <p:cNvSpPr/>
          <p:nvPr>
            <p:custDataLst>
              <p:tags r:id="rId15"/>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227C806-E839-449A-D329-6E398FDF1C53}"/>
              </a:ext>
            </a:extLst>
          </p:cNvPr>
          <p:cNvSpPr txBox="1"/>
          <p:nvPr>
            <p:custDataLst>
              <p:tags r:id="rId16"/>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39689144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custDataLst>
              <p:tags r:id="rId2"/>
            </p:custDataLst>
          </p:nvPr>
        </p:nvSpPr>
        <p:spPr>
          <a:xfrm>
            <a:off x="1341331"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custDataLst>
              <p:tags r:id="rId3"/>
            </p:custDataLst>
          </p:nvPr>
        </p:nvSpPr>
        <p:spPr>
          <a:xfrm>
            <a:off x="5168924"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custDataLst>
              <p:tags r:id="rId4"/>
            </p:custDataLst>
          </p:nvPr>
        </p:nvSpPr>
        <p:spPr>
          <a:xfrm>
            <a:off x="5168924"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custDataLst>
              <p:tags r:id="rId5"/>
            </p:custDataLst>
          </p:nvPr>
        </p:nvSpPr>
        <p:spPr>
          <a:xfrm>
            <a:off x="5143466"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custDataLst>
              <p:tags r:id="rId6"/>
            </p:custDataLst>
          </p:nvPr>
        </p:nvSpPr>
        <p:spPr/>
        <p:txBody>
          <a:bodyPr/>
          <a:lstStyle/>
          <a:p>
            <a:r>
              <a:rPr lang="en-US" noProof="0" dirty="0"/>
              <a:t>Layout abstractions (Noarr)</a:t>
            </a:r>
          </a:p>
        </p:txBody>
      </p:sp>
      <p:sp>
        <p:nvSpPr>
          <p:cNvPr id="18" name="Right Brace 17">
            <a:extLst>
              <a:ext uri="{FF2B5EF4-FFF2-40B4-BE49-F238E27FC236}">
                <a16:creationId xmlns:a16="http://schemas.microsoft.com/office/drawing/2014/main" id="{D66E5204-4017-2EAF-4A60-5194514D442A}"/>
              </a:ext>
            </a:extLst>
          </p:cNvPr>
          <p:cNvSpPr/>
          <p:nvPr>
            <p:custDataLst>
              <p:tags r:id="rId7"/>
            </p:custDataLst>
          </p:nvPr>
        </p:nvSpPr>
        <p:spPr>
          <a:xfrm rot="16200000">
            <a:off x="5635462" y="2156360"/>
            <a:ext cx="275785" cy="126139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custDataLst>
              <p:tags r:id="rId8"/>
            </p:custDataLst>
          </p:nvPr>
        </p:nvSpPr>
        <p:spPr>
          <a:xfrm>
            <a:off x="2318786" y="2154296"/>
            <a:ext cx="6909135" cy="461665"/>
          </a:xfrm>
          <a:prstGeom prst="rect">
            <a:avLst/>
          </a:prstGeom>
          <a:noFill/>
        </p:spPr>
        <p:txBody>
          <a:bodyPr wrap="none" rtlCol="0" anchor="b">
            <a:spAutoFit/>
          </a:bodyPr>
          <a:lstStyle/>
          <a:p>
            <a:r>
              <a:rPr lang="en-US" sz="2400" i="1" noProof="0" dirty="0"/>
              <a:t>Parameters specifying types and dimension names</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custDataLst>
              <p:tags r:id="rId9"/>
            </p:custDataLst>
          </p:nvPr>
        </p:nvSpPr>
        <p:spPr/>
        <p:txBody>
          <a:bodyPr/>
          <a:lstStyle/>
          <a:p>
            <a:r>
              <a:rPr lang="en-US" noProof="0"/>
              <a:t>9/10/2026</a:t>
            </a:r>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custDataLst>
              <p:tags r:id="rId10"/>
            </p:custDataLst>
          </p:nvPr>
        </p:nvSpPr>
        <p:spPr/>
        <p:txBody>
          <a:bodyPr/>
          <a:lstStyle/>
          <a:p>
            <a:r>
              <a:rPr lang="en-US" noProof="0"/>
              <a:t>6</a:t>
            </a:r>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custDataLst>
              <p:tags r:id="rId11"/>
            </p:custDataLst>
          </p:nvPr>
        </p:nvPicPr>
        <p:blipFill>
          <a:blip r:embed="rId21"/>
          <a:stretch>
            <a:fillRect/>
          </a:stretch>
        </p:blipFill>
        <p:spPr>
          <a:xfrm>
            <a:off x="979849" y="2851618"/>
            <a:ext cx="1249070" cy="1241336"/>
          </a:xfrm>
          <a:prstGeom prst="rect">
            <a:avLst/>
          </a:prstGeom>
        </p:spPr>
      </p:pic>
      <p:pic>
        <p:nvPicPr>
          <p:cNvPr id="20" name="Picture 19">
            <a:extLst>
              <a:ext uri="{FF2B5EF4-FFF2-40B4-BE49-F238E27FC236}">
                <a16:creationId xmlns:a16="http://schemas.microsoft.com/office/drawing/2014/main" id="{AD983D88-E49A-19A0-1E46-A7291358AB31}"/>
              </a:ext>
            </a:extLst>
          </p:cNvPr>
          <p:cNvPicPr>
            <a:picLocks noChangeAspect="1"/>
          </p:cNvPicPr>
          <p:nvPr>
            <p:custDataLst>
              <p:tags r:id="rId12"/>
            </p:custDataLst>
          </p:nvPr>
        </p:nvPicPr>
        <p:blipFill>
          <a:blip r:embed="rId21"/>
          <a:srcRect b="85346"/>
          <a:stretch>
            <a:fillRect/>
          </a:stretch>
        </p:blipFill>
        <p:spPr>
          <a:xfrm>
            <a:off x="979849"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custDataLst>
              <p:tags r:id="rId13"/>
            </p:custDataLst>
          </p:nvPr>
        </p:nvPicPr>
        <p:blipFill>
          <a:blip r:embed="rId21"/>
          <a:srcRect r="86029" b="86573"/>
          <a:stretch>
            <a:fillRect/>
          </a:stretch>
        </p:blipFill>
        <p:spPr>
          <a:xfrm>
            <a:off x="979849" y="2851546"/>
            <a:ext cx="174508" cy="166674"/>
          </a:xfrm>
          <a:prstGeom prst="rect">
            <a:avLst/>
          </a:prstGeom>
        </p:spPr>
      </p:pic>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0EC39785-C6A5-6402-E99D-0A38D0D1251F}"/>
                  </a:ext>
                </a:extLst>
              </p:cNvPr>
              <p:cNvSpPr txBox="1"/>
              <p:nvPr>
                <p:custDataLst>
                  <p:tags r:id="rId14"/>
                </p:custDataLst>
              </p:nvPr>
            </p:nvSpPr>
            <p:spPr>
              <a:xfrm>
                <a:off x="482058"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custDataLst>
                  <p:tags r:id="rId14"/>
                </p:custDataLst>
              </p:nvPr>
            </p:nvSpPr>
            <p:spPr>
              <a:xfrm>
                <a:off x="482058" y="3193698"/>
                <a:ext cx="510524"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3C284C3B-1E96-7EDB-FF3B-2FFD924CFC76}"/>
                  </a:ext>
                </a:extLst>
              </p:cNvPr>
              <p:cNvSpPr txBox="1"/>
              <p:nvPr>
                <p:custDataLst>
                  <p:tags r:id="rId15"/>
                </p:custDataLst>
              </p:nvPr>
            </p:nvSpPr>
            <p:spPr>
              <a:xfrm>
                <a:off x="1389998"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custDataLst>
                  <p:tags r:id="rId15"/>
                </p:custDataLst>
              </p:nvPr>
            </p:nvSpPr>
            <p:spPr>
              <a:xfrm>
                <a:off x="1389998" y="2422355"/>
                <a:ext cx="428771" cy="461665"/>
              </a:xfrm>
              <a:prstGeom prst="rect">
                <a:avLst/>
              </a:prstGeom>
              <a:blipFill>
                <a:blip r:embed="rId23"/>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custDataLst>
              <p:tags r:id="rId16"/>
            </p:custDataLst>
          </p:nvPr>
        </p:nvSpPr>
        <p:spPr>
          <a:xfrm>
            <a:off x="2459116" y="1168157"/>
            <a:ext cx="6293711" cy="461665"/>
          </a:xfrm>
          <a:prstGeom prst="rect">
            <a:avLst/>
          </a:prstGeom>
          <a:noFill/>
        </p:spPr>
        <p:txBody>
          <a:bodyPr wrap="none" rtlCol="0">
            <a:spAutoFit/>
          </a:bodyPr>
          <a:lstStyle/>
          <a:p>
            <a:pPr algn="ctr"/>
            <a:r>
              <a:rPr lang="en-US" sz="2400" noProof="0" dirty="0"/>
              <a:t>Composition of building blocks in native C++</a:t>
            </a:r>
          </a:p>
        </p:txBody>
      </p:sp>
      <p:sp>
        <p:nvSpPr>
          <p:cNvPr id="9" name="Rectangle 8">
            <a:extLst>
              <a:ext uri="{FF2B5EF4-FFF2-40B4-BE49-F238E27FC236}">
                <a16:creationId xmlns:a16="http://schemas.microsoft.com/office/drawing/2014/main" id="{BA7C514A-8205-94C4-CCE4-D44369C7F67C}"/>
              </a:ext>
            </a:extLst>
          </p:cNvPr>
          <p:cNvSpPr/>
          <p:nvPr>
            <p:custDataLst>
              <p:tags r:id="rId17"/>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227C806-E839-449A-D329-6E398FDF1C53}"/>
              </a:ext>
            </a:extLst>
          </p:cNvPr>
          <p:cNvSpPr txBox="1"/>
          <p:nvPr>
            <p:custDataLst>
              <p:tags r:id="rId18"/>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13734813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custDataLst>
              <p:tags r:id="rId2"/>
            </p:custDataLst>
          </p:nvPr>
        </p:nvSpPr>
        <p:spPr>
          <a:xfrm>
            <a:off x="1341331"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custDataLst>
              <p:tags r:id="rId3"/>
            </p:custDataLst>
          </p:nvPr>
        </p:nvSpPr>
        <p:spPr>
          <a:xfrm>
            <a:off x="5168924"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custDataLst>
              <p:tags r:id="rId4"/>
            </p:custDataLst>
          </p:nvPr>
        </p:nvSpPr>
        <p:spPr>
          <a:xfrm>
            <a:off x="5168924"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custDataLst>
              <p:tags r:id="rId5"/>
            </p:custDataLst>
          </p:nvPr>
        </p:nvSpPr>
        <p:spPr>
          <a:xfrm>
            <a:off x="9158213" y="4037123"/>
            <a:ext cx="1359068" cy="23508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custDataLst>
              <p:tags r:id="rId6"/>
            </p:custDataLst>
          </p:nvPr>
        </p:nvSpPr>
        <p:spPr>
          <a:xfrm>
            <a:off x="5143466"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custDataLst>
              <p:tags r:id="rId7"/>
            </p:custDataLst>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custDataLst>
              <p:tags r:id="rId8"/>
            </p:custDataLst>
          </p:nvPr>
        </p:nvSpPr>
        <p:spPr>
          <a:xfrm>
            <a:off x="7481419" y="3964137"/>
            <a:ext cx="4241343" cy="400110"/>
          </a:xfrm>
          <a:prstGeom prst="rect">
            <a:avLst/>
          </a:prstGeom>
          <a:noFill/>
        </p:spPr>
        <p:txBody>
          <a:bodyPr wrap="non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custDataLst>
              <p:tags r:id="rId9"/>
            </p:custDataLst>
          </p:nvPr>
        </p:nvCxnSpPr>
        <p:spPr>
          <a:xfrm>
            <a:off x="6885999"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custDataLst>
              <p:tags r:id="rId10"/>
            </p:custDataLst>
          </p:nvPr>
        </p:nvSpPr>
        <p:spPr>
          <a:xfrm rot="16200000">
            <a:off x="5635462" y="2156360"/>
            <a:ext cx="275785" cy="126139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custDataLst>
              <p:tags r:id="rId11"/>
            </p:custDataLst>
          </p:nvPr>
        </p:nvSpPr>
        <p:spPr>
          <a:xfrm>
            <a:off x="2318786" y="2154296"/>
            <a:ext cx="6909135" cy="461665"/>
          </a:xfrm>
          <a:prstGeom prst="rect">
            <a:avLst/>
          </a:prstGeom>
          <a:noFill/>
        </p:spPr>
        <p:txBody>
          <a:bodyPr wrap="none" rtlCol="0" anchor="b">
            <a:spAutoFit/>
          </a:bodyPr>
          <a:lstStyle/>
          <a:p>
            <a:r>
              <a:rPr lang="en-US" sz="2400" i="1" noProof="0" dirty="0"/>
              <a:t>Parameters specifying types and dimension names</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custDataLst>
              <p:tags r:id="rId12"/>
            </p:custDataLst>
          </p:nvPr>
        </p:nvSpPr>
        <p:spPr/>
        <p:txBody>
          <a:bodyPr/>
          <a:lstStyle/>
          <a:p>
            <a:r>
              <a:rPr lang="en-US" noProof="0"/>
              <a:t>9/10/2026</a:t>
            </a:r>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custDataLst>
              <p:tags r:id="rId13"/>
            </p:custDataLst>
          </p:nvPr>
        </p:nvSpPr>
        <p:spPr/>
        <p:txBody>
          <a:bodyPr/>
          <a:lstStyle/>
          <a:p>
            <a:r>
              <a:rPr lang="en-US" noProof="0"/>
              <a:t>6</a:t>
            </a:r>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custDataLst>
              <p:tags r:id="rId14"/>
            </p:custDataLst>
          </p:nvPr>
        </p:nvPicPr>
        <p:blipFill>
          <a:blip r:embed="rId25"/>
          <a:stretch>
            <a:fillRect/>
          </a:stretch>
        </p:blipFill>
        <p:spPr>
          <a:xfrm>
            <a:off x="979849" y="2851618"/>
            <a:ext cx="1249070" cy="1241336"/>
          </a:xfrm>
          <a:prstGeom prst="rect">
            <a:avLst/>
          </a:prstGeom>
        </p:spPr>
      </p:pic>
      <p:pic>
        <p:nvPicPr>
          <p:cNvPr id="20" name="Picture 19">
            <a:extLst>
              <a:ext uri="{FF2B5EF4-FFF2-40B4-BE49-F238E27FC236}">
                <a16:creationId xmlns:a16="http://schemas.microsoft.com/office/drawing/2014/main" id="{AD983D88-E49A-19A0-1E46-A7291358AB31}"/>
              </a:ext>
            </a:extLst>
          </p:cNvPr>
          <p:cNvPicPr>
            <a:picLocks noChangeAspect="1"/>
          </p:cNvPicPr>
          <p:nvPr>
            <p:custDataLst>
              <p:tags r:id="rId15"/>
            </p:custDataLst>
          </p:nvPr>
        </p:nvPicPr>
        <p:blipFill>
          <a:blip r:embed="rId25"/>
          <a:srcRect b="85346"/>
          <a:stretch>
            <a:fillRect/>
          </a:stretch>
        </p:blipFill>
        <p:spPr>
          <a:xfrm>
            <a:off x="979849"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custDataLst>
              <p:tags r:id="rId16"/>
            </p:custDataLst>
          </p:nvPr>
        </p:nvPicPr>
        <p:blipFill>
          <a:blip r:embed="rId25"/>
          <a:srcRect r="86029" b="86573"/>
          <a:stretch>
            <a:fillRect/>
          </a:stretch>
        </p:blipFill>
        <p:spPr>
          <a:xfrm>
            <a:off x="979849" y="2851546"/>
            <a:ext cx="174508" cy="166674"/>
          </a:xfrm>
          <a:prstGeom prst="rect">
            <a:avLst/>
          </a:prstGeom>
        </p:spPr>
      </p:pic>
      <p:sp>
        <p:nvSpPr>
          <p:cNvPr id="17" name="TextBox 16">
            <a:extLst>
              <a:ext uri="{FF2B5EF4-FFF2-40B4-BE49-F238E27FC236}">
                <a16:creationId xmlns:a16="http://schemas.microsoft.com/office/drawing/2014/main" id="{14AB64E0-7A98-B19A-964F-1077043B0728}"/>
              </a:ext>
            </a:extLst>
          </p:cNvPr>
          <p:cNvSpPr txBox="1"/>
          <p:nvPr>
            <p:custDataLst>
              <p:tags r:id="rId17"/>
            </p:custDataLst>
          </p:nvPr>
        </p:nvSpPr>
        <p:spPr>
          <a:xfrm rot="401190">
            <a:off x="6979916"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0EC39785-C6A5-6402-E99D-0A38D0D1251F}"/>
                  </a:ext>
                </a:extLst>
              </p:cNvPr>
              <p:cNvSpPr txBox="1"/>
              <p:nvPr>
                <p:custDataLst>
                  <p:tags r:id="rId18"/>
                </p:custDataLst>
              </p:nvPr>
            </p:nvSpPr>
            <p:spPr>
              <a:xfrm>
                <a:off x="482058"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custDataLst>
                  <p:tags r:id="rId18"/>
                </p:custDataLst>
              </p:nvPr>
            </p:nvSpPr>
            <p:spPr>
              <a:xfrm>
                <a:off x="482058" y="3193698"/>
                <a:ext cx="510524" cy="461665"/>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3C284C3B-1E96-7EDB-FF3B-2FFD924CFC76}"/>
                  </a:ext>
                </a:extLst>
              </p:cNvPr>
              <p:cNvSpPr txBox="1"/>
              <p:nvPr>
                <p:custDataLst>
                  <p:tags r:id="rId19"/>
                </p:custDataLst>
              </p:nvPr>
            </p:nvSpPr>
            <p:spPr>
              <a:xfrm>
                <a:off x="1389998"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custDataLst>
                  <p:tags r:id="rId19"/>
                </p:custDataLst>
              </p:nvPr>
            </p:nvSpPr>
            <p:spPr>
              <a:xfrm>
                <a:off x="1389998" y="2422355"/>
                <a:ext cx="428771" cy="461665"/>
              </a:xfrm>
              <a:prstGeom prst="rect">
                <a:avLst/>
              </a:prstGeom>
              <a:blipFill>
                <a:blip r:embed="rId27"/>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custDataLst>
              <p:tags r:id="rId20"/>
            </p:custDataLst>
          </p:nvPr>
        </p:nvSpPr>
        <p:spPr>
          <a:xfrm>
            <a:off x="2459116" y="1168157"/>
            <a:ext cx="6293711" cy="461665"/>
          </a:xfrm>
          <a:prstGeom prst="rect">
            <a:avLst/>
          </a:prstGeom>
          <a:noFill/>
        </p:spPr>
        <p:txBody>
          <a:bodyPr wrap="none" rtlCol="0">
            <a:spAutoFit/>
          </a:bodyPr>
          <a:lstStyle/>
          <a:p>
            <a:pPr algn="ctr"/>
            <a:r>
              <a:rPr lang="en-US" sz="2400" noProof="0" dirty="0"/>
              <a:t>Composition of building blocks in native C++</a:t>
            </a:r>
          </a:p>
        </p:txBody>
      </p:sp>
      <p:sp>
        <p:nvSpPr>
          <p:cNvPr id="9" name="Rectangle 8">
            <a:extLst>
              <a:ext uri="{FF2B5EF4-FFF2-40B4-BE49-F238E27FC236}">
                <a16:creationId xmlns:a16="http://schemas.microsoft.com/office/drawing/2014/main" id="{BA7C514A-8205-94C4-CCE4-D44369C7F67C}"/>
              </a:ext>
            </a:extLst>
          </p:cNvPr>
          <p:cNvSpPr/>
          <p:nvPr>
            <p:custDataLst>
              <p:tags r:id="rId21"/>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227C806-E839-449A-D329-6E398FDF1C53}"/>
              </a:ext>
            </a:extLst>
          </p:cNvPr>
          <p:cNvSpPr txBox="1"/>
          <p:nvPr>
            <p:custDataLst>
              <p:tags r:id="rId22"/>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14695529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custDataLst>
              <p:tags r:id="rId2"/>
            </p:custDataLst>
          </p:nvPr>
        </p:nvSpPr>
        <p:spPr>
          <a:xfrm>
            <a:off x="1341331"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custDataLst>
              <p:tags r:id="rId3"/>
            </p:custDataLst>
          </p:nvPr>
        </p:nvSpPr>
        <p:spPr>
          <a:xfrm>
            <a:off x="5168924"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custDataLst>
              <p:tags r:id="rId4"/>
            </p:custDataLst>
          </p:nvPr>
        </p:nvSpPr>
        <p:spPr>
          <a:xfrm>
            <a:off x="5168924"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custDataLst>
              <p:tags r:id="rId5"/>
            </p:custDataLst>
          </p:nvPr>
        </p:nvSpPr>
        <p:spPr>
          <a:xfrm>
            <a:off x="9158213" y="4037123"/>
            <a:ext cx="1359068" cy="23508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custDataLst>
              <p:tags r:id="rId6"/>
            </p:custDataLst>
          </p:nvPr>
        </p:nvSpPr>
        <p:spPr>
          <a:xfrm>
            <a:off x="5143466"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custDataLst>
              <p:tags r:id="rId7"/>
            </p:custDataLst>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custDataLst>
              <p:tags r:id="rId8"/>
            </p:custDataLst>
          </p:nvPr>
        </p:nvSpPr>
        <p:spPr>
          <a:xfrm>
            <a:off x="7481419" y="3964137"/>
            <a:ext cx="4241343" cy="400110"/>
          </a:xfrm>
          <a:prstGeom prst="rect">
            <a:avLst/>
          </a:prstGeom>
          <a:noFill/>
        </p:spPr>
        <p:txBody>
          <a:bodyPr wrap="non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custDataLst>
              <p:tags r:id="rId9"/>
            </p:custDataLst>
          </p:nvPr>
        </p:nvCxnSpPr>
        <p:spPr>
          <a:xfrm>
            <a:off x="6885999"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custDataLst>
              <p:tags r:id="rId10"/>
            </p:custDataLst>
          </p:nvPr>
        </p:nvSpPr>
        <p:spPr>
          <a:xfrm rot="16200000">
            <a:off x="5635462" y="2156360"/>
            <a:ext cx="275785" cy="126139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custDataLst>
              <p:tags r:id="rId11"/>
            </p:custDataLst>
          </p:nvPr>
        </p:nvSpPr>
        <p:spPr>
          <a:xfrm>
            <a:off x="2318786" y="2154296"/>
            <a:ext cx="6909135" cy="461665"/>
          </a:xfrm>
          <a:prstGeom prst="rect">
            <a:avLst/>
          </a:prstGeom>
          <a:noFill/>
        </p:spPr>
        <p:txBody>
          <a:bodyPr wrap="none" rtlCol="0" anchor="b">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custDataLst>
              <p:tags r:id="rId12"/>
            </p:custDataLst>
          </p:nvPr>
        </p:nvSpPr>
        <p:spPr>
          <a:xfrm>
            <a:off x="316587" y="5681347"/>
            <a:ext cx="4308138"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custDataLst>
              <p:tags r:id="rId13"/>
            </p:custDataLst>
          </p:nvPr>
        </p:nvSpPr>
        <p:spPr/>
        <p:txBody>
          <a:bodyPr/>
          <a:lstStyle/>
          <a:p>
            <a:r>
              <a:rPr lang="en-US" noProof="0"/>
              <a:t>9/10/2026</a:t>
            </a:r>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custDataLst>
              <p:tags r:id="rId14"/>
            </p:custDataLst>
          </p:nvPr>
        </p:nvSpPr>
        <p:spPr/>
        <p:txBody>
          <a:bodyPr/>
          <a:lstStyle/>
          <a:p>
            <a:r>
              <a:rPr lang="en-US" noProof="0"/>
              <a:t>6</a:t>
            </a:r>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custDataLst>
              <p:tags r:id="rId15"/>
            </p:custDataLst>
          </p:nvPr>
        </p:nvPicPr>
        <p:blipFill>
          <a:blip r:embed="rId26"/>
          <a:stretch>
            <a:fillRect/>
          </a:stretch>
        </p:blipFill>
        <p:spPr>
          <a:xfrm>
            <a:off x="979849" y="2851618"/>
            <a:ext cx="1249070" cy="1241336"/>
          </a:xfrm>
          <a:prstGeom prst="rect">
            <a:avLst/>
          </a:prstGeom>
        </p:spPr>
      </p:pic>
      <p:pic>
        <p:nvPicPr>
          <p:cNvPr id="20" name="Picture 19">
            <a:extLst>
              <a:ext uri="{FF2B5EF4-FFF2-40B4-BE49-F238E27FC236}">
                <a16:creationId xmlns:a16="http://schemas.microsoft.com/office/drawing/2014/main" id="{AD983D88-E49A-19A0-1E46-A7291358AB31}"/>
              </a:ext>
            </a:extLst>
          </p:cNvPr>
          <p:cNvPicPr>
            <a:picLocks noChangeAspect="1"/>
          </p:cNvPicPr>
          <p:nvPr>
            <p:custDataLst>
              <p:tags r:id="rId16"/>
            </p:custDataLst>
          </p:nvPr>
        </p:nvPicPr>
        <p:blipFill>
          <a:blip r:embed="rId26"/>
          <a:srcRect b="85346"/>
          <a:stretch>
            <a:fillRect/>
          </a:stretch>
        </p:blipFill>
        <p:spPr>
          <a:xfrm>
            <a:off x="979849"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custDataLst>
              <p:tags r:id="rId17"/>
            </p:custDataLst>
          </p:nvPr>
        </p:nvPicPr>
        <p:blipFill>
          <a:blip r:embed="rId26"/>
          <a:srcRect r="86029" b="86573"/>
          <a:stretch>
            <a:fillRect/>
          </a:stretch>
        </p:blipFill>
        <p:spPr>
          <a:xfrm>
            <a:off x="979849" y="2851546"/>
            <a:ext cx="174508" cy="166674"/>
          </a:xfrm>
          <a:prstGeom prst="rect">
            <a:avLst/>
          </a:prstGeom>
        </p:spPr>
      </p:pic>
      <p:sp>
        <p:nvSpPr>
          <p:cNvPr id="17" name="TextBox 16">
            <a:extLst>
              <a:ext uri="{FF2B5EF4-FFF2-40B4-BE49-F238E27FC236}">
                <a16:creationId xmlns:a16="http://schemas.microsoft.com/office/drawing/2014/main" id="{14AB64E0-7A98-B19A-964F-1077043B0728}"/>
              </a:ext>
            </a:extLst>
          </p:cNvPr>
          <p:cNvSpPr txBox="1"/>
          <p:nvPr>
            <p:custDataLst>
              <p:tags r:id="rId18"/>
            </p:custDataLst>
          </p:nvPr>
        </p:nvSpPr>
        <p:spPr>
          <a:xfrm rot="401190">
            <a:off x="6979916"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0EC39785-C6A5-6402-E99D-0A38D0D1251F}"/>
                  </a:ext>
                </a:extLst>
              </p:cNvPr>
              <p:cNvSpPr txBox="1"/>
              <p:nvPr>
                <p:custDataLst>
                  <p:tags r:id="rId19"/>
                </p:custDataLst>
              </p:nvPr>
            </p:nvSpPr>
            <p:spPr>
              <a:xfrm>
                <a:off x="482058"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custDataLst>
                  <p:tags r:id="rId19"/>
                </p:custDataLst>
              </p:nvPr>
            </p:nvSpPr>
            <p:spPr>
              <a:xfrm>
                <a:off x="482058" y="3193698"/>
                <a:ext cx="510524" cy="461665"/>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3C284C3B-1E96-7EDB-FF3B-2FFD924CFC76}"/>
                  </a:ext>
                </a:extLst>
              </p:cNvPr>
              <p:cNvSpPr txBox="1"/>
              <p:nvPr>
                <p:custDataLst>
                  <p:tags r:id="rId20"/>
                </p:custDataLst>
              </p:nvPr>
            </p:nvSpPr>
            <p:spPr>
              <a:xfrm>
                <a:off x="1389998"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custDataLst>
                  <p:tags r:id="rId20"/>
                </p:custDataLst>
              </p:nvPr>
            </p:nvSpPr>
            <p:spPr>
              <a:xfrm>
                <a:off x="1389998" y="2422355"/>
                <a:ext cx="428771" cy="461665"/>
              </a:xfrm>
              <a:prstGeom prst="rect">
                <a:avLst/>
              </a:prstGeom>
              <a:blipFill>
                <a:blip r:embed="rId28"/>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custDataLst>
              <p:tags r:id="rId21"/>
            </p:custDataLst>
          </p:nvPr>
        </p:nvSpPr>
        <p:spPr>
          <a:xfrm>
            <a:off x="2459116" y="1168157"/>
            <a:ext cx="6293711" cy="461665"/>
          </a:xfrm>
          <a:prstGeom prst="rect">
            <a:avLst/>
          </a:prstGeom>
          <a:noFill/>
        </p:spPr>
        <p:txBody>
          <a:bodyPr wrap="none" rtlCol="0">
            <a:spAutoFit/>
          </a:bodyPr>
          <a:lstStyle/>
          <a:p>
            <a:pPr algn="ctr"/>
            <a:r>
              <a:rPr lang="en-US" sz="2400" noProof="0" dirty="0"/>
              <a:t>Composition of building blocks in native C++</a:t>
            </a:r>
          </a:p>
        </p:txBody>
      </p:sp>
      <p:sp>
        <p:nvSpPr>
          <p:cNvPr id="9" name="Rectangle 8">
            <a:extLst>
              <a:ext uri="{FF2B5EF4-FFF2-40B4-BE49-F238E27FC236}">
                <a16:creationId xmlns:a16="http://schemas.microsoft.com/office/drawing/2014/main" id="{BA7C514A-8205-94C4-CCE4-D44369C7F67C}"/>
              </a:ext>
            </a:extLst>
          </p:cNvPr>
          <p:cNvSpPr/>
          <p:nvPr>
            <p:custDataLst>
              <p:tags r:id="rId22"/>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227C806-E839-449A-D329-6E398FDF1C53}"/>
              </a:ext>
            </a:extLst>
          </p:cNvPr>
          <p:cNvSpPr txBox="1"/>
          <p:nvPr>
            <p:custDataLst>
              <p:tags r:id="rId23"/>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587618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custDataLst>
              <p:tags r:id="rId2"/>
            </p:custDataLst>
          </p:nvPr>
        </p:nvSpPr>
        <p:spPr>
          <a:xfrm>
            <a:off x="1341331"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custDataLst>
              <p:tags r:id="rId3"/>
            </p:custDataLst>
          </p:nvPr>
        </p:nvSpPr>
        <p:spPr>
          <a:xfrm>
            <a:off x="5168924"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custDataLst>
              <p:tags r:id="rId4"/>
            </p:custDataLst>
          </p:nvPr>
        </p:nvSpPr>
        <p:spPr>
          <a:xfrm>
            <a:off x="5168924"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custDataLst>
              <p:tags r:id="rId5"/>
            </p:custDataLst>
          </p:nvPr>
        </p:nvSpPr>
        <p:spPr>
          <a:xfrm>
            <a:off x="9158213" y="4037123"/>
            <a:ext cx="1359068" cy="23508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custDataLst>
              <p:tags r:id="rId6"/>
            </p:custDataLst>
          </p:nvPr>
        </p:nvSpPr>
        <p:spPr>
          <a:xfrm>
            <a:off x="5143466"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custDataLst>
              <p:tags r:id="rId7"/>
            </p:custDataLst>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custDataLst>
              <p:tags r:id="rId8"/>
            </p:custDataLst>
          </p:nvPr>
        </p:nvSpPr>
        <p:spPr>
          <a:xfrm>
            <a:off x="7481419" y="3964137"/>
            <a:ext cx="4241343" cy="400110"/>
          </a:xfrm>
          <a:prstGeom prst="rect">
            <a:avLst/>
          </a:prstGeom>
          <a:noFill/>
        </p:spPr>
        <p:txBody>
          <a:bodyPr wrap="non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custDataLst>
              <p:tags r:id="rId9"/>
            </p:custDataLst>
          </p:nvPr>
        </p:nvCxnSpPr>
        <p:spPr>
          <a:xfrm>
            <a:off x="6885999"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custDataLst>
              <p:tags r:id="rId10"/>
            </p:custDataLst>
          </p:nvPr>
        </p:nvSpPr>
        <p:spPr>
          <a:xfrm rot="16200000">
            <a:off x="5635462" y="2156360"/>
            <a:ext cx="275785" cy="126139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custDataLst>
              <p:tags r:id="rId11"/>
            </p:custDataLst>
          </p:nvPr>
        </p:nvSpPr>
        <p:spPr>
          <a:xfrm>
            <a:off x="2318786" y="2154296"/>
            <a:ext cx="6909135" cy="461665"/>
          </a:xfrm>
          <a:prstGeom prst="rect">
            <a:avLst/>
          </a:prstGeom>
          <a:noFill/>
        </p:spPr>
        <p:txBody>
          <a:bodyPr wrap="none" rtlCol="0" anchor="b">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custDataLst>
              <p:tags r:id="rId12"/>
            </p:custDataLst>
          </p:nvPr>
        </p:nvSpPr>
        <p:spPr>
          <a:xfrm>
            <a:off x="316587" y="5681347"/>
            <a:ext cx="4308138"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custDataLst>
              <p:tags r:id="rId13"/>
            </p:custDataLst>
          </p:nvPr>
        </p:nvSpPr>
        <p:spPr>
          <a:xfrm>
            <a:off x="4870763" y="5666800"/>
            <a:ext cx="6459562"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custDataLst>
              <p:tags r:id="rId14"/>
            </p:custDataLst>
          </p:nvPr>
        </p:nvSpPr>
        <p:spPr/>
        <p:txBody>
          <a:bodyPr/>
          <a:lstStyle/>
          <a:p>
            <a:r>
              <a:rPr lang="en-US" noProof="0"/>
              <a:t>9/10/2026</a:t>
            </a:r>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custDataLst>
              <p:tags r:id="rId15"/>
            </p:custDataLst>
          </p:nvPr>
        </p:nvSpPr>
        <p:spPr/>
        <p:txBody>
          <a:bodyPr/>
          <a:lstStyle/>
          <a:p>
            <a:r>
              <a:rPr lang="en-US" noProof="0"/>
              <a:t>6</a:t>
            </a:r>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custDataLst>
              <p:tags r:id="rId16"/>
            </p:custDataLst>
          </p:nvPr>
        </p:nvPicPr>
        <p:blipFill>
          <a:blip r:embed="rId31"/>
          <a:stretch>
            <a:fillRect/>
          </a:stretch>
        </p:blipFill>
        <p:spPr>
          <a:xfrm>
            <a:off x="979849"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custDataLst>
              <p:tags r:id="rId17"/>
            </p:custDataLst>
          </p:nvPr>
        </p:nvSpPr>
        <p:spPr>
          <a:xfrm>
            <a:off x="7845692" y="5063908"/>
            <a:ext cx="1425509" cy="442674"/>
          </a:xfrm>
          <a:prstGeom prst="roundRect">
            <a:avLst/>
          </a:prstGeom>
          <a:gradFill>
            <a:gsLst>
              <a:gs pos="0">
                <a:srgbClr val="AFD8F7"/>
              </a:gs>
              <a:gs pos="50000">
                <a:srgbClr val="A2CDEE"/>
              </a:gs>
              <a:gs pos="100000">
                <a:srgbClr val="9ED0F2"/>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pPr algn="ctr"/>
            <a:r>
              <a:rPr lang="en-US" sz="2000" noProof="0" dirty="0"/>
              <a:t>GPU mem.</a:t>
            </a:r>
          </a:p>
        </p:txBody>
      </p:sp>
      <p:sp>
        <p:nvSpPr>
          <p:cNvPr id="13" name="TextBox 12">
            <a:extLst>
              <a:ext uri="{FF2B5EF4-FFF2-40B4-BE49-F238E27FC236}">
                <a16:creationId xmlns:a16="http://schemas.microsoft.com/office/drawing/2014/main" id="{E43C382B-2568-3BB2-FF89-3DD00349CEA9}"/>
              </a:ext>
            </a:extLst>
          </p:cNvPr>
          <p:cNvSpPr txBox="1"/>
          <p:nvPr>
            <p:custDataLst>
              <p:tags r:id="rId18"/>
            </p:custDataLst>
          </p:nvPr>
        </p:nvSpPr>
        <p:spPr>
          <a:xfrm>
            <a:off x="9630151" y="5063908"/>
            <a:ext cx="1511785" cy="442674"/>
          </a:xfrm>
          <a:prstGeom prst="roundRect">
            <a:avLst/>
          </a:prstGeom>
          <a:gradFill>
            <a:gsLst>
              <a:gs pos="0">
                <a:srgbClr val="B5DCAE"/>
              </a:gs>
              <a:gs pos="50000">
                <a:srgbClr val="A8D1A1"/>
              </a:gs>
              <a:gs pos="100000">
                <a:srgbClr val="A3D29A"/>
              </a:gs>
            </a:gsLst>
          </a:gradFill>
        </p:spPr>
        <p:style>
          <a:lnRef idx="1">
            <a:schemeClr val="accent6"/>
          </a:lnRef>
          <a:fillRef idx="2">
            <a:schemeClr val="accent6"/>
          </a:fillRef>
          <a:effectRef idx="1">
            <a:schemeClr val="accent6"/>
          </a:effectRef>
          <a:fontRef idx="minor">
            <a:schemeClr val="dk1"/>
          </a:fontRef>
        </p:style>
        <p:txBody>
          <a:bodyPr wrap="none" rtlCol="0" anchor="b">
            <a:spAutoFit/>
          </a:bodyPr>
          <a:lstStyle/>
          <a:p>
            <a:pPr algn="ctr"/>
            <a:r>
              <a:rPr lang="en-US" sz="2000" noProof="0" dirty="0"/>
              <a:t>Mapped file</a:t>
            </a:r>
          </a:p>
        </p:txBody>
      </p:sp>
      <p:sp>
        <p:nvSpPr>
          <p:cNvPr id="32" name="TextBox 31">
            <a:extLst>
              <a:ext uri="{FF2B5EF4-FFF2-40B4-BE49-F238E27FC236}">
                <a16:creationId xmlns:a16="http://schemas.microsoft.com/office/drawing/2014/main" id="{F423100F-27E7-78C5-29B0-1E9E9CA71CCB}"/>
              </a:ext>
            </a:extLst>
          </p:cNvPr>
          <p:cNvSpPr txBox="1"/>
          <p:nvPr>
            <p:custDataLst>
              <p:tags r:id="rId19"/>
            </p:custDataLst>
          </p:nvPr>
        </p:nvSpPr>
        <p:spPr>
          <a:xfrm>
            <a:off x="11503683" y="5048027"/>
            <a:ext cx="381836" cy="369332"/>
          </a:xfrm>
          <a:prstGeom prst="rect">
            <a:avLst/>
          </a:prstGeom>
          <a:noFill/>
        </p:spPr>
        <p:txBody>
          <a:bodyPr wrap="none" rtlCol="0">
            <a:spAutoFit/>
          </a:bodyPr>
          <a:lstStyle/>
          <a:p>
            <a:r>
              <a:rPr lang="en-US" noProof="0" dirty="0"/>
              <a:t>…</a:t>
            </a:r>
          </a:p>
        </p:txBody>
      </p:sp>
      <p:sp>
        <p:nvSpPr>
          <p:cNvPr id="33" name="Right Brace 32">
            <a:extLst>
              <a:ext uri="{FF2B5EF4-FFF2-40B4-BE49-F238E27FC236}">
                <a16:creationId xmlns:a16="http://schemas.microsoft.com/office/drawing/2014/main" id="{D5BD3CDE-9058-0797-77E8-0CD52F9C3687}"/>
              </a:ext>
            </a:extLst>
          </p:cNvPr>
          <p:cNvSpPr/>
          <p:nvPr>
            <p:custDataLst>
              <p:tags r:id="rId20"/>
            </p:custDataLst>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custDataLst>
              <p:tags r:id="rId21"/>
            </p:custDataLst>
          </p:nvPr>
        </p:nvPicPr>
        <p:blipFill>
          <a:blip r:embed="rId31"/>
          <a:srcRect b="85346"/>
          <a:stretch>
            <a:fillRect/>
          </a:stretch>
        </p:blipFill>
        <p:spPr>
          <a:xfrm>
            <a:off x="979849"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custDataLst>
              <p:tags r:id="rId22"/>
            </p:custDataLst>
          </p:nvPr>
        </p:nvPicPr>
        <p:blipFill>
          <a:blip r:embed="rId31"/>
          <a:srcRect r="86029" b="86573"/>
          <a:stretch>
            <a:fillRect/>
          </a:stretch>
        </p:blipFill>
        <p:spPr>
          <a:xfrm>
            <a:off x="979849" y="2851546"/>
            <a:ext cx="174508" cy="166674"/>
          </a:xfrm>
          <a:prstGeom prst="rect">
            <a:avLst/>
          </a:prstGeom>
        </p:spPr>
      </p:pic>
      <p:sp>
        <p:nvSpPr>
          <p:cNvPr id="17" name="TextBox 16">
            <a:extLst>
              <a:ext uri="{FF2B5EF4-FFF2-40B4-BE49-F238E27FC236}">
                <a16:creationId xmlns:a16="http://schemas.microsoft.com/office/drawing/2014/main" id="{14AB64E0-7A98-B19A-964F-1077043B0728}"/>
              </a:ext>
            </a:extLst>
          </p:cNvPr>
          <p:cNvSpPr txBox="1"/>
          <p:nvPr>
            <p:custDataLst>
              <p:tags r:id="rId23"/>
            </p:custDataLst>
          </p:nvPr>
        </p:nvSpPr>
        <p:spPr>
          <a:xfrm rot="401190">
            <a:off x="6979916"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0EC39785-C6A5-6402-E99D-0A38D0D1251F}"/>
                  </a:ext>
                </a:extLst>
              </p:cNvPr>
              <p:cNvSpPr txBox="1"/>
              <p:nvPr>
                <p:custDataLst>
                  <p:tags r:id="rId24"/>
                </p:custDataLst>
              </p:nvPr>
            </p:nvSpPr>
            <p:spPr>
              <a:xfrm>
                <a:off x="482058"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custDataLst>
                  <p:tags r:id="rId24"/>
                </p:custDataLst>
              </p:nvPr>
            </p:nvSpPr>
            <p:spPr>
              <a:xfrm>
                <a:off x="482058" y="3193698"/>
                <a:ext cx="510524" cy="461665"/>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3C284C3B-1E96-7EDB-FF3B-2FFD924CFC76}"/>
                  </a:ext>
                </a:extLst>
              </p:cNvPr>
              <p:cNvSpPr txBox="1"/>
              <p:nvPr>
                <p:custDataLst>
                  <p:tags r:id="rId25"/>
                </p:custDataLst>
              </p:nvPr>
            </p:nvSpPr>
            <p:spPr>
              <a:xfrm>
                <a:off x="1389998"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custDataLst>
                  <p:tags r:id="rId25"/>
                </p:custDataLst>
              </p:nvPr>
            </p:nvSpPr>
            <p:spPr>
              <a:xfrm>
                <a:off x="1389998" y="2422355"/>
                <a:ext cx="428771" cy="461665"/>
              </a:xfrm>
              <a:prstGeom prst="rect">
                <a:avLst/>
              </a:prstGeom>
              <a:blipFill>
                <a:blip r:embed="rId33"/>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custDataLst>
              <p:tags r:id="rId26"/>
            </p:custDataLst>
          </p:nvPr>
        </p:nvSpPr>
        <p:spPr>
          <a:xfrm>
            <a:off x="2459116" y="1168157"/>
            <a:ext cx="6293711" cy="461665"/>
          </a:xfrm>
          <a:prstGeom prst="rect">
            <a:avLst/>
          </a:prstGeom>
          <a:noFill/>
        </p:spPr>
        <p:txBody>
          <a:bodyPr wrap="none" rtlCol="0">
            <a:spAutoFit/>
          </a:bodyPr>
          <a:lstStyle/>
          <a:p>
            <a:pPr algn="ctr"/>
            <a:r>
              <a:rPr lang="en-US" sz="2400" noProof="0" dirty="0"/>
              <a:t>Composition of building blocks in native C++</a:t>
            </a:r>
          </a:p>
        </p:txBody>
      </p:sp>
      <p:sp>
        <p:nvSpPr>
          <p:cNvPr id="9" name="Rectangle 8">
            <a:extLst>
              <a:ext uri="{FF2B5EF4-FFF2-40B4-BE49-F238E27FC236}">
                <a16:creationId xmlns:a16="http://schemas.microsoft.com/office/drawing/2014/main" id="{BA7C514A-8205-94C4-CCE4-D44369C7F67C}"/>
              </a:ext>
            </a:extLst>
          </p:cNvPr>
          <p:cNvSpPr/>
          <p:nvPr>
            <p:custDataLst>
              <p:tags r:id="rId27"/>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227C806-E839-449A-D329-6E398FDF1C53}"/>
              </a:ext>
            </a:extLst>
          </p:cNvPr>
          <p:cNvSpPr txBox="1"/>
          <p:nvPr>
            <p:custDataLst>
              <p:tags r:id="rId28"/>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22211485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E5D0D6-5263-D58B-44D9-D77100A6718A}"/>
              </a:ext>
            </a:extLst>
          </p:cNvPr>
          <p:cNvSpPr>
            <a:spLocks noGrp="1"/>
          </p:cNvSpPr>
          <p:nvPr>
            <p:ph type="title"/>
            <p:custDataLst>
              <p:tags r:id="rId2"/>
            </p:custDataLst>
          </p:nvPr>
        </p:nvSpPr>
        <p:spPr/>
        <p:txBody>
          <a:bodyPr/>
          <a:lstStyle/>
          <a:p>
            <a:r>
              <a:rPr lang="en-US" noProof="0" dirty="0"/>
              <a:t>Traversal abstractions</a:t>
            </a:r>
          </a:p>
        </p:txBody>
      </p:sp>
      <p:sp>
        <p:nvSpPr>
          <p:cNvPr id="3" name="TextBox 2">
            <a:extLst>
              <a:ext uri="{FF2B5EF4-FFF2-40B4-BE49-F238E27FC236}">
                <a16:creationId xmlns:a16="http://schemas.microsoft.com/office/drawing/2014/main" id="{14E25FAF-908F-ADFC-EA60-8D5079C1FE63}"/>
              </a:ext>
            </a:extLst>
          </p:cNvPr>
          <p:cNvSpPr txBox="1"/>
          <p:nvPr>
            <p:custDataLst>
              <p:tags r:id="rId3"/>
            </p:custDataLst>
          </p:nvPr>
        </p:nvSpPr>
        <p:spPr>
          <a:xfrm>
            <a:off x="959229" y="1628302"/>
            <a:ext cx="5503336"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custDataLst>
              <p:tags r:id="rId5"/>
            </p:custDataLst>
          </p:nvPr>
        </p:nvSpPr>
        <p:spPr/>
        <p:txBody>
          <a:bodyPr/>
          <a:lstStyle/>
          <a:p>
            <a:r>
              <a:rPr lang="en-US" noProof="0"/>
              <a:t>7</a:t>
            </a:r>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custDataLst>
              <p:tags r:id="rId6"/>
            </p:custDataLst>
          </p:nvPr>
        </p:nvSpPr>
        <p:spPr>
          <a:xfrm>
            <a:off x="637175" y="1229518"/>
            <a:ext cx="6157391" cy="461665"/>
          </a:xfrm>
          <a:prstGeom prst="rect">
            <a:avLst/>
          </a:prstGeom>
          <a:noFill/>
        </p:spPr>
        <p:txBody>
          <a:bodyPr wrap="none" rtlCol="0" anchor="b">
            <a:spAutoFit/>
          </a:bodyPr>
          <a:lstStyle/>
          <a:p>
            <a:pPr algn="ctr"/>
            <a:r>
              <a:rPr lang="en-US" sz="2400" b="1" noProof="0" dirty="0"/>
              <a:t>Matrix initialization (not traversal-agnostic)</a:t>
            </a:r>
          </a:p>
        </p:txBody>
      </p:sp>
      <p:sp>
        <p:nvSpPr>
          <p:cNvPr id="18" name="Rectangle 17">
            <a:extLst>
              <a:ext uri="{FF2B5EF4-FFF2-40B4-BE49-F238E27FC236}">
                <a16:creationId xmlns:a16="http://schemas.microsoft.com/office/drawing/2014/main" id="{3DD7180F-3B5D-91A6-75B6-94E178658785}"/>
              </a:ext>
            </a:extLst>
          </p:cNvPr>
          <p:cNvSpPr/>
          <p:nvPr>
            <p:custDataLst>
              <p:tags r:id="rId7"/>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55425B9-22F8-AAEC-04A8-FCC0881ACE94}"/>
              </a:ext>
            </a:extLst>
          </p:cNvPr>
          <p:cNvSpPr txBox="1"/>
          <p:nvPr>
            <p:custDataLst>
              <p:tags r:id="rId8"/>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31109346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custDataLst>
              <p:tags r:id="rId2"/>
            </p:custDataLst>
          </p:nvPr>
        </p:nvSpPr>
        <p:spPr>
          <a:xfrm>
            <a:off x="9557028" y="2490617"/>
            <a:ext cx="1353345" cy="300575"/>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custDataLst>
              <p:tags r:id="rId3"/>
            </p:custDataLst>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custDataLst>
              <p:tags r:id="rId4"/>
            </p:custDataLst>
          </p:nvPr>
        </p:nvSpPr>
        <p:spPr>
          <a:xfrm>
            <a:off x="4252965" y="3033743"/>
            <a:ext cx="6954364"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custDataLst>
              <p:tags r:id="rId5"/>
            </p:custDataLst>
          </p:nvPr>
        </p:nvSpPr>
        <p:spPr>
          <a:xfrm>
            <a:off x="959229" y="1628302"/>
            <a:ext cx="5503336"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custDataLst>
              <p:tags r:id="rId6"/>
            </p:custDataLst>
          </p:nvPr>
        </p:nvCxnSpPr>
        <p:spPr>
          <a:xfrm>
            <a:off x="6473723" y="23429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custDataLst>
              <p:tags r:id="rId7"/>
            </p:custDataLst>
          </p:nvPr>
        </p:nvSpPr>
        <p:spPr/>
        <p:txBody>
          <a:bodyPr/>
          <a:lstStyle/>
          <a:p>
            <a:r>
              <a:rPr lang="en-US" noProof="0"/>
              <a:t>9/10/2026</a:t>
            </a:r>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custDataLst>
              <p:tags r:id="rId8"/>
            </p:custDataLst>
          </p:nvPr>
        </p:nvSpPr>
        <p:spPr/>
        <p:txBody>
          <a:bodyPr/>
          <a:lstStyle/>
          <a:p>
            <a:r>
              <a:rPr lang="en-US" noProof="0"/>
              <a:t>7</a:t>
            </a:r>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custDataLst>
              <p:tags r:id="rId9"/>
            </p:custDataLst>
          </p:nvPr>
        </p:nvSpPr>
        <p:spPr>
          <a:xfrm>
            <a:off x="637175" y="1229518"/>
            <a:ext cx="6157391" cy="461665"/>
          </a:xfrm>
          <a:prstGeom prst="rect">
            <a:avLst/>
          </a:prstGeom>
          <a:noFill/>
        </p:spPr>
        <p:txBody>
          <a:bodyPr wrap="none" rtlCol="0" anchor="b">
            <a:spAutoFit/>
          </a:bodyPr>
          <a:lstStyle/>
          <a:p>
            <a:pPr algn="ctr"/>
            <a:r>
              <a:rPr lang="en-US" sz="2400" b="1" noProof="0" dirty="0"/>
              <a:t>Matrix initialization (not traversal-agnostic)</a:t>
            </a:r>
          </a:p>
        </p:txBody>
      </p:sp>
      <p:sp>
        <p:nvSpPr>
          <p:cNvPr id="5" name="TextBox 4">
            <a:extLst>
              <a:ext uri="{FF2B5EF4-FFF2-40B4-BE49-F238E27FC236}">
                <a16:creationId xmlns:a16="http://schemas.microsoft.com/office/drawing/2014/main" id="{102F209B-F6E7-05CC-AF4B-64FCAFC0D5D7}"/>
              </a:ext>
            </a:extLst>
          </p:cNvPr>
          <p:cNvSpPr txBox="1"/>
          <p:nvPr>
            <p:custDataLst>
              <p:tags r:id="rId10"/>
            </p:custDataLst>
          </p:nvPr>
        </p:nvSpPr>
        <p:spPr>
          <a:xfrm>
            <a:off x="4987793" y="41178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custDataLst>
              <p:tags r:id="rId11"/>
            </p:custDataLst>
          </p:nvPr>
        </p:nvSpPr>
        <p:spPr>
          <a:xfrm rot="16200000">
            <a:off x="10145438" y="2552184"/>
            <a:ext cx="182989" cy="76374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custDataLst>
              <p:tags r:id="rId12"/>
            </p:custDataLst>
          </p:nvPr>
        </p:nvSpPr>
        <p:spPr>
          <a:xfrm>
            <a:off x="8947541" y="2443012"/>
            <a:ext cx="2578782" cy="400110"/>
          </a:xfrm>
          <a:prstGeom prst="rect">
            <a:avLst/>
          </a:prstGeom>
          <a:noFill/>
        </p:spPr>
        <p:txBody>
          <a:bodyPr wrap="none" anchor="b">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
        <p:nvSpPr>
          <p:cNvPr id="18" name="Rectangle 17">
            <a:extLst>
              <a:ext uri="{FF2B5EF4-FFF2-40B4-BE49-F238E27FC236}">
                <a16:creationId xmlns:a16="http://schemas.microsoft.com/office/drawing/2014/main" id="{3DD7180F-3B5D-91A6-75B6-94E178658785}"/>
              </a:ext>
            </a:extLst>
          </p:cNvPr>
          <p:cNvSpPr/>
          <p:nvPr>
            <p:custDataLst>
              <p:tags r:id="rId13"/>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55425B9-22F8-AAEC-04A8-FCC0881ACE94}"/>
              </a:ext>
            </a:extLst>
          </p:cNvPr>
          <p:cNvSpPr txBox="1"/>
          <p:nvPr>
            <p:custDataLst>
              <p:tags r:id="rId14"/>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17828285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custDataLst>
              <p:tags r:id="rId2"/>
            </p:custDataLst>
          </p:nvPr>
        </p:nvSpPr>
        <p:spPr>
          <a:xfrm>
            <a:off x="9557028" y="2490617"/>
            <a:ext cx="1353345" cy="300575"/>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custDataLst>
              <p:tags r:id="rId3"/>
            </p:custDataLst>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custDataLst>
              <p:tags r:id="rId4"/>
            </p:custDataLst>
          </p:nvPr>
        </p:nvSpPr>
        <p:spPr>
          <a:xfrm>
            <a:off x="4252965" y="3033743"/>
            <a:ext cx="6954364"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custDataLst>
              <p:tags r:id="rId5"/>
            </p:custDataLst>
          </p:nvPr>
        </p:nvSpPr>
        <p:spPr>
          <a:xfrm>
            <a:off x="1411173" y="4912779"/>
            <a:ext cx="9207632"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custDataLst>
              <p:tags r:id="rId6"/>
            </p:custDataLst>
          </p:nvPr>
        </p:nvSpPr>
        <p:spPr>
          <a:xfrm>
            <a:off x="959229" y="1628302"/>
            <a:ext cx="5503336"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custDataLst>
              <p:tags r:id="rId7"/>
            </p:custDataLst>
          </p:nvPr>
        </p:nvCxnSpPr>
        <p:spPr>
          <a:xfrm>
            <a:off x="6473723" y="23429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custDataLst>
              <p:tags r:id="rId8"/>
            </p:custDataLst>
          </p:nvPr>
        </p:nvSpPr>
        <p:spPr/>
        <p:txBody>
          <a:bodyPr/>
          <a:lstStyle/>
          <a:p>
            <a:r>
              <a:rPr lang="en-US" noProof="0"/>
              <a:t>9/10/2026</a:t>
            </a:r>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custDataLst>
              <p:tags r:id="rId9"/>
            </p:custDataLst>
          </p:nvPr>
        </p:nvSpPr>
        <p:spPr/>
        <p:txBody>
          <a:bodyPr/>
          <a:lstStyle/>
          <a:p>
            <a:r>
              <a:rPr lang="en-US" noProof="0"/>
              <a:t>7</a:t>
            </a:r>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custDataLst>
              <p:tags r:id="rId10"/>
            </p:custDataLst>
          </p:nvPr>
        </p:nvSpPr>
        <p:spPr>
          <a:xfrm>
            <a:off x="637175" y="1229518"/>
            <a:ext cx="6157391" cy="461665"/>
          </a:xfrm>
          <a:prstGeom prst="rect">
            <a:avLst/>
          </a:prstGeom>
          <a:noFill/>
        </p:spPr>
        <p:txBody>
          <a:bodyPr wrap="none" rtlCol="0" anchor="b">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custDataLst>
              <p:tags r:id="rId11"/>
            </p:custDataLst>
          </p:nvPr>
        </p:nvSpPr>
        <p:spPr>
          <a:xfrm>
            <a:off x="2322938" y="59755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custDataLst>
              <p:tags r:id="rId12"/>
            </p:custDataLst>
          </p:nvPr>
        </p:nvSpPr>
        <p:spPr>
          <a:xfrm>
            <a:off x="4987793" y="41178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custDataLst>
              <p:tags r:id="rId13"/>
            </p:custDataLst>
          </p:nvPr>
        </p:nvSpPr>
        <p:spPr>
          <a:xfrm rot="16200000">
            <a:off x="10145438" y="2552184"/>
            <a:ext cx="182989" cy="76374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custDataLst>
              <p:tags r:id="rId14"/>
            </p:custDataLst>
          </p:nvPr>
        </p:nvSpPr>
        <p:spPr>
          <a:xfrm>
            <a:off x="8947541" y="2443012"/>
            <a:ext cx="2578782" cy="400110"/>
          </a:xfrm>
          <a:prstGeom prst="rect">
            <a:avLst/>
          </a:prstGeom>
          <a:noFill/>
        </p:spPr>
        <p:txBody>
          <a:bodyPr wrap="none" anchor="b">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
        <p:nvSpPr>
          <p:cNvPr id="18" name="Rectangle 17">
            <a:extLst>
              <a:ext uri="{FF2B5EF4-FFF2-40B4-BE49-F238E27FC236}">
                <a16:creationId xmlns:a16="http://schemas.microsoft.com/office/drawing/2014/main" id="{3DD7180F-3B5D-91A6-75B6-94E178658785}"/>
              </a:ext>
            </a:extLst>
          </p:cNvPr>
          <p:cNvSpPr/>
          <p:nvPr>
            <p:custDataLst>
              <p:tags r:id="rId15"/>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55425B9-22F8-AAEC-04A8-FCC0881ACE94}"/>
              </a:ext>
            </a:extLst>
          </p:cNvPr>
          <p:cNvSpPr txBox="1"/>
          <p:nvPr>
            <p:custDataLst>
              <p:tags r:id="rId16"/>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26474935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64F76FB-E9C4-9A8F-8092-29CA73FEACB3}"/>
              </a:ext>
            </a:extLst>
          </p:cNvPr>
          <p:cNvSpPr>
            <a:spLocks noGrp="1"/>
          </p:cNvSpPr>
          <p:nvPr>
            <p:ph type="title"/>
            <p:custDataLst>
              <p:tags r:id="rId2"/>
            </p:custDataLst>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custDataLst>
              <p:tags r:id="rId4"/>
            </p:custDataLst>
          </p:nvPr>
        </p:nvSpPr>
        <p:spPr/>
        <p:txBody>
          <a:bodyPr/>
          <a:lstStyle/>
          <a:p>
            <a:r>
              <a:rPr lang="en-US" noProof="0"/>
              <a:t>8</a:t>
            </a:r>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custDataLst>
              <p:tags r:id="rId5"/>
            </p:custDataLst>
          </p:nvPr>
        </p:nvSpPr>
        <p:spPr>
          <a:xfrm>
            <a:off x="860575" y="1025410"/>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custDataLst>
              <p:tags r:id="rId6"/>
            </p:custDataLst>
          </p:nvPr>
        </p:nvSpPr>
        <p:spPr>
          <a:xfrm>
            <a:off x="4485795" y="1635257"/>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custDataLst>
              <p:tags r:id="rId7"/>
            </p:custDataLst>
          </p:nvPr>
        </p:nvGrpSpPr>
        <p:grpSpPr>
          <a:xfrm>
            <a:off x="328569" y="1491634"/>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13"/>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9"/>
                    <a:stretch>
                      <a:fillRect/>
                    </a:stretch>
                  </a:blipFill>
                </p:spPr>
                <p:txBody>
                  <a:bodyPr/>
                  <a:lstStyle/>
                  <a:p>
                    <a:r>
                      <a:rPr lang="en-US">
                        <a:noFill/>
                      </a:rPr>
                      <a:t> </a:t>
                    </a:r>
                  </a:p>
                </p:txBody>
              </p:sp>
            </mc:Fallback>
          </mc:AlternateContent>
        </p:grpSp>
      </p:grpSp>
      <p:sp>
        <p:nvSpPr>
          <p:cNvPr id="7" name="Rectangle 6">
            <a:extLst>
              <a:ext uri="{FF2B5EF4-FFF2-40B4-BE49-F238E27FC236}">
                <a16:creationId xmlns:a16="http://schemas.microsoft.com/office/drawing/2014/main" id="{4C6D684A-7007-2D26-8D80-E48C7D85932D}"/>
              </a:ext>
            </a:extLst>
          </p:cNvPr>
          <p:cNvSpPr/>
          <p:nvPr>
            <p:custDataLst>
              <p:tags r:id="rId8"/>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FE0E17D-B851-B9E6-4D81-A01944D0D43D}"/>
              </a:ext>
            </a:extLst>
          </p:cNvPr>
          <p:cNvSpPr txBox="1"/>
          <p:nvPr>
            <p:custDataLst>
              <p:tags r:id="rId9"/>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22102891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64F76FB-E9C4-9A8F-8092-29CA73FEACB3}"/>
              </a:ext>
            </a:extLst>
          </p:cNvPr>
          <p:cNvSpPr>
            <a:spLocks noGrp="1"/>
          </p:cNvSpPr>
          <p:nvPr>
            <p:ph type="title"/>
            <p:custDataLst>
              <p:tags r:id="rId2"/>
            </p:custDataLst>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custDataLst>
              <p:tags r:id="rId4"/>
            </p:custDataLst>
          </p:nvPr>
        </p:nvSpPr>
        <p:spPr/>
        <p:txBody>
          <a:bodyPr/>
          <a:lstStyle/>
          <a:p>
            <a:r>
              <a:rPr lang="en-US" noProof="0"/>
              <a:t>8</a:t>
            </a:r>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custDataLst>
              <p:tags r:id="rId5"/>
            </p:custDataLst>
          </p:nvPr>
        </p:nvSpPr>
        <p:spPr>
          <a:xfrm>
            <a:off x="860575" y="1025410"/>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custDataLst>
              <p:tags r:id="rId6"/>
            </p:custDataLst>
          </p:nvPr>
        </p:nvSpPr>
        <p:spPr>
          <a:xfrm>
            <a:off x="4485795" y="1635257"/>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custDataLst>
              <p:tags r:id="rId7"/>
            </p:custDataLst>
          </p:nvPr>
        </p:nvSpPr>
        <p:spPr>
          <a:xfrm>
            <a:off x="2565345" y="3573838"/>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custDataLst>
              <p:tags r:id="rId8"/>
            </p:custDataLst>
          </p:nvPr>
        </p:nvGrpSpPr>
        <p:grpSpPr>
          <a:xfrm>
            <a:off x="328569" y="1491634"/>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15"/>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21"/>
                    <a:stretch>
                      <a:fillRect/>
                    </a:stretch>
                  </a:blipFill>
                </p:spPr>
                <p:txBody>
                  <a:bodyPr/>
                  <a:lstStyle/>
                  <a:p>
                    <a:r>
                      <a:rPr lang="en-US">
                        <a:noFill/>
                      </a:rPr>
                      <a:t> </a:t>
                    </a:r>
                  </a:p>
                </p:txBody>
              </p:sp>
            </mc:Fallback>
          </mc:AlternateContent>
        </p:grpSp>
      </p:grp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custDataLst>
              <p:tags r:id="rId9"/>
            </p:custDataLst>
          </p:nvPr>
        </p:nvCxnSpPr>
        <p:spPr>
          <a:xfrm rot="5400000">
            <a:off x="6693247" y="2534246"/>
            <a:ext cx="466511" cy="1612673"/>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Rectangle 6">
            <a:extLst>
              <a:ext uri="{FF2B5EF4-FFF2-40B4-BE49-F238E27FC236}">
                <a16:creationId xmlns:a16="http://schemas.microsoft.com/office/drawing/2014/main" id="{4C6D684A-7007-2D26-8D80-E48C7D85932D}"/>
              </a:ext>
            </a:extLst>
          </p:cNvPr>
          <p:cNvSpPr/>
          <p:nvPr>
            <p:custDataLst>
              <p:tags r:id="rId10"/>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FE0E17D-B851-B9E6-4D81-A01944D0D43D}"/>
              </a:ext>
            </a:extLst>
          </p:cNvPr>
          <p:cNvSpPr txBox="1"/>
          <p:nvPr>
            <p:custDataLst>
              <p:tags r:id="rId11"/>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8139380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custDataLst>
              <p:tags r:id="rId2"/>
            </p:custDataLst>
          </p:nvPr>
        </p:nvSpPr>
        <p:spPr>
          <a:xfrm>
            <a:off x="4558820" y="5137492"/>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custDataLst>
              <p:tags r:id="rId3"/>
            </p:custDataLst>
          </p:nvPr>
        </p:nvSpPr>
        <p:spPr>
          <a:xfrm>
            <a:off x="4558819" y="5989171"/>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custDataLst>
              <p:tags r:id="rId4"/>
            </p:custDataLst>
          </p:nvPr>
        </p:nvSpPr>
        <p:spPr>
          <a:xfrm>
            <a:off x="4558819" y="5556237"/>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custDataLst>
              <p:tags r:id="rId5"/>
            </p:custDataLst>
          </p:nvPr>
        </p:nvSpPr>
        <p:spPr>
          <a:xfrm>
            <a:off x="5067934" y="3645657"/>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custDataLst>
              <p:tags r:id="rId6"/>
            </p:custDataLst>
          </p:nvPr>
        </p:nvSpPr>
        <p:spPr>
          <a:xfrm>
            <a:off x="4605485" y="3645657"/>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custDataLst>
              <p:tags r:id="rId7"/>
            </p:custDataLst>
          </p:nvPr>
        </p:nvSpPr>
        <p:spPr>
          <a:xfrm>
            <a:off x="4152567" y="3645656"/>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custDataLst>
              <p:tags r:id="rId8"/>
            </p:custDataLst>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custDataLst>
              <p:tags r:id="rId9"/>
            </p:custDataLst>
          </p:nvPr>
        </p:nvSpPr>
        <p:spPr/>
        <p:txBody>
          <a:bodyPr/>
          <a:lstStyle/>
          <a:p>
            <a:r>
              <a:rPr lang="en-US" noProof="0"/>
              <a:t>9/10/2026</a:t>
            </a:r>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custDataLst>
              <p:tags r:id="rId10"/>
            </p:custDataLst>
          </p:nvPr>
        </p:nvSpPr>
        <p:spPr/>
        <p:txBody>
          <a:bodyPr/>
          <a:lstStyle/>
          <a:p>
            <a:r>
              <a:rPr lang="en-US" noProof="0"/>
              <a:t>8</a:t>
            </a:r>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custDataLst>
              <p:tags r:id="rId11"/>
            </p:custDataLst>
          </p:nvPr>
        </p:nvSpPr>
        <p:spPr>
          <a:xfrm>
            <a:off x="860575" y="1025410"/>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custDataLst>
              <p:tags r:id="rId12"/>
            </p:custDataLst>
          </p:nvPr>
        </p:nvSpPr>
        <p:spPr>
          <a:xfrm>
            <a:off x="4485795" y="1635257"/>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custDataLst>
              <p:tags r:id="rId13"/>
            </p:custDataLst>
          </p:nvPr>
        </p:nvSpPr>
        <p:spPr>
          <a:xfrm>
            <a:off x="2565345" y="3573838"/>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custDataLst>
              <p:tags r:id="rId14"/>
            </p:custDataLst>
          </p:nvPr>
        </p:nvGrpSpPr>
        <p:grpSpPr>
          <a:xfrm>
            <a:off x="328569" y="1491634"/>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22"/>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28"/>
                    <a:stretch>
                      <a:fillRect/>
                    </a:stretch>
                  </a:blipFill>
                </p:spPr>
                <p:txBody>
                  <a:bodyPr/>
                  <a:lstStyle/>
                  <a:p>
                    <a:r>
                      <a:rPr lang="en-US">
                        <a:noFill/>
                      </a:rPr>
                      <a:t> </a:t>
                    </a:r>
                  </a:p>
                </p:txBody>
              </p:sp>
            </mc:Fallback>
          </mc:AlternateContent>
        </p:grpSp>
      </p:grp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custDataLst>
              <p:tags r:id="rId15"/>
            </p:custDataLst>
          </p:nvPr>
        </p:nvCxnSpPr>
        <p:spPr>
          <a:xfrm rot="5400000">
            <a:off x="6693247" y="2534246"/>
            <a:ext cx="466511" cy="1612673"/>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F67E973-44FE-CE64-80EC-471D1B6AA36F}"/>
                  </a:ext>
                </a:extLst>
              </p:cNvPr>
              <p:cNvSpPr txBox="1"/>
              <p:nvPr>
                <p:custDataLst>
                  <p:tags r:id="rId16"/>
                </p:custDataLst>
              </p:nvPr>
            </p:nvSpPr>
            <p:spPr>
              <a:xfrm>
                <a:off x="4485795" y="5042199"/>
                <a:ext cx="1587166"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 </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b="0" i="1" noProof="0" smtClean="0">
                        <a:latin typeface="Cambria Math" panose="02040503050406030204" pitchFamily="18" charset="0"/>
                      </a:rPr>
                      <m:t> </m:t>
                    </m:r>
                    <m:r>
                      <a:rPr lang="en-US" sz="2800" i="1" noProof="0">
                        <a:latin typeface="Cambria Math" panose="02040503050406030204" pitchFamily="18" charset="0"/>
                      </a:rPr>
                      <m:t>×</m:t>
                    </m:r>
                    <m:r>
                      <a:rPr lang="en-US" sz="2800" b="0" i="1" noProof="0" smtClean="0">
                        <a:latin typeface="Cambria Math" panose="02040503050406030204" pitchFamily="18" charset="0"/>
                      </a:rPr>
                      <m:t> </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smtClean="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custDataLst>
                  <p:tags r:id="rId16"/>
                </p:custDataLst>
              </p:nvPr>
            </p:nvSpPr>
            <p:spPr>
              <a:xfrm>
                <a:off x="4485795" y="5042199"/>
                <a:ext cx="1587166" cy="1384995"/>
              </a:xfrm>
              <a:prstGeom prst="rect">
                <a:avLst/>
              </a:prstGeom>
              <a:blipFill>
                <a:blip r:embed="rId29"/>
                <a:stretch>
                  <a:fillRect l="-8077" t="-4846" b="-11454"/>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4C6D684A-7007-2D26-8D80-E48C7D85932D}"/>
              </a:ext>
            </a:extLst>
          </p:cNvPr>
          <p:cNvSpPr/>
          <p:nvPr>
            <p:custDataLst>
              <p:tags r:id="rId17"/>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FE0E17D-B851-B9E6-4D81-A01944D0D43D}"/>
              </a:ext>
            </a:extLst>
          </p:cNvPr>
          <p:cNvSpPr txBox="1"/>
          <p:nvPr>
            <p:custDataLst>
              <p:tags r:id="rId18"/>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2369216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custDataLst>
              <p:tags r:id="rId2"/>
            </p:custDataLst>
          </p:nvPr>
        </p:nvSpPr>
        <p:spPr>
          <a:xfrm>
            <a:off x="4558820" y="5137492"/>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custDataLst>
              <p:tags r:id="rId3"/>
            </p:custDataLst>
          </p:nvPr>
        </p:nvSpPr>
        <p:spPr>
          <a:xfrm>
            <a:off x="4558819" y="5989171"/>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custDataLst>
              <p:tags r:id="rId4"/>
            </p:custDataLst>
          </p:nvPr>
        </p:nvSpPr>
        <p:spPr>
          <a:xfrm>
            <a:off x="4558819" y="5556237"/>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custDataLst>
              <p:tags r:id="rId5"/>
            </p:custDataLst>
          </p:nvPr>
        </p:nvSpPr>
        <p:spPr>
          <a:xfrm>
            <a:off x="5067934" y="3645657"/>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custDataLst>
              <p:tags r:id="rId6"/>
            </p:custDataLst>
          </p:nvPr>
        </p:nvSpPr>
        <p:spPr>
          <a:xfrm>
            <a:off x="4605485" y="3645657"/>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custDataLst>
              <p:tags r:id="rId7"/>
            </p:custDataLst>
          </p:nvPr>
        </p:nvSpPr>
        <p:spPr>
          <a:xfrm>
            <a:off x="4152567" y="3645656"/>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custDataLst>
              <p:tags r:id="rId8"/>
            </p:custDataLst>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custDataLst>
              <p:tags r:id="rId9"/>
            </p:custDataLst>
          </p:nvPr>
        </p:nvSpPr>
        <p:spPr/>
        <p:txBody>
          <a:bodyPr/>
          <a:lstStyle/>
          <a:p>
            <a:r>
              <a:rPr lang="en-US" noProof="0"/>
              <a:t>9/10/2026</a:t>
            </a:r>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custDataLst>
              <p:tags r:id="rId10"/>
            </p:custDataLst>
          </p:nvPr>
        </p:nvSpPr>
        <p:spPr/>
        <p:txBody>
          <a:bodyPr/>
          <a:lstStyle/>
          <a:p>
            <a:r>
              <a:rPr lang="en-US" noProof="0"/>
              <a:t>8</a:t>
            </a:r>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custDataLst>
              <p:tags r:id="rId11"/>
            </p:custDataLst>
          </p:nvPr>
        </p:nvSpPr>
        <p:spPr>
          <a:xfrm>
            <a:off x="860575" y="1025410"/>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custDataLst>
              <p:tags r:id="rId12"/>
            </p:custDataLst>
          </p:nvPr>
        </p:nvSpPr>
        <p:spPr>
          <a:xfrm>
            <a:off x="4485795" y="1635257"/>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custDataLst>
              <p:tags r:id="rId13"/>
            </p:custDataLst>
          </p:nvPr>
        </p:nvSpPr>
        <p:spPr>
          <a:xfrm>
            <a:off x="2565345" y="3573838"/>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custDataLst>
              <p:tags r:id="rId14"/>
            </p:custDataLst>
          </p:nvPr>
        </p:nvGrpSpPr>
        <p:grpSpPr>
          <a:xfrm>
            <a:off x="328569" y="1491634"/>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28"/>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3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3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34"/>
                    <a:stretch>
                      <a:fillRect/>
                    </a:stretch>
                  </a:blipFill>
                </p:spPr>
                <p:txBody>
                  <a:bodyPr/>
                  <a:lstStyle/>
                  <a:p>
                    <a:r>
                      <a:rPr lang="en-US">
                        <a:noFill/>
                      </a:rPr>
                      <a:t> </a:t>
                    </a:r>
                  </a:p>
                </p:txBody>
              </p:sp>
            </mc:Fallback>
          </mc:AlternateContent>
        </p:grpSp>
      </p:grp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custDataLst>
              <p:tags r:id="rId15"/>
            </p:custDataLst>
          </p:nvPr>
        </p:nvCxnSpPr>
        <p:spPr>
          <a:xfrm rot="5400000">
            <a:off x="6693247" y="2534246"/>
            <a:ext cx="466511" cy="1612673"/>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F67E973-44FE-CE64-80EC-471D1B6AA36F}"/>
                  </a:ext>
                </a:extLst>
              </p:cNvPr>
              <p:cNvSpPr txBox="1"/>
              <p:nvPr>
                <p:custDataLst>
                  <p:tags r:id="rId16"/>
                </p:custDataLst>
              </p:nvPr>
            </p:nvSpPr>
            <p:spPr>
              <a:xfrm>
                <a:off x="4485795" y="5042199"/>
                <a:ext cx="1587166"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 </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b="0" i="1" noProof="0" smtClean="0">
                        <a:latin typeface="Cambria Math" panose="02040503050406030204" pitchFamily="18" charset="0"/>
                      </a:rPr>
                      <m:t> </m:t>
                    </m:r>
                    <m:r>
                      <a:rPr lang="en-US" sz="2800" i="1" noProof="0">
                        <a:latin typeface="Cambria Math" panose="02040503050406030204" pitchFamily="18" charset="0"/>
                      </a:rPr>
                      <m:t>×</m:t>
                    </m:r>
                    <m:r>
                      <a:rPr lang="en-US" sz="2800" b="0" i="1" noProof="0" smtClean="0">
                        <a:latin typeface="Cambria Math" panose="02040503050406030204" pitchFamily="18" charset="0"/>
                      </a:rPr>
                      <m:t> </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smtClean="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custDataLst>
                  <p:tags r:id="rId16"/>
                </p:custDataLst>
              </p:nvPr>
            </p:nvSpPr>
            <p:spPr>
              <a:xfrm>
                <a:off x="4485795" y="5042199"/>
                <a:ext cx="1587166" cy="1384995"/>
              </a:xfrm>
              <a:prstGeom prst="rect">
                <a:avLst/>
              </a:prstGeom>
              <a:blipFill>
                <a:blip r:embed="rId35"/>
                <a:stretch>
                  <a:fillRect l="-8077" t="-484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custDataLst>
              <p:tags r:id="rId17"/>
            </p:custDataLst>
          </p:nvPr>
        </p:nvSpPr>
        <p:spPr>
          <a:xfrm>
            <a:off x="4923637" y="512081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custDataLst>
              <p:tags r:id="rId18"/>
            </p:custDataLst>
          </p:nvPr>
        </p:nvSpPr>
        <p:spPr>
          <a:xfrm>
            <a:off x="5629321" y="5111292"/>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custDataLst>
              <p:tags r:id="rId19"/>
            </p:custDataLst>
          </p:nvPr>
        </p:nvSpPr>
        <p:spPr>
          <a:xfrm>
            <a:off x="5575672" y="598539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F0835908-CF21-76B9-3CF4-B5B20E755A64}"/>
              </a:ext>
            </a:extLst>
          </p:cNvPr>
          <p:cNvSpPr/>
          <p:nvPr>
            <p:custDataLst>
              <p:tags r:id="rId20"/>
            </p:custDataLst>
          </p:nvPr>
        </p:nvSpPr>
        <p:spPr>
          <a:xfrm>
            <a:off x="4859343" y="5551376"/>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Oval 14">
            <a:extLst>
              <a:ext uri="{FF2B5EF4-FFF2-40B4-BE49-F238E27FC236}">
                <a16:creationId xmlns:a16="http://schemas.microsoft.com/office/drawing/2014/main" id="{B2FBA510-0FE4-ECC2-607B-D4366279FCA8}"/>
              </a:ext>
            </a:extLst>
          </p:cNvPr>
          <p:cNvSpPr/>
          <p:nvPr>
            <p:custDataLst>
              <p:tags r:id="rId21"/>
            </p:custDataLst>
          </p:nvPr>
        </p:nvSpPr>
        <p:spPr>
          <a:xfrm>
            <a:off x="5593853" y="554415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Oval 15">
            <a:extLst>
              <a:ext uri="{FF2B5EF4-FFF2-40B4-BE49-F238E27FC236}">
                <a16:creationId xmlns:a16="http://schemas.microsoft.com/office/drawing/2014/main" id="{0B9B1486-1199-82F3-9362-B05932946618}"/>
              </a:ext>
            </a:extLst>
          </p:cNvPr>
          <p:cNvSpPr/>
          <p:nvPr>
            <p:custDataLst>
              <p:tags r:id="rId22"/>
            </p:custDataLst>
          </p:nvPr>
        </p:nvSpPr>
        <p:spPr>
          <a:xfrm>
            <a:off x="4901983" y="5976943"/>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Rectangle 6">
            <a:extLst>
              <a:ext uri="{FF2B5EF4-FFF2-40B4-BE49-F238E27FC236}">
                <a16:creationId xmlns:a16="http://schemas.microsoft.com/office/drawing/2014/main" id="{4C6D684A-7007-2D26-8D80-E48C7D85932D}"/>
              </a:ext>
            </a:extLst>
          </p:cNvPr>
          <p:cNvSpPr/>
          <p:nvPr>
            <p:custDataLst>
              <p:tags r:id="rId23"/>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FE0E17D-B851-B9E6-4D81-A01944D0D43D}"/>
              </a:ext>
            </a:extLst>
          </p:cNvPr>
          <p:cNvSpPr txBox="1"/>
          <p:nvPr>
            <p:custDataLst>
              <p:tags r:id="rId24"/>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30605625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custDataLst>
              <p:tags r:id="rId2"/>
            </p:custDataLst>
          </p:nvPr>
        </p:nvSpPr>
        <p:spPr>
          <a:xfrm>
            <a:off x="4558820" y="5137492"/>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custDataLst>
              <p:tags r:id="rId3"/>
            </p:custDataLst>
          </p:nvPr>
        </p:nvSpPr>
        <p:spPr>
          <a:xfrm>
            <a:off x="4558819" y="5989171"/>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custDataLst>
              <p:tags r:id="rId4"/>
            </p:custDataLst>
          </p:nvPr>
        </p:nvSpPr>
        <p:spPr>
          <a:xfrm>
            <a:off x="4558819" y="5556237"/>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custDataLst>
              <p:tags r:id="rId5"/>
            </p:custDataLst>
          </p:nvPr>
        </p:nvSpPr>
        <p:spPr>
          <a:xfrm>
            <a:off x="5067934" y="3645657"/>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custDataLst>
              <p:tags r:id="rId6"/>
            </p:custDataLst>
          </p:nvPr>
        </p:nvSpPr>
        <p:spPr>
          <a:xfrm>
            <a:off x="4605485" y="3645657"/>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custDataLst>
              <p:tags r:id="rId7"/>
            </p:custDataLst>
          </p:nvPr>
        </p:nvSpPr>
        <p:spPr>
          <a:xfrm>
            <a:off x="4152567" y="3645656"/>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custDataLst>
              <p:tags r:id="rId8"/>
            </p:custDataLst>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custDataLst>
              <p:tags r:id="rId9"/>
            </p:custDataLst>
          </p:nvPr>
        </p:nvSpPr>
        <p:spPr/>
        <p:txBody>
          <a:bodyPr/>
          <a:lstStyle/>
          <a:p>
            <a:r>
              <a:rPr lang="en-US" noProof="0"/>
              <a:t>9/10/2026</a:t>
            </a:r>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custDataLst>
              <p:tags r:id="rId10"/>
            </p:custDataLst>
          </p:nvPr>
        </p:nvSpPr>
        <p:spPr/>
        <p:txBody>
          <a:bodyPr/>
          <a:lstStyle/>
          <a:p>
            <a:r>
              <a:rPr lang="en-US" noProof="0"/>
              <a:t>8</a:t>
            </a:r>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custDataLst>
              <p:tags r:id="rId11"/>
            </p:custDataLst>
          </p:nvPr>
        </p:nvSpPr>
        <p:spPr>
          <a:xfrm>
            <a:off x="860575" y="1025410"/>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custDataLst>
              <p:tags r:id="rId12"/>
            </p:custDataLst>
          </p:nvPr>
        </p:nvSpPr>
        <p:spPr>
          <a:xfrm>
            <a:off x="4485795" y="1635257"/>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custDataLst>
              <p:tags r:id="rId13"/>
            </p:custDataLst>
          </p:nvPr>
        </p:nvSpPr>
        <p:spPr>
          <a:xfrm>
            <a:off x="2565345" y="3573838"/>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custDataLst>
              <p:tags r:id="rId14"/>
            </p:custDataLst>
          </p:nvPr>
        </p:nvGrpSpPr>
        <p:grpSpPr>
          <a:xfrm>
            <a:off x="328569" y="1491634"/>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3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34"/>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3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3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3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3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3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40"/>
                    <a:stretch>
                      <a:fillRect/>
                    </a:stretch>
                  </a:blipFill>
                </p:spPr>
                <p:txBody>
                  <a:bodyPr/>
                  <a:lstStyle/>
                  <a:p>
                    <a:r>
                      <a:rPr lang="en-US">
                        <a:noFill/>
                      </a:rPr>
                      <a:t> </a:t>
                    </a:r>
                  </a:p>
                </p:txBody>
              </p:sp>
            </mc:Fallback>
          </mc:AlternateContent>
        </p:grpSp>
      </p:grp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custDataLst>
              <p:tags r:id="rId15"/>
            </p:custDataLst>
          </p:nvPr>
        </p:nvCxnSpPr>
        <p:spPr>
          <a:xfrm rot="5400000">
            <a:off x="6693247" y="2534246"/>
            <a:ext cx="466511" cy="1612673"/>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F67E973-44FE-CE64-80EC-471D1B6AA36F}"/>
                  </a:ext>
                </a:extLst>
              </p:cNvPr>
              <p:cNvSpPr txBox="1"/>
              <p:nvPr>
                <p:custDataLst>
                  <p:tags r:id="rId16"/>
                </p:custDataLst>
              </p:nvPr>
            </p:nvSpPr>
            <p:spPr>
              <a:xfrm>
                <a:off x="4485795" y="5042199"/>
                <a:ext cx="1587166"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 </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b="0" i="1" noProof="0" smtClean="0">
                        <a:latin typeface="Cambria Math" panose="02040503050406030204" pitchFamily="18" charset="0"/>
                      </a:rPr>
                      <m:t> </m:t>
                    </m:r>
                    <m:r>
                      <a:rPr lang="en-US" sz="2800" i="1" noProof="0">
                        <a:latin typeface="Cambria Math" panose="02040503050406030204" pitchFamily="18" charset="0"/>
                      </a:rPr>
                      <m:t>×</m:t>
                    </m:r>
                    <m:r>
                      <a:rPr lang="en-US" sz="2800" b="0" i="1" noProof="0" smtClean="0">
                        <a:latin typeface="Cambria Math" panose="02040503050406030204" pitchFamily="18" charset="0"/>
                      </a:rPr>
                      <m:t> </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smtClean="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custDataLst>
                  <p:tags r:id="rId16"/>
                </p:custDataLst>
              </p:nvPr>
            </p:nvSpPr>
            <p:spPr>
              <a:xfrm>
                <a:off x="4485795" y="5042199"/>
                <a:ext cx="1587166" cy="1384995"/>
              </a:xfrm>
              <a:prstGeom prst="rect">
                <a:avLst/>
              </a:prstGeom>
              <a:blipFill>
                <a:blip r:embed="rId41"/>
                <a:stretch>
                  <a:fillRect l="-8077" t="-484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custDataLst>
              <p:tags r:id="rId17"/>
            </p:custDataLst>
          </p:nvPr>
        </p:nvSpPr>
        <p:spPr>
          <a:xfrm>
            <a:off x="4923637" y="512081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custDataLst>
              <p:tags r:id="rId18"/>
            </p:custDataLst>
          </p:nvPr>
        </p:nvSpPr>
        <p:spPr>
          <a:xfrm>
            <a:off x="5629321" y="5111292"/>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custDataLst>
              <p:tags r:id="rId19"/>
            </p:custDataLst>
          </p:nvPr>
        </p:nvSpPr>
        <p:spPr>
          <a:xfrm>
            <a:off x="5575672" y="598539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F0835908-CF21-76B9-3CF4-B5B20E755A64}"/>
              </a:ext>
            </a:extLst>
          </p:cNvPr>
          <p:cNvSpPr/>
          <p:nvPr>
            <p:custDataLst>
              <p:tags r:id="rId20"/>
            </p:custDataLst>
          </p:nvPr>
        </p:nvSpPr>
        <p:spPr>
          <a:xfrm>
            <a:off x="4859343" y="5551376"/>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Oval 14">
            <a:extLst>
              <a:ext uri="{FF2B5EF4-FFF2-40B4-BE49-F238E27FC236}">
                <a16:creationId xmlns:a16="http://schemas.microsoft.com/office/drawing/2014/main" id="{B2FBA510-0FE4-ECC2-607B-D4366279FCA8}"/>
              </a:ext>
            </a:extLst>
          </p:cNvPr>
          <p:cNvSpPr/>
          <p:nvPr>
            <p:custDataLst>
              <p:tags r:id="rId21"/>
            </p:custDataLst>
          </p:nvPr>
        </p:nvSpPr>
        <p:spPr>
          <a:xfrm>
            <a:off x="5593853" y="554415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Oval 15">
            <a:extLst>
              <a:ext uri="{FF2B5EF4-FFF2-40B4-BE49-F238E27FC236}">
                <a16:creationId xmlns:a16="http://schemas.microsoft.com/office/drawing/2014/main" id="{0B9B1486-1199-82F3-9362-B05932946618}"/>
              </a:ext>
            </a:extLst>
          </p:cNvPr>
          <p:cNvSpPr/>
          <p:nvPr>
            <p:custDataLst>
              <p:tags r:id="rId22"/>
            </p:custDataLst>
          </p:nvPr>
        </p:nvSpPr>
        <p:spPr>
          <a:xfrm>
            <a:off x="4901983" y="5976943"/>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Right Brace 19">
            <a:extLst>
              <a:ext uri="{FF2B5EF4-FFF2-40B4-BE49-F238E27FC236}">
                <a16:creationId xmlns:a16="http://schemas.microsoft.com/office/drawing/2014/main" id="{3866BB6C-69F6-AEF1-CDC9-1CBC539C8365}"/>
              </a:ext>
            </a:extLst>
          </p:cNvPr>
          <p:cNvSpPr/>
          <p:nvPr>
            <p:custDataLst>
              <p:tags r:id="rId23"/>
            </p:custDataLst>
          </p:nvPr>
        </p:nvSpPr>
        <p:spPr>
          <a:xfrm>
            <a:off x="6072961" y="5064578"/>
            <a:ext cx="163402" cy="138499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B06A7DF1-6410-6B50-C5B4-1D19F94CC66E}"/>
                  </a:ext>
                </a:extLst>
              </p:cNvPr>
              <p:cNvSpPr txBox="1"/>
              <p:nvPr>
                <p:custDataLst>
                  <p:tags r:id="rId24"/>
                </p:custDataLst>
              </p:nvPr>
            </p:nvSpPr>
            <p:spPr>
              <a:xfrm>
                <a:off x="6248302" y="5491919"/>
                <a:ext cx="1820178" cy="523220"/>
              </a:xfrm>
              <a:prstGeom prst="rect">
                <a:avLst/>
              </a:prstGeom>
              <a:noFill/>
            </p:spPr>
            <p:txBody>
              <a:bodyPr wrap="none" rtlCol="0">
                <a:spAutoFit/>
              </a:bodyPr>
              <a:lstStyle/>
              <a:p>
                <a:pPr/>
                <a14:m>
                  <m:oMathPara xmlns:m="http://schemas.openxmlformats.org/officeDocument/2006/math">
                    <m:o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m:t>
                      </m:r>
                      <m:r>
                        <a:rPr lang="en-US" sz="2800" b="0" i="1" noProof="0" smtClean="0">
                          <a:latin typeface="Cambria Math" panose="02040503050406030204" pitchFamily="18" charset="0"/>
                        </a:rPr>
                        <m:t>𝑛</m:t>
                      </m:r>
                      <m:r>
                        <a:rPr lang="en-US" sz="2800" i="1" noProof="0">
                          <a:latin typeface="Cambria Math" panose="02040503050406030204" pitchFamily="18" charset="0"/>
                        </a:rPr>
                        <m:t>×</m:t>
                      </m:r>
                      <m:r>
                        <a:rPr lang="en-US" sz="2800" b="0" i="1" noProof="0" smtClean="0">
                          <a:latin typeface="Cambria Math" panose="02040503050406030204" pitchFamily="18" charset="0"/>
                        </a:rPr>
                        <m:t>𝑘</m:t>
                      </m:r>
                    </m:oMath>
                  </m:oMathPara>
                </a14:m>
                <a:endParaRPr lang="en-US" sz="2800" noProof="0" dirty="0"/>
              </a:p>
            </p:txBody>
          </p:sp>
        </mc:Choice>
        <mc:Fallback>
          <p:sp>
            <p:nvSpPr>
              <p:cNvPr id="23" name="TextBox 22">
                <a:extLst>
                  <a:ext uri="{FF2B5EF4-FFF2-40B4-BE49-F238E27FC236}">
                    <a16:creationId xmlns:a16="http://schemas.microsoft.com/office/drawing/2014/main" id="{B06A7DF1-6410-6B50-C5B4-1D19F94CC66E}"/>
                  </a:ext>
                </a:extLst>
              </p:cNvPr>
              <p:cNvSpPr txBox="1">
                <a:spLocks noRot="1" noChangeAspect="1" noMove="1" noResize="1" noEditPoints="1" noAdjustHandles="1" noChangeArrowheads="1" noChangeShapeType="1" noTextEdit="1"/>
              </p:cNvSpPr>
              <p:nvPr>
                <p:custDataLst>
                  <p:tags r:id="rId24"/>
                </p:custDataLst>
              </p:nvPr>
            </p:nvSpPr>
            <p:spPr>
              <a:xfrm>
                <a:off x="6248302" y="5491919"/>
                <a:ext cx="1820178" cy="523220"/>
              </a:xfrm>
              <a:prstGeom prst="rect">
                <a:avLst/>
              </a:prstGeom>
              <a:blipFill>
                <a:blip r:embed="rId42"/>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8DBAFB5-6687-0B30-A4B3-3B451E4A7C9C}"/>
              </a:ext>
            </a:extLst>
          </p:cNvPr>
          <p:cNvSpPr/>
          <p:nvPr>
            <p:custDataLst>
              <p:tags r:id="rId25"/>
            </p:custDataLst>
          </p:nvPr>
        </p:nvSpPr>
        <p:spPr>
          <a:xfrm>
            <a:off x="6325185" y="556665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Oval 25">
            <a:extLst>
              <a:ext uri="{FF2B5EF4-FFF2-40B4-BE49-F238E27FC236}">
                <a16:creationId xmlns:a16="http://schemas.microsoft.com/office/drawing/2014/main" id="{6E28A1E1-5F7A-AD01-3038-8212D40F8EB4}"/>
              </a:ext>
            </a:extLst>
          </p:cNvPr>
          <p:cNvSpPr/>
          <p:nvPr>
            <p:custDataLst>
              <p:tags r:id="rId26"/>
            </p:custDataLst>
          </p:nvPr>
        </p:nvSpPr>
        <p:spPr>
          <a:xfrm>
            <a:off x="7001689" y="5575481"/>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7" name="Oval 26">
            <a:extLst>
              <a:ext uri="{FF2B5EF4-FFF2-40B4-BE49-F238E27FC236}">
                <a16:creationId xmlns:a16="http://schemas.microsoft.com/office/drawing/2014/main" id="{83002441-847F-3512-0068-D6C90AC01B06}"/>
              </a:ext>
            </a:extLst>
          </p:cNvPr>
          <p:cNvSpPr/>
          <p:nvPr>
            <p:custDataLst>
              <p:tags r:id="rId27"/>
            </p:custDataLst>
          </p:nvPr>
        </p:nvSpPr>
        <p:spPr>
          <a:xfrm>
            <a:off x="7626160" y="5558198"/>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TextBox 27">
            <a:extLst>
              <a:ext uri="{FF2B5EF4-FFF2-40B4-BE49-F238E27FC236}">
                <a16:creationId xmlns:a16="http://schemas.microsoft.com/office/drawing/2014/main" id="{9B2456D5-27F4-08D6-017D-CEA75BF1E789}"/>
              </a:ext>
            </a:extLst>
          </p:cNvPr>
          <p:cNvSpPr txBox="1"/>
          <p:nvPr>
            <p:custDataLst>
              <p:tags r:id="rId28"/>
            </p:custDataLst>
          </p:nvPr>
        </p:nvSpPr>
        <p:spPr>
          <a:xfrm>
            <a:off x="6212225" y="5054752"/>
            <a:ext cx="2938625" cy="461665"/>
          </a:xfrm>
          <a:prstGeom prst="rect">
            <a:avLst/>
          </a:prstGeom>
          <a:noFill/>
        </p:spPr>
        <p:txBody>
          <a:bodyPr wrap="none" rtlCol="0">
            <a:spAutoFit/>
          </a:bodyPr>
          <a:lstStyle/>
          <a:p>
            <a:r>
              <a:rPr lang="en-US" sz="2400" dirty="0"/>
              <a:t>Unique occurrences</a:t>
            </a:r>
          </a:p>
        </p:txBody>
      </p:sp>
      <p:sp>
        <p:nvSpPr>
          <p:cNvPr id="7" name="Rectangle 6">
            <a:extLst>
              <a:ext uri="{FF2B5EF4-FFF2-40B4-BE49-F238E27FC236}">
                <a16:creationId xmlns:a16="http://schemas.microsoft.com/office/drawing/2014/main" id="{4C6D684A-7007-2D26-8D80-E48C7D85932D}"/>
              </a:ext>
            </a:extLst>
          </p:cNvPr>
          <p:cNvSpPr/>
          <p:nvPr>
            <p:custDataLst>
              <p:tags r:id="rId29"/>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FE0E17D-B851-B9E6-4D81-A01944D0D43D}"/>
              </a:ext>
            </a:extLst>
          </p:cNvPr>
          <p:cNvSpPr txBox="1"/>
          <p:nvPr>
            <p:custDataLst>
              <p:tags r:id="rId30"/>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61593203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custDataLst>
              <p:tags r:id="rId2"/>
            </p:custDataLst>
          </p:nvPr>
        </p:nvSpPr>
        <p:spPr>
          <a:xfrm>
            <a:off x="4558820" y="5137492"/>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custDataLst>
              <p:tags r:id="rId3"/>
            </p:custDataLst>
          </p:nvPr>
        </p:nvSpPr>
        <p:spPr>
          <a:xfrm>
            <a:off x="4558819" y="5989171"/>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custDataLst>
              <p:tags r:id="rId4"/>
            </p:custDataLst>
          </p:nvPr>
        </p:nvSpPr>
        <p:spPr>
          <a:xfrm>
            <a:off x="4558819" y="5556237"/>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custDataLst>
              <p:tags r:id="rId5"/>
            </p:custDataLst>
          </p:nvPr>
        </p:nvSpPr>
        <p:spPr>
          <a:xfrm>
            <a:off x="5067934" y="3645657"/>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custDataLst>
              <p:tags r:id="rId6"/>
            </p:custDataLst>
          </p:nvPr>
        </p:nvSpPr>
        <p:spPr>
          <a:xfrm>
            <a:off x="4605485" y="3645657"/>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custDataLst>
              <p:tags r:id="rId7"/>
            </p:custDataLst>
          </p:nvPr>
        </p:nvSpPr>
        <p:spPr>
          <a:xfrm>
            <a:off x="4152567" y="3645656"/>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custDataLst>
              <p:tags r:id="rId8"/>
            </p:custDataLst>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custDataLst>
              <p:tags r:id="rId9"/>
            </p:custDataLst>
          </p:nvPr>
        </p:nvSpPr>
        <p:spPr/>
        <p:txBody>
          <a:bodyPr/>
          <a:lstStyle/>
          <a:p>
            <a:r>
              <a:rPr lang="en-US" noProof="0"/>
              <a:t>9/10/2026</a:t>
            </a:r>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custDataLst>
              <p:tags r:id="rId10"/>
            </p:custDataLst>
          </p:nvPr>
        </p:nvSpPr>
        <p:spPr/>
        <p:txBody>
          <a:bodyPr/>
          <a:lstStyle/>
          <a:p>
            <a:r>
              <a:rPr lang="en-US" noProof="0"/>
              <a:t>8</a:t>
            </a:r>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custDataLst>
              <p:tags r:id="rId11"/>
            </p:custDataLst>
          </p:nvPr>
        </p:nvSpPr>
        <p:spPr>
          <a:xfrm>
            <a:off x="860575" y="1025410"/>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custDataLst>
              <p:tags r:id="rId12"/>
            </p:custDataLst>
          </p:nvPr>
        </p:nvSpPr>
        <p:spPr>
          <a:xfrm>
            <a:off x="4485795" y="1635257"/>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custDataLst>
              <p:tags r:id="rId13"/>
            </p:custDataLst>
          </p:nvPr>
        </p:nvSpPr>
        <p:spPr>
          <a:xfrm>
            <a:off x="2565345" y="3573838"/>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custDataLst>
              <p:tags r:id="rId14"/>
            </p:custDataLst>
          </p:nvPr>
        </p:nvGrpSpPr>
        <p:grpSpPr>
          <a:xfrm>
            <a:off x="328569" y="1491634"/>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3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35"/>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3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3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3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3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4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41"/>
                    <a:stretch>
                      <a:fillRect/>
                    </a:stretch>
                  </a:blipFill>
                </p:spPr>
                <p:txBody>
                  <a:bodyPr/>
                  <a:lstStyle/>
                  <a:p>
                    <a:r>
                      <a:rPr lang="en-US">
                        <a:noFill/>
                      </a:rPr>
                      <a:t> </a:t>
                    </a:r>
                  </a:p>
                </p:txBody>
              </p:sp>
            </mc:Fallback>
          </mc:AlternateContent>
        </p:grpSp>
      </p:grp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custDataLst>
              <p:tags r:id="rId15"/>
            </p:custDataLst>
          </p:nvPr>
        </p:nvCxnSpPr>
        <p:spPr>
          <a:xfrm rot="5400000">
            <a:off x="6693247" y="2534246"/>
            <a:ext cx="466511" cy="1612673"/>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F67E973-44FE-CE64-80EC-471D1B6AA36F}"/>
                  </a:ext>
                </a:extLst>
              </p:cNvPr>
              <p:cNvSpPr txBox="1"/>
              <p:nvPr>
                <p:custDataLst>
                  <p:tags r:id="rId16"/>
                </p:custDataLst>
              </p:nvPr>
            </p:nvSpPr>
            <p:spPr>
              <a:xfrm>
                <a:off x="4485795" y="5042199"/>
                <a:ext cx="1587166"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 </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b="0" i="1" noProof="0" smtClean="0">
                        <a:latin typeface="Cambria Math" panose="02040503050406030204" pitchFamily="18" charset="0"/>
                      </a:rPr>
                      <m:t> </m:t>
                    </m:r>
                    <m:r>
                      <a:rPr lang="en-US" sz="2800" i="1" noProof="0">
                        <a:latin typeface="Cambria Math" panose="02040503050406030204" pitchFamily="18" charset="0"/>
                      </a:rPr>
                      <m:t>×</m:t>
                    </m:r>
                    <m:r>
                      <a:rPr lang="en-US" sz="2800" b="0" i="1" noProof="0" smtClean="0">
                        <a:latin typeface="Cambria Math" panose="02040503050406030204" pitchFamily="18" charset="0"/>
                      </a:rPr>
                      <m:t> </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smtClean="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custDataLst>
                  <p:tags r:id="rId16"/>
                </p:custDataLst>
              </p:nvPr>
            </p:nvSpPr>
            <p:spPr>
              <a:xfrm>
                <a:off x="4485795" y="5042199"/>
                <a:ext cx="1587166" cy="1384995"/>
              </a:xfrm>
              <a:prstGeom prst="rect">
                <a:avLst/>
              </a:prstGeom>
              <a:blipFill>
                <a:blip r:embed="rId42"/>
                <a:stretch>
                  <a:fillRect l="-8077" t="-484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custDataLst>
              <p:tags r:id="rId17"/>
            </p:custDataLst>
          </p:nvPr>
        </p:nvSpPr>
        <p:spPr>
          <a:xfrm>
            <a:off x="4923637" y="512081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custDataLst>
              <p:tags r:id="rId18"/>
            </p:custDataLst>
          </p:nvPr>
        </p:nvSpPr>
        <p:spPr>
          <a:xfrm>
            <a:off x="5629321" y="5111292"/>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custDataLst>
              <p:tags r:id="rId19"/>
            </p:custDataLst>
          </p:nvPr>
        </p:nvSpPr>
        <p:spPr>
          <a:xfrm>
            <a:off x="5575672" y="598539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F0835908-CF21-76B9-3CF4-B5B20E755A64}"/>
              </a:ext>
            </a:extLst>
          </p:cNvPr>
          <p:cNvSpPr/>
          <p:nvPr>
            <p:custDataLst>
              <p:tags r:id="rId20"/>
            </p:custDataLst>
          </p:nvPr>
        </p:nvSpPr>
        <p:spPr>
          <a:xfrm>
            <a:off x="4859343" y="5551376"/>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Oval 14">
            <a:extLst>
              <a:ext uri="{FF2B5EF4-FFF2-40B4-BE49-F238E27FC236}">
                <a16:creationId xmlns:a16="http://schemas.microsoft.com/office/drawing/2014/main" id="{B2FBA510-0FE4-ECC2-607B-D4366279FCA8}"/>
              </a:ext>
            </a:extLst>
          </p:cNvPr>
          <p:cNvSpPr/>
          <p:nvPr>
            <p:custDataLst>
              <p:tags r:id="rId21"/>
            </p:custDataLst>
          </p:nvPr>
        </p:nvSpPr>
        <p:spPr>
          <a:xfrm>
            <a:off x="5593853" y="554415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Oval 15">
            <a:extLst>
              <a:ext uri="{FF2B5EF4-FFF2-40B4-BE49-F238E27FC236}">
                <a16:creationId xmlns:a16="http://schemas.microsoft.com/office/drawing/2014/main" id="{0B9B1486-1199-82F3-9362-B05932946618}"/>
              </a:ext>
            </a:extLst>
          </p:cNvPr>
          <p:cNvSpPr/>
          <p:nvPr>
            <p:custDataLst>
              <p:tags r:id="rId22"/>
            </p:custDataLst>
          </p:nvPr>
        </p:nvSpPr>
        <p:spPr>
          <a:xfrm>
            <a:off x="4901983" y="5976943"/>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Right Brace 19">
            <a:extLst>
              <a:ext uri="{FF2B5EF4-FFF2-40B4-BE49-F238E27FC236}">
                <a16:creationId xmlns:a16="http://schemas.microsoft.com/office/drawing/2014/main" id="{3866BB6C-69F6-AEF1-CDC9-1CBC539C8365}"/>
              </a:ext>
            </a:extLst>
          </p:cNvPr>
          <p:cNvSpPr/>
          <p:nvPr>
            <p:custDataLst>
              <p:tags r:id="rId23"/>
            </p:custDataLst>
          </p:nvPr>
        </p:nvSpPr>
        <p:spPr>
          <a:xfrm>
            <a:off x="6072961" y="5064578"/>
            <a:ext cx="163402" cy="138499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B06A7DF1-6410-6B50-C5B4-1D19F94CC66E}"/>
                  </a:ext>
                </a:extLst>
              </p:cNvPr>
              <p:cNvSpPr txBox="1"/>
              <p:nvPr>
                <p:custDataLst>
                  <p:tags r:id="rId24"/>
                </p:custDataLst>
              </p:nvPr>
            </p:nvSpPr>
            <p:spPr>
              <a:xfrm>
                <a:off x="6248302" y="5491919"/>
                <a:ext cx="1820178" cy="523220"/>
              </a:xfrm>
              <a:prstGeom prst="rect">
                <a:avLst/>
              </a:prstGeom>
              <a:noFill/>
            </p:spPr>
            <p:txBody>
              <a:bodyPr wrap="none" rtlCol="0">
                <a:spAutoFit/>
              </a:bodyPr>
              <a:lstStyle/>
              <a:p>
                <a:pPr/>
                <a14:m>
                  <m:oMathPara xmlns:m="http://schemas.openxmlformats.org/officeDocument/2006/math">
                    <m:o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m:t>
                      </m:r>
                      <m:r>
                        <a:rPr lang="en-US" sz="2800" b="0" i="1" noProof="0" smtClean="0">
                          <a:latin typeface="Cambria Math" panose="02040503050406030204" pitchFamily="18" charset="0"/>
                        </a:rPr>
                        <m:t>𝑛</m:t>
                      </m:r>
                      <m:r>
                        <a:rPr lang="en-US" sz="2800" i="1" noProof="0">
                          <a:latin typeface="Cambria Math" panose="02040503050406030204" pitchFamily="18" charset="0"/>
                        </a:rPr>
                        <m:t>×</m:t>
                      </m:r>
                      <m:r>
                        <a:rPr lang="en-US" sz="2800" b="0" i="1" noProof="0" smtClean="0">
                          <a:latin typeface="Cambria Math" panose="02040503050406030204" pitchFamily="18" charset="0"/>
                        </a:rPr>
                        <m:t>𝑘</m:t>
                      </m:r>
                    </m:oMath>
                  </m:oMathPara>
                </a14:m>
                <a:endParaRPr lang="en-US" sz="2800" noProof="0" dirty="0"/>
              </a:p>
            </p:txBody>
          </p:sp>
        </mc:Choice>
        <mc:Fallback>
          <p:sp>
            <p:nvSpPr>
              <p:cNvPr id="23" name="TextBox 22">
                <a:extLst>
                  <a:ext uri="{FF2B5EF4-FFF2-40B4-BE49-F238E27FC236}">
                    <a16:creationId xmlns:a16="http://schemas.microsoft.com/office/drawing/2014/main" id="{B06A7DF1-6410-6B50-C5B4-1D19F94CC66E}"/>
                  </a:ext>
                </a:extLst>
              </p:cNvPr>
              <p:cNvSpPr txBox="1">
                <a:spLocks noRot="1" noChangeAspect="1" noMove="1" noResize="1" noEditPoints="1" noAdjustHandles="1" noChangeArrowheads="1" noChangeShapeType="1" noTextEdit="1"/>
              </p:cNvSpPr>
              <p:nvPr>
                <p:custDataLst>
                  <p:tags r:id="rId24"/>
                </p:custDataLst>
              </p:nvPr>
            </p:nvSpPr>
            <p:spPr>
              <a:xfrm>
                <a:off x="6248302" y="5491919"/>
                <a:ext cx="1820178" cy="523220"/>
              </a:xfrm>
              <a:prstGeom prst="rect">
                <a:avLst/>
              </a:prstGeom>
              <a:blipFill>
                <a:blip r:embed="rId43"/>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8DBAFB5-6687-0B30-A4B3-3B451E4A7C9C}"/>
              </a:ext>
            </a:extLst>
          </p:cNvPr>
          <p:cNvSpPr/>
          <p:nvPr>
            <p:custDataLst>
              <p:tags r:id="rId25"/>
            </p:custDataLst>
          </p:nvPr>
        </p:nvSpPr>
        <p:spPr>
          <a:xfrm>
            <a:off x="6325185" y="556665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Oval 25">
            <a:extLst>
              <a:ext uri="{FF2B5EF4-FFF2-40B4-BE49-F238E27FC236}">
                <a16:creationId xmlns:a16="http://schemas.microsoft.com/office/drawing/2014/main" id="{6E28A1E1-5F7A-AD01-3038-8212D40F8EB4}"/>
              </a:ext>
            </a:extLst>
          </p:cNvPr>
          <p:cNvSpPr/>
          <p:nvPr>
            <p:custDataLst>
              <p:tags r:id="rId26"/>
            </p:custDataLst>
          </p:nvPr>
        </p:nvSpPr>
        <p:spPr>
          <a:xfrm>
            <a:off x="7001689" y="5575481"/>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7" name="Oval 26">
            <a:extLst>
              <a:ext uri="{FF2B5EF4-FFF2-40B4-BE49-F238E27FC236}">
                <a16:creationId xmlns:a16="http://schemas.microsoft.com/office/drawing/2014/main" id="{83002441-847F-3512-0068-D6C90AC01B06}"/>
              </a:ext>
            </a:extLst>
          </p:cNvPr>
          <p:cNvSpPr/>
          <p:nvPr>
            <p:custDataLst>
              <p:tags r:id="rId27"/>
            </p:custDataLst>
          </p:nvPr>
        </p:nvSpPr>
        <p:spPr>
          <a:xfrm>
            <a:off x="7626160" y="5558198"/>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TextBox 27">
            <a:extLst>
              <a:ext uri="{FF2B5EF4-FFF2-40B4-BE49-F238E27FC236}">
                <a16:creationId xmlns:a16="http://schemas.microsoft.com/office/drawing/2014/main" id="{9B2456D5-27F4-08D6-017D-CEA75BF1E789}"/>
              </a:ext>
            </a:extLst>
          </p:cNvPr>
          <p:cNvSpPr txBox="1"/>
          <p:nvPr>
            <p:custDataLst>
              <p:tags r:id="rId28"/>
            </p:custDataLst>
          </p:nvPr>
        </p:nvSpPr>
        <p:spPr>
          <a:xfrm>
            <a:off x="6212225" y="5054752"/>
            <a:ext cx="2938625" cy="461665"/>
          </a:xfrm>
          <a:prstGeom prst="rect">
            <a:avLst/>
          </a:prstGeom>
          <a:noFill/>
        </p:spPr>
        <p:txBody>
          <a:bodyPr wrap="none" rtlCol="0">
            <a:spAutoFit/>
          </a:bodyPr>
          <a:lstStyle/>
          <a:p>
            <a:r>
              <a:rPr lang="en-US" sz="2400" dirty="0"/>
              <a:t>Unique occurrences</a:t>
            </a:r>
          </a:p>
        </p:txBody>
      </p:sp>
      <p:cxnSp>
        <p:nvCxnSpPr>
          <p:cNvPr id="30" name="Connector: Curved 29">
            <a:extLst>
              <a:ext uri="{FF2B5EF4-FFF2-40B4-BE49-F238E27FC236}">
                <a16:creationId xmlns:a16="http://schemas.microsoft.com/office/drawing/2014/main" id="{7BEE34A4-13CB-FA1B-697A-93DD0F0D5A04}"/>
              </a:ext>
            </a:extLst>
          </p:cNvPr>
          <p:cNvCxnSpPr>
            <a:stCxn id="27" idx="6"/>
            <a:endCxn id="24" idx="3"/>
          </p:cNvCxnSpPr>
          <p:nvPr>
            <p:custDataLst>
              <p:tags r:id="rId29"/>
            </p:custDataLst>
          </p:nvPr>
        </p:nvCxnSpPr>
        <p:spPr>
          <a:xfrm flipV="1">
            <a:off x="8016446" y="2371292"/>
            <a:ext cx="2963434" cy="3396279"/>
          </a:xfrm>
          <a:prstGeom prst="curvedConnector3">
            <a:avLst>
              <a:gd name="adj1" fmla="val 107714"/>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Rectangle 6">
            <a:extLst>
              <a:ext uri="{FF2B5EF4-FFF2-40B4-BE49-F238E27FC236}">
                <a16:creationId xmlns:a16="http://schemas.microsoft.com/office/drawing/2014/main" id="{4C6D684A-7007-2D26-8D80-E48C7D85932D}"/>
              </a:ext>
            </a:extLst>
          </p:cNvPr>
          <p:cNvSpPr/>
          <p:nvPr>
            <p:custDataLst>
              <p:tags r:id="rId30"/>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FE0E17D-B851-B9E6-4D81-A01944D0D43D}"/>
              </a:ext>
            </a:extLst>
          </p:cNvPr>
          <p:cNvSpPr txBox="1"/>
          <p:nvPr>
            <p:custDataLst>
              <p:tags r:id="rId31"/>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11789318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custDataLst>
              <p:tags r:id="rId2"/>
            </p:custDataLst>
          </p:nvPr>
        </p:nvSpPr>
        <p:spPr>
          <a:xfrm>
            <a:off x="4558820" y="5137492"/>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custDataLst>
              <p:tags r:id="rId3"/>
            </p:custDataLst>
          </p:nvPr>
        </p:nvSpPr>
        <p:spPr>
          <a:xfrm>
            <a:off x="4558819" y="5989171"/>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custDataLst>
              <p:tags r:id="rId4"/>
            </p:custDataLst>
          </p:nvPr>
        </p:nvSpPr>
        <p:spPr>
          <a:xfrm>
            <a:off x="4558819" y="5556237"/>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custDataLst>
              <p:tags r:id="rId5"/>
            </p:custDataLst>
          </p:nvPr>
        </p:nvSpPr>
        <p:spPr>
          <a:xfrm>
            <a:off x="5067934" y="3645657"/>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custDataLst>
              <p:tags r:id="rId6"/>
            </p:custDataLst>
          </p:nvPr>
        </p:nvSpPr>
        <p:spPr>
          <a:xfrm>
            <a:off x="4605485" y="3645657"/>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custDataLst>
              <p:tags r:id="rId7"/>
            </p:custDataLst>
          </p:nvPr>
        </p:nvSpPr>
        <p:spPr>
          <a:xfrm>
            <a:off x="4152567" y="3645656"/>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custDataLst>
              <p:tags r:id="rId8"/>
            </p:custDataLst>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custDataLst>
              <p:tags r:id="rId9"/>
            </p:custDataLst>
          </p:nvPr>
        </p:nvSpPr>
        <p:spPr/>
        <p:txBody>
          <a:bodyPr/>
          <a:lstStyle/>
          <a:p>
            <a:r>
              <a:rPr lang="en-US" noProof="0"/>
              <a:t>9/10/2026</a:t>
            </a:r>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custDataLst>
              <p:tags r:id="rId10"/>
            </p:custDataLst>
          </p:nvPr>
        </p:nvSpPr>
        <p:spPr/>
        <p:txBody>
          <a:bodyPr/>
          <a:lstStyle/>
          <a:p>
            <a:r>
              <a:rPr lang="en-US" noProof="0"/>
              <a:t>8</a:t>
            </a:r>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custDataLst>
              <p:tags r:id="rId11"/>
            </p:custDataLst>
          </p:nvPr>
        </p:nvSpPr>
        <p:spPr>
          <a:xfrm>
            <a:off x="860575" y="1025410"/>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custDataLst>
              <p:tags r:id="rId12"/>
            </p:custDataLst>
          </p:nvPr>
        </p:nvSpPr>
        <p:spPr>
          <a:xfrm>
            <a:off x="4485795" y="1635257"/>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custDataLst>
              <p:tags r:id="rId13"/>
            </p:custDataLst>
          </p:nvPr>
        </p:nvSpPr>
        <p:spPr>
          <a:xfrm>
            <a:off x="2565345" y="3573838"/>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custDataLst>
              <p:tags r:id="rId14"/>
            </p:custDataLst>
          </p:nvPr>
        </p:nvGrpSpPr>
        <p:grpSpPr>
          <a:xfrm>
            <a:off x="328569" y="1491634"/>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3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37"/>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3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3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4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4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4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43"/>
                    <a:stretch>
                      <a:fillRect/>
                    </a:stretch>
                  </a:blipFill>
                </p:spPr>
                <p:txBody>
                  <a:bodyPr/>
                  <a:lstStyle/>
                  <a:p>
                    <a:r>
                      <a:rPr lang="en-US">
                        <a:noFill/>
                      </a:rPr>
                      <a:t> </a:t>
                    </a:r>
                  </a:p>
                </p:txBody>
              </p:sp>
            </mc:Fallback>
          </mc:AlternateContent>
        </p:grpSp>
      </p:grp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custDataLst>
              <p:tags r:id="rId15"/>
            </p:custDataLst>
          </p:nvPr>
        </p:nvCxnSpPr>
        <p:spPr>
          <a:xfrm rot="5400000">
            <a:off x="6693247" y="2534246"/>
            <a:ext cx="466511" cy="1612673"/>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F67E973-44FE-CE64-80EC-471D1B6AA36F}"/>
                  </a:ext>
                </a:extLst>
              </p:cNvPr>
              <p:cNvSpPr txBox="1"/>
              <p:nvPr>
                <p:custDataLst>
                  <p:tags r:id="rId16"/>
                </p:custDataLst>
              </p:nvPr>
            </p:nvSpPr>
            <p:spPr>
              <a:xfrm>
                <a:off x="4485795" y="5042199"/>
                <a:ext cx="1587166"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 </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b="0" i="1" noProof="0" smtClean="0">
                        <a:latin typeface="Cambria Math" panose="02040503050406030204" pitchFamily="18" charset="0"/>
                      </a:rPr>
                      <m:t> </m:t>
                    </m:r>
                    <m:r>
                      <a:rPr lang="en-US" sz="2800" i="1" noProof="0">
                        <a:latin typeface="Cambria Math" panose="02040503050406030204" pitchFamily="18" charset="0"/>
                      </a:rPr>
                      <m:t>×</m:t>
                    </m:r>
                    <m:r>
                      <a:rPr lang="en-US" sz="2800" b="0" i="1" noProof="0" smtClean="0">
                        <a:latin typeface="Cambria Math" panose="02040503050406030204" pitchFamily="18" charset="0"/>
                      </a:rPr>
                      <m:t> </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smtClean="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custDataLst>
                  <p:tags r:id="rId16"/>
                </p:custDataLst>
              </p:nvPr>
            </p:nvSpPr>
            <p:spPr>
              <a:xfrm>
                <a:off x="4485795" y="5042199"/>
                <a:ext cx="1587166" cy="1384995"/>
              </a:xfrm>
              <a:prstGeom prst="rect">
                <a:avLst/>
              </a:prstGeom>
              <a:blipFill>
                <a:blip r:embed="rId44"/>
                <a:stretch>
                  <a:fillRect l="-8077" t="-484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custDataLst>
              <p:tags r:id="rId17"/>
            </p:custDataLst>
          </p:nvPr>
        </p:nvSpPr>
        <p:spPr>
          <a:xfrm>
            <a:off x="4923637" y="512081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custDataLst>
              <p:tags r:id="rId18"/>
            </p:custDataLst>
          </p:nvPr>
        </p:nvSpPr>
        <p:spPr>
          <a:xfrm>
            <a:off x="5629321" y="5111292"/>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custDataLst>
              <p:tags r:id="rId19"/>
            </p:custDataLst>
          </p:nvPr>
        </p:nvSpPr>
        <p:spPr>
          <a:xfrm>
            <a:off x="5575672" y="598539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ight Brace 30">
            <a:extLst>
              <a:ext uri="{FF2B5EF4-FFF2-40B4-BE49-F238E27FC236}">
                <a16:creationId xmlns:a16="http://schemas.microsoft.com/office/drawing/2014/main" id="{BB183800-4A8F-401C-ADB9-A0312F9AA178}"/>
              </a:ext>
            </a:extLst>
          </p:cNvPr>
          <p:cNvSpPr/>
          <p:nvPr>
            <p:custDataLst>
              <p:tags r:id="rId20"/>
            </p:custDataLst>
          </p:nvPr>
        </p:nvSpPr>
        <p:spPr>
          <a:xfrm rot="5400000">
            <a:off x="5617910" y="2014223"/>
            <a:ext cx="140703" cy="482183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1087AE82-F462-C9EB-EA1F-F959C9A7C955}"/>
              </a:ext>
            </a:extLst>
          </p:cNvPr>
          <p:cNvSpPr txBox="1"/>
          <p:nvPr>
            <p:custDataLst>
              <p:tags r:id="rId21"/>
            </p:custDataLst>
          </p:nvPr>
        </p:nvSpPr>
        <p:spPr>
          <a:xfrm>
            <a:off x="3531516" y="4492188"/>
            <a:ext cx="4313489" cy="400110"/>
          </a:xfrm>
          <a:prstGeom prst="rect">
            <a:avLst/>
          </a:prstGeom>
          <a:solidFill>
            <a:schemeClr val="bg1"/>
          </a:solidFill>
        </p:spPr>
        <p:txBody>
          <a:bodyPr wrap="none" rtlCol="0">
            <a:spAutoFit/>
          </a:bodyPr>
          <a:lstStyle/>
          <a:p>
            <a:pPr algn="ctr"/>
            <a:r>
              <a:rPr lang="en-US" sz="2000" dirty="0"/>
              <a:t>Correct indices passed automatically</a:t>
            </a:r>
          </a:p>
        </p:txBody>
      </p:sp>
      <p:sp>
        <p:nvSpPr>
          <p:cNvPr id="14" name="Oval 13">
            <a:extLst>
              <a:ext uri="{FF2B5EF4-FFF2-40B4-BE49-F238E27FC236}">
                <a16:creationId xmlns:a16="http://schemas.microsoft.com/office/drawing/2014/main" id="{F0835908-CF21-76B9-3CF4-B5B20E755A64}"/>
              </a:ext>
            </a:extLst>
          </p:cNvPr>
          <p:cNvSpPr/>
          <p:nvPr>
            <p:custDataLst>
              <p:tags r:id="rId22"/>
            </p:custDataLst>
          </p:nvPr>
        </p:nvSpPr>
        <p:spPr>
          <a:xfrm>
            <a:off x="4859343" y="5551376"/>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Oval 14">
            <a:extLst>
              <a:ext uri="{FF2B5EF4-FFF2-40B4-BE49-F238E27FC236}">
                <a16:creationId xmlns:a16="http://schemas.microsoft.com/office/drawing/2014/main" id="{B2FBA510-0FE4-ECC2-607B-D4366279FCA8}"/>
              </a:ext>
            </a:extLst>
          </p:cNvPr>
          <p:cNvSpPr/>
          <p:nvPr>
            <p:custDataLst>
              <p:tags r:id="rId23"/>
            </p:custDataLst>
          </p:nvPr>
        </p:nvSpPr>
        <p:spPr>
          <a:xfrm>
            <a:off x="5593853" y="554415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Oval 15">
            <a:extLst>
              <a:ext uri="{FF2B5EF4-FFF2-40B4-BE49-F238E27FC236}">
                <a16:creationId xmlns:a16="http://schemas.microsoft.com/office/drawing/2014/main" id="{0B9B1486-1199-82F3-9362-B05932946618}"/>
              </a:ext>
            </a:extLst>
          </p:cNvPr>
          <p:cNvSpPr/>
          <p:nvPr>
            <p:custDataLst>
              <p:tags r:id="rId24"/>
            </p:custDataLst>
          </p:nvPr>
        </p:nvSpPr>
        <p:spPr>
          <a:xfrm>
            <a:off x="4901983" y="5976943"/>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Right Brace 19">
            <a:extLst>
              <a:ext uri="{FF2B5EF4-FFF2-40B4-BE49-F238E27FC236}">
                <a16:creationId xmlns:a16="http://schemas.microsoft.com/office/drawing/2014/main" id="{3866BB6C-69F6-AEF1-CDC9-1CBC539C8365}"/>
              </a:ext>
            </a:extLst>
          </p:cNvPr>
          <p:cNvSpPr/>
          <p:nvPr>
            <p:custDataLst>
              <p:tags r:id="rId25"/>
            </p:custDataLst>
          </p:nvPr>
        </p:nvSpPr>
        <p:spPr>
          <a:xfrm>
            <a:off x="6072961" y="5064578"/>
            <a:ext cx="163402" cy="138499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B06A7DF1-6410-6B50-C5B4-1D19F94CC66E}"/>
                  </a:ext>
                </a:extLst>
              </p:cNvPr>
              <p:cNvSpPr txBox="1"/>
              <p:nvPr>
                <p:custDataLst>
                  <p:tags r:id="rId26"/>
                </p:custDataLst>
              </p:nvPr>
            </p:nvSpPr>
            <p:spPr>
              <a:xfrm>
                <a:off x="6248302" y="5491919"/>
                <a:ext cx="1820178" cy="523220"/>
              </a:xfrm>
              <a:prstGeom prst="rect">
                <a:avLst/>
              </a:prstGeom>
              <a:noFill/>
            </p:spPr>
            <p:txBody>
              <a:bodyPr wrap="none" rtlCol="0">
                <a:spAutoFit/>
              </a:bodyPr>
              <a:lstStyle/>
              <a:p>
                <a:pPr/>
                <a14:m>
                  <m:oMathPara xmlns:m="http://schemas.openxmlformats.org/officeDocument/2006/math">
                    <m:o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m:t>
                      </m:r>
                      <m:r>
                        <a:rPr lang="en-US" sz="2800" b="0" i="1" noProof="0" smtClean="0">
                          <a:latin typeface="Cambria Math" panose="02040503050406030204" pitchFamily="18" charset="0"/>
                        </a:rPr>
                        <m:t>𝑛</m:t>
                      </m:r>
                      <m:r>
                        <a:rPr lang="en-US" sz="2800" i="1" noProof="0">
                          <a:latin typeface="Cambria Math" panose="02040503050406030204" pitchFamily="18" charset="0"/>
                        </a:rPr>
                        <m:t>×</m:t>
                      </m:r>
                      <m:r>
                        <a:rPr lang="en-US" sz="2800" b="0" i="1" noProof="0" smtClean="0">
                          <a:latin typeface="Cambria Math" panose="02040503050406030204" pitchFamily="18" charset="0"/>
                        </a:rPr>
                        <m:t>𝑘</m:t>
                      </m:r>
                    </m:oMath>
                  </m:oMathPara>
                </a14:m>
                <a:endParaRPr lang="en-US" sz="2800" noProof="0" dirty="0"/>
              </a:p>
            </p:txBody>
          </p:sp>
        </mc:Choice>
        <mc:Fallback>
          <p:sp>
            <p:nvSpPr>
              <p:cNvPr id="23" name="TextBox 22">
                <a:extLst>
                  <a:ext uri="{FF2B5EF4-FFF2-40B4-BE49-F238E27FC236}">
                    <a16:creationId xmlns:a16="http://schemas.microsoft.com/office/drawing/2014/main" id="{B06A7DF1-6410-6B50-C5B4-1D19F94CC66E}"/>
                  </a:ext>
                </a:extLst>
              </p:cNvPr>
              <p:cNvSpPr txBox="1">
                <a:spLocks noRot="1" noChangeAspect="1" noMove="1" noResize="1" noEditPoints="1" noAdjustHandles="1" noChangeArrowheads="1" noChangeShapeType="1" noTextEdit="1"/>
              </p:cNvSpPr>
              <p:nvPr>
                <p:custDataLst>
                  <p:tags r:id="rId26"/>
                </p:custDataLst>
              </p:nvPr>
            </p:nvSpPr>
            <p:spPr>
              <a:xfrm>
                <a:off x="6248302" y="5491919"/>
                <a:ext cx="1820178" cy="523220"/>
              </a:xfrm>
              <a:prstGeom prst="rect">
                <a:avLst/>
              </a:prstGeom>
              <a:blipFill>
                <a:blip r:embed="rId45"/>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8DBAFB5-6687-0B30-A4B3-3B451E4A7C9C}"/>
              </a:ext>
            </a:extLst>
          </p:cNvPr>
          <p:cNvSpPr/>
          <p:nvPr>
            <p:custDataLst>
              <p:tags r:id="rId27"/>
            </p:custDataLst>
          </p:nvPr>
        </p:nvSpPr>
        <p:spPr>
          <a:xfrm>
            <a:off x="6325185" y="556665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Oval 25">
            <a:extLst>
              <a:ext uri="{FF2B5EF4-FFF2-40B4-BE49-F238E27FC236}">
                <a16:creationId xmlns:a16="http://schemas.microsoft.com/office/drawing/2014/main" id="{6E28A1E1-5F7A-AD01-3038-8212D40F8EB4}"/>
              </a:ext>
            </a:extLst>
          </p:cNvPr>
          <p:cNvSpPr/>
          <p:nvPr>
            <p:custDataLst>
              <p:tags r:id="rId28"/>
            </p:custDataLst>
          </p:nvPr>
        </p:nvSpPr>
        <p:spPr>
          <a:xfrm>
            <a:off x="7001689" y="5575481"/>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7" name="Oval 26">
            <a:extLst>
              <a:ext uri="{FF2B5EF4-FFF2-40B4-BE49-F238E27FC236}">
                <a16:creationId xmlns:a16="http://schemas.microsoft.com/office/drawing/2014/main" id="{83002441-847F-3512-0068-D6C90AC01B06}"/>
              </a:ext>
            </a:extLst>
          </p:cNvPr>
          <p:cNvSpPr/>
          <p:nvPr>
            <p:custDataLst>
              <p:tags r:id="rId29"/>
            </p:custDataLst>
          </p:nvPr>
        </p:nvSpPr>
        <p:spPr>
          <a:xfrm>
            <a:off x="7626160" y="5558198"/>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TextBox 27">
            <a:extLst>
              <a:ext uri="{FF2B5EF4-FFF2-40B4-BE49-F238E27FC236}">
                <a16:creationId xmlns:a16="http://schemas.microsoft.com/office/drawing/2014/main" id="{9B2456D5-27F4-08D6-017D-CEA75BF1E789}"/>
              </a:ext>
            </a:extLst>
          </p:cNvPr>
          <p:cNvSpPr txBox="1"/>
          <p:nvPr>
            <p:custDataLst>
              <p:tags r:id="rId30"/>
            </p:custDataLst>
          </p:nvPr>
        </p:nvSpPr>
        <p:spPr>
          <a:xfrm>
            <a:off x="6212225" y="5054752"/>
            <a:ext cx="2938625" cy="461665"/>
          </a:xfrm>
          <a:prstGeom prst="rect">
            <a:avLst/>
          </a:prstGeom>
          <a:noFill/>
        </p:spPr>
        <p:txBody>
          <a:bodyPr wrap="none" rtlCol="0">
            <a:spAutoFit/>
          </a:bodyPr>
          <a:lstStyle/>
          <a:p>
            <a:r>
              <a:rPr lang="en-US" sz="2400" dirty="0"/>
              <a:t>Unique occurrences</a:t>
            </a:r>
          </a:p>
        </p:txBody>
      </p:sp>
      <p:cxnSp>
        <p:nvCxnSpPr>
          <p:cNvPr id="30" name="Connector: Curved 29">
            <a:extLst>
              <a:ext uri="{FF2B5EF4-FFF2-40B4-BE49-F238E27FC236}">
                <a16:creationId xmlns:a16="http://schemas.microsoft.com/office/drawing/2014/main" id="{7BEE34A4-13CB-FA1B-697A-93DD0F0D5A04}"/>
              </a:ext>
            </a:extLst>
          </p:cNvPr>
          <p:cNvCxnSpPr>
            <a:stCxn id="27" idx="6"/>
            <a:endCxn id="24" idx="3"/>
          </p:cNvCxnSpPr>
          <p:nvPr>
            <p:custDataLst>
              <p:tags r:id="rId31"/>
            </p:custDataLst>
          </p:nvPr>
        </p:nvCxnSpPr>
        <p:spPr>
          <a:xfrm flipV="1">
            <a:off x="8016446" y="2371292"/>
            <a:ext cx="2963434" cy="3396279"/>
          </a:xfrm>
          <a:prstGeom prst="curvedConnector3">
            <a:avLst>
              <a:gd name="adj1" fmla="val 107714"/>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Rectangle 6">
            <a:extLst>
              <a:ext uri="{FF2B5EF4-FFF2-40B4-BE49-F238E27FC236}">
                <a16:creationId xmlns:a16="http://schemas.microsoft.com/office/drawing/2014/main" id="{4C6D684A-7007-2D26-8D80-E48C7D85932D}"/>
              </a:ext>
            </a:extLst>
          </p:cNvPr>
          <p:cNvSpPr/>
          <p:nvPr>
            <p:custDataLst>
              <p:tags r:id="rId32"/>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FE0E17D-B851-B9E6-4D81-A01944D0D43D}"/>
              </a:ext>
            </a:extLst>
          </p:cNvPr>
          <p:cNvSpPr txBox="1"/>
          <p:nvPr>
            <p:custDataLst>
              <p:tags r:id="rId33"/>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371258046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custDataLst>
              <p:tags r:id="rId2"/>
            </p:custDataLst>
          </p:nvPr>
        </p:nvGrpSpPr>
        <p:grpSpPr>
          <a:xfrm>
            <a:off x="3976409" y="4581831"/>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AE6AE8EA-F3A2-4429-46DA-FAD917748140}"/>
                        </a:ext>
                      </a:extLst>
                    </p:cNvPr>
                    <p:cNvSpPr txBox="1"/>
                    <p:nvPr/>
                  </p:nvSpPr>
                  <p:spPr>
                    <a:xfrm>
                      <a:off x="1622785" y="2635659"/>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22785" y="2635659"/>
                      <a:ext cx="422427" cy="54574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6DD7E9B2-E767-3D0E-8430-92B5D9AA07CD}"/>
                        </a:ext>
                      </a:extLst>
                    </p:cNvPr>
                    <p:cNvSpPr txBox="1"/>
                    <p:nvPr/>
                  </p:nvSpPr>
                  <p:spPr>
                    <a:xfrm>
                      <a:off x="3432966" y="2646411"/>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32966" y="2646411"/>
                      <a:ext cx="586414" cy="545745"/>
                    </a:xfrm>
                    <a:prstGeom prst="rect">
                      <a:avLst/>
                    </a:prstGeom>
                    <a:blipFill>
                      <a:blip r:embed="rId14"/>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20"/>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custDataLst>
              <p:tags r:id="rId3"/>
            </p:custDataLst>
          </p:nvPr>
        </p:nvSpPr>
        <p:spPr/>
        <p:txBody>
          <a:bodyPr/>
          <a:lstStyle/>
          <a:p>
            <a:r>
              <a:rPr lang="en-US" noProof="0" dirty="0"/>
              <a:t>Same computation, different traversal</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custDataLst>
              <p:tags r:id="rId5"/>
            </p:custDataLst>
          </p:nvPr>
        </p:nvSpPr>
        <p:spPr/>
        <p:txBody>
          <a:bodyPr/>
          <a:lstStyle/>
          <a:p>
            <a:r>
              <a:rPr lang="en-US" noProof="0"/>
              <a:t>9</a:t>
            </a:r>
            <a:endParaRPr lang="en-US" noProof="0" dirty="0"/>
          </a:p>
        </p:txBody>
      </p:sp>
      <p:sp>
        <p:nvSpPr>
          <p:cNvPr id="3" name="TextBox 2">
            <a:extLst>
              <a:ext uri="{FF2B5EF4-FFF2-40B4-BE49-F238E27FC236}">
                <a16:creationId xmlns:a16="http://schemas.microsoft.com/office/drawing/2014/main" id="{0FCBA717-9CCC-E582-9AD5-0BD4B28E0F5A}"/>
              </a:ext>
            </a:extLst>
          </p:cNvPr>
          <p:cNvSpPr txBox="1"/>
          <p:nvPr>
            <p:custDataLst>
              <p:tags r:id="rId6"/>
            </p:custDataLst>
          </p:nvPr>
        </p:nvSpPr>
        <p:spPr>
          <a:xfrm>
            <a:off x="1498604" y="2985971"/>
            <a:ext cx="9194792" cy="1124282"/>
          </a:xfrm>
          <a:prstGeom prst="rect">
            <a:avLst/>
          </a:prstGeom>
          <a:noFill/>
          <a:ln>
            <a:solidFill>
              <a:schemeClr val="tx1"/>
            </a:solidFill>
          </a:ln>
        </p:spPr>
        <p:txBody>
          <a:bodyPr wrap="non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43" name="TextBox 42">
            <a:extLst>
              <a:ext uri="{FF2B5EF4-FFF2-40B4-BE49-F238E27FC236}">
                <a16:creationId xmlns:a16="http://schemas.microsoft.com/office/drawing/2014/main" id="{F77E6586-7CA7-0470-44A7-FA4B38EA596E}"/>
              </a:ext>
            </a:extLst>
          </p:cNvPr>
          <p:cNvSpPr txBox="1"/>
          <p:nvPr>
            <p:custDataLst>
              <p:tags r:id="rId7"/>
            </p:custDataLst>
          </p:nvPr>
        </p:nvSpPr>
        <p:spPr>
          <a:xfrm>
            <a:off x="1498604" y="2985971"/>
            <a:ext cx="9194791"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custDataLst>
              <p:tags r:id="rId8"/>
            </p:custDataLst>
          </p:nvPr>
        </p:nvSpPr>
        <p:spPr>
          <a:xfrm>
            <a:off x="3698997" y="4240050"/>
            <a:ext cx="4610558" cy="400110"/>
          </a:xfrm>
          <a:prstGeom prst="rect">
            <a:avLst/>
          </a:prstGeom>
          <a:noFill/>
        </p:spPr>
        <p:txBody>
          <a:bodyPr wrap="none" rtlCol="0">
            <a:spAutoFit/>
          </a:bodyPr>
          <a:lstStyle/>
          <a:p>
            <a:pPr algn="ctr"/>
            <a:r>
              <a:rPr lang="en-US" sz="2000" noProof="0" dirty="0"/>
              <a:t>Common optimization: compute by tiles</a:t>
            </a:r>
          </a:p>
        </p:txBody>
      </p:sp>
      <p:sp>
        <p:nvSpPr>
          <p:cNvPr id="15" name="Rectangle 14">
            <a:extLst>
              <a:ext uri="{FF2B5EF4-FFF2-40B4-BE49-F238E27FC236}">
                <a16:creationId xmlns:a16="http://schemas.microsoft.com/office/drawing/2014/main" id="{1927A6DC-2EF6-8EB4-9C65-88F5EC488E42}"/>
              </a:ext>
            </a:extLst>
          </p:cNvPr>
          <p:cNvSpPr/>
          <p:nvPr>
            <p:custDataLst>
              <p:tags r:id="rId9"/>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51CFAD88-2CE5-14CC-F491-1A2605B08EF1}"/>
              </a:ext>
            </a:extLst>
          </p:cNvPr>
          <p:cNvSpPr txBox="1"/>
          <p:nvPr>
            <p:custDataLst>
              <p:tags r:id="rId10"/>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1208374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custDataLst>
              <p:tags r:id="rId2"/>
            </p:custDataLst>
          </p:nvPr>
        </p:nvGrpSpPr>
        <p:grpSpPr>
          <a:xfrm>
            <a:off x="3976409" y="4581831"/>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AE6AE8EA-F3A2-4429-46DA-FAD917748140}"/>
                        </a:ext>
                      </a:extLst>
                    </p:cNvPr>
                    <p:cNvSpPr txBox="1"/>
                    <p:nvPr/>
                  </p:nvSpPr>
                  <p:spPr>
                    <a:xfrm>
                      <a:off x="1622785" y="2635659"/>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22785" y="2635659"/>
                      <a:ext cx="422427" cy="545745"/>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6DD7E9B2-E767-3D0E-8430-92B5D9AA07CD}"/>
                        </a:ext>
                      </a:extLst>
                    </p:cNvPr>
                    <p:cNvSpPr txBox="1"/>
                    <p:nvPr/>
                  </p:nvSpPr>
                  <p:spPr>
                    <a:xfrm>
                      <a:off x="3432966" y="2646411"/>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32966" y="2646411"/>
                      <a:ext cx="586414" cy="545745"/>
                    </a:xfrm>
                    <a:prstGeom prst="rect">
                      <a:avLst/>
                    </a:prstGeom>
                    <a:blipFill>
                      <a:blip r:embed="rId18"/>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24"/>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custDataLst>
              <p:tags r:id="rId3"/>
            </p:custDataLst>
          </p:nvPr>
        </p:nvSpPr>
        <p:spPr/>
        <p:txBody>
          <a:bodyPr/>
          <a:lstStyle/>
          <a:p>
            <a:r>
              <a:rPr lang="en-US" noProof="0" dirty="0"/>
              <a:t>Same computation, different traversal</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custDataLst>
              <p:tags r:id="rId5"/>
            </p:custDataLst>
          </p:nvPr>
        </p:nvSpPr>
        <p:spPr/>
        <p:txBody>
          <a:bodyPr/>
          <a:lstStyle/>
          <a:p>
            <a:r>
              <a:rPr lang="en-US" noProof="0"/>
              <a:t>9</a:t>
            </a:r>
            <a:endParaRPr lang="en-US" noProof="0" dirty="0"/>
          </a:p>
        </p:txBody>
      </p:sp>
      <p:sp>
        <p:nvSpPr>
          <p:cNvPr id="6" name="Rectangle 5">
            <a:extLst>
              <a:ext uri="{FF2B5EF4-FFF2-40B4-BE49-F238E27FC236}">
                <a16:creationId xmlns:a16="http://schemas.microsoft.com/office/drawing/2014/main" id="{94315874-4365-BD7E-38E9-6E300532D1B0}"/>
              </a:ext>
            </a:extLst>
          </p:cNvPr>
          <p:cNvSpPr/>
          <p:nvPr>
            <p:custDataLst>
              <p:tags r:id="rId6"/>
            </p:custDataLst>
          </p:nvPr>
        </p:nvSpPr>
        <p:spPr>
          <a:xfrm>
            <a:off x="6914245" y="1534018"/>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0" name="Rectangle 9">
            <a:extLst>
              <a:ext uri="{FF2B5EF4-FFF2-40B4-BE49-F238E27FC236}">
                <a16:creationId xmlns:a16="http://schemas.microsoft.com/office/drawing/2014/main" id="{FD7BF336-2D6B-75E5-35D1-BB6F556A8522}"/>
              </a:ext>
            </a:extLst>
          </p:cNvPr>
          <p:cNvSpPr/>
          <p:nvPr>
            <p:custDataLst>
              <p:tags r:id="rId7"/>
            </p:custDataLst>
          </p:nvPr>
        </p:nvSpPr>
        <p:spPr>
          <a:xfrm>
            <a:off x="6914245" y="1878964"/>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2" name="Rectangle 11">
            <a:extLst>
              <a:ext uri="{FF2B5EF4-FFF2-40B4-BE49-F238E27FC236}">
                <a16:creationId xmlns:a16="http://schemas.microsoft.com/office/drawing/2014/main" id="{6B5E3D72-639F-DBE8-60C5-E7360CC97F9F}"/>
              </a:ext>
            </a:extLst>
          </p:cNvPr>
          <p:cNvSpPr/>
          <p:nvPr>
            <p:custDataLst>
              <p:tags r:id="rId8"/>
            </p:custDataLst>
          </p:nvPr>
        </p:nvSpPr>
        <p:spPr>
          <a:xfrm>
            <a:off x="6007392" y="2222371"/>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D8CA8669-3DF0-4485-E218-6A9F90B6F725}"/>
              </a:ext>
            </a:extLst>
          </p:cNvPr>
          <p:cNvSpPr txBox="1"/>
          <p:nvPr>
            <p:custDataLst>
              <p:tags r:id="rId9"/>
            </p:custDataLst>
          </p:nvPr>
        </p:nvSpPr>
        <p:spPr>
          <a:xfrm>
            <a:off x="2667000" y="1431917"/>
            <a:ext cx="6858000"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custDataLst>
              <p:tags r:id="rId10"/>
            </p:custDataLst>
          </p:nvPr>
        </p:nvSpPr>
        <p:spPr>
          <a:xfrm>
            <a:off x="1498604" y="2985971"/>
            <a:ext cx="9194792" cy="1124282"/>
          </a:xfrm>
          <a:prstGeom prst="rect">
            <a:avLst/>
          </a:prstGeom>
          <a:noFill/>
          <a:ln>
            <a:solidFill>
              <a:schemeClr val="tx1"/>
            </a:solidFill>
          </a:ln>
        </p:spPr>
        <p:txBody>
          <a:bodyPr wrap="non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custDataLst>
              <p:tags r:id="rId11"/>
            </p:custDataLst>
          </p:nvPr>
        </p:nvCxnSpPr>
        <p:spPr>
          <a:xfrm>
            <a:off x="6096000" y="2556199"/>
            <a:ext cx="0" cy="4297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83" name="TextBox 82">
            <a:extLst>
              <a:ext uri="{FF2B5EF4-FFF2-40B4-BE49-F238E27FC236}">
                <a16:creationId xmlns:a16="http://schemas.microsoft.com/office/drawing/2014/main" id="{1195DDFC-51FA-D6DB-4B8E-E4B9CB728047}"/>
              </a:ext>
            </a:extLst>
          </p:cNvPr>
          <p:cNvSpPr txBox="1"/>
          <p:nvPr>
            <p:custDataLst>
              <p:tags r:id="rId12"/>
            </p:custDataLst>
          </p:nvPr>
        </p:nvSpPr>
        <p:spPr>
          <a:xfrm>
            <a:off x="3698997" y="4240050"/>
            <a:ext cx="4610558" cy="400110"/>
          </a:xfrm>
          <a:prstGeom prst="rect">
            <a:avLst/>
          </a:prstGeom>
          <a:noFill/>
        </p:spPr>
        <p:txBody>
          <a:bodyPr wrap="none" rtlCol="0">
            <a:spAutoFit/>
          </a:bodyPr>
          <a:lstStyle/>
          <a:p>
            <a:pPr algn="ctr"/>
            <a:r>
              <a:rPr lang="en-US" sz="2000" noProof="0" dirty="0"/>
              <a:t>Common optimization: compute by tiles</a:t>
            </a:r>
          </a:p>
        </p:txBody>
      </p:sp>
      <p:sp>
        <p:nvSpPr>
          <p:cNvPr id="15" name="Rectangle 14">
            <a:extLst>
              <a:ext uri="{FF2B5EF4-FFF2-40B4-BE49-F238E27FC236}">
                <a16:creationId xmlns:a16="http://schemas.microsoft.com/office/drawing/2014/main" id="{1927A6DC-2EF6-8EB4-9C65-88F5EC488E42}"/>
              </a:ext>
            </a:extLst>
          </p:cNvPr>
          <p:cNvSpPr/>
          <p:nvPr>
            <p:custDataLst>
              <p:tags r:id="rId13"/>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51CFAD88-2CE5-14CC-F491-1A2605B08EF1}"/>
              </a:ext>
            </a:extLst>
          </p:cNvPr>
          <p:cNvSpPr txBox="1"/>
          <p:nvPr>
            <p:custDataLst>
              <p:tags r:id="rId14"/>
            </p:custDataLst>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175429434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4"/>
          <a:stretch>
            <a:fillRect/>
          </a:stretch>
        </p:blipFill>
        <p:spPr>
          <a:xfrm>
            <a:off x="1984828" y="1291017"/>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No measurable runtime overhead</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r>
              <a:rPr lang="en-US" noProof="0"/>
              <a:t>10</a:t>
            </a:r>
            <a:endParaRPr lang="en-US" noProof="0" dirty="0"/>
          </a:p>
        </p:txBody>
      </p:sp>
      <p:sp>
        <p:nvSpPr>
          <p:cNvPr id="10" name="TextBox 9">
            <a:extLst>
              <a:ext uri="{FF2B5EF4-FFF2-40B4-BE49-F238E27FC236}">
                <a16:creationId xmlns:a16="http://schemas.microsoft.com/office/drawing/2014/main" id="{5C94ADD4-4CFC-E812-3B36-B6402C655DF5}"/>
              </a:ext>
            </a:extLst>
          </p:cNvPr>
          <p:cNvSpPr txBox="1"/>
          <p:nvPr/>
        </p:nvSpPr>
        <p:spPr>
          <a:xfrm>
            <a:off x="5072321" y="965353"/>
            <a:ext cx="2302302"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
        <p:nvSpPr>
          <p:cNvPr id="11" name="Rectangle 10">
            <a:extLst>
              <a:ext uri="{FF2B5EF4-FFF2-40B4-BE49-F238E27FC236}">
                <a16:creationId xmlns:a16="http://schemas.microsoft.com/office/drawing/2014/main" id="{6CD62AC5-52F6-2F77-F257-C12B9E6D61AA}"/>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41E4CA1-060C-9D27-D5F2-498B26C6F03C}"/>
              </a:ext>
            </a:extLst>
          </p:cNvPr>
          <p:cNvSpPr txBox="1"/>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522048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190BA-3341-D3CF-BA01-4DF18841EC2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638614C-3438-890D-5EFF-50639BB8D396}"/>
              </a:ext>
            </a:extLst>
          </p:cNvPr>
          <p:cNvSpPr>
            <a:spLocks noGrp="1"/>
          </p:cNvSpPr>
          <p:nvPr>
            <p:ph idx="1"/>
          </p:nvPr>
        </p:nvSpPr>
        <p:spPr>
          <a:xfrm>
            <a:off x="488578" y="858835"/>
            <a:ext cx="11214844" cy="5314952"/>
          </a:xfrm>
        </p:spPr>
        <p:txBody>
          <a:bodyPr anchor="t">
            <a:noAutofit/>
          </a:bodyPr>
          <a:lstStyle/>
          <a:p>
            <a:r>
              <a:rPr lang="en-US" b="1" dirty="0"/>
              <a:t>Memory access transformations</a:t>
            </a:r>
          </a:p>
          <a:p>
            <a:pPr lvl="1"/>
            <a:r>
              <a:rPr lang="en-US" dirty="0">
                <a:solidFill>
                  <a:schemeClr val="bg2">
                    <a:lumMod val="75000"/>
                  </a:schemeClr>
                </a:solidFill>
              </a:rPr>
              <a:t>Decoupling layouts and traversals from the algorithm</a:t>
            </a:r>
          </a:p>
          <a:p>
            <a:pPr lvl="1"/>
            <a:r>
              <a:rPr lang="en-US" b="1" dirty="0"/>
              <a:t>Parallelization of traversals</a:t>
            </a:r>
          </a:p>
          <a:p>
            <a:pPr lvl="1"/>
            <a:r>
              <a:rPr lang="en-US" dirty="0">
                <a:solidFill>
                  <a:schemeClr val="bg2">
                    <a:lumMod val="75000"/>
                  </a:schemeClr>
                </a:solidFill>
              </a:rPr>
              <a:t>Distributed computing</a:t>
            </a:r>
          </a:p>
          <a:p>
            <a:r>
              <a:rPr lang="en-US" dirty="0">
                <a:solidFill>
                  <a:schemeClr val="bg2">
                    <a:lumMod val="75000"/>
                  </a:schemeClr>
                </a:solidFill>
              </a:rPr>
              <a:t>Decoupling value encoding and evaluation strategy</a:t>
            </a:r>
          </a:p>
          <a:p>
            <a:r>
              <a:rPr lang="en-US" dirty="0">
                <a:solidFill>
                  <a:schemeClr val="bg2">
                    <a:lumMod val="75000"/>
                  </a:schemeClr>
                </a:solidFill>
              </a:rPr>
              <a:t>Design guidance and abstractions’ effect on LLM-generated code</a:t>
            </a:r>
          </a:p>
          <a:p>
            <a:pPr marL="0" indent="0">
              <a:buNone/>
            </a:pPr>
            <a:endParaRPr lang="en-US" sz="2400" dirty="0">
              <a:solidFill>
                <a:schemeClr val="bg2">
                  <a:lumMod val="75000"/>
                </a:schemeClr>
              </a:solidFill>
            </a:endParaRPr>
          </a:p>
          <a:p>
            <a:pPr marL="0" indent="0" algn="ctr">
              <a:buNone/>
            </a:pPr>
            <a:r>
              <a:rPr lang="en-US" sz="2000" b="1" dirty="0"/>
              <a:t>Publications</a:t>
            </a:r>
          </a:p>
          <a:p>
            <a:pPr marL="0" indent="0">
              <a:buNone/>
            </a:pPr>
            <a:r>
              <a:rPr lang="en-US" sz="2000" b="1" dirty="0"/>
              <a:t>Astute Approach to Handling Memory Layouts of Regular Data Structures</a:t>
            </a:r>
            <a:r>
              <a:rPr lang="en-US" sz="2000" dirty="0"/>
              <a:t>. </a:t>
            </a:r>
            <a:r>
              <a:rPr lang="en-US" sz="2000" i="1" dirty="0"/>
              <a:t>ICA3PP, 2022</a:t>
            </a:r>
          </a:p>
          <a:p>
            <a:pPr marL="0" indent="0">
              <a:buNone/>
            </a:pPr>
            <a:r>
              <a:rPr lang="en-US" sz="2000" b="1" dirty="0"/>
              <a:t>Pure C++ Approach to Optimized Parallel Traversal of Regular Data Structures</a:t>
            </a:r>
            <a:r>
              <a:rPr lang="en-US" sz="2000" dirty="0"/>
              <a:t>. </a:t>
            </a:r>
            <a:r>
              <a:rPr lang="en-US" sz="2000" i="1" dirty="0" err="1"/>
              <a:t>PPoPP</a:t>
            </a:r>
            <a:r>
              <a:rPr lang="en-US" sz="2000" i="1" dirty="0"/>
              <a:t>, 2024</a:t>
            </a:r>
          </a:p>
          <a:p>
            <a:pPr marL="0" indent="0">
              <a:buNone/>
            </a:pPr>
            <a:r>
              <a:rPr lang="en-US" sz="2000" b="1" dirty="0"/>
              <a:t>Abstractions for C++ code optimizations in parallel high-performance applications</a:t>
            </a:r>
            <a:r>
              <a:rPr lang="en-US" sz="2000" dirty="0"/>
              <a:t>. </a:t>
            </a:r>
            <a:r>
              <a:rPr lang="en-US" sz="2000" dirty="0" err="1"/>
              <a:t>ParCo</a:t>
            </a:r>
            <a:r>
              <a:rPr lang="en-US" sz="2000" dirty="0"/>
              <a:t>, 2024</a:t>
            </a:r>
          </a:p>
          <a:p>
            <a:pPr marL="0" indent="0">
              <a:buNone/>
            </a:pPr>
            <a:r>
              <a:rPr lang="en-US" sz="2000" b="1" dirty="0"/>
              <a:t>Layout-Agnostic MPI Abstraction for Distributed Computing in Modern C++</a:t>
            </a:r>
            <a:r>
              <a:rPr lang="en-US" sz="2000" dirty="0"/>
              <a:t>. </a:t>
            </a:r>
            <a:r>
              <a:rPr lang="en-US" sz="2000" i="1" dirty="0" err="1"/>
              <a:t>EuroMPI</a:t>
            </a:r>
            <a:r>
              <a:rPr lang="en-US" sz="2000" i="1" dirty="0"/>
              <a:t>, 2025</a:t>
            </a:r>
            <a:endParaRPr lang="en-US" sz="2400" dirty="0"/>
          </a:p>
        </p:txBody>
      </p:sp>
      <p:sp>
        <p:nvSpPr>
          <p:cNvPr id="4" name="Date Placeholder 3">
            <a:extLst>
              <a:ext uri="{FF2B5EF4-FFF2-40B4-BE49-F238E27FC236}">
                <a16:creationId xmlns:a16="http://schemas.microsoft.com/office/drawing/2014/main" id="{1EA7B5DC-35C5-4E5D-AF55-E0B938B3679A}"/>
              </a:ext>
            </a:extLst>
          </p:cNvPr>
          <p:cNvSpPr>
            <a:spLocks noGrp="1"/>
          </p:cNvSpPr>
          <p:nvPr>
            <p:ph type="dt" sz="half" idx="10"/>
          </p:nvPr>
        </p:nvSpPr>
        <p:spPr/>
        <p:txBody>
          <a:bodyPr/>
          <a:lstStyle/>
          <a:p>
            <a:r>
              <a:rPr lang="en-US"/>
              <a:t>9/10/2026</a:t>
            </a:r>
            <a:endParaRPr lang="en-US" dirty="0"/>
          </a:p>
        </p:txBody>
      </p:sp>
      <p:sp>
        <p:nvSpPr>
          <p:cNvPr id="5" name="Slide Number Placeholder 4">
            <a:extLst>
              <a:ext uri="{FF2B5EF4-FFF2-40B4-BE49-F238E27FC236}">
                <a16:creationId xmlns:a16="http://schemas.microsoft.com/office/drawing/2014/main" id="{D915F9A4-8813-2F39-D711-FA8E4B335587}"/>
              </a:ext>
            </a:extLst>
          </p:cNvPr>
          <p:cNvSpPr>
            <a:spLocks noGrp="1"/>
          </p:cNvSpPr>
          <p:nvPr>
            <p:ph type="sldNum" sz="quarter" idx="12"/>
          </p:nvPr>
        </p:nvSpPr>
        <p:spPr/>
        <p:txBody>
          <a:bodyPr/>
          <a:lstStyle/>
          <a:p>
            <a:r>
              <a:rPr lang="en-US"/>
              <a:t>11</a:t>
            </a:r>
          </a:p>
        </p:txBody>
      </p:sp>
      <p:sp>
        <p:nvSpPr>
          <p:cNvPr id="10" name="Rectangle 9">
            <a:extLst>
              <a:ext uri="{FF2B5EF4-FFF2-40B4-BE49-F238E27FC236}">
                <a16:creationId xmlns:a16="http://schemas.microsoft.com/office/drawing/2014/main" id="{3ACCE068-511B-E159-E9ED-10AECC15FEC6}"/>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FF284759-082C-F0F9-2339-A0002BFDFCE8}"/>
              </a:ext>
            </a:extLst>
          </p:cNvPr>
          <p:cNvPicPr>
            <a:picLocks noChangeAspect="1"/>
          </p:cNvPicPr>
          <p:nvPr/>
        </p:nvPicPr>
        <p:blipFill>
          <a:blip r:embed="rId3"/>
          <a:stretch>
            <a:fillRect/>
          </a:stretch>
        </p:blipFill>
        <p:spPr>
          <a:xfrm>
            <a:off x="10312400" y="1"/>
            <a:ext cx="1879600" cy="1879600"/>
          </a:xfrm>
          <a:prstGeom prst="rect">
            <a:avLst/>
          </a:prstGeom>
          <a:solidFill>
            <a:schemeClr val="bg1"/>
          </a:solidFill>
        </p:spPr>
      </p:pic>
    </p:spTree>
    <p:custDataLst>
      <p:tags r:id="rId1"/>
    </p:custDataLst>
    <p:extLst>
      <p:ext uri="{BB962C8B-B14F-4D97-AF65-F5344CB8AC3E}">
        <p14:creationId xmlns:p14="http://schemas.microsoft.com/office/powerpoint/2010/main" val="33026530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D9D588-D364-AF9C-5071-96FEC8DBE285}"/>
              </a:ext>
            </a:extLst>
          </p:cNvPr>
          <p:cNvSpPr>
            <a:spLocks noGrp="1"/>
          </p:cNvSpPr>
          <p:nvPr>
            <p:ph type="title"/>
            <p:custDataLst>
              <p:tags r:id="rId2"/>
            </p:custDataLst>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custDataLst>
              <p:tags r:id="rId3"/>
            </p:custDataLst>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pPr>
              <a:buSzPts val="100"/>
            </a:pPr>
            <a:r>
              <a:rPr lang="en-US" noProof="0" dirty="0">
                <a:solidFill>
                  <a:schemeClr val="tx1">
                    <a:alpha val="0"/>
                  </a:schemeClr>
                </a:solidFill>
              </a:rPr>
              <a:t>GPU</a:t>
            </a:r>
          </a:p>
          <a:p>
            <a:pPr marL="457200" lvl="1" indent="0">
              <a:buSzPts val="100"/>
              <a:buNone/>
            </a:pPr>
            <a:r>
              <a:rPr lang="en-US" noProof="0" dirty="0" err="1">
                <a:solidFill>
                  <a:srgbClr val="001080">
                    <a:alpha val="0"/>
                  </a:srgbClr>
                </a:solidFill>
                <a:latin typeface="Fira Code" panose="020B0809050000020004" pitchFamily="49" charset="0"/>
              </a:rPr>
              <a:t>cuda_traverser</a:t>
            </a:r>
            <a:r>
              <a:rPr lang="en-US" noProof="0" dirty="0">
                <a:solidFill>
                  <a:schemeClr val="tx1">
                    <a:alpha val="0"/>
                  </a:schemeClr>
                </a:solidFill>
                <a:latin typeface="Fira Code" panose="020B0809050000020004" pitchFamily="49" charset="0"/>
              </a:rPr>
              <a:t> = </a:t>
            </a:r>
            <a:r>
              <a:rPr lang="en-US" noProof="0" dirty="0" err="1">
                <a:solidFill>
                  <a:srgbClr val="795E26">
                    <a:alpha val="0"/>
                  </a:srgbClr>
                </a:solidFill>
                <a:latin typeface="Fira Code" panose="020B0809050000020004" pitchFamily="49" charset="0"/>
              </a:rPr>
              <a:t>cuda_threads</a:t>
            </a:r>
            <a:r>
              <a:rPr lang="en-US" sz="400" noProof="0" dirty="0">
                <a:solidFill>
                  <a:srgbClr val="795E26">
                    <a:alpha val="0"/>
                  </a:srgbClr>
                </a:solidFill>
                <a:latin typeface="Fira Code" panose="020B0809050000020004" pitchFamily="49" charset="0"/>
              </a:rPr>
              <a:t> </a:t>
            </a:r>
            <a:r>
              <a:rPr lang="en-US" noProof="0" dirty="0">
                <a:solidFill>
                  <a:schemeClr val="tx1">
                    <a:alpha val="0"/>
                  </a:schemeClr>
                </a:solidFill>
                <a:latin typeface="Fira Code" panose="020B0809050000020004" pitchFamily="49" charset="0"/>
              </a:rPr>
              <a:t>&lt;</a:t>
            </a:r>
            <a:r>
              <a:rPr lang="en-US" noProof="0" dirty="0">
                <a:solidFill>
                  <a:srgbClr val="FF0000">
                    <a:alpha val="0"/>
                  </a:srgbClr>
                </a:solidFill>
                <a:latin typeface="Fira Code" panose="020B0809050000020004" pitchFamily="49" charset="0"/>
              </a:rPr>
              <a:t>'</a:t>
            </a:r>
            <a:r>
              <a:rPr lang="en-US" noProof="0" dirty="0" err="1">
                <a:solidFill>
                  <a:srgbClr val="FF0000">
                    <a:alpha val="0"/>
                  </a:srgbClr>
                </a:solidFill>
                <a:latin typeface="Fira Code" panose="020B0809050000020004" pitchFamily="49" charset="0"/>
              </a:rPr>
              <a:t>t'</a:t>
            </a:r>
            <a:r>
              <a:rPr lang="en-US" noProof="0" dirty="0" err="1">
                <a:solidFill>
                  <a:schemeClr val="tx1">
                    <a:alpha val="0"/>
                  </a:schemeClr>
                </a:solidFill>
                <a:latin typeface="Fira Code" panose="020B0809050000020004" pitchFamily="49" charset="0"/>
              </a:rPr>
              <a:t>,</a:t>
            </a:r>
            <a:r>
              <a:rPr lang="en-US" noProof="0" dirty="0" err="1">
                <a:solidFill>
                  <a:srgbClr val="FF0000">
                    <a:alpha val="0"/>
                  </a:srgbClr>
                </a:solidFill>
                <a:latin typeface="Fira Code" panose="020B0809050000020004" pitchFamily="49" charset="0"/>
              </a:rPr>
              <a:t>'b</a:t>
            </a:r>
            <a:r>
              <a:rPr lang="en-US" noProof="0" dirty="0">
                <a:solidFill>
                  <a:srgbClr val="FF0000">
                    <a:alpha val="0"/>
                  </a:srgbClr>
                </a:solidFill>
                <a:latin typeface="Fira Code" panose="020B0809050000020004" pitchFamily="49" charset="0"/>
              </a:rPr>
              <a:t>'</a:t>
            </a:r>
            <a:r>
              <a:rPr lang="en-US" noProof="0" dirty="0">
                <a:solidFill>
                  <a:schemeClr val="tx1">
                    <a:alpha val="0"/>
                  </a:schemeClr>
                </a:solidFill>
                <a:latin typeface="Fira Code" panose="020B0809050000020004" pitchFamily="49" charset="0"/>
              </a:rPr>
              <a:t>&gt;</a:t>
            </a:r>
            <a:r>
              <a:rPr lang="en-US" sz="400" noProof="0" dirty="0">
                <a:solidFill>
                  <a:schemeClr val="tx1">
                    <a:alpha val="0"/>
                  </a:schemeClr>
                </a:solidFill>
                <a:latin typeface="Fira Code" panose="020B0809050000020004" pitchFamily="49" charset="0"/>
              </a:rPr>
              <a:t> </a:t>
            </a:r>
            <a:r>
              <a:rPr lang="en-US" noProof="0" dirty="0">
                <a:solidFill>
                  <a:schemeClr val="tx1">
                    <a:alpha val="0"/>
                  </a:schemeClr>
                </a:solidFill>
                <a:latin typeface="Fira Code" panose="020B0809050000020004" pitchFamily="49" charset="0"/>
              </a:rPr>
              <a:t>(</a:t>
            </a:r>
            <a:r>
              <a:rPr lang="en-US" noProof="0" dirty="0">
                <a:solidFill>
                  <a:srgbClr val="001080">
                    <a:alpha val="0"/>
                  </a:srgbClr>
                </a:solidFill>
                <a:latin typeface="Fira Code" panose="020B0809050000020004" pitchFamily="49" charset="0"/>
              </a:rPr>
              <a:t>traverser</a:t>
            </a:r>
            <a:r>
              <a:rPr lang="en-US" noProof="0" dirty="0">
                <a:solidFill>
                  <a:schemeClr val="tx1">
                    <a:alpha val="0"/>
                  </a:schemeClr>
                </a:solidFill>
                <a:latin typeface="Fira Code" panose="020B0809050000020004" pitchFamily="49" charset="0"/>
              </a:rPr>
              <a:t>)</a:t>
            </a:r>
          </a:p>
          <a:p>
            <a:pPr marL="457200" lvl="1" indent="0">
              <a:buSzPts val="100"/>
              <a:buNone/>
            </a:pPr>
            <a:r>
              <a:rPr lang="en-US" noProof="0" dirty="0" err="1">
                <a:solidFill>
                  <a:srgbClr val="001080">
                    <a:alpha val="0"/>
                  </a:srgbClr>
                </a:solidFill>
                <a:latin typeface="Fira Code" panose="020B0809050000020004" pitchFamily="49" charset="0"/>
              </a:rPr>
              <a:t>cuda_traverser</a:t>
            </a:r>
            <a:r>
              <a:rPr lang="en-US" noProof="0" dirty="0" err="1">
                <a:solidFill>
                  <a:schemeClr val="tx1">
                    <a:alpha val="0"/>
                  </a:schemeClr>
                </a:solidFill>
                <a:latin typeface="Fira Code" panose="020B0809050000020004" pitchFamily="49" charset="0"/>
              </a:rPr>
              <a:t>.</a:t>
            </a:r>
            <a:r>
              <a:rPr lang="en-US" noProof="0" dirty="0" err="1">
                <a:solidFill>
                  <a:srgbClr val="795E26">
                    <a:alpha val="0"/>
                  </a:srgbClr>
                </a:solidFill>
                <a:latin typeface="Fira Code" panose="020B0809050000020004" pitchFamily="49" charset="0"/>
              </a:rPr>
              <a:t>simple_run</a:t>
            </a:r>
            <a:r>
              <a:rPr lang="en-US" noProof="0" dirty="0">
                <a:solidFill>
                  <a:schemeClr val="tx1">
                    <a:alpha val="0"/>
                  </a:schemeClr>
                </a:solidFill>
                <a:latin typeface="Fira Code" panose="020B0809050000020004" pitchFamily="49" charset="0"/>
              </a:rPr>
              <a:t>(…)</a:t>
            </a: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custDataLst>
              <p:tags r:id="rId5"/>
            </p:custDataLst>
          </p:nvPr>
        </p:nvSpPr>
        <p:spPr/>
        <p:txBody>
          <a:bodyPr/>
          <a:lstStyle/>
          <a:p>
            <a:r>
              <a:rPr lang="en-US" noProof="0"/>
              <a:t>12</a:t>
            </a:r>
            <a:endParaRPr lang="en-US" noProof="0" dirty="0"/>
          </a:p>
        </p:txBody>
      </p:sp>
      <p:sp>
        <p:nvSpPr>
          <p:cNvPr id="8" name="Rectangle 7">
            <a:extLst>
              <a:ext uri="{FF2B5EF4-FFF2-40B4-BE49-F238E27FC236}">
                <a16:creationId xmlns:a16="http://schemas.microsoft.com/office/drawing/2014/main" id="{BE4B7C17-727D-7235-6E96-08B98BE2AC7A}"/>
              </a:ext>
            </a:extLst>
          </p:cNvPr>
          <p:cNvSpPr/>
          <p:nvPr>
            <p:custDataLst>
              <p:tags r:id="rId6"/>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A253F05-8B73-3129-96F2-1E4AC907E00F}"/>
              </a:ext>
            </a:extLst>
          </p:cNvPr>
          <p:cNvSpPr txBox="1"/>
          <p:nvPr>
            <p:custDataLst>
              <p:tags r:id="rId7"/>
            </p:custDataLst>
          </p:nvPr>
        </p:nvSpPr>
        <p:spPr>
          <a:xfrm>
            <a:off x="4523631" y="6356349"/>
            <a:ext cx="3144772" cy="400110"/>
          </a:xfrm>
          <a:prstGeom prst="rect">
            <a:avLst/>
          </a:prstGeom>
          <a:noFill/>
        </p:spPr>
        <p:txBody>
          <a:bodyPr wrap="none" rtlCol="0">
            <a:spAutoFit/>
          </a:bodyPr>
          <a:lstStyle/>
          <a:p>
            <a:pPr algn="ctr"/>
            <a:r>
              <a:rPr lang="en-US" sz="2000" i="1" dirty="0">
                <a:solidFill>
                  <a:schemeClr val="bg2">
                    <a:lumMod val="50000"/>
                  </a:schemeClr>
                </a:solidFill>
              </a:rPr>
              <a:t>Parallelization of traversals</a:t>
            </a:r>
          </a:p>
        </p:txBody>
      </p:sp>
    </p:spTree>
    <p:custDataLst>
      <p:tags r:id="rId1"/>
    </p:custDataLst>
    <p:extLst>
      <p:ext uri="{BB962C8B-B14F-4D97-AF65-F5344CB8AC3E}">
        <p14:creationId xmlns:p14="http://schemas.microsoft.com/office/powerpoint/2010/main" val="32852272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custDataLst>
              <p:tags r:id="rId2"/>
            </p:custDataLst>
          </p:nvPr>
        </p:nvSpPr>
        <p:spPr>
          <a:xfrm>
            <a:off x="6365700" y="4813730"/>
            <a:ext cx="1636420" cy="326688"/>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custDataLst>
              <p:tags r:id="rId3"/>
            </p:custDataLst>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custDataLst>
              <p:tags r:id="rId4"/>
            </p:custDataLst>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r>
              <a:rPr lang="en-US" noProof="0" dirty="0"/>
              <a:t>GPU</a:t>
            </a:r>
          </a:p>
          <a:p>
            <a:pPr marL="457200" lvl="1" indent="0">
              <a:buNone/>
            </a:pPr>
            <a:r>
              <a:rPr lang="en-US" noProof="0" dirty="0" err="1">
                <a:solidFill>
                  <a:srgbClr val="001080"/>
                </a:solidFill>
                <a:latin typeface="Fira Code" panose="020B0809050000020004" pitchFamily="49" charset="0"/>
              </a:rPr>
              <a:t>cuda_traverser</a:t>
            </a:r>
            <a:r>
              <a:rPr lang="en-US" noProof="0" dirty="0">
                <a:latin typeface="Fira Code" panose="020B0809050000020004" pitchFamily="49" charset="0"/>
              </a:rPr>
              <a:t> = </a:t>
            </a:r>
            <a:r>
              <a:rPr lang="en-US" noProof="0" dirty="0" err="1">
                <a:solidFill>
                  <a:srgbClr val="795E26"/>
                </a:solidFill>
                <a:latin typeface="Fira Code" panose="020B0809050000020004" pitchFamily="49" charset="0"/>
              </a:rPr>
              <a:t>cuda_threads</a:t>
            </a:r>
            <a:r>
              <a:rPr lang="en-US" sz="400" noProof="0" dirty="0">
                <a:solidFill>
                  <a:srgbClr val="795E26"/>
                </a:solidFill>
                <a:latin typeface="Fira Code" panose="020B0809050000020004" pitchFamily="49" charset="0"/>
              </a:rPr>
              <a:t> </a:t>
            </a:r>
            <a:r>
              <a:rPr lang="en-US" noProof="0" dirty="0">
                <a:latin typeface="Fira Code" panose="020B0809050000020004" pitchFamily="49" charset="0"/>
              </a:rPr>
              <a:t>&lt;</a:t>
            </a:r>
            <a:r>
              <a:rPr lang="en-US" noProof="0" dirty="0">
                <a:solidFill>
                  <a:srgbClr val="FF0000"/>
                </a:solidFill>
                <a:latin typeface="Fira Code" panose="020B0809050000020004" pitchFamily="49" charset="0"/>
              </a:rPr>
              <a:t>'</a:t>
            </a:r>
            <a:r>
              <a:rPr lang="en-US" noProof="0" dirty="0" err="1">
                <a:solidFill>
                  <a:srgbClr val="FF0000"/>
                </a:solidFill>
                <a:latin typeface="Fira Code" panose="020B0809050000020004" pitchFamily="49" charset="0"/>
              </a:rPr>
              <a:t>t'</a:t>
            </a:r>
            <a:r>
              <a:rPr lang="en-US" noProof="0" dirty="0" err="1">
                <a:latin typeface="Fira Code" panose="020B0809050000020004" pitchFamily="49" charset="0"/>
              </a:rPr>
              <a:t>,</a:t>
            </a:r>
            <a:r>
              <a:rPr lang="en-US" noProof="0" dirty="0" err="1">
                <a:solidFill>
                  <a:srgbClr val="FF0000"/>
                </a:solidFill>
                <a:latin typeface="Fira Code" panose="020B0809050000020004" pitchFamily="49" charset="0"/>
              </a:rPr>
              <a:t>'b</a:t>
            </a:r>
            <a:r>
              <a:rPr lang="en-US" noProof="0" dirty="0">
                <a:solidFill>
                  <a:srgbClr val="FF0000"/>
                </a:solidFill>
                <a:latin typeface="Fira Code" panose="020B0809050000020004" pitchFamily="49" charset="0"/>
              </a:rPr>
              <a:t>'</a:t>
            </a:r>
            <a:r>
              <a:rPr lang="en-US" noProof="0" dirty="0">
                <a:latin typeface="Fira Code" panose="020B0809050000020004" pitchFamily="49" charset="0"/>
              </a:rPr>
              <a:t>&gt;</a:t>
            </a:r>
            <a:r>
              <a:rPr lang="en-US" sz="400" noProof="0" dirty="0">
                <a:latin typeface="Fira Code" panose="020B0809050000020004" pitchFamily="49" charset="0"/>
              </a:rPr>
              <a:t> </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a:t>
            </a:r>
          </a:p>
          <a:p>
            <a:pPr marL="457200" lvl="1" indent="0">
              <a:buNone/>
            </a:pPr>
            <a:r>
              <a:rPr lang="en-US" noProof="0" dirty="0" err="1">
                <a:solidFill>
                  <a:srgbClr val="001080"/>
                </a:solidFill>
                <a:latin typeface="Fira Code" panose="020B0809050000020004" pitchFamily="49" charset="0"/>
              </a:rPr>
              <a:t>cuda_traverser</a:t>
            </a:r>
            <a:r>
              <a:rPr lang="en-US" noProof="0" dirty="0" err="1">
                <a:latin typeface="Fira Code" panose="020B0809050000020004" pitchFamily="49" charset="0"/>
              </a:rPr>
              <a:t>.</a:t>
            </a:r>
            <a:r>
              <a:rPr lang="en-US" noProof="0" dirty="0" err="1">
                <a:solidFill>
                  <a:srgbClr val="795E26"/>
                </a:solidFill>
                <a:latin typeface="Fira Code" panose="020B0809050000020004" pitchFamily="49" charset="0"/>
              </a:rPr>
              <a:t>simple_run</a:t>
            </a:r>
            <a:r>
              <a:rPr lang="en-US" noProof="0" dirty="0">
                <a:latin typeface="Fira Code" panose="020B0809050000020004" pitchFamily="49" charset="0"/>
              </a:rPr>
              <a:t>(…)</a:t>
            </a:r>
            <a:endParaRPr lang="en-US" noProof="0"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custDataLst>
              <p:tags r:id="rId5"/>
            </p:custDataLst>
          </p:nvPr>
        </p:nvSpPr>
        <p:spPr/>
        <p:txBody>
          <a:bodyPr/>
          <a:lstStyle/>
          <a:p>
            <a:r>
              <a:rPr lang="en-US" noProof="0"/>
              <a:t>9/10/2026</a:t>
            </a:r>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custDataLst>
              <p:tags r:id="rId6"/>
            </p:custDataLst>
          </p:nvPr>
        </p:nvSpPr>
        <p:spPr/>
        <p:txBody>
          <a:bodyPr/>
          <a:lstStyle/>
          <a:p>
            <a:r>
              <a:rPr lang="en-US" noProof="0"/>
              <a:t>12</a:t>
            </a:r>
            <a:endParaRPr lang="en-US" noProof="0" dirty="0"/>
          </a:p>
        </p:txBody>
      </p:sp>
      <p:sp>
        <p:nvSpPr>
          <p:cNvPr id="8" name="Rectangle 7">
            <a:extLst>
              <a:ext uri="{FF2B5EF4-FFF2-40B4-BE49-F238E27FC236}">
                <a16:creationId xmlns:a16="http://schemas.microsoft.com/office/drawing/2014/main" id="{BE4B7C17-727D-7235-6E96-08B98BE2AC7A}"/>
              </a:ext>
            </a:extLst>
          </p:cNvPr>
          <p:cNvSpPr/>
          <p:nvPr>
            <p:custDataLst>
              <p:tags r:id="rId7"/>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A253F05-8B73-3129-96F2-1E4AC907E00F}"/>
              </a:ext>
            </a:extLst>
          </p:cNvPr>
          <p:cNvSpPr txBox="1"/>
          <p:nvPr>
            <p:custDataLst>
              <p:tags r:id="rId8"/>
            </p:custDataLst>
          </p:nvPr>
        </p:nvSpPr>
        <p:spPr>
          <a:xfrm>
            <a:off x="4523631" y="6356349"/>
            <a:ext cx="3144772" cy="400110"/>
          </a:xfrm>
          <a:prstGeom prst="rect">
            <a:avLst/>
          </a:prstGeom>
          <a:noFill/>
        </p:spPr>
        <p:txBody>
          <a:bodyPr wrap="none" rtlCol="0">
            <a:spAutoFit/>
          </a:bodyPr>
          <a:lstStyle/>
          <a:p>
            <a:pPr algn="ctr"/>
            <a:r>
              <a:rPr lang="en-US" sz="2000" i="1" dirty="0">
                <a:solidFill>
                  <a:schemeClr val="bg2">
                    <a:lumMod val="50000"/>
                  </a:schemeClr>
                </a:solidFill>
              </a:rPr>
              <a:t>Parallelization of traversals</a:t>
            </a:r>
          </a:p>
        </p:txBody>
      </p:sp>
    </p:spTree>
    <p:custDataLst>
      <p:tags r:id="rId1"/>
    </p:custDataLst>
    <p:extLst>
      <p:ext uri="{BB962C8B-B14F-4D97-AF65-F5344CB8AC3E}">
        <p14:creationId xmlns:p14="http://schemas.microsoft.com/office/powerpoint/2010/main" val="337640074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dirty="0"/>
              <a:t>N</a:t>
            </a:r>
            <a:r>
              <a:rPr lang="en-US" noProof="0" dirty="0"/>
              <a:t>o overhead in parallelization</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r>
              <a:rPr lang="en-US" noProof="0"/>
              <a:t>13</a:t>
            </a:r>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735940" y="-1191199"/>
            <a:ext cx="45719"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4"/>
          <a:stretch>
            <a:fillRect/>
          </a:stretch>
        </p:blipFill>
        <p:spPr>
          <a:xfrm>
            <a:off x="1377582" y="1604856"/>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5"/>
          <a:stretch>
            <a:fillRect/>
          </a:stretch>
        </p:blipFill>
        <p:spPr>
          <a:xfrm>
            <a:off x="4929810" y="1604856"/>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6"/>
          <a:stretch>
            <a:fillRect/>
          </a:stretch>
        </p:blipFill>
        <p:spPr>
          <a:xfrm>
            <a:off x="8215088" y="1608485"/>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5906442"/>
            <a:ext cx="1337226" cy="461665"/>
          </a:xfrm>
          <a:prstGeom prst="rect">
            <a:avLst/>
          </a:prstGeom>
          <a:noFill/>
        </p:spPr>
        <p:txBody>
          <a:bodyPr wrap="none" rtlCol="0">
            <a:spAutoFit/>
          </a:bodyPr>
          <a:lstStyle/>
          <a:p>
            <a:pPr algn="ctr"/>
            <a:r>
              <a:rPr lang="en-US" sz="2400" noProof="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5858172"/>
            <a:ext cx="704039" cy="461665"/>
          </a:xfrm>
          <a:prstGeom prst="rect">
            <a:avLst/>
          </a:prstGeom>
          <a:noFill/>
        </p:spPr>
        <p:txBody>
          <a:bodyPr wrap="none" rtlCol="0">
            <a:spAutoFit/>
          </a:bodyPr>
          <a:lstStyle/>
          <a:p>
            <a:pPr algn="ctr"/>
            <a:r>
              <a:rPr lang="en-US" sz="2400" noProof="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5906441"/>
            <a:ext cx="994439" cy="461665"/>
          </a:xfrm>
          <a:prstGeom prst="rect">
            <a:avLst/>
          </a:prstGeom>
          <a:noFill/>
        </p:spPr>
        <p:txBody>
          <a:bodyPr wrap="none" rtlCol="0">
            <a:spAutoFit/>
          </a:bodyPr>
          <a:lstStyle/>
          <a:p>
            <a:pPr algn="ctr"/>
            <a:r>
              <a:rPr lang="en-US" sz="2400" noProof="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nchor="b">
            <a:spAutoFit/>
          </a:bodyPr>
          <a:lstStyle/>
          <a:p>
            <a:pPr algn="ctr"/>
            <a:r>
              <a:rPr lang="en-US" sz="2400" noProof="0" dirty="0" err="1"/>
              <a:t>PolyBench</a:t>
            </a:r>
            <a:r>
              <a:rPr lang="en-US" sz="2400" noProof="0" dirty="0"/>
              <a:t>/GPU</a:t>
            </a:r>
          </a:p>
        </p:txBody>
      </p:sp>
      <p:sp>
        <p:nvSpPr>
          <p:cNvPr id="18" name="Rectangle 17">
            <a:extLst>
              <a:ext uri="{FF2B5EF4-FFF2-40B4-BE49-F238E27FC236}">
                <a16:creationId xmlns:a16="http://schemas.microsoft.com/office/drawing/2014/main" id="{77E2CFC0-3BA9-E2CB-328E-9EC6B7F70B38}"/>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BAE5A66-8B04-EAF9-A28C-CDDE31290D41}"/>
              </a:ext>
            </a:extLst>
          </p:cNvPr>
          <p:cNvSpPr txBox="1"/>
          <p:nvPr/>
        </p:nvSpPr>
        <p:spPr>
          <a:xfrm>
            <a:off x="4523631" y="6356349"/>
            <a:ext cx="3144772" cy="400110"/>
          </a:xfrm>
          <a:prstGeom prst="rect">
            <a:avLst/>
          </a:prstGeom>
          <a:noFill/>
        </p:spPr>
        <p:txBody>
          <a:bodyPr wrap="none" rtlCol="0">
            <a:spAutoFit/>
          </a:bodyPr>
          <a:lstStyle/>
          <a:p>
            <a:pPr algn="ctr"/>
            <a:r>
              <a:rPr lang="en-US" sz="2000" i="1" dirty="0">
                <a:solidFill>
                  <a:schemeClr val="bg2">
                    <a:lumMod val="50000"/>
                  </a:schemeClr>
                </a:solidFill>
              </a:rPr>
              <a:t>Parallelization of traversals</a:t>
            </a:r>
          </a:p>
        </p:txBody>
      </p:sp>
    </p:spTree>
    <p:custDataLst>
      <p:tags r:id="rId1"/>
    </p:custDataLst>
    <p:extLst>
      <p:ext uri="{BB962C8B-B14F-4D97-AF65-F5344CB8AC3E}">
        <p14:creationId xmlns:p14="http://schemas.microsoft.com/office/powerpoint/2010/main" val="4719303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6E72CA-0DED-6839-0A1F-ACF87A7991B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74F825-D600-3878-C0FD-F47B684D4858}"/>
              </a:ext>
            </a:extLst>
          </p:cNvPr>
          <p:cNvSpPr>
            <a:spLocks noGrp="1"/>
          </p:cNvSpPr>
          <p:nvPr>
            <p:ph idx="1"/>
          </p:nvPr>
        </p:nvSpPr>
        <p:spPr>
          <a:xfrm>
            <a:off x="488578" y="858835"/>
            <a:ext cx="11214844" cy="5314952"/>
          </a:xfrm>
        </p:spPr>
        <p:txBody>
          <a:bodyPr anchor="t">
            <a:noAutofit/>
          </a:bodyPr>
          <a:lstStyle/>
          <a:p>
            <a:r>
              <a:rPr lang="en-US" b="1" dirty="0"/>
              <a:t>Memory access transformations</a:t>
            </a:r>
          </a:p>
          <a:p>
            <a:pPr lvl="1"/>
            <a:r>
              <a:rPr lang="en-US" dirty="0">
                <a:solidFill>
                  <a:schemeClr val="bg2">
                    <a:lumMod val="75000"/>
                  </a:schemeClr>
                </a:solidFill>
              </a:rPr>
              <a:t>Decoupling layouts and traversals from the algorithm</a:t>
            </a:r>
          </a:p>
          <a:p>
            <a:pPr lvl="1"/>
            <a:r>
              <a:rPr lang="en-US" dirty="0">
                <a:solidFill>
                  <a:schemeClr val="bg2">
                    <a:lumMod val="75000"/>
                  </a:schemeClr>
                </a:solidFill>
              </a:rPr>
              <a:t>Parallelization of traversals</a:t>
            </a:r>
          </a:p>
          <a:p>
            <a:pPr lvl="1"/>
            <a:r>
              <a:rPr lang="en-US" b="1" dirty="0"/>
              <a:t>Distributed computing</a:t>
            </a:r>
          </a:p>
          <a:p>
            <a:r>
              <a:rPr lang="en-US" dirty="0">
                <a:solidFill>
                  <a:schemeClr val="bg2">
                    <a:lumMod val="75000"/>
                  </a:schemeClr>
                </a:solidFill>
              </a:rPr>
              <a:t>Decoupling value encoding and evaluation strategy</a:t>
            </a:r>
          </a:p>
          <a:p>
            <a:r>
              <a:rPr lang="en-US" dirty="0">
                <a:solidFill>
                  <a:schemeClr val="bg2">
                    <a:lumMod val="75000"/>
                  </a:schemeClr>
                </a:solidFill>
              </a:rPr>
              <a:t>Design guidance and abstractions’ effect on LLM-generated code</a:t>
            </a:r>
          </a:p>
          <a:p>
            <a:pPr marL="0" indent="0">
              <a:buNone/>
            </a:pPr>
            <a:endParaRPr lang="en-US" sz="2400" dirty="0">
              <a:solidFill>
                <a:schemeClr val="bg2">
                  <a:lumMod val="75000"/>
                </a:schemeClr>
              </a:solidFill>
            </a:endParaRPr>
          </a:p>
          <a:p>
            <a:pPr marL="0" indent="0" algn="ctr">
              <a:buNone/>
            </a:pPr>
            <a:r>
              <a:rPr lang="en-US" sz="2000" b="1" dirty="0"/>
              <a:t>Publications</a:t>
            </a:r>
          </a:p>
          <a:p>
            <a:pPr marL="0" indent="0">
              <a:buNone/>
            </a:pPr>
            <a:r>
              <a:rPr lang="en-US" sz="2000" b="1" dirty="0"/>
              <a:t>Astute Approach to Handling Memory Layouts of Regular Data Structures</a:t>
            </a:r>
            <a:r>
              <a:rPr lang="en-US" sz="2000" dirty="0"/>
              <a:t>. </a:t>
            </a:r>
            <a:r>
              <a:rPr lang="en-US" sz="2000" i="1" dirty="0"/>
              <a:t>ICA3PP, 2022</a:t>
            </a:r>
          </a:p>
          <a:p>
            <a:pPr marL="0" indent="0">
              <a:buNone/>
            </a:pPr>
            <a:r>
              <a:rPr lang="en-US" sz="2000" b="1" dirty="0"/>
              <a:t>Pure C++ Approach to Optimized Parallel Traversal of Regular Data Structures</a:t>
            </a:r>
            <a:r>
              <a:rPr lang="en-US" sz="2000" dirty="0"/>
              <a:t>. </a:t>
            </a:r>
            <a:r>
              <a:rPr lang="en-US" sz="2000" i="1" dirty="0" err="1"/>
              <a:t>PPoPP</a:t>
            </a:r>
            <a:r>
              <a:rPr lang="en-US" sz="2000" i="1" dirty="0"/>
              <a:t>, 2024</a:t>
            </a:r>
          </a:p>
          <a:p>
            <a:pPr marL="0" indent="0">
              <a:buNone/>
            </a:pPr>
            <a:r>
              <a:rPr lang="en-US" sz="2000" b="1" dirty="0"/>
              <a:t>Abstractions for C++ code optimizations in parallel high-performance applications</a:t>
            </a:r>
            <a:r>
              <a:rPr lang="en-US" sz="2000" dirty="0"/>
              <a:t>. </a:t>
            </a:r>
            <a:r>
              <a:rPr lang="en-US" sz="2000" dirty="0" err="1"/>
              <a:t>ParCo</a:t>
            </a:r>
            <a:r>
              <a:rPr lang="en-US" sz="2000" dirty="0"/>
              <a:t>, 2024</a:t>
            </a:r>
          </a:p>
          <a:p>
            <a:pPr marL="0" indent="0">
              <a:buNone/>
            </a:pPr>
            <a:r>
              <a:rPr lang="en-US" sz="2000" b="1" dirty="0"/>
              <a:t>Layout-Agnostic MPI Abstraction for Distributed Computing in Modern C++</a:t>
            </a:r>
            <a:r>
              <a:rPr lang="en-US" sz="2000" dirty="0"/>
              <a:t>. </a:t>
            </a:r>
            <a:r>
              <a:rPr lang="en-US" sz="2000" i="1" dirty="0" err="1"/>
              <a:t>EuroMPI</a:t>
            </a:r>
            <a:r>
              <a:rPr lang="en-US" sz="2000" i="1" dirty="0"/>
              <a:t>, 2025</a:t>
            </a:r>
            <a:endParaRPr lang="en-US" sz="2400" dirty="0"/>
          </a:p>
        </p:txBody>
      </p:sp>
      <p:sp>
        <p:nvSpPr>
          <p:cNvPr id="4" name="Date Placeholder 3">
            <a:extLst>
              <a:ext uri="{FF2B5EF4-FFF2-40B4-BE49-F238E27FC236}">
                <a16:creationId xmlns:a16="http://schemas.microsoft.com/office/drawing/2014/main" id="{15072CC1-E7B6-2EC4-275C-1C27C149ACFA}"/>
              </a:ext>
            </a:extLst>
          </p:cNvPr>
          <p:cNvSpPr>
            <a:spLocks noGrp="1"/>
          </p:cNvSpPr>
          <p:nvPr>
            <p:ph type="dt" sz="half" idx="10"/>
          </p:nvPr>
        </p:nvSpPr>
        <p:spPr/>
        <p:txBody>
          <a:bodyPr/>
          <a:lstStyle/>
          <a:p>
            <a:r>
              <a:rPr lang="en-US"/>
              <a:t>9/10/2026</a:t>
            </a:r>
            <a:endParaRPr lang="en-US" dirty="0"/>
          </a:p>
        </p:txBody>
      </p:sp>
      <p:sp>
        <p:nvSpPr>
          <p:cNvPr id="5" name="Slide Number Placeholder 4">
            <a:extLst>
              <a:ext uri="{FF2B5EF4-FFF2-40B4-BE49-F238E27FC236}">
                <a16:creationId xmlns:a16="http://schemas.microsoft.com/office/drawing/2014/main" id="{28EB8356-96CC-4D6B-E58B-9F068CCE60D1}"/>
              </a:ext>
            </a:extLst>
          </p:cNvPr>
          <p:cNvSpPr>
            <a:spLocks noGrp="1"/>
          </p:cNvSpPr>
          <p:nvPr>
            <p:ph type="sldNum" sz="quarter" idx="12"/>
          </p:nvPr>
        </p:nvSpPr>
        <p:spPr/>
        <p:txBody>
          <a:bodyPr/>
          <a:lstStyle/>
          <a:p>
            <a:r>
              <a:rPr lang="en-US"/>
              <a:t>14</a:t>
            </a:r>
          </a:p>
        </p:txBody>
      </p:sp>
      <p:sp>
        <p:nvSpPr>
          <p:cNvPr id="10" name="Rectangle 9">
            <a:extLst>
              <a:ext uri="{FF2B5EF4-FFF2-40B4-BE49-F238E27FC236}">
                <a16:creationId xmlns:a16="http://schemas.microsoft.com/office/drawing/2014/main" id="{72BCDB40-3FCC-FC41-4F8D-B352507899AA}"/>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3112DC2A-B6AA-81CB-544A-075EF67E6C57}"/>
              </a:ext>
            </a:extLst>
          </p:cNvPr>
          <p:cNvPicPr>
            <a:picLocks noChangeAspect="1"/>
          </p:cNvPicPr>
          <p:nvPr/>
        </p:nvPicPr>
        <p:blipFill>
          <a:blip r:embed="rId3"/>
          <a:stretch>
            <a:fillRect/>
          </a:stretch>
        </p:blipFill>
        <p:spPr>
          <a:xfrm>
            <a:off x="10312400" y="1"/>
            <a:ext cx="1879600" cy="1879600"/>
          </a:xfrm>
          <a:prstGeom prst="rect">
            <a:avLst/>
          </a:prstGeom>
          <a:solidFill>
            <a:schemeClr val="bg1"/>
          </a:solidFill>
        </p:spPr>
      </p:pic>
    </p:spTree>
    <p:custDataLst>
      <p:tags r:id="rId1"/>
    </p:custDataLst>
    <p:extLst>
      <p:ext uri="{BB962C8B-B14F-4D97-AF65-F5344CB8AC3E}">
        <p14:creationId xmlns:p14="http://schemas.microsoft.com/office/powerpoint/2010/main" val="32034945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custDataLst>
              <p:tags r:id="rId2"/>
            </p:custDataLst>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4" name="Title 3">
            <a:extLst>
              <a:ext uri="{FF2B5EF4-FFF2-40B4-BE49-F238E27FC236}">
                <a16:creationId xmlns:a16="http://schemas.microsoft.com/office/drawing/2014/main" id="{7CDFDB58-EA38-9006-322B-F713E3FA8103}"/>
              </a:ext>
            </a:extLst>
          </p:cNvPr>
          <p:cNvSpPr>
            <a:spLocks noGrp="1"/>
          </p:cNvSpPr>
          <p:nvPr>
            <p:ph type="title"/>
            <p:custDataLst>
              <p:tags r:id="rId3"/>
            </p:custDataLst>
          </p:nvPr>
        </p:nvSpPr>
        <p:spPr/>
        <p:txBody>
          <a:bodyPr/>
          <a:lstStyle/>
          <a:p>
            <a:r>
              <a:rPr lang="en-US" noProof="0" dirty="0"/>
              <a:t>Distributed initialization using MPI</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custDataLst>
              <p:tags r:id="rId5"/>
            </p:custDataLst>
          </p:nvPr>
        </p:nvSpPr>
        <p:spPr/>
        <p:txBody>
          <a:bodyPr/>
          <a:lstStyle/>
          <a:p>
            <a:r>
              <a:rPr lang="en-US" noProof="0"/>
              <a:t>15</a:t>
            </a:r>
            <a:endParaRPr lang="en-US" noProof="0" dirty="0"/>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custDataLst>
              <p:tags r:id="rId6"/>
            </p:custDataLst>
          </p:nvPr>
        </p:nvPicPr>
        <p:blipFill>
          <a:blip>
            <a:extLst>
              <a:ext uri="{96DAC541-7B7A-43D3-8B79-37D633B846F1}">
                <asvg:svgBlip xmlns:asvg="http://schemas.microsoft.com/office/drawing/2016/SVG/main" r:embed="rId26"/>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custDataLst>
              <p:tags r:id="rId7"/>
            </p:custDataLst>
          </p:nvPr>
        </p:nvPicPr>
        <p:blipFill>
          <a:blip>
            <a:extLst>
              <a:ext uri="{96DAC541-7B7A-43D3-8B79-37D633B846F1}">
                <asvg:svgBlip xmlns:asvg="http://schemas.microsoft.com/office/drawing/2016/SVG/main" r:embed="rId27"/>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custDataLst>
              <p:tags r:id="rId8"/>
            </p:custDataLst>
          </p:nvPr>
        </p:nvPicPr>
        <p:blipFill>
          <a:blip>
            <a:extLst>
              <a:ext uri="{96DAC541-7B7A-43D3-8B79-37D633B846F1}">
                <asvg:svgBlip xmlns:asvg="http://schemas.microsoft.com/office/drawing/2016/SVG/main" r:embed="rId28"/>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custDataLst>
              <p:tags r:id="rId9"/>
            </p:custDataLst>
          </p:nvPr>
        </p:nvPicPr>
        <p:blipFill>
          <a:blip>
            <a:extLst>
              <a:ext uri="{96DAC541-7B7A-43D3-8B79-37D633B846F1}">
                <asvg:svgBlip xmlns:asvg="http://schemas.microsoft.com/office/drawing/2016/SVG/main" r:embed="rId29"/>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custDataLst>
              <p:tags r:id="rId10"/>
            </p:custDataLst>
          </p:nvPr>
        </p:nvPicPr>
        <p:blipFill>
          <a:blip>
            <a:extLst>
              <a:ext uri="{96DAC541-7B7A-43D3-8B79-37D633B846F1}">
                <asvg:svgBlip xmlns:asvg="http://schemas.microsoft.com/office/drawing/2016/SVG/main" r:embed="rId30"/>
              </a:ext>
            </a:extLst>
          </a:blip>
          <a:stretch>
            <a:fillRect/>
          </a:stretch>
        </p:blipFill>
        <p:spPr>
          <a:xfrm flipH="1">
            <a:off x="412156" y="5407427"/>
            <a:ext cx="521160" cy="521160"/>
          </a:xfrm>
          <a:prstGeom prst="rect">
            <a:avLst/>
          </a:prstGeom>
        </p:spPr>
      </p:pic>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EE10E03B-CD42-27DC-6DF5-CB9596382EE5}"/>
                  </a:ext>
                </a:extLst>
              </p:cNvPr>
              <p:cNvSpPr txBox="1"/>
              <p:nvPr>
                <p:custDataLst>
                  <p:tags r:id="rId11"/>
                </p:custDataLst>
              </p:nvPr>
            </p:nvSpPr>
            <p:spPr>
              <a:xfrm>
                <a:off x="2848591" y="4397966"/>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custDataLst>
                  <p:tags r:id="rId11"/>
                </p:custDataLst>
              </p:nvPr>
            </p:nvSpPr>
            <p:spPr>
              <a:xfrm>
                <a:off x="2848591" y="4397966"/>
                <a:ext cx="1567391" cy="369332"/>
              </a:xfrm>
              <a:prstGeom prst="rect">
                <a:avLst/>
              </a:prstGeom>
              <a:blipFill>
                <a:blip r:embed="rId31"/>
                <a:stretch>
                  <a:fillRect t="-6557" b="-262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830D2A10-C3C9-5980-4B7C-1920E7A6499E}"/>
                  </a:ext>
                </a:extLst>
              </p:cNvPr>
              <p:cNvSpPr txBox="1"/>
              <p:nvPr>
                <p:custDataLst>
                  <p:tags r:id="rId12"/>
                </p:custDataLst>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custDataLst>
                  <p:tags r:id="rId12"/>
                </p:custDataLst>
              </p:nvPr>
            </p:nvSpPr>
            <p:spPr>
              <a:xfrm>
                <a:off x="1033705" y="2614207"/>
                <a:ext cx="1567391" cy="369332"/>
              </a:xfrm>
              <a:prstGeom prst="rect">
                <a:avLst/>
              </a:prstGeom>
              <a:blipFill>
                <a:blip r:embed="rId32"/>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custDataLst>
              <p:tags r:id="rId13"/>
            </p:custDataLst>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custDataLst>
              <p:tags r:id="rId14"/>
            </p:custDataLst>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custDataLst>
              <p:tags r:id="rId15"/>
            </p:custDataLst>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custDataLst>
              <p:tags r:id="rId16"/>
            </p:custDataLst>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custDataLst>
              <p:tags r:id="rId17"/>
            </p:custDataLst>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custDataLst>
              <p:tags r:id="rId18"/>
            </p:custDataLst>
          </p:nvPr>
        </p:nvSpPr>
        <p:spPr>
          <a:xfrm>
            <a:off x="338460" y="3049108"/>
            <a:ext cx="122402" cy="3111531"/>
          </a:xfrm>
          <a:prstGeom prst="lef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custDataLst>
              <p:tags r:id="rId19"/>
            </p:custDataLst>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24" name="TextBox 23">
            <a:extLst>
              <a:ext uri="{FF2B5EF4-FFF2-40B4-BE49-F238E27FC236}">
                <a16:creationId xmlns:a16="http://schemas.microsoft.com/office/drawing/2014/main" id="{FA059D70-FCD1-6DBE-F6AD-CD030885F585}"/>
              </a:ext>
            </a:extLst>
          </p:cNvPr>
          <p:cNvSpPr txBox="1"/>
          <p:nvPr>
            <p:custDataLst>
              <p:tags r:id="rId20"/>
            </p:custDataLst>
          </p:nvPr>
        </p:nvSpPr>
        <p:spPr>
          <a:xfrm>
            <a:off x="2555373" y="960896"/>
            <a:ext cx="3084499" cy="461665"/>
          </a:xfrm>
          <a:prstGeom prst="rect">
            <a:avLst/>
          </a:prstGeom>
          <a:noFill/>
        </p:spPr>
        <p:txBody>
          <a:bodyPr wrap="none" rtlCol="0" anchor="b">
            <a:spAutoFit/>
          </a:bodyPr>
          <a:lstStyle/>
          <a:p>
            <a:pPr algn="ctr"/>
            <a:r>
              <a:rPr lang="en-US" sz="2400" noProof="0" dirty="0"/>
              <a:t>We want to distribute:</a:t>
            </a:r>
          </a:p>
        </p:txBody>
      </p:sp>
      <p:sp>
        <p:nvSpPr>
          <p:cNvPr id="5" name="Right Brace 4">
            <a:extLst>
              <a:ext uri="{FF2B5EF4-FFF2-40B4-BE49-F238E27FC236}">
                <a16:creationId xmlns:a16="http://schemas.microsoft.com/office/drawing/2014/main" id="{77506296-0DDC-BC41-92BD-0C2E58DAA530}"/>
              </a:ext>
            </a:extLst>
          </p:cNvPr>
          <p:cNvSpPr/>
          <p:nvPr>
            <p:custDataLst>
              <p:tags r:id="rId21"/>
            </p:custDataLst>
          </p:nvPr>
        </p:nvSpPr>
        <p:spPr>
          <a:xfrm>
            <a:off x="2684016" y="3049108"/>
            <a:ext cx="212320" cy="3067049"/>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Rectangle 13">
            <a:extLst>
              <a:ext uri="{FF2B5EF4-FFF2-40B4-BE49-F238E27FC236}">
                <a16:creationId xmlns:a16="http://schemas.microsoft.com/office/drawing/2014/main" id="{8B758B1F-BEC5-92B7-1A6F-D95ACD60A139}"/>
              </a:ext>
            </a:extLst>
          </p:cNvPr>
          <p:cNvSpPr/>
          <p:nvPr>
            <p:custDataLst>
              <p:tags r:id="rId22"/>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90638998-1C90-5775-2CCB-D0F7B3AFC7D3}"/>
              </a:ext>
            </a:extLst>
          </p:cNvPr>
          <p:cNvSpPr txBox="1"/>
          <p:nvPr>
            <p:custDataLst>
              <p:tags r:id="rId23"/>
            </p:custDataLst>
          </p:nvPr>
        </p:nvSpPr>
        <p:spPr>
          <a:xfrm>
            <a:off x="4770971" y="6356349"/>
            <a:ext cx="2650084" cy="400110"/>
          </a:xfrm>
          <a:prstGeom prst="rect">
            <a:avLst/>
          </a:prstGeom>
          <a:noFill/>
        </p:spPr>
        <p:txBody>
          <a:bodyPr wrap="none" rtlCol="0">
            <a:spAutoFit/>
          </a:bodyPr>
          <a:lstStyle/>
          <a:p>
            <a:pPr algn="ctr"/>
            <a:r>
              <a:rPr lang="en-US" sz="2000" i="1" dirty="0">
                <a:solidFill>
                  <a:schemeClr val="bg2">
                    <a:lumMod val="50000"/>
                  </a:schemeClr>
                </a:solidFill>
              </a:rPr>
              <a:t>Distributed computing</a:t>
            </a:r>
          </a:p>
        </p:txBody>
      </p:sp>
    </p:spTree>
    <p:custDataLst>
      <p:tags r:id="rId1"/>
    </p:custDataLst>
    <p:extLst>
      <p:ext uri="{BB962C8B-B14F-4D97-AF65-F5344CB8AC3E}">
        <p14:creationId xmlns:p14="http://schemas.microsoft.com/office/powerpoint/2010/main" val="2492570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custDataLst>
              <p:tags r:id="rId2"/>
            </p:custDataLst>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4" name="Title 3">
            <a:extLst>
              <a:ext uri="{FF2B5EF4-FFF2-40B4-BE49-F238E27FC236}">
                <a16:creationId xmlns:a16="http://schemas.microsoft.com/office/drawing/2014/main" id="{7CDFDB58-EA38-9006-322B-F713E3FA8103}"/>
              </a:ext>
            </a:extLst>
          </p:cNvPr>
          <p:cNvSpPr>
            <a:spLocks noGrp="1"/>
          </p:cNvSpPr>
          <p:nvPr>
            <p:ph type="title"/>
            <p:custDataLst>
              <p:tags r:id="rId3"/>
            </p:custDataLst>
          </p:nvPr>
        </p:nvSpPr>
        <p:spPr/>
        <p:txBody>
          <a:bodyPr/>
          <a:lstStyle/>
          <a:p>
            <a:r>
              <a:rPr lang="en-US" noProof="0" dirty="0"/>
              <a:t>Distributed initialization using MPI</a:t>
            </a:r>
          </a:p>
        </p:txBody>
      </p:sp>
      <p:sp>
        <p:nvSpPr>
          <p:cNvPr id="43" name="TextBox 42">
            <a:extLst>
              <a:ext uri="{FF2B5EF4-FFF2-40B4-BE49-F238E27FC236}">
                <a16:creationId xmlns:a16="http://schemas.microsoft.com/office/drawing/2014/main" id="{3C95CC93-9CA9-7209-C22C-7D083498E953}"/>
              </a:ext>
            </a:extLst>
          </p:cNvPr>
          <p:cNvSpPr txBox="1"/>
          <p:nvPr>
            <p:custDataLst>
              <p:tags r:id="rId4"/>
            </p:custDataLst>
          </p:nvPr>
        </p:nvSpPr>
        <p:spPr>
          <a:xfrm>
            <a:off x="5303351" y="2574520"/>
            <a:ext cx="5703806" cy="461665"/>
          </a:xfrm>
          <a:prstGeom prst="rect">
            <a:avLst/>
          </a:prstGeom>
          <a:noFill/>
        </p:spPr>
        <p:txBody>
          <a:bodyPr wrap="none" rtlCol="0" anchor="b">
            <a:spAutoFit/>
          </a:bodyPr>
          <a:lstStyle/>
          <a:p>
            <a:pPr algn="ctr"/>
            <a:r>
              <a:rPr lang="en-US" sz="2400" noProof="0" dirty="0"/>
              <a:t>Binding traversal to an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custDataLst>
              <p:tags r:id="rId5"/>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custDataLst>
              <p:tags r:id="rId6"/>
            </p:custDataLst>
          </p:nvPr>
        </p:nvSpPr>
        <p:spPr/>
        <p:txBody>
          <a:bodyPr/>
          <a:lstStyle/>
          <a:p>
            <a:r>
              <a:rPr lang="en-US" noProof="0"/>
              <a:t>15</a:t>
            </a:r>
            <a:endParaRPr lang="en-US" noProof="0" dirty="0"/>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custDataLst>
              <p:tags r:id="rId7"/>
            </p:custDataLst>
          </p:nvPr>
        </p:nvPicPr>
        <p:blipFill>
          <a:blip>
            <a:extLst>
              <a:ext uri="{96DAC541-7B7A-43D3-8B79-37D633B846F1}">
                <asvg:svgBlip xmlns:asvg="http://schemas.microsoft.com/office/drawing/2016/SVG/main" r:embed="rId27"/>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custDataLst>
              <p:tags r:id="rId8"/>
            </p:custDataLst>
          </p:nvPr>
        </p:nvPicPr>
        <p:blipFill>
          <a:blip>
            <a:extLst>
              <a:ext uri="{96DAC541-7B7A-43D3-8B79-37D633B846F1}">
                <asvg:svgBlip xmlns:asvg="http://schemas.microsoft.com/office/drawing/2016/SVG/main" r:embed="rId28"/>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custDataLst>
              <p:tags r:id="rId9"/>
            </p:custDataLst>
          </p:nvPr>
        </p:nvPicPr>
        <p:blipFill>
          <a:blip>
            <a:extLst>
              <a:ext uri="{96DAC541-7B7A-43D3-8B79-37D633B846F1}">
                <asvg:svgBlip xmlns:asvg="http://schemas.microsoft.com/office/drawing/2016/SVG/main" r:embed="rId29"/>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custDataLst>
              <p:tags r:id="rId10"/>
            </p:custDataLst>
          </p:nvPr>
        </p:nvPicPr>
        <p:blipFill>
          <a:blip>
            <a:extLst>
              <a:ext uri="{96DAC541-7B7A-43D3-8B79-37D633B846F1}">
                <asvg:svgBlip xmlns:asvg="http://schemas.microsoft.com/office/drawing/2016/SVG/main" r:embed="rId30"/>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custDataLst>
              <p:tags r:id="rId11"/>
            </p:custDataLst>
          </p:nvPr>
        </p:nvPicPr>
        <p:blipFill>
          <a:blip>
            <a:extLst>
              <a:ext uri="{96DAC541-7B7A-43D3-8B79-37D633B846F1}">
                <asvg:svgBlip xmlns:asvg="http://schemas.microsoft.com/office/drawing/2016/SVG/main" r:embed="rId31"/>
              </a:ext>
            </a:extLst>
          </a:blip>
          <a:stretch>
            <a:fillRect/>
          </a:stretch>
        </p:blipFill>
        <p:spPr>
          <a:xfrm flipH="1">
            <a:off x="412156" y="5407427"/>
            <a:ext cx="521160" cy="521160"/>
          </a:xfrm>
          <a:prstGeom prst="rect">
            <a:avLst/>
          </a:prstGeom>
        </p:spPr>
      </p:pic>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EE10E03B-CD42-27DC-6DF5-CB9596382EE5}"/>
                  </a:ext>
                </a:extLst>
              </p:cNvPr>
              <p:cNvSpPr txBox="1"/>
              <p:nvPr>
                <p:custDataLst>
                  <p:tags r:id="rId12"/>
                </p:custDataLst>
              </p:nvPr>
            </p:nvSpPr>
            <p:spPr>
              <a:xfrm>
                <a:off x="2848591" y="4397966"/>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custDataLst>
                  <p:tags r:id="rId12"/>
                </p:custDataLst>
              </p:nvPr>
            </p:nvSpPr>
            <p:spPr>
              <a:xfrm>
                <a:off x="2848591" y="4397966"/>
                <a:ext cx="1567391" cy="369332"/>
              </a:xfrm>
              <a:prstGeom prst="rect">
                <a:avLst/>
              </a:prstGeom>
              <a:blipFill>
                <a:blip r:embed="rId32"/>
                <a:stretch>
                  <a:fillRect t="-6557" b="-262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830D2A10-C3C9-5980-4B7C-1920E7A6499E}"/>
                  </a:ext>
                </a:extLst>
              </p:cNvPr>
              <p:cNvSpPr txBox="1"/>
              <p:nvPr>
                <p:custDataLst>
                  <p:tags r:id="rId13"/>
                </p:custDataLst>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custDataLst>
                  <p:tags r:id="rId13"/>
                </p:custDataLst>
              </p:nvPr>
            </p:nvSpPr>
            <p:spPr>
              <a:xfrm>
                <a:off x="1033705" y="2614207"/>
                <a:ext cx="1567391" cy="369332"/>
              </a:xfrm>
              <a:prstGeom prst="rect">
                <a:avLst/>
              </a:prstGeom>
              <a:blipFill>
                <a:blip r:embed="rId33"/>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custDataLst>
              <p:tags r:id="rId14"/>
            </p:custDataLst>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custDataLst>
              <p:tags r:id="rId15"/>
            </p:custDataLst>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custDataLst>
              <p:tags r:id="rId16"/>
            </p:custDataLst>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custDataLst>
              <p:tags r:id="rId17"/>
            </p:custDataLst>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custDataLst>
              <p:tags r:id="rId18"/>
            </p:custDataLst>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custDataLst>
              <p:tags r:id="rId19"/>
            </p:custDataLst>
          </p:nvPr>
        </p:nvSpPr>
        <p:spPr>
          <a:xfrm>
            <a:off x="338460" y="3049108"/>
            <a:ext cx="122402" cy="3111531"/>
          </a:xfrm>
          <a:prstGeom prst="lef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custDataLst>
              <p:tags r:id="rId20"/>
            </p:custDataLst>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24" name="TextBox 23">
            <a:extLst>
              <a:ext uri="{FF2B5EF4-FFF2-40B4-BE49-F238E27FC236}">
                <a16:creationId xmlns:a16="http://schemas.microsoft.com/office/drawing/2014/main" id="{FA059D70-FCD1-6DBE-F6AD-CD030885F585}"/>
              </a:ext>
            </a:extLst>
          </p:cNvPr>
          <p:cNvSpPr txBox="1"/>
          <p:nvPr>
            <p:custDataLst>
              <p:tags r:id="rId21"/>
            </p:custDataLst>
          </p:nvPr>
        </p:nvSpPr>
        <p:spPr>
          <a:xfrm>
            <a:off x="2555373" y="960896"/>
            <a:ext cx="3084499" cy="461665"/>
          </a:xfrm>
          <a:prstGeom prst="rect">
            <a:avLst/>
          </a:prstGeom>
          <a:noFill/>
        </p:spPr>
        <p:txBody>
          <a:bodyPr wrap="none" rtlCol="0" anchor="b">
            <a:spAutoFit/>
          </a:bodyPr>
          <a:lstStyle/>
          <a:p>
            <a:pPr algn="ctr"/>
            <a:r>
              <a:rPr lang="en-US" sz="2400" noProof="0" dirty="0"/>
              <a:t>We want to distribute:</a:t>
            </a:r>
          </a:p>
        </p:txBody>
      </p:sp>
      <p:sp>
        <p:nvSpPr>
          <p:cNvPr id="5" name="Right Brace 4">
            <a:extLst>
              <a:ext uri="{FF2B5EF4-FFF2-40B4-BE49-F238E27FC236}">
                <a16:creationId xmlns:a16="http://schemas.microsoft.com/office/drawing/2014/main" id="{77506296-0DDC-BC41-92BD-0C2E58DAA530}"/>
              </a:ext>
            </a:extLst>
          </p:cNvPr>
          <p:cNvSpPr/>
          <p:nvPr>
            <p:custDataLst>
              <p:tags r:id="rId22"/>
            </p:custDataLst>
          </p:nvPr>
        </p:nvSpPr>
        <p:spPr>
          <a:xfrm>
            <a:off x="2684016" y="3049108"/>
            <a:ext cx="212320" cy="3067049"/>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Rectangle 13">
            <a:extLst>
              <a:ext uri="{FF2B5EF4-FFF2-40B4-BE49-F238E27FC236}">
                <a16:creationId xmlns:a16="http://schemas.microsoft.com/office/drawing/2014/main" id="{8B758B1F-BEC5-92B7-1A6F-D95ACD60A139}"/>
              </a:ext>
            </a:extLst>
          </p:cNvPr>
          <p:cNvSpPr/>
          <p:nvPr>
            <p:custDataLst>
              <p:tags r:id="rId23"/>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90638998-1C90-5775-2CCB-D0F7B3AFC7D3}"/>
              </a:ext>
            </a:extLst>
          </p:cNvPr>
          <p:cNvSpPr txBox="1"/>
          <p:nvPr>
            <p:custDataLst>
              <p:tags r:id="rId24"/>
            </p:custDataLst>
          </p:nvPr>
        </p:nvSpPr>
        <p:spPr>
          <a:xfrm>
            <a:off x="4770971" y="6356349"/>
            <a:ext cx="2650084" cy="400110"/>
          </a:xfrm>
          <a:prstGeom prst="rect">
            <a:avLst/>
          </a:prstGeom>
          <a:noFill/>
        </p:spPr>
        <p:txBody>
          <a:bodyPr wrap="none" rtlCol="0">
            <a:spAutoFit/>
          </a:bodyPr>
          <a:lstStyle/>
          <a:p>
            <a:pPr algn="ctr"/>
            <a:r>
              <a:rPr lang="en-US" sz="2000" i="1" dirty="0">
                <a:solidFill>
                  <a:schemeClr val="bg2">
                    <a:lumMod val="50000"/>
                  </a:schemeClr>
                </a:solidFill>
              </a:rPr>
              <a:t>Distributed computing</a:t>
            </a:r>
          </a:p>
        </p:txBody>
      </p:sp>
    </p:spTree>
    <p:custDataLst>
      <p:tags r:id="rId1"/>
    </p:custDataLst>
    <p:extLst>
      <p:ext uri="{BB962C8B-B14F-4D97-AF65-F5344CB8AC3E}">
        <p14:creationId xmlns:p14="http://schemas.microsoft.com/office/powerpoint/2010/main" val="294150103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custDataLst>
              <p:tags r:id="rId2"/>
            </p:custDataLst>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custDataLst>
              <p:tags r:id="rId3"/>
            </p:custDataLst>
          </p:nvPr>
        </p:nvSpPr>
        <p:spPr>
          <a:xfrm>
            <a:off x="7134062" y="3483908"/>
            <a:ext cx="757025" cy="217083"/>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custDataLst>
              <p:tags r:id="rId4"/>
            </p:custDataLst>
          </p:nvPr>
        </p:nvSpPr>
        <p:spPr/>
        <p:txBody>
          <a:bodyPr/>
          <a:lstStyle/>
          <a:p>
            <a:r>
              <a:rPr lang="en-US" noProof="0" dirty="0"/>
              <a:t>Distributed initialization using MPI</a:t>
            </a:r>
          </a:p>
        </p:txBody>
      </p:sp>
      <p:sp>
        <p:nvSpPr>
          <p:cNvPr id="43" name="TextBox 42">
            <a:extLst>
              <a:ext uri="{FF2B5EF4-FFF2-40B4-BE49-F238E27FC236}">
                <a16:creationId xmlns:a16="http://schemas.microsoft.com/office/drawing/2014/main" id="{3C95CC93-9CA9-7209-C22C-7D083498E953}"/>
              </a:ext>
            </a:extLst>
          </p:cNvPr>
          <p:cNvSpPr txBox="1"/>
          <p:nvPr>
            <p:custDataLst>
              <p:tags r:id="rId5"/>
            </p:custDataLst>
          </p:nvPr>
        </p:nvSpPr>
        <p:spPr>
          <a:xfrm>
            <a:off x="5303351" y="2574520"/>
            <a:ext cx="5703806" cy="461665"/>
          </a:xfrm>
          <a:prstGeom prst="rect">
            <a:avLst/>
          </a:prstGeom>
          <a:noFill/>
        </p:spPr>
        <p:txBody>
          <a:bodyPr wrap="none" rtlCol="0" anchor="b">
            <a:spAutoFit/>
          </a:bodyPr>
          <a:lstStyle/>
          <a:p>
            <a:pPr algn="ctr"/>
            <a:r>
              <a:rPr lang="en-US" sz="2400" noProof="0" dirty="0"/>
              <a:t>Binding traversal to an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custDataLst>
              <p:tags r:id="rId6"/>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custDataLst>
              <p:tags r:id="rId7"/>
            </p:custDataLst>
          </p:nvPr>
        </p:nvSpPr>
        <p:spPr/>
        <p:txBody>
          <a:bodyPr/>
          <a:lstStyle/>
          <a:p>
            <a:r>
              <a:rPr lang="en-US" noProof="0"/>
              <a:t>15</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custDataLst>
              <p:tags r:id="rId8"/>
            </p:custDataLst>
          </p:nvPr>
        </p:nvSpPr>
        <p:spPr>
          <a:xfrm>
            <a:off x="4418827" y="3026655"/>
            <a:ext cx="7472855" cy="3225555"/>
          </a:xfrm>
          <a:prstGeom prst="rect">
            <a:avLst/>
          </a:prstGeom>
          <a:noFill/>
          <a:ln>
            <a:solidFill>
              <a:schemeClr val="tx1"/>
            </a:solidFill>
          </a:ln>
        </p:spPr>
        <p:txBody>
          <a:bodyPr wrap="none">
            <a:no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endParaRPr lang="en-US" sz="2000" dirty="0">
              <a:solidFill>
                <a:srgbClr val="000000"/>
              </a:solidFill>
              <a:latin typeface="Fira Code" panose="020B0809050000020004" pitchFamily="49" charset="0"/>
            </a:endParaRPr>
          </a:p>
          <a:p>
            <a:pPr>
              <a:lnSpc>
                <a:spcPct val="113095"/>
              </a:lnSpc>
              <a:buNone/>
            </a:pPr>
            <a:endParaRPr lang="en-US" sz="2000" dirty="0">
              <a:solidFill>
                <a:srgbClr val="267F99"/>
              </a:solidFill>
              <a:latin typeface="Fira Code" panose="020B0809050000020004" pitchFamily="49" charset="0"/>
            </a:endParaRPr>
          </a:p>
          <a:p>
            <a:pPr>
              <a:lnSpc>
                <a:spcPct val="113095"/>
              </a:lnSpc>
              <a:buSzPts val="100"/>
              <a:buNone/>
            </a:pPr>
            <a:r>
              <a:rPr lang="en-US" sz="2000" dirty="0">
                <a:solidFill>
                  <a:srgbClr val="267F99">
                    <a:alpha val="0"/>
                  </a:srgbClr>
                </a:solidFill>
                <a:latin typeface="Fira Code" panose="020B0809050000020004" pitchFamily="49" charset="0"/>
              </a:rPr>
              <a:t>auto Tile</a:t>
            </a:r>
            <a:r>
              <a:rPr lang="en-US" sz="2000" dirty="0">
                <a:solidFill>
                  <a:srgbClr val="000000">
                    <a:alpha val="0"/>
                  </a:srgbClr>
                </a:solidFill>
                <a:latin typeface="Fira Code" panose="020B0809050000020004" pitchFamily="49" charset="0"/>
              </a:rPr>
              <a:t> = …</a:t>
            </a:r>
          </a:p>
          <a:p>
            <a:pPr>
              <a:lnSpc>
                <a:spcPct val="113095"/>
              </a:lnSpc>
              <a:buSzPts val="100"/>
              <a:buNone/>
            </a:pPr>
            <a:r>
              <a:rPr lang="en-US" sz="2000" dirty="0" err="1">
                <a:solidFill>
                  <a:srgbClr val="001080">
                    <a:alpha val="0"/>
                  </a:srgbClr>
                </a:solidFill>
                <a:latin typeface="Fira Code" panose="020B0809050000020004" pitchFamily="49" charset="0"/>
              </a:rPr>
              <a:t>MPItrav</a:t>
            </a:r>
            <a:r>
              <a:rPr lang="en-US" sz="2000" dirty="0" err="1">
                <a:solidFill>
                  <a:srgbClr val="000000">
                    <a:alpha val="0"/>
                  </a:srgbClr>
                </a:solidFill>
                <a:latin typeface="Fira Code" panose="020B0809050000020004" pitchFamily="49" charset="0"/>
              </a:rPr>
              <a:t>.</a:t>
            </a:r>
            <a:r>
              <a:rPr lang="en-US" sz="2000" dirty="0" err="1">
                <a:solidFill>
                  <a:srgbClr val="795E26">
                    <a:alpha val="0"/>
                  </a:srgbClr>
                </a:solidFill>
                <a:latin typeface="Fira Code" panose="020B0809050000020004" pitchFamily="49" charset="0"/>
              </a:rPr>
              <a:t>for_each</a:t>
            </a:r>
            <a:r>
              <a:rPr lang="en-US" sz="2000" dirty="0">
                <a:solidFill>
                  <a:srgbClr val="000000">
                    <a:alpha val="0"/>
                  </a:srgbClr>
                </a:solidFill>
                <a:latin typeface="Fira Code" panose="020B0809050000020004" pitchFamily="49" charset="0"/>
              </a:rPr>
              <a:t>([&amp;](</a:t>
            </a:r>
            <a:r>
              <a:rPr lang="en-US" sz="2000" dirty="0">
                <a:solidFill>
                  <a:srgbClr val="267F99">
                    <a:alpha val="0"/>
                  </a:srgbClr>
                </a:solidFill>
                <a:latin typeface="Fira Code" panose="020B0809050000020004" pitchFamily="49" charset="0"/>
              </a:rPr>
              <a:t>auto</a:t>
            </a:r>
            <a:r>
              <a:rPr lang="en-US" sz="2000" dirty="0">
                <a:solidFill>
                  <a:srgbClr val="000000">
                    <a:alpha val="0"/>
                  </a:srgbClr>
                </a:solidFill>
                <a:latin typeface="Fira Code" panose="020B0809050000020004" pitchFamily="49" charset="0"/>
              </a:rPr>
              <a:t> </a:t>
            </a:r>
            <a:r>
              <a:rPr lang="en-US" sz="2000" dirty="0">
                <a:solidFill>
                  <a:srgbClr val="001080">
                    <a:alpha val="0"/>
                  </a:srgbClr>
                </a:solidFill>
                <a:latin typeface="Fira Code" panose="020B0809050000020004" pitchFamily="49" charset="0"/>
              </a:rPr>
              <a:t>index</a:t>
            </a:r>
            <a:r>
              <a:rPr lang="en-US" sz="2000" dirty="0">
                <a:solidFill>
                  <a:srgbClr val="000000">
                    <a:alpha val="0"/>
                  </a:srgbClr>
                </a:solidFill>
                <a:latin typeface="Fira Code" panose="020B0809050000020004" pitchFamily="49" charset="0"/>
              </a:rPr>
              <a:t>) {</a:t>
            </a:r>
          </a:p>
          <a:p>
            <a:pPr>
              <a:lnSpc>
                <a:spcPct val="113095"/>
              </a:lnSpc>
              <a:buSzPts val="100"/>
              <a:buNone/>
            </a:pPr>
            <a:r>
              <a:rPr lang="en-US" sz="2000" dirty="0">
                <a:solidFill>
                  <a:srgbClr val="000000">
                    <a:alpha val="0"/>
                  </a:srgbClr>
                </a:solidFill>
                <a:latin typeface="Fira Code" panose="020B0809050000020004" pitchFamily="49" charset="0"/>
              </a:rPr>
              <a:t>    </a:t>
            </a:r>
            <a:r>
              <a:rPr lang="en-US" sz="2000" dirty="0">
                <a:solidFill>
                  <a:srgbClr val="0070C1">
                    <a:alpha val="0"/>
                  </a:srgbClr>
                </a:solidFill>
                <a:latin typeface="Fira Code" panose="020B0809050000020004" pitchFamily="49" charset="0"/>
              </a:rPr>
              <a:t>Tile</a:t>
            </a:r>
            <a:r>
              <a:rPr lang="en-US" sz="2000" dirty="0">
                <a:solidFill>
                  <a:srgbClr val="000000">
                    <a:alpha val="0"/>
                  </a:srgbClr>
                </a:solidFill>
                <a:latin typeface="Fira Code" panose="020B0809050000020004" pitchFamily="49" charset="0"/>
              </a:rPr>
              <a:t>[</a:t>
            </a:r>
            <a:r>
              <a:rPr lang="en-US" sz="2000" dirty="0">
                <a:solidFill>
                  <a:srgbClr val="001080">
                    <a:alpha val="0"/>
                  </a:srgbClr>
                </a:solidFill>
                <a:latin typeface="Fira Code" panose="020B0809050000020004" pitchFamily="49" charset="0"/>
              </a:rPr>
              <a:t>index</a:t>
            </a:r>
            <a:r>
              <a:rPr lang="en-US" sz="2000" dirty="0">
                <a:solidFill>
                  <a:srgbClr val="000000">
                    <a:alpha val="0"/>
                  </a:srgbClr>
                </a:solidFill>
                <a:latin typeface="Fira Code" panose="020B0809050000020004" pitchFamily="49" charset="0"/>
              </a:rPr>
              <a:t>] = </a:t>
            </a:r>
            <a:r>
              <a:rPr lang="en-US" sz="2000" dirty="0" err="1">
                <a:solidFill>
                  <a:srgbClr val="795E26">
                    <a:alpha val="0"/>
                  </a:srgbClr>
                </a:solidFill>
                <a:latin typeface="Fira Code" panose="020B0809050000020004" pitchFamily="49" charset="0"/>
              </a:rPr>
              <a:t>init</a:t>
            </a:r>
            <a:r>
              <a:rPr lang="en-US" sz="2000" dirty="0">
                <a:solidFill>
                  <a:srgbClr val="000000">
                    <a:alpha val="0"/>
                  </a:srgbClr>
                </a:solidFill>
                <a:latin typeface="Fira Code" panose="020B0809050000020004" pitchFamily="49" charset="0"/>
              </a:rPr>
              <a:t>(</a:t>
            </a:r>
            <a:r>
              <a:rPr lang="en-US" sz="2000" dirty="0">
                <a:solidFill>
                  <a:srgbClr val="001080">
                    <a:alpha val="0"/>
                  </a:srgbClr>
                </a:solidFill>
                <a:latin typeface="Fira Code" panose="020B0809050000020004" pitchFamily="49" charset="0"/>
              </a:rPr>
              <a:t>index</a:t>
            </a:r>
            <a:r>
              <a:rPr lang="en-US" sz="2000" dirty="0">
                <a:solidFill>
                  <a:srgbClr val="000000">
                    <a:alpha val="0"/>
                  </a:srgbClr>
                </a:solidFill>
                <a:latin typeface="Fira Code" panose="020B0809050000020004" pitchFamily="49" charset="0"/>
              </a:rPr>
              <a:t>);</a:t>
            </a:r>
          </a:p>
          <a:p>
            <a:pPr>
              <a:lnSpc>
                <a:spcPct val="113095"/>
              </a:lnSpc>
              <a:buSzPts val="100"/>
              <a:buNone/>
            </a:pPr>
            <a:r>
              <a:rPr lang="en-US" sz="2000" dirty="0">
                <a:solidFill>
                  <a:srgbClr val="000000">
                    <a:alpha val="0"/>
                  </a:srgbClr>
                </a:solidFill>
                <a:latin typeface="Fira Code" panose="020B0809050000020004" pitchFamily="49" charset="0"/>
              </a:rPr>
              <a:t>});</a:t>
            </a:r>
          </a:p>
          <a:p>
            <a:pPr>
              <a:lnSpc>
                <a:spcPct val="113095"/>
              </a:lnSpc>
              <a:buNone/>
            </a:pPr>
            <a:endParaRPr lang="en-US" sz="2000" dirty="0">
              <a:solidFill>
                <a:srgbClr val="000000"/>
              </a:solidFill>
              <a:latin typeface="Fira Code" panose="020B0809050000020004" pitchFamily="49" charset="0"/>
            </a:endParaRPr>
          </a:p>
          <a:p>
            <a:pPr>
              <a:lnSpc>
                <a:spcPct val="113095"/>
              </a:lnSpc>
              <a:buSzPts val="100"/>
            </a:pPr>
            <a:r>
              <a:rPr lang="en-US" sz="2000" dirty="0">
                <a:solidFill>
                  <a:srgbClr val="795E26">
                    <a:alpha val="0"/>
                  </a:srgbClr>
                </a:solidFill>
                <a:latin typeface="Fira Code" panose="020B0809050000020004" pitchFamily="49" charset="0"/>
              </a:rPr>
              <a:t>gather</a:t>
            </a:r>
            <a:r>
              <a:rPr lang="en-US" sz="2000" dirty="0">
                <a:solidFill>
                  <a:srgbClr val="000000">
                    <a:alpha val="0"/>
                  </a:srgbClr>
                </a:solidFill>
                <a:latin typeface="Fira Code" panose="020B0809050000020004" pitchFamily="49" charset="0"/>
              </a:rPr>
              <a:t>(</a:t>
            </a:r>
            <a:r>
              <a:rPr lang="en-US" sz="2000" dirty="0">
                <a:solidFill>
                  <a:srgbClr val="0070C1">
                    <a:alpha val="0"/>
                  </a:srgbClr>
                </a:solidFill>
                <a:latin typeface="Fira Code" panose="020B0809050000020004" pitchFamily="49" charset="0"/>
              </a:rPr>
              <a:t>Tile</a:t>
            </a:r>
            <a:r>
              <a:rPr lang="en-US" sz="2000" dirty="0">
                <a:solidFill>
                  <a:srgbClr val="000000">
                    <a:alpha val="0"/>
                  </a:srgbClr>
                </a:solidFill>
                <a:latin typeface="Fira Code" panose="020B0809050000020004" pitchFamily="49" charset="0"/>
              </a:rPr>
              <a:t>, </a:t>
            </a:r>
            <a:r>
              <a:rPr lang="en-US" sz="2000" dirty="0">
                <a:solidFill>
                  <a:srgbClr val="0070C1">
                    <a:alpha val="0"/>
                  </a:srgbClr>
                </a:solidFill>
                <a:latin typeface="Fira Code" panose="020B0809050000020004" pitchFamily="49" charset="0"/>
              </a:rPr>
              <a:t>Data</a:t>
            </a:r>
            <a:r>
              <a:rPr lang="en-US" sz="2000" dirty="0">
                <a:solidFill>
                  <a:srgbClr val="000000">
                    <a:alpha val="0"/>
                  </a:srgbClr>
                </a:solidFill>
                <a:latin typeface="Fira Code" panose="020B0809050000020004" pitchFamily="49" charset="0"/>
              </a:rPr>
              <a:t>, </a:t>
            </a:r>
            <a:r>
              <a:rPr lang="en-US" sz="2000" dirty="0">
                <a:solidFill>
                  <a:srgbClr val="0070C1">
                    <a:alpha val="0"/>
                  </a:srgbClr>
                </a:solidFill>
                <a:latin typeface="Fira Code" panose="020B0809050000020004" pitchFamily="49" charset="0"/>
              </a:rPr>
              <a:t>root</a:t>
            </a:r>
            <a:r>
              <a:rPr lang="en-US" sz="2000" dirty="0">
                <a:solidFill>
                  <a:srgbClr val="000000">
                    <a:alpha val="0"/>
                  </a:srgbClr>
                </a:solidFill>
                <a:latin typeface="Fira Code" panose="020B0809050000020004" pitchFamily="49" charset="0"/>
              </a:rPr>
              <a:t>, </a:t>
            </a:r>
            <a:r>
              <a:rPr lang="en-US" sz="2000" dirty="0" err="1">
                <a:solidFill>
                  <a:srgbClr val="001080">
                    <a:alpha val="0"/>
                  </a:srgbClr>
                </a:solidFill>
                <a:latin typeface="Fira Code" panose="020B0809050000020004" pitchFamily="49" charset="0"/>
              </a:rPr>
              <a:t>MPItrav</a:t>
            </a:r>
            <a:r>
              <a:rPr lang="en-US" sz="2000" dirty="0">
                <a:solidFill>
                  <a:srgbClr val="000000">
                    <a:alpha val="0"/>
                  </a:srgbClr>
                </a:solidFill>
                <a:latin typeface="Fira Code" panose="020B0809050000020004" pitchFamily="49" charset="0"/>
              </a:rPr>
              <a:t>);</a:t>
            </a:r>
          </a:p>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custDataLst>
              <p:tags r:id="rId9"/>
            </p:custDataLst>
          </p:nvPr>
        </p:nvPicPr>
        <p:blipFill>
          <a:blip>
            <a:extLst>
              <a:ext uri="{96DAC541-7B7A-43D3-8B79-37D633B846F1}">
                <asvg:svgBlip xmlns:asvg="http://schemas.microsoft.com/office/drawing/2016/SVG/main" r:embed="rId29"/>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custDataLst>
              <p:tags r:id="rId10"/>
            </p:custDataLst>
          </p:nvPr>
        </p:nvPicPr>
        <p:blipFill>
          <a:blip>
            <a:extLst>
              <a:ext uri="{96DAC541-7B7A-43D3-8B79-37D633B846F1}">
                <asvg:svgBlip xmlns:asvg="http://schemas.microsoft.com/office/drawing/2016/SVG/main" r:embed="rId30"/>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custDataLst>
              <p:tags r:id="rId11"/>
            </p:custDataLst>
          </p:nvPr>
        </p:nvPicPr>
        <p:blipFill>
          <a:blip>
            <a:extLst>
              <a:ext uri="{96DAC541-7B7A-43D3-8B79-37D633B846F1}">
                <asvg:svgBlip xmlns:asvg="http://schemas.microsoft.com/office/drawing/2016/SVG/main" r:embed="rId31"/>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custDataLst>
              <p:tags r:id="rId12"/>
            </p:custDataLst>
          </p:nvPr>
        </p:nvPicPr>
        <p:blipFill>
          <a:blip>
            <a:extLst>
              <a:ext uri="{96DAC541-7B7A-43D3-8B79-37D633B846F1}">
                <asvg:svgBlip xmlns:asvg="http://schemas.microsoft.com/office/drawing/2016/SVG/main" r:embed="rId32"/>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custDataLst>
              <p:tags r:id="rId13"/>
            </p:custDataLst>
          </p:nvPr>
        </p:nvPicPr>
        <p:blipFill>
          <a:blip>
            <a:extLst>
              <a:ext uri="{96DAC541-7B7A-43D3-8B79-37D633B846F1}">
                <asvg:svgBlip xmlns:asvg="http://schemas.microsoft.com/office/drawing/2016/SVG/main" r:embed="rId33"/>
              </a:ext>
            </a:extLst>
          </a:blip>
          <a:stretch>
            <a:fillRect/>
          </a:stretch>
        </p:blipFill>
        <p:spPr>
          <a:xfrm flipH="1">
            <a:off x="412156" y="5407427"/>
            <a:ext cx="521160" cy="521160"/>
          </a:xfrm>
          <a:prstGeom prst="rect">
            <a:avLst/>
          </a:prstGeom>
        </p:spPr>
      </p:pic>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EE10E03B-CD42-27DC-6DF5-CB9596382EE5}"/>
                  </a:ext>
                </a:extLst>
              </p:cNvPr>
              <p:cNvSpPr txBox="1"/>
              <p:nvPr>
                <p:custDataLst>
                  <p:tags r:id="rId14"/>
                </p:custDataLst>
              </p:nvPr>
            </p:nvSpPr>
            <p:spPr>
              <a:xfrm>
                <a:off x="2848591" y="4397966"/>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custDataLst>
                  <p:tags r:id="rId14"/>
                </p:custDataLst>
              </p:nvPr>
            </p:nvSpPr>
            <p:spPr>
              <a:xfrm>
                <a:off x="2848591" y="4397966"/>
                <a:ext cx="1567391" cy="369332"/>
              </a:xfrm>
              <a:prstGeom prst="rect">
                <a:avLst/>
              </a:prstGeom>
              <a:blipFill>
                <a:blip r:embed="rId34"/>
                <a:stretch>
                  <a:fillRect t="-6557" b="-262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830D2A10-C3C9-5980-4B7C-1920E7A6499E}"/>
                  </a:ext>
                </a:extLst>
              </p:cNvPr>
              <p:cNvSpPr txBox="1"/>
              <p:nvPr>
                <p:custDataLst>
                  <p:tags r:id="rId15"/>
                </p:custDataLst>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custDataLst>
                  <p:tags r:id="rId15"/>
                </p:custDataLst>
              </p:nvPr>
            </p:nvSpPr>
            <p:spPr>
              <a:xfrm>
                <a:off x="1033705" y="2614207"/>
                <a:ext cx="1567391" cy="369332"/>
              </a:xfrm>
              <a:prstGeom prst="rect">
                <a:avLst/>
              </a:prstGeom>
              <a:blipFill>
                <a:blip r:embed="rId35"/>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custDataLst>
              <p:tags r:id="rId16"/>
            </p:custDataLst>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custDataLst>
              <p:tags r:id="rId17"/>
            </p:custDataLst>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custDataLst>
              <p:tags r:id="rId18"/>
            </p:custDataLst>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custDataLst>
              <p:tags r:id="rId19"/>
            </p:custDataLst>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custDataLst>
              <p:tags r:id="rId20"/>
            </p:custDataLst>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custDataLst>
              <p:tags r:id="rId21"/>
            </p:custDataLst>
          </p:nvPr>
        </p:nvSpPr>
        <p:spPr>
          <a:xfrm>
            <a:off x="338460" y="3049108"/>
            <a:ext cx="122402" cy="3111531"/>
          </a:xfrm>
          <a:prstGeom prst="lef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custDataLst>
              <p:tags r:id="rId22"/>
            </p:custDataLst>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24" name="TextBox 23">
            <a:extLst>
              <a:ext uri="{FF2B5EF4-FFF2-40B4-BE49-F238E27FC236}">
                <a16:creationId xmlns:a16="http://schemas.microsoft.com/office/drawing/2014/main" id="{FA059D70-FCD1-6DBE-F6AD-CD030885F585}"/>
              </a:ext>
            </a:extLst>
          </p:cNvPr>
          <p:cNvSpPr txBox="1"/>
          <p:nvPr>
            <p:custDataLst>
              <p:tags r:id="rId23"/>
            </p:custDataLst>
          </p:nvPr>
        </p:nvSpPr>
        <p:spPr>
          <a:xfrm>
            <a:off x="2555373" y="960896"/>
            <a:ext cx="3084499" cy="461665"/>
          </a:xfrm>
          <a:prstGeom prst="rect">
            <a:avLst/>
          </a:prstGeom>
          <a:noFill/>
        </p:spPr>
        <p:txBody>
          <a:bodyPr wrap="none" rtlCol="0" anchor="b">
            <a:spAutoFit/>
          </a:bodyPr>
          <a:lstStyle/>
          <a:p>
            <a:pPr algn="ctr"/>
            <a:r>
              <a:rPr lang="en-US" sz="2400" noProof="0" dirty="0"/>
              <a:t>We want to distribute:</a:t>
            </a:r>
          </a:p>
        </p:txBody>
      </p:sp>
      <p:sp>
        <p:nvSpPr>
          <p:cNvPr id="5" name="Right Brace 4">
            <a:extLst>
              <a:ext uri="{FF2B5EF4-FFF2-40B4-BE49-F238E27FC236}">
                <a16:creationId xmlns:a16="http://schemas.microsoft.com/office/drawing/2014/main" id="{77506296-0DDC-BC41-92BD-0C2E58DAA530}"/>
              </a:ext>
            </a:extLst>
          </p:cNvPr>
          <p:cNvSpPr/>
          <p:nvPr>
            <p:custDataLst>
              <p:tags r:id="rId24"/>
            </p:custDataLst>
          </p:nvPr>
        </p:nvSpPr>
        <p:spPr>
          <a:xfrm>
            <a:off x="2684016" y="3049108"/>
            <a:ext cx="212320" cy="3067049"/>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Rectangle 13">
            <a:extLst>
              <a:ext uri="{FF2B5EF4-FFF2-40B4-BE49-F238E27FC236}">
                <a16:creationId xmlns:a16="http://schemas.microsoft.com/office/drawing/2014/main" id="{8B758B1F-BEC5-92B7-1A6F-D95ACD60A139}"/>
              </a:ext>
            </a:extLst>
          </p:cNvPr>
          <p:cNvSpPr/>
          <p:nvPr>
            <p:custDataLst>
              <p:tags r:id="rId25"/>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90638998-1C90-5775-2CCB-D0F7B3AFC7D3}"/>
              </a:ext>
            </a:extLst>
          </p:cNvPr>
          <p:cNvSpPr txBox="1"/>
          <p:nvPr>
            <p:custDataLst>
              <p:tags r:id="rId26"/>
            </p:custDataLst>
          </p:nvPr>
        </p:nvSpPr>
        <p:spPr>
          <a:xfrm>
            <a:off x="4770971" y="6356349"/>
            <a:ext cx="2650084" cy="400110"/>
          </a:xfrm>
          <a:prstGeom prst="rect">
            <a:avLst/>
          </a:prstGeom>
          <a:noFill/>
        </p:spPr>
        <p:txBody>
          <a:bodyPr wrap="none" rtlCol="0">
            <a:spAutoFit/>
          </a:bodyPr>
          <a:lstStyle/>
          <a:p>
            <a:pPr algn="ctr"/>
            <a:r>
              <a:rPr lang="en-US" sz="2000" i="1" dirty="0">
                <a:solidFill>
                  <a:schemeClr val="bg2">
                    <a:lumMod val="50000"/>
                  </a:schemeClr>
                </a:solidFill>
              </a:rPr>
              <a:t>Distributed computing</a:t>
            </a:r>
          </a:p>
        </p:txBody>
      </p:sp>
    </p:spTree>
    <p:custDataLst>
      <p:tags r:id="rId1"/>
    </p:custDataLst>
    <p:extLst>
      <p:ext uri="{BB962C8B-B14F-4D97-AF65-F5344CB8AC3E}">
        <p14:creationId xmlns:p14="http://schemas.microsoft.com/office/powerpoint/2010/main" val="39450835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custDataLst>
              <p:tags r:id="rId2"/>
            </p:custDataLst>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custDataLst>
              <p:tags r:id="rId3"/>
            </p:custDataLst>
          </p:nvPr>
        </p:nvSpPr>
        <p:spPr>
          <a:xfrm>
            <a:off x="7134062" y="3483908"/>
            <a:ext cx="757025" cy="217083"/>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custDataLst>
              <p:tags r:id="rId4"/>
            </p:custDataLst>
          </p:nvPr>
        </p:nvSpPr>
        <p:spPr/>
        <p:txBody>
          <a:bodyPr/>
          <a:lstStyle/>
          <a:p>
            <a:r>
              <a:rPr lang="en-US" noProof="0" dirty="0"/>
              <a:t>Distributed initialization using MPI</a:t>
            </a:r>
          </a:p>
        </p:txBody>
      </p:sp>
      <p:sp>
        <p:nvSpPr>
          <p:cNvPr id="43" name="TextBox 42">
            <a:extLst>
              <a:ext uri="{FF2B5EF4-FFF2-40B4-BE49-F238E27FC236}">
                <a16:creationId xmlns:a16="http://schemas.microsoft.com/office/drawing/2014/main" id="{3C95CC93-9CA9-7209-C22C-7D083498E953}"/>
              </a:ext>
            </a:extLst>
          </p:cNvPr>
          <p:cNvSpPr txBox="1"/>
          <p:nvPr>
            <p:custDataLst>
              <p:tags r:id="rId5"/>
            </p:custDataLst>
          </p:nvPr>
        </p:nvSpPr>
        <p:spPr>
          <a:xfrm>
            <a:off x="5303351" y="2574520"/>
            <a:ext cx="5703806" cy="461665"/>
          </a:xfrm>
          <a:prstGeom prst="rect">
            <a:avLst/>
          </a:prstGeom>
          <a:noFill/>
        </p:spPr>
        <p:txBody>
          <a:bodyPr wrap="none" rtlCol="0" anchor="b">
            <a:spAutoFit/>
          </a:bodyPr>
          <a:lstStyle/>
          <a:p>
            <a:pPr algn="ctr"/>
            <a:r>
              <a:rPr lang="en-US" sz="2400" noProof="0" dirty="0"/>
              <a:t>Binding traversal to an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custDataLst>
              <p:tags r:id="rId6"/>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custDataLst>
              <p:tags r:id="rId7"/>
            </p:custDataLst>
          </p:nvPr>
        </p:nvSpPr>
        <p:spPr/>
        <p:txBody>
          <a:bodyPr/>
          <a:lstStyle/>
          <a:p>
            <a:r>
              <a:rPr lang="en-US" noProof="0"/>
              <a:t>15</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custDataLst>
              <p:tags r:id="rId8"/>
            </p:custDataLst>
          </p:nvPr>
        </p:nvSpPr>
        <p:spPr>
          <a:xfrm>
            <a:off x="4418827" y="3026655"/>
            <a:ext cx="7472855" cy="3225555"/>
          </a:xfrm>
          <a:prstGeom prst="rect">
            <a:avLst/>
          </a:prstGeom>
          <a:noFill/>
          <a:ln>
            <a:solidFill>
              <a:schemeClr val="tx1"/>
            </a:solidFill>
          </a:ln>
        </p:spPr>
        <p:txBody>
          <a:bodyPr wrap="none">
            <a:no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endParaRPr lang="en-US" sz="2000" dirty="0">
              <a:solidFill>
                <a:srgbClr val="000000"/>
              </a:solidFill>
              <a:latin typeface="Fira Code" panose="020B0809050000020004" pitchFamily="49" charset="0"/>
            </a:endParaRPr>
          </a:p>
          <a:p>
            <a:pPr>
              <a:lnSpc>
                <a:spcPct val="113095"/>
              </a:lnSpc>
              <a:buNone/>
            </a:pPr>
            <a:endParaRPr lang="en-US" sz="2000" dirty="0">
              <a:solidFill>
                <a:srgbClr val="267F99"/>
              </a:solidFill>
              <a:latin typeface="Fira Code" panose="020B0809050000020004" pitchFamily="49" charset="0"/>
            </a:endParaRPr>
          </a:p>
          <a:p>
            <a:pPr>
              <a:lnSpc>
                <a:spcPct val="113095"/>
              </a:lnSpc>
              <a:buNone/>
            </a:pPr>
            <a:r>
              <a:rPr lang="en-US" sz="2000" dirty="0">
                <a:solidFill>
                  <a:srgbClr val="267F99"/>
                </a:solidFill>
                <a:latin typeface="Fira Code" panose="020B0809050000020004" pitchFamily="49" charset="0"/>
              </a:rPr>
              <a:t>auto Tile</a:t>
            </a:r>
            <a:r>
              <a:rPr lang="en-US" sz="2000" dirty="0">
                <a:solidFill>
                  <a:srgbClr val="000000"/>
                </a:solidFill>
                <a:latin typeface="Fira Code" panose="020B0809050000020004" pitchFamily="49" charset="0"/>
              </a:rPr>
              <a:t> = …</a:t>
            </a:r>
          </a:p>
          <a:p>
            <a:pPr>
              <a:lnSpc>
                <a:spcPct val="113095"/>
              </a:lnSpc>
              <a:buNone/>
            </a:pPr>
            <a:r>
              <a:rPr lang="en-US" sz="2000" dirty="0" err="1">
                <a:solidFill>
                  <a:srgbClr val="001080"/>
                </a:solidFill>
                <a:latin typeface="Fira Code" panose="020B0809050000020004" pitchFamily="49" charset="0"/>
              </a:rPr>
              <a:t>MPItrav</a:t>
            </a:r>
            <a:r>
              <a:rPr lang="en-US" sz="2000" dirty="0" err="1">
                <a:solidFill>
                  <a:srgbClr val="000000"/>
                </a:solidFill>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dirty="0">
                <a:solidFill>
                  <a:srgbClr val="000000"/>
                </a:solidFill>
                <a:latin typeface="Fira Code" panose="020B0809050000020004" pitchFamily="49" charset="0"/>
              </a:rPr>
              <a:t>([&amp;](</a:t>
            </a:r>
            <a:r>
              <a:rPr lang="en-US" sz="2000" dirty="0">
                <a:solidFill>
                  <a:srgbClr val="267F99"/>
                </a:solidFill>
                <a:latin typeface="Fira Code" panose="020B0809050000020004" pitchFamily="49" charset="0"/>
              </a:rPr>
              <a:t>auto</a:t>
            </a:r>
            <a:r>
              <a:rPr lang="en-US" sz="2000" dirty="0">
                <a:solidFill>
                  <a:srgbClr val="000000"/>
                </a:solidFill>
                <a:latin typeface="Fira Code" panose="020B0809050000020004" pitchFamily="49" charset="0"/>
              </a:rPr>
              <a:t> </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a:t>
            </a:r>
          </a:p>
          <a:p>
            <a:pPr>
              <a:lnSpc>
                <a:spcPct val="113095"/>
              </a:lnSpc>
              <a:buNone/>
            </a:pP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 </a:t>
            </a:r>
            <a:r>
              <a:rPr lang="en-US" sz="2000" dirty="0" err="1">
                <a:solidFill>
                  <a:srgbClr val="795E26"/>
                </a:solidFill>
                <a:latin typeface="Fira Code" panose="020B0809050000020004" pitchFamily="49" charset="0"/>
              </a:rPr>
              <a:t>init</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a:t>
            </a:r>
          </a:p>
          <a:p>
            <a:pPr>
              <a:lnSpc>
                <a:spcPct val="113095"/>
              </a:lnSpc>
              <a:buNone/>
            </a:pPr>
            <a:endParaRPr lang="en-US" sz="2000" dirty="0">
              <a:solidFill>
                <a:srgbClr val="000000"/>
              </a:solidFill>
              <a:latin typeface="Fira Code" panose="020B0809050000020004" pitchFamily="49" charset="0"/>
            </a:endParaRPr>
          </a:p>
          <a:p>
            <a:pPr>
              <a:lnSpc>
                <a:spcPct val="113095"/>
              </a:lnSpc>
              <a:buSzPts val="100"/>
            </a:pPr>
            <a:r>
              <a:rPr lang="en-US" sz="2000" dirty="0">
                <a:solidFill>
                  <a:srgbClr val="795E26">
                    <a:alpha val="0"/>
                  </a:srgbClr>
                </a:solidFill>
                <a:latin typeface="Fira Code" panose="020B0809050000020004" pitchFamily="49" charset="0"/>
              </a:rPr>
              <a:t>gather</a:t>
            </a:r>
            <a:r>
              <a:rPr lang="en-US" sz="2000" dirty="0">
                <a:solidFill>
                  <a:srgbClr val="000000">
                    <a:alpha val="0"/>
                  </a:srgbClr>
                </a:solidFill>
                <a:latin typeface="Fira Code" panose="020B0809050000020004" pitchFamily="49" charset="0"/>
              </a:rPr>
              <a:t>(</a:t>
            </a:r>
            <a:r>
              <a:rPr lang="en-US" sz="2000" dirty="0">
                <a:solidFill>
                  <a:srgbClr val="0070C1">
                    <a:alpha val="0"/>
                  </a:srgbClr>
                </a:solidFill>
                <a:latin typeface="Fira Code" panose="020B0809050000020004" pitchFamily="49" charset="0"/>
              </a:rPr>
              <a:t>Tile</a:t>
            </a:r>
            <a:r>
              <a:rPr lang="en-US" sz="2000" dirty="0">
                <a:solidFill>
                  <a:srgbClr val="000000">
                    <a:alpha val="0"/>
                  </a:srgbClr>
                </a:solidFill>
                <a:latin typeface="Fira Code" panose="020B0809050000020004" pitchFamily="49" charset="0"/>
              </a:rPr>
              <a:t>, </a:t>
            </a:r>
            <a:r>
              <a:rPr lang="en-US" sz="2000" dirty="0">
                <a:solidFill>
                  <a:srgbClr val="0070C1">
                    <a:alpha val="0"/>
                  </a:srgbClr>
                </a:solidFill>
                <a:latin typeface="Fira Code" panose="020B0809050000020004" pitchFamily="49" charset="0"/>
              </a:rPr>
              <a:t>Data</a:t>
            </a:r>
            <a:r>
              <a:rPr lang="en-US" sz="2000" dirty="0">
                <a:solidFill>
                  <a:srgbClr val="000000">
                    <a:alpha val="0"/>
                  </a:srgbClr>
                </a:solidFill>
                <a:latin typeface="Fira Code" panose="020B0809050000020004" pitchFamily="49" charset="0"/>
              </a:rPr>
              <a:t>, </a:t>
            </a:r>
            <a:r>
              <a:rPr lang="en-US" sz="2000" dirty="0">
                <a:solidFill>
                  <a:srgbClr val="0070C1">
                    <a:alpha val="0"/>
                  </a:srgbClr>
                </a:solidFill>
                <a:latin typeface="Fira Code" panose="020B0809050000020004" pitchFamily="49" charset="0"/>
              </a:rPr>
              <a:t>root</a:t>
            </a:r>
            <a:r>
              <a:rPr lang="en-US" sz="2000" dirty="0">
                <a:solidFill>
                  <a:srgbClr val="000000">
                    <a:alpha val="0"/>
                  </a:srgbClr>
                </a:solidFill>
                <a:latin typeface="Fira Code" panose="020B0809050000020004" pitchFamily="49" charset="0"/>
              </a:rPr>
              <a:t>, </a:t>
            </a:r>
            <a:r>
              <a:rPr lang="en-US" sz="2000" dirty="0" err="1">
                <a:solidFill>
                  <a:srgbClr val="001080">
                    <a:alpha val="0"/>
                  </a:srgbClr>
                </a:solidFill>
                <a:latin typeface="Fira Code" panose="020B0809050000020004" pitchFamily="49" charset="0"/>
              </a:rPr>
              <a:t>MPItrav</a:t>
            </a:r>
            <a:r>
              <a:rPr lang="en-US" sz="2000" dirty="0">
                <a:solidFill>
                  <a:srgbClr val="000000">
                    <a:alpha val="0"/>
                  </a:srgbClr>
                </a:solidFill>
                <a:latin typeface="Fira Code" panose="020B0809050000020004" pitchFamily="49" charset="0"/>
              </a:rPr>
              <a:t>);</a:t>
            </a:r>
          </a:p>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custDataLst>
              <p:tags r:id="rId9"/>
            </p:custDataLst>
          </p:nvPr>
        </p:nvPicPr>
        <p:blipFill>
          <a:blip>
            <a:extLst>
              <a:ext uri="{96DAC541-7B7A-43D3-8B79-37D633B846F1}">
                <asvg:svgBlip xmlns:asvg="http://schemas.microsoft.com/office/drawing/2016/SVG/main" r:embed="rId29"/>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custDataLst>
              <p:tags r:id="rId10"/>
            </p:custDataLst>
          </p:nvPr>
        </p:nvPicPr>
        <p:blipFill>
          <a:blip>
            <a:extLst>
              <a:ext uri="{96DAC541-7B7A-43D3-8B79-37D633B846F1}">
                <asvg:svgBlip xmlns:asvg="http://schemas.microsoft.com/office/drawing/2016/SVG/main" r:embed="rId30"/>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custDataLst>
              <p:tags r:id="rId11"/>
            </p:custDataLst>
          </p:nvPr>
        </p:nvPicPr>
        <p:blipFill>
          <a:blip>
            <a:extLst>
              <a:ext uri="{96DAC541-7B7A-43D3-8B79-37D633B846F1}">
                <asvg:svgBlip xmlns:asvg="http://schemas.microsoft.com/office/drawing/2016/SVG/main" r:embed="rId31"/>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custDataLst>
              <p:tags r:id="rId12"/>
            </p:custDataLst>
          </p:nvPr>
        </p:nvPicPr>
        <p:blipFill>
          <a:blip>
            <a:extLst>
              <a:ext uri="{96DAC541-7B7A-43D3-8B79-37D633B846F1}">
                <asvg:svgBlip xmlns:asvg="http://schemas.microsoft.com/office/drawing/2016/SVG/main" r:embed="rId32"/>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custDataLst>
              <p:tags r:id="rId13"/>
            </p:custDataLst>
          </p:nvPr>
        </p:nvPicPr>
        <p:blipFill>
          <a:blip>
            <a:extLst>
              <a:ext uri="{96DAC541-7B7A-43D3-8B79-37D633B846F1}">
                <asvg:svgBlip xmlns:asvg="http://schemas.microsoft.com/office/drawing/2016/SVG/main" r:embed="rId33"/>
              </a:ext>
            </a:extLst>
          </a:blip>
          <a:stretch>
            <a:fillRect/>
          </a:stretch>
        </p:blipFill>
        <p:spPr>
          <a:xfrm flipH="1">
            <a:off x="412156" y="5407427"/>
            <a:ext cx="521160" cy="521160"/>
          </a:xfrm>
          <a:prstGeom prst="rect">
            <a:avLst/>
          </a:prstGeom>
        </p:spPr>
      </p:pic>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EE10E03B-CD42-27DC-6DF5-CB9596382EE5}"/>
                  </a:ext>
                </a:extLst>
              </p:cNvPr>
              <p:cNvSpPr txBox="1"/>
              <p:nvPr>
                <p:custDataLst>
                  <p:tags r:id="rId14"/>
                </p:custDataLst>
              </p:nvPr>
            </p:nvSpPr>
            <p:spPr>
              <a:xfrm>
                <a:off x="2848591" y="4397966"/>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custDataLst>
                  <p:tags r:id="rId14"/>
                </p:custDataLst>
              </p:nvPr>
            </p:nvSpPr>
            <p:spPr>
              <a:xfrm>
                <a:off x="2848591" y="4397966"/>
                <a:ext cx="1567391" cy="369332"/>
              </a:xfrm>
              <a:prstGeom prst="rect">
                <a:avLst/>
              </a:prstGeom>
              <a:blipFill>
                <a:blip r:embed="rId34"/>
                <a:stretch>
                  <a:fillRect t="-6557" b="-262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830D2A10-C3C9-5980-4B7C-1920E7A6499E}"/>
                  </a:ext>
                </a:extLst>
              </p:cNvPr>
              <p:cNvSpPr txBox="1"/>
              <p:nvPr>
                <p:custDataLst>
                  <p:tags r:id="rId15"/>
                </p:custDataLst>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custDataLst>
                  <p:tags r:id="rId15"/>
                </p:custDataLst>
              </p:nvPr>
            </p:nvSpPr>
            <p:spPr>
              <a:xfrm>
                <a:off x="1033705" y="2614207"/>
                <a:ext cx="1567391" cy="369332"/>
              </a:xfrm>
              <a:prstGeom prst="rect">
                <a:avLst/>
              </a:prstGeom>
              <a:blipFill>
                <a:blip r:embed="rId35"/>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custDataLst>
              <p:tags r:id="rId16"/>
            </p:custDataLst>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custDataLst>
              <p:tags r:id="rId17"/>
            </p:custDataLst>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custDataLst>
              <p:tags r:id="rId18"/>
            </p:custDataLst>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custDataLst>
              <p:tags r:id="rId19"/>
            </p:custDataLst>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custDataLst>
              <p:tags r:id="rId20"/>
            </p:custDataLst>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custDataLst>
              <p:tags r:id="rId21"/>
            </p:custDataLst>
          </p:nvPr>
        </p:nvSpPr>
        <p:spPr>
          <a:xfrm>
            <a:off x="338460" y="3049108"/>
            <a:ext cx="122402" cy="3111531"/>
          </a:xfrm>
          <a:prstGeom prst="lef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custDataLst>
              <p:tags r:id="rId22"/>
            </p:custDataLst>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24" name="TextBox 23">
            <a:extLst>
              <a:ext uri="{FF2B5EF4-FFF2-40B4-BE49-F238E27FC236}">
                <a16:creationId xmlns:a16="http://schemas.microsoft.com/office/drawing/2014/main" id="{FA059D70-FCD1-6DBE-F6AD-CD030885F585}"/>
              </a:ext>
            </a:extLst>
          </p:cNvPr>
          <p:cNvSpPr txBox="1"/>
          <p:nvPr>
            <p:custDataLst>
              <p:tags r:id="rId23"/>
            </p:custDataLst>
          </p:nvPr>
        </p:nvSpPr>
        <p:spPr>
          <a:xfrm>
            <a:off x="2555373" y="960896"/>
            <a:ext cx="3084499" cy="461665"/>
          </a:xfrm>
          <a:prstGeom prst="rect">
            <a:avLst/>
          </a:prstGeom>
          <a:noFill/>
        </p:spPr>
        <p:txBody>
          <a:bodyPr wrap="none" rtlCol="0" anchor="b">
            <a:spAutoFit/>
          </a:bodyPr>
          <a:lstStyle/>
          <a:p>
            <a:pPr algn="ctr"/>
            <a:r>
              <a:rPr lang="en-US" sz="2400" noProof="0" dirty="0"/>
              <a:t>We want to distribute:</a:t>
            </a:r>
          </a:p>
        </p:txBody>
      </p:sp>
      <p:sp>
        <p:nvSpPr>
          <p:cNvPr id="5" name="Right Brace 4">
            <a:extLst>
              <a:ext uri="{FF2B5EF4-FFF2-40B4-BE49-F238E27FC236}">
                <a16:creationId xmlns:a16="http://schemas.microsoft.com/office/drawing/2014/main" id="{77506296-0DDC-BC41-92BD-0C2E58DAA530}"/>
              </a:ext>
            </a:extLst>
          </p:cNvPr>
          <p:cNvSpPr/>
          <p:nvPr>
            <p:custDataLst>
              <p:tags r:id="rId24"/>
            </p:custDataLst>
          </p:nvPr>
        </p:nvSpPr>
        <p:spPr>
          <a:xfrm>
            <a:off x="2684016" y="3049108"/>
            <a:ext cx="212320" cy="3067049"/>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Rectangle 13">
            <a:extLst>
              <a:ext uri="{FF2B5EF4-FFF2-40B4-BE49-F238E27FC236}">
                <a16:creationId xmlns:a16="http://schemas.microsoft.com/office/drawing/2014/main" id="{8B758B1F-BEC5-92B7-1A6F-D95ACD60A139}"/>
              </a:ext>
            </a:extLst>
          </p:cNvPr>
          <p:cNvSpPr/>
          <p:nvPr>
            <p:custDataLst>
              <p:tags r:id="rId25"/>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90638998-1C90-5775-2CCB-D0F7B3AFC7D3}"/>
              </a:ext>
            </a:extLst>
          </p:cNvPr>
          <p:cNvSpPr txBox="1"/>
          <p:nvPr>
            <p:custDataLst>
              <p:tags r:id="rId26"/>
            </p:custDataLst>
          </p:nvPr>
        </p:nvSpPr>
        <p:spPr>
          <a:xfrm>
            <a:off x="4770971" y="6356349"/>
            <a:ext cx="2650084" cy="400110"/>
          </a:xfrm>
          <a:prstGeom prst="rect">
            <a:avLst/>
          </a:prstGeom>
          <a:noFill/>
        </p:spPr>
        <p:txBody>
          <a:bodyPr wrap="none" rtlCol="0">
            <a:spAutoFit/>
          </a:bodyPr>
          <a:lstStyle/>
          <a:p>
            <a:pPr algn="ctr"/>
            <a:r>
              <a:rPr lang="en-US" sz="2000" i="1" dirty="0">
                <a:solidFill>
                  <a:schemeClr val="bg2">
                    <a:lumMod val="50000"/>
                  </a:schemeClr>
                </a:solidFill>
              </a:rPr>
              <a:t>Distributed computing</a:t>
            </a:r>
          </a:p>
        </p:txBody>
      </p:sp>
    </p:spTree>
    <p:custDataLst>
      <p:tags r:id="rId1"/>
    </p:custDataLst>
    <p:extLst>
      <p:ext uri="{BB962C8B-B14F-4D97-AF65-F5344CB8AC3E}">
        <p14:creationId xmlns:p14="http://schemas.microsoft.com/office/powerpoint/2010/main" val="20015044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custDataLst>
              <p:tags r:id="rId2"/>
            </p:custDataLst>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custDataLst>
              <p:tags r:id="rId3"/>
            </p:custDataLst>
          </p:nvPr>
        </p:nvSpPr>
        <p:spPr>
          <a:xfrm>
            <a:off x="7134062" y="3483908"/>
            <a:ext cx="757025" cy="217083"/>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custDataLst>
              <p:tags r:id="rId4"/>
            </p:custDataLst>
          </p:nvPr>
        </p:nvSpPr>
        <p:spPr/>
        <p:txBody>
          <a:bodyPr/>
          <a:lstStyle/>
          <a:p>
            <a:r>
              <a:rPr lang="en-US" noProof="0" dirty="0"/>
              <a:t>Distributed initialization using MPI</a:t>
            </a:r>
          </a:p>
        </p:txBody>
      </p:sp>
      <p:sp>
        <p:nvSpPr>
          <p:cNvPr id="43" name="TextBox 42">
            <a:extLst>
              <a:ext uri="{FF2B5EF4-FFF2-40B4-BE49-F238E27FC236}">
                <a16:creationId xmlns:a16="http://schemas.microsoft.com/office/drawing/2014/main" id="{3C95CC93-9CA9-7209-C22C-7D083498E953}"/>
              </a:ext>
            </a:extLst>
          </p:cNvPr>
          <p:cNvSpPr txBox="1"/>
          <p:nvPr>
            <p:custDataLst>
              <p:tags r:id="rId5"/>
            </p:custDataLst>
          </p:nvPr>
        </p:nvSpPr>
        <p:spPr>
          <a:xfrm>
            <a:off x="5303351" y="2574520"/>
            <a:ext cx="5703806" cy="461665"/>
          </a:xfrm>
          <a:prstGeom prst="rect">
            <a:avLst/>
          </a:prstGeom>
          <a:noFill/>
        </p:spPr>
        <p:txBody>
          <a:bodyPr wrap="none" rtlCol="0" anchor="b">
            <a:spAutoFit/>
          </a:bodyPr>
          <a:lstStyle/>
          <a:p>
            <a:pPr algn="ctr"/>
            <a:r>
              <a:rPr lang="en-US" sz="2400" noProof="0" dirty="0"/>
              <a:t>Binding traversal to an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custDataLst>
              <p:tags r:id="rId6"/>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custDataLst>
              <p:tags r:id="rId7"/>
            </p:custDataLst>
          </p:nvPr>
        </p:nvSpPr>
        <p:spPr/>
        <p:txBody>
          <a:bodyPr/>
          <a:lstStyle/>
          <a:p>
            <a:r>
              <a:rPr lang="en-US" noProof="0"/>
              <a:t>15</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custDataLst>
              <p:tags r:id="rId8"/>
            </p:custDataLst>
          </p:nvPr>
        </p:nvSpPr>
        <p:spPr>
          <a:xfrm>
            <a:off x="4418827" y="3026655"/>
            <a:ext cx="7472855" cy="3225555"/>
          </a:xfrm>
          <a:prstGeom prst="rect">
            <a:avLst/>
          </a:prstGeom>
          <a:noFill/>
          <a:ln>
            <a:solidFill>
              <a:schemeClr val="tx1"/>
            </a:solidFill>
          </a:ln>
        </p:spPr>
        <p:txBody>
          <a:bodyPr wrap="none">
            <a:no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endParaRPr lang="en-US" sz="2000" dirty="0">
              <a:solidFill>
                <a:srgbClr val="000000"/>
              </a:solidFill>
              <a:latin typeface="Fira Code" panose="020B0809050000020004" pitchFamily="49" charset="0"/>
            </a:endParaRPr>
          </a:p>
          <a:p>
            <a:pPr>
              <a:lnSpc>
                <a:spcPct val="113095"/>
              </a:lnSpc>
              <a:buNone/>
            </a:pPr>
            <a:endParaRPr lang="en-US" sz="2000" dirty="0">
              <a:solidFill>
                <a:srgbClr val="267F99"/>
              </a:solidFill>
              <a:latin typeface="Fira Code" panose="020B0809050000020004" pitchFamily="49" charset="0"/>
            </a:endParaRPr>
          </a:p>
          <a:p>
            <a:pPr>
              <a:lnSpc>
                <a:spcPct val="113095"/>
              </a:lnSpc>
              <a:buNone/>
            </a:pPr>
            <a:r>
              <a:rPr lang="en-US" sz="2000" dirty="0">
                <a:solidFill>
                  <a:srgbClr val="267F99"/>
                </a:solidFill>
                <a:latin typeface="Fira Code" panose="020B0809050000020004" pitchFamily="49" charset="0"/>
              </a:rPr>
              <a:t>auto Tile</a:t>
            </a:r>
            <a:r>
              <a:rPr lang="en-US" sz="2000" dirty="0">
                <a:solidFill>
                  <a:srgbClr val="000000"/>
                </a:solidFill>
                <a:latin typeface="Fira Code" panose="020B0809050000020004" pitchFamily="49" charset="0"/>
              </a:rPr>
              <a:t> = …</a:t>
            </a:r>
          </a:p>
          <a:p>
            <a:pPr>
              <a:lnSpc>
                <a:spcPct val="113095"/>
              </a:lnSpc>
              <a:buNone/>
            </a:pPr>
            <a:r>
              <a:rPr lang="en-US" sz="2000" dirty="0" err="1">
                <a:solidFill>
                  <a:srgbClr val="001080"/>
                </a:solidFill>
                <a:latin typeface="Fira Code" panose="020B0809050000020004" pitchFamily="49" charset="0"/>
              </a:rPr>
              <a:t>MPItrav</a:t>
            </a:r>
            <a:r>
              <a:rPr lang="en-US" sz="2000" dirty="0" err="1">
                <a:solidFill>
                  <a:srgbClr val="000000"/>
                </a:solidFill>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dirty="0">
                <a:solidFill>
                  <a:srgbClr val="000000"/>
                </a:solidFill>
                <a:latin typeface="Fira Code" panose="020B0809050000020004" pitchFamily="49" charset="0"/>
              </a:rPr>
              <a:t>([&amp;](</a:t>
            </a:r>
            <a:r>
              <a:rPr lang="en-US" sz="2000" dirty="0">
                <a:solidFill>
                  <a:srgbClr val="267F99"/>
                </a:solidFill>
                <a:latin typeface="Fira Code" panose="020B0809050000020004" pitchFamily="49" charset="0"/>
              </a:rPr>
              <a:t>auto</a:t>
            </a:r>
            <a:r>
              <a:rPr lang="en-US" sz="2000" dirty="0">
                <a:solidFill>
                  <a:srgbClr val="000000"/>
                </a:solidFill>
                <a:latin typeface="Fira Code" panose="020B0809050000020004" pitchFamily="49" charset="0"/>
              </a:rPr>
              <a:t> </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a:t>
            </a:r>
          </a:p>
          <a:p>
            <a:pPr>
              <a:lnSpc>
                <a:spcPct val="113095"/>
              </a:lnSpc>
              <a:buNone/>
            </a:pP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 </a:t>
            </a:r>
            <a:r>
              <a:rPr lang="en-US" sz="2000" dirty="0" err="1">
                <a:solidFill>
                  <a:srgbClr val="795E26"/>
                </a:solidFill>
                <a:latin typeface="Fira Code" panose="020B0809050000020004" pitchFamily="49" charset="0"/>
              </a:rPr>
              <a:t>init</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a:t>
            </a:r>
          </a:p>
          <a:p>
            <a:pPr>
              <a:lnSpc>
                <a:spcPct val="113095"/>
              </a:lnSpc>
              <a:buNone/>
            </a:pPr>
            <a:endParaRPr lang="en-US" sz="2000" dirty="0">
              <a:solidFill>
                <a:srgbClr val="000000"/>
              </a:solidFill>
              <a:latin typeface="Fira Code" panose="020B0809050000020004" pitchFamily="49" charset="0"/>
            </a:endParaRPr>
          </a:p>
          <a:p>
            <a:pPr>
              <a:lnSpc>
                <a:spcPct val="113095"/>
              </a:lnSpc>
            </a:pPr>
            <a:r>
              <a:rPr lang="en-US" sz="2000" dirty="0">
                <a:solidFill>
                  <a:srgbClr val="795E26"/>
                </a:solidFill>
                <a:latin typeface="Fira Code" panose="020B0809050000020004" pitchFamily="49" charset="0"/>
              </a:rPr>
              <a:t>gather</a:t>
            </a:r>
            <a:r>
              <a:rPr lang="en-US" sz="2000" dirty="0">
                <a:solidFill>
                  <a:srgbClr val="000000"/>
                </a:solidFill>
                <a:latin typeface="Fira Code" panose="020B0809050000020004" pitchFamily="49" charset="0"/>
              </a:rPr>
              <a:t>(</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Data</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root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MPItrav</a:t>
            </a:r>
            <a:r>
              <a:rPr lang="en-US" sz="2000" dirty="0">
                <a:solidFill>
                  <a:srgbClr val="000000"/>
                </a:solidFill>
                <a:latin typeface="Fira Code" panose="020B0809050000020004" pitchFamily="49" charset="0"/>
              </a:rPr>
              <a:t>);</a:t>
            </a:r>
          </a:p>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custDataLst>
              <p:tags r:id="rId9"/>
            </p:custDataLst>
          </p:nvPr>
        </p:nvPicPr>
        <p:blipFill>
          <a:blip>
            <a:extLst>
              <a:ext uri="{96DAC541-7B7A-43D3-8B79-37D633B846F1}">
                <asvg:svgBlip xmlns:asvg="http://schemas.microsoft.com/office/drawing/2016/SVG/main" r:embed="rId29"/>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custDataLst>
              <p:tags r:id="rId10"/>
            </p:custDataLst>
          </p:nvPr>
        </p:nvPicPr>
        <p:blipFill>
          <a:blip>
            <a:extLst>
              <a:ext uri="{96DAC541-7B7A-43D3-8B79-37D633B846F1}">
                <asvg:svgBlip xmlns:asvg="http://schemas.microsoft.com/office/drawing/2016/SVG/main" r:embed="rId30"/>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custDataLst>
              <p:tags r:id="rId11"/>
            </p:custDataLst>
          </p:nvPr>
        </p:nvPicPr>
        <p:blipFill>
          <a:blip>
            <a:extLst>
              <a:ext uri="{96DAC541-7B7A-43D3-8B79-37D633B846F1}">
                <asvg:svgBlip xmlns:asvg="http://schemas.microsoft.com/office/drawing/2016/SVG/main" r:embed="rId31"/>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custDataLst>
              <p:tags r:id="rId12"/>
            </p:custDataLst>
          </p:nvPr>
        </p:nvPicPr>
        <p:blipFill>
          <a:blip>
            <a:extLst>
              <a:ext uri="{96DAC541-7B7A-43D3-8B79-37D633B846F1}">
                <asvg:svgBlip xmlns:asvg="http://schemas.microsoft.com/office/drawing/2016/SVG/main" r:embed="rId32"/>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custDataLst>
              <p:tags r:id="rId13"/>
            </p:custDataLst>
          </p:nvPr>
        </p:nvPicPr>
        <p:blipFill>
          <a:blip>
            <a:extLst>
              <a:ext uri="{96DAC541-7B7A-43D3-8B79-37D633B846F1}">
                <asvg:svgBlip xmlns:asvg="http://schemas.microsoft.com/office/drawing/2016/SVG/main" r:embed="rId33"/>
              </a:ext>
            </a:extLst>
          </a:blip>
          <a:stretch>
            <a:fillRect/>
          </a:stretch>
        </p:blipFill>
        <p:spPr>
          <a:xfrm flipH="1">
            <a:off x="412156" y="5407427"/>
            <a:ext cx="521160" cy="521160"/>
          </a:xfrm>
          <a:prstGeom prst="rect">
            <a:avLst/>
          </a:prstGeom>
        </p:spPr>
      </p:pic>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EE10E03B-CD42-27DC-6DF5-CB9596382EE5}"/>
                  </a:ext>
                </a:extLst>
              </p:cNvPr>
              <p:cNvSpPr txBox="1"/>
              <p:nvPr>
                <p:custDataLst>
                  <p:tags r:id="rId14"/>
                </p:custDataLst>
              </p:nvPr>
            </p:nvSpPr>
            <p:spPr>
              <a:xfrm>
                <a:off x="2848591" y="4397966"/>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custDataLst>
                  <p:tags r:id="rId14"/>
                </p:custDataLst>
              </p:nvPr>
            </p:nvSpPr>
            <p:spPr>
              <a:xfrm>
                <a:off x="2848591" y="4397966"/>
                <a:ext cx="1567391" cy="369332"/>
              </a:xfrm>
              <a:prstGeom prst="rect">
                <a:avLst/>
              </a:prstGeom>
              <a:blipFill>
                <a:blip r:embed="rId34"/>
                <a:stretch>
                  <a:fillRect t="-6557" b="-262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830D2A10-C3C9-5980-4B7C-1920E7A6499E}"/>
                  </a:ext>
                </a:extLst>
              </p:cNvPr>
              <p:cNvSpPr txBox="1"/>
              <p:nvPr>
                <p:custDataLst>
                  <p:tags r:id="rId15"/>
                </p:custDataLst>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custDataLst>
                  <p:tags r:id="rId15"/>
                </p:custDataLst>
              </p:nvPr>
            </p:nvSpPr>
            <p:spPr>
              <a:xfrm>
                <a:off x="1033705" y="2614207"/>
                <a:ext cx="1567391" cy="369332"/>
              </a:xfrm>
              <a:prstGeom prst="rect">
                <a:avLst/>
              </a:prstGeom>
              <a:blipFill>
                <a:blip r:embed="rId35"/>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custDataLst>
              <p:tags r:id="rId16"/>
            </p:custDataLst>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custDataLst>
              <p:tags r:id="rId17"/>
            </p:custDataLst>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custDataLst>
              <p:tags r:id="rId18"/>
            </p:custDataLst>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custDataLst>
              <p:tags r:id="rId19"/>
            </p:custDataLst>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custDataLst>
              <p:tags r:id="rId20"/>
            </p:custDataLst>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custDataLst>
              <p:tags r:id="rId21"/>
            </p:custDataLst>
          </p:nvPr>
        </p:nvSpPr>
        <p:spPr>
          <a:xfrm>
            <a:off x="338460" y="3049108"/>
            <a:ext cx="122402" cy="3111531"/>
          </a:xfrm>
          <a:prstGeom prst="lef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custDataLst>
              <p:tags r:id="rId22"/>
            </p:custDataLst>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24" name="TextBox 23">
            <a:extLst>
              <a:ext uri="{FF2B5EF4-FFF2-40B4-BE49-F238E27FC236}">
                <a16:creationId xmlns:a16="http://schemas.microsoft.com/office/drawing/2014/main" id="{FA059D70-FCD1-6DBE-F6AD-CD030885F585}"/>
              </a:ext>
            </a:extLst>
          </p:cNvPr>
          <p:cNvSpPr txBox="1"/>
          <p:nvPr>
            <p:custDataLst>
              <p:tags r:id="rId23"/>
            </p:custDataLst>
          </p:nvPr>
        </p:nvSpPr>
        <p:spPr>
          <a:xfrm>
            <a:off x="2555373" y="960896"/>
            <a:ext cx="3084499" cy="461665"/>
          </a:xfrm>
          <a:prstGeom prst="rect">
            <a:avLst/>
          </a:prstGeom>
          <a:noFill/>
        </p:spPr>
        <p:txBody>
          <a:bodyPr wrap="none" rtlCol="0" anchor="b">
            <a:spAutoFit/>
          </a:bodyPr>
          <a:lstStyle/>
          <a:p>
            <a:pPr algn="ctr"/>
            <a:r>
              <a:rPr lang="en-US" sz="2400" noProof="0" dirty="0"/>
              <a:t>We want to distribute:</a:t>
            </a:r>
          </a:p>
        </p:txBody>
      </p:sp>
      <p:sp>
        <p:nvSpPr>
          <p:cNvPr id="5" name="Right Brace 4">
            <a:extLst>
              <a:ext uri="{FF2B5EF4-FFF2-40B4-BE49-F238E27FC236}">
                <a16:creationId xmlns:a16="http://schemas.microsoft.com/office/drawing/2014/main" id="{77506296-0DDC-BC41-92BD-0C2E58DAA530}"/>
              </a:ext>
            </a:extLst>
          </p:cNvPr>
          <p:cNvSpPr/>
          <p:nvPr>
            <p:custDataLst>
              <p:tags r:id="rId24"/>
            </p:custDataLst>
          </p:nvPr>
        </p:nvSpPr>
        <p:spPr>
          <a:xfrm>
            <a:off x="2684016" y="3049108"/>
            <a:ext cx="212320" cy="3067049"/>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Rectangle 13">
            <a:extLst>
              <a:ext uri="{FF2B5EF4-FFF2-40B4-BE49-F238E27FC236}">
                <a16:creationId xmlns:a16="http://schemas.microsoft.com/office/drawing/2014/main" id="{8B758B1F-BEC5-92B7-1A6F-D95ACD60A139}"/>
              </a:ext>
            </a:extLst>
          </p:cNvPr>
          <p:cNvSpPr/>
          <p:nvPr>
            <p:custDataLst>
              <p:tags r:id="rId25"/>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90638998-1C90-5775-2CCB-D0F7B3AFC7D3}"/>
              </a:ext>
            </a:extLst>
          </p:cNvPr>
          <p:cNvSpPr txBox="1"/>
          <p:nvPr>
            <p:custDataLst>
              <p:tags r:id="rId26"/>
            </p:custDataLst>
          </p:nvPr>
        </p:nvSpPr>
        <p:spPr>
          <a:xfrm>
            <a:off x="4770971" y="6356349"/>
            <a:ext cx="2650084" cy="400110"/>
          </a:xfrm>
          <a:prstGeom prst="rect">
            <a:avLst/>
          </a:prstGeom>
          <a:noFill/>
        </p:spPr>
        <p:txBody>
          <a:bodyPr wrap="none" rtlCol="0">
            <a:spAutoFit/>
          </a:bodyPr>
          <a:lstStyle/>
          <a:p>
            <a:pPr algn="ctr"/>
            <a:r>
              <a:rPr lang="en-US" sz="2000" i="1" dirty="0">
                <a:solidFill>
                  <a:schemeClr val="bg2">
                    <a:lumMod val="50000"/>
                  </a:schemeClr>
                </a:solidFill>
              </a:rPr>
              <a:t>Distributed computing</a:t>
            </a:r>
          </a:p>
        </p:txBody>
      </p:sp>
    </p:spTree>
    <p:custDataLst>
      <p:tags r:id="rId1"/>
    </p:custDataLst>
    <p:extLst>
      <p:ext uri="{BB962C8B-B14F-4D97-AF65-F5344CB8AC3E}">
        <p14:creationId xmlns:p14="http://schemas.microsoft.com/office/powerpoint/2010/main" val="9119470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custDataLst>
              <p:tags r:id="rId2"/>
            </p:custDataLst>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custDataLst>
              <p:tags r:id="rId4"/>
            </p:custDataLst>
          </p:nvPr>
        </p:nvSpPr>
        <p:spPr/>
        <p:txBody>
          <a:bodyPr/>
          <a:lstStyle/>
          <a:p>
            <a:r>
              <a:rPr lang="en-US" noProof="0"/>
              <a:t>16</a:t>
            </a:r>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custDataLst>
              <p:tags r:id="rId5"/>
            </p:custDataLst>
          </p:nvPr>
        </p:nvSpPr>
        <p:spPr>
          <a:xfrm>
            <a:off x="4667457" y="1339278"/>
            <a:ext cx="3134191" cy="461665"/>
          </a:xfrm>
          <a:prstGeom prst="rect">
            <a:avLst/>
          </a:prstGeom>
          <a:noFill/>
        </p:spPr>
        <p:txBody>
          <a:bodyPr wrap="none" rtlCol="0" anchor="b">
            <a:spAutoFit/>
          </a:bodyPr>
          <a:lstStyle/>
          <a:p>
            <a:pPr algn="ctr"/>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3" name="TextBox 12">
            <a:extLst>
              <a:ext uri="{FF2B5EF4-FFF2-40B4-BE49-F238E27FC236}">
                <a16:creationId xmlns:a16="http://schemas.microsoft.com/office/drawing/2014/main" id="{439C9CAD-9E1E-7EC1-4429-D017CA1092E1}"/>
              </a:ext>
            </a:extLst>
          </p:cNvPr>
          <p:cNvSpPr txBox="1"/>
          <p:nvPr>
            <p:custDataLst>
              <p:tags r:id="rId6"/>
            </p:custDataLst>
          </p:nvPr>
        </p:nvSpPr>
        <p:spPr>
          <a:xfrm>
            <a:off x="2503783" y="2825507"/>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custDataLst>
              <p:tags r:id="rId7"/>
            </p:custDataLst>
          </p:nvPr>
        </p:nvSpPr>
        <p:spPr>
          <a:xfrm>
            <a:off x="1505514" y="3221433"/>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custDataLst>
              <p:tags r:id="rId8"/>
            </p:custDataLst>
          </p:nvPr>
        </p:nvCxnSpPr>
        <p:spPr>
          <a:xfrm flipH="1">
            <a:off x="4035771" y="3798827"/>
            <a:ext cx="2199832" cy="14401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a:extLst>
              <a:ext uri="{FF2B5EF4-FFF2-40B4-BE49-F238E27FC236}">
                <a16:creationId xmlns:a16="http://schemas.microsoft.com/office/drawing/2014/main" id="{C246AED9-F132-9733-D20A-38A72DC05DB0}"/>
              </a:ext>
            </a:extLst>
          </p:cNvPr>
          <p:cNvSpPr txBox="1"/>
          <p:nvPr>
            <p:custDataLst>
              <p:tags r:id="rId9"/>
            </p:custDataLst>
          </p:nvPr>
        </p:nvSpPr>
        <p:spPr>
          <a:xfrm rot="19575917">
            <a:off x="4072345" y="4454517"/>
            <a:ext cx="2297873" cy="461665"/>
          </a:xfrm>
          <a:prstGeom prst="rect">
            <a:avLst/>
          </a:prstGeom>
          <a:noFill/>
        </p:spPr>
        <p:txBody>
          <a:bodyPr wrap="none" rtlCol="0">
            <a:spAutoFit/>
          </a:bodyPr>
          <a:lstStyle/>
          <a:p>
            <a:pPr marL="0" algn="ctr"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262" name="Group 261">
            <a:extLst>
              <a:ext uri="{FF2B5EF4-FFF2-40B4-BE49-F238E27FC236}">
                <a16:creationId xmlns:a16="http://schemas.microsoft.com/office/drawing/2014/main" id="{E3BFC522-F1EF-2168-0CD0-4D620EEFE5BA}"/>
              </a:ext>
            </a:extLst>
          </p:cNvPr>
          <p:cNvGrpSpPr/>
          <p:nvPr>
            <p:custDataLst>
              <p:tags r:id="rId10"/>
            </p:custDataLst>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custDataLst>
              <p:tags r:id="rId11"/>
            </p:custDataLst>
          </p:nvPr>
        </p:nvGrpSpPr>
        <p:grpSpPr>
          <a:xfrm>
            <a:off x="1998386" y="3675333"/>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sp>
        <p:nvSpPr>
          <p:cNvPr id="18" name="Rectangle 17">
            <a:extLst>
              <a:ext uri="{FF2B5EF4-FFF2-40B4-BE49-F238E27FC236}">
                <a16:creationId xmlns:a16="http://schemas.microsoft.com/office/drawing/2014/main" id="{9AEBA60F-DD94-37D4-5026-1905930493F3}"/>
              </a:ext>
            </a:extLst>
          </p:cNvPr>
          <p:cNvSpPr/>
          <p:nvPr>
            <p:custDataLst>
              <p:tags r:id="rId12"/>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E8B1229-545C-819F-C2C0-70304624B141}"/>
              </a:ext>
            </a:extLst>
          </p:cNvPr>
          <p:cNvSpPr txBox="1"/>
          <p:nvPr>
            <p:custDataLst>
              <p:tags r:id="rId13"/>
            </p:custDataLst>
          </p:nvPr>
        </p:nvSpPr>
        <p:spPr>
          <a:xfrm>
            <a:off x="4770971" y="6356349"/>
            <a:ext cx="2650084" cy="400110"/>
          </a:xfrm>
          <a:prstGeom prst="rect">
            <a:avLst/>
          </a:prstGeom>
          <a:noFill/>
        </p:spPr>
        <p:txBody>
          <a:bodyPr wrap="none" rtlCol="0">
            <a:spAutoFit/>
          </a:bodyPr>
          <a:lstStyle/>
          <a:p>
            <a:pPr algn="ctr"/>
            <a:r>
              <a:rPr lang="en-US" sz="2000" i="1" dirty="0">
                <a:solidFill>
                  <a:schemeClr val="bg2">
                    <a:lumMod val="50000"/>
                  </a:schemeClr>
                </a:solidFill>
              </a:rPr>
              <a:t>Distributed computing</a:t>
            </a:r>
          </a:p>
        </p:txBody>
      </p:sp>
    </p:spTree>
    <p:custDataLst>
      <p:tags r:id="rId1"/>
    </p:custDataLst>
    <p:extLst>
      <p:ext uri="{BB962C8B-B14F-4D97-AF65-F5344CB8AC3E}">
        <p14:creationId xmlns:p14="http://schemas.microsoft.com/office/powerpoint/2010/main" val="179879588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custDataLst>
              <p:tags r:id="rId2"/>
            </p:custDataLst>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custDataLst>
              <p:tags r:id="rId4"/>
            </p:custDataLst>
          </p:nvPr>
        </p:nvSpPr>
        <p:spPr/>
        <p:txBody>
          <a:bodyPr/>
          <a:lstStyle/>
          <a:p>
            <a:r>
              <a:rPr lang="en-US" noProof="0"/>
              <a:t>16</a:t>
            </a:r>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custDataLst>
              <p:tags r:id="rId5"/>
            </p:custDataLst>
          </p:nvPr>
        </p:nvSpPr>
        <p:spPr>
          <a:xfrm>
            <a:off x="4667457" y="1339278"/>
            <a:ext cx="3134191" cy="461665"/>
          </a:xfrm>
          <a:prstGeom prst="rect">
            <a:avLst/>
          </a:prstGeom>
          <a:noFill/>
        </p:spPr>
        <p:txBody>
          <a:bodyPr wrap="none" rtlCol="0" anchor="b">
            <a:spAutoFit/>
          </a:bodyPr>
          <a:lstStyle/>
          <a:p>
            <a:pPr algn="ctr"/>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custDataLst>
              <p:tags r:id="rId6"/>
            </p:custDataLst>
          </p:nvPr>
        </p:nvSpPr>
        <p:spPr>
          <a:xfrm>
            <a:off x="8023316" y="3294449"/>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custDataLst>
              <p:tags r:id="rId7"/>
            </p:custDataLst>
          </p:nvPr>
        </p:nvSpPr>
        <p:spPr>
          <a:xfrm>
            <a:off x="9133555" y="2828648"/>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custDataLst>
              <p:tags r:id="rId8"/>
            </p:custDataLst>
          </p:nvPr>
        </p:nvSpPr>
        <p:spPr>
          <a:xfrm>
            <a:off x="2503783" y="2825507"/>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custDataLst>
              <p:tags r:id="rId9"/>
            </p:custDataLst>
          </p:nvPr>
        </p:nvSpPr>
        <p:spPr>
          <a:xfrm>
            <a:off x="1505514" y="3221433"/>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custDataLst>
              <p:tags r:id="rId10"/>
            </p:custDataLst>
          </p:nvPr>
        </p:nvCxnSpPr>
        <p:spPr>
          <a:xfrm flipH="1">
            <a:off x="4035771" y="3798827"/>
            <a:ext cx="2199832" cy="14401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custDataLst>
              <p:tags r:id="rId11"/>
            </p:custDataLst>
          </p:nvPr>
        </p:nvCxnSpPr>
        <p:spPr>
          <a:xfrm>
            <a:off x="6235603" y="3798827"/>
            <a:ext cx="2280209" cy="14766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custDataLst>
              <p:tags r:id="rId12"/>
            </p:custDataLst>
          </p:nvPr>
        </p:nvSpPr>
        <p:spPr>
          <a:xfrm rot="2037324">
            <a:off x="6321148" y="4578262"/>
            <a:ext cx="2350708" cy="461665"/>
          </a:xfrm>
          <a:prstGeom prst="rect">
            <a:avLst/>
          </a:prstGeom>
          <a:noFill/>
        </p:spPr>
        <p:txBody>
          <a:bodyPr wrap="none" rtlCol="0">
            <a:spAutoFit/>
          </a:bodyPr>
          <a:lstStyle/>
          <a:p>
            <a:pPr marL="0" algn="ctr"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custDataLst>
              <p:tags r:id="rId13"/>
            </p:custDataLst>
          </p:nvPr>
        </p:nvSpPr>
        <p:spPr>
          <a:xfrm rot="19575917">
            <a:off x="4072345" y="4454517"/>
            <a:ext cx="2297873" cy="461665"/>
          </a:xfrm>
          <a:prstGeom prst="rect">
            <a:avLst/>
          </a:prstGeom>
          <a:noFill/>
        </p:spPr>
        <p:txBody>
          <a:bodyPr wrap="none" rtlCol="0">
            <a:spAutoFit/>
          </a:bodyPr>
          <a:lstStyle/>
          <a:p>
            <a:pPr marL="0" algn="ctr"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247" name="Group 246">
            <a:extLst>
              <a:ext uri="{FF2B5EF4-FFF2-40B4-BE49-F238E27FC236}">
                <a16:creationId xmlns:a16="http://schemas.microsoft.com/office/drawing/2014/main" id="{39546144-54F9-8B96-CF33-3E5BF0E44AE0}"/>
              </a:ext>
            </a:extLst>
          </p:cNvPr>
          <p:cNvGrpSpPr/>
          <p:nvPr>
            <p:custDataLst>
              <p:tags r:id="rId14"/>
            </p:custDataLst>
          </p:nvPr>
        </p:nvGrpSpPr>
        <p:grpSpPr>
          <a:xfrm>
            <a:off x="8560458" y="3721387"/>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custDataLst>
              <p:tags r:id="rId15"/>
            </p:custDataLst>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custDataLst>
              <p:tags r:id="rId16"/>
            </p:custDataLst>
          </p:nvPr>
        </p:nvGrpSpPr>
        <p:grpSpPr>
          <a:xfrm>
            <a:off x="1998386" y="3675333"/>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sp>
        <p:nvSpPr>
          <p:cNvPr id="18" name="Rectangle 17">
            <a:extLst>
              <a:ext uri="{FF2B5EF4-FFF2-40B4-BE49-F238E27FC236}">
                <a16:creationId xmlns:a16="http://schemas.microsoft.com/office/drawing/2014/main" id="{9AEBA60F-DD94-37D4-5026-1905930493F3}"/>
              </a:ext>
            </a:extLst>
          </p:cNvPr>
          <p:cNvSpPr/>
          <p:nvPr>
            <p:custDataLst>
              <p:tags r:id="rId17"/>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E8B1229-545C-819F-C2C0-70304624B141}"/>
              </a:ext>
            </a:extLst>
          </p:cNvPr>
          <p:cNvSpPr txBox="1"/>
          <p:nvPr>
            <p:custDataLst>
              <p:tags r:id="rId18"/>
            </p:custDataLst>
          </p:nvPr>
        </p:nvSpPr>
        <p:spPr>
          <a:xfrm>
            <a:off x="4770971" y="6356349"/>
            <a:ext cx="2650084" cy="400110"/>
          </a:xfrm>
          <a:prstGeom prst="rect">
            <a:avLst/>
          </a:prstGeom>
          <a:noFill/>
        </p:spPr>
        <p:txBody>
          <a:bodyPr wrap="none" rtlCol="0">
            <a:spAutoFit/>
          </a:bodyPr>
          <a:lstStyle/>
          <a:p>
            <a:pPr algn="ctr"/>
            <a:r>
              <a:rPr lang="en-US" sz="2000" i="1" dirty="0">
                <a:solidFill>
                  <a:schemeClr val="bg2">
                    <a:lumMod val="50000"/>
                  </a:schemeClr>
                </a:solidFill>
              </a:rPr>
              <a:t>Distributed computing</a:t>
            </a:r>
          </a:p>
        </p:txBody>
      </p:sp>
    </p:spTree>
    <p:custDataLst>
      <p:tags r:id="rId1"/>
    </p:custDataLst>
    <p:extLst>
      <p:ext uri="{BB962C8B-B14F-4D97-AF65-F5344CB8AC3E}">
        <p14:creationId xmlns:p14="http://schemas.microsoft.com/office/powerpoint/2010/main" val="25715551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custDataLst>
              <p:tags r:id="rId2"/>
            </p:custDataLst>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custDataLst>
              <p:tags r:id="rId4"/>
            </p:custDataLst>
          </p:nvPr>
        </p:nvSpPr>
        <p:spPr/>
        <p:txBody>
          <a:bodyPr/>
          <a:lstStyle/>
          <a:p>
            <a:r>
              <a:rPr lang="en-US" noProof="0"/>
              <a:t>16</a:t>
            </a:r>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custDataLst>
              <p:tags r:id="rId5"/>
            </p:custDataLst>
          </p:nvPr>
        </p:nvSpPr>
        <p:spPr>
          <a:xfrm>
            <a:off x="4667457" y="1339278"/>
            <a:ext cx="3134191" cy="461665"/>
          </a:xfrm>
          <a:prstGeom prst="rect">
            <a:avLst/>
          </a:prstGeom>
          <a:noFill/>
        </p:spPr>
        <p:txBody>
          <a:bodyPr wrap="none" rtlCol="0" anchor="b">
            <a:spAutoFit/>
          </a:bodyPr>
          <a:lstStyle/>
          <a:p>
            <a:pPr algn="ctr"/>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custDataLst>
              <p:tags r:id="rId6"/>
            </p:custDataLst>
          </p:nvPr>
        </p:nvSpPr>
        <p:spPr>
          <a:xfrm>
            <a:off x="8023316" y="3294449"/>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custDataLst>
              <p:tags r:id="rId7"/>
            </p:custDataLst>
          </p:nvPr>
        </p:nvSpPr>
        <p:spPr>
          <a:xfrm>
            <a:off x="9133555" y="2828648"/>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custDataLst>
              <p:tags r:id="rId8"/>
            </p:custDataLst>
          </p:nvPr>
        </p:nvSpPr>
        <p:spPr>
          <a:xfrm>
            <a:off x="2503783" y="2825507"/>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custDataLst>
              <p:tags r:id="rId9"/>
            </p:custDataLst>
          </p:nvPr>
        </p:nvSpPr>
        <p:spPr>
          <a:xfrm>
            <a:off x="1505514" y="3221433"/>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custDataLst>
              <p:tags r:id="rId10"/>
            </p:custDataLst>
          </p:nvPr>
        </p:nvCxnSpPr>
        <p:spPr>
          <a:xfrm flipH="1">
            <a:off x="4035771" y="3798827"/>
            <a:ext cx="2199832" cy="14401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custDataLst>
              <p:tags r:id="rId11"/>
            </p:custDataLst>
          </p:nvPr>
        </p:nvCxnSpPr>
        <p:spPr>
          <a:xfrm>
            <a:off x="6235603" y="3798827"/>
            <a:ext cx="2280209" cy="14766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custDataLst>
              <p:tags r:id="rId12"/>
            </p:custDataLst>
          </p:nvPr>
        </p:nvSpPr>
        <p:spPr>
          <a:xfrm rot="2037324">
            <a:off x="6321148" y="4578262"/>
            <a:ext cx="2350708" cy="461665"/>
          </a:xfrm>
          <a:prstGeom prst="rect">
            <a:avLst/>
          </a:prstGeom>
          <a:noFill/>
        </p:spPr>
        <p:txBody>
          <a:bodyPr wrap="none" rtlCol="0">
            <a:spAutoFit/>
          </a:bodyPr>
          <a:lstStyle/>
          <a:p>
            <a:pPr marL="0" algn="ctr"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custDataLst>
              <p:tags r:id="rId13"/>
            </p:custDataLst>
          </p:nvPr>
        </p:nvSpPr>
        <p:spPr>
          <a:xfrm rot="19575917">
            <a:off x="4072345" y="4454517"/>
            <a:ext cx="2297873" cy="461665"/>
          </a:xfrm>
          <a:prstGeom prst="rect">
            <a:avLst/>
          </a:prstGeom>
          <a:noFill/>
        </p:spPr>
        <p:txBody>
          <a:bodyPr wrap="none" rtlCol="0">
            <a:spAutoFit/>
          </a:bodyPr>
          <a:lstStyle/>
          <a:p>
            <a:pPr marL="0" algn="ctr"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custDataLst>
              <p:tags r:id="rId14"/>
            </p:custDataLst>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8672"/>
                <a:gd name="adj2" fmla="val 149619"/>
                <a:gd name="adj3" fmla="val 16667"/>
              </a:avLst>
            </a:prstGeom>
            <a:solidFill>
              <a:srgbClr val="8EC8F0"/>
            </a:soli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gradFill>
              <a:gsLst>
                <a:gs pos="0">
                  <a:srgbClr val="AFD8F7"/>
                </a:gs>
                <a:gs pos="50000">
                  <a:srgbClr val="A2CDEE"/>
                </a:gs>
                <a:gs pos="100000">
                  <a:srgbClr val="8CC8F0"/>
                </a:gs>
              </a:gsLst>
            </a:gra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noProof="0" dirty="0"/>
                <a:t>Same for </a:t>
              </a:r>
              <a:r>
                <a:rPr lang="en-US" sz="2000" noProof="0" dirty="0" err="1">
                  <a:solidFill>
                    <a:srgbClr val="795E26"/>
                  </a:solidFill>
                  <a:latin typeface="Fira Code" panose="020B0809050000020004" pitchFamily="49" charset="0"/>
                </a:rPr>
                <a:t>bcast</a:t>
              </a:r>
              <a:r>
                <a:rPr lang="en-US" sz="2000" noProof="0" dirty="0"/>
                <a:t>, </a:t>
              </a:r>
              <a:r>
                <a:rPr lang="en-US" sz="2000" noProof="0" dirty="0">
                  <a:solidFill>
                    <a:srgbClr val="795E26"/>
                  </a:solidFill>
                  <a:latin typeface="Fira Code" panose="020B0809050000020004" pitchFamily="49" charset="0"/>
                </a:rPr>
                <a:t>scatter</a:t>
              </a:r>
              <a:r>
                <a:rPr lang="en-US" sz="2000" noProof="0" dirty="0"/>
                <a:t>, </a:t>
              </a:r>
              <a:r>
                <a:rPr lang="en-US" sz="2000" noProof="0" dirty="0">
                  <a:solidFill>
                    <a:srgbClr val="795E26"/>
                  </a:solidFill>
                  <a:latin typeface="Fira Code" panose="020B0809050000020004" pitchFamily="49" charset="0"/>
                </a:rPr>
                <a:t>gather</a:t>
              </a:r>
              <a:r>
                <a:rPr lang="en-US" sz="2000" noProof="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8EC8F0"/>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grpSp>
      <p:grpSp>
        <p:nvGrpSpPr>
          <p:cNvPr id="247" name="Group 246">
            <a:extLst>
              <a:ext uri="{FF2B5EF4-FFF2-40B4-BE49-F238E27FC236}">
                <a16:creationId xmlns:a16="http://schemas.microsoft.com/office/drawing/2014/main" id="{39546144-54F9-8B96-CF33-3E5BF0E44AE0}"/>
              </a:ext>
            </a:extLst>
          </p:cNvPr>
          <p:cNvGrpSpPr/>
          <p:nvPr>
            <p:custDataLst>
              <p:tags r:id="rId15"/>
            </p:custDataLst>
          </p:nvPr>
        </p:nvGrpSpPr>
        <p:grpSpPr>
          <a:xfrm>
            <a:off x="8560458" y="3721387"/>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custDataLst>
              <p:tags r:id="rId16"/>
            </p:custDataLst>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custDataLst>
              <p:tags r:id="rId17"/>
            </p:custDataLst>
          </p:nvPr>
        </p:nvGrpSpPr>
        <p:grpSpPr>
          <a:xfrm>
            <a:off x="1998386" y="3675333"/>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sp>
        <p:nvSpPr>
          <p:cNvPr id="18" name="Rectangle 17">
            <a:extLst>
              <a:ext uri="{FF2B5EF4-FFF2-40B4-BE49-F238E27FC236}">
                <a16:creationId xmlns:a16="http://schemas.microsoft.com/office/drawing/2014/main" id="{9AEBA60F-DD94-37D4-5026-1905930493F3}"/>
              </a:ext>
            </a:extLst>
          </p:cNvPr>
          <p:cNvSpPr/>
          <p:nvPr>
            <p:custDataLst>
              <p:tags r:id="rId18"/>
            </p:custDataLst>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E8B1229-545C-819F-C2C0-70304624B141}"/>
              </a:ext>
            </a:extLst>
          </p:cNvPr>
          <p:cNvSpPr txBox="1"/>
          <p:nvPr>
            <p:custDataLst>
              <p:tags r:id="rId19"/>
            </p:custDataLst>
          </p:nvPr>
        </p:nvSpPr>
        <p:spPr>
          <a:xfrm>
            <a:off x="4770971" y="6356349"/>
            <a:ext cx="2650084" cy="400110"/>
          </a:xfrm>
          <a:prstGeom prst="rect">
            <a:avLst/>
          </a:prstGeom>
          <a:noFill/>
        </p:spPr>
        <p:txBody>
          <a:bodyPr wrap="none" rtlCol="0">
            <a:spAutoFit/>
          </a:bodyPr>
          <a:lstStyle/>
          <a:p>
            <a:pPr algn="ctr"/>
            <a:r>
              <a:rPr lang="en-US" sz="2000" i="1" dirty="0">
                <a:solidFill>
                  <a:schemeClr val="bg2">
                    <a:lumMod val="50000"/>
                  </a:schemeClr>
                </a:solidFill>
              </a:rPr>
              <a:t>Distributed computing</a:t>
            </a:r>
          </a:p>
        </p:txBody>
      </p:sp>
    </p:spTree>
    <p:custDataLst>
      <p:tags r:id="rId1"/>
    </p:custDataLst>
    <p:extLst>
      <p:ext uri="{BB962C8B-B14F-4D97-AF65-F5344CB8AC3E}">
        <p14:creationId xmlns:p14="http://schemas.microsoft.com/office/powerpoint/2010/main" val="22163269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Support for layout-agnostic data distribution</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r>
              <a:rPr lang="en-US" noProof="0"/>
              <a:t>17</a:t>
            </a:r>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4"/>
          <a:stretch>
            <a:fillRect/>
          </a:stretch>
        </p:blipFill>
        <p:spPr>
          <a:xfrm>
            <a:off x="152400" y="1690849"/>
            <a:ext cx="11887200" cy="3476302"/>
          </a:xfrm>
          <a:prstGeom prst="rect">
            <a:avLst/>
          </a:prstGeom>
        </p:spPr>
      </p:pic>
      <p:sp>
        <p:nvSpPr>
          <p:cNvPr id="11" name="Rectangle 10">
            <a:extLst>
              <a:ext uri="{FF2B5EF4-FFF2-40B4-BE49-F238E27FC236}">
                <a16:creationId xmlns:a16="http://schemas.microsoft.com/office/drawing/2014/main" id="{615F4110-A847-3A30-1635-CB60CAE69CA2}"/>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FBF85AEB-8C42-363F-6251-C27EE7727C9F}"/>
              </a:ext>
            </a:extLst>
          </p:cNvPr>
          <p:cNvSpPr txBox="1"/>
          <p:nvPr/>
        </p:nvSpPr>
        <p:spPr>
          <a:xfrm>
            <a:off x="4770971" y="6356349"/>
            <a:ext cx="2650084" cy="400110"/>
          </a:xfrm>
          <a:prstGeom prst="rect">
            <a:avLst/>
          </a:prstGeom>
          <a:noFill/>
        </p:spPr>
        <p:txBody>
          <a:bodyPr wrap="none" rtlCol="0">
            <a:spAutoFit/>
          </a:bodyPr>
          <a:lstStyle/>
          <a:p>
            <a:pPr algn="ctr"/>
            <a:r>
              <a:rPr lang="en-US" sz="2000" i="1" dirty="0">
                <a:solidFill>
                  <a:schemeClr val="bg2">
                    <a:lumMod val="50000"/>
                  </a:schemeClr>
                </a:solidFill>
              </a:rPr>
              <a:t>Distributed computing</a:t>
            </a:r>
          </a:p>
        </p:txBody>
      </p:sp>
    </p:spTree>
    <p:custDataLst>
      <p:tags r:id="rId1"/>
    </p:custDataLst>
    <p:extLst>
      <p:ext uri="{BB962C8B-B14F-4D97-AF65-F5344CB8AC3E}">
        <p14:creationId xmlns:p14="http://schemas.microsoft.com/office/powerpoint/2010/main" val="2024218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Noarr-MPI does not introduce overhead</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r>
              <a:rPr lang="en-US" noProof="0"/>
              <a:t>18</a:t>
            </a:r>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4"/>
          <a:stretch>
            <a:fillRect/>
          </a:stretch>
        </p:blipFill>
        <p:spPr>
          <a:xfrm>
            <a:off x="302946" y="1563214"/>
            <a:ext cx="11588736" cy="3731572"/>
          </a:xfrm>
          <a:prstGeom prst="rect">
            <a:avLst/>
          </a:prstGeom>
        </p:spPr>
      </p:pic>
      <p:sp>
        <p:nvSpPr>
          <p:cNvPr id="11" name="Rectangle 10">
            <a:extLst>
              <a:ext uri="{FF2B5EF4-FFF2-40B4-BE49-F238E27FC236}">
                <a16:creationId xmlns:a16="http://schemas.microsoft.com/office/drawing/2014/main" id="{7867B346-DAEC-2EC5-2DB0-41597668BEBC}"/>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FB24AE87-7396-1F90-746E-CF19F06A4328}"/>
              </a:ext>
            </a:extLst>
          </p:cNvPr>
          <p:cNvSpPr txBox="1"/>
          <p:nvPr/>
        </p:nvSpPr>
        <p:spPr>
          <a:xfrm>
            <a:off x="4770971" y="6356349"/>
            <a:ext cx="2650084" cy="400110"/>
          </a:xfrm>
          <a:prstGeom prst="rect">
            <a:avLst/>
          </a:prstGeom>
          <a:noFill/>
        </p:spPr>
        <p:txBody>
          <a:bodyPr wrap="none" rtlCol="0">
            <a:spAutoFit/>
          </a:bodyPr>
          <a:lstStyle/>
          <a:p>
            <a:pPr algn="ctr"/>
            <a:r>
              <a:rPr lang="en-US" sz="2000" i="1" dirty="0">
                <a:solidFill>
                  <a:schemeClr val="bg2">
                    <a:lumMod val="50000"/>
                  </a:schemeClr>
                </a:solidFill>
              </a:rPr>
              <a:t>Distributed computing</a:t>
            </a:r>
          </a:p>
        </p:txBody>
      </p:sp>
    </p:spTree>
    <p:custDataLst>
      <p:tags r:id="rId1"/>
    </p:custDataLst>
    <p:extLst>
      <p:ext uri="{BB962C8B-B14F-4D97-AF65-F5344CB8AC3E}">
        <p14:creationId xmlns:p14="http://schemas.microsoft.com/office/powerpoint/2010/main" val="397270344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CA8A4-BF58-8627-7B7E-3580DDE0B30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CB0BCC-6683-EB38-4B6E-5589E26874A0}"/>
              </a:ext>
            </a:extLst>
          </p:cNvPr>
          <p:cNvSpPr>
            <a:spLocks noGrp="1"/>
          </p:cNvSpPr>
          <p:nvPr>
            <p:ph idx="1"/>
          </p:nvPr>
        </p:nvSpPr>
        <p:spPr>
          <a:xfrm>
            <a:off x="488578" y="858835"/>
            <a:ext cx="11214844" cy="5314952"/>
          </a:xfrm>
        </p:spPr>
        <p:txBody>
          <a:bodyPr anchor="t">
            <a:noAutofit/>
          </a:bodyPr>
          <a:lstStyle/>
          <a:p>
            <a:r>
              <a:rPr lang="en-US" dirty="0">
                <a:solidFill>
                  <a:schemeClr val="bg2">
                    <a:lumMod val="75000"/>
                  </a:schemeClr>
                </a:solidFill>
              </a:rPr>
              <a:t>Memory access transformations</a:t>
            </a:r>
          </a:p>
          <a:p>
            <a:r>
              <a:rPr lang="en-US" b="1" dirty="0"/>
              <a:t>Decoupling value encoding and evaluation strategy</a:t>
            </a:r>
          </a:p>
          <a:p>
            <a:r>
              <a:rPr lang="en-US" dirty="0">
                <a:solidFill>
                  <a:schemeClr val="bg2">
                    <a:lumMod val="75000"/>
                  </a:schemeClr>
                </a:solidFill>
              </a:rPr>
              <a:t>Design guidance and abstractions’ effect on LLM-generated code</a:t>
            </a: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lgn="ctr">
              <a:buNone/>
            </a:pPr>
            <a:r>
              <a:rPr lang="en-US" sz="2000" b="1" dirty="0"/>
              <a:t>Publications</a:t>
            </a:r>
          </a:p>
          <a:p>
            <a:pPr marL="0" indent="0">
              <a:buNone/>
            </a:pPr>
            <a:r>
              <a:rPr lang="en-US" sz="2000" b="1" dirty="0"/>
              <a:t>Cellato: a DSL for Cellular Automata based on Template Metaprogramming.</a:t>
            </a:r>
            <a:r>
              <a:rPr lang="en-US" sz="2000" dirty="0"/>
              <a:t> JOT, 2026</a:t>
            </a:r>
          </a:p>
          <a:p>
            <a:pPr marL="0" indent="0">
              <a:buNone/>
            </a:pPr>
            <a:r>
              <a:rPr lang="en-US" sz="2000" b="1" dirty="0"/>
              <a:t>Improving Cellular Automata Performance</a:t>
            </a:r>
            <a:r>
              <a:rPr lang="en-US" sz="2000" dirty="0"/>
              <a:t>. </a:t>
            </a:r>
            <a:r>
              <a:rPr lang="en-US" sz="2000" dirty="0" err="1"/>
              <a:t>ParCo</a:t>
            </a:r>
            <a:r>
              <a:rPr lang="en-US" sz="2000" dirty="0"/>
              <a:t>, 2026 (submitted)</a:t>
            </a:r>
          </a:p>
        </p:txBody>
      </p:sp>
      <p:sp>
        <p:nvSpPr>
          <p:cNvPr id="4" name="Date Placeholder 3">
            <a:extLst>
              <a:ext uri="{FF2B5EF4-FFF2-40B4-BE49-F238E27FC236}">
                <a16:creationId xmlns:a16="http://schemas.microsoft.com/office/drawing/2014/main" id="{D9D2BDD8-BE4E-8230-70A3-4212211CB692}"/>
              </a:ext>
            </a:extLst>
          </p:cNvPr>
          <p:cNvSpPr>
            <a:spLocks noGrp="1"/>
          </p:cNvSpPr>
          <p:nvPr>
            <p:ph type="dt" sz="half" idx="10"/>
          </p:nvPr>
        </p:nvSpPr>
        <p:spPr/>
        <p:txBody>
          <a:bodyPr/>
          <a:lstStyle/>
          <a:p>
            <a:r>
              <a:rPr lang="en-US"/>
              <a:t>9/10/2026</a:t>
            </a:r>
            <a:endParaRPr lang="en-US" dirty="0"/>
          </a:p>
        </p:txBody>
      </p:sp>
      <p:sp>
        <p:nvSpPr>
          <p:cNvPr id="5" name="Slide Number Placeholder 4">
            <a:extLst>
              <a:ext uri="{FF2B5EF4-FFF2-40B4-BE49-F238E27FC236}">
                <a16:creationId xmlns:a16="http://schemas.microsoft.com/office/drawing/2014/main" id="{A9A6A6DE-0B59-0939-307D-D965FBBAFF22}"/>
              </a:ext>
            </a:extLst>
          </p:cNvPr>
          <p:cNvSpPr>
            <a:spLocks noGrp="1"/>
          </p:cNvSpPr>
          <p:nvPr>
            <p:ph type="sldNum" sz="quarter" idx="12"/>
          </p:nvPr>
        </p:nvSpPr>
        <p:spPr/>
        <p:txBody>
          <a:bodyPr/>
          <a:lstStyle/>
          <a:p>
            <a:r>
              <a:rPr lang="en-US"/>
              <a:t>19</a:t>
            </a:r>
          </a:p>
        </p:txBody>
      </p:sp>
      <p:sp>
        <p:nvSpPr>
          <p:cNvPr id="6" name="Rectangle 5">
            <a:extLst>
              <a:ext uri="{FF2B5EF4-FFF2-40B4-BE49-F238E27FC236}">
                <a16:creationId xmlns:a16="http://schemas.microsoft.com/office/drawing/2014/main" id="{3117C0AF-100A-4741-CB8E-D80C3E7AD3A7}"/>
              </a:ext>
            </a:extLst>
          </p:cNvPr>
          <p:cNvSpPr/>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E67E6FAC-F6A6-CB1A-9D01-D9750C4B526D}"/>
              </a:ext>
            </a:extLst>
          </p:cNvPr>
          <p:cNvPicPr>
            <a:picLocks noChangeAspect="1"/>
          </p:cNvPicPr>
          <p:nvPr/>
        </p:nvPicPr>
        <p:blipFill>
          <a:blip r:embed="rId3"/>
          <a:stretch>
            <a:fillRect/>
          </a:stretch>
        </p:blipFill>
        <p:spPr>
          <a:xfrm>
            <a:off x="10312400" y="1"/>
            <a:ext cx="1879600" cy="1879600"/>
          </a:xfrm>
          <a:prstGeom prst="rect">
            <a:avLst/>
          </a:prstGeom>
          <a:solidFill>
            <a:schemeClr val="bg1"/>
          </a:solidFill>
        </p:spPr>
      </p:pic>
    </p:spTree>
    <p:custDataLst>
      <p:tags r:id="rId1"/>
    </p:custDataLst>
    <p:extLst>
      <p:ext uri="{BB962C8B-B14F-4D97-AF65-F5344CB8AC3E}">
        <p14:creationId xmlns:p14="http://schemas.microsoft.com/office/powerpoint/2010/main" val="26106215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custDataLst>
              <p:tags r:id="rId2"/>
            </p:custDataLst>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custDataLst>
              <p:tags r:id="rId4"/>
            </p:custDataLst>
          </p:nvPr>
        </p:nvSpPr>
        <p:spPr/>
        <p:txBody>
          <a:bodyPr/>
          <a:lstStyle/>
          <a:p>
            <a:r>
              <a:rPr lang="en-US" noProof="0"/>
              <a:t>20</a:t>
            </a:r>
            <a:endParaRPr lang="en-US" noProof="0" dirty="0"/>
          </a:p>
        </p:txBody>
      </p:sp>
      <p:sp>
        <p:nvSpPr>
          <p:cNvPr id="17" name="TextBox 16">
            <a:extLst>
              <a:ext uri="{FF2B5EF4-FFF2-40B4-BE49-F238E27FC236}">
                <a16:creationId xmlns:a16="http://schemas.microsoft.com/office/drawing/2014/main" id="{EDBA9A01-C547-889B-493B-188DC700AFAE}"/>
              </a:ext>
            </a:extLst>
          </p:cNvPr>
          <p:cNvSpPr txBox="1"/>
          <p:nvPr>
            <p:custDataLst>
              <p:tags r:id="rId5"/>
            </p:custDataLst>
          </p:nvPr>
        </p:nvSpPr>
        <p:spPr>
          <a:xfrm>
            <a:off x="1972661" y="1663006"/>
            <a:ext cx="4026808" cy="461665"/>
          </a:xfrm>
          <a:prstGeom prst="rect">
            <a:avLst/>
          </a:prstGeom>
          <a:noFill/>
        </p:spPr>
        <p:txBody>
          <a:bodyPr wrap="none" rtlCol="0" anchor="b">
            <a:spAutoFit/>
          </a:bodyPr>
          <a:lstStyle/>
          <a:p>
            <a:pPr algn="ctr"/>
            <a:r>
              <a:rPr lang="en-US" sz="2400" noProof="0" dirty="0"/>
              <a:t>Example of an 8-point stencil</a:t>
            </a:r>
          </a:p>
        </p:txBody>
      </p:sp>
      <p:sp>
        <p:nvSpPr>
          <p:cNvPr id="19" name="Rectangle 18">
            <a:extLst>
              <a:ext uri="{FF2B5EF4-FFF2-40B4-BE49-F238E27FC236}">
                <a16:creationId xmlns:a16="http://schemas.microsoft.com/office/drawing/2014/main" id="{6E59B725-5B8D-D594-A1C6-5596E71C41D8}"/>
              </a:ext>
            </a:extLst>
          </p:cNvPr>
          <p:cNvSpPr/>
          <p:nvPr>
            <p:custDataLst>
              <p:tags r:id="rId6"/>
            </p:custDataLst>
          </p:nvPr>
        </p:nvSpPr>
        <p:spPr>
          <a:xfrm>
            <a:off x="2534310" y="2124671"/>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custDataLst>
              <p:tags r:id="rId7"/>
            </p:custDataLst>
          </p:nvPr>
        </p:nvGrpSpPr>
        <p:grpSpPr>
          <a:xfrm>
            <a:off x="2548597" y="2138958"/>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custDataLst>
              <p:tags r:id="rId8"/>
            </p:custDataLst>
          </p:nvPr>
        </p:nvCxnSpPr>
        <p:spPr>
          <a:xfrm flipH="1" flipV="1">
            <a:off x="3896801" y="3489820"/>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custDataLst>
              <p:tags r:id="rId9"/>
            </p:custDataLst>
          </p:nvPr>
        </p:nvSpPr>
        <p:spPr>
          <a:xfrm>
            <a:off x="5763902" y="3545839"/>
            <a:ext cx="1599797" cy="400110"/>
          </a:xfrm>
          <a:prstGeom prst="rect">
            <a:avLst/>
          </a:prstGeom>
          <a:noFill/>
        </p:spPr>
        <p:txBody>
          <a:bodyPr wrap="none" rtlCol="0" anchor="ctr">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custDataLst>
              <p:tags r:id="rId10"/>
            </p:custDataLst>
          </p:nvPr>
        </p:nvCxnSpPr>
        <p:spPr>
          <a:xfrm flipH="1" flipV="1">
            <a:off x="4326970" y="3915786"/>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custDataLst>
              <p:tags r:id="rId11"/>
            </p:custDataLst>
          </p:nvPr>
        </p:nvSpPr>
        <p:spPr>
          <a:xfrm>
            <a:off x="5563245" y="4685147"/>
            <a:ext cx="1766830" cy="400110"/>
          </a:xfrm>
          <a:prstGeom prst="rect">
            <a:avLst/>
          </a:prstGeom>
          <a:noFill/>
        </p:spPr>
        <p:txBody>
          <a:bodyPr wrap="none" rtlCol="0">
            <a:spAutoFit/>
          </a:bodyPr>
          <a:lstStyle/>
          <a:p>
            <a:r>
              <a:rPr lang="en-US" sz="2000" noProof="0" dirty="0"/>
              <a:t>Neighborhood</a:t>
            </a:r>
          </a:p>
        </p:txBody>
      </p:sp>
      <p:sp>
        <p:nvSpPr>
          <p:cNvPr id="13" name="TextBox 12">
            <a:extLst>
              <a:ext uri="{FF2B5EF4-FFF2-40B4-BE49-F238E27FC236}">
                <a16:creationId xmlns:a16="http://schemas.microsoft.com/office/drawing/2014/main" id="{4A5636CE-98ED-54C7-4A39-4D24E33F39A3}"/>
              </a:ext>
            </a:extLst>
          </p:cNvPr>
          <p:cNvSpPr txBox="1"/>
          <p:nvPr>
            <p:custDataLst>
              <p:tags r:id="rId12"/>
            </p:custDataLst>
          </p:nvPr>
        </p:nvSpPr>
        <p:spPr>
          <a:xfrm>
            <a:off x="3204100" y="6356349"/>
            <a:ext cx="5783827" cy="400110"/>
          </a:xfrm>
          <a:prstGeom prst="rect">
            <a:avLst/>
          </a:prstGeom>
          <a:noFill/>
        </p:spPr>
        <p:txBody>
          <a:bodyPr wrap="none" rtlCol="0">
            <a:spAutoFit/>
          </a:bodyPr>
          <a:lstStyle/>
          <a:p>
            <a:pPr algn="ctr"/>
            <a:r>
              <a:rPr lang="en-US" sz="2000" i="1" dirty="0">
                <a:solidFill>
                  <a:schemeClr val="bg2">
                    <a:lumMod val="50000"/>
                  </a:schemeClr>
                </a:solidFill>
              </a:rPr>
              <a:t>Decoupling value encoding and evaluation strategy</a:t>
            </a:r>
          </a:p>
        </p:txBody>
      </p:sp>
      <p:sp>
        <p:nvSpPr>
          <p:cNvPr id="18" name="Rectangle 17">
            <a:extLst>
              <a:ext uri="{FF2B5EF4-FFF2-40B4-BE49-F238E27FC236}">
                <a16:creationId xmlns:a16="http://schemas.microsoft.com/office/drawing/2014/main" id="{F3511C19-1B2A-1B2E-24E8-EF6B302395C6}"/>
              </a:ext>
            </a:extLst>
          </p:cNvPr>
          <p:cNvSpPr/>
          <p:nvPr>
            <p:custDataLst>
              <p:tags r:id="rId13"/>
            </p:custDataLst>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34319909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custDataLst>
              <p:tags r:id="rId2"/>
            </p:custDataLst>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custDataLst>
              <p:tags r:id="rId4"/>
            </p:custDataLst>
          </p:nvPr>
        </p:nvSpPr>
        <p:spPr/>
        <p:txBody>
          <a:bodyPr/>
          <a:lstStyle/>
          <a:p>
            <a:r>
              <a:rPr lang="en-US" noProof="0"/>
              <a:t>20</a:t>
            </a:r>
            <a:endParaRPr lang="en-US" noProof="0" dirty="0"/>
          </a:p>
        </p:txBody>
      </p:sp>
      <p:grpSp>
        <p:nvGrpSpPr>
          <p:cNvPr id="10" name="Group 9">
            <a:extLst>
              <a:ext uri="{FF2B5EF4-FFF2-40B4-BE49-F238E27FC236}">
                <a16:creationId xmlns:a16="http://schemas.microsoft.com/office/drawing/2014/main" id="{DCEA82E3-1BE2-3FF6-28C1-ADABA685AC1D}"/>
              </a:ext>
            </a:extLst>
          </p:cNvPr>
          <p:cNvGrpSpPr/>
          <p:nvPr>
            <p:custDataLst>
              <p:tags r:id="rId5"/>
            </p:custDataLst>
          </p:nvPr>
        </p:nvGrpSpPr>
        <p:grpSpPr>
          <a:xfrm>
            <a:off x="6804263" y="5386381"/>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nchor="ctr">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custDataLst>
              <p:tags r:id="rId6"/>
            </p:custDataLst>
          </p:nvPr>
        </p:nvSpPr>
        <p:spPr>
          <a:xfrm>
            <a:off x="1972661" y="1663006"/>
            <a:ext cx="4026808" cy="461665"/>
          </a:xfrm>
          <a:prstGeom prst="rect">
            <a:avLst/>
          </a:prstGeom>
          <a:noFill/>
        </p:spPr>
        <p:txBody>
          <a:bodyPr wrap="none" rtlCol="0" anchor="b">
            <a:spAutoFit/>
          </a:bodyPr>
          <a:lstStyle/>
          <a:p>
            <a:pPr algn="ctr"/>
            <a:r>
              <a:rPr lang="en-US" sz="2400" noProof="0" dirty="0"/>
              <a:t>Example of an 8-point stencil</a:t>
            </a:r>
          </a:p>
        </p:txBody>
      </p:sp>
      <p:sp>
        <p:nvSpPr>
          <p:cNvPr id="19" name="Rectangle 18">
            <a:extLst>
              <a:ext uri="{FF2B5EF4-FFF2-40B4-BE49-F238E27FC236}">
                <a16:creationId xmlns:a16="http://schemas.microsoft.com/office/drawing/2014/main" id="{6E59B725-5B8D-D594-A1C6-5596E71C41D8}"/>
              </a:ext>
            </a:extLst>
          </p:cNvPr>
          <p:cNvSpPr/>
          <p:nvPr>
            <p:custDataLst>
              <p:tags r:id="rId7"/>
            </p:custDataLst>
          </p:nvPr>
        </p:nvSpPr>
        <p:spPr>
          <a:xfrm>
            <a:off x="2534310" y="2124671"/>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custDataLst>
              <p:tags r:id="rId8"/>
            </p:custDataLst>
          </p:nvPr>
        </p:nvGrpSpPr>
        <p:grpSpPr>
          <a:xfrm>
            <a:off x="2548597" y="2138958"/>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custDataLst>
              <p:tags r:id="rId9"/>
            </p:custDataLst>
          </p:nvPr>
        </p:nvCxnSpPr>
        <p:spPr>
          <a:xfrm flipH="1" flipV="1">
            <a:off x="3896801" y="3489820"/>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custDataLst>
              <p:tags r:id="rId10"/>
            </p:custDataLst>
          </p:nvPr>
        </p:nvSpPr>
        <p:spPr>
          <a:xfrm>
            <a:off x="5763902" y="3545839"/>
            <a:ext cx="1599797" cy="400110"/>
          </a:xfrm>
          <a:prstGeom prst="rect">
            <a:avLst/>
          </a:prstGeom>
          <a:noFill/>
        </p:spPr>
        <p:txBody>
          <a:bodyPr wrap="none" rtlCol="0" anchor="ctr">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custDataLst>
              <p:tags r:id="rId11"/>
            </p:custDataLst>
          </p:nvPr>
        </p:nvCxnSpPr>
        <p:spPr>
          <a:xfrm flipH="1" flipV="1">
            <a:off x="4326970" y="3915786"/>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custDataLst>
              <p:tags r:id="rId12"/>
            </p:custDataLst>
          </p:nvPr>
        </p:nvSpPr>
        <p:spPr>
          <a:xfrm>
            <a:off x="5563245" y="4685147"/>
            <a:ext cx="1766830" cy="400110"/>
          </a:xfrm>
          <a:prstGeom prst="rect">
            <a:avLst/>
          </a:prstGeom>
          <a:noFill/>
        </p:spPr>
        <p:txBody>
          <a:bodyPr wrap="none" rtlCol="0">
            <a:spAutoFit/>
          </a:bodyPr>
          <a:lstStyle/>
          <a:p>
            <a:r>
              <a:rPr lang="en-US" sz="2000" noProof="0" dirty="0"/>
              <a:t>Neighborhood</a:t>
            </a:r>
          </a:p>
        </p:txBody>
      </p:sp>
      <p:grpSp>
        <p:nvGrpSpPr>
          <p:cNvPr id="16" name="Group 15">
            <a:extLst>
              <a:ext uri="{FF2B5EF4-FFF2-40B4-BE49-F238E27FC236}">
                <a16:creationId xmlns:a16="http://schemas.microsoft.com/office/drawing/2014/main" id="{5D8B1D59-EBBC-B833-68D2-16BD698052C9}"/>
              </a:ext>
            </a:extLst>
          </p:cNvPr>
          <p:cNvGrpSpPr/>
          <p:nvPr>
            <p:custDataLst>
              <p:tags r:id="rId13"/>
            </p:custDataLst>
          </p:nvPr>
        </p:nvGrpSpPr>
        <p:grpSpPr>
          <a:xfrm>
            <a:off x="3377999" y="5386381"/>
            <a:ext cx="2920332" cy="732656"/>
            <a:chOff x="3074132" y="1313599"/>
            <a:chExt cx="2920332" cy="732656"/>
          </a:xfrm>
        </p:grpSpPr>
        <p:sp>
          <p:nvSpPr>
            <p:cNvPr id="9" name="TextBox 8">
              <a:extLst>
                <a:ext uri="{FF2B5EF4-FFF2-40B4-BE49-F238E27FC236}">
                  <a16:creationId xmlns:a16="http://schemas.microsoft.com/office/drawing/2014/main" id="{9D4FD725-88BE-61BC-EA94-E5BEA6E7C2CD}"/>
                </a:ext>
              </a:extLst>
            </p:cNvPr>
            <p:cNvSpPr txBox="1"/>
            <p:nvPr/>
          </p:nvSpPr>
          <p:spPr>
            <a:xfrm>
              <a:off x="3740321" y="1563919"/>
              <a:ext cx="2254143" cy="400110"/>
            </a:xfrm>
            <a:prstGeom prst="rect">
              <a:avLst/>
            </a:prstGeom>
            <a:noFill/>
          </p:spPr>
          <p:txBody>
            <a:bodyPr wrap="none" rtlCol="0" anchor="ctr">
              <a:spAutoFit/>
            </a:bodyPr>
            <a:lstStyle/>
            <a:p>
              <a:r>
                <a:rPr lang="en-US" sz="2000" noProof="0" dirty="0"/>
                <a:t>Physics simulation</a:t>
              </a:r>
            </a:p>
          </p:txBody>
        </p:sp>
        <p:pic>
          <p:nvPicPr>
            <p:cNvPr id="15" name="Graphic 14" descr="Atom with solid fill">
              <a:extLst>
                <a:ext uri="{FF2B5EF4-FFF2-40B4-BE49-F238E27FC236}">
                  <a16:creationId xmlns:a16="http://schemas.microsoft.com/office/drawing/2014/main" id="{79E2538A-4E2F-2F10-C33E-80A662E8EBF7}"/>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3074132" y="1313599"/>
              <a:ext cx="732656" cy="732656"/>
            </a:xfrm>
            <a:prstGeom prst="rect">
              <a:avLst/>
            </a:prstGeom>
          </p:spPr>
        </p:pic>
      </p:grpSp>
      <p:sp>
        <p:nvSpPr>
          <p:cNvPr id="13" name="TextBox 12">
            <a:extLst>
              <a:ext uri="{FF2B5EF4-FFF2-40B4-BE49-F238E27FC236}">
                <a16:creationId xmlns:a16="http://schemas.microsoft.com/office/drawing/2014/main" id="{4A5636CE-98ED-54C7-4A39-4D24E33F39A3}"/>
              </a:ext>
            </a:extLst>
          </p:cNvPr>
          <p:cNvSpPr txBox="1"/>
          <p:nvPr>
            <p:custDataLst>
              <p:tags r:id="rId14"/>
            </p:custDataLst>
          </p:nvPr>
        </p:nvSpPr>
        <p:spPr>
          <a:xfrm>
            <a:off x="3204100" y="6356349"/>
            <a:ext cx="5783827" cy="400110"/>
          </a:xfrm>
          <a:prstGeom prst="rect">
            <a:avLst/>
          </a:prstGeom>
          <a:noFill/>
        </p:spPr>
        <p:txBody>
          <a:bodyPr wrap="none" rtlCol="0">
            <a:spAutoFit/>
          </a:bodyPr>
          <a:lstStyle/>
          <a:p>
            <a:pPr algn="ctr"/>
            <a:r>
              <a:rPr lang="en-US" sz="2000" i="1" dirty="0">
                <a:solidFill>
                  <a:schemeClr val="bg2">
                    <a:lumMod val="50000"/>
                  </a:schemeClr>
                </a:solidFill>
              </a:rPr>
              <a:t>Decoupling value encoding and evaluation strategy</a:t>
            </a:r>
          </a:p>
        </p:txBody>
      </p:sp>
      <p:sp>
        <p:nvSpPr>
          <p:cNvPr id="18" name="Rectangle 17">
            <a:extLst>
              <a:ext uri="{FF2B5EF4-FFF2-40B4-BE49-F238E27FC236}">
                <a16:creationId xmlns:a16="http://schemas.microsoft.com/office/drawing/2014/main" id="{F3511C19-1B2A-1B2E-24E8-EF6B302395C6}"/>
              </a:ext>
            </a:extLst>
          </p:cNvPr>
          <p:cNvSpPr/>
          <p:nvPr>
            <p:custDataLst>
              <p:tags r:id="rId15"/>
            </p:custDataLst>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54058615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custDataLst>
              <p:tags r:id="rId2"/>
            </p:custDataLst>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custDataLst>
              <p:tags r:id="rId4"/>
            </p:custDataLst>
          </p:nvPr>
        </p:nvSpPr>
        <p:spPr/>
        <p:txBody>
          <a:bodyPr/>
          <a:lstStyle/>
          <a:p>
            <a:r>
              <a:rPr lang="en-US" noProof="0"/>
              <a:t>20</a:t>
            </a:r>
            <a:endParaRPr lang="en-US" noProof="0" dirty="0"/>
          </a:p>
        </p:txBody>
      </p:sp>
      <p:grpSp>
        <p:nvGrpSpPr>
          <p:cNvPr id="10" name="Group 9">
            <a:extLst>
              <a:ext uri="{FF2B5EF4-FFF2-40B4-BE49-F238E27FC236}">
                <a16:creationId xmlns:a16="http://schemas.microsoft.com/office/drawing/2014/main" id="{DCEA82E3-1BE2-3FF6-28C1-ADABA685AC1D}"/>
              </a:ext>
            </a:extLst>
          </p:cNvPr>
          <p:cNvGrpSpPr/>
          <p:nvPr>
            <p:custDataLst>
              <p:tags r:id="rId5"/>
            </p:custDataLst>
          </p:nvPr>
        </p:nvGrpSpPr>
        <p:grpSpPr>
          <a:xfrm>
            <a:off x="6804263" y="5386381"/>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nchor="ctr">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custDataLst>
              <p:tags r:id="rId6"/>
            </p:custDataLst>
          </p:nvPr>
        </p:nvSpPr>
        <p:spPr>
          <a:xfrm>
            <a:off x="1972661" y="1663006"/>
            <a:ext cx="4026808" cy="461665"/>
          </a:xfrm>
          <a:prstGeom prst="rect">
            <a:avLst/>
          </a:prstGeom>
          <a:noFill/>
        </p:spPr>
        <p:txBody>
          <a:bodyPr wrap="none" rtlCol="0" anchor="b">
            <a:spAutoFit/>
          </a:bodyPr>
          <a:lstStyle/>
          <a:p>
            <a:pPr algn="ctr"/>
            <a:r>
              <a:rPr lang="en-US" sz="2400" noProof="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custDataLst>
              <p:tags r:id="rId7"/>
            </p:custDataLst>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20"/>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a:gradFill>
              <a:gsLst>
                <a:gs pos="0">
                  <a:srgbClr val="ADD7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r>
                <a:rPr lang="en-US" sz="2800" noProof="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pPr algn="ctr"/>
              <a:r>
                <a:rPr lang="en-US" sz="2400" noProof="0" dirty="0" err="1"/>
                <a:t>Collegue</a:t>
              </a:r>
              <a:r>
                <a:rPr lang="en-US" sz="2400" noProof="0" dirty="0"/>
                <a:t> Brabec</a:t>
              </a:r>
            </a:p>
          </p:txBody>
        </p:sp>
      </p:grpSp>
      <p:sp>
        <p:nvSpPr>
          <p:cNvPr id="19" name="Rectangle 18">
            <a:extLst>
              <a:ext uri="{FF2B5EF4-FFF2-40B4-BE49-F238E27FC236}">
                <a16:creationId xmlns:a16="http://schemas.microsoft.com/office/drawing/2014/main" id="{6E59B725-5B8D-D594-A1C6-5596E71C41D8}"/>
              </a:ext>
            </a:extLst>
          </p:cNvPr>
          <p:cNvSpPr/>
          <p:nvPr>
            <p:custDataLst>
              <p:tags r:id="rId8"/>
            </p:custDataLst>
          </p:nvPr>
        </p:nvSpPr>
        <p:spPr>
          <a:xfrm>
            <a:off x="2534310" y="2124671"/>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custDataLst>
              <p:tags r:id="rId9"/>
            </p:custDataLst>
          </p:nvPr>
        </p:nvGrpSpPr>
        <p:grpSpPr>
          <a:xfrm>
            <a:off x="2548597" y="2138958"/>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custDataLst>
              <p:tags r:id="rId10"/>
            </p:custDataLst>
          </p:nvPr>
        </p:nvCxnSpPr>
        <p:spPr>
          <a:xfrm flipH="1" flipV="1">
            <a:off x="3896801" y="3489820"/>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custDataLst>
              <p:tags r:id="rId11"/>
            </p:custDataLst>
          </p:nvPr>
        </p:nvSpPr>
        <p:spPr>
          <a:xfrm>
            <a:off x="5763902" y="3545839"/>
            <a:ext cx="1599797" cy="400110"/>
          </a:xfrm>
          <a:prstGeom prst="rect">
            <a:avLst/>
          </a:prstGeom>
          <a:noFill/>
        </p:spPr>
        <p:txBody>
          <a:bodyPr wrap="none" rtlCol="0" anchor="ctr">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custDataLst>
              <p:tags r:id="rId12"/>
            </p:custDataLst>
          </p:nvPr>
        </p:nvCxnSpPr>
        <p:spPr>
          <a:xfrm flipH="1" flipV="1">
            <a:off x="4326970" y="3915786"/>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custDataLst>
              <p:tags r:id="rId13"/>
            </p:custDataLst>
          </p:nvPr>
        </p:nvSpPr>
        <p:spPr>
          <a:xfrm>
            <a:off x="5563245" y="4685147"/>
            <a:ext cx="1766830" cy="400110"/>
          </a:xfrm>
          <a:prstGeom prst="rect">
            <a:avLst/>
          </a:prstGeom>
          <a:noFill/>
        </p:spPr>
        <p:txBody>
          <a:bodyPr wrap="none" rtlCol="0">
            <a:spAutoFit/>
          </a:bodyPr>
          <a:lstStyle/>
          <a:p>
            <a:r>
              <a:rPr lang="en-US" sz="2000" noProof="0" dirty="0"/>
              <a:t>Neighborhood</a:t>
            </a:r>
          </a:p>
        </p:txBody>
      </p:sp>
      <p:grpSp>
        <p:nvGrpSpPr>
          <p:cNvPr id="16" name="Group 15">
            <a:extLst>
              <a:ext uri="{FF2B5EF4-FFF2-40B4-BE49-F238E27FC236}">
                <a16:creationId xmlns:a16="http://schemas.microsoft.com/office/drawing/2014/main" id="{5D8B1D59-EBBC-B833-68D2-16BD698052C9}"/>
              </a:ext>
            </a:extLst>
          </p:cNvPr>
          <p:cNvGrpSpPr/>
          <p:nvPr>
            <p:custDataLst>
              <p:tags r:id="rId14"/>
            </p:custDataLst>
          </p:nvPr>
        </p:nvGrpSpPr>
        <p:grpSpPr>
          <a:xfrm>
            <a:off x="3377999" y="5386381"/>
            <a:ext cx="2920332" cy="732656"/>
            <a:chOff x="3074132" y="1313599"/>
            <a:chExt cx="2920332" cy="732656"/>
          </a:xfrm>
        </p:grpSpPr>
        <p:sp>
          <p:nvSpPr>
            <p:cNvPr id="9" name="TextBox 8">
              <a:extLst>
                <a:ext uri="{FF2B5EF4-FFF2-40B4-BE49-F238E27FC236}">
                  <a16:creationId xmlns:a16="http://schemas.microsoft.com/office/drawing/2014/main" id="{9D4FD725-88BE-61BC-EA94-E5BEA6E7C2CD}"/>
                </a:ext>
              </a:extLst>
            </p:cNvPr>
            <p:cNvSpPr txBox="1"/>
            <p:nvPr/>
          </p:nvSpPr>
          <p:spPr>
            <a:xfrm>
              <a:off x="3740321" y="1563919"/>
              <a:ext cx="2254143" cy="400110"/>
            </a:xfrm>
            <a:prstGeom prst="rect">
              <a:avLst/>
            </a:prstGeom>
            <a:noFill/>
          </p:spPr>
          <p:txBody>
            <a:bodyPr wrap="none" rtlCol="0" anchor="ctr">
              <a:spAutoFit/>
            </a:bodyPr>
            <a:lstStyle/>
            <a:p>
              <a:r>
                <a:rPr lang="en-US" sz="2000" noProof="0" dirty="0"/>
                <a:t>Physics simulation</a:t>
              </a:r>
            </a:p>
          </p:txBody>
        </p:sp>
        <p:pic>
          <p:nvPicPr>
            <p:cNvPr id="15" name="Graphic 14" descr="Atom with solid fill">
              <a:extLst>
                <a:ext uri="{FF2B5EF4-FFF2-40B4-BE49-F238E27FC236}">
                  <a16:creationId xmlns:a16="http://schemas.microsoft.com/office/drawing/2014/main" id="{79E2538A-4E2F-2F10-C33E-80A662E8EBF7}"/>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3074132" y="1313599"/>
              <a:ext cx="732656" cy="732656"/>
            </a:xfrm>
            <a:prstGeom prst="rect">
              <a:avLst/>
            </a:prstGeom>
          </p:spPr>
        </p:pic>
      </p:grpSp>
      <p:sp>
        <p:nvSpPr>
          <p:cNvPr id="13" name="TextBox 12">
            <a:extLst>
              <a:ext uri="{FF2B5EF4-FFF2-40B4-BE49-F238E27FC236}">
                <a16:creationId xmlns:a16="http://schemas.microsoft.com/office/drawing/2014/main" id="{4A5636CE-98ED-54C7-4A39-4D24E33F39A3}"/>
              </a:ext>
            </a:extLst>
          </p:cNvPr>
          <p:cNvSpPr txBox="1"/>
          <p:nvPr>
            <p:custDataLst>
              <p:tags r:id="rId15"/>
            </p:custDataLst>
          </p:nvPr>
        </p:nvSpPr>
        <p:spPr>
          <a:xfrm>
            <a:off x="3204100" y="6356349"/>
            <a:ext cx="5783827" cy="400110"/>
          </a:xfrm>
          <a:prstGeom prst="rect">
            <a:avLst/>
          </a:prstGeom>
          <a:noFill/>
        </p:spPr>
        <p:txBody>
          <a:bodyPr wrap="none" rtlCol="0">
            <a:spAutoFit/>
          </a:bodyPr>
          <a:lstStyle/>
          <a:p>
            <a:pPr algn="ctr"/>
            <a:r>
              <a:rPr lang="en-US" sz="2000" i="1" dirty="0">
                <a:solidFill>
                  <a:schemeClr val="bg2">
                    <a:lumMod val="50000"/>
                  </a:schemeClr>
                </a:solidFill>
              </a:rPr>
              <a:t>Decoupling value encoding and evaluation strategy</a:t>
            </a:r>
          </a:p>
        </p:txBody>
      </p:sp>
      <p:sp>
        <p:nvSpPr>
          <p:cNvPr id="18" name="Rectangle 17">
            <a:extLst>
              <a:ext uri="{FF2B5EF4-FFF2-40B4-BE49-F238E27FC236}">
                <a16:creationId xmlns:a16="http://schemas.microsoft.com/office/drawing/2014/main" id="{F3511C19-1B2A-1B2E-24E8-EF6B302395C6}"/>
              </a:ext>
            </a:extLst>
          </p:cNvPr>
          <p:cNvSpPr/>
          <p:nvPr>
            <p:custDataLst>
              <p:tags r:id="rId16"/>
            </p:custDataLst>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417275545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4147A86-CFDD-318C-A07B-EB6A53DC1D3C}"/>
              </a:ext>
            </a:extLst>
          </p:cNvPr>
          <p:cNvPicPr>
            <a:picLocks noChangeAspect="1"/>
          </p:cNvPicPr>
          <p:nvPr>
            <p:custDataLst>
              <p:tags r:id="rId2"/>
            </p:custDataLst>
          </p:nvPr>
        </p:nvPicPr>
        <p:blipFill>
          <a:blip r:embed="rId10">
            <a:extLst>
              <a:ext uri="{28A0092B-C50C-407E-A947-70E740481C1C}">
                <a14:useLocalDpi xmlns:a14="http://schemas.microsoft.com/office/drawing/2010/main" val="0"/>
              </a:ext>
            </a:extLst>
          </a:blip>
          <a:stretch>
            <a:fillRect/>
          </a:stretch>
        </p:blipFill>
        <p:spPr>
          <a:xfrm>
            <a:off x="5123664" y="1794013"/>
            <a:ext cx="1944669" cy="1400162"/>
          </a:xfrm>
          <a:prstGeom prst="rect">
            <a:avLst/>
          </a:prstGeom>
          <a:ln>
            <a:solidFill>
              <a:schemeClr val="tx1"/>
            </a:solidFill>
          </a:ln>
        </p:spPr>
      </p:pic>
      <p:sp>
        <p:nvSpPr>
          <p:cNvPr id="4" name="Title 3">
            <a:extLst>
              <a:ext uri="{FF2B5EF4-FFF2-40B4-BE49-F238E27FC236}">
                <a16:creationId xmlns:a16="http://schemas.microsoft.com/office/drawing/2014/main" id="{FBA40584-E9E1-E05A-DDA2-513A6AB47700}"/>
              </a:ext>
            </a:extLst>
          </p:cNvPr>
          <p:cNvSpPr>
            <a:spLocks noGrp="1"/>
          </p:cNvSpPr>
          <p:nvPr>
            <p:ph type="title"/>
            <p:custDataLst>
              <p:tags r:id="rId3"/>
            </p:custDataLst>
          </p:nvPr>
        </p:nvSpPr>
        <p:spPr/>
        <p:txBody>
          <a:bodyPr/>
          <a:lstStyle/>
          <a:p>
            <a:r>
              <a:rPr lang="en-US" noProof="0" dirty="0"/>
              <a:t>Discrete stencils – Cellular  automata</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custDataLst>
              <p:tags r:id="rId5"/>
            </p:custDataLst>
          </p:nvPr>
        </p:nvSpPr>
        <p:spPr/>
        <p:txBody>
          <a:bodyPr/>
          <a:lstStyle/>
          <a:p>
            <a:r>
              <a:rPr lang="en-US" noProof="0"/>
              <a:t>21</a:t>
            </a:r>
            <a:endParaRPr lang="en-US" noProof="0" dirty="0"/>
          </a:p>
        </p:txBody>
      </p:sp>
      <p:sp>
        <p:nvSpPr>
          <p:cNvPr id="13" name="Rectangle 12">
            <a:extLst>
              <a:ext uri="{FF2B5EF4-FFF2-40B4-BE49-F238E27FC236}">
                <a16:creationId xmlns:a16="http://schemas.microsoft.com/office/drawing/2014/main" id="{B270FC0D-2C34-24EB-387E-1D43BDF012AD}"/>
              </a:ext>
            </a:extLst>
          </p:cNvPr>
          <p:cNvSpPr/>
          <p:nvPr>
            <p:custDataLst>
              <p:tags r:id="rId6"/>
            </p:custDataLst>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0515945-728F-3FE0-B6B8-5C0243C18DAE}"/>
              </a:ext>
            </a:extLst>
          </p:cNvPr>
          <p:cNvSpPr txBox="1"/>
          <p:nvPr>
            <p:custDataLst>
              <p:tags r:id="rId7"/>
            </p:custDataLst>
          </p:nvPr>
        </p:nvSpPr>
        <p:spPr>
          <a:xfrm>
            <a:off x="3204100" y="6356349"/>
            <a:ext cx="5783827" cy="400110"/>
          </a:xfrm>
          <a:prstGeom prst="rect">
            <a:avLst/>
          </a:prstGeom>
          <a:noFill/>
        </p:spPr>
        <p:txBody>
          <a:bodyPr wrap="none" rtlCol="0">
            <a:spAutoFit/>
          </a:bodyPr>
          <a:lstStyle/>
          <a:p>
            <a:pPr algn="ctr"/>
            <a:r>
              <a:rPr lang="en-US" sz="2000" i="1" dirty="0">
                <a:solidFill>
                  <a:schemeClr val="bg2">
                    <a:lumMod val="50000"/>
                  </a:schemeClr>
                </a:solidFill>
              </a:rPr>
              <a:t>Decoupling value encoding and evaluation strategy</a:t>
            </a:r>
          </a:p>
        </p:txBody>
      </p:sp>
    </p:spTree>
    <p:custDataLst>
      <p:tags r:id="rId1"/>
    </p:custDataLst>
    <p:extLst>
      <p:ext uri="{BB962C8B-B14F-4D97-AF65-F5344CB8AC3E}">
        <p14:creationId xmlns:p14="http://schemas.microsoft.com/office/powerpoint/2010/main" val="175984463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4147A86-CFDD-318C-A07B-EB6A53DC1D3C}"/>
              </a:ext>
            </a:extLst>
          </p:cNvPr>
          <p:cNvPicPr>
            <a:picLocks noChangeAspect="1"/>
          </p:cNvPicPr>
          <p:nvPr>
            <p:custDataLst>
              <p:tags r:id="rId2"/>
            </p:custDataLst>
          </p:nvPr>
        </p:nvPicPr>
        <p:blipFill>
          <a:blip r:embed="rId11">
            <a:extLst>
              <a:ext uri="{28A0092B-C50C-407E-A947-70E740481C1C}">
                <a14:useLocalDpi xmlns:a14="http://schemas.microsoft.com/office/drawing/2010/main" val="0"/>
              </a:ext>
            </a:extLst>
          </a:blip>
          <a:stretch>
            <a:fillRect/>
          </a:stretch>
        </p:blipFill>
        <p:spPr>
          <a:xfrm>
            <a:off x="5123664" y="1794013"/>
            <a:ext cx="1944669" cy="1400162"/>
          </a:xfrm>
          <a:prstGeom prst="rect">
            <a:avLst/>
          </a:prstGeom>
          <a:ln>
            <a:solidFill>
              <a:schemeClr val="tx1"/>
            </a:solidFill>
          </a:ln>
        </p:spPr>
      </p:pic>
      <p:sp>
        <p:nvSpPr>
          <p:cNvPr id="4" name="Title 3">
            <a:extLst>
              <a:ext uri="{FF2B5EF4-FFF2-40B4-BE49-F238E27FC236}">
                <a16:creationId xmlns:a16="http://schemas.microsoft.com/office/drawing/2014/main" id="{FBA40584-E9E1-E05A-DDA2-513A6AB47700}"/>
              </a:ext>
            </a:extLst>
          </p:cNvPr>
          <p:cNvSpPr>
            <a:spLocks noGrp="1"/>
          </p:cNvSpPr>
          <p:nvPr>
            <p:ph type="title"/>
            <p:custDataLst>
              <p:tags r:id="rId3"/>
            </p:custDataLst>
          </p:nvPr>
        </p:nvSpPr>
        <p:spPr/>
        <p:txBody>
          <a:bodyPr/>
          <a:lstStyle/>
          <a:p>
            <a:r>
              <a:rPr lang="en-US" noProof="0" dirty="0"/>
              <a:t>Discrete stencils – Cellular  automata</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custDataLst>
              <p:tags r:id="rId5"/>
            </p:custDataLst>
          </p:nvPr>
        </p:nvSpPr>
        <p:spPr/>
        <p:txBody>
          <a:bodyPr/>
          <a:lstStyle/>
          <a:p>
            <a:r>
              <a:rPr lang="en-US" noProof="0"/>
              <a:t>21</a:t>
            </a:r>
            <a:endParaRPr lang="en-US" noProof="0" dirty="0"/>
          </a:p>
        </p:txBody>
      </p:sp>
      <p:sp>
        <p:nvSpPr>
          <p:cNvPr id="7" name="TextBox 6">
            <a:extLst>
              <a:ext uri="{FF2B5EF4-FFF2-40B4-BE49-F238E27FC236}">
                <a16:creationId xmlns:a16="http://schemas.microsoft.com/office/drawing/2014/main" id="{558B0A78-F5BD-55EF-1087-A92815BCA5A1}"/>
              </a:ext>
            </a:extLst>
          </p:cNvPr>
          <p:cNvSpPr txBox="1"/>
          <p:nvPr>
            <p:custDataLst>
              <p:tags r:id="rId6"/>
            </p:custDataLst>
          </p:nvPr>
        </p:nvSpPr>
        <p:spPr>
          <a:xfrm>
            <a:off x="7068333" y="2078595"/>
            <a:ext cx="2994602" cy="830997"/>
          </a:xfrm>
          <a:prstGeom prst="rect">
            <a:avLst/>
          </a:prstGeom>
          <a:noFill/>
        </p:spPr>
        <p:txBody>
          <a:bodyPr wrap="none" rtlCol="0" anchor="ctr">
            <a:spAutoFit/>
          </a:bodyPr>
          <a:lstStyle/>
          <a:p>
            <a:r>
              <a:rPr lang="en-US" sz="2400" dirty="0"/>
              <a:t>Discrete state space</a:t>
            </a:r>
          </a:p>
          <a:p>
            <a:r>
              <a:rPr lang="en-US" sz="2400" dirty="0"/>
              <a:t>Neighbor-count rules</a:t>
            </a:r>
          </a:p>
        </p:txBody>
      </p:sp>
      <p:sp>
        <p:nvSpPr>
          <p:cNvPr id="13" name="Rectangle 12">
            <a:extLst>
              <a:ext uri="{FF2B5EF4-FFF2-40B4-BE49-F238E27FC236}">
                <a16:creationId xmlns:a16="http://schemas.microsoft.com/office/drawing/2014/main" id="{B270FC0D-2C34-24EB-387E-1D43BDF012AD}"/>
              </a:ext>
            </a:extLst>
          </p:cNvPr>
          <p:cNvSpPr/>
          <p:nvPr>
            <p:custDataLst>
              <p:tags r:id="rId7"/>
            </p:custDataLst>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0515945-728F-3FE0-B6B8-5C0243C18DAE}"/>
              </a:ext>
            </a:extLst>
          </p:cNvPr>
          <p:cNvSpPr txBox="1"/>
          <p:nvPr>
            <p:custDataLst>
              <p:tags r:id="rId8"/>
            </p:custDataLst>
          </p:nvPr>
        </p:nvSpPr>
        <p:spPr>
          <a:xfrm>
            <a:off x="3204100" y="6356349"/>
            <a:ext cx="5783827" cy="400110"/>
          </a:xfrm>
          <a:prstGeom prst="rect">
            <a:avLst/>
          </a:prstGeom>
          <a:noFill/>
        </p:spPr>
        <p:txBody>
          <a:bodyPr wrap="none" rtlCol="0">
            <a:spAutoFit/>
          </a:bodyPr>
          <a:lstStyle/>
          <a:p>
            <a:pPr algn="ctr"/>
            <a:r>
              <a:rPr lang="en-US" sz="2000" i="1" dirty="0">
                <a:solidFill>
                  <a:schemeClr val="bg2">
                    <a:lumMod val="50000"/>
                  </a:schemeClr>
                </a:solidFill>
              </a:rPr>
              <a:t>Decoupling value encoding and evaluation strategy</a:t>
            </a:r>
          </a:p>
        </p:txBody>
      </p:sp>
    </p:spTree>
    <p:custDataLst>
      <p:tags r:id="rId1"/>
    </p:custDataLst>
    <p:extLst>
      <p:ext uri="{BB962C8B-B14F-4D97-AF65-F5344CB8AC3E}">
        <p14:creationId xmlns:p14="http://schemas.microsoft.com/office/powerpoint/2010/main" val="333276214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4147A86-CFDD-318C-A07B-EB6A53DC1D3C}"/>
              </a:ext>
            </a:extLst>
          </p:cNvPr>
          <p:cNvPicPr>
            <a:picLocks noChangeAspect="1"/>
          </p:cNvPicPr>
          <p:nvPr>
            <p:custDataLst>
              <p:tags r:id="rId2"/>
            </p:custDataLst>
          </p:nvPr>
        </p:nvPicPr>
        <p:blipFill>
          <a:blip r:embed="rId12">
            <a:extLst>
              <a:ext uri="{28A0092B-C50C-407E-A947-70E740481C1C}">
                <a14:useLocalDpi xmlns:a14="http://schemas.microsoft.com/office/drawing/2010/main" val="0"/>
              </a:ext>
            </a:extLst>
          </a:blip>
          <a:stretch>
            <a:fillRect/>
          </a:stretch>
        </p:blipFill>
        <p:spPr>
          <a:xfrm>
            <a:off x="5123664" y="1794013"/>
            <a:ext cx="1944669" cy="1400162"/>
          </a:xfrm>
          <a:prstGeom prst="rect">
            <a:avLst/>
          </a:prstGeom>
          <a:ln>
            <a:solidFill>
              <a:schemeClr val="tx1"/>
            </a:solidFill>
          </a:ln>
        </p:spPr>
      </p:pic>
      <p:sp>
        <p:nvSpPr>
          <p:cNvPr id="4" name="Title 3">
            <a:extLst>
              <a:ext uri="{FF2B5EF4-FFF2-40B4-BE49-F238E27FC236}">
                <a16:creationId xmlns:a16="http://schemas.microsoft.com/office/drawing/2014/main" id="{FBA40584-E9E1-E05A-DDA2-513A6AB47700}"/>
              </a:ext>
            </a:extLst>
          </p:cNvPr>
          <p:cNvSpPr>
            <a:spLocks noGrp="1"/>
          </p:cNvSpPr>
          <p:nvPr>
            <p:ph type="title"/>
            <p:custDataLst>
              <p:tags r:id="rId3"/>
            </p:custDataLst>
          </p:nvPr>
        </p:nvSpPr>
        <p:spPr/>
        <p:txBody>
          <a:bodyPr/>
          <a:lstStyle/>
          <a:p>
            <a:r>
              <a:rPr lang="en-US" noProof="0" dirty="0"/>
              <a:t>Discrete stencils – Cellular  automata</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custDataLst>
              <p:tags r:id="rId5"/>
            </p:custDataLst>
          </p:nvPr>
        </p:nvSpPr>
        <p:spPr/>
        <p:txBody>
          <a:bodyPr/>
          <a:lstStyle/>
          <a:p>
            <a:r>
              <a:rPr lang="en-US" noProof="0"/>
              <a:t>21</a:t>
            </a:r>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custDataLst>
              <p:tags r:id="rId6"/>
            </p:custDataLst>
          </p:nvPr>
        </p:nvGrpSpPr>
        <p:grpSpPr>
          <a:xfrm>
            <a:off x="166287" y="3084212"/>
            <a:ext cx="4974439" cy="3318028"/>
            <a:chOff x="118662" y="3398116"/>
            <a:chExt cx="497443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4974439" cy="2899383"/>
            </a:xfrm>
            <a:prstGeom prst="rect">
              <a:avLst/>
            </a:prstGeom>
            <a:noFill/>
            <a:ln>
              <a:solidFill>
                <a:schemeClr val="tx1"/>
              </a:solidFill>
            </a:ln>
          </p:spPr>
          <p:txBody>
            <a:bodyPr wrap="non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nchor="b">
              <a:spAutoFit/>
            </a:bodyPr>
            <a:lstStyle/>
            <a:p>
              <a:pPr algn="ctr"/>
              <a:r>
                <a:rPr lang="en-US" sz="2400" noProof="0" dirty="0"/>
                <a:t>Update rule for Game of Life</a:t>
              </a:r>
            </a:p>
          </p:txBody>
        </p:sp>
      </p:grpSp>
      <p:sp>
        <p:nvSpPr>
          <p:cNvPr id="7" name="TextBox 6">
            <a:extLst>
              <a:ext uri="{FF2B5EF4-FFF2-40B4-BE49-F238E27FC236}">
                <a16:creationId xmlns:a16="http://schemas.microsoft.com/office/drawing/2014/main" id="{558B0A78-F5BD-55EF-1087-A92815BCA5A1}"/>
              </a:ext>
            </a:extLst>
          </p:cNvPr>
          <p:cNvSpPr txBox="1"/>
          <p:nvPr>
            <p:custDataLst>
              <p:tags r:id="rId7"/>
            </p:custDataLst>
          </p:nvPr>
        </p:nvSpPr>
        <p:spPr>
          <a:xfrm>
            <a:off x="7068333" y="2078595"/>
            <a:ext cx="2994602" cy="830997"/>
          </a:xfrm>
          <a:prstGeom prst="rect">
            <a:avLst/>
          </a:prstGeom>
          <a:noFill/>
        </p:spPr>
        <p:txBody>
          <a:bodyPr wrap="none" rtlCol="0" anchor="ctr">
            <a:spAutoFit/>
          </a:bodyPr>
          <a:lstStyle/>
          <a:p>
            <a:r>
              <a:rPr lang="en-US" sz="2400" dirty="0"/>
              <a:t>Discrete state space</a:t>
            </a:r>
          </a:p>
          <a:p>
            <a:r>
              <a:rPr lang="en-US" sz="2400" dirty="0"/>
              <a:t>Neighbor-count rules</a:t>
            </a:r>
          </a:p>
        </p:txBody>
      </p:sp>
      <p:sp>
        <p:nvSpPr>
          <p:cNvPr id="13" name="Rectangle 12">
            <a:extLst>
              <a:ext uri="{FF2B5EF4-FFF2-40B4-BE49-F238E27FC236}">
                <a16:creationId xmlns:a16="http://schemas.microsoft.com/office/drawing/2014/main" id="{B270FC0D-2C34-24EB-387E-1D43BDF012AD}"/>
              </a:ext>
            </a:extLst>
          </p:cNvPr>
          <p:cNvSpPr/>
          <p:nvPr>
            <p:custDataLst>
              <p:tags r:id="rId8"/>
            </p:custDataLst>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0515945-728F-3FE0-B6B8-5C0243C18DAE}"/>
              </a:ext>
            </a:extLst>
          </p:cNvPr>
          <p:cNvSpPr txBox="1"/>
          <p:nvPr>
            <p:custDataLst>
              <p:tags r:id="rId9"/>
            </p:custDataLst>
          </p:nvPr>
        </p:nvSpPr>
        <p:spPr>
          <a:xfrm>
            <a:off x="3204100" y="6356349"/>
            <a:ext cx="5783827" cy="400110"/>
          </a:xfrm>
          <a:prstGeom prst="rect">
            <a:avLst/>
          </a:prstGeom>
          <a:noFill/>
        </p:spPr>
        <p:txBody>
          <a:bodyPr wrap="none" rtlCol="0">
            <a:spAutoFit/>
          </a:bodyPr>
          <a:lstStyle/>
          <a:p>
            <a:pPr algn="ctr"/>
            <a:r>
              <a:rPr lang="en-US" sz="2000" i="1" dirty="0">
                <a:solidFill>
                  <a:schemeClr val="bg2">
                    <a:lumMod val="50000"/>
                  </a:schemeClr>
                </a:solidFill>
              </a:rPr>
              <a:t>Decoupling value encoding and evaluation strategy</a:t>
            </a:r>
          </a:p>
        </p:txBody>
      </p:sp>
    </p:spTree>
    <p:custDataLst>
      <p:tags r:id="rId1"/>
    </p:custDataLst>
    <p:extLst>
      <p:ext uri="{BB962C8B-B14F-4D97-AF65-F5344CB8AC3E}">
        <p14:creationId xmlns:p14="http://schemas.microsoft.com/office/powerpoint/2010/main" val="85281113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4147A86-CFDD-318C-A07B-EB6A53DC1D3C}"/>
              </a:ext>
            </a:extLst>
          </p:cNvPr>
          <p:cNvPicPr>
            <a:picLocks noChangeAspect="1"/>
          </p:cNvPicPr>
          <p:nvPr>
            <p:custDataLst>
              <p:tags r:id="rId2"/>
            </p:custDataLst>
          </p:nvPr>
        </p:nvPicPr>
        <p:blipFill>
          <a:blip r:embed="rId13">
            <a:extLst>
              <a:ext uri="{28A0092B-C50C-407E-A947-70E740481C1C}">
                <a14:useLocalDpi xmlns:a14="http://schemas.microsoft.com/office/drawing/2010/main" val="0"/>
              </a:ext>
            </a:extLst>
          </a:blip>
          <a:stretch>
            <a:fillRect/>
          </a:stretch>
        </p:blipFill>
        <p:spPr>
          <a:xfrm>
            <a:off x="5123664" y="1794013"/>
            <a:ext cx="1944669" cy="1400162"/>
          </a:xfrm>
          <a:prstGeom prst="rect">
            <a:avLst/>
          </a:prstGeom>
          <a:ln>
            <a:solidFill>
              <a:schemeClr val="tx1"/>
            </a:solidFill>
          </a:ln>
        </p:spPr>
      </p:pic>
      <p:sp>
        <p:nvSpPr>
          <p:cNvPr id="4" name="Title 3">
            <a:extLst>
              <a:ext uri="{FF2B5EF4-FFF2-40B4-BE49-F238E27FC236}">
                <a16:creationId xmlns:a16="http://schemas.microsoft.com/office/drawing/2014/main" id="{FBA40584-E9E1-E05A-DDA2-513A6AB47700}"/>
              </a:ext>
            </a:extLst>
          </p:cNvPr>
          <p:cNvSpPr>
            <a:spLocks noGrp="1"/>
          </p:cNvSpPr>
          <p:nvPr>
            <p:ph type="title"/>
            <p:custDataLst>
              <p:tags r:id="rId3"/>
            </p:custDataLst>
          </p:nvPr>
        </p:nvSpPr>
        <p:spPr/>
        <p:txBody>
          <a:bodyPr/>
          <a:lstStyle/>
          <a:p>
            <a:r>
              <a:rPr lang="en-US" noProof="0" dirty="0"/>
              <a:t>Discrete stencils – Cellular  automata</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custDataLst>
              <p:tags r:id="rId5"/>
            </p:custDataLst>
          </p:nvPr>
        </p:nvSpPr>
        <p:spPr/>
        <p:txBody>
          <a:bodyPr/>
          <a:lstStyle/>
          <a:p>
            <a:r>
              <a:rPr lang="en-US" noProof="0"/>
              <a:t>21</a:t>
            </a:r>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custDataLst>
              <p:tags r:id="rId6"/>
            </p:custDataLst>
          </p:nvPr>
        </p:nvGrpSpPr>
        <p:grpSpPr>
          <a:xfrm>
            <a:off x="166287" y="3084212"/>
            <a:ext cx="4974439" cy="3318028"/>
            <a:chOff x="118662" y="3398116"/>
            <a:chExt cx="497443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4974439" cy="2899383"/>
            </a:xfrm>
            <a:prstGeom prst="rect">
              <a:avLst/>
            </a:prstGeom>
            <a:noFill/>
            <a:ln>
              <a:solidFill>
                <a:schemeClr val="tx1"/>
              </a:solidFill>
            </a:ln>
          </p:spPr>
          <p:txBody>
            <a:bodyPr wrap="non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nchor="b">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custDataLst>
              <p:tags r:id="rId7"/>
            </p:custDataLst>
          </p:nvPr>
        </p:nvGrpSpPr>
        <p:grpSpPr>
          <a:xfrm>
            <a:off x="5359452"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non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noProof="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nchor="b">
              <a:spAutoFit/>
            </a:bodyPr>
            <a:lstStyle/>
            <a:p>
              <a:pPr algn="ctr"/>
              <a:r>
                <a:rPr lang="en-US" sz="2400" noProof="0" dirty="0">
                  <a:ea typeface="Fira Code" panose="020B0809050000020004" pitchFamily="49" charset="0"/>
                  <a:cs typeface="Fira Code" panose="020B0809050000020004" pitchFamily="49" charset="0"/>
                </a:rPr>
                <a:t>Type-level expression (Cellato DSL)</a:t>
              </a:r>
            </a:p>
          </p:txBody>
        </p:sp>
      </p:grpSp>
      <p:sp>
        <p:nvSpPr>
          <p:cNvPr id="7" name="TextBox 6">
            <a:extLst>
              <a:ext uri="{FF2B5EF4-FFF2-40B4-BE49-F238E27FC236}">
                <a16:creationId xmlns:a16="http://schemas.microsoft.com/office/drawing/2014/main" id="{558B0A78-F5BD-55EF-1087-A92815BCA5A1}"/>
              </a:ext>
            </a:extLst>
          </p:cNvPr>
          <p:cNvSpPr txBox="1"/>
          <p:nvPr>
            <p:custDataLst>
              <p:tags r:id="rId8"/>
            </p:custDataLst>
          </p:nvPr>
        </p:nvSpPr>
        <p:spPr>
          <a:xfrm>
            <a:off x="7068333" y="2078595"/>
            <a:ext cx="2994602" cy="830997"/>
          </a:xfrm>
          <a:prstGeom prst="rect">
            <a:avLst/>
          </a:prstGeom>
          <a:noFill/>
        </p:spPr>
        <p:txBody>
          <a:bodyPr wrap="none" rtlCol="0" anchor="ctr">
            <a:spAutoFit/>
          </a:bodyPr>
          <a:lstStyle/>
          <a:p>
            <a:r>
              <a:rPr lang="en-US" sz="2400" dirty="0"/>
              <a:t>Discrete state space</a:t>
            </a:r>
          </a:p>
          <a:p>
            <a:r>
              <a:rPr lang="en-US" sz="2400" dirty="0"/>
              <a:t>Neighbor-count rules</a:t>
            </a:r>
          </a:p>
        </p:txBody>
      </p:sp>
      <p:sp>
        <p:nvSpPr>
          <p:cNvPr id="13" name="Rectangle 12">
            <a:extLst>
              <a:ext uri="{FF2B5EF4-FFF2-40B4-BE49-F238E27FC236}">
                <a16:creationId xmlns:a16="http://schemas.microsoft.com/office/drawing/2014/main" id="{B270FC0D-2C34-24EB-387E-1D43BDF012AD}"/>
              </a:ext>
            </a:extLst>
          </p:cNvPr>
          <p:cNvSpPr/>
          <p:nvPr>
            <p:custDataLst>
              <p:tags r:id="rId9"/>
            </p:custDataLst>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0515945-728F-3FE0-B6B8-5C0243C18DAE}"/>
              </a:ext>
            </a:extLst>
          </p:cNvPr>
          <p:cNvSpPr txBox="1"/>
          <p:nvPr>
            <p:custDataLst>
              <p:tags r:id="rId10"/>
            </p:custDataLst>
          </p:nvPr>
        </p:nvSpPr>
        <p:spPr>
          <a:xfrm>
            <a:off x="3204100" y="6356349"/>
            <a:ext cx="5783827" cy="400110"/>
          </a:xfrm>
          <a:prstGeom prst="rect">
            <a:avLst/>
          </a:prstGeom>
          <a:noFill/>
        </p:spPr>
        <p:txBody>
          <a:bodyPr wrap="none" rtlCol="0">
            <a:spAutoFit/>
          </a:bodyPr>
          <a:lstStyle/>
          <a:p>
            <a:pPr algn="ctr"/>
            <a:r>
              <a:rPr lang="en-US" sz="2000" i="1" dirty="0">
                <a:solidFill>
                  <a:schemeClr val="bg2">
                    <a:lumMod val="50000"/>
                  </a:schemeClr>
                </a:solidFill>
              </a:rPr>
              <a:t>Decoupling value encoding and evaluation strategy</a:t>
            </a:r>
          </a:p>
        </p:txBody>
      </p:sp>
    </p:spTree>
    <p:custDataLst>
      <p:tags r:id="rId1"/>
    </p:custDataLst>
    <p:extLst>
      <p:ext uri="{BB962C8B-B14F-4D97-AF65-F5344CB8AC3E}">
        <p14:creationId xmlns:p14="http://schemas.microsoft.com/office/powerpoint/2010/main" val="300677371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737742" cy="1819857"/>
          </a:xfrm>
          <a:prstGeom prst="rect">
            <a:avLst/>
          </a:prstGeom>
          <a:noFill/>
          <a:ln>
            <a:solidFill>
              <a:schemeClr val="tx1"/>
            </a:solidFill>
          </a:ln>
        </p:spPr>
        <p:txBody>
          <a:bodyPr wrap="non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r>
              <a:rPr lang="en-US" noProof="0"/>
              <a:t>22</a:t>
            </a:r>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4"/>
          <a:stretch>
            <a:fillRect/>
          </a:stretch>
        </p:blipFill>
        <p:spPr>
          <a:xfrm>
            <a:off x="1047003" y="265267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47386" y="2428892"/>
            <a:ext cx="757369" cy="75245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(Cellato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ctr">
            <a:spAutoFit/>
          </a:bodyPr>
          <a:lstStyle/>
          <a:p>
            <a:pPr algn="ctr"/>
            <a:r>
              <a:rPr lang="en-US" sz="2400" noProof="0" dirty="0"/>
              <a:t>Already prepared</a:t>
            </a:r>
            <a:br>
              <a:rPr lang="en-US" sz="2400" noProof="0" dirty="0"/>
            </a:br>
            <a:r>
              <a:rPr lang="en-US" sz="2400" noProof="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86EBB456-C5C4-9A46-B0D8-4D16342BF1FC}"/>
              </a:ext>
            </a:extLst>
          </p:cNvPr>
          <p:cNvSpPr/>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19D263A-7209-9B89-213E-B152101B87D9}"/>
              </a:ext>
            </a:extLst>
          </p:cNvPr>
          <p:cNvSpPr txBox="1"/>
          <p:nvPr/>
        </p:nvSpPr>
        <p:spPr>
          <a:xfrm>
            <a:off x="3204100" y="6356349"/>
            <a:ext cx="5783827" cy="400110"/>
          </a:xfrm>
          <a:prstGeom prst="rect">
            <a:avLst/>
          </a:prstGeom>
          <a:noFill/>
        </p:spPr>
        <p:txBody>
          <a:bodyPr wrap="none" rtlCol="0">
            <a:spAutoFit/>
          </a:bodyPr>
          <a:lstStyle/>
          <a:p>
            <a:pPr algn="ctr"/>
            <a:r>
              <a:rPr lang="en-US" sz="2000" i="1" dirty="0">
                <a:solidFill>
                  <a:schemeClr val="bg2">
                    <a:lumMod val="50000"/>
                  </a:schemeClr>
                </a:solidFill>
              </a:rPr>
              <a:t>Decoupling value encoding and evaluation strategy</a:t>
            </a:r>
          </a:p>
        </p:txBody>
      </p:sp>
    </p:spTree>
    <p:custDataLst>
      <p:tags r:id="rId1"/>
    </p:custDataLst>
    <p:extLst>
      <p:ext uri="{BB962C8B-B14F-4D97-AF65-F5344CB8AC3E}">
        <p14:creationId xmlns:p14="http://schemas.microsoft.com/office/powerpoint/2010/main" val="28535449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4"/>
          <a:stretch>
            <a:fillRect/>
          </a:stretch>
        </p:blipFill>
        <p:spPr>
          <a:xfrm>
            <a:off x="300318" y="1597928"/>
            <a:ext cx="11591364" cy="4288802"/>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What the design allows us to gain</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r>
              <a:rPr lang="en-US" noProof="0"/>
              <a:t>23</a:t>
            </a:r>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490" y="5997848"/>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sp>
        <p:nvSpPr>
          <p:cNvPr id="10" name="Rectangle 9">
            <a:extLst>
              <a:ext uri="{FF2B5EF4-FFF2-40B4-BE49-F238E27FC236}">
                <a16:creationId xmlns:a16="http://schemas.microsoft.com/office/drawing/2014/main" id="{4B906807-5DF5-77BD-E504-4553260959A8}"/>
              </a:ext>
            </a:extLst>
          </p:cNvPr>
          <p:cNvSpPr/>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78DCE9D-F427-8781-873A-FE0BD8DD871A}"/>
              </a:ext>
            </a:extLst>
          </p:cNvPr>
          <p:cNvSpPr txBox="1"/>
          <p:nvPr/>
        </p:nvSpPr>
        <p:spPr>
          <a:xfrm>
            <a:off x="3204100" y="6356349"/>
            <a:ext cx="5783827" cy="400110"/>
          </a:xfrm>
          <a:prstGeom prst="rect">
            <a:avLst/>
          </a:prstGeom>
          <a:noFill/>
        </p:spPr>
        <p:txBody>
          <a:bodyPr wrap="none" rtlCol="0">
            <a:spAutoFit/>
          </a:bodyPr>
          <a:lstStyle/>
          <a:p>
            <a:pPr algn="ctr"/>
            <a:r>
              <a:rPr lang="en-US" sz="2000" i="1" dirty="0">
                <a:solidFill>
                  <a:schemeClr val="bg2">
                    <a:lumMod val="50000"/>
                  </a:schemeClr>
                </a:solidFill>
              </a:rPr>
              <a:t>Decoupling value encoding and evaluation strategy</a:t>
            </a:r>
          </a:p>
        </p:txBody>
      </p:sp>
    </p:spTree>
    <p:custDataLst>
      <p:tags r:id="rId1"/>
    </p:custDataLst>
    <p:extLst>
      <p:ext uri="{BB962C8B-B14F-4D97-AF65-F5344CB8AC3E}">
        <p14:creationId xmlns:p14="http://schemas.microsoft.com/office/powerpoint/2010/main" val="131041219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EAE30-8DB1-3B83-841E-17D7159AD95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33222C8-BAFD-7AA4-AA8F-46D5AFF0A498}"/>
              </a:ext>
            </a:extLst>
          </p:cNvPr>
          <p:cNvSpPr>
            <a:spLocks noGrp="1"/>
          </p:cNvSpPr>
          <p:nvPr>
            <p:ph idx="1"/>
          </p:nvPr>
        </p:nvSpPr>
        <p:spPr>
          <a:xfrm>
            <a:off x="488578" y="858835"/>
            <a:ext cx="11214844" cy="5314952"/>
          </a:xfrm>
        </p:spPr>
        <p:txBody>
          <a:bodyPr anchor="t">
            <a:noAutofit/>
          </a:bodyPr>
          <a:lstStyle/>
          <a:p>
            <a:r>
              <a:rPr lang="en-US" dirty="0">
                <a:solidFill>
                  <a:schemeClr val="bg2">
                    <a:lumMod val="75000"/>
                  </a:schemeClr>
                </a:solidFill>
              </a:rPr>
              <a:t>Memory access transformations</a:t>
            </a:r>
          </a:p>
          <a:p>
            <a:r>
              <a:rPr lang="en-US" dirty="0">
                <a:solidFill>
                  <a:schemeClr val="bg2">
                    <a:lumMod val="75000"/>
                  </a:schemeClr>
                </a:solidFill>
              </a:rPr>
              <a:t>Decoupling value encoding and evaluation strategy</a:t>
            </a:r>
          </a:p>
          <a:p>
            <a:r>
              <a:rPr lang="en-US" b="1" dirty="0"/>
              <a:t>Design guidance and abstractions’ effect on LLM-generated code</a:t>
            </a: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lgn="ctr">
              <a:buNone/>
            </a:pPr>
            <a:r>
              <a:rPr lang="en-US" sz="2000" b="1" dirty="0"/>
              <a:t>Publications</a:t>
            </a:r>
          </a:p>
          <a:p>
            <a:pPr marL="0" indent="0">
              <a:buNone/>
            </a:pPr>
            <a:r>
              <a:rPr lang="en-US" sz="2000" b="1" dirty="0"/>
              <a:t>Tutoring LLM into a Better CUDA Optimizer.</a:t>
            </a:r>
            <a:r>
              <a:rPr lang="en-US" sz="2000" dirty="0"/>
              <a:t> </a:t>
            </a:r>
            <a:r>
              <a:rPr lang="en-US" sz="2000" i="1" dirty="0"/>
              <a:t>Euro-Par, 2025</a:t>
            </a:r>
          </a:p>
          <a:p>
            <a:pPr marL="0" indent="0">
              <a:buNone/>
            </a:pPr>
            <a:r>
              <a:rPr lang="en-US" sz="2000" b="1" dirty="0"/>
              <a:t>Abstractions and Prompting Strategies on LLM-Guided Optimization.</a:t>
            </a:r>
            <a:r>
              <a:rPr lang="en-US" sz="2000" dirty="0"/>
              <a:t> </a:t>
            </a:r>
            <a:r>
              <a:rPr lang="en-US" sz="2000" i="1" dirty="0"/>
              <a:t>ICA3PP, 2026</a:t>
            </a:r>
          </a:p>
        </p:txBody>
      </p:sp>
      <p:sp>
        <p:nvSpPr>
          <p:cNvPr id="4" name="Date Placeholder 3">
            <a:extLst>
              <a:ext uri="{FF2B5EF4-FFF2-40B4-BE49-F238E27FC236}">
                <a16:creationId xmlns:a16="http://schemas.microsoft.com/office/drawing/2014/main" id="{24F737EC-0B45-8F67-082E-68C36263D9A5}"/>
              </a:ext>
            </a:extLst>
          </p:cNvPr>
          <p:cNvSpPr>
            <a:spLocks noGrp="1"/>
          </p:cNvSpPr>
          <p:nvPr>
            <p:ph type="dt" sz="half" idx="10"/>
          </p:nvPr>
        </p:nvSpPr>
        <p:spPr/>
        <p:txBody>
          <a:bodyPr/>
          <a:lstStyle/>
          <a:p>
            <a:r>
              <a:rPr lang="en-US"/>
              <a:t>9/10/2026</a:t>
            </a:r>
            <a:endParaRPr lang="en-US" dirty="0"/>
          </a:p>
        </p:txBody>
      </p:sp>
      <p:sp>
        <p:nvSpPr>
          <p:cNvPr id="5" name="Slide Number Placeholder 4">
            <a:extLst>
              <a:ext uri="{FF2B5EF4-FFF2-40B4-BE49-F238E27FC236}">
                <a16:creationId xmlns:a16="http://schemas.microsoft.com/office/drawing/2014/main" id="{02B4330F-BE56-6F22-D5D5-49028CD1281F}"/>
              </a:ext>
            </a:extLst>
          </p:cNvPr>
          <p:cNvSpPr>
            <a:spLocks noGrp="1"/>
          </p:cNvSpPr>
          <p:nvPr>
            <p:ph type="sldNum" sz="quarter" idx="12"/>
          </p:nvPr>
        </p:nvSpPr>
        <p:spPr/>
        <p:txBody>
          <a:bodyPr/>
          <a:lstStyle/>
          <a:p>
            <a:r>
              <a:rPr lang="en-US"/>
              <a:t>24</a:t>
            </a:r>
          </a:p>
        </p:txBody>
      </p:sp>
      <p:sp>
        <p:nvSpPr>
          <p:cNvPr id="7" name="Rectangle 6">
            <a:extLst>
              <a:ext uri="{FF2B5EF4-FFF2-40B4-BE49-F238E27FC236}">
                <a16:creationId xmlns:a16="http://schemas.microsoft.com/office/drawing/2014/main" id="{951B44A3-BE4C-89C8-8B3F-33EB47C23E11}"/>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9F3AFF54-0C57-4B42-EBF8-892032D04E30}"/>
              </a:ext>
            </a:extLst>
          </p:cNvPr>
          <p:cNvPicPr>
            <a:picLocks noChangeAspect="1"/>
          </p:cNvPicPr>
          <p:nvPr/>
        </p:nvPicPr>
        <p:blipFill>
          <a:blip r:embed="rId3"/>
          <a:stretch>
            <a:fillRect/>
          </a:stretch>
        </p:blipFill>
        <p:spPr>
          <a:xfrm>
            <a:off x="10312400" y="1"/>
            <a:ext cx="1879600" cy="1879600"/>
          </a:xfrm>
          <a:prstGeom prst="rect">
            <a:avLst/>
          </a:prstGeom>
          <a:solidFill>
            <a:schemeClr val="bg1"/>
          </a:solidFill>
        </p:spPr>
      </p:pic>
    </p:spTree>
    <p:custDataLst>
      <p:tags r:id="rId1"/>
    </p:custDataLst>
    <p:extLst>
      <p:ext uri="{BB962C8B-B14F-4D97-AF65-F5344CB8AC3E}">
        <p14:creationId xmlns:p14="http://schemas.microsoft.com/office/powerpoint/2010/main" val="171934831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custDataLst>
              <p:tags r:id="rId2"/>
            </p:custDataLst>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custDataLst>
              <p:tags r:id="rId4"/>
            </p:custDataLst>
          </p:nvPr>
        </p:nvSpPr>
        <p:spPr/>
        <p:txBody>
          <a:bodyPr/>
          <a:lstStyle/>
          <a:p>
            <a:r>
              <a:rPr lang="en-US" noProof="0"/>
              <a:t>25</a:t>
            </a:r>
            <a:endParaRPr lang="en-US" noProof="0" dirty="0"/>
          </a:p>
        </p:txBody>
      </p:sp>
      <p:sp>
        <p:nvSpPr>
          <p:cNvPr id="17" name="TextBox 16">
            <a:extLst>
              <a:ext uri="{FF2B5EF4-FFF2-40B4-BE49-F238E27FC236}">
                <a16:creationId xmlns:a16="http://schemas.microsoft.com/office/drawing/2014/main" id="{BEC4E4EB-CC11-6E9C-D81F-7F68194B11AB}"/>
              </a:ext>
            </a:extLst>
          </p:cNvPr>
          <p:cNvSpPr txBox="1"/>
          <p:nvPr>
            <p:custDataLst>
              <p:tags r:id="rId5"/>
            </p:custDataLst>
          </p:nvPr>
        </p:nvSpPr>
        <p:spPr>
          <a:xfrm>
            <a:off x="40623" y="1417280"/>
            <a:ext cx="4423175"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Implement</a:t>
            </a:r>
            <a:br>
              <a:rPr lang="en-US" sz="3200" noProof="0" dirty="0"/>
            </a:br>
            <a:r>
              <a:rPr lang="en-US" sz="32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42" idx="0"/>
          </p:cNvCxnSpPr>
          <p:nvPr>
            <p:custDataLst>
              <p:tags r:id="rId6"/>
            </p:custDataLst>
          </p:nvPr>
        </p:nvCxnSpPr>
        <p:spPr>
          <a:xfrm flipH="1">
            <a:off x="2252208" y="3141444"/>
            <a:ext cx="3" cy="71068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custDataLst>
              <p:tags r:id="rId7"/>
            </p:custDataLst>
          </p:nvPr>
        </p:nvSpPr>
        <p:spPr>
          <a:xfrm>
            <a:off x="229586" y="5440720"/>
            <a:ext cx="404524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42" idx="2"/>
            <a:endCxn id="24" idx="0"/>
          </p:cNvCxnSpPr>
          <p:nvPr>
            <p:custDataLst>
              <p:tags r:id="rId8"/>
            </p:custDataLst>
          </p:nvPr>
        </p:nvCxnSpPr>
        <p:spPr>
          <a:xfrm>
            <a:off x="2252208"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42" name="Picture 41">
            <a:extLst>
              <a:ext uri="{FF2B5EF4-FFF2-40B4-BE49-F238E27FC236}">
                <a16:creationId xmlns:a16="http://schemas.microsoft.com/office/drawing/2014/main" id="{316BF04B-178F-112C-0FA1-1E930ED0B64B}"/>
              </a:ext>
            </a:extLst>
          </p:cNvPr>
          <p:cNvPicPr>
            <a:picLocks noChangeAspect="1"/>
          </p:cNvPicPr>
          <p:nvPr>
            <p:custDataLst>
              <p:tags r:id="rId9"/>
            </p:custDataLst>
          </p:nvPr>
        </p:nvPicPr>
        <p:blipFill>
          <a:blip r:embed="rId14"/>
          <a:srcRect l="12577" t="17864" r="12520" b="16352"/>
          <a:stretch>
            <a:fillRect/>
          </a:stretch>
        </p:blipFill>
        <p:spPr>
          <a:xfrm>
            <a:off x="1792626" y="3852129"/>
            <a:ext cx="919163" cy="807244"/>
          </a:xfrm>
          <a:prstGeom prst="rect">
            <a:avLst/>
          </a:prstGeom>
        </p:spPr>
      </p:pic>
      <p:sp>
        <p:nvSpPr>
          <p:cNvPr id="6" name="TextBox 5">
            <a:extLst>
              <a:ext uri="{FF2B5EF4-FFF2-40B4-BE49-F238E27FC236}">
                <a16:creationId xmlns:a16="http://schemas.microsoft.com/office/drawing/2014/main" id="{2A1E77D3-DCAC-6113-8D32-A697F9C529CF}"/>
              </a:ext>
            </a:extLst>
          </p:cNvPr>
          <p:cNvSpPr txBox="1"/>
          <p:nvPr>
            <p:custDataLst>
              <p:tags r:id="rId10"/>
            </p:custDataLst>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
        <p:nvSpPr>
          <p:cNvPr id="8" name="Rectangle 7">
            <a:extLst>
              <a:ext uri="{FF2B5EF4-FFF2-40B4-BE49-F238E27FC236}">
                <a16:creationId xmlns:a16="http://schemas.microsoft.com/office/drawing/2014/main" id="{3883A24D-B1F4-FBF7-A958-6402C6556D13}"/>
              </a:ext>
            </a:extLst>
          </p:cNvPr>
          <p:cNvSpPr/>
          <p:nvPr>
            <p:custDataLst>
              <p:tags r:id="rId11"/>
            </p:custDataLst>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3599817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custDataLst>
              <p:tags r:id="rId2"/>
            </p:custDataLst>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custDataLst>
              <p:tags r:id="rId4"/>
            </p:custDataLst>
          </p:nvPr>
        </p:nvSpPr>
        <p:spPr/>
        <p:txBody>
          <a:bodyPr/>
          <a:lstStyle/>
          <a:p>
            <a:r>
              <a:rPr lang="en-US" noProof="0"/>
              <a:t>25</a:t>
            </a:r>
            <a:endParaRPr lang="en-US" noProof="0" dirty="0"/>
          </a:p>
        </p:txBody>
      </p:sp>
      <p:sp>
        <p:nvSpPr>
          <p:cNvPr id="17" name="TextBox 16">
            <a:extLst>
              <a:ext uri="{FF2B5EF4-FFF2-40B4-BE49-F238E27FC236}">
                <a16:creationId xmlns:a16="http://schemas.microsoft.com/office/drawing/2014/main" id="{BEC4E4EB-CC11-6E9C-D81F-7F68194B11AB}"/>
              </a:ext>
            </a:extLst>
          </p:cNvPr>
          <p:cNvSpPr txBox="1"/>
          <p:nvPr>
            <p:custDataLst>
              <p:tags r:id="rId5"/>
            </p:custDataLst>
          </p:nvPr>
        </p:nvSpPr>
        <p:spPr>
          <a:xfrm>
            <a:off x="40623" y="1417280"/>
            <a:ext cx="4423175"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Implement</a:t>
            </a:r>
            <a:br>
              <a:rPr lang="en-US" sz="3200" noProof="0" dirty="0"/>
            </a:br>
            <a:r>
              <a:rPr lang="en-US" sz="32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42" idx="0"/>
          </p:cNvCxnSpPr>
          <p:nvPr>
            <p:custDataLst>
              <p:tags r:id="rId6"/>
            </p:custDataLst>
          </p:nvPr>
        </p:nvCxnSpPr>
        <p:spPr>
          <a:xfrm flipH="1">
            <a:off x="2252208" y="3141444"/>
            <a:ext cx="3" cy="71068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custDataLst>
              <p:tags r:id="rId7"/>
            </p:custDataLst>
          </p:nvPr>
        </p:nvSpPr>
        <p:spPr>
          <a:xfrm>
            <a:off x="229586" y="5440720"/>
            <a:ext cx="404524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42" idx="2"/>
            <a:endCxn id="24" idx="0"/>
          </p:cNvCxnSpPr>
          <p:nvPr>
            <p:custDataLst>
              <p:tags r:id="rId8"/>
            </p:custDataLst>
          </p:nvPr>
        </p:nvCxnSpPr>
        <p:spPr>
          <a:xfrm>
            <a:off x="2252208"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6FAD4EE1-A685-999A-4B14-45D9D5B9DB08}"/>
              </a:ext>
            </a:extLst>
          </p:cNvPr>
          <p:cNvSpPr txBox="1"/>
          <p:nvPr>
            <p:custDataLst>
              <p:tags r:id="rId9"/>
            </p:custDataLst>
          </p:nvPr>
        </p:nvSpPr>
        <p:spPr>
          <a:xfrm>
            <a:off x="4616552" y="1450268"/>
            <a:ext cx="3549984"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 Here are</a:t>
            </a:r>
            <a:br>
              <a:rPr lang="en-US" sz="3200" noProof="0" dirty="0"/>
            </a:br>
            <a:r>
              <a:rPr lang="en-US" sz="3200" noProof="0" dirty="0"/>
              <a:t>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45" idx="0"/>
          </p:cNvCxnSpPr>
          <p:nvPr>
            <p:custDataLst>
              <p:tags r:id="rId10"/>
            </p:custDataLst>
          </p:nvPr>
        </p:nvCxnSpPr>
        <p:spPr>
          <a:xfrm>
            <a:off x="6391544" y="3174432"/>
            <a:ext cx="0" cy="67769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custDataLst>
              <p:tags r:id="rId11"/>
            </p:custDataLst>
          </p:nvPr>
        </p:nvSpPr>
        <p:spPr>
          <a:xfrm>
            <a:off x="4768213" y="5440720"/>
            <a:ext cx="3246662"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45" idx="2"/>
            <a:endCxn id="32" idx="0"/>
          </p:cNvCxnSpPr>
          <p:nvPr>
            <p:custDataLst>
              <p:tags r:id="rId12"/>
            </p:custDataLst>
          </p:nvPr>
        </p:nvCxnSpPr>
        <p:spPr>
          <a:xfrm>
            <a:off x="6391544"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custDataLst>
              <p:tags r:id="rId13"/>
            </p:custDataLst>
          </p:nvPr>
        </p:nvSpPr>
        <p:spPr>
          <a:xfrm>
            <a:off x="8319290" y="1515440"/>
            <a:ext cx="3615756" cy="162600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Follow this</a:t>
            </a:r>
            <a:br>
              <a:rPr lang="en-US" sz="3200" noProof="0" dirty="0"/>
            </a:br>
            <a:r>
              <a:rPr lang="en-US" sz="3200" noProof="0" dirty="0"/>
              <a:t>design</a:t>
            </a:r>
          </a:p>
        </p:txBody>
      </p:sp>
      <p:sp>
        <p:nvSpPr>
          <p:cNvPr id="61" name="Rectangle 60">
            <a:extLst>
              <a:ext uri="{FF2B5EF4-FFF2-40B4-BE49-F238E27FC236}">
                <a16:creationId xmlns:a16="http://schemas.microsoft.com/office/drawing/2014/main" id="{560AD894-F06B-81D0-4862-B5F5392198BC}"/>
              </a:ext>
            </a:extLst>
          </p:cNvPr>
          <p:cNvSpPr/>
          <p:nvPr>
            <p:custDataLst>
              <p:tags r:id="rId14"/>
            </p:custDataLst>
          </p:nvPr>
        </p:nvSpPr>
        <p:spPr>
          <a:xfrm>
            <a:off x="8473761" y="5440720"/>
            <a:ext cx="330681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Efficient code?</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46" idx="0"/>
          </p:cNvCxnSpPr>
          <p:nvPr>
            <p:custDataLst>
              <p:tags r:id="rId15"/>
            </p:custDataLst>
          </p:nvPr>
        </p:nvCxnSpPr>
        <p:spPr>
          <a:xfrm>
            <a:off x="10127168" y="3141444"/>
            <a:ext cx="0" cy="70564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cxnSpLocks/>
            <a:stCxn id="46" idx="2"/>
            <a:endCxn id="61" idx="0"/>
          </p:cNvCxnSpPr>
          <p:nvPr>
            <p:custDataLst>
              <p:tags r:id="rId16"/>
            </p:custDataLst>
          </p:nvPr>
        </p:nvCxnSpPr>
        <p:spPr>
          <a:xfrm>
            <a:off x="10127168" y="4654328"/>
            <a:ext cx="0" cy="7863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custDataLst>
              <p:tags r:id="rId17"/>
            </p:custDataLst>
          </p:nvPr>
        </p:nvSpPr>
        <p:spPr>
          <a:xfrm>
            <a:off x="4017106" y="407645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custDataLst>
              <p:tags r:id="rId18"/>
            </p:custDataLst>
          </p:nvPr>
        </p:nvSpPr>
        <p:spPr>
          <a:xfrm>
            <a:off x="8091925" y="4148175"/>
            <a:ext cx="381836" cy="369332"/>
          </a:xfrm>
          <a:prstGeom prst="rect">
            <a:avLst/>
          </a:prstGeom>
          <a:noFill/>
        </p:spPr>
        <p:txBody>
          <a:bodyPr wrap="none" rtlCol="0">
            <a:spAutoFit/>
          </a:bodyPr>
          <a:lstStyle/>
          <a:p>
            <a:r>
              <a:rPr lang="en-US" noProof="0" dirty="0"/>
              <a:t>…</a:t>
            </a:r>
          </a:p>
        </p:txBody>
      </p:sp>
      <p:pic>
        <p:nvPicPr>
          <p:cNvPr id="42" name="Picture 41">
            <a:extLst>
              <a:ext uri="{FF2B5EF4-FFF2-40B4-BE49-F238E27FC236}">
                <a16:creationId xmlns:a16="http://schemas.microsoft.com/office/drawing/2014/main" id="{316BF04B-178F-112C-0FA1-1E930ED0B64B}"/>
              </a:ext>
            </a:extLst>
          </p:cNvPr>
          <p:cNvPicPr>
            <a:picLocks noChangeAspect="1"/>
          </p:cNvPicPr>
          <p:nvPr>
            <p:custDataLst>
              <p:tags r:id="rId19"/>
            </p:custDataLst>
          </p:nvPr>
        </p:nvPicPr>
        <p:blipFill>
          <a:blip r:embed="rId26"/>
          <a:srcRect l="12577" t="17864" r="12520" b="16352"/>
          <a:stretch>
            <a:fillRect/>
          </a:stretch>
        </p:blipFill>
        <p:spPr>
          <a:xfrm>
            <a:off x="1792626" y="3852129"/>
            <a:ext cx="919163" cy="807244"/>
          </a:xfrm>
          <a:prstGeom prst="rect">
            <a:avLst/>
          </a:prstGeom>
        </p:spPr>
      </p:pic>
      <p:pic>
        <p:nvPicPr>
          <p:cNvPr id="45" name="Picture 44">
            <a:extLst>
              <a:ext uri="{FF2B5EF4-FFF2-40B4-BE49-F238E27FC236}">
                <a16:creationId xmlns:a16="http://schemas.microsoft.com/office/drawing/2014/main" id="{D98B62BA-C0CE-0DD2-0B2E-7832065054EA}"/>
              </a:ext>
            </a:extLst>
          </p:cNvPr>
          <p:cNvPicPr>
            <a:picLocks noChangeAspect="1"/>
          </p:cNvPicPr>
          <p:nvPr>
            <p:custDataLst>
              <p:tags r:id="rId20"/>
            </p:custDataLst>
          </p:nvPr>
        </p:nvPicPr>
        <p:blipFill>
          <a:blip r:embed="rId26"/>
          <a:srcRect l="12577" t="17864" r="12520" b="16352"/>
          <a:stretch>
            <a:fillRect/>
          </a:stretch>
        </p:blipFill>
        <p:spPr>
          <a:xfrm>
            <a:off x="5931962" y="3852129"/>
            <a:ext cx="919163" cy="807244"/>
          </a:xfrm>
          <a:prstGeom prst="rect">
            <a:avLst/>
          </a:prstGeom>
        </p:spPr>
      </p:pic>
      <p:pic>
        <p:nvPicPr>
          <p:cNvPr id="46" name="Picture 45">
            <a:extLst>
              <a:ext uri="{FF2B5EF4-FFF2-40B4-BE49-F238E27FC236}">
                <a16:creationId xmlns:a16="http://schemas.microsoft.com/office/drawing/2014/main" id="{AC2085E0-A83D-2E90-B6F6-59D17C0E4A65}"/>
              </a:ext>
            </a:extLst>
          </p:cNvPr>
          <p:cNvPicPr>
            <a:picLocks noChangeAspect="1"/>
          </p:cNvPicPr>
          <p:nvPr>
            <p:custDataLst>
              <p:tags r:id="rId21"/>
            </p:custDataLst>
          </p:nvPr>
        </p:nvPicPr>
        <p:blipFill>
          <a:blip r:embed="rId26"/>
          <a:srcRect l="12577" t="17864" r="12520" b="16352"/>
          <a:stretch>
            <a:fillRect/>
          </a:stretch>
        </p:blipFill>
        <p:spPr>
          <a:xfrm>
            <a:off x="9667586" y="3847084"/>
            <a:ext cx="919163" cy="807244"/>
          </a:xfrm>
          <a:prstGeom prst="rect">
            <a:avLst/>
          </a:prstGeom>
        </p:spPr>
      </p:pic>
      <p:sp>
        <p:nvSpPr>
          <p:cNvPr id="6" name="TextBox 5">
            <a:extLst>
              <a:ext uri="{FF2B5EF4-FFF2-40B4-BE49-F238E27FC236}">
                <a16:creationId xmlns:a16="http://schemas.microsoft.com/office/drawing/2014/main" id="{2A1E77D3-DCAC-6113-8D32-A697F9C529CF}"/>
              </a:ext>
            </a:extLst>
          </p:cNvPr>
          <p:cNvSpPr txBox="1"/>
          <p:nvPr>
            <p:custDataLst>
              <p:tags r:id="rId22"/>
            </p:custDataLst>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
        <p:nvSpPr>
          <p:cNvPr id="8" name="Rectangle 7">
            <a:extLst>
              <a:ext uri="{FF2B5EF4-FFF2-40B4-BE49-F238E27FC236}">
                <a16:creationId xmlns:a16="http://schemas.microsoft.com/office/drawing/2014/main" id="{3883A24D-B1F4-FBF7-A958-6402C6556D13}"/>
              </a:ext>
            </a:extLst>
          </p:cNvPr>
          <p:cNvSpPr/>
          <p:nvPr>
            <p:custDataLst>
              <p:tags r:id="rId23"/>
            </p:custDataLst>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285897042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custDataLst>
              <p:tags r:id="rId2"/>
            </p:custDataLst>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custDataLst>
              <p:tags r:id="rId4"/>
            </p:custDataLst>
          </p:nvPr>
        </p:nvSpPr>
        <p:spPr/>
        <p:txBody>
          <a:bodyPr/>
          <a:lstStyle/>
          <a:p>
            <a:r>
              <a:rPr lang="en-US" noProof="0"/>
              <a:t>26</a:t>
            </a:r>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custDataLst>
              <p:tags r:id="rId5"/>
            </p:custDataLst>
          </p:nvPr>
        </p:nvPicPr>
        <p:blipFill>
          <a:blip r:embed="rId15"/>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custDataLst>
              <p:tags r:id="rId6"/>
            </p:custDataLst>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sp>
        <p:nvSpPr>
          <p:cNvPr id="9" name="TextBox 8">
            <a:extLst>
              <a:ext uri="{FF2B5EF4-FFF2-40B4-BE49-F238E27FC236}">
                <a16:creationId xmlns:a16="http://schemas.microsoft.com/office/drawing/2014/main" id="{A7A96B6C-4F97-6D9F-8D10-DDB95932C78B}"/>
              </a:ext>
            </a:extLst>
          </p:cNvPr>
          <p:cNvSpPr txBox="1"/>
          <p:nvPr>
            <p:custDataLst>
              <p:tags r:id="rId7"/>
            </p:custDataLst>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custDataLst>
              <p:tags r:id="rId8"/>
            </p:custDataLst>
          </p:nvPr>
        </p:nvPicPr>
        <p:blipFill>
          <a:blip r:embed="rId16"/>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custDataLst>
              <p:tags r:id="rId9"/>
            </p:custDataLst>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pic>
        <p:nvPicPr>
          <p:cNvPr id="10" name="Picture 9">
            <a:extLst>
              <a:ext uri="{FF2B5EF4-FFF2-40B4-BE49-F238E27FC236}">
                <a16:creationId xmlns:a16="http://schemas.microsoft.com/office/drawing/2014/main" id="{AE319CAF-7C0E-5364-9A49-389D32D66396}"/>
              </a:ext>
            </a:extLst>
          </p:cNvPr>
          <p:cNvPicPr>
            <a:picLocks noChangeAspect="1"/>
          </p:cNvPicPr>
          <p:nvPr>
            <p:custDataLst>
              <p:tags r:id="rId10"/>
            </p:custDataLst>
          </p:nvPr>
        </p:nvPicPr>
        <p:blipFill>
          <a:blip r:embed="rId17">
            <a:extLst>
              <a:ext uri="{28A0092B-C50C-407E-A947-70E740481C1C}">
                <a14:useLocalDpi xmlns:a14="http://schemas.microsoft.com/office/drawing/2010/main" val="0"/>
              </a:ext>
            </a:extLst>
          </a:blip>
          <a:stretch>
            <a:fillRect/>
          </a:stretch>
        </p:blipFill>
        <p:spPr>
          <a:xfrm>
            <a:off x="6127860" y="1663124"/>
            <a:ext cx="1490558" cy="1073202"/>
          </a:xfrm>
          <a:prstGeom prst="rect">
            <a:avLst/>
          </a:prstGeom>
          <a:ln>
            <a:solidFill>
              <a:schemeClr val="tx1"/>
            </a:solidFill>
          </a:ln>
        </p:spPr>
      </p:pic>
      <p:sp>
        <p:nvSpPr>
          <p:cNvPr id="13" name="Rectangle 12">
            <a:extLst>
              <a:ext uri="{FF2B5EF4-FFF2-40B4-BE49-F238E27FC236}">
                <a16:creationId xmlns:a16="http://schemas.microsoft.com/office/drawing/2014/main" id="{853DD1E0-0DA4-7A83-4F67-EF89C3FB66E2}"/>
              </a:ext>
            </a:extLst>
          </p:cNvPr>
          <p:cNvSpPr/>
          <p:nvPr>
            <p:custDataLst>
              <p:tags r:id="rId11"/>
            </p:custDataLst>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CE903A9-BF08-5697-672F-99B2BA2455AC}"/>
              </a:ext>
            </a:extLst>
          </p:cNvPr>
          <p:cNvSpPr txBox="1"/>
          <p:nvPr>
            <p:custDataLst>
              <p:tags r:id="rId12"/>
            </p:custDataLst>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99435601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custDataLst>
              <p:tags r:id="rId2"/>
            </p:custDataLst>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custDataLst>
              <p:tags r:id="rId4"/>
            </p:custDataLst>
          </p:nvPr>
        </p:nvSpPr>
        <p:spPr/>
        <p:txBody>
          <a:bodyPr/>
          <a:lstStyle/>
          <a:p>
            <a:r>
              <a:rPr lang="en-US" noProof="0"/>
              <a:t>26</a:t>
            </a:r>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custDataLst>
              <p:tags r:id="rId5"/>
            </p:custDataLst>
          </p:nvPr>
        </p:nvPicPr>
        <p:blipFill>
          <a:blip r:embed="rId18"/>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custDataLst>
              <p:tags r:id="rId6"/>
            </p:custDataLst>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sp>
        <p:nvSpPr>
          <p:cNvPr id="9" name="TextBox 8">
            <a:extLst>
              <a:ext uri="{FF2B5EF4-FFF2-40B4-BE49-F238E27FC236}">
                <a16:creationId xmlns:a16="http://schemas.microsoft.com/office/drawing/2014/main" id="{A7A96B6C-4F97-6D9F-8D10-DDB95932C78B}"/>
              </a:ext>
            </a:extLst>
          </p:cNvPr>
          <p:cNvSpPr txBox="1"/>
          <p:nvPr>
            <p:custDataLst>
              <p:tags r:id="rId7"/>
            </p:custDataLst>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custDataLst>
              <p:tags r:id="rId8"/>
            </p:custDataLst>
          </p:nvPr>
        </p:nvPicPr>
        <p:blipFill>
          <a:blip r:embed="rId19"/>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custDataLst>
              <p:tags r:id="rId9"/>
            </p:custDataLst>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custDataLst>
              <p:tags r:id="rId10"/>
            </p:custDataLst>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custDataLst>
              <p:tags r:id="rId11"/>
            </p:custDataLst>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custDataLst>
              <p:tags r:id="rId12"/>
            </p:custDataLst>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pic>
        <p:nvPicPr>
          <p:cNvPr id="10" name="Picture 9">
            <a:extLst>
              <a:ext uri="{FF2B5EF4-FFF2-40B4-BE49-F238E27FC236}">
                <a16:creationId xmlns:a16="http://schemas.microsoft.com/office/drawing/2014/main" id="{AE319CAF-7C0E-5364-9A49-389D32D66396}"/>
              </a:ext>
            </a:extLst>
          </p:cNvPr>
          <p:cNvPicPr>
            <a:picLocks noChangeAspect="1"/>
          </p:cNvPicPr>
          <p:nvPr>
            <p:custDataLst>
              <p:tags r:id="rId13"/>
            </p:custDataLst>
          </p:nvPr>
        </p:nvPicPr>
        <p:blipFill>
          <a:blip r:embed="rId20">
            <a:extLst>
              <a:ext uri="{28A0092B-C50C-407E-A947-70E740481C1C}">
                <a14:useLocalDpi xmlns:a14="http://schemas.microsoft.com/office/drawing/2010/main" val="0"/>
              </a:ext>
            </a:extLst>
          </a:blip>
          <a:stretch>
            <a:fillRect/>
          </a:stretch>
        </p:blipFill>
        <p:spPr>
          <a:xfrm>
            <a:off x="6127860" y="1663124"/>
            <a:ext cx="1490558" cy="1073202"/>
          </a:xfrm>
          <a:prstGeom prst="rect">
            <a:avLst/>
          </a:prstGeom>
          <a:ln>
            <a:solidFill>
              <a:schemeClr val="tx1"/>
            </a:solidFill>
          </a:ln>
        </p:spPr>
      </p:pic>
      <p:sp>
        <p:nvSpPr>
          <p:cNvPr id="13" name="Rectangle 12">
            <a:extLst>
              <a:ext uri="{FF2B5EF4-FFF2-40B4-BE49-F238E27FC236}">
                <a16:creationId xmlns:a16="http://schemas.microsoft.com/office/drawing/2014/main" id="{853DD1E0-0DA4-7A83-4F67-EF89C3FB66E2}"/>
              </a:ext>
            </a:extLst>
          </p:cNvPr>
          <p:cNvSpPr/>
          <p:nvPr>
            <p:custDataLst>
              <p:tags r:id="rId14"/>
            </p:custDataLst>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CE903A9-BF08-5697-672F-99B2BA2455AC}"/>
              </a:ext>
            </a:extLst>
          </p:cNvPr>
          <p:cNvSpPr txBox="1"/>
          <p:nvPr>
            <p:custDataLst>
              <p:tags r:id="rId15"/>
            </p:custDataLst>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165589520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custDataLst>
              <p:tags r:id="rId2"/>
            </p:custDataLst>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custDataLst>
              <p:tags r:id="rId4"/>
            </p:custDataLst>
          </p:nvPr>
        </p:nvSpPr>
        <p:spPr/>
        <p:txBody>
          <a:bodyPr/>
          <a:lstStyle/>
          <a:p>
            <a:r>
              <a:rPr lang="en-US" noProof="0"/>
              <a:t>26</a:t>
            </a:r>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custDataLst>
              <p:tags r:id="rId5"/>
            </p:custDataLst>
          </p:nvPr>
        </p:nvPicPr>
        <p:blipFill>
          <a:blip r:embed="rId33"/>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custDataLst>
              <p:tags r:id="rId6"/>
            </p:custDataLst>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sp>
        <p:nvSpPr>
          <p:cNvPr id="9" name="TextBox 8">
            <a:extLst>
              <a:ext uri="{FF2B5EF4-FFF2-40B4-BE49-F238E27FC236}">
                <a16:creationId xmlns:a16="http://schemas.microsoft.com/office/drawing/2014/main" id="{A7A96B6C-4F97-6D9F-8D10-DDB95932C78B}"/>
              </a:ext>
            </a:extLst>
          </p:cNvPr>
          <p:cNvSpPr txBox="1"/>
          <p:nvPr>
            <p:custDataLst>
              <p:tags r:id="rId7"/>
            </p:custDataLst>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custDataLst>
              <p:tags r:id="rId8"/>
            </p:custDataLst>
          </p:nvPr>
        </p:nvPicPr>
        <p:blipFill>
          <a:blip r:embed="rId34"/>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custDataLst>
              <p:tags r:id="rId9"/>
            </p:custDataLst>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custDataLst>
              <p:tags r:id="rId10"/>
            </p:custDataLst>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custDataLst>
              <p:tags r:id="rId11"/>
            </p:custDataLst>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custDataLst>
              <p:tags r:id="rId12"/>
            </p:custDataLst>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custDataLst>
              <p:tags r:id="rId13"/>
            </p:custDataLst>
          </p:nvPr>
        </p:nvSpPr>
        <p:spPr>
          <a:xfrm>
            <a:off x="380748" y="4106371"/>
            <a:ext cx="2214068" cy="461665"/>
          </a:xfrm>
          <a:prstGeom prst="rect">
            <a:avLst/>
          </a:prstGeom>
          <a:noFill/>
        </p:spPr>
        <p:txBody>
          <a:bodyPr wrap="none" rtlCol="0" anchor="ctr">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custDataLst>
              <p:tags r:id="rId14"/>
            </p:custDataLst>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custDataLst>
              <p:tags r:id="rId15"/>
            </p:custDataLst>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custDataLst>
              <p:tags r:id="rId16"/>
            </p:custDataLst>
          </p:nvPr>
        </p:nvSpPr>
        <p:spPr>
          <a:xfrm>
            <a:off x="724441" y="4793321"/>
            <a:ext cx="1525162" cy="461665"/>
          </a:xfrm>
          <a:prstGeom prst="rect">
            <a:avLst/>
          </a:prstGeom>
          <a:noFill/>
        </p:spPr>
        <p:txBody>
          <a:bodyPr wrap="none" rtlCol="0" anchor="ctr">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custDataLst>
              <p:tags r:id="rId17"/>
            </p:custDataLst>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custDataLst>
              <p:tags r:id="rId18"/>
            </p:custDataLst>
          </p:nvPr>
        </p:nvSpPr>
        <p:spPr>
          <a:xfrm>
            <a:off x="6988894"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custDataLst>
              <p:tags r:id="rId19"/>
            </p:custDataLst>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custDataLst>
              <p:tags r:id="rId20"/>
            </p:custDataLst>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custDataLst>
              <p:tags r:id="rId21"/>
            </p:custDataLst>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custDataLst>
              <p:tags r:id="rId22"/>
            </p:custDataLst>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custDataLst>
              <p:tags r:id="rId23"/>
            </p:custDataLst>
          </p:nvPr>
        </p:nvSpPr>
        <p:spPr>
          <a:xfrm>
            <a:off x="315066" y="5384799"/>
            <a:ext cx="2343911" cy="461665"/>
          </a:xfrm>
          <a:prstGeom prst="rect">
            <a:avLst/>
          </a:prstGeom>
          <a:noFill/>
        </p:spPr>
        <p:txBody>
          <a:bodyPr wrap="none" rtlCol="0" anchor="ctr">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custDataLst>
              <p:tags r:id="rId24"/>
            </p:custDataLst>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custDataLst>
              <p:tags r:id="rId25"/>
            </p:custDataLst>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custDataLst>
              <p:tags r:id="rId26"/>
            </p:custDataLst>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custDataLst>
              <p:tags r:id="rId27"/>
            </p:custDataLst>
          </p:nvPr>
        </p:nvSpPr>
        <p:spPr>
          <a:xfrm>
            <a:off x="6460017" y="5304610"/>
            <a:ext cx="748923" cy="584775"/>
          </a:xfrm>
          <a:prstGeom prst="rect">
            <a:avLst/>
          </a:prstGeom>
          <a:noFill/>
        </p:spPr>
        <p:txBody>
          <a:bodyPr wrap="none" rtlCol="0">
            <a:spAutoFit/>
          </a:bodyPr>
          <a:lstStyle/>
          <a:p>
            <a:pPr algn="r"/>
            <a:r>
              <a:rPr lang="en-US" sz="3200" noProof="0" dirty="0"/>
              <a:t>⚠️</a:t>
            </a:r>
          </a:p>
        </p:txBody>
      </p:sp>
      <p:pic>
        <p:nvPicPr>
          <p:cNvPr id="10" name="Picture 9">
            <a:extLst>
              <a:ext uri="{FF2B5EF4-FFF2-40B4-BE49-F238E27FC236}">
                <a16:creationId xmlns:a16="http://schemas.microsoft.com/office/drawing/2014/main" id="{AE319CAF-7C0E-5364-9A49-389D32D66396}"/>
              </a:ext>
            </a:extLst>
          </p:cNvPr>
          <p:cNvPicPr>
            <a:picLocks noChangeAspect="1"/>
          </p:cNvPicPr>
          <p:nvPr>
            <p:custDataLst>
              <p:tags r:id="rId28"/>
            </p:custDataLst>
          </p:nvPr>
        </p:nvPicPr>
        <p:blipFill>
          <a:blip r:embed="rId35">
            <a:extLst>
              <a:ext uri="{28A0092B-C50C-407E-A947-70E740481C1C}">
                <a14:useLocalDpi xmlns:a14="http://schemas.microsoft.com/office/drawing/2010/main" val="0"/>
              </a:ext>
            </a:extLst>
          </a:blip>
          <a:stretch>
            <a:fillRect/>
          </a:stretch>
        </p:blipFill>
        <p:spPr>
          <a:xfrm>
            <a:off x="6127860" y="1663124"/>
            <a:ext cx="1490558" cy="1073202"/>
          </a:xfrm>
          <a:prstGeom prst="rect">
            <a:avLst/>
          </a:prstGeom>
          <a:ln>
            <a:solidFill>
              <a:schemeClr val="tx1"/>
            </a:solidFill>
          </a:ln>
        </p:spPr>
      </p:pic>
      <p:sp>
        <p:nvSpPr>
          <p:cNvPr id="13" name="Rectangle 12">
            <a:extLst>
              <a:ext uri="{FF2B5EF4-FFF2-40B4-BE49-F238E27FC236}">
                <a16:creationId xmlns:a16="http://schemas.microsoft.com/office/drawing/2014/main" id="{853DD1E0-0DA4-7A83-4F67-EF89C3FB66E2}"/>
              </a:ext>
            </a:extLst>
          </p:cNvPr>
          <p:cNvSpPr/>
          <p:nvPr>
            <p:custDataLst>
              <p:tags r:id="rId29"/>
            </p:custDataLst>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CE903A9-BF08-5697-672F-99B2BA2455AC}"/>
              </a:ext>
            </a:extLst>
          </p:cNvPr>
          <p:cNvSpPr txBox="1"/>
          <p:nvPr>
            <p:custDataLst>
              <p:tags r:id="rId30"/>
            </p:custDataLst>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199979090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custDataLst>
              <p:tags r:id="rId2"/>
            </p:custDataLst>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custDataLst>
              <p:tags r:id="rId4"/>
            </p:custDataLst>
          </p:nvPr>
        </p:nvSpPr>
        <p:spPr/>
        <p:txBody>
          <a:bodyPr/>
          <a:lstStyle/>
          <a:p>
            <a:r>
              <a:rPr lang="en-US" noProof="0"/>
              <a:t>26</a:t>
            </a:r>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custDataLst>
              <p:tags r:id="rId5"/>
            </p:custDataLst>
          </p:nvPr>
        </p:nvPicPr>
        <p:blipFill>
          <a:blip r:embed="rId37"/>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custDataLst>
              <p:tags r:id="rId6"/>
            </p:custDataLst>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sp>
        <p:nvSpPr>
          <p:cNvPr id="9" name="TextBox 8">
            <a:extLst>
              <a:ext uri="{FF2B5EF4-FFF2-40B4-BE49-F238E27FC236}">
                <a16:creationId xmlns:a16="http://schemas.microsoft.com/office/drawing/2014/main" id="{A7A96B6C-4F97-6D9F-8D10-DDB95932C78B}"/>
              </a:ext>
            </a:extLst>
          </p:cNvPr>
          <p:cNvSpPr txBox="1"/>
          <p:nvPr>
            <p:custDataLst>
              <p:tags r:id="rId7"/>
            </p:custDataLst>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custDataLst>
              <p:tags r:id="rId8"/>
            </p:custDataLst>
          </p:nvPr>
        </p:nvPicPr>
        <p:blipFill>
          <a:blip r:embed="rId38"/>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custDataLst>
              <p:tags r:id="rId9"/>
            </p:custDataLst>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custDataLst>
              <p:tags r:id="rId10"/>
            </p:custDataLst>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custDataLst>
              <p:tags r:id="rId11"/>
            </p:custDataLst>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custDataLst>
              <p:tags r:id="rId12"/>
            </p:custDataLst>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custDataLst>
              <p:tags r:id="rId13"/>
            </p:custDataLst>
          </p:nvPr>
        </p:nvSpPr>
        <p:spPr>
          <a:xfrm>
            <a:off x="380748" y="4106371"/>
            <a:ext cx="2214068" cy="461665"/>
          </a:xfrm>
          <a:prstGeom prst="rect">
            <a:avLst/>
          </a:prstGeom>
          <a:noFill/>
        </p:spPr>
        <p:txBody>
          <a:bodyPr wrap="none" rtlCol="0" anchor="ctr">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custDataLst>
              <p:tags r:id="rId14"/>
            </p:custDataLst>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custDataLst>
              <p:tags r:id="rId15"/>
            </p:custDataLst>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custDataLst>
              <p:tags r:id="rId16"/>
            </p:custDataLst>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custDataLst>
              <p:tags r:id="rId17"/>
            </p:custDataLst>
          </p:nvPr>
        </p:nvSpPr>
        <p:spPr>
          <a:xfrm>
            <a:off x="724441" y="4793321"/>
            <a:ext cx="1525162" cy="461665"/>
          </a:xfrm>
          <a:prstGeom prst="rect">
            <a:avLst/>
          </a:prstGeom>
          <a:noFill/>
        </p:spPr>
        <p:txBody>
          <a:bodyPr wrap="none" rtlCol="0" anchor="ctr">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custDataLst>
              <p:tags r:id="rId18"/>
            </p:custDataLst>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custDataLst>
              <p:tags r:id="rId19"/>
            </p:custDataLst>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custDataLst>
              <p:tags r:id="rId20"/>
            </p:custDataLst>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custDataLst>
              <p:tags r:id="rId21"/>
            </p:custDataLst>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custDataLst>
              <p:tags r:id="rId22"/>
            </p:custDataLst>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custDataLst>
              <p:tags r:id="rId23"/>
            </p:custDataLst>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custDataLst>
              <p:tags r:id="rId24"/>
            </p:custDataLst>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custDataLst>
              <p:tags r:id="rId25"/>
            </p:custDataLst>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custDataLst>
              <p:tags r:id="rId26"/>
            </p:custDataLst>
          </p:nvPr>
        </p:nvSpPr>
        <p:spPr>
          <a:xfrm>
            <a:off x="315066" y="5384799"/>
            <a:ext cx="2343911" cy="461665"/>
          </a:xfrm>
          <a:prstGeom prst="rect">
            <a:avLst/>
          </a:prstGeom>
          <a:noFill/>
        </p:spPr>
        <p:txBody>
          <a:bodyPr wrap="none" rtlCol="0" anchor="ctr">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custDataLst>
              <p:tags r:id="rId27"/>
            </p:custDataLst>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custDataLst>
              <p:tags r:id="rId28"/>
            </p:custDataLst>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custDataLst>
              <p:tags r:id="rId29"/>
            </p:custDataLst>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custDataLst>
              <p:tags r:id="rId30"/>
            </p:custDataLst>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custDataLst>
              <p:tags r:id="rId31"/>
            </p:custDataLst>
          </p:nvPr>
        </p:nvSpPr>
        <p:spPr>
          <a:xfrm>
            <a:off x="10157847" y="5304610"/>
            <a:ext cx="748923" cy="584775"/>
          </a:xfrm>
          <a:prstGeom prst="rect">
            <a:avLst/>
          </a:prstGeom>
          <a:noFill/>
        </p:spPr>
        <p:txBody>
          <a:bodyPr wrap="none" rtlCol="0">
            <a:spAutoFit/>
          </a:bodyPr>
          <a:lstStyle/>
          <a:p>
            <a:pPr algn="ctr"/>
            <a:r>
              <a:rPr lang="en-US" sz="3200" noProof="0" dirty="0"/>
              <a:t>❌</a:t>
            </a:r>
          </a:p>
        </p:txBody>
      </p:sp>
      <p:pic>
        <p:nvPicPr>
          <p:cNvPr id="10" name="Picture 9">
            <a:extLst>
              <a:ext uri="{FF2B5EF4-FFF2-40B4-BE49-F238E27FC236}">
                <a16:creationId xmlns:a16="http://schemas.microsoft.com/office/drawing/2014/main" id="{AE319CAF-7C0E-5364-9A49-389D32D66396}"/>
              </a:ext>
            </a:extLst>
          </p:cNvPr>
          <p:cNvPicPr>
            <a:picLocks noChangeAspect="1"/>
          </p:cNvPicPr>
          <p:nvPr>
            <p:custDataLst>
              <p:tags r:id="rId32"/>
            </p:custDataLst>
          </p:nvPr>
        </p:nvPicPr>
        <p:blipFill>
          <a:blip r:embed="rId39">
            <a:extLst>
              <a:ext uri="{28A0092B-C50C-407E-A947-70E740481C1C}">
                <a14:useLocalDpi xmlns:a14="http://schemas.microsoft.com/office/drawing/2010/main" val="0"/>
              </a:ext>
            </a:extLst>
          </a:blip>
          <a:stretch>
            <a:fillRect/>
          </a:stretch>
        </p:blipFill>
        <p:spPr>
          <a:xfrm>
            <a:off x="6127860" y="1663124"/>
            <a:ext cx="1490558" cy="1073202"/>
          </a:xfrm>
          <a:prstGeom prst="rect">
            <a:avLst/>
          </a:prstGeom>
          <a:ln>
            <a:solidFill>
              <a:schemeClr val="tx1"/>
            </a:solidFill>
          </a:ln>
        </p:spPr>
      </p:pic>
      <p:sp>
        <p:nvSpPr>
          <p:cNvPr id="13" name="Rectangle 12">
            <a:extLst>
              <a:ext uri="{FF2B5EF4-FFF2-40B4-BE49-F238E27FC236}">
                <a16:creationId xmlns:a16="http://schemas.microsoft.com/office/drawing/2014/main" id="{853DD1E0-0DA4-7A83-4F67-EF89C3FB66E2}"/>
              </a:ext>
            </a:extLst>
          </p:cNvPr>
          <p:cNvSpPr/>
          <p:nvPr>
            <p:custDataLst>
              <p:tags r:id="rId33"/>
            </p:custDataLst>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CE903A9-BF08-5697-672F-99B2BA2455AC}"/>
              </a:ext>
            </a:extLst>
          </p:cNvPr>
          <p:cNvSpPr txBox="1"/>
          <p:nvPr>
            <p:custDataLst>
              <p:tags r:id="rId34"/>
            </p:custDataLst>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195385666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4"/>
          <a:srcRect r="758"/>
          <a:stretch>
            <a:fillRect/>
          </a:stretch>
        </p:blipFill>
        <p:spPr>
          <a:xfrm>
            <a:off x="5651566" y="2494651"/>
            <a:ext cx="6125696" cy="3240546"/>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r>
              <a:rPr lang="en-US" noProof="0"/>
              <a:t>27</a:t>
            </a:r>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5"/>
          <a:stretch>
            <a:fillRect/>
          </a:stretch>
        </p:blipFill>
        <p:spPr>
          <a:xfrm>
            <a:off x="304854" y="1884833"/>
            <a:ext cx="5346712" cy="3887058"/>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078136" y="1390039"/>
            <a:ext cx="1789272" cy="523220"/>
          </a:xfrm>
          <a:prstGeom prst="rect">
            <a:avLst/>
          </a:prstGeom>
          <a:noFill/>
        </p:spPr>
        <p:txBody>
          <a:bodyPr wrap="none" rtlCol="0" anchor="b">
            <a:spAutoFit/>
          </a:bodyPr>
          <a:lstStyle/>
          <a:p>
            <a:pPr algn="ctr"/>
            <a:r>
              <a:rPr lang="en-US" sz="28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261146" y="1971431"/>
            <a:ext cx="2135521" cy="523220"/>
          </a:xfrm>
          <a:prstGeom prst="rect">
            <a:avLst/>
          </a:prstGeom>
          <a:noFill/>
        </p:spPr>
        <p:txBody>
          <a:bodyPr wrap="none" rtlCol="0" anchor="b">
            <a:spAutoFit/>
          </a:bodyPr>
          <a:lstStyle/>
          <a:p>
            <a:pPr algn="ctr"/>
            <a:r>
              <a:rPr lang="en-US" sz="2800" noProof="0" dirty="0"/>
              <a:t>Game of Life</a:t>
            </a:r>
          </a:p>
        </p:txBody>
      </p:sp>
      <p:sp>
        <p:nvSpPr>
          <p:cNvPr id="14" name="Rectangle 13">
            <a:extLst>
              <a:ext uri="{FF2B5EF4-FFF2-40B4-BE49-F238E27FC236}">
                <a16:creationId xmlns:a16="http://schemas.microsoft.com/office/drawing/2014/main" id="{777A4EDC-DE5A-72F3-850E-BB7BC799273D}"/>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8AEF35A4-51CF-0613-7DF8-985DBCBCF11A}"/>
              </a:ext>
            </a:extLst>
          </p:cNvPr>
          <p:cNvSpPr txBox="1"/>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230716619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4"/>
          <a:stretch>
            <a:fillRect/>
          </a:stretch>
        </p:blipFill>
        <p:spPr>
          <a:xfrm>
            <a:off x="567220" y="208266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5"/>
          <a:stretch>
            <a:fillRect/>
          </a:stretch>
        </p:blipFill>
        <p:spPr>
          <a:xfrm>
            <a:off x="6163914"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r>
              <a:rPr lang="en-US" noProof="0"/>
              <a:t>28</a:t>
            </a:r>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164017" y="1568577"/>
            <a:ext cx="2135521" cy="523220"/>
          </a:xfrm>
          <a:prstGeom prst="rect">
            <a:avLst/>
          </a:prstGeom>
          <a:noFill/>
        </p:spPr>
        <p:txBody>
          <a:bodyPr wrap="none" rtlCol="0" anchor="b">
            <a:spAutoFit/>
          </a:bodyPr>
          <a:lstStyle/>
          <a:p>
            <a:pPr algn="ctr"/>
            <a:r>
              <a:rPr lang="en-US" sz="28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7892464" y="1568577"/>
            <a:ext cx="3371436" cy="523220"/>
          </a:xfrm>
          <a:prstGeom prst="rect">
            <a:avLst/>
          </a:prstGeom>
          <a:noFill/>
        </p:spPr>
        <p:txBody>
          <a:bodyPr wrap="none" rtlCol="0" anchor="b">
            <a:spAutoFit/>
          </a:bodyPr>
          <a:lstStyle/>
          <a:p>
            <a:pPr algn="ctr"/>
            <a:r>
              <a:rPr lang="en-US" sz="28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398606" y="6004912"/>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8" name="Rectangle 7">
            <a:extLst>
              <a:ext uri="{FF2B5EF4-FFF2-40B4-BE49-F238E27FC236}">
                <a16:creationId xmlns:a16="http://schemas.microsoft.com/office/drawing/2014/main" id="{0152DFDA-B1B5-605C-F4B8-8144C3DCCD13}"/>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609FB07-CE56-6EA9-41DD-FB5666C93D88}"/>
              </a:ext>
            </a:extLst>
          </p:cNvPr>
          <p:cNvSpPr txBox="1"/>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212857300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custDataLst>
              <p:tags r:id="rId2"/>
            </p:custDataLst>
          </p:nvPr>
        </p:nvCxnSpPr>
        <p:spPr>
          <a:xfrm>
            <a:off x="7936706" y="2251168"/>
            <a:ext cx="945936" cy="46191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custDataLst>
              <p:tags r:id="rId3"/>
            </p:custDataLst>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232648C3-E8A8-80F5-FFF8-D207F8FAB0B7}"/>
              </a:ext>
            </a:extLst>
          </p:cNvPr>
          <p:cNvSpPr>
            <a:spLocks noGrp="1"/>
          </p:cNvSpPr>
          <p:nvPr>
            <p:ph type="title"/>
            <p:custDataLst>
              <p:tags r:id="rId4"/>
            </p:custDataLst>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custDataLst>
              <p:tags r:id="rId5"/>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custDataLst>
              <p:tags r:id="rId6"/>
            </p:custDataLst>
          </p:nvPr>
        </p:nvSpPr>
        <p:spPr/>
        <p:txBody>
          <a:bodyPr/>
          <a:lstStyle/>
          <a:p>
            <a:r>
              <a:rPr lang="en-US" noProof="0"/>
              <a:t>29</a:t>
            </a:r>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custDataLst>
              <p:tags r:id="rId7"/>
            </p:custDataLst>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custDataLst>
              <p:tags r:id="rId8"/>
            </p:custDataLst>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custDataLst>
              <p:tags r:id="rId9"/>
            </p:custDataLst>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sp>
        <p:nvSpPr>
          <p:cNvPr id="12" name="Rectangle 11">
            <a:extLst>
              <a:ext uri="{FF2B5EF4-FFF2-40B4-BE49-F238E27FC236}">
                <a16:creationId xmlns:a16="http://schemas.microsoft.com/office/drawing/2014/main" id="{F183A746-2C15-D7E6-9772-E4021BD93547}"/>
              </a:ext>
            </a:extLst>
          </p:cNvPr>
          <p:cNvSpPr/>
          <p:nvPr>
            <p:custDataLst>
              <p:tags r:id="rId10"/>
            </p:custDataLst>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40D37C95-9A35-123F-593F-79FF696B0D90}"/>
              </a:ext>
            </a:extLst>
          </p:cNvPr>
          <p:cNvSpPr txBox="1"/>
          <p:nvPr>
            <p:custDataLst>
              <p:tags r:id="rId11"/>
            </p:custDataLst>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29649729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custDataLst>
              <p:tags r:id="rId2"/>
            </p:custDataLst>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custDataLst>
              <p:tags r:id="rId3"/>
            </p:custDataLst>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custDataLst>
              <p:tags r:id="rId4"/>
            </p:custDataLst>
          </p:nvPr>
        </p:nvCxnSpPr>
        <p:spPr>
          <a:xfrm>
            <a:off x="7936706" y="2251168"/>
            <a:ext cx="945936" cy="46191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custDataLst>
              <p:tags r:id="rId5"/>
            </p:custDataLst>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232648C3-E8A8-80F5-FFF8-D207F8FAB0B7}"/>
              </a:ext>
            </a:extLst>
          </p:cNvPr>
          <p:cNvSpPr>
            <a:spLocks noGrp="1"/>
          </p:cNvSpPr>
          <p:nvPr>
            <p:ph type="title"/>
            <p:custDataLst>
              <p:tags r:id="rId6"/>
            </p:custDataLst>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custDataLst>
              <p:tags r:id="rId7"/>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custDataLst>
              <p:tags r:id="rId8"/>
            </p:custDataLst>
          </p:nvPr>
        </p:nvSpPr>
        <p:spPr/>
        <p:txBody>
          <a:bodyPr/>
          <a:lstStyle/>
          <a:p>
            <a:r>
              <a:rPr lang="en-US" noProof="0"/>
              <a:t>29</a:t>
            </a:r>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custDataLst>
              <p:tags r:id="rId9"/>
            </p:custDataLst>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custDataLst>
              <p:tags r:id="rId10"/>
            </p:custDataLst>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custDataLst>
              <p:tags r:id="rId11"/>
            </p:custDataLst>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sp>
        <p:nvSpPr>
          <p:cNvPr id="14" name="TextBox 13">
            <a:extLst>
              <a:ext uri="{FF2B5EF4-FFF2-40B4-BE49-F238E27FC236}">
                <a16:creationId xmlns:a16="http://schemas.microsoft.com/office/drawing/2014/main" id="{FBC68EF8-2BD7-3EAB-EBBD-E77F253B6551}"/>
              </a:ext>
            </a:extLst>
          </p:cNvPr>
          <p:cNvSpPr txBox="1"/>
          <p:nvPr>
            <p:custDataLst>
              <p:tags r:id="rId12"/>
            </p:custDataLst>
          </p:nvPr>
        </p:nvSpPr>
        <p:spPr>
          <a:xfrm>
            <a:off x="792196" y="3611786"/>
            <a:ext cx="22372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22" name="TextBox 21">
            <a:extLst>
              <a:ext uri="{FF2B5EF4-FFF2-40B4-BE49-F238E27FC236}">
                <a16:creationId xmlns:a16="http://schemas.microsoft.com/office/drawing/2014/main" id="{00AE5E7C-9BCF-9753-06F8-EAF716A55760}"/>
              </a:ext>
            </a:extLst>
          </p:cNvPr>
          <p:cNvSpPr txBox="1"/>
          <p:nvPr>
            <p:custDataLst>
              <p:tags r:id="rId13"/>
            </p:custDataLst>
          </p:nvPr>
        </p:nvSpPr>
        <p:spPr>
          <a:xfrm>
            <a:off x="748894" y="4331346"/>
            <a:ext cx="2323888"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Deterministic</a:t>
            </a:r>
          </a:p>
        </p:txBody>
      </p:sp>
      <p:sp>
        <p:nvSpPr>
          <p:cNvPr id="24" name="TextBox 23">
            <a:extLst>
              <a:ext uri="{FF2B5EF4-FFF2-40B4-BE49-F238E27FC236}">
                <a16:creationId xmlns:a16="http://schemas.microsoft.com/office/drawing/2014/main" id="{56DFA2B2-D1FB-7E40-AA4F-77E26D5DACCE}"/>
              </a:ext>
            </a:extLst>
          </p:cNvPr>
          <p:cNvSpPr txBox="1"/>
          <p:nvPr>
            <p:custDataLst>
              <p:tags r:id="rId14"/>
            </p:custDataLst>
          </p:nvPr>
        </p:nvSpPr>
        <p:spPr>
          <a:xfrm>
            <a:off x="3585124" y="3612310"/>
            <a:ext cx="2498727"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custDataLst>
              <p:tags r:id="rId15"/>
            </p:custDataLst>
          </p:nvPr>
        </p:nvSpPr>
        <p:spPr>
          <a:xfrm>
            <a:off x="3781206" y="4331346"/>
            <a:ext cx="2003622"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12" name="Rectangle 11">
            <a:extLst>
              <a:ext uri="{FF2B5EF4-FFF2-40B4-BE49-F238E27FC236}">
                <a16:creationId xmlns:a16="http://schemas.microsoft.com/office/drawing/2014/main" id="{F183A746-2C15-D7E6-9772-E4021BD93547}"/>
              </a:ext>
            </a:extLst>
          </p:cNvPr>
          <p:cNvSpPr/>
          <p:nvPr>
            <p:custDataLst>
              <p:tags r:id="rId16"/>
            </p:custDataLst>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40D37C95-9A35-123F-593F-79FF696B0D90}"/>
              </a:ext>
            </a:extLst>
          </p:cNvPr>
          <p:cNvSpPr txBox="1"/>
          <p:nvPr>
            <p:custDataLst>
              <p:tags r:id="rId17"/>
            </p:custDataLst>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98327449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custDataLst>
              <p:tags r:id="rId2"/>
            </p:custDataLst>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custDataLst>
              <p:tags r:id="rId3"/>
            </p:custDataLst>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custDataLst>
              <p:tags r:id="rId4"/>
            </p:custDataLst>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custDataLst>
              <p:tags r:id="rId5"/>
            </p:custDataLst>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custDataLst>
              <p:tags r:id="rId6"/>
            </p:custDataLst>
          </p:nvPr>
        </p:nvCxnSpPr>
        <p:spPr>
          <a:xfrm>
            <a:off x="7936706" y="2251168"/>
            <a:ext cx="945936" cy="46191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custDataLst>
              <p:tags r:id="rId7"/>
            </p:custDataLst>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232648C3-E8A8-80F5-FFF8-D207F8FAB0B7}"/>
              </a:ext>
            </a:extLst>
          </p:cNvPr>
          <p:cNvSpPr>
            <a:spLocks noGrp="1"/>
          </p:cNvSpPr>
          <p:nvPr>
            <p:ph type="title"/>
            <p:custDataLst>
              <p:tags r:id="rId8"/>
            </p:custDataLst>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custDataLst>
              <p:tags r:id="rId9"/>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custDataLst>
              <p:tags r:id="rId10"/>
            </p:custDataLst>
          </p:nvPr>
        </p:nvSpPr>
        <p:spPr/>
        <p:txBody>
          <a:bodyPr/>
          <a:lstStyle/>
          <a:p>
            <a:r>
              <a:rPr lang="en-US" noProof="0"/>
              <a:t>29</a:t>
            </a:r>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custDataLst>
              <p:tags r:id="rId11"/>
            </p:custDataLst>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custDataLst>
              <p:tags r:id="rId12"/>
            </p:custDataLst>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custDataLst>
              <p:tags r:id="rId13"/>
            </p:custDataLst>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sp>
        <p:nvSpPr>
          <p:cNvPr id="14" name="TextBox 13">
            <a:extLst>
              <a:ext uri="{FF2B5EF4-FFF2-40B4-BE49-F238E27FC236}">
                <a16:creationId xmlns:a16="http://schemas.microsoft.com/office/drawing/2014/main" id="{FBC68EF8-2BD7-3EAB-EBBD-E77F253B6551}"/>
              </a:ext>
            </a:extLst>
          </p:cNvPr>
          <p:cNvSpPr txBox="1"/>
          <p:nvPr>
            <p:custDataLst>
              <p:tags r:id="rId14"/>
            </p:custDataLst>
          </p:nvPr>
        </p:nvSpPr>
        <p:spPr>
          <a:xfrm>
            <a:off x="792196" y="3611786"/>
            <a:ext cx="22372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custDataLst>
              <p:tags r:id="rId15"/>
            </p:custDataLst>
          </p:nvPr>
        </p:nvSpPr>
        <p:spPr>
          <a:xfrm>
            <a:off x="6906565" y="3619191"/>
            <a:ext cx="1428916"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custDataLst>
              <p:tags r:id="rId16"/>
            </p:custDataLst>
          </p:nvPr>
        </p:nvSpPr>
        <p:spPr>
          <a:xfrm>
            <a:off x="6647310" y="4333988"/>
            <a:ext cx="18444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Automatic</a:t>
            </a:r>
          </a:p>
        </p:txBody>
      </p:sp>
      <p:sp>
        <p:nvSpPr>
          <p:cNvPr id="22" name="TextBox 21">
            <a:extLst>
              <a:ext uri="{FF2B5EF4-FFF2-40B4-BE49-F238E27FC236}">
                <a16:creationId xmlns:a16="http://schemas.microsoft.com/office/drawing/2014/main" id="{00AE5E7C-9BCF-9753-06F8-EAF716A55760}"/>
              </a:ext>
            </a:extLst>
          </p:cNvPr>
          <p:cNvSpPr txBox="1"/>
          <p:nvPr>
            <p:custDataLst>
              <p:tags r:id="rId17"/>
            </p:custDataLst>
          </p:nvPr>
        </p:nvSpPr>
        <p:spPr>
          <a:xfrm>
            <a:off x="748894" y="4331346"/>
            <a:ext cx="2323888"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Deterministic</a:t>
            </a:r>
          </a:p>
        </p:txBody>
      </p:sp>
      <p:sp>
        <p:nvSpPr>
          <p:cNvPr id="24" name="TextBox 23">
            <a:extLst>
              <a:ext uri="{FF2B5EF4-FFF2-40B4-BE49-F238E27FC236}">
                <a16:creationId xmlns:a16="http://schemas.microsoft.com/office/drawing/2014/main" id="{56DFA2B2-D1FB-7E40-AA4F-77E26D5DACCE}"/>
              </a:ext>
            </a:extLst>
          </p:cNvPr>
          <p:cNvSpPr txBox="1"/>
          <p:nvPr>
            <p:custDataLst>
              <p:tags r:id="rId18"/>
            </p:custDataLst>
          </p:nvPr>
        </p:nvSpPr>
        <p:spPr>
          <a:xfrm>
            <a:off x="3585124" y="3612310"/>
            <a:ext cx="2498727"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custDataLst>
              <p:tags r:id="rId19"/>
            </p:custDataLst>
          </p:nvPr>
        </p:nvSpPr>
        <p:spPr>
          <a:xfrm>
            <a:off x="3781206" y="4331346"/>
            <a:ext cx="2003622"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custDataLst>
              <p:tags r:id="rId20"/>
            </p:custDataLst>
          </p:nvPr>
        </p:nvSpPr>
        <p:spPr>
          <a:xfrm>
            <a:off x="9549708" y="3615620"/>
            <a:ext cx="1893310"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custDataLst>
              <p:tags r:id="rId21"/>
            </p:custDataLst>
          </p:nvPr>
        </p:nvSpPr>
        <p:spPr>
          <a:xfrm>
            <a:off x="9081148" y="4333988"/>
            <a:ext cx="2727489"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12" name="Rectangle 11">
            <a:extLst>
              <a:ext uri="{FF2B5EF4-FFF2-40B4-BE49-F238E27FC236}">
                <a16:creationId xmlns:a16="http://schemas.microsoft.com/office/drawing/2014/main" id="{F183A746-2C15-D7E6-9772-E4021BD93547}"/>
              </a:ext>
            </a:extLst>
          </p:cNvPr>
          <p:cNvSpPr/>
          <p:nvPr>
            <p:custDataLst>
              <p:tags r:id="rId22"/>
            </p:custDataLst>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40D37C95-9A35-123F-593F-79FF696B0D90}"/>
              </a:ext>
            </a:extLst>
          </p:cNvPr>
          <p:cNvSpPr txBox="1"/>
          <p:nvPr>
            <p:custDataLst>
              <p:tags r:id="rId23"/>
            </p:custDataLst>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272719620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custDataLst>
              <p:tags r:id="rId2"/>
            </p:custDataLst>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custDataLst>
              <p:tags r:id="rId3"/>
            </p:custDataLst>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custDataLst>
              <p:tags r:id="rId4"/>
            </p:custDataLst>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custDataLst>
              <p:tags r:id="rId5"/>
            </p:custDataLst>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custDataLst>
              <p:tags r:id="rId6"/>
            </p:custDataLst>
          </p:nvPr>
        </p:nvCxnSpPr>
        <p:spPr>
          <a:xfrm>
            <a:off x="7936706" y="2251168"/>
            <a:ext cx="945936" cy="46191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custDataLst>
              <p:tags r:id="rId7"/>
            </p:custDataLst>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232648C3-E8A8-80F5-FFF8-D207F8FAB0B7}"/>
              </a:ext>
            </a:extLst>
          </p:cNvPr>
          <p:cNvSpPr>
            <a:spLocks noGrp="1"/>
          </p:cNvSpPr>
          <p:nvPr>
            <p:ph type="title"/>
            <p:custDataLst>
              <p:tags r:id="rId8"/>
            </p:custDataLst>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custDataLst>
              <p:tags r:id="rId9"/>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custDataLst>
              <p:tags r:id="rId10"/>
            </p:custDataLst>
          </p:nvPr>
        </p:nvSpPr>
        <p:spPr/>
        <p:txBody>
          <a:bodyPr/>
          <a:lstStyle/>
          <a:p>
            <a:r>
              <a:rPr lang="en-US" noProof="0"/>
              <a:t>29</a:t>
            </a:r>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custDataLst>
              <p:tags r:id="rId11"/>
            </p:custDataLst>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custDataLst>
              <p:tags r:id="rId12"/>
            </p:custDataLst>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custDataLst>
              <p:tags r:id="rId13"/>
            </p:custDataLst>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sp>
        <p:nvSpPr>
          <p:cNvPr id="14" name="TextBox 13">
            <a:extLst>
              <a:ext uri="{FF2B5EF4-FFF2-40B4-BE49-F238E27FC236}">
                <a16:creationId xmlns:a16="http://schemas.microsoft.com/office/drawing/2014/main" id="{FBC68EF8-2BD7-3EAB-EBBD-E77F253B6551}"/>
              </a:ext>
            </a:extLst>
          </p:cNvPr>
          <p:cNvSpPr txBox="1"/>
          <p:nvPr>
            <p:custDataLst>
              <p:tags r:id="rId14"/>
            </p:custDataLst>
          </p:nvPr>
        </p:nvSpPr>
        <p:spPr>
          <a:xfrm>
            <a:off x="792196" y="3611786"/>
            <a:ext cx="22372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custDataLst>
              <p:tags r:id="rId15"/>
            </p:custDataLst>
          </p:nvPr>
        </p:nvSpPr>
        <p:spPr>
          <a:xfrm>
            <a:off x="6906565" y="3619191"/>
            <a:ext cx="1428916"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custDataLst>
              <p:tags r:id="rId16"/>
            </p:custDataLst>
          </p:nvPr>
        </p:nvSpPr>
        <p:spPr>
          <a:xfrm>
            <a:off x="6647310" y="4333988"/>
            <a:ext cx="18444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Automatic</a:t>
            </a:r>
          </a:p>
        </p:txBody>
      </p:sp>
      <p:sp>
        <p:nvSpPr>
          <p:cNvPr id="22" name="TextBox 21">
            <a:extLst>
              <a:ext uri="{FF2B5EF4-FFF2-40B4-BE49-F238E27FC236}">
                <a16:creationId xmlns:a16="http://schemas.microsoft.com/office/drawing/2014/main" id="{00AE5E7C-9BCF-9753-06F8-EAF716A55760}"/>
              </a:ext>
            </a:extLst>
          </p:cNvPr>
          <p:cNvSpPr txBox="1"/>
          <p:nvPr>
            <p:custDataLst>
              <p:tags r:id="rId17"/>
            </p:custDataLst>
          </p:nvPr>
        </p:nvSpPr>
        <p:spPr>
          <a:xfrm>
            <a:off x="748894" y="4331346"/>
            <a:ext cx="2323888"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Deterministic</a:t>
            </a:r>
          </a:p>
        </p:txBody>
      </p:sp>
      <p:sp>
        <p:nvSpPr>
          <p:cNvPr id="24" name="TextBox 23">
            <a:extLst>
              <a:ext uri="{FF2B5EF4-FFF2-40B4-BE49-F238E27FC236}">
                <a16:creationId xmlns:a16="http://schemas.microsoft.com/office/drawing/2014/main" id="{56DFA2B2-D1FB-7E40-AA4F-77E26D5DACCE}"/>
              </a:ext>
            </a:extLst>
          </p:cNvPr>
          <p:cNvSpPr txBox="1"/>
          <p:nvPr>
            <p:custDataLst>
              <p:tags r:id="rId18"/>
            </p:custDataLst>
          </p:nvPr>
        </p:nvSpPr>
        <p:spPr>
          <a:xfrm>
            <a:off x="3585124" y="3612310"/>
            <a:ext cx="2498727"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custDataLst>
              <p:tags r:id="rId19"/>
            </p:custDataLst>
          </p:nvPr>
        </p:nvSpPr>
        <p:spPr>
          <a:xfrm>
            <a:off x="3781206" y="4331346"/>
            <a:ext cx="2003622"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custDataLst>
              <p:tags r:id="rId20"/>
            </p:custDataLst>
          </p:nvPr>
        </p:nvSpPr>
        <p:spPr>
          <a:xfrm>
            <a:off x="9549708" y="3615620"/>
            <a:ext cx="1893310"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custDataLst>
              <p:tags r:id="rId21"/>
            </p:custDataLst>
          </p:nvPr>
        </p:nvSpPr>
        <p:spPr>
          <a:xfrm>
            <a:off x="9081148" y="4333988"/>
            <a:ext cx="2727489"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35" name="Right Brace 34">
            <a:extLst>
              <a:ext uri="{FF2B5EF4-FFF2-40B4-BE49-F238E27FC236}">
                <a16:creationId xmlns:a16="http://schemas.microsoft.com/office/drawing/2014/main" id="{9F09A8EB-ABF6-B6C8-D0BA-80FB857DE93D}"/>
              </a:ext>
            </a:extLst>
          </p:cNvPr>
          <p:cNvSpPr/>
          <p:nvPr>
            <p:custDataLst>
              <p:tags r:id="rId22"/>
            </p:custDataLst>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6" name="TextBox 35">
            <a:extLst>
              <a:ext uri="{FF2B5EF4-FFF2-40B4-BE49-F238E27FC236}">
                <a16:creationId xmlns:a16="http://schemas.microsoft.com/office/drawing/2014/main" id="{2389E2B3-4BCB-989F-B436-E7DF27AF788B}"/>
              </a:ext>
            </a:extLst>
          </p:cNvPr>
          <p:cNvSpPr txBox="1"/>
          <p:nvPr>
            <p:custDataLst>
              <p:tags r:id="rId23"/>
            </p:custDataLst>
          </p:nvPr>
        </p:nvSpPr>
        <p:spPr>
          <a:xfrm>
            <a:off x="3673702" y="5222758"/>
            <a:ext cx="4844596" cy="954107"/>
          </a:xfrm>
          <a:prstGeom prst="rect">
            <a:avLst/>
          </a:prstGeom>
          <a:noFill/>
        </p:spPr>
        <p:txBody>
          <a:bodyPr wrap="none" rtlCol="0">
            <a:spAutoFit/>
          </a:bodyPr>
          <a:lstStyle/>
          <a:p>
            <a:pPr algn="ctr"/>
            <a:r>
              <a:rPr lang="en-US" sz="2800" noProof="0" dirty="0"/>
              <a:t>Would abstractions help LLMs</a:t>
            </a:r>
            <a:br>
              <a:rPr lang="en-US" sz="2800" noProof="0" dirty="0"/>
            </a:br>
            <a:r>
              <a:rPr lang="en-US" sz="2800" noProof="0" dirty="0"/>
              <a:t>generate better code?</a:t>
            </a:r>
          </a:p>
        </p:txBody>
      </p:sp>
      <p:sp>
        <p:nvSpPr>
          <p:cNvPr id="12" name="Rectangle 11">
            <a:extLst>
              <a:ext uri="{FF2B5EF4-FFF2-40B4-BE49-F238E27FC236}">
                <a16:creationId xmlns:a16="http://schemas.microsoft.com/office/drawing/2014/main" id="{F183A746-2C15-D7E6-9772-E4021BD93547}"/>
              </a:ext>
            </a:extLst>
          </p:cNvPr>
          <p:cNvSpPr/>
          <p:nvPr>
            <p:custDataLst>
              <p:tags r:id="rId24"/>
            </p:custDataLst>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40D37C95-9A35-123F-593F-79FF696B0D90}"/>
              </a:ext>
            </a:extLst>
          </p:cNvPr>
          <p:cNvSpPr txBox="1"/>
          <p:nvPr>
            <p:custDataLst>
              <p:tags r:id="rId25"/>
            </p:custDataLst>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15655049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custDataLst>
              <p:tags r:id="rId2"/>
            </p:custDataLst>
          </p:nvPr>
        </p:nvPicPr>
        <p:blipFill>
          <a:blip r:embed="rId10"/>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custDataLst>
              <p:tags r:id="rId3"/>
            </p:custDataLst>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custDataLst>
              <p:tags r:id="rId5"/>
            </p:custDataLst>
          </p:nvPr>
        </p:nvSpPr>
        <p:spPr/>
        <p:txBody>
          <a:bodyPr/>
          <a:lstStyle/>
          <a:p>
            <a:r>
              <a:rPr lang="en-US" noProof="0"/>
              <a:t>30</a:t>
            </a:r>
            <a:endParaRPr lang="en-US" noProof="0" dirty="0"/>
          </a:p>
        </p:txBody>
      </p:sp>
      <p:sp>
        <p:nvSpPr>
          <p:cNvPr id="12" name="Rectangle 11">
            <a:extLst>
              <a:ext uri="{FF2B5EF4-FFF2-40B4-BE49-F238E27FC236}">
                <a16:creationId xmlns:a16="http://schemas.microsoft.com/office/drawing/2014/main" id="{0AF62846-DD70-42E1-E46D-0B055ECADB78}"/>
              </a:ext>
            </a:extLst>
          </p:cNvPr>
          <p:cNvSpPr/>
          <p:nvPr>
            <p:custDataLst>
              <p:tags r:id="rId6"/>
            </p:custDataLst>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7CD562EA-EC1B-3BB0-E244-CB367277A458}"/>
              </a:ext>
            </a:extLst>
          </p:cNvPr>
          <p:cNvSpPr txBox="1"/>
          <p:nvPr>
            <p:custDataLst>
              <p:tags r:id="rId7"/>
            </p:custDataLst>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283526174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custDataLst>
              <p:tags r:id="rId2"/>
            </p:custDataLst>
          </p:nvPr>
        </p:nvPicPr>
        <p:blipFill>
          <a:blip r:embed="rId14"/>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custDataLst>
              <p:tags r:id="rId3"/>
            </p:custDataLst>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custDataLst>
              <p:tags r:id="rId5"/>
            </p:custDataLst>
          </p:nvPr>
        </p:nvSpPr>
        <p:spPr/>
        <p:txBody>
          <a:bodyPr/>
          <a:lstStyle/>
          <a:p>
            <a:r>
              <a:rPr lang="en-US" noProof="0"/>
              <a:t>30</a:t>
            </a:r>
            <a:endParaRPr lang="en-US" noProof="0" dirty="0"/>
          </a:p>
        </p:txBody>
      </p:sp>
      <p:cxnSp>
        <p:nvCxnSpPr>
          <p:cNvPr id="13" name="Straight Arrow Connector 12">
            <a:extLst>
              <a:ext uri="{FF2B5EF4-FFF2-40B4-BE49-F238E27FC236}">
                <a16:creationId xmlns:a16="http://schemas.microsoft.com/office/drawing/2014/main" id="{0AC0D334-1CA1-478B-E2DF-FDBB97BA6ED4}"/>
              </a:ext>
            </a:extLst>
          </p:cNvPr>
          <p:cNvCxnSpPr>
            <a:cxnSpLocks/>
            <a:stCxn id="7" idx="2"/>
          </p:cNvCxnSpPr>
          <p:nvPr>
            <p:custDataLst>
              <p:tags r:id="rId6"/>
            </p:custDataLst>
          </p:nvPr>
        </p:nvCxnSpPr>
        <p:spPr>
          <a:xfrm>
            <a:off x="2585951" y="2006531"/>
            <a:ext cx="0" cy="992163"/>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92B3DD40-0E3D-BE7E-C1A9-7FE95248193E}"/>
              </a:ext>
            </a:extLst>
          </p:cNvPr>
          <p:cNvCxnSpPr>
            <a:cxnSpLocks/>
            <a:stCxn id="11" idx="2"/>
          </p:cNvCxnSpPr>
          <p:nvPr>
            <p:custDataLst>
              <p:tags r:id="rId7"/>
            </p:custDataLst>
          </p:nvPr>
        </p:nvCxnSpPr>
        <p:spPr>
          <a:xfrm>
            <a:off x="8499278" y="1928644"/>
            <a:ext cx="0" cy="146139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pic>
        <p:nvPicPr>
          <p:cNvPr id="7" name="Picture 6">
            <a:extLst>
              <a:ext uri="{FF2B5EF4-FFF2-40B4-BE49-F238E27FC236}">
                <a16:creationId xmlns:a16="http://schemas.microsoft.com/office/drawing/2014/main" id="{B2DD5B8E-4E3D-5FCE-6E08-4D6F0F157642}"/>
              </a:ext>
            </a:extLst>
          </p:cNvPr>
          <p:cNvPicPr>
            <a:picLocks noChangeAspect="1"/>
          </p:cNvPicPr>
          <p:nvPr>
            <p:custDataLst>
              <p:tags r:id="rId8"/>
            </p:custDataLst>
          </p:nvPr>
        </p:nvPicPr>
        <p:blipFill>
          <a:blip r:embed="rId15"/>
          <a:srcRect l="12577" t="17864" r="12520" b="16352"/>
          <a:stretch>
            <a:fillRect/>
          </a:stretch>
        </p:blipFill>
        <p:spPr>
          <a:xfrm>
            <a:off x="2252997" y="1421705"/>
            <a:ext cx="665908" cy="584826"/>
          </a:xfrm>
          <a:prstGeom prst="rect">
            <a:avLst/>
          </a:prstGeom>
        </p:spPr>
      </p:pic>
      <p:pic>
        <p:nvPicPr>
          <p:cNvPr id="11" name="Picture 10">
            <a:extLst>
              <a:ext uri="{FF2B5EF4-FFF2-40B4-BE49-F238E27FC236}">
                <a16:creationId xmlns:a16="http://schemas.microsoft.com/office/drawing/2014/main" id="{59AD9D03-998D-F121-27FE-56A7D3065215}"/>
              </a:ext>
            </a:extLst>
          </p:cNvPr>
          <p:cNvPicPr>
            <a:picLocks noChangeAspect="1"/>
          </p:cNvPicPr>
          <p:nvPr>
            <p:custDataLst>
              <p:tags r:id="rId9"/>
            </p:custDataLst>
          </p:nvPr>
        </p:nvPicPr>
        <p:blipFill>
          <a:blip r:embed="rId15"/>
          <a:srcRect l="12577" t="17864" r="12520" b="16352"/>
          <a:stretch>
            <a:fillRect/>
          </a:stretch>
        </p:blipFill>
        <p:spPr>
          <a:xfrm>
            <a:off x="8166324" y="1343818"/>
            <a:ext cx="665908" cy="584826"/>
          </a:xfrm>
          <a:prstGeom prst="rect">
            <a:avLst/>
          </a:prstGeom>
        </p:spPr>
      </p:pic>
      <p:sp>
        <p:nvSpPr>
          <p:cNvPr id="12" name="Rectangle 11">
            <a:extLst>
              <a:ext uri="{FF2B5EF4-FFF2-40B4-BE49-F238E27FC236}">
                <a16:creationId xmlns:a16="http://schemas.microsoft.com/office/drawing/2014/main" id="{0AF62846-DD70-42E1-E46D-0B055ECADB78}"/>
              </a:ext>
            </a:extLst>
          </p:cNvPr>
          <p:cNvSpPr/>
          <p:nvPr>
            <p:custDataLst>
              <p:tags r:id="rId10"/>
            </p:custDataLst>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7CD562EA-EC1B-3BB0-E244-CB367277A458}"/>
              </a:ext>
            </a:extLst>
          </p:cNvPr>
          <p:cNvSpPr txBox="1"/>
          <p:nvPr>
            <p:custDataLst>
              <p:tags r:id="rId11"/>
            </p:custDataLst>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388953147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custDataLst>
              <p:tags r:id="rId2"/>
            </p:custDataLst>
          </p:nvPr>
        </p:nvPicPr>
        <p:blipFill>
          <a:blip r:embed="rId16"/>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custDataLst>
              <p:tags r:id="rId3"/>
            </p:custDataLst>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custDataLst>
              <p:tags r:id="rId5"/>
            </p:custDataLst>
          </p:nvPr>
        </p:nvSpPr>
        <p:spPr/>
        <p:txBody>
          <a:bodyPr/>
          <a:lstStyle/>
          <a:p>
            <a:r>
              <a:rPr lang="en-US" noProof="0"/>
              <a:t>30</a:t>
            </a:r>
            <a:endParaRPr lang="en-US" noProof="0" dirty="0"/>
          </a:p>
        </p:txBody>
      </p:sp>
      <p:cxnSp>
        <p:nvCxnSpPr>
          <p:cNvPr id="13" name="Straight Arrow Connector 12">
            <a:extLst>
              <a:ext uri="{FF2B5EF4-FFF2-40B4-BE49-F238E27FC236}">
                <a16:creationId xmlns:a16="http://schemas.microsoft.com/office/drawing/2014/main" id="{0AC0D334-1CA1-478B-E2DF-FDBB97BA6ED4}"/>
              </a:ext>
            </a:extLst>
          </p:cNvPr>
          <p:cNvCxnSpPr>
            <a:cxnSpLocks/>
            <a:stCxn id="7" idx="2"/>
          </p:cNvCxnSpPr>
          <p:nvPr>
            <p:custDataLst>
              <p:tags r:id="rId6"/>
            </p:custDataLst>
          </p:nvPr>
        </p:nvCxnSpPr>
        <p:spPr>
          <a:xfrm>
            <a:off x="2585951" y="2006531"/>
            <a:ext cx="0" cy="992163"/>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92B3DD40-0E3D-BE7E-C1A9-7FE95248193E}"/>
              </a:ext>
            </a:extLst>
          </p:cNvPr>
          <p:cNvCxnSpPr>
            <a:cxnSpLocks/>
            <a:stCxn id="11" idx="2"/>
          </p:cNvCxnSpPr>
          <p:nvPr>
            <p:custDataLst>
              <p:tags r:id="rId7"/>
            </p:custDataLst>
          </p:nvPr>
        </p:nvCxnSpPr>
        <p:spPr>
          <a:xfrm>
            <a:off x="8499278" y="1928644"/>
            <a:ext cx="0" cy="146139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BDA1AECA-B818-9D85-2746-62B9AE88EC04}"/>
              </a:ext>
            </a:extLst>
          </p:cNvPr>
          <p:cNvSpPr txBox="1"/>
          <p:nvPr>
            <p:custDataLst>
              <p:tags r:id="rId8"/>
            </p:custDataLst>
          </p:nvPr>
        </p:nvSpPr>
        <p:spPr>
          <a:xfrm>
            <a:off x="81118" y="1928644"/>
            <a:ext cx="1905330" cy="461665"/>
          </a:xfrm>
          <a:prstGeom prst="rect">
            <a:avLst/>
          </a:prstGeom>
          <a:noFill/>
        </p:spPr>
        <p:txBody>
          <a:bodyPr wrap="none" rtlCol="0" anchor="b">
            <a:spAutoFit/>
          </a:bodyPr>
          <a:lstStyle/>
          <a:p>
            <a:pPr algn="ctr"/>
            <a:r>
              <a:rPr lang="en-US" sz="2400" dirty="0" err="1"/>
              <a:t>PolyBench</a:t>
            </a:r>
            <a:r>
              <a:rPr lang="en-US" sz="2400" dirty="0"/>
              <a:t>/C</a:t>
            </a:r>
          </a:p>
        </p:txBody>
      </p:sp>
      <p:pic>
        <p:nvPicPr>
          <p:cNvPr id="7" name="Picture 6">
            <a:extLst>
              <a:ext uri="{FF2B5EF4-FFF2-40B4-BE49-F238E27FC236}">
                <a16:creationId xmlns:a16="http://schemas.microsoft.com/office/drawing/2014/main" id="{B2DD5B8E-4E3D-5FCE-6E08-4D6F0F157642}"/>
              </a:ext>
            </a:extLst>
          </p:cNvPr>
          <p:cNvPicPr>
            <a:picLocks noChangeAspect="1"/>
          </p:cNvPicPr>
          <p:nvPr>
            <p:custDataLst>
              <p:tags r:id="rId9"/>
            </p:custDataLst>
          </p:nvPr>
        </p:nvPicPr>
        <p:blipFill>
          <a:blip r:embed="rId17"/>
          <a:srcRect l="12577" t="17864" r="12520" b="16352"/>
          <a:stretch>
            <a:fillRect/>
          </a:stretch>
        </p:blipFill>
        <p:spPr>
          <a:xfrm>
            <a:off x="2252997" y="1421705"/>
            <a:ext cx="665908" cy="584826"/>
          </a:xfrm>
          <a:prstGeom prst="rect">
            <a:avLst/>
          </a:prstGeom>
        </p:spPr>
      </p:pic>
      <p:pic>
        <p:nvPicPr>
          <p:cNvPr id="11" name="Picture 10">
            <a:extLst>
              <a:ext uri="{FF2B5EF4-FFF2-40B4-BE49-F238E27FC236}">
                <a16:creationId xmlns:a16="http://schemas.microsoft.com/office/drawing/2014/main" id="{59AD9D03-998D-F121-27FE-56A7D3065215}"/>
              </a:ext>
            </a:extLst>
          </p:cNvPr>
          <p:cNvPicPr>
            <a:picLocks noChangeAspect="1"/>
          </p:cNvPicPr>
          <p:nvPr>
            <p:custDataLst>
              <p:tags r:id="rId10"/>
            </p:custDataLst>
          </p:nvPr>
        </p:nvPicPr>
        <p:blipFill>
          <a:blip r:embed="rId17"/>
          <a:srcRect l="12577" t="17864" r="12520" b="16352"/>
          <a:stretch>
            <a:fillRect/>
          </a:stretch>
        </p:blipFill>
        <p:spPr>
          <a:xfrm>
            <a:off x="8166324" y="1343818"/>
            <a:ext cx="665908" cy="584826"/>
          </a:xfrm>
          <a:prstGeom prst="rect">
            <a:avLst/>
          </a:prstGeom>
        </p:spPr>
      </p:pic>
      <p:cxnSp>
        <p:nvCxnSpPr>
          <p:cNvPr id="14" name="Straight Arrow Connector 13">
            <a:extLst>
              <a:ext uri="{FF2B5EF4-FFF2-40B4-BE49-F238E27FC236}">
                <a16:creationId xmlns:a16="http://schemas.microsoft.com/office/drawing/2014/main" id="{BD834972-E809-4BF9-BFD2-EB6411C5399D}"/>
              </a:ext>
            </a:extLst>
          </p:cNvPr>
          <p:cNvCxnSpPr>
            <a:cxnSpLocks/>
            <a:stCxn id="5" idx="2"/>
          </p:cNvCxnSpPr>
          <p:nvPr>
            <p:custDataLst>
              <p:tags r:id="rId11"/>
            </p:custDataLst>
          </p:nvPr>
        </p:nvCxnSpPr>
        <p:spPr>
          <a:xfrm>
            <a:off x="1033783" y="2390309"/>
            <a:ext cx="0" cy="726747"/>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0AF62846-DD70-42E1-E46D-0B055ECADB78}"/>
              </a:ext>
            </a:extLst>
          </p:cNvPr>
          <p:cNvSpPr/>
          <p:nvPr>
            <p:custDataLst>
              <p:tags r:id="rId12"/>
            </p:custDataLst>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7CD562EA-EC1B-3BB0-E244-CB367277A458}"/>
              </a:ext>
            </a:extLst>
          </p:cNvPr>
          <p:cNvSpPr txBox="1"/>
          <p:nvPr>
            <p:custDataLst>
              <p:tags r:id="rId13"/>
            </p:custDataLst>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398557942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043DA17-E138-247B-4A07-447B5A24647A}"/>
              </a:ext>
            </a:extLst>
          </p:cNvPr>
          <p:cNvPicPr>
            <a:picLocks noChangeAspect="1"/>
          </p:cNvPicPr>
          <p:nvPr/>
        </p:nvPicPr>
        <p:blipFill>
          <a:blip r:embed="rId4"/>
          <a:stretch>
            <a:fillRect/>
          </a:stretch>
        </p:blipFill>
        <p:spPr>
          <a:xfrm>
            <a:off x="618054" y="1071124"/>
            <a:ext cx="11114760" cy="5357316"/>
          </a:xfrm>
          <a:prstGeom prst="rect">
            <a:avLst/>
          </a:prstGeom>
        </p:spPr>
      </p:pic>
      <p:sp>
        <p:nvSpPr>
          <p:cNvPr id="6" name="Title 5">
            <a:extLst>
              <a:ext uri="{FF2B5EF4-FFF2-40B4-BE49-F238E27FC236}">
                <a16:creationId xmlns:a16="http://schemas.microsoft.com/office/drawing/2014/main" id="{7951329F-EFE3-A4A4-5416-4AA800AB8042}"/>
              </a:ext>
            </a:extLst>
          </p:cNvPr>
          <p:cNvSpPr>
            <a:spLocks noGrp="1"/>
          </p:cNvSpPr>
          <p:nvPr>
            <p:ph type="title"/>
          </p:nvPr>
        </p:nvSpPr>
        <p:spPr/>
        <p:txBody>
          <a:bodyPr/>
          <a:lstStyle/>
          <a:p>
            <a:r>
              <a:rPr lang="en-US" dirty="0"/>
              <a:t>C outperforms the abstractions</a:t>
            </a:r>
          </a:p>
        </p:txBody>
      </p:sp>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r>
              <a:rPr lang="en-US" noProof="0"/>
              <a:t>31</a:t>
            </a:r>
            <a:endParaRPr lang="en-US" noProof="0" dirty="0"/>
          </a:p>
        </p:txBody>
      </p:sp>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553763" y="1658149"/>
            <a:ext cx="590330" cy="652813"/>
          </a:xfrm>
          <a:prstGeom prst="straightConnector1">
            <a:avLst/>
          </a:prstGeom>
          <a:ln>
            <a:solidFill>
              <a:srgbClr val="1F77B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329710" y="1258039"/>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
        <p:nvSpPr>
          <p:cNvPr id="11" name="Rectangle 10">
            <a:extLst>
              <a:ext uri="{FF2B5EF4-FFF2-40B4-BE49-F238E27FC236}">
                <a16:creationId xmlns:a16="http://schemas.microsoft.com/office/drawing/2014/main" id="{20BD1690-9B20-81EA-B984-150102DB2942}"/>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07C59BA-DAD7-5FEE-1417-FE0EDA5F657E}"/>
              </a:ext>
            </a:extLst>
          </p:cNvPr>
          <p:cNvSpPr txBox="1"/>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134166589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EFC0A-3A8C-04D6-494C-E7370D21D5A2}"/>
              </a:ext>
            </a:extLst>
          </p:cNvPr>
          <p:cNvSpPr>
            <a:spLocks noGrp="1"/>
          </p:cNvSpPr>
          <p:nvPr>
            <p:ph type="title"/>
            <p:custDataLst>
              <p:tags r:id="rId2"/>
            </p:custDataLst>
          </p:nvPr>
        </p:nvSpPr>
        <p:spPr/>
        <p:txBody>
          <a:bodyPr/>
          <a:lstStyle/>
          <a:p>
            <a:r>
              <a:rPr lang="en-US" dirty="0"/>
              <a:t>Answers to research questions</a:t>
            </a:r>
          </a:p>
        </p:txBody>
      </p:sp>
      <p:sp>
        <p:nvSpPr>
          <p:cNvPr id="5" name="Content Placeholder 4">
            <a:extLst>
              <a:ext uri="{FF2B5EF4-FFF2-40B4-BE49-F238E27FC236}">
                <a16:creationId xmlns:a16="http://schemas.microsoft.com/office/drawing/2014/main" id="{43BD6846-7A3B-BF1A-DBDB-85D00F1C9BCE}"/>
              </a:ext>
            </a:extLst>
          </p:cNvPr>
          <p:cNvSpPr>
            <a:spLocks noGrp="1"/>
          </p:cNvSpPr>
          <p:nvPr>
            <p:ph idx="1"/>
            <p:custDataLst>
              <p:tags r:id="rId3"/>
            </p:custDataLst>
          </p:nvPr>
        </p:nvSpPr>
        <p:spPr/>
        <p:txBody>
          <a:bodyPr anchor="ctr">
            <a:normAutofit/>
          </a:bodyPr>
          <a:lstStyle/>
          <a:p>
            <a:pPr marL="514350" indent="-514350">
              <a:buFont typeface="+mj-lt"/>
              <a:buAutoNum type="arabicPeriod"/>
            </a:pPr>
            <a:r>
              <a:rPr lang="en-US" sz="2600" b="1" dirty="0"/>
              <a:t>Can developers specify memory access transformations via C++ abstractions without incurring runtime overhead?</a:t>
            </a:r>
          </a:p>
          <a:p>
            <a:pPr lvl="1"/>
            <a:r>
              <a:rPr lang="en-US" dirty="0"/>
              <a:t>Noarr simplifies specifying layouts &amp; traversals, and their transformations</a:t>
            </a:r>
          </a:p>
          <a:p>
            <a:pPr lvl="1"/>
            <a:r>
              <a:rPr lang="en-US" dirty="0"/>
              <a:t>The approach simplifies parallelization and distributed computing</a:t>
            </a:r>
          </a:p>
          <a:p>
            <a:pPr marL="514350" indent="-514350">
              <a:buSzPts val="100"/>
              <a:buFont typeface="+mj-lt"/>
              <a:buAutoNum type="arabicPeriod"/>
            </a:pPr>
            <a:r>
              <a:rPr lang="en-US" sz="2600" b="1" dirty="0">
                <a:solidFill>
                  <a:schemeClr val="tx1">
                    <a:alpha val="0"/>
                  </a:schemeClr>
                </a:solidFill>
              </a:rPr>
              <a:t>Can developers write abstract computations and choose optimizations of value encoding and evaluation in specific domains?</a:t>
            </a:r>
          </a:p>
          <a:p>
            <a:pPr lvl="1">
              <a:buSzPts val="100"/>
            </a:pPr>
            <a:r>
              <a:rPr lang="en-US" dirty="0">
                <a:solidFill>
                  <a:schemeClr val="tx1">
                    <a:alpha val="0"/>
                  </a:schemeClr>
                </a:solidFill>
              </a:rPr>
              <a:t>Cellato enables users to write update rules in an abstract way</a:t>
            </a:r>
          </a:p>
          <a:p>
            <a:pPr lvl="1">
              <a:buSzPts val="100"/>
            </a:pPr>
            <a:r>
              <a:rPr lang="en-US" dirty="0">
                <a:solidFill>
                  <a:schemeClr val="tx1">
                    <a:alpha val="0"/>
                  </a:schemeClr>
                </a:solidFill>
              </a:rPr>
              <a:t>Implementation details are applied automatically via prepared components</a:t>
            </a:r>
          </a:p>
          <a:p>
            <a:pPr marL="514350" indent="-514350">
              <a:buSzPts val="100"/>
              <a:buFont typeface="+mj-lt"/>
              <a:buAutoNum type="arabicPeriod"/>
            </a:pPr>
            <a:r>
              <a:rPr lang="en-US" b="1" dirty="0">
                <a:solidFill>
                  <a:schemeClr val="tx1">
                    <a:alpha val="0"/>
                  </a:schemeClr>
                </a:solidFill>
              </a:rPr>
              <a:t>How do design guidance and abstractions affect the performance and validity of LLM-generated code?</a:t>
            </a:r>
          </a:p>
          <a:p>
            <a:pPr lvl="1">
              <a:buSzPts val="100"/>
            </a:pPr>
            <a:r>
              <a:rPr lang="en-US" dirty="0">
                <a:solidFill>
                  <a:schemeClr val="tx1">
                    <a:alpha val="0"/>
                  </a:schemeClr>
                </a:solidFill>
              </a:rPr>
              <a:t>Specific design hints (or directions) improve the quality of LLM-generated code</a:t>
            </a:r>
          </a:p>
          <a:p>
            <a:pPr lvl="1">
              <a:buSzPts val="100"/>
            </a:pPr>
            <a:r>
              <a:rPr lang="en-US" dirty="0">
                <a:solidFill>
                  <a:schemeClr val="tx1">
                    <a:alpha val="0"/>
                  </a:schemeClr>
                </a:solidFill>
              </a:rPr>
              <a:t>Abstractions do not significantly improve the performance or the validity</a:t>
            </a:r>
          </a:p>
        </p:txBody>
      </p:sp>
      <p:sp>
        <p:nvSpPr>
          <p:cNvPr id="3" name="Date Placeholder 2">
            <a:extLst>
              <a:ext uri="{FF2B5EF4-FFF2-40B4-BE49-F238E27FC236}">
                <a16:creationId xmlns:a16="http://schemas.microsoft.com/office/drawing/2014/main" id="{5E1553FA-FE3D-9960-1F72-C5EAE564FC75}"/>
              </a:ext>
            </a:extLst>
          </p:cNvPr>
          <p:cNvSpPr>
            <a:spLocks noGrp="1"/>
          </p:cNvSpPr>
          <p:nvPr>
            <p:ph type="dt" sz="half" idx="10"/>
            <p:custDataLst>
              <p:tags r:id="rId4"/>
            </p:custDataLst>
          </p:nvPr>
        </p:nvSpPr>
        <p:spPr/>
        <p:txBody>
          <a:bodyPr/>
          <a:lstStyle/>
          <a:p>
            <a:r>
              <a:rPr lang="en-US"/>
              <a:t>9/10/2026</a:t>
            </a:r>
            <a:endParaRPr lang="en-US" dirty="0"/>
          </a:p>
        </p:txBody>
      </p:sp>
      <p:sp>
        <p:nvSpPr>
          <p:cNvPr id="4" name="Slide Number Placeholder 3">
            <a:extLst>
              <a:ext uri="{FF2B5EF4-FFF2-40B4-BE49-F238E27FC236}">
                <a16:creationId xmlns:a16="http://schemas.microsoft.com/office/drawing/2014/main" id="{4469B716-01BB-D103-05BF-F44AB4C249C8}"/>
              </a:ext>
            </a:extLst>
          </p:cNvPr>
          <p:cNvSpPr>
            <a:spLocks noGrp="1"/>
          </p:cNvSpPr>
          <p:nvPr>
            <p:ph type="sldNum" sz="quarter" idx="12"/>
            <p:custDataLst>
              <p:tags r:id="rId5"/>
            </p:custDataLst>
          </p:nvPr>
        </p:nvSpPr>
        <p:spPr/>
        <p:txBody>
          <a:bodyPr/>
          <a:lstStyle/>
          <a:p>
            <a:r>
              <a:rPr lang="en-US"/>
              <a:t>32</a:t>
            </a:r>
          </a:p>
        </p:txBody>
      </p:sp>
    </p:spTree>
    <p:custDataLst>
      <p:tags r:id="rId1"/>
    </p:custDataLst>
    <p:extLst>
      <p:ext uri="{BB962C8B-B14F-4D97-AF65-F5344CB8AC3E}">
        <p14:creationId xmlns:p14="http://schemas.microsoft.com/office/powerpoint/2010/main" val="126889626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EFC0A-3A8C-04D6-494C-E7370D21D5A2}"/>
              </a:ext>
            </a:extLst>
          </p:cNvPr>
          <p:cNvSpPr>
            <a:spLocks noGrp="1"/>
          </p:cNvSpPr>
          <p:nvPr>
            <p:ph type="title"/>
            <p:custDataLst>
              <p:tags r:id="rId2"/>
            </p:custDataLst>
          </p:nvPr>
        </p:nvSpPr>
        <p:spPr/>
        <p:txBody>
          <a:bodyPr/>
          <a:lstStyle/>
          <a:p>
            <a:r>
              <a:rPr lang="en-US" dirty="0"/>
              <a:t>Answers to research questions</a:t>
            </a:r>
          </a:p>
        </p:txBody>
      </p:sp>
      <p:sp>
        <p:nvSpPr>
          <p:cNvPr id="5" name="Content Placeholder 4">
            <a:extLst>
              <a:ext uri="{FF2B5EF4-FFF2-40B4-BE49-F238E27FC236}">
                <a16:creationId xmlns:a16="http://schemas.microsoft.com/office/drawing/2014/main" id="{43BD6846-7A3B-BF1A-DBDB-85D00F1C9BCE}"/>
              </a:ext>
            </a:extLst>
          </p:cNvPr>
          <p:cNvSpPr>
            <a:spLocks noGrp="1"/>
          </p:cNvSpPr>
          <p:nvPr>
            <p:ph idx="1"/>
            <p:custDataLst>
              <p:tags r:id="rId3"/>
            </p:custDataLst>
          </p:nvPr>
        </p:nvSpPr>
        <p:spPr/>
        <p:txBody>
          <a:bodyPr anchor="ctr">
            <a:normAutofit/>
          </a:bodyPr>
          <a:lstStyle/>
          <a:p>
            <a:pPr marL="514350" indent="-514350">
              <a:buFont typeface="+mj-lt"/>
              <a:buAutoNum type="arabicPeriod"/>
            </a:pPr>
            <a:r>
              <a:rPr lang="en-US" sz="2600" b="1" dirty="0"/>
              <a:t>Can developers specify memory access transformations via C++ abstractions without incurring runtime overhead?</a:t>
            </a:r>
          </a:p>
          <a:p>
            <a:pPr lvl="1"/>
            <a:r>
              <a:rPr lang="en-US" dirty="0"/>
              <a:t>Noarr simplifies specifying layouts &amp; traversals, and their transformations</a:t>
            </a:r>
          </a:p>
          <a:p>
            <a:pPr lvl="1"/>
            <a:r>
              <a:rPr lang="en-US" dirty="0"/>
              <a:t>The approach simplifies parallelization and distributed computing</a:t>
            </a:r>
          </a:p>
          <a:p>
            <a:pPr marL="514350" indent="-514350">
              <a:buFont typeface="+mj-lt"/>
              <a:buAutoNum type="arabicPeriod"/>
            </a:pPr>
            <a:r>
              <a:rPr lang="en-US" sz="2600" b="1" dirty="0"/>
              <a:t>Can developers write abstract computations and choose optimizations of value encoding and evaluation in specific domains?</a:t>
            </a:r>
          </a:p>
          <a:p>
            <a:pPr lvl="1"/>
            <a:r>
              <a:rPr lang="en-US" dirty="0"/>
              <a:t>Cellato enables users to write update rules in an abstract way</a:t>
            </a:r>
          </a:p>
          <a:p>
            <a:pPr lvl="1"/>
            <a:r>
              <a:rPr lang="en-US" dirty="0"/>
              <a:t>Implementation details are applied automatically via prepared components</a:t>
            </a:r>
          </a:p>
          <a:p>
            <a:pPr marL="514350" indent="-514350">
              <a:buSzPts val="100"/>
              <a:buFont typeface="+mj-lt"/>
              <a:buAutoNum type="arabicPeriod"/>
            </a:pPr>
            <a:r>
              <a:rPr lang="en-US" b="1" dirty="0">
                <a:solidFill>
                  <a:schemeClr val="tx1">
                    <a:alpha val="0"/>
                  </a:schemeClr>
                </a:solidFill>
              </a:rPr>
              <a:t>How do design guidance and abstractions affect the performance and validity of LLM-generated code?</a:t>
            </a:r>
          </a:p>
          <a:p>
            <a:pPr lvl="1">
              <a:buSzPts val="100"/>
            </a:pPr>
            <a:r>
              <a:rPr lang="en-US" dirty="0">
                <a:solidFill>
                  <a:schemeClr val="tx1">
                    <a:alpha val="0"/>
                  </a:schemeClr>
                </a:solidFill>
              </a:rPr>
              <a:t>Specific design hints (or directions) improve the quality of LLM-generated code</a:t>
            </a:r>
          </a:p>
          <a:p>
            <a:pPr lvl="1">
              <a:buSzPts val="100"/>
            </a:pPr>
            <a:r>
              <a:rPr lang="en-US" dirty="0">
                <a:solidFill>
                  <a:schemeClr val="tx1">
                    <a:alpha val="0"/>
                  </a:schemeClr>
                </a:solidFill>
              </a:rPr>
              <a:t>Abstractions do not significantly improve the performance or the validity</a:t>
            </a:r>
          </a:p>
        </p:txBody>
      </p:sp>
      <p:sp>
        <p:nvSpPr>
          <p:cNvPr id="3" name="Date Placeholder 2">
            <a:extLst>
              <a:ext uri="{FF2B5EF4-FFF2-40B4-BE49-F238E27FC236}">
                <a16:creationId xmlns:a16="http://schemas.microsoft.com/office/drawing/2014/main" id="{5E1553FA-FE3D-9960-1F72-C5EAE564FC75}"/>
              </a:ext>
            </a:extLst>
          </p:cNvPr>
          <p:cNvSpPr>
            <a:spLocks noGrp="1"/>
          </p:cNvSpPr>
          <p:nvPr>
            <p:ph type="dt" sz="half" idx="10"/>
            <p:custDataLst>
              <p:tags r:id="rId4"/>
            </p:custDataLst>
          </p:nvPr>
        </p:nvSpPr>
        <p:spPr/>
        <p:txBody>
          <a:bodyPr/>
          <a:lstStyle/>
          <a:p>
            <a:r>
              <a:rPr lang="en-US"/>
              <a:t>9/10/2026</a:t>
            </a:r>
            <a:endParaRPr lang="en-US" dirty="0"/>
          </a:p>
        </p:txBody>
      </p:sp>
      <p:sp>
        <p:nvSpPr>
          <p:cNvPr id="4" name="Slide Number Placeholder 3">
            <a:extLst>
              <a:ext uri="{FF2B5EF4-FFF2-40B4-BE49-F238E27FC236}">
                <a16:creationId xmlns:a16="http://schemas.microsoft.com/office/drawing/2014/main" id="{4469B716-01BB-D103-05BF-F44AB4C249C8}"/>
              </a:ext>
            </a:extLst>
          </p:cNvPr>
          <p:cNvSpPr>
            <a:spLocks noGrp="1"/>
          </p:cNvSpPr>
          <p:nvPr>
            <p:ph type="sldNum" sz="quarter" idx="12"/>
            <p:custDataLst>
              <p:tags r:id="rId5"/>
            </p:custDataLst>
          </p:nvPr>
        </p:nvSpPr>
        <p:spPr/>
        <p:txBody>
          <a:bodyPr/>
          <a:lstStyle/>
          <a:p>
            <a:r>
              <a:rPr lang="en-US"/>
              <a:t>32</a:t>
            </a:r>
          </a:p>
        </p:txBody>
      </p:sp>
    </p:spTree>
    <p:custDataLst>
      <p:tags r:id="rId1"/>
    </p:custDataLst>
    <p:extLst>
      <p:ext uri="{BB962C8B-B14F-4D97-AF65-F5344CB8AC3E}">
        <p14:creationId xmlns:p14="http://schemas.microsoft.com/office/powerpoint/2010/main" val="87862088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EFC0A-3A8C-04D6-494C-E7370D21D5A2}"/>
              </a:ext>
            </a:extLst>
          </p:cNvPr>
          <p:cNvSpPr>
            <a:spLocks noGrp="1"/>
          </p:cNvSpPr>
          <p:nvPr>
            <p:ph type="title"/>
            <p:custDataLst>
              <p:tags r:id="rId2"/>
            </p:custDataLst>
          </p:nvPr>
        </p:nvSpPr>
        <p:spPr/>
        <p:txBody>
          <a:bodyPr/>
          <a:lstStyle/>
          <a:p>
            <a:r>
              <a:rPr lang="en-US" dirty="0"/>
              <a:t>Answers to research questions</a:t>
            </a:r>
          </a:p>
        </p:txBody>
      </p:sp>
      <p:sp>
        <p:nvSpPr>
          <p:cNvPr id="5" name="Content Placeholder 4">
            <a:extLst>
              <a:ext uri="{FF2B5EF4-FFF2-40B4-BE49-F238E27FC236}">
                <a16:creationId xmlns:a16="http://schemas.microsoft.com/office/drawing/2014/main" id="{43BD6846-7A3B-BF1A-DBDB-85D00F1C9BCE}"/>
              </a:ext>
            </a:extLst>
          </p:cNvPr>
          <p:cNvSpPr>
            <a:spLocks noGrp="1"/>
          </p:cNvSpPr>
          <p:nvPr>
            <p:ph idx="1"/>
            <p:custDataLst>
              <p:tags r:id="rId3"/>
            </p:custDataLst>
          </p:nvPr>
        </p:nvSpPr>
        <p:spPr/>
        <p:txBody>
          <a:bodyPr anchor="ctr">
            <a:normAutofit/>
          </a:bodyPr>
          <a:lstStyle/>
          <a:p>
            <a:pPr marL="514350" indent="-514350">
              <a:buFont typeface="+mj-lt"/>
              <a:buAutoNum type="arabicPeriod"/>
            </a:pPr>
            <a:r>
              <a:rPr lang="en-US" sz="2600" b="1" dirty="0"/>
              <a:t>Can developers specify memory access transformations via C++ abstractions without incurring runtime overhead?</a:t>
            </a:r>
          </a:p>
          <a:p>
            <a:pPr lvl="1"/>
            <a:r>
              <a:rPr lang="en-US" dirty="0"/>
              <a:t>Noarr simplifies specifying layouts &amp; traversals, and their transformations</a:t>
            </a:r>
          </a:p>
          <a:p>
            <a:pPr lvl="1"/>
            <a:r>
              <a:rPr lang="en-US" dirty="0"/>
              <a:t>The approach simplifies parallelization and distributed computing</a:t>
            </a:r>
          </a:p>
          <a:p>
            <a:pPr marL="514350" indent="-514350">
              <a:buFont typeface="+mj-lt"/>
              <a:buAutoNum type="arabicPeriod"/>
            </a:pPr>
            <a:r>
              <a:rPr lang="en-US" sz="2600" b="1" dirty="0"/>
              <a:t>Can developers write abstract computations and choose optimizations of value encoding and evaluation in specific domains?</a:t>
            </a:r>
          </a:p>
          <a:p>
            <a:pPr lvl="1"/>
            <a:r>
              <a:rPr lang="en-US" dirty="0"/>
              <a:t>Cellato enables users to write update rules in an abstract way</a:t>
            </a:r>
          </a:p>
          <a:p>
            <a:pPr lvl="1"/>
            <a:r>
              <a:rPr lang="en-US" dirty="0"/>
              <a:t>Implementation details are applied automatically via prepared components</a:t>
            </a:r>
          </a:p>
          <a:p>
            <a:pPr marL="514350" indent="-514350">
              <a:buFont typeface="+mj-lt"/>
              <a:buAutoNum type="arabicPeriod"/>
            </a:pPr>
            <a:r>
              <a:rPr lang="en-US" b="1" dirty="0"/>
              <a:t>How do design guidance and abstractions affect the performance and validity of LLM-generated code?</a:t>
            </a:r>
          </a:p>
          <a:p>
            <a:pPr lvl="1"/>
            <a:r>
              <a:rPr lang="en-US" dirty="0"/>
              <a:t>Specific design hints (or directions) improve the quality of LLM-generated code</a:t>
            </a:r>
          </a:p>
          <a:p>
            <a:pPr lvl="1"/>
            <a:r>
              <a:rPr lang="en-US" dirty="0"/>
              <a:t>Abstractions do not significantly improve the performance or the validity</a:t>
            </a:r>
          </a:p>
        </p:txBody>
      </p:sp>
      <p:sp>
        <p:nvSpPr>
          <p:cNvPr id="3" name="Date Placeholder 2">
            <a:extLst>
              <a:ext uri="{FF2B5EF4-FFF2-40B4-BE49-F238E27FC236}">
                <a16:creationId xmlns:a16="http://schemas.microsoft.com/office/drawing/2014/main" id="{5E1553FA-FE3D-9960-1F72-C5EAE564FC75}"/>
              </a:ext>
            </a:extLst>
          </p:cNvPr>
          <p:cNvSpPr>
            <a:spLocks noGrp="1"/>
          </p:cNvSpPr>
          <p:nvPr>
            <p:ph type="dt" sz="half" idx="10"/>
            <p:custDataLst>
              <p:tags r:id="rId4"/>
            </p:custDataLst>
          </p:nvPr>
        </p:nvSpPr>
        <p:spPr/>
        <p:txBody>
          <a:bodyPr/>
          <a:lstStyle/>
          <a:p>
            <a:r>
              <a:rPr lang="en-US"/>
              <a:t>9/10/2026</a:t>
            </a:r>
            <a:endParaRPr lang="en-US" dirty="0"/>
          </a:p>
        </p:txBody>
      </p:sp>
      <p:sp>
        <p:nvSpPr>
          <p:cNvPr id="4" name="Slide Number Placeholder 3">
            <a:extLst>
              <a:ext uri="{FF2B5EF4-FFF2-40B4-BE49-F238E27FC236}">
                <a16:creationId xmlns:a16="http://schemas.microsoft.com/office/drawing/2014/main" id="{4469B716-01BB-D103-05BF-F44AB4C249C8}"/>
              </a:ext>
            </a:extLst>
          </p:cNvPr>
          <p:cNvSpPr>
            <a:spLocks noGrp="1"/>
          </p:cNvSpPr>
          <p:nvPr>
            <p:ph type="sldNum" sz="quarter" idx="12"/>
            <p:custDataLst>
              <p:tags r:id="rId5"/>
            </p:custDataLst>
          </p:nvPr>
        </p:nvSpPr>
        <p:spPr/>
        <p:txBody>
          <a:bodyPr/>
          <a:lstStyle/>
          <a:p>
            <a:r>
              <a:rPr lang="en-US"/>
              <a:t>32</a:t>
            </a:r>
          </a:p>
        </p:txBody>
      </p:sp>
    </p:spTree>
    <p:custDataLst>
      <p:tags r:id="rId1"/>
    </p:custDataLst>
    <p:extLst>
      <p:ext uri="{BB962C8B-B14F-4D97-AF65-F5344CB8AC3E}">
        <p14:creationId xmlns:p14="http://schemas.microsoft.com/office/powerpoint/2010/main" val="2715868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noProof="0"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r>
              <a:rPr lang="en-US" noProof="0"/>
              <a:t>33</a:t>
            </a:r>
            <a:endParaRPr lang="en-US" noProof="0" dirty="0"/>
          </a:p>
        </p:txBody>
      </p:sp>
    </p:spTree>
    <p:custDataLst>
      <p:tags r:id="rId1"/>
    </p:custDataLst>
    <p:extLst>
      <p:ext uri="{BB962C8B-B14F-4D97-AF65-F5344CB8AC3E}">
        <p14:creationId xmlns:p14="http://schemas.microsoft.com/office/powerpoint/2010/main" val="259538492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DA3A68D-BA44-145A-8266-F48BAE5922B6}"/>
              </a:ext>
            </a:extLst>
          </p:cNvPr>
          <p:cNvSpPr>
            <a:spLocks noGrp="1"/>
          </p:cNvSpPr>
          <p:nvPr>
            <p:ph type="title"/>
          </p:nvPr>
        </p:nvSpPr>
        <p:spPr/>
        <p:txBody>
          <a:bodyPr>
            <a:normAutofit/>
          </a:bodyPr>
          <a:lstStyle/>
          <a:p>
            <a:r>
              <a:rPr lang="en-US" noProof="0" dirty="0"/>
              <a:t>Why is Cellato separate from Noarr?</a:t>
            </a:r>
          </a:p>
        </p:txBody>
      </p:sp>
      <p:sp>
        <p:nvSpPr>
          <p:cNvPr id="7" name="Content Placeholder 6">
            <a:extLst>
              <a:ext uri="{FF2B5EF4-FFF2-40B4-BE49-F238E27FC236}">
                <a16:creationId xmlns:a16="http://schemas.microsoft.com/office/drawing/2014/main" id="{78E4B909-7FF2-6BA5-88FD-CADA9D5BE98F}"/>
              </a:ext>
            </a:extLst>
          </p:cNvPr>
          <p:cNvSpPr>
            <a:spLocks noGrp="1"/>
          </p:cNvSpPr>
          <p:nvPr>
            <p:ph idx="1"/>
          </p:nvPr>
        </p:nvSpPr>
        <p:spPr/>
        <p:txBody>
          <a:bodyPr anchor="ctr"/>
          <a:lstStyle/>
          <a:p>
            <a:r>
              <a:rPr lang="en-US" noProof="0" dirty="0"/>
              <a:t>Optimization tied to bit-level encoding and bitwise evaluation</a:t>
            </a:r>
          </a:p>
          <a:p>
            <a:r>
              <a:rPr lang="en-US" noProof="0" dirty="0"/>
              <a:t>Noarr doesn’t inspect or abstract statements/expressions</a:t>
            </a:r>
          </a:p>
          <a:p>
            <a:r>
              <a:rPr lang="en-US" dirty="0"/>
              <a:t>Cellato adopts layout &amp; traversal agnosticism and the template metaprogramming implementation; the goals are more specific</a:t>
            </a:r>
          </a:p>
        </p:txBody>
      </p:sp>
      <p:sp>
        <p:nvSpPr>
          <p:cNvPr id="4" name="Date Placeholder 3">
            <a:extLst>
              <a:ext uri="{FF2B5EF4-FFF2-40B4-BE49-F238E27FC236}">
                <a16:creationId xmlns:a16="http://schemas.microsoft.com/office/drawing/2014/main" id="{165FE8C8-E861-092A-DD67-F97F8685CC22}"/>
              </a:ext>
            </a:extLst>
          </p:cNvPr>
          <p:cNvSpPr>
            <a:spLocks noGrp="1"/>
          </p:cNvSpPr>
          <p:nvPr>
            <p:ph type="dt" sz="half" idx="10"/>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63AF3829-2535-EDEB-0FC1-2B5DC2FB518B}"/>
              </a:ext>
            </a:extLst>
          </p:cNvPr>
          <p:cNvSpPr>
            <a:spLocks noGrp="1"/>
          </p:cNvSpPr>
          <p:nvPr>
            <p:ph type="sldNum" sz="quarter" idx="12"/>
          </p:nvPr>
        </p:nvSpPr>
        <p:spPr/>
        <p:txBody>
          <a:bodyPr/>
          <a:lstStyle/>
          <a:p>
            <a:r>
              <a:rPr lang="en-US" noProof="0"/>
              <a:t>34</a:t>
            </a:r>
            <a:endParaRPr lang="en-US" noProof="0" dirty="0"/>
          </a:p>
        </p:txBody>
      </p:sp>
    </p:spTree>
    <p:custDataLst>
      <p:tags r:id="rId1"/>
    </p:custDataLst>
    <p:extLst>
      <p:ext uri="{BB962C8B-B14F-4D97-AF65-F5344CB8AC3E}">
        <p14:creationId xmlns:p14="http://schemas.microsoft.com/office/powerpoint/2010/main" val="370531762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F595D-F97E-73E9-84DA-0FC353335568}"/>
              </a:ext>
            </a:extLst>
          </p:cNvPr>
          <p:cNvSpPr>
            <a:spLocks noGrp="1"/>
          </p:cNvSpPr>
          <p:nvPr>
            <p:ph type="title"/>
          </p:nvPr>
        </p:nvSpPr>
        <p:spPr/>
        <p:txBody>
          <a:bodyPr/>
          <a:lstStyle/>
          <a:p>
            <a:r>
              <a:rPr lang="en-US" noProof="0" dirty="0"/>
              <a:t>What do you think an abstraction designed specifically for an LLM should look like?</a:t>
            </a:r>
          </a:p>
        </p:txBody>
      </p:sp>
      <p:sp>
        <p:nvSpPr>
          <p:cNvPr id="3" name="Content Placeholder 2">
            <a:extLst>
              <a:ext uri="{FF2B5EF4-FFF2-40B4-BE49-F238E27FC236}">
                <a16:creationId xmlns:a16="http://schemas.microsoft.com/office/drawing/2014/main" id="{6F21508F-6DB1-BCB4-96D9-949E58869DE2}"/>
              </a:ext>
            </a:extLst>
          </p:cNvPr>
          <p:cNvSpPr>
            <a:spLocks noGrp="1"/>
          </p:cNvSpPr>
          <p:nvPr>
            <p:ph idx="1"/>
          </p:nvPr>
        </p:nvSpPr>
        <p:spPr/>
        <p:txBody>
          <a:bodyPr anchor="ctr"/>
          <a:lstStyle/>
          <a:p>
            <a:r>
              <a:rPr lang="en-US" noProof="0" dirty="0"/>
              <a:t>A good answer would require a specific study</a:t>
            </a:r>
          </a:p>
          <a:p>
            <a:r>
              <a:rPr lang="en-US" noProof="0" dirty="0"/>
              <a:t>I have identified (at the time of experiments) that C++ syntax was quite challenging to the LLM (particularly angle brackets)</a:t>
            </a:r>
          </a:p>
          <a:p>
            <a:r>
              <a:rPr lang="en-US" noProof="0" dirty="0"/>
              <a:t>Python-based Exo performed best out of the studied abstractions</a:t>
            </a:r>
          </a:p>
          <a:p>
            <a:r>
              <a:rPr lang="en-US" noProof="0" dirty="0"/>
              <a:t>Good performance on abstraction-less C suggests more explicit representation might perform better</a:t>
            </a:r>
          </a:p>
          <a:p>
            <a:endParaRPr lang="en-US" noProof="0" dirty="0"/>
          </a:p>
          <a:p>
            <a:r>
              <a:rPr lang="en-US" noProof="0" dirty="0"/>
              <a:t>Agentic LLMs might benefit from extensive compiler feedback and runtime metrics</a:t>
            </a:r>
          </a:p>
          <a:p>
            <a:r>
              <a:rPr lang="en-US" noProof="0" dirty="0"/>
              <a:t>Inspiration by ComPilot: structured back-and-forth communication</a:t>
            </a:r>
          </a:p>
        </p:txBody>
      </p:sp>
      <p:sp>
        <p:nvSpPr>
          <p:cNvPr id="4" name="Date Placeholder 3">
            <a:extLst>
              <a:ext uri="{FF2B5EF4-FFF2-40B4-BE49-F238E27FC236}">
                <a16:creationId xmlns:a16="http://schemas.microsoft.com/office/drawing/2014/main" id="{4D600627-2EB4-B0E4-6C58-9D40BFDA6DD6}"/>
              </a:ext>
            </a:extLst>
          </p:cNvPr>
          <p:cNvSpPr>
            <a:spLocks noGrp="1"/>
          </p:cNvSpPr>
          <p:nvPr>
            <p:ph type="dt" sz="half" idx="10"/>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EDCA47EB-C20E-1A0D-DA75-7B7C311F0375}"/>
              </a:ext>
            </a:extLst>
          </p:cNvPr>
          <p:cNvSpPr>
            <a:spLocks noGrp="1"/>
          </p:cNvSpPr>
          <p:nvPr>
            <p:ph type="sldNum" sz="quarter" idx="12"/>
          </p:nvPr>
        </p:nvSpPr>
        <p:spPr/>
        <p:txBody>
          <a:bodyPr/>
          <a:lstStyle/>
          <a:p>
            <a:r>
              <a:rPr lang="en-US" noProof="0"/>
              <a:t>35</a:t>
            </a:r>
            <a:endParaRPr lang="en-US" noProof="0" dirty="0"/>
          </a:p>
        </p:txBody>
      </p:sp>
    </p:spTree>
    <p:custDataLst>
      <p:tags r:id="rId1"/>
    </p:custDataLst>
    <p:extLst>
      <p:ext uri="{BB962C8B-B14F-4D97-AF65-F5344CB8AC3E}">
        <p14:creationId xmlns:p14="http://schemas.microsoft.com/office/powerpoint/2010/main" val="426970496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31CC-E8C4-0B21-8037-B59EAE91DFC2}"/>
              </a:ext>
            </a:extLst>
          </p:cNvPr>
          <p:cNvSpPr>
            <a:spLocks noGrp="1"/>
          </p:cNvSpPr>
          <p:nvPr>
            <p:ph type="title"/>
          </p:nvPr>
        </p:nvSpPr>
        <p:spPr/>
        <p:txBody>
          <a:bodyPr/>
          <a:lstStyle/>
          <a:p>
            <a:r>
              <a:rPr lang="en-US" noProof="0" dirty="0"/>
              <a:t> Is </a:t>
            </a:r>
            <a:r>
              <a:rPr lang="en-US" noProof="0" dirty="0" err="1"/>
              <a:t>hvector</a:t>
            </a:r>
            <a:r>
              <a:rPr lang="en-US" noProof="0" dirty="0"/>
              <a:t> necessary?</a:t>
            </a:r>
            <a:br>
              <a:rPr lang="en-US" noProof="0" dirty="0"/>
            </a:br>
            <a:r>
              <a:rPr lang="en-US" noProof="0" dirty="0"/>
              <a:t>vector more convenient?</a:t>
            </a:r>
          </a:p>
        </p:txBody>
      </p:sp>
      <p:sp>
        <p:nvSpPr>
          <p:cNvPr id="3" name="Content Placeholder 2">
            <a:extLst>
              <a:ext uri="{FF2B5EF4-FFF2-40B4-BE49-F238E27FC236}">
                <a16:creationId xmlns:a16="http://schemas.microsoft.com/office/drawing/2014/main" id="{671A00C2-D819-CE9A-6EA6-9695C2780324}"/>
              </a:ext>
            </a:extLst>
          </p:cNvPr>
          <p:cNvSpPr>
            <a:spLocks noGrp="1"/>
          </p:cNvSpPr>
          <p:nvPr>
            <p:ph idx="1"/>
          </p:nvPr>
        </p:nvSpPr>
        <p:spPr/>
        <p:txBody>
          <a:bodyPr anchor="ctr"/>
          <a:lstStyle/>
          <a:p>
            <a:r>
              <a:rPr lang="en-US" noProof="0" dirty="0"/>
              <a:t>For a general multidimensional structure, </a:t>
            </a:r>
            <a:r>
              <a:rPr lang="en-US" noProof="0" dirty="0" err="1"/>
              <a:t>hvector</a:t>
            </a:r>
            <a:r>
              <a:rPr lang="en-US" noProof="0" dirty="0"/>
              <a:t> is more convenient</a:t>
            </a:r>
          </a:p>
          <a:p>
            <a:pPr lvl="1"/>
            <a:r>
              <a:rPr lang="en-US" noProof="0" dirty="0"/>
              <a:t>For the first iteration, vector seems like the right choice</a:t>
            </a:r>
          </a:p>
          <a:p>
            <a:pPr lvl="1"/>
            <a:r>
              <a:rPr lang="en-US" noProof="0" dirty="0"/>
              <a:t>For later iterations, the underlying datatype is the previous iteration</a:t>
            </a:r>
          </a:p>
          <a:p>
            <a:pPr lvl="2"/>
            <a:r>
              <a:rPr lang="en-US" noProof="0" dirty="0"/>
              <a:t>Then works conveniently only for contiguous-like encodings</a:t>
            </a:r>
          </a:p>
          <a:p>
            <a:pPr lvl="2"/>
            <a:r>
              <a:rPr lang="en-US" noProof="0" dirty="0"/>
              <a:t>Not for the following: the extent of sub-layout does not divide the stride of the result layout</a:t>
            </a:r>
            <a:br>
              <a:rPr lang="en-US" noProof="0" dirty="0"/>
            </a:br>
            <a:r>
              <a:rPr lang="en-US" noProof="0" dirty="0"/>
              <a:t>(see Slide 4 for better visualization of the two communicated layouts)</a:t>
            </a:r>
          </a:p>
        </p:txBody>
      </p:sp>
      <p:sp>
        <p:nvSpPr>
          <p:cNvPr id="4" name="Date Placeholder 3">
            <a:extLst>
              <a:ext uri="{FF2B5EF4-FFF2-40B4-BE49-F238E27FC236}">
                <a16:creationId xmlns:a16="http://schemas.microsoft.com/office/drawing/2014/main" id="{74CE120E-B666-59CF-BAF9-35F39BFC89E6}"/>
              </a:ext>
            </a:extLst>
          </p:cNvPr>
          <p:cNvSpPr>
            <a:spLocks noGrp="1"/>
          </p:cNvSpPr>
          <p:nvPr>
            <p:ph type="dt" sz="half" idx="10"/>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18EED586-2A74-4D32-AAE4-9ED352AB10CB}"/>
              </a:ext>
            </a:extLst>
          </p:cNvPr>
          <p:cNvSpPr>
            <a:spLocks noGrp="1"/>
          </p:cNvSpPr>
          <p:nvPr>
            <p:ph type="sldNum" sz="quarter" idx="12"/>
          </p:nvPr>
        </p:nvSpPr>
        <p:spPr/>
        <p:txBody>
          <a:bodyPr/>
          <a:lstStyle/>
          <a:p>
            <a:r>
              <a:rPr lang="en-US" noProof="0"/>
              <a:t>36</a:t>
            </a:r>
            <a:endParaRPr lang="en-US" noProof="0" dirty="0"/>
          </a:p>
        </p:txBody>
      </p:sp>
      <p:sp>
        <p:nvSpPr>
          <p:cNvPr id="6" name="TextBox 5">
            <a:extLst>
              <a:ext uri="{FF2B5EF4-FFF2-40B4-BE49-F238E27FC236}">
                <a16:creationId xmlns:a16="http://schemas.microsoft.com/office/drawing/2014/main" id="{E4446F09-51B2-65D1-B5C7-B33B2B727078}"/>
              </a:ext>
            </a:extLst>
          </p:cNvPr>
          <p:cNvSpPr txBox="1"/>
          <p:nvPr/>
        </p:nvSpPr>
        <p:spPr>
          <a:xfrm>
            <a:off x="4267201" y="5495658"/>
            <a:ext cx="373820" cy="369332"/>
          </a:xfrm>
          <a:prstGeom prst="rect">
            <a:avLst/>
          </a:prstGeom>
          <a:noFill/>
        </p:spPr>
        <p:txBody>
          <a:bodyPr wrap="none" rtlCol="0">
            <a:spAutoFit/>
          </a:bodyPr>
          <a:lstStyle/>
          <a:p>
            <a:r>
              <a:rPr lang="en-US" noProof="0" dirty="0"/>
              <a:t>1.</a:t>
            </a:r>
          </a:p>
        </p:txBody>
      </p:sp>
      <p:sp>
        <p:nvSpPr>
          <p:cNvPr id="7" name="Rectangle 6">
            <a:extLst>
              <a:ext uri="{FF2B5EF4-FFF2-40B4-BE49-F238E27FC236}">
                <a16:creationId xmlns:a16="http://schemas.microsoft.com/office/drawing/2014/main" id="{ED173626-BF0E-DC66-AF9C-49C4425418EF}"/>
              </a:ext>
            </a:extLst>
          </p:cNvPr>
          <p:cNvSpPr/>
          <p:nvPr/>
        </p:nvSpPr>
        <p:spPr>
          <a:xfrm>
            <a:off x="4771698" y="5495658"/>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Rectangle 8">
            <a:extLst>
              <a:ext uri="{FF2B5EF4-FFF2-40B4-BE49-F238E27FC236}">
                <a16:creationId xmlns:a16="http://schemas.microsoft.com/office/drawing/2014/main" id="{72FE75E6-20CA-0C32-444D-F5E72974B166}"/>
              </a:ext>
            </a:extLst>
          </p:cNvPr>
          <p:cNvSpPr/>
          <p:nvPr/>
        </p:nvSpPr>
        <p:spPr>
          <a:xfrm>
            <a:off x="5906814" y="5495653"/>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Rectangle 10">
            <a:extLst>
              <a:ext uri="{FF2B5EF4-FFF2-40B4-BE49-F238E27FC236}">
                <a16:creationId xmlns:a16="http://schemas.microsoft.com/office/drawing/2014/main" id="{AACFBA8D-FE38-38D4-9ED4-818152959C8D}"/>
              </a:ext>
            </a:extLst>
          </p:cNvPr>
          <p:cNvSpPr/>
          <p:nvPr/>
        </p:nvSpPr>
        <p:spPr>
          <a:xfrm>
            <a:off x="7049968" y="5495650"/>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Rectangle 12">
            <a:extLst>
              <a:ext uri="{FF2B5EF4-FFF2-40B4-BE49-F238E27FC236}">
                <a16:creationId xmlns:a16="http://schemas.microsoft.com/office/drawing/2014/main" id="{D81B5FB8-3E80-148D-A1CF-7D8097D394FC}"/>
              </a:ext>
            </a:extLst>
          </p:cNvPr>
          <p:cNvSpPr/>
          <p:nvPr/>
        </p:nvSpPr>
        <p:spPr>
          <a:xfrm>
            <a:off x="8195443" y="5495650"/>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C63AD2B4-D9EF-D3CE-FC20-5695D2C82C8E}"/>
              </a:ext>
            </a:extLst>
          </p:cNvPr>
          <p:cNvSpPr txBox="1"/>
          <p:nvPr/>
        </p:nvSpPr>
        <p:spPr>
          <a:xfrm>
            <a:off x="4267201" y="5987017"/>
            <a:ext cx="373820" cy="369332"/>
          </a:xfrm>
          <a:prstGeom prst="rect">
            <a:avLst/>
          </a:prstGeom>
          <a:noFill/>
        </p:spPr>
        <p:txBody>
          <a:bodyPr wrap="none" rtlCol="0">
            <a:spAutoFit/>
          </a:bodyPr>
          <a:lstStyle/>
          <a:p>
            <a:r>
              <a:rPr lang="en-US" noProof="0" dirty="0"/>
              <a:t>2.</a:t>
            </a:r>
          </a:p>
        </p:txBody>
      </p:sp>
      <p:sp>
        <p:nvSpPr>
          <p:cNvPr id="17" name="Rectangle 16">
            <a:extLst>
              <a:ext uri="{FF2B5EF4-FFF2-40B4-BE49-F238E27FC236}">
                <a16:creationId xmlns:a16="http://schemas.microsoft.com/office/drawing/2014/main" id="{BE996E37-8BAE-6155-A295-145A6CCF4B82}"/>
              </a:ext>
            </a:extLst>
          </p:cNvPr>
          <p:cNvSpPr/>
          <p:nvPr/>
        </p:nvSpPr>
        <p:spPr>
          <a:xfrm>
            <a:off x="4771698" y="5987017"/>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77AC894-FDFC-15D2-D531-72EF1A4246F3}"/>
              </a:ext>
            </a:extLst>
          </p:cNvPr>
          <p:cNvSpPr/>
          <p:nvPr/>
        </p:nvSpPr>
        <p:spPr>
          <a:xfrm>
            <a:off x="5906814" y="5987012"/>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AAD899D7-8DF9-519A-B48F-0662D93D854D}"/>
              </a:ext>
            </a:extLst>
          </p:cNvPr>
          <p:cNvSpPr/>
          <p:nvPr/>
        </p:nvSpPr>
        <p:spPr>
          <a:xfrm>
            <a:off x="7049968" y="5987009"/>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tangle 22">
            <a:extLst>
              <a:ext uri="{FF2B5EF4-FFF2-40B4-BE49-F238E27FC236}">
                <a16:creationId xmlns:a16="http://schemas.microsoft.com/office/drawing/2014/main" id="{1E53DBD4-FED9-7F10-40C8-168760C29B11}"/>
              </a:ext>
            </a:extLst>
          </p:cNvPr>
          <p:cNvSpPr/>
          <p:nvPr/>
        </p:nvSpPr>
        <p:spPr>
          <a:xfrm>
            <a:off x="8195443" y="5987009"/>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Rectangle 24">
            <a:extLst>
              <a:ext uri="{FF2B5EF4-FFF2-40B4-BE49-F238E27FC236}">
                <a16:creationId xmlns:a16="http://schemas.microsoft.com/office/drawing/2014/main" id="{C071E504-7CC1-B356-FAE6-A5DBFF0C87C7}"/>
              </a:ext>
            </a:extLst>
          </p:cNvPr>
          <p:cNvSpPr/>
          <p:nvPr/>
        </p:nvSpPr>
        <p:spPr>
          <a:xfrm>
            <a:off x="5150070" y="5987016"/>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7" name="Rectangle 26">
            <a:extLst>
              <a:ext uri="{FF2B5EF4-FFF2-40B4-BE49-F238E27FC236}">
                <a16:creationId xmlns:a16="http://schemas.microsoft.com/office/drawing/2014/main" id="{F6CB748B-0E70-E5A5-F020-DA07D9CB2730}"/>
              </a:ext>
            </a:extLst>
          </p:cNvPr>
          <p:cNvSpPr/>
          <p:nvPr/>
        </p:nvSpPr>
        <p:spPr>
          <a:xfrm>
            <a:off x="6285186" y="5987011"/>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9" name="Rectangle 28">
            <a:extLst>
              <a:ext uri="{FF2B5EF4-FFF2-40B4-BE49-F238E27FC236}">
                <a16:creationId xmlns:a16="http://schemas.microsoft.com/office/drawing/2014/main" id="{D8CFBA8D-EA0C-ED86-7BBC-6F8DB3D90524}"/>
              </a:ext>
            </a:extLst>
          </p:cNvPr>
          <p:cNvSpPr/>
          <p:nvPr/>
        </p:nvSpPr>
        <p:spPr>
          <a:xfrm>
            <a:off x="7428340" y="5987008"/>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FFC0ADC7-CBA2-EB31-FD31-8FAB768F3C96}"/>
              </a:ext>
            </a:extLst>
          </p:cNvPr>
          <p:cNvSpPr/>
          <p:nvPr/>
        </p:nvSpPr>
        <p:spPr>
          <a:xfrm>
            <a:off x="8573815" y="5987008"/>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3" name="Rectangle 32">
            <a:extLst>
              <a:ext uri="{FF2B5EF4-FFF2-40B4-BE49-F238E27FC236}">
                <a16:creationId xmlns:a16="http://schemas.microsoft.com/office/drawing/2014/main" id="{0BB49EF2-834B-00B9-CCAF-6035659289E3}"/>
              </a:ext>
            </a:extLst>
          </p:cNvPr>
          <p:cNvSpPr/>
          <p:nvPr/>
        </p:nvSpPr>
        <p:spPr>
          <a:xfrm>
            <a:off x="5528442" y="5987014"/>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03556D99-5A2D-184E-D039-451132AD5FE0}"/>
              </a:ext>
            </a:extLst>
          </p:cNvPr>
          <p:cNvSpPr/>
          <p:nvPr/>
        </p:nvSpPr>
        <p:spPr>
          <a:xfrm>
            <a:off x="6663558" y="5987009"/>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D658752F-1256-ECD3-4378-261ADA797F54}"/>
              </a:ext>
            </a:extLst>
          </p:cNvPr>
          <p:cNvSpPr/>
          <p:nvPr/>
        </p:nvSpPr>
        <p:spPr>
          <a:xfrm>
            <a:off x="7806712" y="5987006"/>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9" name="Rectangle 38">
            <a:extLst>
              <a:ext uri="{FF2B5EF4-FFF2-40B4-BE49-F238E27FC236}">
                <a16:creationId xmlns:a16="http://schemas.microsoft.com/office/drawing/2014/main" id="{4812BFAD-5F87-4E46-3C3B-8B136D168949}"/>
              </a:ext>
            </a:extLst>
          </p:cNvPr>
          <p:cNvSpPr/>
          <p:nvPr/>
        </p:nvSpPr>
        <p:spPr>
          <a:xfrm>
            <a:off x="8952187" y="5987006"/>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3B057709-2131-BEA4-A760-B569B0EC1EFB}"/>
              </a:ext>
            </a:extLst>
          </p:cNvPr>
          <p:cNvSpPr txBox="1"/>
          <p:nvPr/>
        </p:nvSpPr>
        <p:spPr>
          <a:xfrm>
            <a:off x="328993" y="1734207"/>
            <a:ext cx="10966465" cy="523220"/>
          </a:xfrm>
          <a:prstGeom prst="rect">
            <a:avLst/>
          </a:prstGeom>
          <a:noFill/>
        </p:spPr>
        <p:txBody>
          <a:bodyPr wrap="none" rtlCol="0">
            <a:spAutoFit/>
          </a:bodyPr>
          <a:lstStyle/>
          <a:p>
            <a:pPr algn="ctr"/>
            <a:r>
              <a:rPr lang="en-US" sz="2800" dirty="0"/>
              <a:t>(context: </a:t>
            </a:r>
            <a:r>
              <a:rPr lang="en-US" sz="2800" dirty="0" err="1"/>
              <a:t>type_vector</a:t>
            </a:r>
            <a:r>
              <a:rPr lang="en-US" sz="2800" dirty="0"/>
              <a:t> uses extent of the underlying type for offset calc.)</a:t>
            </a:r>
          </a:p>
        </p:txBody>
      </p:sp>
      <p:sp>
        <p:nvSpPr>
          <p:cNvPr id="8" name="Right Brace 7">
            <a:extLst>
              <a:ext uri="{FF2B5EF4-FFF2-40B4-BE49-F238E27FC236}">
                <a16:creationId xmlns:a16="http://schemas.microsoft.com/office/drawing/2014/main" id="{A97C4AB7-8F17-4C92-1028-4CC06934D205}"/>
              </a:ext>
            </a:extLst>
          </p:cNvPr>
          <p:cNvSpPr/>
          <p:nvPr/>
        </p:nvSpPr>
        <p:spPr>
          <a:xfrm rot="16200000">
            <a:off x="6611251" y="3528668"/>
            <a:ext cx="104615" cy="380211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5A02E8D5-F21B-9668-E4EF-AB0E1DD30169}"/>
              </a:ext>
            </a:extLst>
          </p:cNvPr>
          <p:cNvSpPr txBox="1"/>
          <p:nvPr/>
        </p:nvSpPr>
        <p:spPr>
          <a:xfrm>
            <a:off x="6228375" y="5026152"/>
            <a:ext cx="870367" cy="400110"/>
          </a:xfrm>
          <a:prstGeom prst="rect">
            <a:avLst/>
          </a:prstGeom>
          <a:noFill/>
        </p:spPr>
        <p:txBody>
          <a:bodyPr wrap="none" rtlCol="0" anchor="b">
            <a:spAutoFit/>
          </a:bodyPr>
          <a:lstStyle/>
          <a:p>
            <a:pPr algn="ctr"/>
            <a:r>
              <a:rPr lang="en-US" sz="2000" dirty="0"/>
              <a:t>extent</a:t>
            </a:r>
          </a:p>
        </p:txBody>
      </p:sp>
      <p:sp>
        <p:nvSpPr>
          <p:cNvPr id="14" name="Right Brace 13">
            <a:extLst>
              <a:ext uri="{FF2B5EF4-FFF2-40B4-BE49-F238E27FC236}">
                <a16:creationId xmlns:a16="http://schemas.microsoft.com/office/drawing/2014/main" id="{A67D3EE3-3CE5-18DC-C41F-978BC4DB7EEF}"/>
              </a:ext>
            </a:extLst>
          </p:cNvPr>
          <p:cNvSpPr/>
          <p:nvPr/>
        </p:nvSpPr>
        <p:spPr>
          <a:xfrm rot="5400000">
            <a:off x="5120513" y="6223859"/>
            <a:ext cx="59115" cy="37837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618F4901-DE99-509C-6FD1-48F638F093B4}"/>
              </a:ext>
            </a:extLst>
          </p:cNvPr>
          <p:cNvSpPr txBox="1"/>
          <p:nvPr/>
        </p:nvSpPr>
        <p:spPr>
          <a:xfrm>
            <a:off x="4749560" y="6410087"/>
            <a:ext cx="817853" cy="400110"/>
          </a:xfrm>
          <a:prstGeom prst="rect">
            <a:avLst/>
          </a:prstGeom>
          <a:noFill/>
        </p:spPr>
        <p:txBody>
          <a:bodyPr wrap="none" rtlCol="0" anchor="t">
            <a:spAutoFit/>
          </a:bodyPr>
          <a:lstStyle/>
          <a:p>
            <a:pPr algn="ctr"/>
            <a:r>
              <a:rPr lang="en-US" sz="2000" dirty="0"/>
              <a:t>stride</a:t>
            </a:r>
          </a:p>
        </p:txBody>
      </p:sp>
    </p:spTree>
    <p:custDataLst>
      <p:tags r:id="rId1"/>
    </p:custDataLst>
    <p:extLst>
      <p:ext uri="{BB962C8B-B14F-4D97-AF65-F5344CB8AC3E}">
        <p14:creationId xmlns:p14="http://schemas.microsoft.com/office/powerpoint/2010/main" val="13489165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9577-4141-543D-D922-3370CFEB625E}"/>
              </a:ext>
            </a:extLst>
          </p:cNvPr>
          <p:cNvSpPr>
            <a:spLocks noGrp="1"/>
          </p:cNvSpPr>
          <p:nvPr>
            <p:ph type="title"/>
          </p:nvPr>
        </p:nvSpPr>
        <p:spPr/>
        <p:txBody>
          <a:bodyPr/>
          <a:lstStyle/>
          <a:p>
            <a:r>
              <a:rPr lang="en-US" noProof="0" dirty="0"/>
              <a:t>Is Noarr used outside the department?</a:t>
            </a:r>
            <a:br>
              <a:rPr lang="en-US" noProof="0" dirty="0"/>
            </a:br>
            <a:r>
              <a:rPr lang="en-US" noProof="0" dirty="0"/>
              <a:t>If not, why?</a:t>
            </a:r>
          </a:p>
        </p:txBody>
      </p:sp>
      <p:sp>
        <p:nvSpPr>
          <p:cNvPr id="3" name="Content Placeholder 2">
            <a:extLst>
              <a:ext uri="{FF2B5EF4-FFF2-40B4-BE49-F238E27FC236}">
                <a16:creationId xmlns:a16="http://schemas.microsoft.com/office/drawing/2014/main" id="{31E821CD-BE7F-B010-9DB1-510E4FCFFBDE}"/>
              </a:ext>
            </a:extLst>
          </p:cNvPr>
          <p:cNvSpPr>
            <a:spLocks noGrp="1"/>
          </p:cNvSpPr>
          <p:nvPr>
            <p:ph idx="1"/>
          </p:nvPr>
        </p:nvSpPr>
        <p:spPr/>
        <p:txBody>
          <a:bodyPr anchor="ctr"/>
          <a:lstStyle/>
          <a:p>
            <a:r>
              <a:rPr lang="en-US" noProof="0" dirty="0"/>
              <a:t>Some little use</a:t>
            </a:r>
          </a:p>
          <a:p>
            <a:pPr lvl="1"/>
            <a:r>
              <a:rPr lang="en-US" noProof="0" dirty="0"/>
              <a:t>Adam </a:t>
            </a:r>
            <a:r>
              <a:rPr lang="en-US" noProof="0" dirty="0" err="1"/>
              <a:t>Šmelko</a:t>
            </a:r>
            <a:r>
              <a:rPr lang="en-US" noProof="0" dirty="0"/>
              <a:t> (past member of the department)</a:t>
            </a:r>
          </a:p>
          <a:p>
            <a:pPr lvl="1"/>
            <a:r>
              <a:rPr lang="en-US" noProof="0" dirty="0"/>
              <a:t>Marek </a:t>
            </a:r>
            <a:r>
              <a:rPr lang="en-US" noProof="0" dirty="0" err="1"/>
              <a:t>Čupr</a:t>
            </a:r>
            <a:r>
              <a:rPr lang="en-US" noProof="0" dirty="0"/>
              <a:t> (BUT student)</a:t>
            </a:r>
          </a:p>
          <a:p>
            <a:r>
              <a:rPr lang="en-US" noProof="0" dirty="0"/>
              <a:t>Noarr is mostly an experimental tool</a:t>
            </a:r>
          </a:p>
          <a:p>
            <a:r>
              <a:rPr lang="en-US" noProof="0" dirty="0"/>
              <a:t>Development tied to research</a:t>
            </a:r>
            <a:endParaRPr lang="cs-CZ" noProof="0" dirty="0"/>
          </a:p>
          <a:p>
            <a:r>
              <a:rPr lang="cs-CZ" dirty="0"/>
              <a:t>CuTe?</a:t>
            </a:r>
            <a:endParaRPr lang="en-US" noProof="0" dirty="0"/>
          </a:p>
        </p:txBody>
      </p:sp>
      <p:sp>
        <p:nvSpPr>
          <p:cNvPr id="4" name="Date Placeholder 3">
            <a:extLst>
              <a:ext uri="{FF2B5EF4-FFF2-40B4-BE49-F238E27FC236}">
                <a16:creationId xmlns:a16="http://schemas.microsoft.com/office/drawing/2014/main" id="{24530F84-F1D1-A8AF-C539-37F86DA2DC81}"/>
              </a:ext>
            </a:extLst>
          </p:cNvPr>
          <p:cNvSpPr>
            <a:spLocks noGrp="1"/>
          </p:cNvSpPr>
          <p:nvPr>
            <p:ph type="dt" sz="half" idx="10"/>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02BCFBEF-2181-071A-E2A2-850955C7B133}"/>
              </a:ext>
            </a:extLst>
          </p:cNvPr>
          <p:cNvSpPr>
            <a:spLocks noGrp="1"/>
          </p:cNvSpPr>
          <p:nvPr>
            <p:ph type="sldNum" sz="quarter" idx="12"/>
          </p:nvPr>
        </p:nvSpPr>
        <p:spPr/>
        <p:txBody>
          <a:bodyPr/>
          <a:lstStyle/>
          <a:p>
            <a:r>
              <a:rPr lang="en-US" noProof="0"/>
              <a:t>37</a:t>
            </a:r>
            <a:endParaRPr lang="en-US" noProof="0" dirty="0"/>
          </a:p>
        </p:txBody>
      </p:sp>
    </p:spTree>
    <p:custDataLst>
      <p:tags r:id="rId1"/>
    </p:custDataLst>
    <p:extLst>
      <p:ext uri="{BB962C8B-B14F-4D97-AF65-F5344CB8AC3E}">
        <p14:creationId xmlns:p14="http://schemas.microsoft.com/office/powerpoint/2010/main" val="175073855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3DB4-56B7-B5F6-DADB-224E92331A19}"/>
              </a:ext>
            </a:extLst>
          </p:cNvPr>
          <p:cNvSpPr>
            <a:spLocks noGrp="1"/>
          </p:cNvSpPr>
          <p:nvPr>
            <p:ph type="title"/>
          </p:nvPr>
        </p:nvSpPr>
        <p:spPr/>
        <p:txBody>
          <a:bodyPr>
            <a:normAutofit/>
          </a:bodyPr>
          <a:lstStyle/>
          <a:p>
            <a:r>
              <a:rPr lang="en-US" noProof="0" dirty="0"/>
              <a:t>Can Noarr naturally incorporate</a:t>
            </a:r>
            <a:br>
              <a:rPr lang="en-US" noProof="0" dirty="0"/>
            </a:br>
            <a:r>
              <a:rPr lang="en-US" noProof="0" dirty="0"/>
              <a:t>#pragma </a:t>
            </a:r>
            <a:r>
              <a:rPr lang="en-US" noProof="0" dirty="0" err="1"/>
              <a:t>omp</a:t>
            </a:r>
            <a:r>
              <a:rPr lang="en-US" noProof="0" dirty="0"/>
              <a:t> </a:t>
            </a:r>
            <a:r>
              <a:rPr lang="en-US" noProof="0" dirty="0" err="1"/>
              <a:t>simd</a:t>
            </a:r>
            <a:r>
              <a:rPr lang="en-US" noProof="0" dirty="0"/>
              <a:t> or SIMD-aware traversers</a:t>
            </a:r>
          </a:p>
        </p:txBody>
      </p:sp>
      <p:sp>
        <p:nvSpPr>
          <p:cNvPr id="3" name="Content Placeholder 2">
            <a:extLst>
              <a:ext uri="{FF2B5EF4-FFF2-40B4-BE49-F238E27FC236}">
                <a16:creationId xmlns:a16="http://schemas.microsoft.com/office/drawing/2014/main" id="{BC42B871-DAA1-BBF1-B375-5D0537118BC2}"/>
              </a:ext>
            </a:extLst>
          </p:cNvPr>
          <p:cNvSpPr>
            <a:spLocks noGrp="1"/>
          </p:cNvSpPr>
          <p:nvPr>
            <p:ph idx="1"/>
          </p:nvPr>
        </p:nvSpPr>
        <p:spPr/>
        <p:txBody>
          <a:bodyPr anchor="ctr"/>
          <a:lstStyle/>
          <a:p>
            <a:r>
              <a:rPr lang="en-US" noProof="0" dirty="0"/>
              <a:t>OpenMP SIMD explicitly rejects class-based iteration (e.g., range-based for)</a:t>
            </a:r>
          </a:p>
          <a:p>
            <a:pPr lvl="1"/>
            <a:r>
              <a:rPr lang="en-US" noProof="0" dirty="0">
                <a:latin typeface="Fira Code" panose="020B0809050000020004" pitchFamily="49" charset="0"/>
                <a:ea typeface="Fira Code" panose="020B0809050000020004" pitchFamily="49" charset="0"/>
                <a:cs typeface="Fira Code" panose="020B0809050000020004" pitchFamily="49" charset="0"/>
              </a:rPr>
              <a:t>#pragma </a:t>
            </a:r>
            <a:r>
              <a:rPr lang="en-US" noProof="0" dirty="0" err="1">
                <a:latin typeface="Fira Code" panose="020B0809050000020004" pitchFamily="49" charset="0"/>
                <a:ea typeface="Fira Code" panose="020B0809050000020004" pitchFamily="49" charset="0"/>
                <a:cs typeface="Fira Code" panose="020B0809050000020004" pitchFamily="49" charset="0"/>
              </a:rPr>
              <a:t>omp</a:t>
            </a:r>
            <a:r>
              <a:rPr lang="en-US"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err="1">
                <a:latin typeface="Fira Code" panose="020B0809050000020004" pitchFamily="49" charset="0"/>
                <a:ea typeface="Fira Code" panose="020B0809050000020004" pitchFamily="49" charset="0"/>
                <a:cs typeface="Fira Code" panose="020B0809050000020004" pitchFamily="49" charset="0"/>
              </a:rPr>
              <a:t>simd</a:t>
            </a:r>
            <a:r>
              <a:rPr lang="en-US" noProof="0" dirty="0"/>
              <a:t> specifically may be in explicit SIMD-enabled for_each</a:t>
            </a:r>
          </a:p>
          <a:p>
            <a:pPr marL="914400" lvl="2" indent="0">
              <a:buNone/>
            </a:pPr>
            <a:r>
              <a:rPr lang="en-US" dirty="0" err="1">
                <a:solidFill>
                  <a:srgbClr val="001080"/>
                </a:solidFill>
                <a:latin typeface="Fira Code" panose="020B0809050000020004" pitchFamily="49" charset="0"/>
              </a:rPr>
              <a:t>traverser</a:t>
            </a:r>
            <a:r>
              <a:rPr lang="en-US" dirty="0" err="1">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795E26"/>
                </a:solidFill>
                <a:latin typeface="Fira Code" panose="020B0809050000020004" pitchFamily="49" charset="0"/>
                <a:ea typeface="Fira Code" panose="020B0809050000020004" pitchFamily="49" charset="0"/>
                <a:cs typeface="Fira Code" panose="020B0809050000020004" pitchFamily="49" charset="0"/>
              </a:rPr>
              <a:t>omp_simd_for_each</a:t>
            </a:r>
            <a:r>
              <a:rPr lang="en-US" noProof="0" dirty="0">
                <a:latin typeface="Fira Code" panose="020B0809050000020004" pitchFamily="49" charset="0"/>
                <a:ea typeface="Fira Code" panose="020B0809050000020004" pitchFamily="49" charset="0"/>
                <a:cs typeface="Fira Code" panose="020B0809050000020004" pitchFamily="49" charset="0"/>
              </a:rPr>
              <a:t>(…)</a:t>
            </a:r>
          </a:p>
          <a:p>
            <a:r>
              <a:rPr lang="en-US" noProof="0" dirty="0"/>
              <a:t>More extensive OpenMP pragma support challenging</a:t>
            </a:r>
          </a:p>
          <a:p>
            <a:r>
              <a:rPr lang="en-US" noProof="0" dirty="0"/>
              <a:t>Future SIMD-aware traversers</a:t>
            </a:r>
          </a:p>
          <a:p>
            <a:pPr lvl="1"/>
            <a:r>
              <a:rPr lang="en-US" noProof="0" dirty="0"/>
              <a:t>Possible with computation-aware abstractions</a:t>
            </a:r>
          </a:p>
          <a:p>
            <a:pPr lvl="1"/>
            <a:r>
              <a:rPr lang="en-US" noProof="0" dirty="0"/>
              <a:t>Noarr already implements “planners” </a:t>
            </a:r>
            <a:r>
              <a:rPr lang="en-US" noProof="0" dirty="0">
                <a:sym typeface="Wingdings" panose="05000000000000000000" pitchFamily="2" charset="2"/>
              </a:rPr>
              <a:t> traversers that store the computation and enable more expressive transformations</a:t>
            </a:r>
            <a:endParaRPr lang="en-US" noProof="0" dirty="0"/>
          </a:p>
        </p:txBody>
      </p:sp>
      <p:sp>
        <p:nvSpPr>
          <p:cNvPr id="4" name="Date Placeholder 3">
            <a:extLst>
              <a:ext uri="{FF2B5EF4-FFF2-40B4-BE49-F238E27FC236}">
                <a16:creationId xmlns:a16="http://schemas.microsoft.com/office/drawing/2014/main" id="{1892527F-86FC-931B-BB6D-A846949E1C75}"/>
              </a:ext>
            </a:extLst>
          </p:cNvPr>
          <p:cNvSpPr>
            <a:spLocks noGrp="1"/>
          </p:cNvSpPr>
          <p:nvPr>
            <p:ph type="dt" sz="half" idx="10"/>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8311E580-80EB-54AE-90EB-F7D45DA0B45E}"/>
              </a:ext>
            </a:extLst>
          </p:cNvPr>
          <p:cNvSpPr>
            <a:spLocks noGrp="1"/>
          </p:cNvSpPr>
          <p:nvPr>
            <p:ph type="sldNum" sz="quarter" idx="12"/>
          </p:nvPr>
        </p:nvSpPr>
        <p:spPr/>
        <p:txBody>
          <a:bodyPr/>
          <a:lstStyle/>
          <a:p>
            <a:r>
              <a:rPr lang="en-US" noProof="0"/>
              <a:t>38</a:t>
            </a:r>
            <a:endParaRPr lang="en-US" noProof="0" dirty="0"/>
          </a:p>
        </p:txBody>
      </p:sp>
    </p:spTree>
    <p:custDataLst>
      <p:tags r:id="rId1"/>
    </p:custDataLst>
    <p:extLst>
      <p:ext uri="{BB962C8B-B14F-4D97-AF65-F5344CB8AC3E}">
        <p14:creationId xmlns:p14="http://schemas.microsoft.com/office/powerpoint/2010/main" val="20295816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noProof="0"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nchor="ctr"/>
          <a:lstStyle/>
          <a:p>
            <a:r>
              <a:rPr lang="en-US" noProof="0" dirty="0"/>
              <a:t>We do not claim to invent these two concepts as new paradigms</a:t>
            </a:r>
          </a:p>
          <a:p>
            <a:pPr lvl="1"/>
            <a:r>
              <a:rPr lang="en-US" noProof="0" dirty="0"/>
              <a:t>The thesis explicitly studies the two concepts</a:t>
            </a:r>
          </a:p>
          <a:p>
            <a:pPr lvl="2"/>
            <a:r>
              <a:rPr lang="en-US" noProof="0" dirty="0"/>
              <a:t>introducing them as two identified underexplored principles</a:t>
            </a:r>
          </a:p>
          <a:p>
            <a:r>
              <a:rPr lang="en-US" noProof="0" dirty="0"/>
              <a:t>Main novelty</a:t>
            </a:r>
          </a:p>
          <a:p>
            <a:pPr lvl="1"/>
            <a:r>
              <a:rPr lang="en-US" noProof="0" dirty="0"/>
              <a:t>Unified approach for layout &amp; traversal-agnostic algorithm design</a:t>
            </a:r>
          </a:p>
          <a:p>
            <a:pPr lvl="1"/>
            <a:r>
              <a:rPr lang="en-US" noProof="0" dirty="0"/>
              <a:t>Named dimensions and compositional approach</a:t>
            </a:r>
          </a:p>
          <a:p>
            <a:pPr lvl="1"/>
            <a:r>
              <a:rPr lang="en-US" noProof="0" dirty="0"/>
              <a:t>Abstracting evaluation strategy and encoding for Cellular Automata</a:t>
            </a:r>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r>
              <a:rPr lang="en-US" noProof="0"/>
              <a:t>39</a:t>
            </a:r>
            <a:endParaRPr lang="en-US" noProof="0" dirty="0"/>
          </a:p>
        </p:txBody>
      </p:sp>
    </p:spTree>
    <p:custDataLst>
      <p:tags r:id="rId1"/>
    </p:custDataLst>
    <p:extLst>
      <p:ext uri="{BB962C8B-B14F-4D97-AF65-F5344CB8AC3E}">
        <p14:creationId xmlns:p14="http://schemas.microsoft.com/office/powerpoint/2010/main" val="175657136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noProof="0"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noProof="0" dirty="0"/>
              <a:t>(reaction to layout- and traversal-agnostic design)</a:t>
            </a:r>
          </a:p>
          <a:p>
            <a:endParaRPr lang="en-US" noProof="0" dirty="0"/>
          </a:p>
          <a:p>
            <a:r>
              <a:rPr lang="en-US" noProof="0" dirty="0"/>
              <a:t>Kokkos Views (and </a:t>
            </a:r>
            <a:r>
              <a:rPr lang="en-US" noProof="0" dirty="0" err="1"/>
              <a:t>mdspans</a:t>
            </a:r>
            <a:r>
              <a:rPr lang="en-US" noProof="0" dirty="0"/>
              <a:t>) abstract physical memory layout</a:t>
            </a:r>
          </a:p>
          <a:p>
            <a:pPr lvl="1"/>
            <a:r>
              <a:rPr lang="en-US" noProof="0" dirty="0"/>
              <a:t>Limited to multidimensional arrays</a:t>
            </a:r>
          </a:p>
          <a:p>
            <a:pPr lvl="1"/>
            <a:r>
              <a:rPr lang="en-US" noProof="0" dirty="0"/>
              <a:t>Mostly focus row-major vs column-major (and custom strides)</a:t>
            </a:r>
          </a:p>
          <a:p>
            <a:pPr lvl="1"/>
            <a:r>
              <a:rPr lang="en-US" noProof="0" dirty="0" err="1"/>
              <a:t>Subviews</a:t>
            </a:r>
            <a:endParaRPr lang="en-US" noProof="0" dirty="0"/>
          </a:p>
          <a:p>
            <a:pPr lvl="1"/>
            <a:r>
              <a:rPr lang="en-US" noProof="0" dirty="0">
                <a:sym typeface="Wingdings" panose="05000000000000000000" pitchFamily="2" charset="2"/>
              </a:rPr>
              <a:t>CuTe supports more general layout algebra</a:t>
            </a:r>
          </a:p>
          <a:p>
            <a:r>
              <a:rPr lang="en-US" noProof="0" dirty="0">
                <a:sym typeface="Wingdings" panose="05000000000000000000" pitchFamily="2" charset="2"/>
              </a:rPr>
              <a:t>OpenMP (6.0)  some powerful loop transformation directives</a:t>
            </a:r>
          </a:p>
          <a:p>
            <a:pPr lvl="1"/>
            <a:r>
              <a:rPr lang="en-US" noProof="0" dirty="0"/>
              <a:t>Not exactly traversal-agnostic design; good alternative in many use cases</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r>
              <a:rPr lang="en-US" noProof="0"/>
              <a:t>40</a:t>
            </a:r>
            <a:endParaRPr lang="en-US" noProof="0" dirty="0"/>
          </a:p>
        </p:txBody>
      </p:sp>
    </p:spTree>
    <p:custDataLst>
      <p:tags r:id="rId1"/>
    </p:custDataLst>
    <p:extLst>
      <p:ext uri="{BB962C8B-B14F-4D97-AF65-F5344CB8AC3E}">
        <p14:creationId xmlns:p14="http://schemas.microsoft.com/office/powerpoint/2010/main" val="39018803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36747-FA1D-0A89-B23F-652400CDBDA3}"/>
              </a:ext>
            </a:extLst>
          </p:cNvPr>
          <p:cNvSpPr>
            <a:spLocks noGrp="1"/>
          </p:cNvSpPr>
          <p:nvPr>
            <p:ph type="title"/>
          </p:nvPr>
        </p:nvSpPr>
        <p:spPr/>
        <p:txBody>
          <a:bodyPr/>
          <a:lstStyle/>
          <a:p>
            <a:r>
              <a:rPr lang="en-US" dirty="0"/>
              <a:t>State of the art summary and our novelty</a:t>
            </a:r>
          </a:p>
        </p:txBody>
      </p:sp>
      <p:sp>
        <p:nvSpPr>
          <p:cNvPr id="3" name="Content Placeholder 2">
            <a:extLst>
              <a:ext uri="{FF2B5EF4-FFF2-40B4-BE49-F238E27FC236}">
                <a16:creationId xmlns:a16="http://schemas.microsoft.com/office/drawing/2014/main" id="{8AC28D19-3293-E69A-8D0A-95CD64D09AD4}"/>
              </a:ext>
            </a:extLst>
          </p:cNvPr>
          <p:cNvSpPr>
            <a:spLocks noGrp="1"/>
          </p:cNvSpPr>
          <p:nvPr>
            <p:ph idx="1"/>
          </p:nvPr>
        </p:nvSpPr>
        <p:spPr/>
        <p:txBody>
          <a:bodyPr/>
          <a:lstStyle/>
          <a:p>
            <a:r>
              <a:rPr lang="en-US" dirty="0"/>
              <a:t>Layout abstractions</a:t>
            </a:r>
          </a:p>
          <a:p>
            <a:pPr lvl="1"/>
            <a:r>
              <a:rPr lang="en-US" dirty="0"/>
              <a:t>Kokkos Views for general use, </a:t>
            </a:r>
            <a:r>
              <a:rPr lang="en-US" dirty="0" err="1"/>
              <a:t>GridTools</a:t>
            </a:r>
            <a:r>
              <a:rPr lang="en-US" dirty="0"/>
              <a:t> for stencils</a:t>
            </a:r>
          </a:p>
          <a:p>
            <a:pPr lvl="1"/>
            <a:r>
              <a:rPr lang="en-US" dirty="0"/>
              <a:t>Both target CPU &amp; GPU</a:t>
            </a:r>
          </a:p>
          <a:p>
            <a:pPr lvl="1"/>
            <a:r>
              <a:rPr lang="en-US" dirty="0"/>
              <a:t>Both implement facilities for automatic parallelization, tiling (, halo exchange)</a:t>
            </a:r>
          </a:p>
          <a:p>
            <a:r>
              <a:rPr lang="en-US" dirty="0"/>
              <a:t>Alternative layout and traversal transformation, parallelization</a:t>
            </a:r>
          </a:p>
          <a:p>
            <a:pPr lvl="1"/>
            <a:r>
              <a:rPr lang="en-US" dirty="0"/>
              <a:t>Algorithm + schedule model: Halide, Tiramisu, Exo, OpenMP, …</a:t>
            </a:r>
          </a:p>
          <a:p>
            <a:pPr lvl="2"/>
            <a:r>
              <a:rPr lang="en-US" dirty="0"/>
              <a:t>Tools/frameworks that rely on (custom) compilation pipelines</a:t>
            </a:r>
          </a:p>
          <a:p>
            <a:pPr lvl="1"/>
            <a:r>
              <a:rPr lang="en-US" dirty="0"/>
              <a:t>Policy-based execution model: Kokkos, standard C++ algorithms</a:t>
            </a:r>
          </a:p>
          <a:p>
            <a:r>
              <a:rPr lang="en-US" dirty="0"/>
              <a:t>Novelty</a:t>
            </a:r>
          </a:p>
          <a:p>
            <a:pPr lvl="1"/>
            <a:r>
              <a:rPr lang="en-US" dirty="0"/>
              <a:t>Native C++ compositional approach with named dimensions (Noarr)</a:t>
            </a:r>
          </a:p>
          <a:p>
            <a:pPr lvl="1"/>
            <a:r>
              <a:rPr lang="en-US" dirty="0"/>
              <a:t>Sub-byte encoding and bitwise evaluation strategies (Cellato)</a:t>
            </a:r>
          </a:p>
        </p:txBody>
      </p:sp>
      <p:sp>
        <p:nvSpPr>
          <p:cNvPr id="4" name="Date Placeholder 3">
            <a:extLst>
              <a:ext uri="{FF2B5EF4-FFF2-40B4-BE49-F238E27FC236}">
                <a16:creationId xmlns:a16="http://schemas.microsoft.com/office/drawing/2014/main" id="{5C5A991F-3D47-EA5C-A204-1DEF76D41D0A}"/>
              </a:ext>
            </a:extLst>
          </p:cNvPr>
          <p:cNvSpPr>
            <a:spLocks noGrp="1"/>
          </p:cNvSpPr>
          <p:nvPr>
            <p:ph type="dt" sz="half" idx="10"/>
          </p:nvPr>
        </p:nvSpPr>
        <p:spPr/>
        <p:txBody>
          <a:bodyPr/>
          <a:lstStyle/>
          <a:p>
            <a:r>
              <a:rPr lang="en-US"/>
              <a:t>9/10/2026</a:t>
            </a:r>
          </a:p>
        </p:txBody>
      </p:sp>
      <p:sp>
        <p:nvSpPr>
          <p:cNvPr id="5" name="Slide Number Placeholder 4">
            <a:extLst>
              <a:ext uri="{FF2B5EF4-FFF2-40B4-BE49-F238E27FC236}">
                <a16:creationId xmlns:a16="http://schemas.microsoft.com/office/drawing/2014/main" id="{38353882-5ADB-9DD8-85F7-D28B47129FA0}"/>
              </a:ext>
            </a:extLst>
          </p:cNvPr>
          <p:cNvSpPr>
            <a:spLocks noGrp="1"/>
          </p:cNvSpPr>
          <p:nvPr>
            <p:ph type="sldNum" sz="quarter" idx="12"/>
          </p:nvPr>
        </p:nvSpPr>
        <p:spPr/>
        <p:txBody>
          <a:bodyPr/>
          <a:lstStyle/>
          <a:p>
            <a:r>
              <a:rPr lang="en-US"/>
              <a:t>41</a:t>
            </a:r>
          </a:p>
        </p:txBody>
      </p:sp>
    </p:spTree>
    <p:custDataLst>
      <p:tags r:id="rId1"/>
    </p:custDataLst>
    <p:extLst>
      <p:ext uri="{BB962C8B-B14F-4D97-AF65-F5344CB8AC3E}">
        <p14:creationId xmlns:p14="http://schemas.microsoft.com/office/powerpoint/2010/main" val="339529080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noProof="0" dirty="0"/>
              <a:t>Comparison table</a:t>
            </a:r>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r>
              <a:rPr lang="en-US" noProof="0"/>
              <a:t>42</a:t>
            </a:r>
            <a:endParaRPr lang="en-US" noProof="0" dirty="0"/>
          </a:p>
        </p:txBody>
      </p:sp>
      <p:pic>
        <p:nvPicPr>
          <p:cNvPr id="7" name="Picture 6">
            <a:extLst>
              <a:ext uri="{FF2B5EF4-FFF2-40B4-BE49-F238E27FC236}">
                <a16:creationId xmlns:a16="http://schemas.microsoft.com/office/drawing/2014/main" id="{1C400F22-D6D2-9A75-14E4-C50B839EF947}"/>
              </a:ext>
            </a:extLst>
          </p:cNvPr>
          <p:cNvPicPr>
            <a:picLocks noChangeAspect="1"/>
          </p:cNvPicPr>
          <p:nvPr/>
        </p:nvPicPr>
        <p:blipFill>
          <a:blip r:embed="rId4"/>
          <a:stretch>
            <a:fillRect/>
          </a:stretch>
        </p:blipFill>
        <p:spPr>
          <a:xfrm>
            <a:off x="300318" y="1623027"/>
            <a:ext cx="11591364" cy="3611948"/>
          </a:xfrm>
          <a:prstGeom prst="rect">
            <a:avLst/>
          </a:prstGeom>
        </p:spPr>
      </p:pic>
    </p:spTree>
    <p:custDataLst>
      <p:tags r:id="rId1"/>
    </p:custDataLst>
    <p:extLst>
      <p:ext uri="{BB962C8B-B14F-4D97-AF65-F5344CB8AC3E}">
        <p14:creationId xmlns:p14="http://schemas.microsoft.com/office/powerpoint/2010/main" val="141375254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58C31-21B3-4C00-B5D8-7F093ABFEC3C}"/>
              </a:ext>
            </a:extLst>
          </p:cNvPr>
          <p:cNvSpPr>
            <a:spLocks noGrp="1"/>
          </p:cNvSpPr>
          <p:nvPr>
            <p:ph type="title"/>
          </p:nvPr>
        </p:nvSpPr>
        <p:spPr/>
        <p:txBody>
          <a:bodyPr/>
          <a:lstStyle/>
          <a:p>
            <a:r>
              <a:rPr lang="en-US" dirty="0"/>
              <a:t>Genuine limitations of Noarr and Cellato</a:t>
            </a:r>
          </a:p>
        </p:txBody>
      </p:sp>
      <p:sp>
        <p:nvSpPr>
          <p:cNvPr id="5" name="Content Placeholder 4">
            <a:extLst>
              <a:ext uri="{FF2B5EF4-FFF2-40B4-BE49-F238E27FC236}">
                <a16:creationId xmlns:a16="http://schemas.microsoft.com/office/drawing/2014/main" id="{8A184959-C556-48E5-BDD9-ED0CC2A4736A}"/>
              </a:ext>
            </a:extLst>
          </p:cNvPr>
          <p:cNvSpPr>
            <a:spLocks noGrp="1"/>
          </p:cNvSpPr>
          <p:nvPr>
            <p:ph idx="1"/>
          </p:nvPr>
        </p:nvSpPr>
        <p:spPr/>
        <p:txBody>
          <a:bodyPr anchor="ctr"/>
          <a:lstStyle/>
          <a:p>
            <a:r>
              <a:rPr lang="en-US" dirty="0"/>
              <a:t>Not paired with formal verification</a:t>
            </a:r>
          </a:p>
          <a:p>
            <a:r>
              <a:rPr lang="en-US" dirty="0"/>
              <a:t>Compilation time overhead</a:t>
            </a:r>
          </a:p>
          <a:p>
            <a:r>
              <a:rPr lang="en-US" dirty="0"/>
              <a:t>Template metaprogramming imposes some limitations</a:t>
            </a:r>
          </a:p>
          <a:p>
            <a:pPr lvl="1"/>
            <a:r>
              <a:rPr lang="en-US" dirty="0"/>
              <a:t>The syntax of the resulting DSLs may be awkward</a:t>
            </a:r>
          </a:p>
          <a:p>
            <a:pPr lvl="1"/>
            <a:r>
              <a:rPr lang="en-US" dirty="0"/>
              <a:t>Makes online tuning more costly compared to alternatives such as </a:t>
            </a:r>
            <a:r>
              <a:rPr lang="en-US" dirty="0" err="1"/>
              <a:t>mdspans</a:t>
            </a:r>
            <a:r>
              <a:rPr lang="en-US" dirty="0"/>
              <a:t> or Kokkos Views (recompilation)</a:t>
            </a:r>
          </a:p>
          <a:p>
            <a:r>
              <a:rPr lang="en-US" dirty="0"/>
              <a:t>Usability not supported by user studies</a:t>
            </a:r>
          </a:p>
        </p:txBody>
      </p:sp>
      <p:sp>
        <p:nvSpPr>
          <p:cNvPr id="3" name="Date Placeholder 2">
            <a:extLst>
              <a:ext uri="{FF2B5EF4-FFF2-40B4-BE49-F238E27FC236}">
                <a16:creationId xmlns:a16="http://schemas.microsoft.com/office/drawing/2014/main" id="{D76BAA40-3587-0EAB-97D0-C6C555DE4F28}"/>
              </a:ext>
            </a:extLst>
          </p:cNvPr>
          <p:cNvSpPr>
            <a:spLocks noGrp="1"/>
          </p:cNvSpPr>
          <p:nvPr>
            <p:ph type="dt" sz="half" idx="10"/>
          </p:nvPr>
        </p:nvSpPr>
        <p:spPr/>
        <p:txBody>
          <a:bodyPr/>
          <a:lstStyle/>
          <a:p>
            <a:r>
              <a:rPr lang="en-US"/>
              <a:t>9/10/2026</a:t>
            </a:r>
            <a:endParaRPr lang="en-US" dirty="0"/>
          </a:p>
        </p:txBody>
      </p:sp>
      <p:sp>
        <p:nvSpPr>
          <p:cNvPr id="4" name="Slide Number Placeholder 3">
            <a:extLst>
              <a:ext uri="{FF2B5EF4-FFF2-40B4-BE49-F238E27FC236}">
                <a16:creationId xmlns:a16="http://schemas.microsoft.com/office/drawing/2014/main" id="{FA0D4A39-443E-0EE9-F71D-F4A2060B2526}"/>
              </a:ext>
            </a:extLst>
          </p:cNvPr>
          <p:cNvSpPr>
            <a:spLocks noGrp="1"/>
          </p:cNvSpPr>
          <p:nvPr>
            <p:ph type="sldNum" sz="quarter" idx="12"/>
          </p:nvPr>
        </p:nvSpPr>
        <p:spPr/>
        <p:txBody>
          <a:bodyPr/>
          <a:lstStyle/>
          <a:p>
            <a:r>
              <a:rPr lang="en-US"/>
              <a:t>43</a:t>
            </a:r>
          </a:p>
        </p:txBody>
      </p:sp>
    </p:spTree>
    <p:custDataLst>
      <p:tags r:id="rId1"/>
    </p:custDataLst>
    <p:extLst>
      <p:ext uri="{BB962C8B-B14F-4D97-AF65-F5344CB8AC3E}">
        <p14:creationId xmlns:p14="http://schemas.microsoft.com/office/powerpoint/2010/main" val="70786005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nchor="ctr"/>
          <a:lstStyle/>
          <a:p>
            <a:r>
              <a:rPr lang="en-US" noProof="0" dirty="0"/>
              <a:t>I do not </a:t>
            </a:r>
            <a:r>
              <a:rPr lang="en-US" noProof="0" dirty="0" err="1"/>
              <a:t>clai</a:t>
            </a:r>
            <a:r>
              <a:rPr lang="en-US" dirty="0"/>
              <a:t>m that templates are the only solution</a:t>
            </a:r>
          </a:p>
          <a:p>
            <a:r>
              <a:rPr lang="en-US" noProof="0" dirty="0"/>
              <a:t>We do not consider compilation pipeline extensions (e.g., compiler extensions) due to:</a:t>
            </a:r>
          </a:p>
          <a:p>
            <a:pPr lvl="1"/>
            <a:r>
              <a:rPr lang="en-US" noProof="0" dirty="0"/>
              <a:t>Such solutions hindering portability; reliance on external tools</a:t>
            </a:r>
          </a:p>
          <a:p>
            <a:pPr lvl="1"/>
            <a:r>
              <a:rPr lang="en-US" dirty="0"/>
              <a:t>Core research group focus and expertise</a:t>
            </a:r>
          </a:p>
          <a:p>
            <a:pPr lvl="1"/>
            <a:r>
              <a:rPr lang="en-US" noProof="0" dirty="0"/>
              <a:t>Research scope closely tied to algorithm design</a:t>
            </a:r>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r>
              <a:rPr lang="en-US" noProof="0"/>
              <a:t>44</a:t>
            </a:r>
            <a:endParaRPr lang="en-US" noProof="0" dirty="0"/>
          </a:p>
        </p:txBody>
      </p:sp>
    </p:spTree>
    <p:custDataLst>
      <p:tags r:id="rId1"/>
    </p:custDataLst>
    <p:extLst>
      <p:ext uri="{BB962C8B-B14F-4D97-AF65-F5344CB8AC3E}">
        <p14:creationId xmlns:p14="http://schemas.microsoft.com/office/powerpoint/2010/main" val="344452108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noProof="0"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nchor="ctr"/>
          <a:lstStyle/>
          <a:p>
            <a:r>
              <a:rPr lang="en-US" dirty="0"/>
              <a:t>Some generated Noarr layouts preserve syntactic order of dimensions rather than the semantic one (unintended layout transformations)</a:t>
            </a:r>
          </a:p>
          <a:p>
            <a:r>
              <a:rPr lang="en-US" noProof="0" dirty="0"/>
              <a:t>Halide was an awkward representation </a:t>
            </a:r>
            <a:r>
              <a:rPr lang="en-US" dirty="0"/>
              <a:t>for many algorithms</a:t>
            </a:r>
          </a:p>
          <a:p>
            <a:r>
              <a:rPr lang="en-US" noProof="0" dirty="0"/>
              <a:t>Hallucinated API</a:t>
            </a:r>
          </a:p>
          <a:p>
            <a:pPr lvl="1"/>
            <a:r>
              <a:rPr lang="en-US" noProof="0" dirty="0"/>
              <a:t>(mostly for Halide), the LLM considered more general function overloads</a:t>
            </a:r>
          </a:p>
          <a:p>
            <a:pPr lvl="1"/>
            <a:r>
              <a:rPr lang="en-US" dirty="0"/>
              <a:t>(mostly for Exo), the LLM failed to preserve expected invariants</a:t>
            </a:r>
          </a:p>
          <a:p>
            <a:pPr lvl="1"/>
            <a:r>
              <a:rPr lang="en-US" noProof="0" dirty="0"/>
              <a:t>(mostly for Noarr), the LLM made </a:t>
            </a:r>
            <a:r>
              <a:rPr lang="en-US" dirty="0"/>
              <a:t>genuine mistakes (e.g., replaced angle brackets with square brackets)</a:t>
            </a:r>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r>
              <a:rPr lang="en-US" noProof="0"/>
              <a:t>9/10/2026</a:t>
            </a:r>
            <a:endParaRPr lang="en-US" noProof="0" dirty="0"/>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r>
              <a:rPr lang="en-US" noProof="0"/>
              <a:t>45</a:t>
            </a:r>
            <a:endParaRPr lang="en-US" noProof="0" dirty="0"/>
          </a:p>
        </p:txBody>
      </p:sp>
    </p:spTree>
    <p:custDataLst>
      <p:tags r:id="rId1"/>
    </p:custDataLst>
    <p:extLst>
      <p:ext uri="{BB962C8B-B14F-4D97-AF65-F5344CB8AC3E}">
        <p14:creationId xmlns:p14="http://schemas.microsoft.com/office/powerpoint/2010/main" val="411395911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Contribution s</a:t>
            </a:r>
            <a:r>
              <a:rPr lang="en-US" noProof="0" dirty="0" err="1"/>
              <a:t>ummary</a:t>
            </a:r>
            <a:endParaRPr lang="en-US" noProof="0" dirty="0"/>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r>
              <a:rPr lang="en-US" noProof="0"/>
              <a:t>46</a:t>
            </a:r>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noProof="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noProof="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noProof="0"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noProof="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noProof="0"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noProof="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noProof="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noProof="0" dirty="0"/>
              <a:t>GPU </a:t>
            </a:r>
            <a:r>
              <a:rPr lang="en-US" sz="2200" noProof="0" dirty="0" err="1"/>
              <a:t>EmbedSOM</a:t>
            </a:r>
            <a:endParaRPr lang="en-US" sz="2200" noProof="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noProof="0" dirty="0"/>
              <a:t>Bitwise encoding of </a:t>
            </a:r>
            <a:r>
              <a:rPr lang="en-US" sz="2200" noProof="0" dirty="0" err="1"/>
              <a:t>GoL</a:t>
            </a:r>
            <a:endParaRPr lang="en-US" sz="2200" noProof="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noProof="0" dirty="0" err="1"/>
              <a:t>kNN</a:t>
            </a:r>
            <a:r>
              <a:rPr lang="en-US" sz="2200" b="1" noProof="0" dirty="0"/>
              <a:t> with </a:t>
            </a:r>
            <a:r>
              <a:rPr lang="en-US" sz="2200" b="1" noProof="0" dirty="0" err="1"/>
              <a:t>bitonic</a:t>
            </a:r>
            <a:r>
              <a:rPr lang="en-US" sz="2200" b="1" noProof="0"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noProof="0" dirty="0"/>
              <a:t>Bit-Planes – CA </a:t>
            </a:r>
            <a:r>
              <a:rPr lang="en-US" sz="2200" b="1" noProof="0" dirty="0" err="1"/>
              <a:t>abstr</a:t>
            </a:r>
            <a:r>
              <a:rPr lang="en-US" sz="2200" b="1" noProof="0"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113856"/>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noProof="0" dirty="0"/>
              <a:t>Noarr</a:t>
            </a:r>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noProof="0" dirty="0"/>
              <a:t>Cellato</a:t>
            </a:r>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4"/>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 name="Cloud 5">
            <a:extLst>
              <a:ext uri="{FF2B5EF4-FFF2-40B4-BE49-F238E27FC236}">
                <a16:creationId xmlns:a16="http://schemas.microsoft.com/office/drawing/2014/main" id="{649FBB15-DDE7-53A8-F2E8-FA8A59181102}"/>
              </a:ext>
            </a:extLst>
          </p:cNvPr>
          <p:cNvSpPr/>
          <p:nvPr/>
        </p:nvSpPr>
        <p:spPr>
          <a:xfrm>
            <a:off x="3610240" y="3574537"/>
            <a:ext cx="1718505" cy="390086"/>
          </a:xfrm>
          <a:prstGeom prst="cloud">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r"/>
            <a:r>
              <a:rPr lang="en-US" dirty="0">
                <a:solidFill>
                  <a:schemeClr val="tx1"/>
                </a:solidFill>
              </a:rPr>
              <a:t>ICA3PP         </a:t>
            </a:r>
          </a:p>
        </p:txBody>
      </p:sp>
    </p:spTree>
    <p:custDataLst>
      <p:tags r:id="rId1"/>
    </p:custDataLst>
    <p:extLst>
      <p:ext uri="{BB962C8B-B14F-4D97-AF65-F5344CB8AC3E}">
        <p14:creationId xmlns:p14="http://schemas.microsoft.com/office/powerpoint/2010/main" val="202537187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BEA25C6-5912-033A-1DD3-AE5CB2BC4AB3}"/>
              </a:ext>
            </a:extLst>
          </p:cNvPr>
          <p:cNvSpPr txBox="1"/>
          <p:nvPr>
            <p:custDataLst>
              <p:tags r:id="rId2"/>
            </p:custDataLst>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32" name="TextBox 31">
            <a:extLst>
              <a:ext uri="{FF2B5EF4-FFF2-40B4-BE49-F238E27FC236}">
                <a16:creationId xmlns:a16="http://schemas.microsoft.com/office/drawing/2014/main" id="{575DD392-3AAA-5F2A-363D-37ADF1B2AD3E}"/>
              </a:ext>
            </a:extLst>
          </p:cNvPr>
          <p:cNvSpPr txBox="1"/>
          <p:nvPr>
            <p:custDataLst>
              <p:tags r:id="rId3"/>
            </p:custDataLst>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custDataLst>
              <p:tags r:id="rId4"/>
            </p:custDataLst>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custDataLst>
              <p:tags r:id="rId5"/>
            </p:custDataLst>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custDataLst>
              <p:tags r:id="rId6"/>
            </p:custDataLst>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custDataLst>
              <p:tags r:id="rId7"/>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custDataLst>
              <p:tags r:id="rId8"/>
            </p:custDataLst>
          </p:nvPr>
        </p:nvSpPr>
        <p:spPr/>
        <p:txBody>
          <a:bodyPr/>
          <a:lstStyle/>
          <a:p>
            <a:r>
              <a:rPr lang="en-US" noProof="0"/>
              <a:t>47</a:t>
            </a:r>
            <a:endParaRPr lang="en-US" noProof="0" dirty="0"/>
          </a:p>
        </p:txBody>
      </p:sp>
    </p:spTree>
    <p:custDataLst>
      <p:tags r:id="rId1"/>
    </p:custDataLst>
    <p:extLst>
      <p:ext uri="{BB962C8B-B14F-4D97-AF65-F5344CB8AC3E}">
        <p14:creationId xmlns:p14="http://schemas.microsoft.com/office/powerpoint/2010/main" val="143931073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custDataLst>
              <p:tags r:id="rId2"/>
            </p:custDataLst>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0C1F297F-A46E-4127-A44D-943053748AAD}"/>
              </a:ext>
            </a:extLst>
          </p:cNvPr>
          <p:cNvSpPr txBox="1"/>
          <p:nvPr>
            <p:custDataLst>
              <p:tags r:id="rId3"/>
            </p:custDataLst>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20" name="TextBox 19">
            <a:extLst>
              <a:ext uri="{FF2B5EF4-FFF2-40B4-BE49-F238E27FC236}">
                <a16:creationId xmlns:a16="http://schemas.microsoft.com/office/drawing/2014/main" id="{EBEA25C6-5912-033A-1DD3-AE5CB2BC4AB3}"/>
              </a:ext>
            </a:extLst>
          </p:cNvPr>
          <p:cNvSpPr txBox="1"/>
          <p:nvPr>
            <p:custDataLst>
              <p:tags r:id="rId4"/>
            </p:custDataLst>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32" name="TextBox 31">
            <a:extLst>
              <a:ext uri="{FF2B5EF4-FFF2-40B4-BE49-F238E27FC236}">
                <a16:creationId xmlns:a16="http://schemas.microsoft.com/office/drawing/2014/main" id="{575DD392-3AAA-5F2A-363D-37ADF1B2AD3E}"/>
              </a:ext>
            </a:extLst>
          </p:cNvPr>
          <p:cNvSpPr txBox="1"/>
          <p:nvPr>
            <p:custDataLst>
              <p:tags r:id="rId5"/>
            </p:custDataLst>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custDataLst>
              <p:tags r:id="rId6"/>
            </p:custDataLst>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custDataLst>
              <p:tags r:id="rId7"/>
            </p:custDataLst>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custDataLst>
              <p:tags r:id="rId8"/>
            </p:custDataLst>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custDataLst>
              <p:tags r:id="rId9"/>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custDataLst>
              <p:tags r:id="rId10"/>
            </p:custDataLst>
          </p:nvPr>
        </p:nvSpPr>
        <p:spPr/>
        <p:txBody>
          <a:bodyPr/>
          <a:lstStyle/>
          <a:p>
            <a:r>
              <a:rPr lang="en-US" noProof="0"/>
              <a:t>47</a:t>
            </a:r>
            <a:endParaRPr lang="en-US" noProof="0" dirty="0"/>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custDataLst>
              <p:tags r:id="rId11"/>
            </p:custDataLst>
          </p:nvPr>
        </p:nvPicPr>
        <p:blipFill>
          <a:blip>
            <a:extLst>
              <a:ext uri="{96DAC541-7B7A-43D3-8B79-37D633B846F1}">
                <asvg:svgBlip xmlns:asvg="http://schemas.microsoft.com/office/drawing/2016/SVG/main" r:embed="rId14"/>
              </a:ext>
            </a:extLst>
          </a:blip>
          <a:stretch>
            <a:fillRect/>
          </a:stretch>
        </p:blipFill>
        <p:spPr>
          <a:xfrm>
            <a:off x="259545" y="1724594"/>
            <a:ext cx="692126" cy="692126"/>
          </a:xfrm>
          <a:prstGeom prst="rect">
            <a:avLst/>
          </a:prstGeom>
        </p:spPr>
      </p:pic>
    </p:spTree>
    <p:custDataLst>
      <p:tags r:id="rId1"/>
    </p:custDataLst>
    <p:extLst>
      <p:ext uri="{BB962C8B-B14F-4D97-AF65-F5344CB8AC3E}">
        <p14:creationId xmlns:p14="http://schemas.microsoft.com/office/powerpoint/2010/main" val="288647113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custDataLst>
              <p:tags r:id="rId2"/>
            </p:custDataLst>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custDataLst>
              <p:tags r:id="rId3"/>
            </p:custDataLst>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0C1F297F-A46E-4127-A44D-943053748AAD}"/>
              </a:ext>
            </a:extLst>
          </p:cNvPr>
          <p:cNvSpPr txBox="1"/>
          <p:nvPr>
            <p:custDataLst>
              <p:tags r:id="rId4"/>
            </p:custDataLst>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custDataLst>
              <p:tags r:id="rId5"/>
            </p:custDataLst>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20" name="TextBox 19">
            <a:extLst>
              <a:ext uri="{FF2B5EF4-FFF2-40B4-BE49-F238E27FC236}">
                <a16:creationId xmlns:a16="http://schemas.microsoft.com/office/drawing/2014/main" id="{EBEA25C6-5912-033A-1DD3-AE5CB2BC4AB3}"/>
              </a:ext>
            </a:extLst>
          </p:cNvPr>
          <p:cNvSpPr txBox="1"/>
          <p:nvPr>
            <p:custDataLst>
              <p:tags r:id="rId6"/>
            </p:custDataLst>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32" name="TextBox 31">
            <a:extLst>
              <a:ext uri="{FF2B5EF4-FFF2-40B4-BE49-F238E27FC236}">
                <a16:creationId xmlns:a16="http://schemas.microsoft.com/office/drawing/2014/main" id="{575DD392-3AAA-5F2A-363D-37ADF1B2AD3E}"/>
              </a:ext>
            </a:extLst>
          </p:cNvPr>
          <p:cNvSpPr txBox="1"/>
          <p:nvPr>
            <p:custDataLst>
              <p:tags r:id="rId7"/>
            </p:custDataLst>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custDataLst>
              <p:tags r:id="rId8"/>
            </p:custDataLst>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custDataLst>
              <p:tags r:id="rId9"/>
            </p:custDataLst>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custDataLst>
              <p:tags r:id="rId10"/>
            </p:custDataLst>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custDataLst>
              <p:tags r:id="rId11"/>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custDataLst>
              <p:tags r:id="rId12"/>
            </p:custDataLst>
          </p:nvPr>
        </p:nvSpPr>
        <p:spPr/>
        <p:txBody>
          <a:bodyPr/>
          <a:lstStyle/>
          <a:p>
            <a:r>
              <a:rPr lang="en-US" noProof="0"/>
              <a:t>47</a:t>
            </a:r>
            <a:endParaRPr lang="en-US" noProof="0" dirty="0"/>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custDataLst>
              <p:tags r:id="rId13"/>
            </p:custDataLst>
          </p:nvPr>
        </p:nvPicPr>
        <p:blipFill>
          <a:blip>
            <a:extLst>
              <a:ext uri="{96DAC541-7B7A-43D3-8B79-37D633B846F1}">
                <asvg:svgBlip xmlns:asvg="http://schemas.microsoft.com/office/drawing/2016/SVG/main" r:embed="rId17"/>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custDataLst>
              <p:tags r:id="rId14"/>
            </p:custDataLst>
          </p:nvPr>
        </p:nvPicPr>
        <p:blipFill>
          <a:blip>
            <a:extLst>
              <a:ext uri="{96DAC541-7B7A-43D3-8B79-37D633B846F1}">
                <asvg:svgBlip xmlns:asvg="http://schemas.microsoft.com/office/drawing/2016/SVG/main" r:embed="rId17"/>
              </a:ext>
            </a:extLst>
          </a:blip>
          <a:stretch>
            <a:fillRect/>
          </a:stretch>
        </p:blipFill>
        <p:spPr>
          <a:xfrm>
            <a:off x="612168" y="2754124"/>
            <a:ext cx="692126" cy="692126"/>
          </a:xfrm>
          <a:prstGeom prst="rect">
            <a:avLst/>
          </a:prstGeom>
        </p:spPr>
      </p:pic>
    </p:spTree>
    <p:custDataLst>
      <p:tags r:id="rId1"/>
    </p:custDataLst>
    <p:extLst>
      <p:ext uri="{BB962C8B-B14F-4D97-AF65-F5344CB8AC3E}">
        <p14:creationId xmlns:p14="http://schemas.microsoft.com/office/powerpoint/2010/main" val="180714742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custDataLst>
              <p:tags r:id="rId2"/>
            </p:custDataLst>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custDataLst>
              <p:tags r:id="rId3"/>
            </p:custDataLst>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custDataLst>
              <p:tags r:id="rId4"/>
            </p:custDataLst>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0C1F297F-A46E-4127-A44D-943053748AAD}"/>
              </a:ext>
            </a:extLst>
          </p:cNvPr>
          <p:cNvSpPr txBox="1"/>
          <p:nvPr>
            <p:custDataLst>
              <p:tags r:id="rId5"/>
            </p:custDataLst>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custDataLst>
              <p:tags r:id="rId6"/>
            </p:custDataLst>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custDataLst>
              <p:tags r:id="rId7"/>
            </p:custDataLst>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custDataLst>
              <p:tags r:id="rId8"/>
            </p:custDataLst>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32" name="TextBox 31">
            <a:extLst>
              <a:ext uri="{FF2B5EF4-FFF2-40B4-BE49-F238E27FC236}">
                <a16:creationId xmlns:a16="http://schemas.microsoft.com/office/drawing/2014/main" id="{575DD392-3AAA-5F2A-363D-37ADF1B2AD3E}"/>
              </a:ext>
            </a:extLst>
          </p:cNvPr>
          <p:cNvSpPr txBox="1"/>
          <p:nvPr>
            <p:custDataLst>
              <p:tags r:id="rId9"/>
            </p:custDataLst>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custDataLst>
              <p:tags r:id="rId10"/>
            </p:custDataLst>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custDataLst>
              <p:tags r:id="rId11"/>
            </p:custDataLst>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custDataLst>
              <p:tags r:id="rId12"/>
            </p:custDataLst>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custDataLst>
              <p:tags r:id="rId13"/>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custDataLst>
              <p:tags r:id="rId14"/>
            </p:custDataLst>
          </p:nvPr>
        </p:nvSpPr>
        <p:spPr/>
        <p:txBody>
          <a:bodyPr/>
          <a:lstStyle/>
          <a:p>
            <a:r>
              <a:rPr lang="en-US" noProof="0"/>
              <a:t>47</a:t>
            </a:r>
            <a:endParaRPr lang="en-US" noProof="0" dirty="0"/>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custDataLst>
              <p:tags r:id="rId15"/>
            </p:custDataLst>
          </p:nvPr>
        </p:nvPicPr>
        <p:blipFill>
          <a:blip>
            <a:extLst>
              <a:ext uri="{96DAC541-7B7A-43D3-8B79-37D633B846F1}">
                <asvg:svgBlip xmlns:asvg="http://schemas.microsoft.com/office/drawing/2016/SVG/main" r:embed="rId20"/>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custDataLst>
              <p:tags r:id="rId16"/>
            </p:custDataLst>
          </p:nvPr>
        </p:nvPicPr>
        <p:blipFill>
          <a:blip>
            <a:extLst>
              <a:ext uri="{96DAC541-7B7A-43D3-8B79-37D633B846F1}">
                <asvg:svgBlip xmlns:asvg="http://schemas.microsoft.com/office/drawing/2016/SVG/main" r:embed="rId20"/>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custDataLst>
              <p:tags r:id="rId17"/>
            </p:custDataLst>
          </p:nvPr>
        </p:nvPicPr>
        <p:blipFill>
          <a:blip>
            <a:extLst>
              <a:ext uri="{96DAC541-7B7A-43D3-8B79-37D633B846F1}">
                <asvg:svgBlip xmlns:asvg="http://schemas.microsoft.com/office/drawing/2016/SVG/main" r:embed="rId21"/>
              </a:ext>
            </a:extLst>
          </a:blip>
          <a:stretch>
            <a:fillRect/>
          </a:stretch>
        </p:blipFill>
        <p:spPr>
          <a:xfrm>
            <a:off x="-73665" y="3804149"/>
            <a:ext cx="684040" cy="684040"/>
          </a:xfrm>
          <a:prstGeom prst="rect">
            <a:avLst/>
          </a:prstGeom>
        </p:spPr>
      </p:pic>
    </p:spTree>
    <p:custDataLst>
      <p:tags r:id="rId1"/>
    </p:custDataLst>
    <p:extLst>
      <p:ext uri="{BB962C8B-B14F-4D97-AF65-F5344CB8AC3E}">
        <p14:creationId xmlns:p14="http://schemas.microsoft.com/office/powerpoint/2010/main" val="6047519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custDataLst>
              <p:tags r:id="rId2"/>
            </p:custDataLst>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custDataLst>
              <p:tags r:id="rId3"/>
            </p:custDataLst>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custDataLst>
              <p:tags r:id="rId4"/>
            </p:custDataLst>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custDataLst>
              <p:tags r:id="rId5"/>
            </p:custDataLst>
          </p:nvPr>
        </p:nvCxnSpPr>
        <p:spPr>
          <a:xfrm flipV="1">
            <a:off x="4017096" y="5962338"/>
            <a:ext cx="729418" cy="354187"/>
          </a:xfrm>
          <a:prstGeom prst="line">
            <a:avLst/>
          </a:prstGeom>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0C1F297F-A46E-4127-A44D-943053748AAD}"/>
              </a:ext>
            </a:extLst>
          </p:cNvPr>
          <p:cNvSpPr txBox="1"/>
          <p:nvPr>
            <p:custDataLst>
              <p:tags r:id="rId6"/>
            </p:custDataLst>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custDataLst>
              <p:tags r:id="rId7"/>
            </p:custDataLst>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custDataLst>
              <p:tags r:id="rId8"/>
            </p:custDataLst>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custDataLst>
              <p:tags r:id="rId9"/>
            </p:custDataLst>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32" name="TextBox 31">
            <a:extLst>
              <a:ext uri="{FF2B5EF4-FFF2-40B4-BE49-F238E27FC236}">
                <a16:creationId xmlns:a16="http://schemas.microsoft.com/office/drawing/2014/main" id="{575DD392-3AAA-5F2A-363D-37ADF1B2AD3E}"/>
              </a:ext>
            </a:extLst>
          </p:cNvPr>
          <p:cNvSpPr txBox="1"/>
          <p:nvPr>
            <p:custDataLst>
              <p:tags r:id="rId10"/>
            </p:custDataLst>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custDataLst>
              <p:tags r:id="rId11"/>
            </p:custDataLst>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custDataLst>
              <p:tags r:id="rId12"/>
            </p:custDataLst>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custDataLst>
              <p:tags r:id="rId13"/>
            </p:custDataLst>
          </p:nvPr>
        </p:nvSpPr>
        <p:spPr>
          <a:xfrm>
            <a:off x="3193480" y="5441518"/>
            <a:ext cx="3106068" cy="520820"/>
          </a:xfrm>
          <a:prstGeom prst="roundRect">
            <a:avLst>
              <a:gd name="adj" fmla="val 14270"/>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err="1"/>
              <a:t>kNN</a:t>
            </a:r>
            <a:r>
              <a:rPr lang="en-US" sz="2400" noProof="0" dirty="0"/>
              <a:t> with </a:t>
            </a:r>
            <a:r>
              <a:rPr lang="en-US" sz="2400" noProof="0" dirty="0" err="1"/>
              <a:t>bitonic</a:t>
            </a:r>
            <a:r>
              <a:rPr lang="en-US" sz="2400" noProof="0" dirty="0"/>
              <a:t> sort</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custDataLst>
              <p:tags r:id="rId14"/>
            </p:custDataLst>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custDataLst>
              <p:tags r:id="rId15"/>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custDataLst>
              <p:tags r:id="rId16"/>
            </p:custDataLst>
          </p:nvPr>
        </p:nvSpPr>
        <p:spPr/>
        <p:txBody>
          <a:bodyPr/>
          <a:lstStyle/>
          <a:p>
            <a:r>
              <a:rPr lang="en-US" noProof="0"/>
              <a:t>47</a:t>
            </a:r>
            <a:endParaRPr lang="en-US" noProof="0" dirty="0"/>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custDataLst>
              <p:tags r:id="rId17"/>
            </p:custDataLst>
          </p:nvPr>
        </p:nvPicPr>
        <p:blipFill>
          <a:blip>
            <a:extLst>
              <a:ext uri="{96DAC541-7B7A-43D3-8B79-37D633B846F1}">
                <asvg:svgBlip xmlns:asvg="http://schemas.microsoft.com/office/drawing/2016/SVG/main" r:embed="rId24"/>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custDataLst>
              <p:tags r:id="rId18"/>
            </p:custDataLst>
          </p:nvPr>
        </p:nvPicPr>
        <p:blipFill>
          <a:blip>
            <a:extLst>
              <a:ext uri="{96DAC541-7B7A-43D3-8B79-37D633B846F1}">
                <asvg:svgBlip xmlns:asvg="http://schemas.microsoft.com/office/drawing/2016/SVG/main" r:embed="rId24"/>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custDataLst>
              <p:tags r:id="rId19"/>
            </p:custDataLst>
          </p:nvPr>
        </p:nvPicPr>
        <p:blipFill>
          <a:blip>
            <a:extLst>
              <a:ext uri="{96DAC541-7B7A-43D3-8B79-37D633B846F1}">
                <asvg:svgBlip xmlns:asvg="http://schemas.microsoft.com/office/drawing/2016/SVG/main" r:embed="rId25"/>
              </a:ext>
            </a:extLst>
          </a:blip>
          <a:stretch>
            <a:fillRect/>
          </a:stretch>
        </p:blipFill>
        <p:spPr>
          <a:xfrm>
            <a:off x="-73665" y="3804149"/>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custDataLst>
              <p:tags r:id="rId20"/>
            </p:custDataLst>
          </p:nvPr>
        </p:nvPicPr>
        <p:blipFill>
          <a:blip>
            <a:extLst>
              <a:ext uri="{96DAC541-7B7A-43D3-8B79-37D633B846F1}">
                <asvg:svgBlip xmlns:asvg="http://schemas.microsoft.com/office/drawing/2016/SVG/main" r:embed="rId26"/>
              </a:ext>
            </a:extLst>
          </a:blip>
          <a:stretch>
            <a:fillRect/>
          </a:stretch>
        </p:blipFill>
        <p:spPr>
          <a:xfrm>
            <a:off x="6226770" y="5370763"/>
            <a:ext cx="684040" cy="68404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custDataLst>
              <p:tags r:id="rId21"/>
            </p:custDataLst>
          </p:nvPr>
        </p:nvPicPr>
        <p:blipFill>
          <a:blip>
            <a:extLst>
              <a:ext uri="{96DAC541-7B7A-43D3-8B79-37D633B846F1}">
                <asvg:svgBlip xmlns:asvg="http://schemas.microsoft.com/office/drawing/2016/SVG/main" r:embed="rId27"/>
              </a:ext>
            </a:extLst>
          </a:blip>
          <a:stretch>
            <a:fillRect/>
          </a:stretch>
        </p:blipFill>
        <p:spPr>
          <a:xfrm>
            <a:off x="6739057" y="5535157"/>
            <a:ext cx="372564" cy="372564"/>
          </a:xfrm>
          <a:prstGeom prst="rect">
            <a:avLst/>
          </a:prstGeom>
        </p:spPr>
      </p:pic>
    </p:spTree>
    <p:custDataLst>
      <p:tags r:id="rId1"/>
    </p:custDataLst>
    <p:extLst>
      <p:ext uri="{BB962C8B-B14F-4D97-AF65-F5344CB8AC3E}">
        <p14:creationId xmlns:p14="http://schemas.microsoft.com/office/powerpoint/2010/main" val="429472057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custDataLst>
              <p:tags r:id="rId2"/>
            </p:custDataLst>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custDataLst>
              <p:tags r:id="rId3"/>
            </p:custDataLst>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custDataLst>
              <p:tags r:id="rId4"/>
            </p:custDataLst>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custDataLst>
              <p:tags r:id="rId5"/>
            </p:custDataLst>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custDataLst>
              <p:tags r:id="rId6"/>
            </p:custDataLst>
          </p:nvPr>
        </p:nvCxnSpPr>
        <p:spPr>
          <a:xfrm flipV="1">
            <a:off x="4017096" y="5962338"/>
            <a:ext cx="729418" cy="354187"/>
          </a:xfrm>
          <a:prstGeom prst="line">
            <a:avLst/>
          </a:prstGeom>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0C1F297F-A46E-4127-A44D-943053748AAD}"/>
              </a:ext>
            </a:extLst>
          </p:cNvPr>
          <p:cNvSpPr txBox="1"/>
          <p:nvPr>
            <p:custDataLst>
              <p:tags r:id="rId7"/>
            </p:custDataLst>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custDataLst>
              <p:tags r:id="rId8"/>
            </p:custDataLst>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custDataLst>
              <p:tags r:id="rId9"/>
            </p:custDataLst>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custDataLst>
              <p:tags r:id="rId10"/>
            </p:custDataLst>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24" name="TextBox 23">
            <a:extLst>
              <a:ext uri="{FF2B5EF4-FFF2-40B4-BE49-F238E27FC236}">
                <a16:creationId xmlns:a16="http://schemas.microsoft.com/office/drawing/2014/main" id="{F05BE16C-7358-765B-9F41-391F715E3540}"/>
              </a:ext>
            </a:extLst>
          </p:cNvPr>
          <p:cNvSpPr txBox="1"/>
          <p:nvPr>
            <p:custDataLst>
              <p:tags r:id="rId11"/>
            </p:custDataLst>
          </p:nvPr>
        </p:nvSpPr>
        <p:spPr>
          <a:xfrm>
            <a:off x="8170159" y="2120441"/>
            <a:ext cx="3501860" cy="523967"/>
          </a:xfrm>
          <a:prstGeom prst="roundRect">
            <a:avLst>
              <a:gd name="adj" fmla="val 20345"/>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Bitwise encoding of </a:t>
            </a:r>
            <a:r>
              <a:rPr lang="en-US" sz="2400" noProof="0" dirty="0" err="1"/>
              <a:t>GoL</a:t>
            </a:r>
            <a:endParaRPr lang="en-US" sz="2400" noProof="0" dirty="0"/>
          </a:p>
        </p:txBody>
      </p:sp>
      <p:sp>
        <p:nvSpPr>
          <p:cNvPr id="32" name="TextBox 31">
            <a:extLst>
              <a:ext uri="{FF2B5EF4-FFF2-40B4-BE49-F238E27FC236}">
                <a16:creationId xmlns:a16="http://schemas.microsoft.com/office/drawing/2014/main" id="{575DD392-3AAA-5F2A-363D-37ADF1B2AD3E}"/>
              </a:ext>
            </a:extLst>
          </p:cNvPr>
          <p:cNvSpPr txBox="1"/>
          <p:nvPr>
            <p:custDataLst>
              <p:tags r:id="rId12"/>
            </p:custDataLst>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custDataLst>
              <p:tags r:id="rId13"/>
            </p:custDataLst>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custDataLst>
              <p:tags r:id="rId14"/>
            </p:custDataLst>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custDataLst>
              <p:tags r:id="rId15"/>
            </p:custDataLst>
          </p:nvPr>
        </p:nvSpPr>
        <p:spPr>
          <a:xfrm>
            <a:off x="3193480" y="5441518"/>
            <a:ext cx="3106068" cy="520820"/>
          </a:xfrm>
          <a:prstGeom prst="roundRect">
            <a:avLst>
              <a:gd name="adj" fmla="val 14270"/>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err="1"/>
              <a:t>kNN</a:t>
            </a:r>
            <a:r>
              <a:rPr lang="en-US" sz="2400" noProof="0" dirty="0"/>
              <a:t> with </a:t>
            </a:r>
            <a:r>
              <a:rPr lang="en-US" sz="2400" noProof="0" dirty="0" err="1"/>
              <a:t>bitonic</a:t>
            </a:r>
            <a:r>
              <a:rPr lang="en-US" sz="2400" noProof="0" dirty="0"/>
              <a:t> sort</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custDataLst>
              <p:tags r:id="rId16"/>
            </p:custDataLst>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custDataLst>
              <p:tags r:id="rId17"/>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custDataLst>
              <p:tags r:id="rId18"/>
            </p:custDataLst>
          </p:nvPr>
        </p:nvSpPr>
        <p:spPr/>
        <p:txBody>
          <a:bodyPr/>
          <a:lstStyle/>
          <a:p>
            <a:r>
              <a:rPr lang="en-US" noProof="0"/>
              <a:t>47</a:t>
            </a:r>
            <a:endParaRPr lang="en-US" noProof="0" dirty="0"/>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custDataLst>
              <p:tags r:id="rId19"/>
            </p:custDataLst>
          </p:nvPr>
        </p:nvPicPr>
        <p:blipFill>
          <a:blip>
            <a:extLst>
              <a:ext uri="{96DAC541-7B7A-43D3-8B79-37D633B846F1}">
                <asvg:svgBlip xmlns:asvg="http://schemas.microsoft.com/office/drawing/2016/SVG/main" r:embed="rId27"/>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custDataLst>
              <p:tags r:id="rId20"/>
            </p:custDataLst>
          </p:nvPr>
        </p:nvPicPr>
        <p:blipFill>
          <a:blip>
            <a:extLst>
              <a:ext uri="{96DAC541-7B7A-43D3-8B79-37D633B846F1}">
                <asvg:svgBlip xmlns:asvg="http://schemas.microsoft.com/office/drawing/2016/SVG/main" r:embed="rId27"/>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custDataLst>
              <p:tags r:id="rId21"/>
            </p:custDataLst>
          </p:nvPr>
        </p:nvPicPr>
        <p:blipFill>
          <a:blip>
            <a:extLst>
              <a:ext uri="{96DAC541-7B7A-43D3-8B79-37D633B846F1}">
                <asvg:svgBlip xmlns:asvg="http://schemas.microsoft.com/office/drawing/2016/SVG/main" r:embed="rId28"/>
              </a:ext>
            </a:extLst>
          </a:blip>
          <a:stretch>
            <a:fillRect/>
          </a:stretch>
        </p:blipFill>
        <p:spPr>
          <a:xfrm>
            <a:off x="-73665" y="3804149"/>
            <a:ext cx="684040" cy="684040"/>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custDataLst>
              <p:tags r:id="rId22"/>
            </p:custDataLst>
          </p:nvPr>
        </p:nvPicPr>
        <p:blipFill>
          <a:blip>
            <a:extLst>
              <a:ext uri="{96DAC541-7B7A-43D3-8B79-37D633B846F1}">
                <asvg:svgBlip xmlns:asvg="http://schemas.microsoft.com/office/drawing/2016/SVG/main" r:embed="rId27"/>
              </a:ext>
            </a:extLst>
          </a:blip>
          <a:stretch>
            <a:fillRect/>
          </a:stretch>
        </p:blipFill>
        <p:spPr>
          <a:xfrm>
            <a:off x="11577153" y="2104335"/>
            <a:ext cx="688481" cy="688481"/>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custDataLst>
              <p:tags r:id="rId23"/>
            </p:custDataLst>
          </p:nvPr>
        </p:nvPicPr>
        <p:blipFill>
          <a:blip>
            <a:extLst>
              <a:ext uri="{96DAC541-7B7A-43D3-8B79-37D633B846F1}">
                <asvg:svgBlip xmlns:asvg="http://schemas.microsoft.com/office/drawing/2016/SVG/main" r:embed="rId29"/>
              </a:ext>
            </a:extLst>
          </a:blip>
          <a:stretch>
            <a:fillRect/>
          </a:stretch>
        </p:blipFill>
        <p:spPr>
          <a:xfrm>
            <a:off x="6226770" y="5370763"/>
            <a:ext cx="684040" cy="68404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custDataLst>
              <p:tags r:id="rId24"/>
            </p:custDataLst>
          </p:nvPr>
        </p:nvPicPr>
        <p:blipFill>
          <a:blip>
            <a:extLst>
              <a:ext uri="{96DAC541-7B7A-43D3-8B79-37D633B846F1}">
                <asvg:svgBlip xmlns:asvg="http://schemas.microsoft.com/office/drawing/2016/SVG/main" r:embed="rId30"/>
              </a:ext>
            </a:extLst>
          </a:blip>
          <a:stretch>
            <a:fillRect/>
          </a:stretch>
        </p:blipFill>
        <p:spPr>
          <a:xfrm>
            <a:off x="6739057" y="5535157"/>
            <a:ext cx="372564" cy="372564"/>
          </a:xfrm>
          <a:prstGeom prst="rect">
            <a:avLst/>
          </a:prstGeom>
        </p:spPr>
      </p:pic>
    </p:spTree>
    <p:custDataLst>
      <p:tags r:id="rId1"/>
    </p:custDataLst>
    <p:extLst>
      <p:ext uri="{BB962C8B-B14F-4D97-AF65-F5344CB8AC3E}">
        <p14:creationId xmlns:p14="http://schemas.microsoft.com/office/powerpoint/2010/main" val="10390695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custDataLst>
              <p:tags r:id="rId2"/>
            </p:custDataLst>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custDataLst>
              <p:tags r:id="rId3"/>
            </p:custDataLst>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custDataLst>
              <p:tags r:id="rId4"/>
            </p:custDataLst>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custDataLst>
              <p:tags r:id="rId5"/>
            </p:custDataLst>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p:cNvCxnSpPr>
          <p:nvPr>
            <p:custDataLst>
              <p:tags r:id="rId6"/>
            </p:custDataLst>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custDataLst>
              <p:tags r:id="rId7"/>
            </p:custDataLst>
          </p:nvPr>
        </p:nvCxnSpPr>
        <p:spPr>
          <a:xfrm flipV="1">
            <a:off x="4017096" y="5962338"/>
            <a:ext cx="729418" cy="35418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p:cNvCxnSpPr>
          <p:nvPr>
            <p:custDataLst>
              <p:tags r:id="rId8"/>
            </p:custDataLst>
          </p:nvPr>
        </p:nvCxnSpPr>
        <p:spPr>
          <a:xfrm rot="5400000" flipH="1" flipV="1">
            <a:off x="5727936" y="4153996"/>
            <a:ext cx="306100" cy="2268944"/>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p:cNvCxnSpPr>
          <p:nvPr>
            <p:custDataLst>
              <p:tags r:id="rId9"/>
            </p:custDataLst>
          </p:nvPr>
        </p:nvCxnSpPr>
        <p:spPr>
          <a:xfrm rot="5400000">
            <a:off x="8166220" y="3149715"/>
            <a:ext cx="2260177" cy="1249563"/>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0C1F297F-A46E-4127-A44D-943053748AAD}"/>
              </a:ext>
            </a:extLst>
          </p:cNvPr>
          <p:cNvSpPr txBox="1"/>
          <p:nvPr>
            <p:custDataLst>
              <p:tags r:id="rId10"/>
            </p:custDataLst>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custDataLst>
              <p:tags r:id="rId11"/>
            </p:custDataLst>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custDataLst>
              <p:tags r:id="rId12"/>
            </p:custDataLst>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custDataLst>
              <p:tags r:id="rId13"/>
            </p:custDataLst>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24" name="TextBox 23">
            <a:extLst>
              <a:ext uri="{FF2B5EF4-FFF2-40B4-BE49-F238E27FC236}">
                <a16:creationId xmlns:a16="http://schemas.microsoft.com/office/drawing/2014/main" id="{F05BE16C-7358-765B-9F41-391F715E3540}"/>
              </a:ext>
            </a:extLst>
          </p:cNvPr>
          <p:cNvSpPr txBox="1"/>
          <p:nvPr>
            <p:custDataLst>
              <p:tags r:id="rId14"/>
            </p:custDataLst>
          </p:nvPr>
        </p:nvSpPr>
        <p:spPr>
          <a:xfrm>
            <a:off x="8170159" y="2120441"/>
            <a:ext cx="3501860" cy="523967"/>
          </a:xfrm>
          <a:prstGeom prst="roundRect">
            <a:avLst>
              <a:gd name="adj" fmla="val 20345"/>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Bitwise encoding of </a:t>
            </a:r>
            <a:r>
              <a:rPr lang="en-US" sz="2400" noProof="0" dirty="0" err="1"/>
              <a:t>GoL</a:t>
            </a:r>
            <a:endParaRPr lang="en-US" sz="2400" noProof="0" dirty="0"/>
          </a:p>
        </p:txBody>
      </p:sp>
      <p:sp>
        <p:nvSpPr>
          <p:cNvPr id="28" name="TextBox 27">
            <a:extLst>
              <a:ext uri="{FF2B5EF4-FFF2-40B4-BE49-F238E27FC236}">
                <a16:creationId xmlns:a16="http://schemas.microsoft.com/office/drawing/2014/main" id="{4E10342D-AF4F-9D7A-596A-774C5A75EE80}"/>
              </a:ext>
            </a:extLst>
          </p:cNvPr>
          <p:cNvSpPr txBox="1"/>
          <p:nvPr>
            <p:custDataLst>
              <p:tags r:id="rId15"/>
            </p:custDataLst>
          </p:nvPr>
        </p:nvSpPr>
        <p:spPr>
          <a:xfrm>
            <a:off x="7015459" y="4904585"/>
            <a:ext cx="3312125" cy="490859"/>
          </a:xfrm>
          <a:prstGeom prst="round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custDataLst>
              <p:tags r:id="rId16"/>
            </p:custDataLst>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custDataLst>
              <p:tags r:id="rId17"/>
            </p:custDataLst>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custDataLst>
              <p:tags r:id="rId18"/>
            </p:custDataLst>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custDataLst>
              <p:tags r:id="rId19"/>
            </p:custDataLst>
          </p:nvPr>
        </p:nvSpPr>
        <p:spPr>
          <a:xfrm>
            <a:off x="3193480" y="5441518"/>
            <a:ext cx="3106068" cy="520820"/>
          </a:xfrm>
          <a:prstGeom prst="roundRect">
            <a:avLst>
              <a:gd name="adj" fmla="val 14270"/>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err="1"/>
              <a:t>kNN</a:t>
            </a:r>
            <a:r>
              <a:rPr lang="en-US" sz="2400" noProof="0" dirty="0"/>
              <a:t> with </a:t>
            </a:r>
            <a:r>
              <a:rPr lang="en-US" sz="2400" noProof="0" dirty="0" err="1"/>
              <a:t>bitonic</a:t>
            </a:r>
            <a:r>
              <a:rPr lang="en-US" sz="2400" noProof="0" dirty="0"/>
              <a:t> sort</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custDataLst>
              <p:tags r:id="rId20"/>
            </p:custDataLst>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custDataLst>
              <p:tags r:id="rId21"/>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custDataLst>
              <p:tags r:id="rId22"/>
            </p:custDataLst>
          </p:nvPr>
        </p:nvSpPr>
        <p:spPr/>
        <p:txBody>
          <a:bodyPr/>
          <a:lstStyle/>
          <a:p>
            <a:r>
              <a:rPr lang="en-US" noProof="0"/>
              <a:t>47</a:t>
            </a:r>
            <a:endParaRPr lang="en-US" noProof="0" dirty="0"/>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custDataLst>
              <p:tags r:id="rId23"/>
            </p:custDataLst>
          </p:nvPr>
        </p:nvPicPr>
        <p:blipFill>
          <a:blip>
            <a:extLst>
              <a:ext uri="{96DAC541-7B7A-43D3-8B79-37D633B846F1}">
                <asvg:svgBlip xmlns:asvg="http://schemas.microsoft.com/office/drawing/2016/SVG/main" r:embed="rId32"/>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custDataLst>
              <p:tags r:id="rId24"/>
            </p:custDataLst>
          </p:nvPr>
        </p:nvPicPr>
        <p:blipFill>
          <a:blip>
            <a:extLst>
              <a:ext uri="{96DAC541-7B7A-43D3-8B79-37D633B846F1}">
                <asvg:svgBlip xmlns:asvg="http://schemas.microsoft.com/office/drawing/2016/SVG/main" r:embed="rId32"/>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custDataLst>
              <p:tags r:id="rId25"/>
            </p:custDataLst>
          </p:nvPr>
        </p:nvPicPr>
        <p:blipFill>
          <a:blip>
            <a:extLst>
              <a:ext uri="{96DAC541-7B7A-43D3-8B79-37D633B846F1}">
                <asvg:svgBlip xmlns:asvg="http://schemas.microsoft.com/office/drawing/2016/SVG/main" r:embed="rId33"/>
              </a:ext>
            </a:extLst>
          </a:blip>
          <a:stretch>
            <a:fillRect/>
          </a:stretch>
        </p:blipFill>
        <p:spPr>
          <a:xfrm>
            <a:off x="-73665" y="3804149"/>
            <a:ext cx="684040" cy="684040"/>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custDataLst>
              <p:tags r:id="rId26"/>
            </p:custDataLst>
          </p:nvPr>
        </p:nvPicPr>
        <p:blipFill>
          <a:blip>
            <a:extLst>
              <a:ext uri="{96DAC541-7B7A-43D3-8B79-37D633B846F1}">
                <asvg:svgBlip xmlns:asvg="http://schemas.microsoft.com/office/drawing/2016/SVG/main" r:embed="rId32"/>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custDataLst>
              <p:tags r:id="rId27"/>
            </p:custDataLst>
          </p:nvPr>
        </p:nvPicPr>
        <p:blipFill>
          <a:blip>
            <a:extLst>
              <a:ext uri="{96DAC541-7B7A-43D3-8B79-37D633B846F1}">
                <asvg:svgBlip xmlns:asvg="http://schemas.microsoft.com/office/drawing/2016/SVG/main" r:embed="rId32"/>
              </a:ext>
            </a:extLst>
          </a:blip>
          <a:stretch>
            <a:fillRect/>
          </a:stretch>
        </p:blipFill>
        <p:spPr>
          <a:xfrm>
            <a:off x="10242637" y="4803784"/>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custDataLst>
              <p:tags r:id="rId28"/>
            </p:custDataLst>
          </p:nvPr>
        </p:nvPicPr>
        <p:blipFill>
          <a:blip>
            <a:extLst>
              <a:ext uri="{96DAC541-7B7A-43D3-8B79-37D633B846F1}">
                <asvg:svgBlip xmlns:asvg="http://schemas.microsoft.com/office/drawing/2016/SVG/main" r:embed="rId34"/>
              </a:ext>
            </a:extLst>
          </a:blip>
          <a:stretch>
            <a:fillRect/>
          </a:stretch>
        </p:blipFill>
        <p:spPr>
          <a:xfrm>
            <a:off x="6226770" y="5370763"/>
            <a:ext cx="684040" cy="68404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custDataLst>
              <p:tags r:id="rId29"/>
            </p:custDataLst>
          </p:nvPr>
        </p:nvPicPr>
        <p:blipFill>
          <a:blip>
            <a:extLst>
              <a:ext uri="{96DAC541-7B7A-43D3-8B79-37D633B846F1}">
                <asvg:svgBlip xmlns:asvg="http://schemas.microsoft.com/office/drawing/2016/SVG/main" r:embed="rId35"/>
              </a:ext>
            </a:extLst>
          </a:blip>
          <a:stretch>
            <a:fillRect/>
          </a:stretch>
        </p:blipFill>
        <p:spPr>
          <a:xfrm>
            <a:off x="6739057" y="5535157"/>
            <a:ext cx="372564" cy="372564"/>
          </a:xfrm>
          <a:prstGeom prst="rect">
            <a:avLst/>
          </a:prstGeom>
        </p:spPr>
      </p:pic>
    </p:spTree>
    <p:custDataLst>
      <p:tags r:id="rId1"/>
    </p:custDataLst>
    <p:extLst>
      <p:ext uri="{BB962C8B-B14F-4D97-AF65-F5344CB8AC3E}">
        <p14:creationId xmlns:p14="http://schemas.microsoft.com/office/powerpoint/2010/main" val="54752500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custDataLst>
              <p:tags r:id="rId2"/>
            </p:custDataLst>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custDataLst>
              <p:tags r:id="rId3"/>
            </p:custDataLst>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custDataLst>
              <p:tags r:id="rId4"/>
            </p:custDataLst>
          </p:nvPr>
        </p:nvCxnSpPr>
        <p:spPr>
          <a:xfrm>
            <a:off x="2039312" y="3370297"/>
            <a:ext cx="682628" cy="126472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custDataLst>
              <p:tags r:id="rId5"/>
            </p:custDataLst>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custDataLst>
              <p:tags r:id="rId6"/>
            </p:custDataLst>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p:cNvCxnSpPr>
          <p:nvPr>
            <p:custDataLst>
              <p:tags r:id="rId7"/>
            </p:custDataLst>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custDataLst>
              <p:tags r:id="rId8"/>
            </p:custDataLst>
          </p:nvPr>
        </p:nvCxnSpPr>
        <p:spPr>
          <a:xfrm flipV="1">
            <a:off x="4017096" y="5962338"/>
            <a:ext cx="729418" cy="35418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p:cNvCxnSpPr>
          <p:nvPr>
            <p:custDataLst>
              <p:tags r:id="rId9"/>
            </p:custDataLst>
          </p:nvPr>
        </p:nvCxnSpPr>
        <p:spPr>
          <a:xfrm rot="5400000" flipH="1" flipV="1">
            <a:off x="5727936" y="4153996"/>
            <a:ext cx="306100" cy="2268944"/>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p:cNvCxnSpPr>
          <p:nvPr>
            <p:custDataLst>
              <p:tags r:id="rId10"/>
            </p:custDataLst>
          </p:nvPr>
        </p:nvCxnSpPr>
        <p:spPr>
          <a:xfrm rot="5400000">
            <a:off x="8166220" y="3149715"/>
            <a:ext cx="2260177" cy="1249563"/>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0C2203B1-0F93-3F92-FADF-DA1FA387F65C}"/>
              </a:ext>
            </a:extLst>
          </p:cNvPr>
          <p:cNvSpPr txBox="1"/>
          <p:nvPr>
            <p:custDataLst>
              <p:tags r:id="rId11"/>
            </p:custDataLst>
          </p:nvPr>
        </p:nvSpPr>
        <p:spPr>
          <a:xfrm>
            <a:off x="1863204" y="4635026"/>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custDataLst>
              <p:tags r:id="rId12"/>
            </p:custDataLst>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custDataLst>
              <p:tags r:id="rId13"/>
            </p:custDataLst>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custDataLst>
              <p:tags r:id="rId14"/>
            </p:custDataLst>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custDataLst>
              <p:tags r:id="rId15"/>
            </p:custDataLst>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24" name="TextBox 23">
            <a:extLst>
              <a:ext uri="{FF2B5EF4-FFF2-40B4-BE49-F238E27FC236}">
                <a16:creationId xmlns:a16="http://schemas.microsoft.com/office/drawing/2014/main" id="{F05BE16C-7358-765B-9F41-391F715E3540}"/>
              </a:ext>
            </a:extLst>
          </p:cNvPr>
          <p:cNvSpPr txBox="1"/>
          <p:nvPr>
            <p:custDataLst>
              <p:tags r:id="rId16"/>
            </p:custDataLst>
          </p:nvPr>
        </p:nvSpPr>
        <p:spPr>
          <a:xfrm>
            <a:off x="8170159" y="2120441"/>
            <a:ext cx="3501860" cy="523967"/>
          </a:xfrm>
          <a:prstGeom prst="roundRect">
            <a:avLst>
              <a:gd name="adj" fmla="val 20345"/>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Bitwise encoding of </a:t>
            </a:r>
            <a:r>
              <a:rPr lang="en-US" sz="2400" noProof="0" dirty="0" err="1"/>
              <a:t>GoL</a:t>
            </a:r>
            <a:endParaRPr lang="en-US" sz="2400" noProof="0" dirty="0"/>
          </a:p>
        </p:txBody>
      </p:sp>
      <p:sp>
        <p:nvSpPr>
          <p:cNvPr id="28" name="TextBox 27">
            <a:extLst>
              <a:ext uri="{FF2B5EF4-FFF2-40B4-BE49-F238E27FC236}">
                <a16:creationId xmlns:a16="http://schemas.microsoft.com/office/drawing/2014/main" id="{4E10342D-AF4F-9D7A-596A-774C5A75EE80}"/>
              </a:ext>
            </a:extLst>
          </p:cNvPr>
          <p:cNvSpPr txBox="1"/>
          <p:nvPr>
            <p:custDataLst>
              <p:tags r:id="rId17"/>
            </p:custDataLst>
          </p:nvPr>
        </p:nvSpPr>
        <p:spPr>
          <a:xfrm>
            <a:off x="7015459" y="4904585"/>
            <a:ext cx="3312125" cy="490859"/>
          </a:xfrm>
          <a:prstGeom prst="round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custDataLst>
              <p:tags r:id="rId18"/>
            </p:custDataLst>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custDataLst>
              <p:tags r:id="rId19"/>
            </p:custDataLst>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custDataLst>
              <p:tags r:id="rId20"/>
            </p:custDataLst>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custDataLst>
              <p:tags r:id="rId21"/>
            </p:custDataLst>
          </p:nvPr>
        </p:nvSpPr>
        <p:spPr>
          <a:xfrm>
            <a:off x="3193480" y="5441518"/>
            <a:ext cx="3106068" cy="520820"/>
          </a:xfrm>
          <a:prstGeom prst="roundRect">
            <a:avLst>
              <a:gd name="adj" fmla="val 14270"/>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err="1"/>
              <a:t>kNN</a:t>
            </a:r>
            <a:r>
              <a:rPr lang="en-US" sz="2400" noProof="0" dirty="0"/>
              <a:t> with </a:t>
            </a:r>
            <a:r>
              <a:rPr lang="en-US" sz="2400" noProof="0" dirty="0" err="1"/>
              <a:t>bitonic</a:t>
            </a:r>
            <a:r>
              <a:rPr lang="en-US" sz="2400" noProof="0" dirty="0"/>
              <a:t> sort</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custDataLst>
              <p:tags r:id="rId22"/>
            </p:custDataLst>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custDataLst>
              <p:tags r:id="rId23"/>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custDataLst>
              <p:tags r:id="rId24"/>
            </p:custDataLst>
          </p:nvPr>
        </p:nvSpPr>
        <p:spPr/>
        <p:txBody>
          <a:bodyPr/>
          <a:lstStyle/>
          <a:p>
            <a:r>
              <a:rPr lang="en-US" noProof="0"/>
              <a:t>47</a:t>
            </a:r>
            <a:endParaRPr lang="en-US" noProof="0" dirty="0"/>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custDataLst>
              <p:tags r:id="rId25"/>
            </p:custDataLst>
          </p:nvPr>
        </p:nvPicPr>
        <p:blipFill>
          <a:blip>
            <a:extLst>
              <a:ext uri="{96DAC541-7B7A-43D3-8B79-37D633B846F1}">
                <asvg:svgBlip xmlns:asvg="http://schemas.microsoft.com/office/drawing/2016/SVG/main" r:embed="rId35"/>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custDataLst>
              <p:tags r:id="rId26"/>
            </p:custDataLst>
          </p:nvPr>
        </p:nvPicPr>
        <p:blipFill>
          <a:blip>
            <a:extLst>
              <a:ext uri="{96DAC541-7B7A-43D3-8B79-37D633B846F1}">
                <asvg:svgBlip xmlns:asvg="http://schemas.microsoft.com/office/drawing/2016/SVG/main" r:embed="rId35"/>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custDataLst>
              <p:tags r:id="rId27"/>
            </p:custDataLst>
          </p:nvPr>
        </p:nvPicPr>
        <p:blipFill>
          <a:blip>
            <a:extLst>
              <a:ext uri="{96DAC541-7B7A-43D3-8B79-37D633B846F1}">
                <asvg:svgBlip xmlns:asvg="http://schemas.microsoft.com/office/drawing/2016/SVG/main" r:embed="rId36"/>
              </a:ext>
            </a:extLst>
          </a:blip>
          <a:stretch>
            <a:fillRect/>
          </a:stretch>
        </p:blipFill>
        <p:spPr>
          <a:xfrm>
            <a:off x="-73665" y="380414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custDataLst>
              <p:tags r:id="rId28"/>
            </p:custDataLst>
          </p:nvPr>
        </p:nvPicPr>
        <p:blipFill>
          <a:blip>
            <a:extLst>
              <a:ext uri="{96DAC541-7B7A-43D3-8B79-37D633B846F1}">
                <asvg:svgBlip xmlns:asvg="http://schemas.microsoft.com/office/drawing/2016/SVG/main" r:embed="rId35"/>
              </a:ext>
            </a:extLst>
          </a:blip>
          <a:stretch>
            <a:fillRect/>
          </a:stretch>
        </p:blipFill>
        <p:spPr>
          <a:xfrm>
            <a:off x="1267745" y="4557585"/>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custDataLst>
              <p:tags r:id="rId29"/>
            </p:custDataLst>
          </p:nvPr>
        </p:nvPicPr>
        <p:blipFill>
          <a:blip>
            <a:extLst>
              <a:ext uri="{96DAC541-7B7A-43D3-8B79-37D633B846F1}">
                <asvg:svgBlip xmlns:asvg="http://schemas.microsoft.com/office/drawing/2016/SVG/main" r:embed="rId35"/>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custDataLst>
              <p:tags r:id="rId30"/>
            </p:custDataLst>
          </p:nvPr>
        </p:nvPicPr>
        <p:blipFill>
          <a:blip>
            <a:extLst>
              <a:ext uri="{96DAC541-7B7A-43D3-8B79-37D633B846F1}">
                <asvg:svgBlip xmlns:asvg="http://schemas.microsoft.com/office/drawing/2016/SVG/main" r:embed="rId35"/>
              </a:ext>
            </a:extLst>
          </a:blip>
          <a:stretch>
            <a:fillRect/>
          </a:stretch>
        </p:blipFill>
        <p:spPr>
          <a:xfrm>
            <a:off x="10242637" y="4803784"/>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custDataLst>
              <p:tags r:id="rId31"/>
            </p:custDataLst>
          </p:nvPr>
        </p:nvPicPr>
        <p:blipFill>
          <a:blip>
            <a:extLst>
              <a:ext uri="{96DAC541-7B7A-43D3-8B79-37D633B846F1}">
                <asvg:svgBlip xmlns:asvg="http://schemas.microsoft.com/office/drawing/2016/SVG/main" r:embed="rId37"/>
              </a:ext>
            </a:extLst>
          </a:blip>
          <a:stretch>
            <a:fillRect/>
          </a:stretch>
        </p:blipFill>
        <p:spPr>
          <a:xfrm>
            <a:off x="6226770" y="5370763"/>
            <a:ext cx="684040" cy="68404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custDataLst>
              <p:tags r:id="rId32"/>
            </p:custDataLst>
          </p:nvPr>
        </p:nvPicPr>
        <p:blipFill>
          <a:blip>
            <a:extLst>
              <a:ext uri="{96DAC541-7B7A-43D3-8B79-37D633B846F1}">
                <asvg:svgBlip xmlns:asvg="http://schemas.microsoft.com/office/drawing/2016/SVG/main" r:embed="rId38"/>
              </a:ext>
            </a:extLst>
          </a:blip>
          <a:stretch>
            <a:fillRect/>
          </a:stretch>
        </p:blipFill>
        <p:spPr>
          <a:xfrm>
            <a:off x="6739057" y="5535157"/>
            <a:ext cx="372564" cy="372564"/>
          </a:xfrm>
          <a:prstGeom prst="rect">
            <a:avLst/>
          </a:prstGeom>
        </p:spPr>
      </p:pic>
    </p:spTree>
    <p:custDataLst>
      <p:tags r:id="rId1"/>
    </p:custDataLst>
    <p:extLst>
      <p:ext uri="{BB962C8B-B14F-4D97-AF65-F5344CB8AC3E}">
        <p14:creationId xmlns:p14="http://schemas.microsoft.com/office/powerpoint/2010/main" val="315505052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custDataLst>
              <p:tags r:id="rId2"/>
            </p:custDataLst>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custDataLst>
              <p:tags r:id="rId3"/>
            </p:custDataLst>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custDataLst>
              <p:tags r:id="rId4"/>
            </p:custDataLst>
          </p:nvPr>
        </p:nvCxnSpPr>
        <p:spPr>
          <a:xfrm>
            <a:off x="2039312" y="3370297"/>
            <a:ext cx="682628" cy="126472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custDataLst>
              <p:tags r:id="rId5"/>
            </p:custDataLst>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custDataLst>
              <p:tags r:id="rId6"/>
            </p:custDataLst>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custDataLst>
              <p:tags r:id="rId7"/>
            </p:custDataLst>
          </p:nvPr>
        </p:nvCxnSpPr>
        <p:spPr>
          <a:xfrm flipH="1">
            <a:off x="6489089" y="1036814"/>
            <a:ext cx="2344336" cy="66246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p:cNvCxnSpPr>
          <p:nvPr>
            <p:custDataLst>
              <p:tags r:id="rId8"/>
            </p:custDataLst>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custDataLst>
              <p:tags r:id="rId9"/>
            </p:custDataLst>
          </p:nvPr>
        </p:nvCxnSpPr>
        <p:spPr>
          <a:xfrm flipV="1">
            <a:off x="4017096" y="5962338"/>
            <a:ext cx="729418" cy="35418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p:cNvCxnSpPr>
          <p:nvPr>
            <p:custDataLst>
              <p:tags r:id="rId10"/>
            </p:custDataLst>
          </p:nvPr>
        </p:nvCxnSpPr>
        <p:spPr>
          <a:xfrm rot="5400000" flipH="1" flipV="1">
            <a:off x="5727936" y="4153996"/>
            <a:ext cx="306100" cy="2268944"/>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p:cNvCxnSpPr>
          <p:nvPr>
            <p:custDataLst>
              <p:tags r:id="rId11"/>
            </p:custDataLst>
          </p:nvPr>
        </p:nvCxnSpPr>
        <p:spPr>
          <a:xfrm rot="5400000">
            <a:off x="8166220" y="3149715"/>
            <a:ext cx="2260177" cy="1249563"/>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custDataLst>
              <p:tags r:id="rId12"/>
            </p:custDataLst>
          </p:nvPr>
        </p:nvCxnSpPr>
        <p:spPr>
          <a:xfrm rot="5400000" flipH="1" flipV="1">
            <a:off x="3239916" y="760661"/>
            <a:ext cx="898255"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0C2203B1-0F93-3F92-FADF-DA1FA387F65C}"/>
              </a:ext>
            </a:extLst>
          </p:cNvPr>
          <p:cNvSpPr txBox="1"/>
          <p:nvPr>
            <p:custDataLst>
              <p:tags r:id="rId13"/>
            </p:custDataLst>
          </p:nvPr>
        </p:nvSpPr>
        <p:spPr>
          <a:xfrm>
            <a:off x="1863204" y="4635026"/>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custDataLst>
              <p:tags r:id="rId14"/>
            </p:custDataLst>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custDataLst>
              <p:tags r:id="rId15"/>
            </p:custDataLst>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custDataLst>
              <p:tags r:id="rId16"/>
            </p:custDataLst>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custDataLst>
              <p:tags r:id="rId17"/>
            </p:custDataLst>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24" name="TextBox 23">
            <a:extLst>
              <a:ext uri="{FF2B5EF4-FFF2-40B4-BE49-F238E27FC236}">
                <a16:creationId xmlns:a16="http://schemas.microsoft.com/office/drawing/2014/main" id="{F05BE16C-7358-765B-9F41-391F715E3540}"/>
              </a:ext>
            </a:extLst>
          </p:cNvPr>
          <p:cNvSpPr txBox="1"/>
          <p:nvPr>
            <p:custDataLst>
              <p:tags r:id="rId18"/>
            </p:custDataLst>
          </p:nvPr>
        </p:nvSpPr>
        <p:spPr>
          <a:xfrm>
            <a:off x="8170159" y="2120441"/>
            <a:ext cx="3501860" cy="523967"/>
          </a:xfrm>
          <a:prstGeom prst="roundRect">
            <a:avLst>
              <a:gd name="adj" fmla="val 20345"/>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custDataLst>
              <p:tags r:id="rId19"/>
            </p:custDataLst>
          </p:nvPr>
        </p:nvSpPr>
        <p:spPr>
          <a:xfrm>
            <a:off x="5338774" y="1699280"/>
            <a:ext cx="2300630" cy="523968"/>
          </a:xfrm>
          <a:prstGeom prst="roundRect">
            <a:avLst>
              <a:gd name="adj" fmla="val 20286"/>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custDataLst>
              <p:tags r:id="rId20"/>
            </p:custDataLst>
          </p:nvPr>
        </p:nvSpPr>
        <p:spPr>
          <a:xfrm>
            <a:off x="7015459" y="4904585"/>
            <a:ext cx="3312125" cy="490859"/>
          </a:xfrm>
          <a:prstGeom prst="round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custDataLst>
              <p:tags r:id="rId21"/>
            </p:custDataLst>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custDataLst>
              <p:tags r:id="rId22"/>
            </p:custDataLst>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custDataLst>
              <p:tags r:id="rId23"/>
            </p:custDataLst>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custDataLst>
              <p:tags r:id="rId24"/>
            </p:custDataLst>
          </p:nvPr>
        </p:nvSpPr>
        <p:spPr>
          <a:xfrm>
            <a:off x="3193480" y="5441518"/>
            <a:ext cx="3106068" cy="520820"/>
          </a:xfrm>
          <a:prstGeom prst="roundRect">
            <a:avLst>
              <a:gd name="adj" fmla="val 14270"/>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err="1"/>
              <a:t>kNN</a:t>
            </a:r>
            <a:r>
              <a:rPr lang="en-US" sz="2400" noProof="0" dirty="0"/>
              <a:t> with </a:t>
            </a:r>
            <a:r>
              <a:rPr lang="en-US" sz="2400" noProof="0" dirty="0" err="1"/>
              <a:t>bitonic</a:t>
            </a:r>
            <a:r>
              <a:rPr lang="en-US" sz="2400" noProof="0" dirty="0"/>
              <a:t> sort</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custDataLst>
              <p:tags r:id="rId25"/>
            </p:custDataLst>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custDataLst>
              <p:tags r:id="rId26"/>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custDataLst>
              <p:tags r:id="rId27"/>
            </p:custDataLst>
          </p:nvPr>
        </p:nvSpPr>
        <p:spPr/>
        <p:txBody>
          <a:bodyPr/>
          <a:lstStyle/>
          <a:p>
            <a:r>
              <a:rPr lang="en-US" noProof="0"/>
              <a:t>47</a:t>
            </a:r>
            <a:endParaRPr lang="en-US" noProof="0" dirty="0"/>
          </a:p>
        </p:txBody>
      </p:sp>
      <p:sp>
        <p:nvSpPr>
          <p:cNvPr id="105" name="TextBox 104">
            <a:extLst>
              <a:ext uri="{FF2B5EF4-FFF2-40B4-BE49-F238E27FC236}">
                <a16:creationId xmlns:a16="http://schemas.microsoft.com/office/drawing/2014/main" id="{34EEE70E-66B1-DBA0-D563-ADA02418E73F}"/>
              </a:ext>
            </a:extLst>
          </p:cNvPr>
          <p:cNvSpPr txBox="1"/>
          <p:nvPr>
            <p:custDataLst>
              <p:tags r:id="rId28"/>
            </p:custDataLst>
          </p:nvPr>
        </p:nvSpPr>
        <p:spPr>
          <a:xfrm rot="21191511">
            <a:off x="2323825" y="1656128"/>
            <a:ext cx="2731838" cy="461665"/>
          </a:xfrm>
          <a:prstGeom prst="rect">
            <a:avLst/>
          </a:prstGeom>
          <a:noFill/>
        </p:spPr>
        <p:txBody>
          <a:bodyPr wrap="none" rtlCol="0">
            <a:no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custDataLst>
              <p:tags r:id="rId29"/>
            </p:custDataLst>
          </p:nvPr>
        </p:nvPicPr>
        <p:blipFill>
          <a:blip>
            <a:extLst>
              <a:ext uri="{96DAC541-7B7A-43D3-8B79-37D633B846F1}">
                <asvg:svgBlip xmlns:asvg="http://schemas.microsoft.com/office/drawing/2016/SVG/main" r:embed="rId40"/>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custDataLst>
              <p:tags r:id="rId30"/>
            </p:custDataLst>
          </p:nvPr>
        </p:nvPicPr>
        <p:blipFill>
          <a:blip>
            <a:extLst>
              <a:ext uri="{96DAC541-7B7A-43D3-8B79-37D633B846F1}">
                <asvg:svgBlip xmlns:asvg="http://schemas.microsoft.com/office/drawing/2016/SVG/main" r:embed="rId40"/>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custDataLst>
              <p:tags r:id="rId31"/>
            </p:custDataLst>
          </p:nvPr>
        </p:nvPicPr>
        <p:blipFill>
          <a:blip>
            <a:extLst>
              <a:ext uri="{96DAC541-7B7A-43D3-8B79-37D633B846F1}">
                <asvg:svgBlip xmlns:asvg="http://schemas.microsoft.com/office/drawing/2016/SVG/main" r:embed="rId41"/>
              </a:ext>
            </a:extLst>
          </a:blip>
          <a:stretch>
            <a:fillRect/>
          </a:stretch>
        </p:blipFill>
        <p:spPr>
          <a:xfrm>
            <a:off x="-73665" y="380414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custDataLst>
              <p:tags r:id="rId32"/>
            </p:custDataLst>
          </p:nvPr>
        </p:nvPicPr>
        <p:blipFill>
          <a:blip>
            <a:extLst>
              <a:ext uri="{96DAC541-7B7A-43D3-8B79-37D633B846F1}">
                <asvg:svgBlip xmlns:asvg="http://schemas.microsoft.com/office/drawing/2016/SVG/main" r:embed="rId40"/>
              </a:ext>
            </a:extLst>
          </a:blip>
          <a:stretch>
            <a:fillRect/>
          </a:stretch>
        </p:blipFill>
        <p:spPr>
          <a:xfrm>
            <a:off x="1267745" y="4557585"/>
            <a:ext cx="688481" cy="688481"/>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custDataLst>
              <p:tags r:id="rId33"/>
            </p:custDataLst>
          </p:nvPr>
        </p:nvPicPr>
        <p:blipFill>
          <a:blip>
            <a:extLst>
              <a:ext uri="{96DAC541-7B7A-43D3-8B79-37D633B846F1}">
                <asvg:svgBlip xmlns:asvg="http://schemas.microsoft.com/office/drawing/2016/SVG/main" r:embed="rId42"/>
              </a:ext>
            </a:extLst>
          </a:blip>
          <a:stretch>
            <a:fillRect/>
          </a:stretch>
        </p:blipFill>
        <p:spPr>
          <a:xfrm>
            <a:off x="7535326" y="1614868"/>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custDataLst>
              <p:tags r:id="rId34"/>
            </p:custDataLst>
          </p:nvPr>
        </p:nvPicPr>
        <p:blipFill>
          <a:blip>
            <a:extLst>
              <a:ext uri="{96DAC541-7B7A-43D3-8B79-37D633B846F1}">
                <asvg:svgBlip xmlns:asvg="http://schemas.microsoft.com/office/drawing/2016/SVG/main" r:embed="rId40"/>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custDataLst>
              <p:tags r:id="rId35"/>
            </p:custDataLst>
          </p:nvPr>
        </p:nvPicPr>
        <p:blipFill>
          <a:blip>
            <a:extLst>
              <a:ext uri="{96DAC541-7B7A-43D3-8B79-37D633B846F1}">
                <asvg:svgBlip xmlns:asvg="http://schemas.microsoft.com/office/drawing/2016/SVG/main" r:embed="rId40"/>
              </a:ext>
            </a:extLst>
          </a:blip>
          <a:stretch>
            <a:fillRect/>
          </a:stretch>
        </p:blipFill>
        <p:spPr>
          <a:xfrm>
            <a:off x="10242637" y="4803784"/>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custDataLst>
              <p:tags r:id="rId36"/>
            </p:custDataLst>
          </p:nvPr>
        </p:nvPicPr>
        <p:blipFill>
          <a:blip>
            <a:extLst>
              <a:ext uri="{96DAC541-7B7A-43D3-8B79-37D633B846F1}">
                <asvg:svgBlip xmlns:asvg="http://schemas.microsoft.com/office/drawing/2016/SVG/main" r:embed="rId43"/>
              </a:ext>
            </a:extLst>
          </a:blip>
          <a:stretch>
            <a:fillRect/>
          </a:stretch>
        </p:blipFill>
        <p:spPr>
          <a:xfrm>
            <a:off x="6226770" y="5370763"/>
            <a:ext cx="684040" cy="68404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custDataLst>
              <p:tags r:id="rId37"/>
            </p:custDataLst>
          </p:nvPr>
        </p:nvPicPr>
        <p:blipFill>
          <a:blip>
            <a:extLst>
              <a:ext uri="{96DAC541-7B7A-43D3-8B79-37D633B846F1}">
                <asvg:svgBlip xmlns:asvg="http://schemas.microsoft.com/office/drawing/2016/SVG/main" r:embed="rId44"/>
              </a:ext>
            </a:extLst>
          </a:blip>
          <a:stretch>
            <a:fillRect/>
          </a:stretch>
        </p:blipFill>
        <p:spPr>
          <a:xfrm>
            <a:off x="6739057" y="5535157"/>
            <a:ext cx="372564" cy="372564"/>
          </a:xfrm>
          <a:prstGeom prst="rect">
            <a:avLst/>
          </a:prstGeom>
        </p:spPr>
      </p:pic>
    </p:spTree>
    <p:custDataLst>
      <p:tags r:id="rId1"/>
    </p:custDataLst>
    <p:extLst>
      <p:ext uri="{BB962C8B-B14F-4D97-AF65-F5344CB8AC3E}">
        <p14:creationId xmlns:p14="http://schemas.microsoft.com/office/powerpoint/2010/main" val="35961802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3" name="Straight Connector 42">
            <a:extLst>
              <a:ext uri="{FF2B5EF4-FFF2-40B4-BE49-F238E27FC236}">
                <a16:creationId xmlns:a16="http://schemas.microsoft.com/office/drawing/2014/main" id="{695E5EAD-8C5F-44D5-24B6-62E7988C0C83}"/>
              </a:ext>
            </a:extLst>
          </p:cNvPr>
          <p:cNvCxnSpPr/>
          <p:nvPr>
            <p:custDataLst>
              <p:tags r:id="rId2"/>
            </p:custDataLst>
          </p:nvPr>
        </p:nvCxnSpPr>
        <p:spPr>
          <a:xfrm flipH="1" flipV="1">
            <a:off x="5424075" y="4413726"/>
            <a:ext cx="3247447" cy="49085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custDataLst>
              <p:tags r:id="rId3"/>
            </p:custDataLst>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custDataLst>
              <p:tags r:id="rId4"/>
            </p:custDataLst>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custDataLst>
              <p:tags r:id="rId5"/>
            </p:custDataLst>
          </p:nvPr>
        </p:nvCxnSpPr>
        <p:spPr>
          <a:xfrm>
            <a:off x="2039312" y="3370297"/>
            <a:ext cx="682628" cy="126472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custDataLst>
              <p:tags r:id="rId6"/>
            </p:custDataLst>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custDataLst>
              <p:tags r:id="rId7"/>
            </p:custDataLst>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custDataLst>
              <p:tags r:id="rId8"/>
            </p:custDataLst>
          </p:nvPr>
        </p:nvCxnSpPr>
        <p:spPr>
          <a:xfrm flipH="1">
            <a:off x="6489089" y="1036814"/>
            <a:ext cx="2344336" cy="66246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p:cNvCxnSpPr>
          <p:nvPr>
            <p:custDataLst>
              <p:tags r:id="rId9"/>
            </p:custDataLst>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custDataLst>
              <p:tags r:id="rId10"/>
            </p:custDataLst>
          </p:nvPr>
        </p:nvCxnSpPr>
        <p:spPr>
          <a:xfrm flipV="1">
            <a:off x="4017096" y="5962338"/>
            <a:ext cx="729418" cy="35418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p:cNvCxnSpPr>
          <p:nvPr>
            <p:custDataLst>
              <p:tags r:id="rId11"/>
            </p:custDataLst>
          </p:nvPr>
        </p:nvCxnSpPr>
        <p:spPr>
          <a:xfrm rot="5400000" flipH="1" flipV="1">
            <a:off x="5727936" y="4153996"/>
            <a:ext cx="306100" cy="2268944"/>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p:cNvCxnSpPr>
          <p:nvPr>
            <p:custDataLst>
              <p:tags r:id="rId12"/>
            </p:custDataLst>
          </p:nvPr>
        </p:nvCxnSpPr>
        <p:spPr>
          <a:xfrm rot="5400000">
            <a:off x="8166220" y="3149715"/>
            <a:ext cx="2260177" cy="1249563"/>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custDataLst>
              <p:tags r:id="rId13"/>
            </p:custDataLst>
          </p:nvPr>
        </p:nvCxnSpPr>
        <p:spPr>
          <a:xfrm rot="5400000" flipH="1" flipV="1">
            <a:off x="3239916" y="760661"/>
            <a:ext cx="898255"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p:cNvCxnSpPr>
          <p:nvPr>
            <p:custDataLst>
              <p:tags r:id="rId14"/>
            </p:custDataLst>
          </p:nvPr>
        </p:nvCxnSpPr>
        <p:spPr>
          <a:xfrm>
            <a:off x="2817222" y="3114908"/>
            <a:ext cx="2606853" cy="78804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0C2203B1-0F93-3F92-FADF-DA1FA387F65C}"/>
              </a:ext>
            </a:extLst>
          </p:cNvPr>
          <p:cNvSpPr txBox="1"/>
          <p:nvPr>
            <p:custDataLst>
              <p:tags r:id="rId15"/>
            </p:custDataLst>
          </p:nvPr>
        </p:nvSpPr>
        <p:spPr>
          <a:xfrm>
            <a:off x="1863204" y="4635026"/>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custDataLst>
              <p:tags r:id="rId16"/>
            </p:custDataLst>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custDataLst>
              <p:tags r:id="rId17"/>
            </p:custDataLst>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custDataLst>
              <p:tags r:id="rId18"/>
            </p:custDataLst>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custDataLst>
              <p:tags r:id="rId19"/>
            </p:custDataLst>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24" name="TextBox 23">
            <a:extLst>
              <a:ext uri="{FF2B5EF4-FFF2-40B4-BE49-F238E27FC236}">
                <a16:creationId xmlns:a16="http://schemas.microsoft.com/office/drawing/2014/main" id="{F05BE16C-7358-765B-9F41-391F715E3540}"/>
              </a:ext>
            </a:extLst>
          </p:cNvPr>
          <p:cNvSpPr txBox="1"/>
          <p:nvPr>
            <p:custDataLst>
              <p:tags r:id="rId20"/>
            </p:custDataLst>
          </p:nvPr>
        </p:nvSpPr>
        <p:spPr>
          <a:xfrm>
            <a:off x="8170159" y="2120441"/>
            <a:ext cx="3501860" cy="523967"/>
          </a:xfrm>
          <a:prstGeom prst="roundRect">
            <a:avLst>
              <a:gd name="adj" fmla="val 20345"/>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custDataLst>
              <p:tags r:id="rId21"/>
            </p:custDataLst>
          </p:nvPr>
        </p:nvSpPr>
        <p:spPr>
          <a:xfrm>
            <a:off x="5338774" y="1699280"/>
            <a:ext cx="2300630" cy="523968"/>
          </a:xfrm>
          <a:prstGeom prst="roundRect">
            <a:avLst>
              <a:gd name="adj" fmla="val 20286"/>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custDataLst>
              <p:tags r:id="rId22"/>
            </p:custDataLst>
          </p:nvPr>
        </p:nvSpPr>
        <p:spPr>
          <a:xfrm>
            <a:off x="7015459" y="4904585"/>
            <a:ext cx="3312125" cy="490859"/>
          </a:xfrm>
          <a:prstGeom prst="round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custDataLst>
              <p:tags r:id="rId23"/>
            </p:custDataLst>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custDataLst>
              <p:tags r:id="rId24"/>
            </p:custDataLst>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custDataLst>
              <p:tags r:id="rId25"/>
            </p:custDataLst>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custDataLst>
              <p:tags r:id="rId26"/>
            </p:custDataLst>
          </p:nvPr>
        </p:nvSpPr>
        <p:spPr>
          <a:xfrm>
            <a:off x="3193480" y="5441518"/>
            <a:ext cx="3106068" cy="520820"/>
          </a:xfrm>
          <a:prstGeom prst="roundRect">
            <a:avLst>
              <a:gd name="adj" fmla="val 14270"/>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err="1"/>
              <a:t>kNN</a:t>
            </a:r>
            <a:r>
              <a:rPr lang="en-US" sz="2400" noProof="0" dirty="0"/>
              <a:t> with </a:t>
            </a:r>
            <a:r>
              <a:rPr lang="en-US" sz="2400" noProof="0" dirty="0" err="1"/>
              <a:t>bitonic</a:t>
            </a:r>
            <a:r>
              <a:rPr lang="en-US" sz="2400" noProof="0" dirty="0"/>
              <a:t> sort</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custDataLst>
              <p:tags r:id="rId27"/>
            </p:custDataLst>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custDataLst>
              <p:tags r:id="rId28"/>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custDataLst>
              <p:tags r:id="rId29"/>
            </p:custDataLst>
          </p:nvPr>
        </p:nvSpPr>
        <p:spPr/>
        <p:txBody>
          <a:bodyPr/>
          <a:lstStyle/>
          <a:p>
            <a:r>
              <a:rPr lang="en-US" noProof="0"/>
              <a:t>47</a:t>
            </a:r>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custDataLst>
              <p:tags r:id="rId30"/>
            </p:custDataLst>
          </p:nvPr>
        </p:nvSpPr>
        <p:spPr>
          <a:xfrm>
            <a:off x="3818225" y="3902948"/>
            <a:ext cx="3211699" cy="510778"/>
          </a:xfrm>
          <a:prstGeom prst="roundRect">
            <a:avLst/>
          </a:prstGeom>
          <a:gradFill flip="none" rotWithShape="1">
            <a:gsLst>
              <a:gs pos="0">
                <a:schemeClr val="accent2">
                  <a:lumMod val="67000"/>
                </a:schemeClr>
              </a:gs>
              <a:gs pos="50000">
                <a:srgbClr val="8C7B14"/>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LLMs and abstractions</a:t>
            </a:r>
          </a:p>
        </p:txBody>
      </p:sp>
      <p:sp>
        <p:nvSpPr>
          <p:cNvPr id="105" name="TextBox 104">
            <a:extLst>
              <a:ext uri="{FF2B5EF4-FFF2-40B4-BE49-F238E27FC236}">
                <a16:creationId xmlns:a16="http://schemas.microsoft.com/office/drawing/2014/main" id="{34EEE70E-66B1-DBA0-D563-ADA02418E73F}"/>
              </a:ext>
            </a:extLst>
          </p:cNvPr>
          <p:cNvSpPr txBox="1"/>
          <p:nvPr>
            <p:custDataLst>
              <p:tags r:id="rId31"/>
            </p:custDataLst>
          </p:nvPr>
        </p:nvSpPr>
        <p:spPr>
          <a:xfrm rot="21191511">
            <a:off x="2323825" y="1656128"/>
            <a:ext cx="2731838" cy="461665"/>
          </a:xfrm>
          <a:prstGeom prst="rect">
            <a:avLst/>
          </a:prstGeom>
          <a:noFill/>
        </p:spPr>
        <p:txBody>
          <a:bodyPr wrap="none" rtlCol="0">
            <a:no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custDataLst>
              <p:tags r:id="rId32"/>
            </p:custDataLst>
          </p:nvPr>
        </p:nvPicPr>
        <p:blipFill>
          <a:blip>
            <a:extLst>
              <a:ext uri="{96DAC541-7B7A-43D3-8B79-37D633B846F1}">
                <asvg:svgBlip xmlns:asvg="http://schemas.microsoft.com/office/drawing/2016/SVG/main" r:embed="rId44"/>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custDataLst>
              <p:tags r:id="rId33"/>
            </p:custDataLst>
          </p:nvPr>
        </p:nvPicPr>
        <p:blipFill>
          <a:blip>
            <a:extLst>
              <a:ext uri="{96DAC541-7B7A-43D3-8B79-37D633B846F1}">
                <asvg:svgBlip xmlns:asvg="http://schemas.microsoft.com/office/drawing/2016/SVG/main" r:embed="rId44"/>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custDataLst>
              <p:tags r:id="rId34"/>
            </p:custDataLst>
          </p:nvPr>
        </p:nvPicPr>
        <p:blipFill>
          <a:blip>
            <a:extLst>
              <a:ext uri="{96DAC541-7B7A-43D3-8B79-37D633B846F1}">
                <asvg:svgBlip xmlns:asvg="http://schemas.microsoft.com/office/drawing/2016/SVG/main" r:embed="rId45"/>
              </a:ext>
            </a:extLst>
          </a:blip>
          <a:stretch>
            <a:fillRect/>
          </a:stretch>
        </p:blipFill>
        <p:spPr>
          <a:xfrm>
            <a:off x="-73665" y="380414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custDataLst>
              <p:tags r:id="rId35"/>
            </p:custDataLst>
          </p:nvPr>
        </p:nvPicPr>
        <p:blipFill>
          <a:blip>
            <a:extLst>
              <a:ext uri="{96DAC541-7B7A-43D3-8B79-37D633B846F1}">
                <asvg:svgBlip xmlns:asvg="http://schemas.microsoft.com/office/drawing/2016/SVG/main" r:embed="rId44"/>
              </a:ext>
            </a:extLst>
          </a:blip>
          <a:stretch>
            <a:fillRect/>
          </a:stretch>
        </p:blipFill>
        <p:spPr>
          <a:xfrm>
            <a:off x="1267745" y="4557585"/>
            <a:ext cx="688481" cy="688481"/>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custDataLst>
              <p:tags r:id="rId36"/>
            </p:custDataLst>
          </p:nvPr>
        </p:nvPicPr>
        <p:blipFill>
          <a:blip>
            <a:extLst>
              <a:ext uri="{96DAC541-7B7A-43D3-8B79-37D633B846F1}">
                <asvg:svgBlip xmlns:asvg="http://schemas.microsoft.com/office/drawing/2016/SVG/main" r:embed="rId46"/>
              </a:ext>
            </a:extLst>
          </a:blip>
          <a:stretch>
            <a:fillRect/>
          </a:stretch>
        </p:blipFill>
        <p:spPr>
          <a:xfrm>
            <a:off x="7535326" y="1614868"/>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custDataLst>
              <p:tags r:id="rId37"/>
            </p:custDataLst>
          </p:nvPr>
        </p:nvPicPr>
        <p:blipFill>
          <a:blip>
            <a:extLst>
              <a:ext uri="{96DAC541-7B7A-43D3-8B79-37D633B846F1}">
                <asvg:svgBlip xmlns:asvg="http://schemas.microsoft.com/office/drawing/2016/SVG/main" r:embed="rId44"/>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custDataLst>
              <p:tags r:id="rId38"/>
            </p:custDataLst>
          </p:nvPr>
        </p:nvPicPr>
        <p:blipFill>
          <a:blip>
            <a:extLst>
              <a:ext uri="{96DAC541-7B7A-43D3-8B79-37D633B846F1}">
                <asvg:svgBlip xmlns:asvg="http://schemas.microsoft.com/office/drawing/2016/SVG/main" r:embed="rId44"/>
              </a:ext>
            </a:extLst>
          </a:blip>
          <a:stretch>
            <a:fillRect/>
          </a:stretch>
        </p:blipFill>
        <p:spPr>
          <a:xfrm>
            <a:off x="10242637" y="4803784"/>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custDataLst>
              <p:tags r:id="rId39"/>
            </p:custDataLst>
          </p:nvPr>
        </p:nvPicPr>
        <p:blipFill>
          <a:blip>
            <a:extLst>
              <a:ext uri="{96DAC541-7B7A-43D3-8B79-37D633B846F1}">
                <asvg:svgBlip xmlns:asvg="http://schemas.microsoft.com/office/drawing/2016/SVG/main" r:embed="rId47"/>
              </a:ext>
            </a:extLst>
          </a:blip>
          <a:stretch>
            <a:fillRect/>
          </a:stretch>
        </p:blipFill>
        <p:spPr>
          <a:xfrm>
            <a:off x="6226770" y="5370763"/>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custDataLst>
              <p:tags r:id="rId40"/>
            </p:custDataLst>
          </p:nvPr>
        </p:nvPicPr>
        <p:blipFill>
          <a:blip>
            <a:extLst>
              <a:ext uri="{96DAC541-7B7A-43D3-8B79-37D633B846F1}">
                <asvg:svgBlip xmlns:asvg="http://schemas.microsoft.com/office/drawing/2016/SVG/main" r:embed="rId48"/>
              </a:ext>
            </a:extLst>
          </a:blip>
          <a:stretch>
            <a:fillRect/>
          </a:stretch>
        </p:blipFill>
        <p:spPr>
          <a:xfrm>
            <a:off x="6977217" y="3816317"/>
            <a:ext cx="684040" cy="68404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custDataLst>
              <p:tags r:id="rId41"/>
            </p:custDataLst>
          </p:nvPr>
        </p:nvPicPr>
        <p:blipFill>
          <a:blip>
            <a:extLst>
              <a:ext uri="{96DAC541-7B7A-43D3-8B79-37D633B846F1}">
                <asvg:svgBlip xmlns:asvg="http://schemas.microsoft.com/office/drawing/2016/SVG/main" r:embed="rId49"/>
              </a:ext>
            </a:extLst>
          </a:blip>
          <a:stretch>
            <a:fillRect/>
          </a:stretch>
        </p:blipFill>
        <p:spPr>
          <a:xfrm>
            <a:off x="6739057" y="5535157"/>
            <a:ext cx="372564" cy="372564"/>
          </a:xfrm>
          <a:prstGeom prst="rect">
            <a:avLst/>
          </a:prstGeom>
        </p:spPr>
      </p:pic>
    </p:spTree>
    <p:custDataLst>
      <p:tags r:id="rId1"/>
    </p:custDataLst>
    <p:extLst>
      <p:ext uri="{BB962C8B-B14F-4D97-AF65-F5344CB8AC3E}">
        <p14:creationId xmlns:p14="http://schemas.microsoft.com/office/powerpoint/2010/main" val="46300752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3" name="Straight Connector 42">
            <a:extLst>
              <a:ext uri="{FF2B5EF4-FFF2-40B4-BE49-F238E27FC236}">
                <a16:creationId xmlns:a16="http://schemas.microsoft.com/office/drawing/2014/main" id="{695E5EAD-8C5F-44D5-24B6-62E7988C0C83}"/>
              </a:ext>
            </a:extLst>
          </p:cNvPr>
          <p:cNvCxnSpPr/>
          <p:nvPr>
            <p:custDataLst>
              <p:tags r:id="rId2"/>
            </p:custDataLst>
          </p:nvPr>
        </p:nvCxnSpPr>
        <p:spPr>
          <a:xfrm flipH="1" flipV="1">
            <a:off x="5424075" y="4413726"/>
            <a:ext cx="3247447" cy="49085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custDataLst>
              <p:tags r:id="rId3"/>
            </p:custDataLst>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custDataLst>
              <p:tags r:id="rId4"/>
            </p:custDataLst>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custDataLst>
              <p:tags r:id="rId5"/>
            </p:custDataLst>
          </p:nvPr>
        </p:nvCxnSpPr>
        <p:spPr>
          <a:xfrm>
            <a:off x="2039312" y="3370297"/>
            <a:ext cx="682628" cy="126472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custDataLst>
              <p:tags r:id="rId6"/>
            </p:custDataLst>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custDataLst>
              <p:tags r:id="rId7"/>
            </p:custDataLst>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custDataLst>
              <p:tags r:id="rId8"/>
            </p:custDataLst>
          </p:nvPr>
        </p:nvCxnSpPr>
        <p:spPr>
          <a:xfrm flipH="1">
            <a:off x="6489089" y="1036814"/>
            <a:ext cx="2344336" cy="66246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p:cNvCxnSpPr>
          <p:nvPr>
            <p:custDataLst>
              <p:tags r:id="rId9"/>
            </p:custDataLst>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custDataLst>
              <p:tags r:id="rId10"/>
            </p:custDataLst>
          </p:nvPr>
        </p:nvCxnSpPr>
        <p:spPr>
          <a:xfrm flipV="1">
            <a:off x="4017096" y="5962338"/>
            <a:ext cx="729418" cy="35418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p:cNvCxnSpPr>
          <p:nvPr>
            <p:custDataLst>
              <p:tags r:id="rId11"/>
            </p:custDataLst>
          </p:nvPr>
        </p:nvCxnSpPr>
        <p:spPr>
          <a:xfrm rot="5400000" flipH="1" flipV="1">
            <a:off x="5727936" y="4153996"/>
            <a:ext cx="306100" cy="2268944"/>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p:cNvCxnSpPr>
          <p:nvPr>
            <p:custDataLst>
              <p:tags r:id="rId12"/>
            </p:custDataLst>
          </p:nvPr>
        </p:nvCxnSpPr>
        <p:spPr>
          <a:xfrm rot="5400000">
            <a:off x="8166220" y="3149715"/>
            <a:ext cx="2260177" cy="1249563"/>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custDataLst>
              <p:tags r:id="rId13"/>
            </p:custDataLst>
          </p:nvPr>
        </p:nvCxnSpPr>
        <p:spPr>
          <a:xfrm rot="5400000" flipH="1" flipV="1">
            <a:off x="3239916" y="760661"/>
            <a:ext cx="898255"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custDataLst>
              <p:tags r:id="rId14"/>
            </p:custDataLst>
          </p:nvPr>
        </p:nvCxnSpPr>
        <p:spPr>
          <a:xfrm flipV="1">
            <a:off x="6376588" y="2223248"/>
            <a:ext cx="112501" cy="64524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custDataLst>
              <p:tags r:id="rId15"/>
            </p:custDataLst>
          </p:nvPr>
        </p:nvCxnSpPr>
        <p:spPr>
          <a:xfrm flipH="1">
            <a:off x="6376588" y="2382425"/>
            <a:ext cx="1793571" cy="48606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p:cNvCxnSpPr>
          <p:nvPr>
            <p:custDataLst>
              <p:tags r:id="rId16"/>
            </p:custDataLst>
          </p:nvPr>
        </p:nvCxnSpPr>
        <p:spPr>
          <a:xfrm>
            <a:off x="2817222" y="3114908"/>
            <a:ext cx="2606853" cy="78804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0C2203B1-0F93-3F92-FADF-DA1FA387F65C}"/>
              </a:ext>
            </a:extLst>
          </p:cNvPr>
          <p:cNvSpPr txBox="1"/>
          <p:nvPr>
            <p:custDataLst>
              <p:tags r:id="rId17"/>
            </p:custDataLst>
          </p:nvPr>
        </p:nvSpPr>
        <p:spPr>
          <a:xfrm>
            <a:off x="1863204" y="4635026"/>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custDataLst>
              <p:tags r:id="rId18"/>
            </p:custDataLst>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custDataLst>
              <p:tags r:id="rId19"/>
            </p:custDataLst>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custDataLst>
              <p:tags r:id="rId20"/>
            </p:custDataLst>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custDataLst>
              <p:tags r:id="rId21"/>
            </p:custDataLst>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24" name="TextBox 23">
            <a:extLst>
              <a:ext uri="{FF2B5EF4-FFF2-40B4-BE49-F238E27FC236}">
                <a16:creationId xmlns:a16="http://schemas.microsoft.com/office/drawing/2014/main" id="{F05BE16C-7358-765B-9F41-391F715E3540}"/>
              </a:ext>
            </a:extLst>
          </p:cNvPr>
          <p:cNvSpPr txBox="1"/>
          <p:nvPr>
            <p:custDataLst>
              <p:tags r:id="rId22"/>
            </p:custDataLst>
          </p:nvPr>
        </p:nvSpPr>
        <p:spPr>
          <a:xfrm>
            <a:off x="8170159" y="2120441"/>
            <a:ext cx="3501860" cy="523967"/>
          </a:xfrm>
          <a:prstGeom prst="roundRect">
            <a:avLst>
              <a:gd name="adj" fmla="val 20345"/>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custDataLst>
              <p:tags r:id="rId23"/>
            </p:custDataLst>
          </p:nvPr>
        </p:nvSpPr>
        <p:spPr>
          <a:xfrm>
            <a:off x="5338774" y="1699280"/>
            <a:ext cx="2300630" cy="523968"/>
          </a:xfrm>
          <a:prstGeom prst="roundRect">
            <a:avLst>
              <a:gd name="adj" fmla="val 20286"/>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custDataLst>
              <p:tags r:id="rId24"/>
            </p:custDataLst>
          </p:nvPr>
        </p:nvSpPr>
        <p:spPr>
          <a:xfrm>
            <a:off x="7015459" y="4904585"/>
            <a:ext cx="3312125" cy="490859"/>
          </a:xfrm>
          <a:prstGeom prst="round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custDataLst>
              <p:tags r:id="rId25"/>
            </p:custDataLst>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custDataLst>
              <p:tags r:id="rId26"/>
            </p:custDataLst>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custDataLst>
              <p:tags r:id="rId27"/>
            </p:custDataLst>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custDataLst>
              <p:tags r:id="rId28"/>
            </p:custDataLst>
          </p:nvPr>
        </p:nvSpPr>
        <p:spPr>
          <a:xfrm>
            <a:off x="3193480" y="5441518"/>
            <a:ext cx="3106068" cy="520820"/>
          </a:xfrm>
          <a:prstGeom prst="roundRect">
            <a:avLst>
              <a:gd name="adj" fmla="val 14270"/>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custDataLst>
              <p:tags r:id="rId29"/>
            </p:custDataLst>
          </p:nvPr>
        </p:nvSpPr>
        <p:spPr>
          <a:xfrm>
            <a:off x="4321131" y="2868494"/>
            <a:ext cx="4110914" cy="543595"/>
          </a:xfrm>
          <a:prstGeom prst="roundRect">
            <a:avLst>
              <a:gd name="adj" fmla="val 21669"/>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custDataLst>
              <p:tags r:id="rId30"/>
            </p:custDataLst>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custDataLst>
              <p:tags r:id="rId31"/>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custDataLst>
              <p:tags r:id="rId32"/>
            </p:custDataLst>
          </p:nvPr>
        </p:nvSpPr>
        <p:spPr/>
        <p:txBody>
          <a:bodyPr/>
          <a:lstStyle/>
          <a:p>
            <a:r>
              <a:rPr lang="en-US" noProof="0"/>
              <a:t>47</a:t>
            </a:r>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custDataLst>
              <p:tags r:id="rId33"/>
            </p:custDataLst>
          </p:nvPr>
        </p:nvSpPr>
        <p:spPr>
          <a:xfrm>
            <a:off x="3818225" y="3902948"/>
            <a:ext cx="3211699" cy="510778"/>
          </a:xfrm>
          <a:prstGeom prst="roundRect">
            <a:avLst/>
          </a:prstGeom>
          <a:gradFill flip="none" rotWithShape="1">
            <a:gsLst>
              <a:gs pos="0">
                <a:schemeClr val="accent2">
                  <a:lumMod val="67000"/>
                </a:schemeClr>
              </a:gs>
              <a:gs pos="50000">
                <a:srgbClr val="8C7B14"/>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LLMs and abstractions</a:t>
            </a:r>
          </a:p>
        </p:txBody>
      </p:sp>
      <p:sp>
        <p:nvSpPr>
          <p:cNvPr id="105" name="TextBox 104">
            <a:extLst>
              <a:ext uri="{FF2B5EF4-FFF2-40B4-BE49-F238E27FC236}">
                <a16:creationId xmlns:a16="http://schemas.microsoft.com/office/drawing/2014/main" id="{34EEE70E-66B1-DBA0-D563-ADA02418E73F}"/>
              </a:ext>
            </a:extLst>
          </p:cNvPr>
          <p:cNvSpPr txBox="1"/>
          <p:nvPr>
            <p:custDataLst>
              <p:tags r:id="rId34"/>
            </p:custDataLst>
          </p:nvPr>
        </p:nvSpPr>
        <p:spPr>
          <a:xfrm rot="21191511">
            <a:off x="2323825" y="1656128"/>
            <a:ext cx="2731838" cy="461665"/>
          </a:xfrm>
          <a:prstGeom prst="rect">
            <a:avLst/>
          </a:prstGeom>
          <a:noFill/>
        </p:spPr>
        <p:txBody>
          <a:bodyPr wrap="none" rtlCol="0">
            <a:no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custDataLst>
              <p:tags r:id="rId35"/>
            </p:custDataLst>
          </p:nvPr>
        </p:nvPicPr>
        <p:blipFill>
          <a:blip>
            <a:extLst>
              <a:ext uri="{96DAC541-7B7A-43D3-8B79-37D633B846F1}">
                <asvg:svgBlip xmlns:asvg="http://schemas.microsoft.com/office/drawing/2016/SVG/main" r:embed="rId49"/>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custDataLst>
              <p:tags r:id="rId36"/>
            </p:custDataLst>
          </p:nvPr>
        </p:nvPicPr>
        <p:blipFill>
          <a:blip>
            <a:extLst>
              <a:ext uri="{96DAC541-7B7A-43D3-8B79-37D633B846F1}">
                <asvg:svgBlip xmlns:asvg="http://schemas.microsoft.com/office/drawing/2016/SVG/main" r:embed="rId49"/>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custDataLst>
              <p:tags r:id="rId37"/>
            </p:custDataLst>
          </p:nvPr>
        </p:nvPicPr>
        <p:blipFill>
          <a:blip>
            <a:extLst>
              <a:ext uri="{96DAC541-7B7A-43D3-8B79-37D633B846F1}">
                <asvg:svgBlip xmlns:asvg="http://schemas.microsoft.com/office/drawing/2016/SVG/main" r:embed="rId50"/>
              </a:ext>
            </a:extLst>
          </a:blip>
          <a:stretch>
            <a:fillRect/>
          </a:stretch>
        </p:blipFill>
        <p:spPr>
          <a:xfrm>
            <a:off x="-73665" y="380414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custDataLst>
              <p:tags r:id="rId38"/>
            </p:custDataLst>
          </p:nvPr>
        </p:nvPicPr>
        <p:blipFill>
          <a:blip>
            <a:extLst>
              <a:ext uri="{96DAC541-7B7A-43D3-8B79-37D633B846F1}">
                <asvg:svgBlip xmlns:asvg="http://schemas.microsoft.com/office/drawing/2016/SVG/main" r:embed="rId49"/>
              </a:ext>
            </a:extLst>
          </a:blip>
          <a:stretch>
            <a:fillRect/>
          </a:stretch>
        </p:blipFill>
        <p:spPr>
          <a:xfrm>
            <a:off x="1267745" y="4557585"/>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custDataLst>
              <p:tags r:id="rId39"/>
            </p:custDataLst>
          </p:nvPr>
        </p:nvPicPr>
        <p:blipFill>
          <a:blip>
            <a:extLst>
              <a:ext uri="{96DAC541-7B7A-43D3-8B79-37D633B846F1}">
                <asvg:svgBlip xmlns:asvg="http://schemas.microsoft.com/office/drawing/2016/SVG/main" r:embed="rId51"/>
              </a:ext>
            </a:extLst>
          </a:blip>
          <a:stretch>
            <a:fillRect/>
          </a:stretch>
        </p:blipFill>
        <p:spPr>
          <a:xfrm>
            <a:off x="8330988" y="2845627"/>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custDataLst>
              <p:tags r:id="rId40"/>
            </p:custDataLst>
          </p:nvPr>
        </p:nvPicPr>
        <p:blipFill>
          <a:blip>
            <a:extLst>
              <a:ext uri="{96DAC541-7B7A-43D3-8B79-37D633B846F1}">
                <asvg:svgBlip xmlns:asvg="http://schemas.microsoft.com/office/drawing/2016/SVG/main" r:embed="rId52"/>
              </a:ext>
            </a:extLst>
          </a:blip>
          <a:stretch>
            <a:fillRect/>
          </a:stretch>
        </p:blipFill>
        <p:spPr>
          <a:xfrm>
            <a:off x="7535326" y="1614868"/>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custDataLst>
              <p:tags r:id="rId41"/>
            </p:custDataLst>
          </p:nvPr>
        </p:nvPicPr>
        <p:blipFill>
          <a:blip>
            <a:extLst>
              <a:ext uri="{96DAC541-7B7A-43D3-8B79-37D633B846F1}">
                <asvg:svgBlip xmlns:asvg="http://schemas.microsoft.com/office/drawing/2016/SVG/main" r:embed="rId49"/>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custDataLst>
              <p:tags r:id="rId42"/>
            </p:custDataLst>
          </p:nvPr>
        </p:nvPicPr>
        <p:blipFill>
          <a:blip>
            <a:extLst>
              <a:ext uri="{96DAC541-7B7A-43D3-8B79-37D633B846F1}">
                <asvg:svgBlip xmlns:asvg="http://schemas.microsoft.com/office/drawing/2016/SVG/main" r:embed="rId49"/>
              </a:ext>
            </a:extLst>
          </a:blip>
          <a:stretch>
            <a:fillRect/>
          </a:stretch>
        </p:blipFill>
        <p:spPr>
          <a:xfrm>
            <a:off x="10242637" y="4803784"/>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custDataLst>
              <p:tags r:id="rId43"/>
            </p:custDataLst>
          </p:nvPr>
        </p:nvPicPr>
        <p:blipFill>
          <a:blip>
            <a:extLst>
              <a:ext uri="{96DAC541-7B7A-43D3-8B79-37D633B846F1}">
                <asvg:svgBlip xmlns:asvg="http://schemas.microsoft.com/office/drawing/2016/SVG/main" r:embed="rId51"/>
              </a:ext>
            </a:extLst>
          </a:blip>
          <a:stretch>
            <a:fillRect/>
          </a:stretch>
        </p:blipFill>
        <p:spPr>
          <a:xfrm>
            <a:off x="6226770" y="5370763"/>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custDataLst>
              <p:tags r:id="rId44"/>
            </p:custDataLst>
          </p:nvPr>
        </p:nvPicPr>
        <p:blipFill>
          <a:blip>
            <a:extLst>
              <a:ext uri="{96DAC541-7B7A-43D3-8B79-37D633B846F1}">
                <asvg:svgBlip xmlns:asvg="http://schemas.microsoft.com/office/drawing/2016/SVG/main" r:embed="rId53"/>
              </a:ext>
            </a:extLst>
          </a:blip>
          <a:stretch>
            <a:fillRect/>
          </a:stretch>
        </p:blipFill>
        <p:spPr>
          <a:xfrm>
            <a:off x="6977217" y="3816317"/>
            <a:ext cx="684040" cy="68404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custDataLst>
              <p:tags r:id="rId45"/>
            </p:custDataLst>
          </p:nvPr>
        </p:nvPicPr>
        <p:blipFill>
          <a:blip>
            <a:extLst>
              <a:ext uri="{96DAC541-7B7A-43D3-8B79-37D633B846F1}">
                <asvg:svgBlip xmlns:asvg="http://schemas.microsoft.com/office/drawing/2016/SVG/main" r:embed="rId54"/>
              </a:ext>
            </a:extLst>
          </a:blip>
          <a:stretch>
            <a:fillRect/>
          </a:stretch>
        </p:blipFill>
        <p:spPr>
          <a:xfrm>
            <a:off x="6739057" y="5535157"/>
            <a:ext cx="372564" cy="37256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custDataLst>
              <p:tags r:id="rId46"/>
            </p:custDataLst>
          </p:nvPr>
        </p:nvPicPr>
        <p:blipFill>
          <a:blip>
            <a:extLst>
              <a:ext uri="{96DAC541-7B7A-43D3-8B79-37D633B846F1}">
                <asvg:svgBlip xmlns:asvg="http://schemas.microsoft.com/office/drawing/2016/SVG/main" r:embed="rId54"/>
              </a:ext>
            </a:extLst>
          </a:blip>
          <a:stretch>
            <a:fillRect/>
          </a:stretch>
        </p:blipFill>
        <p:spPr>
          <a:xfrm>
            <a:off x="8910745" y="3001049"/>
            <a:ext cx="372564" cy="372564"/>
          </a:xfrm>
          <a:prstGeom prst="rect">
            <a:avLst/>
          </a:prstGeom>
        </p:spPr>
      </p:pic>
    </p:spTree>
    <p:custDataLst>
      <p:tags r:id="rId1"/>
    </p:custDataLst>
    <p:extLst>
      <p:ext uri="{BB962C8B-B14F-4D97-AF65-F5344CB8AC3E}">
        <p14:creationId xmlns:p14="http://schemas.microsoft.com/office/powerpoint/2010/main" val="399672117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custDataLst>
              <p:tags r:id="rId2"/>
            </p:custDataLst>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custDataLst>
              <p:tags r:id="rId4"/>
            </p:custDataLst>
          </p:nvPr>
        </p:nvSpPr>
        <p:spPr/>
        <p:txBody>
          <a:bodyPr/>
          <a:lstStyle/>
          <a:p>
            <a:r>
              <a:rPr lang="en-US" noProof="0"/>
              <a:t>48</a:t>
            </a:r>
            <a:endParaRPr lang="en-US" noProof="0" dirty="0"/>
          </a:p>
        </p:txBody>
      </p:sp>
    </p:spTree>
    <p:custDataLst>
      <p:tags r:id="rId1"/>
    </p:custDataLst>
    <p:extLst>
      <p:ext uri="{BB962C8B-B14F-4D97-AF65-F5344CB8AC3E}">
        <p14:creationId xmlns:p14="http://schemas.microsoft.com/office/powerpoint/2010/main" val="332829728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custDataLst>
              <p:tags r:id="rId2"/>
            </p:custDataLst>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custDataLst>
              <p:tags r:id="rId4"/>
            </p:custDataLst>
          </p:nvPr>
        </p:nvSpPr>
        <p:spPr/>
        <p:txBody>
          <a:bodyPr/>
          <a:lstStyle/>
          <a:p>
            <a:r>
              <a:rPr lang="en-US" noProof="0"/>
              <a:t>48</a:t>
            </a:r>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custDataLst>
              <p:tags r:id="rId5"/>
            </p:custDataLst>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custDataLst>
              <p:tags r:id="rId6"/>
            </p:custDataLst>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custDataLst>
              <p:tags r:id="rId7"/>
            </p:custDataLst>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Tree>
    <p:custDataLst>
      <p:tags r:id="rId1"/>
    </p:custDataLst>
    <p:extLst>
      <p:ext uri="{BB962C8B-B14F-4D97-AF65-F5344CB8AC3E}">
        <p14:creationId xmlns:p14="http://schemas.microsoft.com/office/powerpoint/2010/main" val="299058421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custDataLst>
              <p:tags r:id="rId2"/>
            </p:custDataLst>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custDataLst>
              <p:tags r:id="rId4"/>
            </p:custDataLst>
          </p:nvPr>
        </p:nvSpPr>
        <p:spPr/>
        <p:txBody>
          <a:bodyPr/>
          <a:lstStyle/>
          <a:p>
            <a:r>
              <a:rPr lang="en-US" noProof="0"/>
              <a:t>48</a:t>
            </a:r>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custDataLst>
              <p:tags r:id="rId5"/>
            </p:custDataLst>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custDataLst>
              <p:tags r:id="rId6"/>
            </p:custDataLst>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custDataLst>
              <p:tags r:id="rId7"/>
            </p:custDataLst>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custDataLst>
              <p:tags r:id="rId8"/>
            </p:custDataLst>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custDataLst>
              <p:tags r:id="rId9"/>
            </p:custDataLst>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custDataLst>
              <p:tags r:id="rId10"/>
            </p:custDataLst>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Tree>
    <p:custDataLst>
      <p:tags r:id="rId1"/>
    </p:custDataLst>
    <p:extLst>
      <p:ext uri="{BB962C8B-B14F-4D97-AF65-F5344CB8AC3E}">
        <p14:creationId xmlns:p14="http://schemas.microsoft.com/office/powerpoint/2010/main" val="228547278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custDataLst>
              <p:tags r:id="rId2"/>
            </p:custDataLst>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custDataLst>
              <p:tags r:id="rId4"/>
            </p:custDataLst>
          </p:nvPr>
        </p:nvSpPr>
        <p:spPr/>
        <p:txBody>
          <a:bodyPr/>
          <a:lstStyle/>
          <a:p>
            <a:r>
              <a:rPr lang="en-US" noProof="0"/>
              <a:t>48</a:t>
            </a:r>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custDataLst>
              <p:tags r:id="rId5"/>
            </p:custDataLst>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custDataLst>
              <p:tags r:id="rId6"/>
            </p:custDataLst>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custDataLst>
              <p:tags r:id="rId7"/>
            </p:custDataLst>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custDataLst>
              <p:tags r:id="rId8"/>
            </p:custDataLst>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custDataLst>
              <p:tags r:id="rId9"/>
            </p:custDataLst>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custDataLst>
              <p:tags r:id="rId10"/>
            </p:custDataLst>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custDataLst>
              <p:tags r:id="rId11"/>
            </p:custDataLst>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Tree>
    <p:custDataLst>
      <p:tags r:id="rId1"/>
    </p:custDataLst>
    <p:extLst>
      <p:ext uri="{BB962C8B-B14F-4D97-AF65-F5344CB8AC3E}">
        <p14:creationId xmlns:p14="http://schemas.microsoft.com/office/powerpoint/2010/main" val="386187508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custDataLst>
              <p:tags r:id="rId2"/>
            </p:custDataLst>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custDataLst>
              <p:tags r:id="rId4"/>
            </p:custDataLst>
          </p:nvPr>
        </p:nvSpPr>
        <p:spPr/>
        <p:txBody>
          <a:bodyPr/>
          <a:lstStyle/>
          <a:p>
            <a:r>
              <a:rPr lang="en-US" noProof="0"/>
              <a:t>48</a:t>
            </a:r>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custDataLst>
              <p:tags r:id="rId5"/>
            </p:custDataLst>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custDataLst>
              <p:tags r:id="rId6"/>
            </p:custDataLst>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custDataLst>
              <p:tags r:id="rId7"/>
            </p:custDataLst>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custDataLst>
              <p:tags r:id="rId8"/>
            </p:custDataLst>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custDataLst>
              <p:tags r:id="rId9"/>
            </p:custDataLst>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custDataLst>
              <p:tags r:id="rId10"/>
            </p:custDataLst>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custDataLst>
              <p:tags r:id="rId11"/>
            </p:custDataLst>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custDataLst>
              <p:tags r:id="rId12"/>
            </p:custDataLst>
          </p:nvPr>
        </p:nvSpPr>
        <p:spPr>
          <a:xfrm>
            <a:off x="-106641" y="176503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custDataLst>
              <p:tags r:id="rId13"/>
            </p:custDataLst>
          </p:nvPr>
        </p:nvSpPr>
        <p:spPr>
          <a:xfrm>
            <a:off x="78828" y="266098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custDataLst>
      <p:tags r:id="rId1"/>
    </p:custDataLst>
    <p:extLst>
      <p:ext uri="{BB962C8B-B14F-4D97-AF65-F5344CB8AC3E}">
        <p14:creationId xmlns:p14="http://schemas.microsoft.com/office/powerpoint/2010/main" val="244962321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custDataLst>
              <p:tags r:id="rId2"/>
            </p:custDataLst>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custDataLst>
              <p:tags r:id="rId3"/>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custDataLst>
              <p:tags r:id="rId4"/>
            </p:custDataLst>
          </p:nvPr>
        </p:nvSpPr>
        <p:spPr/>
        <p:txBody>
          <a:bodyPr/>
          <a:lstStyle/>
          <a:p>
            <a:r>
              <a:rPr lang="en-US" noProof="0"/>
              <a:t>48</a:t>
            </a:r>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custDataLst>
              <p:tags r:id="rId5"/>
            </p:custDataLst>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custDataLst>
              <p:tags r:id="rId6"/>
            </p:custDataLst>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custDataLst>
              <p:tags r:id="rId7"/>
            </p:custDataLst>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custDataLst>
              <p:tags r:id="rId8"/>
            </p:custDataLst>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custDataLst>
              <p:tags r:id="rId9"/>
            </p:custDataLst>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custDataLst>
              <p:tags r:id="rId10"/>
            </p:custDataLst>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custDataLst>
              <p:tags r:id="rId11"/>
            </p:custDataLst>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custDataLst>
              <p:tags r:id="rId12"/>
            </p:custDataLst>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custDataLst>
              <p:tags r:id="rId13"/>
            </p:custDataLst>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custDataLst>
              <p:tags r:id="rId14"/>
            </p:custDataLst>
          </p:nvPr>
        </p:nvSpPr>
        <p:spPr>
          <a:xfrm>
            <a:off x="-106641" y="176503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custDataLst>
              <p:tags r:id="rId15"/>
            </p:custDataLst>
          </p:nvPr>
        </p:nvSpPr>
        <p:spPr>
          <a:xfrm>
            <a:off x="78828" y="266098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custDataLst>
      <p:tags r:id="rId1"/>
    </p:custDataLst>
    <p:extLst>
      <p:ext uri="{BB962C8B-B14F-4D97-AF65-F5344CB8AC3E}">
        <p14:creationId xmlns:p14="http://schemas.microsoft.com/office/powerpoint/2010/main" val="1104622615"/>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custDataLst>
              <p:tags r:id="rId2"/>
            </p:custDataLst>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custDataLst>
              <p:tags r:id="rId3"/>
            </p:custDataLst>
          </p:nvPr>
        </p:nvPicPr>
        <p:blipFill>
          <a:blip r:embed="rId18">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custDataLst>
              <p:tags r:id="rId5"/>
            </p:custDataLst>
          </p:nvPr>
        </p:nvSpPr>
        <p:spPr/>
        <p:txBody>
          <a:bodyPr/>
          <a:lstStyle/>
          <a:p>
            <a:r>
              <a:rPr lang="en-US" noProof="0"/>
              <a:t>49</a:t>
            </a:r>
            <a:endParaRPr lang="en-US" noProof="0" dirty="0"/>
          </a:p>
        </p:txBody>
      </p:sp>
      <p:sp>
        <p:nvSpPr>
          <p:cNvPr id="15" name="Arrow: Down 14">
            <a:extLst>
              <a:ext uri="{FF2B5EF4-FFF2-40B4-BE49-F238E27FC236}">
                <a16:creationId xmlns:a16="http://schemas.microsoft.com/office/drawing/2014/main" id="{71F4EF2F-6E0C-390A-B96B-78A98DF8198D}"/>
              </a:ext>
            </a:extLst>
          </p:cNvPr>
          <p:cNvSpPr/>
          <p:nvPr>
            <p:custDataLst>
              <p:tags r:id="rId6"/>
            </p:custDataLst>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custDataLst>
              <p:tags r:id="rId7"/>
            </p:custDataLst>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custDataLst>
              <p:tags r:id="rId8"/>
            </p:custDataLst>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 name="Right Brace 7">
            <a:extLst>
              <a:ext uri="{FF2B5EF4-FFF2-40B4-BE49-F238E27FC236}">
                <a16:creationId xmlns:a16="http://schemas.microsoft.com/office/drawing/2014/main" id="{F6515878-1DFA-03A8-4EEB-60F2CDE02676}"/>
              </a:ext>
            </a:extLst>
          </p:cNvPr>
          <p:cNvSpPr/>
          <p:nvPr>
            <p:custDataLst>
              <p:tags r:id="rId9"/>
            </p:custDataLst>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0" name="TextBox 9">
            <a:extLst>
              <a:ext uri="{FF2B5EF4-FFF2-40B4-BE49-F238E27FC236}">
                <a16:creationId xmlns:a16="http://schemas.microsoft.com/office/drawing/2014/main" id="{97A718B6-DF4F-3AB7-40D5-7116112700F5}"/>
              </a:ext>
            </a:extLst>
          </p:cNvPr>
          <p:cNvSpPr txBox="1"/>
          <p:nvPr>
            <p:custDataLst>
              <p:tags r:id="rId10"/>
            </p:custDataLst>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1" name="Flowchart: Process 10">
            <a:extLst>
              <a:ext uri="{FF2B5EF4-FFF2-40B4-BE49-F238E27FC236}">
                <a16:creationId xmlns:a16="http://schemas.microsoft.com/office/drawing/2014/main" id="{26E37F59-4196-7649-B7D2-BB801E53E504}"/>
              </a:ext>
            </a:extLst>
          </p:cNvPr>
          <p:cNvSpPr/>
          <p:nvPr>
            <p:custDataLst>
              <p:tags r:id="rId11"/>
            </p:custDataLst>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12" name="Flowchart: Process 11">
            <a:extLst>
              <a:ext uri="{FF2B5EF4-FFF2-40B4-BE49-F238E27FC236}">
                <a16:creationId xmlns:a16="http://schemas.microsoft.com/office/drawing/2014/main" id="{9F2F22A6-86BF-4BFC-64C7-6A15CEB87151}"/>
              </a:ext>
            </a:extLst>
          </p:cNvPr>
          <p:cNvSpPr/>
          <p:nvPr>
            <p:custDataLst>
              <p:tags r:id="rId12"/>
            </p:custDataLst>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13" name="Arrow: Left-Right 12">
            <a:extLst>
              <a:ext uri="{FF2B5EF4-FFF2-40B4-BE49-F238E27FC236}">
                <a16:creationId xmlns:a16="http://schemas.microsoft.com/office/drawing/2014/main" id="{92459CEA-1CC1-7AFE-25A7-DEEB6918DF18}"/>
              </a:ext>
            </a:extLst>
          </p:cNvPr>
          <p:cNvSpPr/>
          <p:nvPr>
            <p:custDataLst>
              <p:tags r:id="rId13"/>
            </p:custDataLst>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cxnSp>
        <p:nvCxnSpPr>
          <p:cNvPr id="14" name="Straight Connector 13">
            <a:extLst>
              <a:ext uri="{FF2B5EF4-FFF2-40B4-BE49-F238E27FC236}">
                <a16:creationId xmlns:a16="http://schemas.microsoft.com/office/drawing/2014/main" id="{E43CE43A-8545-77B8-3811-4F92BAE947E3}"/>
              </a:ext>
            </a:extLst>
          </p:cNvPr>
          <p:cNvCxnSpPr>
            <a:cxnSpLocks/>
            <a:endCxn id="32" idx="0"/>
          </p:cNvCxnSpPr>
          <p:nvPr>
            <p:custDataLst>
              <p:tags r:id="rId14"/>
            </p:custDataLst>
          </p:nvPr>
        </p:nvCxnSpPr>
        <p:spPr>
          <a:xfrm flipH="1">
            <a:off x="1494066" y="5242990"/>
            <a:ext cx="112945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16BAB3F-2C66-7B11-FCB8-A349105AB726}"/>
              </a:ext>
            </a:extLst>
          </p:cNvPr>
          <p:cNvSpPr txBox="1"/>
          <p:nvPr>
            <p:custDataLst>
              <p:tags r:id="rId15"/>
            </p:custDataLst>
          </p:nvPr>
        </p:nvSpPr>
        <p:spPr>
          <a:xfrm>
            <a:off x="141578" y="5878989"/>
            <a:ext cx="2704976"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Used as regular values</a:t>
            </a:r>
          </a:p>
        </p:txBody>
      </p:sp>
    </p:spTree>
    <p:custDataLst>
      <p:tags r:id="rId1"/>
    </p:custDataLst>
    <p:extLst>
      <p:ext uri="{BB962C8B-B14F-4D97-AF65-F5344CB8AC3E}">
        <p14:creationId xmlns:p14="http://schemas.microsoft.com/office/powerpoint/2010/main" val="66225081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custDataLst>
              <p:tags r:id="rId2"/>
            </p:custDataLst>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custDataLst>
              <p:tags r:id="rId3"/>
            </p:custDataLst>
          </p:nvPr>
        </p:nvPicPr>
        <p:blipFill>
          <a:blip r:embed="rId24">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custDataLst>
              <p:tags r:id="rId4"/>
            </p:custDataLst>
          </p:nvPr>
        </p:nvPicPr>
        <p:blipFill>
          <a:blip r:embed="rId25"/>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custDataLst>
              <p:tags r:id="rId5"/>
            </p:custDataLst>
          </p:nvPr>
        </p:nvPicPr>
        <p:blipFill>
          <a:blip r:embed="rId26"/>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custDataLst>
              <p:tags r:id="rId6"/>
            </p:custDataLst>
          </p:nvPr>
        </p:nvPicPr>
        <p:blipFill>
          <a:blip r:embed="rId27"/>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custDataLst>
              <p:tags r:id="rId7"/>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custDataLst>
              <p:tags r:id="rId8"/>
            </p:custDataLst>
          </p:nvPr>
        </p:nvSpPr>
        <p:spPr/>
        <p:txBody>
          <a:bodyPr/>
          <a:lstStyle/>
          <a:p>
            <a:r>
              <a:rPr lang="en-US" noProof="0"/>
              <a:t>49</a:t>
            </a:r>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custDataLst>
              <p:tags r:id="rId9"/>
            </p:custDataLst>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custDataLst>
              <p:tags r:id="rId10"/>
            </p:custDataLst>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custDataLst>
              <p:tags r:id="rId11"/>
            </p:custDataLst>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custDataLst>
              <p:tags r:id="rId12"/>
            </p:custDataLst>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custDataLst>
              <p:tags r:id="rId13"/>
            </p:custDataLst>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custDataLst>
              <p:tags r:id="rId14"/>
            </p:custDataLst>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 name="Right Brace 7">
            <a:extLst>
              <a:ext uri="{FF2B5EF4-FFF2-40B4-BE49-F238E27FC236}">
                <a16:creationId xmlns:a16="http://schemas.microsoft.com/office/drawing/2014/main" id="{F6515878-1DFA-03A8-4EEB-60F2CDE02676}"/>
              </a:ext>
            </a:extLst>
          </p:cNvPr>
          <p:cNvSpPr/>
          <p:nvPr>
            <p:custDataLst>
              <p:tags r:id="rId15"/>
            </p:custDataLst>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0" name="TextBox 9">
            <a:extLst>
              <a:ext uri="{FF2B5EF4-FFF2-40B4-BE49-F238E27FC236}">
                <a16:creationId xmlns:a16="http://schemas.microsoft.com/office/drawing/2014/main" id="{97A718B6-DF4F-3AB7-40D5-7116112700F5}"/>
              </a:ext>
            </a:extLst>
          </p:cNvPr>
          <p:cNvSpPr txBox="1"/>
          <p:nvPr>
            <p:custDataLst>
              <p:tags r:id="rId16"/>
            </p:custDataLst>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1" name="Flowchart: Process 10">
            <a:extLst>
              <a:ext uri="{FF2B5EF4-FFF2-40B4-BE49-F238E27FC236}">
                <a16:creationId xmlns:a16="http://schemas.microsoft.com/office/drawing/2014/main" id="{26E37F59-4196-7649-B7D2-BB801E53E504}"/>
              </a:ext>
            </a:extLst>
          </p:cNvPr>
          <p:cNvSpPr/>
          <p:nvPr>
            <p:custDataLst>
              <p:tags r:id="rId17"/>
            </p:custDataLst>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12" name="Flowchart: Process 11">
            <a:extLst>
              <a:ext uri="{FF2B5EF4-FFF2-40B4-BE49-F238E27FC236}">
                <a16:creationId xmlns:a16="http://schemas.microsoft.com/office/drawing/2014/main" id="{9F2F22A6-86BF-4BFC-64C7-6A15CEB87151}"/>
              </a:ext>
            </a:extLst>
          </p:cNvPr>
          <p:cNvSpPr/>
          <p:nvPr>
            <p:custDataLst>
              <p:tags r:id="rId18"/>
            </p:custDataLst>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13" name="Arrow: Left-Right 12">
            <a:extLst>
              <a:ext uri="{FF2B5EF4-FFF2-40B4-BE49-F238E27FC236}">
                <a16:creationId xmlns:a16="http://schemas.microsoft.com/office/drawing/2014/main" id="{92459CEA-1CC1-7AFE-25A7-DEEB6918DF18}"/>
              </a:ext>
            </a:extLst>
          </p:cNvPr>
          <p:cNvSpPr/>
          <p:nvPr>
            <p:custDataLst>
              <p:tags r:id="rId19"/>
            </p:custDataLst>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cxnSp>
        <p:nvCxnSpPr>
          <p:cNvPr id="14" name="Straight Connector 13">
            <a:extLst>
              <a:ext uri="{FF2B5EF4-FFF2-40B4-BE49-F238E27FC236}">
                <a16:creationId xmlns:a16="http://schemas.microsoft.com/office/drawing/2014/main" id="{E43CE43A-8545-77B8-3811-4F92BAE947E3}"/>
              </a:ext>
            </a:extLst>
          </p:cNvPr>
          <p:cNvCxnSpPr>
            <a:cxnSpLocks/>
            <a:endCxn id="32" idx="0"/>
          </p:cNvCxnSpPr>
          <p:nvPr>
            <p:custDataLst>
              <p:tags r:id="rId20"/>
            </p:custDataLst>
          </p:nvPr>
        </p:nvCxnSpPr>
        <p:spPr>
          <a:xfrm flipH="1">
            <a:off x="1494066" y="5242990"/>
            <a:ext cx="112945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16BAB3F-2C66-7B11-FCB8-A349105AB726}"/>
              </a:ext>
            </a:extLst>
          </p:cNvPr>
          <p:cNvSpPr txBox="1"/>
          <p:nvPr>
            <p:custDataLst>
              <p:tags r:id="rId21"/>
            </p:custDataLst>
          </p:nvPr>
        </p:nvSpPr>
        <p:spPr>
          <a:xfrm>
            <a:off x="141578" y="5878989"/>
            <a:ext cx="2704976"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Used as regular values</a:t>
            </a:r>
          </a:p>
        </p:txBody>
      </p:sp>
    </p:spTree>
    <p:custDataLst>
      <p:tags r:id="rId1"/>
    </p:custDataLst>
    <p:extLst>
      <p:ext uri="{BB962C8B-B14F-4D97-AF65-F5344CB8AC3E}">
        <p14:creationId xmlns:p14="http://schemas.microsoft.com/office/powerpoint/2010/main" val="343459561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070AC3FA-1C78-CE3D-4F65-A3A7613718DC}"/>
              </a:ext>
            </a:extLst>
          </p:cNvPr>
          <p:cNvPicPr>
            <a:picLocks noChangeAspect="1"/>
          </p:cNvPicPr>
          <p:nvPr>
            <p:custDataLst>
              <p:tags r:id="rId2"/>
            </p:custDataLst>
          </p:nvPr>
        </p:nvPicPr>
        <p:blipFill>
          <a:blip r:embed="rId8"/>
          <a:stretch>
            <a:fillRect/>
          </a:stretch>
        </p:blipFill>
        <p:spPr>
          <a:xfrm>
            <a:off x="93090" y="1394231"/>
            <a:ext cx="10180320" cy="4113183"/>
          </a:xfrm>
          <a:prstGeom prst="rect">
            <a:avLst/>
          </a:prstGeom>
        </p:spPr>
      </p:pic>
      <p:sp>
        <p:nvSpPr>
          <p:cNvPr id="2" name="Title 1">
            <a:extLst>
              <a:ext uri="{FF2B5EF4-FFF2-40B4-BE49-F238E27FC236}">
                <a16:creationId xmlns:a16="http://schemas.microsoft.com/office/drawing/2014/main" id="{0B31333D-65C9-99FE-A895-52D7BE3D9857}"/>
              </a:ext>
            </a:extLst>
          </p:cNvPr>
          <p:cNvSpPr>
            <a:spLocks noGrp="1"/>
          </p:cNvSpPr>
          <p:nvPr>
            <p:ph type="title"/>
            <p:custDataLst>
              <p:tags r:id="rId3"/>
            </p:custDataLst>
          </p:nvPr>
        </p:nvSpPr>
        <p:spPr/>
        <p:txBody>
          <a:bodyPr/>
          <a:lstStyle/>
          <a:p>
            <a:r>
              <a:rPr lang="en-US" noProof="0" dirty="0"/>
              <a:t>Code metrics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custDataLst>
              <p:tags r:id="rId5"/>
            </p:custDataLst>
          </p:nvPr>
        </p:nvSpPr>
        <p:spPr/>
        <p:txBody>
          <a:bodyPr/>
          <a:lstStyle/>
          <a:p>
            <a:r>
              <a:rPr lang="en-US" noProof="0"/>
              <a:t>50</a:t>
            </a:r>
            <a:endParaRPr lang="en-US" noProof="0" dirty="0"/>
          </a:p>
        </p:txBody>
      </p:sp>
    </p:spTree>
    <p:custDataLst>
      <p:tags r:id="rId1"/>
    </p:custDataLst>
    <p:extLst>
      <p:ext uri="{BB962C8B-B14F-4D97-AF65-F5344CB8AC3E}">
        <p14:creationId xmlns:p14="http://schemas.microsoft.com/office/powerpoint/2010/main" val="393879258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070AC3FA-1C78-CE3D-4F65-A3A7613718DC}"/>
              </a:ext>
            </a:extLst>
          </p:cNvPr>
          <p:cNvPicPr>
            <a:picLocks noChangeAspect="1"/>
          </p:cNvPicPr>
          <p:nvPr>
            <p:custDataLst>
              <p:tags r:id="rId2"/>
            </p:custDataLst>
          </p:nvPr>
        </p:nvPicPr>
        <p:blipFill>
          <a:blip r:embed="rId17"/>
          <a:stretch>
            <a:fillRect/>
          </a:stretch>
        </p:blipFill>
        <p:spPr>
          <a:xfrm>
            <a:off x="93090" y="1394231"/>
            <a:ext cx="10180320" cy="4113183"/>
          </a:xfrm>
          <a:prstGeom prst="rect">
            <a:avLst/>
          </a:prstGeom>
        </p:spPr>
      </p:pic>
      <p:sp>
        <p:nvSpPr>
          <p:cNvPr id="6" name="Oval 5">
            <a:extLst>
              <a:ext uri="{FF2B5EF4-FFF2-40B4-BE49-F238E27FC236}">
                <a16:creationId xmlns:a16="http://schemas.microsoft.com/office/drawing/2014/main" id="{A32B97BC-3800-ACC5-7BFA-50147B7B6D49}"/>
              </a:ext>
            </a:extLst>
          </p:cNvPr>
          <p:cNvSpPr/>
          <p:nvPr>
            <p:custDataLst>
              <p:tags r:id="rId3"/>
            </p:custDataLst>
          </p:nvPr>
        </p:nvSpPr>
        <p:spPr>
          <a:xfrm>
            <a:off x="8447434" y="2257837"/>
            <a:ext cx="1449255" cy="94608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custDataLst>
              <p:tags r:id="rId4"/>
            </p:custDataLst>
          </p:nvPr>
        </p:nvSpPr>
        <p:spPr>
          <a:xfrm>
            <a:off x="8372690" y="3629267"/>
            <a:ext cx="1523999" cy="89151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custDataLst>
              <p:tags r:id="rId5"/>
            </p:custDataLst>
          </p:nvPr>
        </p:nvSpPr>
        <p:spPr/>
        <p:txBody>
          <a:bodyPr/>
          <a:lstStyle/>
          <a:p>
            <a:r>
              <a:rPr lang="en-US" noProof="0" dirty="0"/>
              <a:t>Code metrics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custDataLst>
              <p:tags r:id="rId6"/>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custDataLst>
              <p:tags r:id="rId7"/>
            </p:custDataLst>
          </p:nvPr>
        </p:nvSpPr>
        <p:spPr/>
        <p:txBody>
          <a:bodyPr/>
          <a:lstStyle/>
          <a:p>
            <a:r>
              <a:rPr lang="en-US" noProof="0"/>
              <a:t>50</a:t>
            </a:r>
            <a:endParaRPr lang="en-US" noProof="0" dirty="0"/>
          </a:p>
        </p:txBody>
      </p:sp>
      <p:sp>
        <p:nvSpPr>
          <p:cNvPr id="7" name="TextBox 6">
            <a:extLst>
              <a:ext uri="{FF2B5EF4-FFF2-40B4-BE49-F238E27FC236}">
                <a16:creationId xmlns:a16="http://schemas.microsoft.com/office/drawing/2014/main" id="{7859C2BD-F5BA-A488-11E4-2C22ACB78A0F}"/>
              </a:ext>
            </a:extLst>
          </p:cNvPr>
          <p:cNvSpPr txBox="1"/>
          <p:nvPr>
            <p:custDataLst>
              <p:tags r:id="rId8"/>
            </p:custDataLst>
          </p:nvPr>
        </p:nvSpPr>
        <p:spPr>
          <a:xfrm>
            <a:off x="4494780" y="643135"/>
            <a:ext cx="3527048" cy="578882"/>
          </a:xfrm>
          <a:prstGeom prst="roundRect">
            <a:avLst/>
          </a:prstGeom>
          <a:gradFill>
            <a:gsLst>
              <a:gs pos="0">
                <a:srgbClr val="E1A3A3"/>
              </a:gs>
              <a:gs pos="50000">
                <a:srgbClr val="D69696"/>
              </a:gs>
              <a:gs pos="100000">
                <a:srgbClr val="DC9696"/>
              </a:gs>
            </a:gsLst>
          </a:gradFill>
          <a:ln w="19050">
            <a:solidFill>
              <a:srgbClr val="FF0000"/>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Slightly more verbose</a:t>
            </a:r>
          </a:p>
        </p:txBody>
      </p:sp>
      <p:cxnSp>
        <p:nvCxnSpPr>
          <p:cNvPr id="11" name="Straight Connector 10">
            <a:extLst>
              <a:ext uri="{FF2B5EF4-FFF2-40B4-BE49-F238E27FC236}">
                <a16:creationId xmlns:a16="http://schemas.microsoft.com/office/drawing/2014/main" id="{CA8136D9-C585-21C8-F43F-1916F4B73BA7}"/>
              </a:ext>
            </a:extLst>
          </p:cNvPr>
          <p:cNvCxnSpPr>
            <a:cxnSpLocks/>
            <a:stCxn id="6" idx="1"/>
            <a:endCxn id="7" idx="2"/>
          </p:cNvCxnSpPr>
          <p:nvPr>
            <p:custDataLst>
              <p:tags r:id="rId9"/>
            </p:custDataLst>
          </p:nvPr>
        </p:nvCxnSpPr>
        <p:spPr>
          <a:xfrm flipH="1" flipV="1">
            <a:off x="6258304" y="1222017"/>
            <a:ext cx="2401368" cy="117437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C6FA21F2-553A-B049-D946-099C05E7CF52}"/>
              </a:ext>
            </a:extLst>
          </p:cNvPr>
          <p:cNvCxnSpPr>
            <a:cxnSpLocks/>
            <a:stCxn id="12" idx="1"/>
            <a:endCxn id="7" idx="2"/>
          </p:cNvCxnSpPr>
          <p:nvPr>
            <p:custDataLst>
              <p:tags r:id="rId10"/>
            </p:custDataLst>
          </p:nvPr>
        </p:nvCxnSpPr>
        <p:spPr>
          <a:xfrm flipH="1" flipV="1">
            <a:off x="6258304" y="1222017"/>
            <a:ext cx="2337570" cy="2537809"/>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4B538ECA-EA93-B903-6AE2-0B4D637D5317}"/>
              </a:ext>
            </a:extLst>
          </p:cNvPr>
          <p:cNvCxnSpPr>
            <a:cxnSpLocks/>
          </p:cNvCxnSpPr>
          <p:nvPr>
            <p:custDataLst>
              <p:tags r:id="rId11"/>
            </p:custDataLst>
          </p:nvPr>
        </p:nvCxnSpPr>
        <p:spPr>
          <a:xfrm flipH="1">
            <a:off x="443756" y="4444715"/>
            <a:ext cx="2139900"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FEBC69EF-7343-1C60-8471-2A3B60BC25A3}"/>
              </a:ext>
            </a:extLst>
          </p:cNvPr>
          <p:cNvCxnSpPr>
            <a:cxnSpLocks/>
          </p:cNvCxnSpPr>
          <p:nvPr>
            <p:custDataLst>
              <p:tags r:id="rId12"/>
            </p:custDataLst>
          </p:nvPr>
        </p:nvCxnSpPr>
        <p:spPr>
          <a:xfrm flipH="1">
            <a:off x="424706" y="4008946"/>
            <a:ext cx="2668538"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A9EB04D-E001-1A10-94AE-94E7BF017C11}"/>
              </a:ext>
            </a:extLst>
          </p:cNvPr>
          <p:cNvCxnSpPr>
            <a:cxnSpLocks/>
          </p:cNvCxnSpPr>
          <p:nvPr>
            <p:custDataLst>
              <p:tags r:id="rId13"/>
            </p:custDataLst>
          </p:nvPr>
        </p:nvCxnSpPr>
        <p:spPr>
          <a:xfrm flipH="1">
            <a:off x="443756" y="2637346"/>
            <a:ext cx="2368500"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FBD0A64-EC84-1B63-0414-355DA48CE37C}"/>
              </a:ext>
            </a:extLst>
          </p:cNvPr>
          <p:cNvCxnSpPr>
            <a:cxnSpLocks/>
          </p:cNvCxnSpPr>
          <p:nvPr>
            <p:custDataLst>
              <p:tags r:id="rId14"/>
            </p:custDataLst>
          </p:nvPr>
        </p:nvCxnSpPr>
        <p:spPr>
          <a:xfrm flipH="1">
            <a:off x="424706" y="3073115"/>
            <a:ext cx="1763663"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spTree>
    <p:custDataLst>
      <p:tags r:id="rId1"/>
    </p:custDataLst>
    <p:extLst>
      <p:ext uri="{BB962C8B-B14F-4D97-AF65-F5344CB8AC3E}">
        <p14:creationId xmlns:p14="http://schemas.microsoft.com/office/powerpoint/2010/main" val="416646927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070AC3FA-1C78-CE3D-4F65-A3A7613718DC}"/>
              </a:ext>
            </a:extLst>
          </p:cNvPr>
          <p:cNvPicPr>
            <a:picLocks noChangeAspect="1"/>
          </p:cNvPicPr>
          <p:nvPr>
            <p:custDataLst>
              <p:tags r:id="rId2"/>
            </p:custDataLst>
          </p:nvPr>
        </p:nvPicPr>
        <p:blipFill>
          <a:blip r:embed="rId21"/>
          <a:stretch>
            <a:fillRect/>
          </a:stretch>
        </p:blipFill>
        <p:spPr>
          <a:xfrm>
            <a:off x="93090" y="1394231"/>
            <a:ext cx="10180320" cy="4113183"/>
          </a:xfrm>
          <a:prstGeom prst="rect">
            <a:avLst/>
          </a:prstGeom>
        </p:spPr>
      </p:pic>
      <p:sp>
        <p:nvSpPr>
          <p:cNvPr id="6" name="Oval 5">
            <a:extLst>
              <a:ext uri="{FF2B5EF4-FFF2-40B4-BE49-F238E27FC236}">
                <a16:creationId xmlns:a16="http://schemas.microsoft.com/office/drawing/2014/main" id="{A32B97BC-3800-ACC5-7BFA-50147B7B6D49}"/>
              </a:ext>
            </a:extLst>
          </p:cNvPr>
          <p:cNvSpPr/>
          <p:nvPr>
            <p:custDataLst>
              <p:tags r:id="rId3"/>
            </p:custDataLst>
          </p:nvPr>
        </p:nvSpPr>
        <p:spPr>
          <a:xfrm>
            <a:off x="8447434" y="2257837"/>
            <a:ext cx="1449255" cy="94608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custDataLst>
              <p:tags r:id="rId4"/>
            </p:custDataLst>
          </p:nvPr>
        </p:nvSpPr>
        <p:spPr>
          <a:xfrm>
            <a:off x="8417978" y="3220336"/>
            <a:ext cx="1433421" cy="433747"/>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custDataLst>
              <p:tags r:id="rId5"/>
            </p:custDataLst>
          </p:nvPr>
        </p:nvSpPr>
        <p:spPr>
          <a:xfrm>
            <a:off x="8372690" y="3629267"/>
            <a:ext cx="1523999" cy="89151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custDataLst>
              <p:tags r:id="rId6"/>
            </p:custDataLst>
          </p:nvPr>
        </p:nvSpPr>
        <p:spPr/>
        <p:txBody>
          <a:bodyPr/>
          <a:lstStyle/>
          <a:p>
            <a:r>
              <a:rPr lang="en-US" noProof="0" dirty="0"/>
              <a:t>Code metrics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custDataLst>
              <p:tags r:id="rId7"/>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custDataLst>
              <p:tags r:id="rId8"/>
            </p:custDataLst>
          </p:nvPr>
        </p:nvSpPr>
        <p:spPr/>
        <p:txBody>
          <a:bodyPr/>
          <a:lstStyle/>
          <a:p>
            <a:r>
              <a:rPr lang="en-US" noProof="0"/>
              <a:t>50</a:t>
            </a:r>
            <a:endParaRPr lang="en-US" noProof="0" dirty="0"/>
          </a:p>
        </p:txBody>
      </p:sp>
      <p:sp>
        <p:nvSpPr>
          <p:cNvPr id="7" name="TextBox 6">
            <a:extLst>
              <a:ext uri="{FF2B5EF4-FFF2-40B4-BE49-F238E27FC236}">
                <a16:creationId xmlns:a16="http://schemas.microsoft.com/office/drawing/2014/main" id="{7859C2BD-F5BA-A488-11E4-2C22ACB78A0F}"/>
              </a:ext>
            </a:extLst>
          </p:cNvPr>
          <p:cNvSpPr txBox="1"/>
          <p:nvPr>
            <p:custDataLst>
              <p:tags r:id="rId9"/>
            </p:custDataLst>
          </p:nvPr>
        </p:nvSpPr>
        <p:spPr>
          <a:xfrm>
            <a:off x="4494780" y="643135"/>
            <a:ext cx="3527048" cy="578882"/>
          </a:xfrm>
          <a:prstGeom prst="roundRect">
            <a:avLst/>
          </a:prstGeom>
          <a:gradFill>
            <a:gsLst>
              <a:gs pos="0">
                <a:srgbClr val="E1A3A3"/>
              </a:gs>
              <a:gs pos="50000">
                <a:srgbClr val="D69696"/>
              </a:gs>
              <a:gs pos="100000">
                <a:srgbClr val="DC9696"/>
              </a:gs>
            </a:gsLst>
          </a:gradFill>
          <a:ln w="19050">
            <a:solidFill>
              <a:srgbClr val="FF0000"/>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Slightly more verbose</a:t>
            </a:r>
          </a:p>
        </p:txBody>
      </p:sp>
      <p:cxnSp>
        <p:nvCxnSpPr>
          <p:cNvPr id="11" name="Straight Connector 10">
            <a:extLst>
              <a:ext uri="{FF2B5EF4-FFF2-40B4-BE49-F238E27FC236}">
                <a16:creationId xmlns:a16="http://schemas.microsoft.com/office/drawing/2014/main" id="{CA8136D9-C585-21C8-F43F-1916F4B73BA7}"/>
              </a:ext>
            </a:extLst>
          </p:cNvPr>
          <p:cNvCxnSpPr>
            <a:cxnSpLocks/>
            <a:stCxn id="6" idx="1"/>
            <a:endCxn id="7" idx="2"/>
          </p:cNvCxnSpPr>
          <p:nvPr>
            <p:custDataLst>
              <p:tags r:id="rId10"/>
            </p:custDataLst>
          </p:nvPr>
        </p:nvCxnSpPr>
        <p:spPr>
          <a:xfrm flipH="1" flipV="1">
            <a:off x="6258304" y="1222017"/>
            <a:ext cx="2401368" cy="117437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C6FA21F2-553A-B049-D946-099C05E7CF52}"/>
              </a:ext>
            </a:extLst>
          </p:cNvPr>
          <p:cNvCxnSpPr>
            <a:cxnSpLocks/>
            <a:stCxn id="12" idx="1"/>
            <a:endCxn id="7" idx="2"/>
          </p:cNvCxnSpPr>
          <p:nvPr>
            <p:custDataLst>
              <p:tags r:id="rId11"/>
            </p:custDataLst>
          </p:nvPr>
        </p:nvCxnSpPr>
        <p:spPr>
          <a:xfrm flipH="1" flipV="1">
            <a:off x="6258304" y="1222017"/>
            <a:ext cx="2337570" cy="2537809"/>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E9B890DD-3E8E-4986-8252-8F93582597DE}"/>
              </a:ext>
            </a:extLst>
          </p:cNvPr>
          <p:cNvSpPr txBox="1"/>
          <p:nvPr>
            <p:custDataLst>
              <p:tags r:id="rId12"/>
            </p:custDataLst>
          </p:nvPr>
        </p:nvSpPr>
        <p:spPr>
          <a:xfrm>
            <a:off x="2886552" y="5523148"/>
            <a:ext cx="425052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Less complex control flow</a:t>
            </a:r>
          </a:p>
        </p:txBody>
      </p:sp>
      <p:cxnSp>
        <p:nvCxnSpPr>
          <p:cNvPr id="30" name="Straight Connector 29">
            <a:extLst>
              <a:ext uri="{FF2B5EF4-FFF2-40B4-BE49-F238E27FC236}">
                <a16:creationId xmlns:a16="http://schemas.microsoft.com/office/drawing/2014/main" id="{5B97DB35-61F2-17C7-4287-77006A04D535}"/>
              </a:ext>
            </a:extLst>
          </p:cNvPr>
          <p:cNvCxnSpPr>
            <a:stCxn id="23" idx="3"/>
            <a:endCxn id="10" idx="3"/>
          </p:cNvCxnSpPr>
          <p:nvPr>
            <p:custDataLst>
              <p:tags r:id="rId13"/>
            </p:custDataLst>
          </p:nvPr>
        </p:nvCxnSpPr>
        <p:spPr>
          <a:xfrm flipV="1">
            <a:off x="7137073" y="3590562"/>
            <a:ext cx="1490825" cy="2222027"/>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cxnSp>
        <p:nvCxnSpPr>
          <p:cNvPr id="49" name="Straight Connector 48">
            <a:extLst>
              <a:ext uri="{FF2B5EF4-FFF2-40B4-BE49-F238E27FC236}">
                <a16:creationId xmlns:a16="http://schemas.microsoft.com/office/drawing/2014/main" id="{4B538ECA-EA93-B903-6AE2-0B4D637D5317}"/>
              </a:ext>
            </a:extLst>
          </p:cNvPr>
          <p:cNvCxnSpPr>
            <a:cxnSpLocks/>
          </p:cNvCxnSpPr>
          <p:nvPr>
            <p:custDataLst>
              <p:tags r:id="rId14"/>
            </p:custDataLst>
          </p:nvPr>
        </p:nvCxnSpPr>
        <p:spPr>
          <a:xfrm flipH="1">
            <a:off x="443756" y="4444715"/>
            <a:ext cx="2139900"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FEBC69EF-7343-1C60-8471-2A3B60BC25A3}"/>
              </a:ext>
            </a:extLst>
          </p:cNvPr>
          <p:cNvCxnSpPr>
            <a:cxnSpLocks/>
          </p:cNvCxnSpPr>
          <p:nvPr>
            <p:custDataLst>
              <p:tags r:id="rId15"/>
            </p:custDataLst>
          </p:nvPr>
        </p:nvCxnSpPr>
        <p:spPr>
          <a:xfrm flipH="1">
            <a:off x="424706" y="4008946"/>
            <a:ext cx="2668538"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A9EB04D-E001-1A10-94AE-94E7BF017C11}"/>
              </a:ext>
            </a:extLst>
          </p:cNvPr>
          <p:cNvCxnSpPr>
            <a:cxnSpLocks/>
          </p:cNvCxnSpPr>
          <p:nvPr>
            <p:custDataLst>
              <p:tags r:id="rId16"/>
            </p:custDataLst>
          </p:nvPr>
        </p:nvCxnSpPr>
        <p:spPr>
          <a:xfrm flipH="1">
            <a:off x="443756" y="2637346"/>
            <a:ext cx="2368500"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FBD0A64-EC84-1B63-0414-355DA48CE37C}"/>
              </a:ext>
            </a:extLst>
          </p:cNvPr>
          <p:cNvCxnSpPr>
            <a:cxnSpLocks/>
          </p:cNvCxnSpPr>
          <p:nvPr>
            <p:custDataLst>
              <p:tags r:id="rId17"/>
            </p:custDataLst>
          </p:nvPr>
        </p:nvCxnSpPr>
        <p:spPr>
          <a:xfrm flipH="1">
            <a:off x="424706" y="3073115"/>
            <a:ext cx="1763663"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ACAC765E-E823-B48A-C7B1-7D1D771C0FF1}"/>
              </a:ext>
            </a:extLst>
          </p:cNvPr>
          <p:cNvCxnSpPr>
            <a:cxnSpLocks/>
          </p:cNvCxnSpPr>
          <p:nvPr>
            <p:custDataLst>
              <p:tags r:id="rId18"/>
            </p:custDataLst>
          </p:nvPr>
        </p:nvCxnSpPr>
        <p:spPr>
          <a:xfrm>
            <a:off x="411732" y="3604140"/>
            <a:ext cx="2872012" cy="0"/>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spTree>
    <p:custDataLst>
      <p:tags r:id="rId1"/>
    </p:custDataLst>
    <p:extLst>
      <p:ext uri="{BB962C8B-B14F-4D97-AF65-F5344CB8AC3E}">
        <p14:creationId xmlns:p14="http://schemas.microsoft.com/office/powerpoint/2010/main" val="741433583"/>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070AC3FA-1C78-CE3D-4F65-A3A7613718DC}"/>
              </a:ext>
            </a:extLst>
          </p:cNvPr>
          <p:cNvPicPr>
            <a:picLocks noChangeAspect="1"/>
          </p:cNvPicPr>
          <p:nvPr>
            <p:custDataLst>
              <p:tags r:id="rId2"/>
            </p:custDataLst>
          </p:nvPr>
        </p:nvPicPr>
        <p:blipFill>
          <a:blip r:embed="rId26"/>
          <a:stretch>
            <a:fillRect/>
          </a:stretch>
        </p:blipFill>
        <p:spPr>
          <a:xfrm>
            <a:off x="93090" y="1394231"/>
            <a:ext cx="10180320" cy="4113183"/>
          </a:xfrm>
          <a:prstGeom prst="rect">
            <a:avLst/>
          </a:prstGeom>
        </p:spPr>
      </p:pic>
      <p:sp>
        <p:nvSpPr>
          <p:cNvPr id="6" name="Oval 5">
            <a:extLst>
              <a:ext uri="{FF2B5EF4-FFF2-40B4-BE49-F238E27FC236}">
                <a16:creationId xmlns:a16="http://schemas.microsoft.com/office/drawing/2014/main" id="{A32B97BC-3800-ACC5-7BFA-50147B7B6D49}"/>
              </a:ext>
            </a:extLst>
          </p:cNvPr>
          <p:cNvSpPr/>
          <p:nvPr>
            <p:custDataLst>
              <p:tags r:id="rId3"/>
            </p:custDataLst>
          </p:nvPr>
        </p:nvSpPr>
        <p:spPr>
          <a:xfrm>
            <a:off x="8447434" y="2257837"/>
            <a:ext cx="1449255" cy="94608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custDataLst>
              <p:tags r:id="rId4"/>
            </p:custDataLst>
          </p:nvPr>
        </p:nvSpPr>
        <p:spPr>
          <a:xfrm>
            <a:off x="8417978" y="3220336"/>
            <a:ext cx="1433421" cy="433747"/>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custDataLst>
              <p:tags r:id="rId5"/>
            </p:custDataLst>
          </p:nvPr>
        </p:nvSpPr>
        <p:spPr>
          <a:xfrm>
            <a:off x="8372690" y="3629267"/>
            <a:ext cx="1523999" cy="89151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custDataLst>
              <p:tags r:id="rId6"/>
            </p:custDataLst>
          </p:nvPr>
        </p:nvSpPr>
        <p:spPr>
          <a:xfrm>
            <a:off x="8447434" y="4587549"/>
            <a:ext cx="1433421" cy="906813"/>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custDataLst>
              <p:tags r:id="rId7"/>
            </p:custDataLst>
          </p:nvPr>
        </p:nvSpPr>
        <p:spPr/>
        <p:txBody>
          <a:bodyPr/>
          <a:lstStyle/>
          <a:p>
            <a:r>
              <a:rPr lang="en-US" noProof="0" dirty="0"/>
              <a:t>Code metrics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custDataLst>
              <p:tags r:id="rId8"/>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custDataLst>
              <p:tags r:id="rId9"/>
            </p:custDataLst>
          </p:nvPr>
        </p:nvSpPr>
        <p:spPr/>
        <p:txBody>
          <a:bodyPr/>
          <a:lstStyle/>
          <a:p>
            <a:r>
              <a:rPr lang="en-US" noProof="0"/>
              <a:t>50</a:t>
            </a:r>
            <a:endParaRPr lang="en-US" noProof="0" dirty="0"/>
          </a:p>
        </p:txBody>
      </p:sp>
      <p:sp>
        <p:nvSpPr>
          <p:cNvPr id="7" name="TextBox 6">
            <a:extLst>
              <a:ext uri="{FF2B5EF4-FFF2-40B4-BE49-F238E27FC236}">
                <a16:creationId xmlns:a16="http://schemas.microsoft.com/office/drawing/2014/main" id="{7859C2BD-F5BA-A488-11E4-2C22ACB78A0F}"/>
              </a:ext>
            </a:extLst>
          </p:cNvPr>
          <p:cNvSpPr txBox="1"/>
          <p:nvPr>
            <p:custDataLst>
              <p:tags r:id="rId10"/>
            </p:custDataLst>
          </p:nvPr>
        </p:nvSpPr>
        <p:spPr>
          <a:xfrm>
            <a:off x="4494780" y="643135"/>
            <a:ext cx="3527048" cy="578882"/>
          </a:xfrm>
          <a:prstGeom prst="roundRect">
            <a:avLst/>
          </a:prstGeom>
          <a:gradFill>
            <a:gsLst>
              <a:gs pos="0">
                <a:srgbClr val="E1A3A3"/>
              </a:gs>
              <a:gs pos="50000">
                <a:srgbClr val="D69696"/>
              </a:gs>
              <a:gs pos="100000">
                <a:srgbClr val="DC9696"/>
              </a:gs>
            </a:gsLst>
          </a:gradFill>
          <a:ln w="19050">
            <a:solidFill>
              <a:srgbClr val="FF0000"/>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Slightly more verbose</a:t>
            </a:r>
          </a:p>
        </p:txBody>
      </p:sp>
      <p:cxnSp>
        <p:nvCxnSpPr>
          <p:cNvPr id="11" name="Straight Connector 10">
            <a:extLst>
              <a:ext uri="{FF2B5EF4-FFF2-40B4-BE49-F238E27FC236}">
                <a16:creationId xmlns:a16="http://schemas.microsoft.com/office/drawing/2014/main" id="{CA8136D9-C585-21C8-F43F-1916F4B73BA7}"/>
              </a:ext>
            </a:extLst>
          </p:cNvPr>
          <p:cNvCxnSpPr>
            <a:cxnSpLocks/>
            <a:stCxn id="6" idx="1"/>
            <a:endCxn id="7" idx="2"/>
          </p:cNvCxnSpPr>
          <p:nvPr>
            <p:custDataLst>
              <p:tags r:id="rId11"/>
            </p:custDataLst>
          </p:nvPr>
        </p:nvCxnSpPr>
        <p:spPr>
          <a:xfrm flipH="1" flipV="1">
            <a:off x="6258304" y="1222017"/>
            <a:ext cx="2401368" cy="117437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C6FA21F2-553A-B049-D946-099C05E7CF52}"/>
              </a:ext>
            </a:extLst>
          </p:cNvPr>
          <p:cNvCxnSpPr>
            <a:cxnSpLocks/>
            <a:stCxn id="12" idx="1"/>
            <a:endCxn id="7" idx="2"/>
          </p:cNvCxnSpPr>
          <p:nvPr>
            <p:custDataLst>
              <p:tags r:id="rId12"/>
            </p:custDataLst>
          </p:nvPr>
        </p:nvCxnSpPr>
        <p:spPr>
          <a:xfrm flipH="1" flipV="1">
            <a:off x="6258304" y="1222017"/>
            <a:ext cx="2337570" cy="2537809"/>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E727AB4C-67A7-AAC7-2305-D1A2D7D919D3}"/>
              </a:ext>
            </a:extLst>
          </p:cNvPr>
          <p:cNvSpPr txBox="1"/>
          <p:nvPr>
            <p:custDataLst>
              <p:tags r:id="rId13"/>
            </p:custDataLst>
          </p:nvPr>
        </p:nvSpPr>
        <p:spPr>
          <a:xfrm>
            <a:off x="9053524" y="5523148"/>
            <a:ext cx="2882718" cy="578882"/>
          </a:xfrm>
          <a:prstGeom prst="roundRect">
            <a:avLst/>
          </a:prstGeom>
          <a:gradFill>
            <a:gsLst>
              <a:gs pos="0">
                <a:srgbClr val="AFD8F7"/>
              </a:gs>
              <a:gs pos="50000">
                <a:srgbClr val="A2CDEE"/>
              </a:gs>
              <a:gs pos="100000">
                <a:srgbClr val="8CC8F0"/>
              </a:gs>
            </a:gsLst>
          </a:gradFill>
          <a:ln w="19050">
            <a:solidFill>
              <a:srgbClr val="0F9ED5"/>
            </a:solidFill>
          </a:ln>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dirty="0">
                <a:solidFill>
                  <a:schemeClr val="tx1"/>
                </a:solidFill>
              </a:rPr>
              <a:t>Easier indexation</a:t>
            </a:r>
          </a:p>
        </p:txBody>
      </p:sp>
      <p:cxnSp>
        <p:nvCxnSpPr>
          <p:cNvPr id="21" name="Straight Connector 20">
            <a:extLst>
              <a:ext uri="{FF2B5EF4-FFF2-40B4-BE49-F238E27FC236}">
                <a16:creationId xmlns:a16="http://schemas.microsoft.com/office/drawing/2014/main" id="{81DDF38D-7C2E-B78B-A18E-D27404334146}"/>
              </a:ext>
            </a:extLst>
          </p:cNvPr>
          <p:cNvCxnSpPr>
            <a:cxnSpLocks/>
            <a:stCxn id="14" idx="5"/>
            <a:endCxn id="18" idx="0"/>
          </p:cNvCxnSpPr>
          <p:nvPr>
            <p:custDataLst>
              <p:tags r:id="rId14"/>
            </p:custDataLst>
          </p:nvPr>
        </p:nvCxnSpPr>
        <p:spPr>
          <a:xfrm>
            <a:off x="9670935" y="5361562"/>
            <a:ext cx="823948" cy="161586"/>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E9B890DD-3E8E-4986-8252-8F93582597DE}"/>
              </a:ext>
            </a:extLst>
          </p:cNvPr>
          <p:cNvSpPr txBox="1"/>
          <p:nvPr>
            <p:custDataLst>
              <p:tags r:id="rId15"/>
            </p:custDataLst>
          </p:nvPr>
        </p:nvSpPr>
        <p:spPr>
          <a:xfrm>
            <a:off x="2886552" y="5523148"/>
            <a:ext cx="425052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Less complex control flow</a:t>
            </a:r>
          </a:p>
        </p:txBody>
      </p:sp>
      <p:cxnSp>
        <p:nvCxnSpPr>
          <p:cNvPr id="30" name="Straight Connector 29">
            <a:extLst>
              <a:ext uri="{FF2B5EF4-FFF2-40B4-BE49-F238E27FC236}">
                <a16:creationId xmlns:a16="http://schemas.microsoft.com/office/drawing/2014/main" id="{5B97DB35-61F2-17C7-4287-77006A04D535}"/>
              </a:ext>
            </a:extLst>
          </p:cNvPr>
          <p:cNvCxnSpPr>
            <a:stCxn id="23" idx="3"/>
            <a:endCxn id="10" idx="3"/>
          </p:cNvCxnSpPr>
          <p:nvPr>
            <p:custDataLst>
              <p:tags r:id="rId16"/>
            </p:custDataLst>
          </p:nvPr>
        </p:nvCxnSpPr>
        <p:spPr>
          <a:xfrm flipV="1">
            <a:off x="7137073" y="3590562"/>
            <a:ext cx="1490825" cy="2222027"/>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cxnSp>
        <p:nvCxnSpPr>
          <p:cNvPr id="47" name="Straight Connector 46">
            <a:extLst>
              <a:ext uri="{FF2B5EF4-FFF2-40B4-BE49-F238E27FC236}">
                <a16:creationId xmlns:a16="http://schemas.microsoft.com/office/drawing/2014/main" id="{C1EB5605-1755-DC29-A293-2C533F0575EC}"/>
              </a:ext>
            </a:extLst>
          </p:cNvPr>
          <p:cNvCxnSpPr/>
          <p:nvPr>
            <p:custDataLst>
              <p:tags r:id="rId17"/>
            </p:custDataLst>
          </p:nvPr>
        </p:nvCxnSpPr>
        <p:spPr>
          <a:xfrm>
            <a:off x="381898" y="5404364"/>
            <a:ext cx="3077582" cy="0"/>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cxnSp>
        <p:nvCxnSpPr>
          <p:cNvPr id="48" name="Straight Connector 47">
            <a:extLst>
              <a:ext uri="{FF2B5EF4-FFF2-40B4-BE49-F238E27FC236}">
                <a16:creationId xmlns:a16="http://schemas.microsoft.com/office/drawing/2014/main" id="{F9331A32-DD4A-A8DD-55FF-2595D30008DA}"/>
              </a:ext>
            </a:extLst>
          </p:cNvPr>
          <p:cNvCxnSpPr/>
          <p:nvPr>
            <p:custDataLst>
              <p:tags r:id="rId18"/>
            </p:custDataLst>
          </p:nvPr>
        </p:nvCxnSpPr>
        <p:spPr>
          <a:xfrm>
            <a:off x="443756" y="4966539"/>
            <a:ext cx="3077582" cy="0"/>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cxnSp>
        <p:nvCxnSpPr>
          <p:cNvPr id="49" name="Straight Connector 48">
            <a:extLst>
              <a:ext uri="{FF2B5EF4-FFF2-40B4-BE49-F238E27FC236}">
                <a16:creationId xmlns:a16="http://schemas.microsoft.com/office/drawing/2014/main" id="{4B538ECA-EA93-B903-6AE2-0B4D637D5317}"/>
              </a:ext>
            </a:extLst>
          </p:cNvPr>
          <p:cNvCxnSpPr>
            <a:cxnSpLocks/>
          </p:cNvCxnSpPr>
          <p:nvPr>
            <p:custDataLst>
              <p:tags r:id="rId19"/>
            </p:custDataLst>
          </p:nvPr>
        </p:nvCxnSpPr>
        <p:spPr>
          <a:xfrm flipH="1">
            <a:off x="443756" y="4444715"/>
            <a:ext cx="2139900"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FEBC69EF-7343-1C60-8471-2A3B60BC25A3}"/>
              </a:ext>
            </a:extLst>
          </p:cNvPr>
          <p:cNvCxnSpPr>
            <a:cxnSpLocks/>
          </p:cNvCxnSpPr>
          <p:nvPr>
            <p:custDataLst>
              <p:tags r:id="rId20"/>
            </p:custDataLst>
          </p:nvPr>
        </p:nvCxnSpPr>
        <p:spPr>
          <a:xfrm flipH="1">
            <a:off x="424706" y="4008946"/>
            <a:ext cx="2668538"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A9EB04D-E001-1A10-94AE-94E7BF017C11}"/>
              </a:ext>
            </a:extLst>
          </p:cNvPr>
          <p:cNvCxnSpPr>
            <a:cxnSpLocks/>
          </p:cNvCxnSpPr>
          <p:nvPr>
            <p:custDataLst>
              <p:tags r:id="rId21"/>
            </p:custDataLst>
          </p:nvPr>
        </p:nvCxnSpPr>
        <p:spPr>
          <a:xfrm flipH="1">
            <a:off x="443756" y="2637346"/>
            <a:ext cx="2368500"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FBD0A64-EC84-1B63-0414-355DA48CE37C}"/>
              </a:ext>
            </a:extLst>
          </p:cNvPr>
          <p:cNvCxnSpPr>
            <a:cxnSpLocks/>
          </p:cNvCxnSpPr>
          <p:nvPr>
            <p:custDataLst>
              <p:tags r:id="rId22"/>
            </p:custDataLst>
          </p:nvPr>
        </p:nvCxnSpPr>
        <p:spPr>
          <a:xfrm flipH="1">
            <a:off x="424706" y="3073115"/>
            <a:ext cx="1763663"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ACAC765E-E823-B48A-C7B1-7D1D771C0FF1}"/>
              </a:ext>
            </a:extLst>
          </p:cNvPr>
          <p:cNvCxnSpPr>
            <a:cxnSpLocks/>
          </p:cNvCxnSpPr>
          <p:nvPr>
            <p:custDataLst>
              <p:tags r:id="rId23"/>
            </p:custDataLst>
          </p:nvPr>
        </p:nvCxnSpPr>
        <p:spPr>
          <a:xfrm>
            <a:off x="411732" y="3604140"/>
            <a:ext cx="2872012" cy="0"/>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spTree>
    <p:custDataLst>
      <p:tags r:id="rId1"/>
    </p:custDataLst>
    <p:extLst>
      <p:ext uri="{BB962C8B-B14F-4D97-AF65-F5344CB8AC3E}">
        <p14:creationId xmlns:p14="http://schemas.microsoft.com/office/powerpoint/2010/main" val="72256998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070AC3FA-1C78-CE3D-4F65-A3A7613718DC}"/>
              </a:ext>
            </a:extLst>
          </p:cNvPr>
          <p:cNvPicPr>
            <a:picLocks noChangeAspect="1"/>
          </p:cNvPicPr>
          <p:nvPr>
            <p:custDataLst>
              <p:tags r:id="rId2"/>
            </p:custDataLst>
          </p:nvPr>
        </p:nvPicPr>
        <p:blipFill>
          <a:blip r:embed="rId28"/>
          <a:stretch>
            <a:fillRect/>
          </a:stretch>
        </p:blipFill>
        <p:spPr>
          <a:xfrm>
            <a:off x="93090" y="1394231"/>
            <a:ext cx="10180320" cy="4113183"/>
          </a:xfrm>
          <a:prstGeom prst="rect">
            <a:avLst/>
          </a:prstGeom>
        </p:spPr>
      </p:pic>
      <p:sp>
        <p:nvSpPr>
          <p:cNvPr id="6" name="Oval 5">
            <a:extLst>
              <a:ext uri="{FF2B5EF4-FFF2-40B4-BE49-F238E27FC236}">
                <a16:creationId xmlns:a16="http://schemas.microsoft.com/office/drawing/2014/main" id="{A32B97BC-3800-ACC5-7BFA-50147B7B6D49}"/>
              </a:ext>
            </a:extLst>
          </p:cNvPr>
          <p:cNvSpPr/>
          <p:nvPr>
            <p:custDataLst>
              <p:tags r:id="rId3"/>
            </p:custDataLst>
          </p:nvPr>
        </p:nvSpPr>
        <p:spPr>
          <a:xfrm>
            <a:off x="8447434" y="2257837"/>
            <a:ext cx="1449255" cy="94608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custDataLst>
              <p:tags r:id="rId4"/>
            </p:custDataLst>
          </p:nvPr>
        </p:nvSpPr>
        <p:spPr>
          <a:xfrm>
            <a:off x="8417978" y="3220336"/>
            <a:ext cx="1433421" cy="433747"/>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custDataLst>
              <p:tags r:id="rId5"/>
            </p:custDataLst>
          </p:nvPr>
        </p:nvSpPr>
        <p:spPr>
          <a:xfrm>
            <a:off x="8372690" y="3629267"/>
            <a:ext cx="1523999" cy="89151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custDataLst>
              <p:tags r:id="rId6"/>
            </p:custDataLst>
          </p:nvPr>
        </p:nvSpPr>
        <p:spPr>
          <a:xfrm>
            <a:off x="8447434" y="4587549"/>
            <a:ext cx="1433421" cy="906813"/>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custDataLst>
              <p:tags r:id="rId7"/>
            </p:custDataLst>
          </p:nvPr>
        </p:nvSpPr>
        <p:spPr/>
        <p:txBody>
          <a:bodyPr/>
          <a:lstStyle/>
          <a:p>
            <a:r>
              <a:rPr lang="en-US" noProof="0" dirty="0"/>
              <a:t>Code metrics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custDataLst>
              <p:tags r:id="rId8"/>
            </p:custDataLst>
          </p:nvPr>
        </p:nvSpPr>
        <p:spPr/>
        <p:txBody>
          <a:bodyPr/>
          <a:lstStyle/>
          <a:p>
            <a:r>
              <a:rPr lang="en-US" noProof="0"/>
              <a:t>9/10/2026</a:t>
            </a:r>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custDataLst>
              <p:tags r:id="rId9"/>
            </p:custDataLst>
          </p:nvPr>
        </p:nvSpPr>
        <p:spPr/>
        <p:txBody>
          <a:bodyPr/>
          <a:lstStyle/>
          <a:p>
            <a:r>
              <a:rPr lang="en-US" noProof="0"/>
              <a:t>50</a:t>
            </a:r>
            <a:endParaRPr lang="en-US" noProof="0" dirty="0"/>
          </a:p>
        </p:txBody>
      </p:sp>
      <p:sp>
        <p:nvSpPr>
          <p:cNvPr id="7" name="TextBox 6">
            <a:extLst>
              <a:ext uri="{FF2B5EF4-FFF2-40B4-BE49-F238E27FC236}">
                <a16:creationId xmlns:a16="http://schemas.microsoft.com/office/drawing/2014/main" id="{7859C2BD-F5BA-A488-11E4-2C22ACB78A0F}"/>
              </a:ext>
            </a:extLst>
          </p:cNvPr>
          <p:cNvSpPr txBox="1"/>
          <p:nvPr>
            <p:custDataLst>
              <p:tags r:id="rId10"/>
            </p:custDataLst>
          </p:nvPr>
        </p:nvSpPr>
        <p:spPr>
          <a:xfrm>
            <a:off x="4494780" y="643135"/>
            <a:ext cx="3527048" cy="578882"/>
          </a:xfrm>
          <a:prstGeom prst="roundRect">
            <a:avLst/>
          </a:prstGeom>
          <a:gradFill>
            <a:gsLst>
              <a:gs pos="0">
                <a:srgbClr val="E1A3A3"/>
              </a:gs>
              <a:gs pos="50000">
                <a:srgbClr val="D69696"/>
              </a:gs>
              <a:gs pos="100000">
                <a:srgbClr val="DC9696"/>
              </a:gs>
            </a:gsLst>
          </a:gradFill>
          <a:ln w="19050">
            <a:solidFill>
              <a:srgbClr val="FF0000"/>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Slightly more verbose</a:t>
            </a:r>
          </a:p>
        </p:txBody>
      </p:sp>
      <p:cxnSp>
        <p:nvCxnSpPr>
          <p:cNvPr id="11" name="Straight Connector 10">
            <a:extLst>
              <a:ext uri="{FF2B5EF4-FFF2-40B4-BE49-F238E27FC236}">
                <a16:creationId xmlns:a16="http://schemas.microsoft.com/office/drawing/2014/main" id="{CA8136D9-C585-21C8-F43F-1916F4B73BA7}"/>
              </a:ext>
            </a:extLst>
          </p:cNvPr>
          <p:cNvCxnSpPr>
            <a:cxnSpLocks/>
            <a:stCxn id="6" idx="1"/>
            <a:endCxn id="7" idx="2"/>
          </p:cNvCxnSpPr>
          <p:nvPr>
            <p:custDataLst>
              <p:tags r:id="rId11"/>
            </p:custDataLst>
          </p:nvPr>
        </p:nvCxnSpPr>
        <p:spPr>
          <a:xfrm flipH="1" flipV="1">
            <a:off x="6258304" y="1222017"/>
            <a:ext cx="2401368" cy="117437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C6FA21F2-553A-B049-D946-099C05E7CF52}"/>
              </a:ext>
            </a:extLst>
          </p:cNvPr>
          <p:cNvCxnSpPr>
            <a:cxnSpLocks/>
            <a:stCxn id="12" idx="1"/>
            <a:endCxn id="7" idx="2"/>
          </p:cNvCxnSpPr>
          <p:nvPr>
            <p:custDataLst>
              <p:tags r:id="rId12"/>
            </p:custDataLst>
          </p:nvPr>
        </p:nvCxnSpPr>
        <p:spPr>
          <a:xfrm flipH="1" flipV="1">
            <a:off x="6258304" y="1222017"/>
            <a:ext cx="2337570" cy="2537809"/>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E727AB4C-67A7-AAC7-2305-D1A2D7D919D3}"/>
              </a:ext>
            </a:extLst>
          </p:cNvPr>
          <p:cNvSpPr txBox="1"/>
          <p:nvPr>
            <p:custDataLst>
              <p:tags r:id="rId13"/>
            </p:custDataLst>
          </p:nvPr>
        </p:nvSpPr>
        <p:spPr>
          <a:xfrm>
            <a:off x="9053524" y="5523148"/>
            <a:ext cx="2882718" cy="578882"/>
          </a:xfrm>
          <a:prstGeom prst="roundRect">
            <a:avLst/>
          </a:prstGeom>
          <a:gradFill>
            <a:gsLst>
              <a:gs pos="0">
                <a:srgbClr val="AFD8F7"/>
              </a:gs>
              <a:gs pos="50000">
                <a:srgbClr val="A2CDEE"/>
              </a:gs>
              <a:gs pos="100000">
                <a:srgbClr val="8CC8F0"/>
              </a:gs>
            </a:gsLst>
          </a:gradFill>
          <a:ln w="19050">
            <a:solidFill>
              <a:srgbClr val="0F9ED5"/>
            </a:solidFill>
          </a:ln>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dirty="0">
                <a:solidFill>
                  <a:schemeClr val="tx1"/>
                </a:solidFill>
              </a:rPr>
              <a:t>Easier indexation</a:t>
            </a:r>
          </a:p>
        </p:txBody>
      </p:sp>
      <p:cxnSp>
        <p:nvCxnSpPr>
          <p:cNvPr id="21" name="Straight Connector 20">
            <a:extLst>
              <a:ext uri="{FF2B5EF4-FFF2-40B4-BE49-F238E27FC236}">
                <a16:creationId xmlns:a16="http://schemas.microsoft.com/office/drawing/2014/main" id="{81DDF38D-7C2E-B78B-A18E-D27404334146}"/>
              </a:ext>
            </a:extLst>
          </p:cNvPr>
          <p:cNvCxnSpPr>
            <a:cxnSpLocks/>
            <a:stCxn id="14" idx="5"/>
            <a:endCxn id="18" idx="0"/>
          </p:cNvCxnSpPr>
          <p:nvPr>
            <p:custDataLst>
              <p:tags r:id="rId14"/>
            </p:custDataLst>
          </p:nvPr>
        </p:nvCxnSpPr>
        <p:spPr>
          <a:xfrm>
            <a:off x="9670935" y="5361562"/>
            <a:ext cx="823948" cy="161586"/>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E9B890DD-3E8E-4986-8252-8F93582597DE}"/>
              </a:ext>
            </a:extLst>
          </p:cNvPr>
          <p:cNvSpPr txBox="1"/>
          <p:nvPr>
            <p:custDataLst>
              <p:tags r:id="rId15"/>
            </p:custDataLst>
          </p:nvPr>
        </p:nvSpPr>
        <p:spPr>
          <a:xfrm>
            <a:off x="2886552" y="5523148"/>
            <a:ext cx="425052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Less complex control flow</a:t>
            </a:r>
          </a:p>
        </p:txBody>
      </p:sp>
      <p:cxnSp>
        <p:nvCxnSpPr>
          <p:cNvPr id="30" name="Straight Connector 29">
            <a:extLst>
              <a:ext uri="{FF2B5EF4-FFF2-40B4-BE49-F238E27FC236}">
                <a16:creationId xmlns:a16="http://schemas.microsoft.com/office/drawing/2014/main" id="{5B97DB35-61F2-17C7-4287-77006A04D535}"/>
              </a:ext>
            </a:extLst>
          </p:cNvPr>
          <p:cNvCxnSpPr>
            <a:stCxn id="23" idx="3"/>
            <a:endCxn id="10" idx="3"/>
          </p:cNvCxnSpPr>
          <p:nvPr>
            <p:custDataLst>
              <p:tags r:id="rId16"/>
            </p:custDataLst>
          </p:nvPr>
        </p:nvCxnSpPr>
        <p:spPr>
          <a:xfrm flipV="1">
            <a:off x="7137073" y="3590562"/>
            <a:ext cx="1490825" cy="2222027"/>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sp>
        <p:nvSpPr>
          <p:cNvPr id="31" name="TextBox 30">
            <a:extLst>
              <a:ext uri="{FF2B5EF4-FFF2-40B4-BE49-F238E27FC236}">
                <a16:creationId xmlns:a16="http://schemas.microsoft.com/office/drawing/2014/main" id="{CF6AD224-7830-5869-6729-C63C5D8E0FFF}"/>
              </a:ext>
            </a:extLst>
          </p:cNvPr>
          <p:cNvSpPr txBox="1"/>
          <p:nvPr>
            <p:custDataLst>
              <p:tags r:id="rId17"/>
            </p:custDataLst>
          </p:nvPr>
        </p:nvSpPr>
        <p:spPr>
          <a:xfrm>
            <a:off x="3784386" y="6214865"/>
            <a:ext cx="2104438"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US" sz="2800" dirty="0"/>
              <a:t>+ Flexibility</a:t>
            </a:r>
          </a:p>
        </p:txBody>
      </p:sp>
      <p:sp>
        <p:nvSpPr>
          <p:cNvPr id="32" name="TextBox 31">
            <a:extLst>
              <a:ext uri="{FF2B5EF4-FFF2-40B4-BE49-F238E27FC236}">
                <a16:creationId xmlns:a16="http://schemas.microsoft.com/office/drawing/2014/main" id="{77520BB6-B4CA-E0DE-29CF-16475D0921A2}"/>
              </a:ext>
            </a:extLst>
          </p:cNvPr>
          <p:cNvSpPr txBox="1"/>
          <p:nvPr>
            <p:custDataLst>
              <p:tags r:id="rId18"/>
            </p:custDataLst>
          </p:nvPr>
        </p:nvSpPr>
        <p:spPr>
          <a:xfrm>
            <a:off x="6303178" y="6221520"/>
            <a:ext cx="221114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 Type safety</a:t>
            </a:r>
          </a:p>
        </p:txBody>
      </p:sp>
      <p:cxnSp>
        <p:nvCxnSpPr>
          <p:cNvPr id="47" name="Straight Connector 46">
            <a:extLst>
              <a:ext uri="{FF2B5EF4-FFF2-40B4-BE49-F238E27FC236}">
                <a16:creationId xmlns:a16="http://schemas.microsoft.com/office/drawing/2014/main" id="{C1EB5605-1755-DC29-A293-2C533F0575EC}"/>
              </a:ext>
            </a:extLst>
          </p:cNvPr>
          <p:cNvCxnSpPr/>
          <p:nvPr>
            <p:custDataLst>
              <p:tags r:id="rId19"/>
            </p:custDataLst>
          </p:nvPr>
        </p:nvCxnSpPr>
        <p:spPr>
          <a:xfrm>
            <a:off x="381898" y="5404364"/>
            <a:ext cx="3077582" cy="0"/>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cxnSp>
        <p:nvCxnSpPr>
          <p:cNvPr id="48" name="Straight Connector 47">
            <a:extLst>
              <a:ext uri="{FF2B5EF4-FFF2-40B4-BE49-F238E27FC236}">
                <a16:creationId xmlns:a16="http://schemas.microsoft.com/office/drawing/2014/main" id="{F9331A32-DD4A-A8DD-55FF-2595D30008DA}"/>
              </a:ext>
            </a:extLst>
          </p:cNvPr>
          <p:cNvCxnSpPr/>
          <p:nvPr>
            <p:custDataLst>
              <p:tags r:id="rId20"/>
            </p:custDataLst>
          </p:nvPr>
        </p:nvCxnSpPr>
        <p:spPr>
          <a:xfrm>
            <a:off x="443756" y="4966539"/>
            <a:ext cx="3077582" cy="0"/>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cxnSp>
        <p:nvCxnSpPr>
          <p:cNvPr id="49" name="Straight Connector 48">
            <a:extLst>
              <a:ext uri="{FF2B5EF4-FFF2-40B4-BE49-F238E27FC236}">
                <a16:creationId xmlns:a16="http://schemas.microsoft.com/office/drawing/2014/main" id="{4B538ECA-EA93-B903-6AE2-0B4D637D5317}"/>
              </a:ext>
            </a:extLst>
          </p:cNvPr>
          <p:cNvCxnSpPr>
            <a:cxnSpLocks/>
          </p:cNvCxnSpPr>
          <p:nvPr>
            <p:custDataLst>
              <p:tags r:id="rId21"/>
            </p:custDataLst>
          </p:nvPr>
        </p:nvCxnSpPr>
        <p:spPr>
          <a:xfrm flipH="1">
            <a:off x="443756" y="4444715"/>
            <a:ext cx="2139900"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FEBC69EF-7343-1C60-8471-2A3B60BC25A3}"/>
              </a:ext>
            </a:extLst>
          </p:cNvPr>
          <p:cNvCxnSpPr>
            <a:cxnSpLocks/>
          </p:cNvCxnSpPr>
          <p:nvPr>
            <p:custDataLst>
              <p:tags r:id="rId22"/>
            </p:custDataLst>
          </p:nvPr>
        </p:nvCxnSpPr>
        <p:spPr>
          <a:xfrm flipH="1">
            <a:off x="424706" y="4008946"/>
            <a:ext cx="2668538"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A9EB04D-E001-1A10-94AE-94E7BF017C11}"/>
              </a:ext>
            </a:extLst>
          </p:cNvPr>
          <p:cNvCxnSpPr>
            <a:cxnSpLocks/>
          </p:cNvCxnSpPr>
          <p:nvPr>
            <p:custDataLst>
              <p:tags r:id="rId23"/>
            </p:custDataLst>
          </p:nvPr>
        </p:nvCxnSpPr>
        <p:spPr>
          <a:xfrm flipH="1">
            <a:off x="443756" y="2637346"/>
            <a:ext cx="2368500"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FBD0A64-EC84-1B63-0414-355DA48CE37C}"/>
              </a:ext>
            </a:extLst>
          </p:cNvPr>
          <p:cNvCxnSpPr>
            <a:cxnSpLocks/>
          </p:cNvCxnSpPr>
          <p:nvPr>
            <p:custDataLst>
              <p:tags r:id="rId24"/>
            </p:custDataLst>
          </p:nvPr>
        </p:nvCxnSpPr>
        <p:spPr>
          <a:xfrm flipH="1">
            <a:off x="424706" y="3073115"/>
            <a:ext cx="1763663"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ACAC765E-E823-B48A-C7B1-7D1D771C0FF1}"/>
              </a:ext>
            </a:extLst>
          </p:cNvPr>
          <p:cNvCxnSpPr>
            <a:cxnSpLocks/>
          </p:cNvCxnSpPr>
          <p:nvPr>
            <p:custDataLst>
              <p:tags r:id="rId25"/>
            </p:custDataLst>
          </p:nvPr>
        </p:nvCxnSpPr>
        <p:spPr>
          <a:xfrm>
            <a:off x="411732" y="3604140"/>
            <a:ext cx="2872012" cy="0"/>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spTree>
    <p:custDataLst>
      <p:tags r:id="rId1"/>
    </p:custDataLst>
    <p:extLst>
      <p:ext uri="{BB962C8B-B14F-4D97-AF65-F5344CB8AC3E}">
        <p14:creationId xmlns:p14="http://schemas.microsoft.com/office/powerpoint/2010/main" val="4626472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custDataLst>
              <p:tags r:id="rId2"/>
            </p:custDataLst>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custDataLst>
              <p:tags r:id="rId3"/>
            </p:custDataLst>
          </p:nvPr>
        </p:nvSpPr>
        <p:spPr>
          <a:xfrm>
            <a:off x="838200" y="1635615"/>
            <a:ext cx="10848474" cy="4541348"/>
          </a:xfrm>
        </p:spPr>
        <p:txBody>
          <a:bodyPr>
            <a:noAutofit/>
          </a:bodyPr>
          <a:lstStyle/>
          <a:p>
            <a:pPr>
              <a:buSzPts val="100"/>
            </a:pPr>
            <a:r>
              <a:rPr lang="en-US" noProof="0" dirty="0">
                <a:solidFill>
                  <a:schemeClr val="tx1">
                    <a:alpha val="0"/>
                  </a:schemeClr>
                </a:solidFill>
              </a:rPr>
              <a:t>Prompting specificity ✅</a:t>
            </a:r>
          </a:p>
          <a:p>
            <a:pPr>
              <a:buSzPts val="100"/>
            </a:pPr>
            <a:r>
              <a:rPr lang="en-US" noProof="0" dirty="0">
                <a:solidFill>
                  <a:schemeClr val="tx1">
                    <a:alpha val="0"/>
                  </a:schemeClr>
                </a:solidFill>
              </a:rPr>
              <a:t>Contemporary abstractions ❌</a:t>
            </a:r>
          </a:p>
          <a:p>
            <a:endParaRPr lang="en-US" noProof="0" dirty="0"/>
          </a:p>
          <a:p>
            <a:pPr>
              <a:buSzPts val="100"/>
            </a:pPr>
            <a:r>
              <a:rPr lang="en-US" noProof="0" dirty="0">
                <a:solidFill>
                  <a:schemeClr val="tx1">
                    <a:alpha val="0"/>
                  </a:schemeClr>
                </a:solidFill>
              </a:rPr>
              <a:t>Possible future research</a:t>
            </a:r>
          </a:p>
          <a:p>
            <a:pPr lvl="1">
              <a:buSzPts val="100"/>
            </a:pPr>
            <a:r>
              <a:rPr lang="en-US" noProof="0" dirty="0">
                <a:solidFill>
                  <a:schemeClr val="tx1">
                    <a:alpha val="0"/>
                  </a:schemeClr>
                </a:solidFill>
              </a:rPr>
              <a:t>Re-evaluate on agentic LLMs</a:t>
            </a:r>
          </a:p>
          <a:p>
            <a:pPr lvl="2">
              <a:buSzPts val="100"/>
            </a:pPr>
            <a:r>
              <a:rPr lang="en-US" noProof="0" dirty="0">
                <a:solidFill>
                  <a:schemeClr val="tx1">
                    <a:alpha val="0"/>
                  </a:schemeClr>
                </a:solidFill>
              </a:rPr>
              <a:t>Gather feedback (performance, compile errors, …)</a:t>
            </a:r>
          </a:p>
          <a:p>
            <a:pPr lvl="2">
              <a:buSzPts val="100"/>
            </a:pPr>
            <a:r>
              <a:rPr lang="en-US" noProof="0" dirty="0">
                <a:solidFill>
                  <a:schemeClr val="tx1">
                    <a:alpha val="0"/>
                  </a:schemeClr>
                </a:solidFill>
              </a:rPr>
              <a:t>Collect necessary context (e.g., work with an abstraction reference)</a:t>
            </a:r>
          </a:p>
          <a:p>
            <a:pPr lvl="1"/>
            <a:endParaRPr lang="en-US" noProof="0" dirty="0"/>
          </a:p>
          <a:p>
            <a:pPr lvl="1">
              <a:buSzPts val="100"/>
            </a:pPr>
            <a:r>
              <a:rPr lang="en-US" noProof="0" dirty="0">
                <a:solidFill>
                  <a:schemeClr val="tx1">
                    <a:alpha val="0"/>
                  </a:schemeClr>
                </a:solidFill>
              </a:rPr>
              <a:t>More LLM-focused abstractions and scaffolding</a:t>
            </a:r>
          </a:p>
          <a:p>
            <a:pPr>
              <a:buSzPts val="100"/>
            </a:pPr>
            <a:r>
              <a:rPr lang="en-US" noProof="0" dirty="0">
                <a:solidFill>
                  <a:schemeClr val="tx1">
                    <a:alpha val="0"/>
                  </a:schemeClr>
                </a:solidFill>
              </a:rPr>
              <a:t>LLMs still do not replace abstractions (</a:t>
            </a:r>
            <a:r>
              <a:rPr lang="en-US" sz="2400" noProof="0" dirty="0">
                <a:solidFill>
                  <a:schemeClr val="tx1">
                    <a:alpha val="0"/>
                  </a:schemeClr>
                </a:solidFill>
              </a:rPr>
              <a:t>⬆️flexibility</a:t>
            </a:r>
            <a:r>
              <a:rPr lang="en-US" noProof="0" dirty="0">
                <a:solidFill>
                  <a:schemeClr val="tx1">
                    <a:alpha val="0"/>
                  </a:schemeClr>
                </a:solidFill>
              </a:rPr>
              <a:t>, </a:t>
            </a:r>
            <a:r>
              <a:rPr lang="en-US" sz="2400" noProof="0" dirty="0">
                <a:solidFill>
                  <a:schemeClr val="tx1">
                    <a:alpha val="0"/>
                  </a:schemeClr>
                </a:solidFill>
              </a:rPr>
              <a:t>⬇️                                </a:t>
            </a:r>
            <a:r>
              <a:rPr lang="en-US" noProof="0" dirty="0">
                <a:solidFill>
                  <a:schemeClr val="tx1">
                    <a:alpha val="0"/>
                  </a:schemeClr>
                </a:solidFill>
              </a:rPr>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custDataLst>
              <p:tags r:id="rId5"/>
            </p:custDataLst>
          </p:nvPr>
        </p:nvSpPr>
        <p:spPr/>
        <p:txBody>
          <a:bodyPr/>
          <a:lstStyle/>
          <a:p>
            <a:r>
              <a:rPr lang="en-US" noProof="0"/>
              <a:t>51</a:t>
            </a:r>
            <a:endParaRPr lang="en-US" noProof="0" dirty="0"/>
          </a:p>
        </p:txBody>
      </p:sp>
    </p:spTree>
    <p:custDataLst>
      <p:tags r:id="rId1"/>
    </p:custDataLst>
    <p:extLst>
      <p:ext uri="{BB962C8B-B14F-4D97-AF65-F5344CB8AC3E}">
        <p14:creationId xmlns:p14="http://schemas.microsoft.com/office/powerpoint/2010/main" val="9954993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custDataLst>
              <p:tags r:id="rId2"/>
            </p:custDataLst>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custDataLst>
              <p:tags r:id="rId3"/>
            </p:custDataLst>
          </p:nvPr>
        </p:nvSpPr>
        <p:spPr>
          <a:xfrm>
            <a:off x="838200" y="1635615"/>
            <a:ext cx="10848474" cy="4541348"/>
          </a:xfrm>
        </p:spPr>
        <p:txBody>
          <a:bodyPr>
            <a:noAutofit/>
          </a:bodyPr>
          <a:lstStyle/>
          <a:p>
            <a:r>
              <a:rPr lang="en-US" noProof="0" dirty="0"/>
              <a:t>Prompting specificity ✅</a:t>
            </a:r>
          </a:p>
          <a:p>
            <a:pPr>
              <a:buSzPts val="100"/>
            </a:pPr>
            <a:r>
              <a:rPr lang="en-US" noProof="0" dirty="0">
                <a:solidFill>
                  <a:schemeClr val="tx1">
                    <a:alpha val="0"/>
                  </a:schemeClr>
                </a:solidFill>
              </a:rPr>
              <a:t>Contemporary abstractions ❌</a:t>
            </a:r>
          </a:p>
          <a:p>
            <a:endParaRPr lang="en-US" noProof="0" dirty="0"/>
          </a:p>
          <a:p>
            <a:pPr>
              <a:buSzPts val="100"/>
            </a:pPr>
            <a:r>
              <a:rPr lang="en-US" noProof="0" dirty="0">
                <a:solidFill>
                  <a:schemeClr val="tx1">
                    <a:alpha val="0"/>
                  </a:schemeClr>
                </a:solidFill>
              </a:rPr>
              <a:t>Possible future research</a:t>
            </a:r>
          </a:p>
          <a:p>
            <a:pPr lvl="1">
              <a:buSzPts val="100"/>
            </a:pPr>
            <a:r>
              <a:rPr lang="en-US" noProof="0" dirty="0">
                <a:solidFill>
                  <a:schemeClr val="tx1">
                    <a:alpha val="0"/>
                  </a:schemeClr>
                </a:solidFill>
              </a:rPr>
              <a:t>Re-evaluate on agentic LLMs</a:t>
            </a:r>
          </a:p>
          <a:p>
            <a:pPr lvl="2">
              <a:buSzPts val="100"/>
            </a:pPr>
            <a:r>
              <a:rPr lang="en-US" noProof="0" dirty="0">
                <a:solidFill>
                  <a:schemeClr val="tx1">
                    <a:alpha val="0"/>
                  </a:schemeClr>
                </a:solidFill>
              </a:rPr>
              <a:t>Gather feedback (performance, compile errors, …)</a:t>
            </a:r>
          </a:p>
          <a:p>
            <a:pPr lvl="2">
              <a:buSzPts val="100"/>
            </a:pPr>
            <a:r>
              <a:rPr lang="en-US" noProof="0" dirty="0">
                <a:solidFill>
                  <a:schemeClr val="tx1">
                    <a:alpha val="0"/>
                  </a:schemeClr>
                </a:solidFill>
              </a:rPr>
              <a:t>Collect necessary context (e.g., work with an abstraction reference)</a:t>
            </a:r>
          </a:p>
          <a:p>
            <a:pPr lvl="1"/>
            <a:endParaRPr lang="en-US" noProof="0" dirty="0"/>
          </a:p>
          <a:p>
            <a:pPr lvl="1">
              <a:buSzPts val="100"/>
            </a:pPr>
            <a:r>
              <a:rPr lang="en-US" noProof="0" dirty="0">
                <a:solidFill>
                  <a:schemeClr val="tx1">
                    <a:alpha val="0"/>
                  </a:schemeClr>
                </a:solidFill>
              </a:rPr>
              <a:t>More LLM-focused abstractions and scaffolding</a:t>
            </a:r>
          </a:p>
          <a:p>
            <a:pPr>
              <a:buSzPts val="100"/>
            </a:pPr>
            <a:r>
              <a:rPr lang="en-US" noProof="0" dirty="0">
                <a:solidFill>
                  <a:schemeClr val="tx1">
                    <a:alpha val="0"/>
                  </a:schemeClr>
                </a:solidFill>
              </a:rPr>
              <a:t>LLMs still do not replace abstractions (</a:t>
            </a:r>
            <a:r>
              <a:rPr lang="en-US" sz="2400" noProof="0" dirty="0">
                <a:solidFill>
                  <a:schemeClr val="tx1">
                    <a:alpha val="0"/>
                  </a:schemeClr>
                </a:solidFill>
              </a:rPr>
              <a:t>⬆️flexibility</a:t>
            </a:r>
            <a:r>
              <a:rPr lang="en-US" noProof="0" dirty="0">
                <a:solidFill>
                  <a:schemeClr val="tx1">
                    <a:alpha val="0"/>
                  </a:schemeClr>
                </a:solidFill>
              </a:rPr>
              <a:t>, </a:t>
            </a:r>
            <a:r>
              <a:rPr lang="en-US" sz="2400" noProof="0" dirty="0">
                <a:solidFill>
                  <a:schemeClr val="tx1">
                    <a:alpha val="0"/>
                  </a:schemeClr>
                </a:solidFill>
              </a:rPr>
              <a:t>⬇️                                </a:t>
            </a:r>
            <a:r>
              <a:rPr lang="en-US" noProof="0" dirty="0">
                <a:solidFill>
                  <a:schemeClr val="tx1">
                    <a:alpha val="0"/>
                  </a:schemeClr>
                </a:solidFill>
              </a:rPr>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custDataLst>
              <p:tags r:id="rId5"/>
            </p:custDataLst>
          </p:nvPr>
        </p:nvSpPr>
        <p:spPr/>
        <p:txBody>
          <a:bodyPr/>
          <a:lstStyle/>
          <a:p>
            <a:r>
              <a:rPr lang="en-US" noProof="0"/>
              <a:t>51</a:t>
            </a:r>
            <a:endParaRPr lang="en-US" noProof="0" dirty="0"/>
          </a:p>
        </p:txBody>
      </p:sp>
    </p:spTree>
    <p:custDataLst>
      <p:tags r:id="rId1"/>
    </p:custDataLst>
    <p:extLst>
      <p:ext uri="{BB962C8B-B14F-4D97-AF65-F5344CB8AC3E}">
        <p14:creationId xmlns:p14="http://schemas.microsoft.com/office/powerpoint/2010/main" val="229920615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custDataLst>
              <p:tags r:id="rId2"/>
            </p:custDataLst>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custDataLst>
              <p:tags r:id="rId3"/>
            </p:custDataLst>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pPr>
              <a:buSzPts val="100"/>
            </a:pPr>
            <a:r>
              <a:rPr lang="en-US" noProof="0" dirty="0">
                <a:solidFill>
                  <a:schemeClr val="tx1">
                    <a:alpha val="0"/>
                  </a:schemeClr>
                </a:solidFill>
              </a:rPr>
              <a:t>Possible future research</a:t>
            </a:r>
          </a:p>
          <a:p>
            <a:pPr lvl="1">
              <a:buSzPts val="100"/>
            </a:pPr>
            <a:r>
              <a:rPr lang="en-US" noProof="0" dirty="0">
                <a:solidFill>
                  <a:schemeClr val="tx1">
                    <a:alpha val="0"/>
                  </a:schemeClr>
                </a:solidFill>
              </a:rPr>
              <a:t>Re-evaluate on agentic LLMs</a:t>
            </a:r>
          </a:p>
          <a:p>
            <a:pPr lvl="2">
              <a:buSzPts val="100"/>
            </a:pPr>
            <a:r>
              <a:rPr lang="en-US" noProof="0" dirty="0">
                <a:solidFill>
                  <a:schemeClr val="tx1">
                    <a:alpha val="0"/>
                  </a:schemeClr>
                </a:solidFill>
              </a:rPr>
              <a:t>Gather feedback (performance, compile errors, …)</a:t>
            </a:r>
          </a:p>
          <a:p>
            <a:pPr lvl="2">
              <a:buSzPts val="100"/>
            </a:pPr>
            <a:r>
              <a:rPr lang="en-US" noProof="0" dirty="0">
                <a:solidFill>
                  <a:schemeClr val="tx1">
                    <a:alpha val="0"/>
                  </a:schemeClr>
                </a:solidFill>
              </a:rPr>
              <a:t>Collect necessary context (e.g., work with an abstraction reference)</a:t>
            </a:r>
          </a:p>
          <a:p>
            <a:pPr lvl="1"/>
            <a:endParaRPr lang="en-US" noProof="0" dirty="0"/>
          </a:p>
          <a:p>
            <a:pPr lvl="1">
              <a:buSzPts val="100"/>
            </a:pPr>
            <a:r>
              <a:rPr lang="en-US" noProof="0" dirty="0">
                <a:solidFill>
                  <a:schemeClr val="tx1">
                    <a:alpha val="0"/>
                  </a:schemeClr>
                </a:solidFill>
              </a:rPr>
              <a:t>More LLM-focused abstractions and scaffolding</a:t>
            </a:r>
          </a:p>
          <a:p>
            <a:pPr>
              <a:buSzPts val="100"/>
            </a:pPr>
            <a:r>
              <a:rPr lang="en-US" noProof="0" dirty="0">
                <a:solidFill>
                  <a:schemeClr val="tx1">
                    <a:alpha val="0"/>
                  </a:schemeClr>
                </a:solidFill>
              </a:rPr>
              <a:t>LLMs still do not replace abstractions (</a:t>
            </a:r>
            <a:r>
              <a:rPr lang="en-US" sz="2400" noProof="0" dirty="0">
                <a:solidFill>
                  <a:schemeClr val="tx1">
                    <a:alpha val="0"/>
                  </a:schemeClr>
                </a:solidFill>
              </a:rPr>
              <a:t>⬆️flexibility</a:t>
            </a:r>
            <a:r>
              <a:rPr lang="en-US" noProof="0" dirty="0">
                <a:solidFill>
                  <a:schemeClr val="tx1">
                    <a:alpha val="0"/>
                  </a:schemeClr>
                </a:solidFill>
              </a:rPr>
              <a:t>, </a:t>
            </a:r>
            <a:r>
              <a:rPr lang="en-US" sz="2400" noProof="0" dirty="0">
                <a:solidFill>
                  <a:schemeClr val="tx1">
                    <a:alpha val="0"/>
                  </a:schemeClr>
                </a:solidFill>
              </a:rPr>
              <a:t>⬇️                                </a:t>
            </a:r>
            <a:r>
              <a:rPr lang="en-US" noProof="0" dirty="0">
                <a:solidFill>
                  <a:schemeClr val="tx1">
                    <a:alpha val="0"/>
                  </a:schemeClr>
                </a:solidFill>
              </a:rPr>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custDataLst>
              <p:tags r:id="rId5"/>
            </p:custDataLst>
          </p:nvPr>
        </p:nvSpPr>
        <p:spPr/>
        <p:txBody>
          <a:bodyPr/>
          <a:lstStyle/>
          <a:p>
            <a:r>
              <a:rPr lang="en-US" noProof="0"/>
              <a:t>51</a:t>
            </a:r>
            <a:endParaRPr lang="en-US" noProof="0" dirty="0"/>
          </a:p>
        </p:txBody>
      </p:sp>
    </p:spTree>
    <p:custDataLst>
      <p:tags r:id="rId1"/>
    </p:custDataLst>
    <p:extLst>
      <p:ext uri="{BB962C8B-B14F-4D97-AF65-F5344CB8AC3E}">
        <p14:creationId xmlns:p14="http://schemas.microsoft.com/office/powerpoint/2010/main" val="415177533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custDataLst>
              <p:tags r:id="rId2"/>
            </p:custDataLst>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custDataLst>
              <p:tags r:id="rId3"/>
            </p:custDataLst>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buSzPts val="100"/>
            </a:pPr>
            <a:r>
              <a:rPr lang="en-US" noProof="0" dirty="0">
                <a:solidFill>
                  <a:schemeClr val="tx1">
                    <a:alpha val="0"/>
                  </a:schemeClr>
                </a:solidFill>
              </a:rPr>
              <a:t>Re-evaluate on agentic LLMs</a:t>
            </a:r>
          </a:p>
          <a:p>
            <a:pPr lvl="2">
              <a:buSzPts val="100"/>
            </a:pPr>
            <a:r>
              <a:rPr lang="en-US" noProof="0" dirty="0">
                <a:solidFill>
                  <a:schemeClr val="tx1">
                    <a:alpha val="0"/>
                  </a:schemeClr>
                </a:solidFill>
              </a:rPr>
              <a:t>Gather feedback (performance, compile errors, …)</a:t>
            </a:r>
          </a:p>
          <a:p>
            <a:pPr lvl="2">
              <a:buSzPts val="100"/>
            </a:pPr>
            <a:r>
              <a:rPr lang="en-US" noProof="0" dirty="0">
                <a:solidFill>
                  <a:schemeClr val="tx1">
                    <a:alpha val="0"/>
                  </a:schemeClr>
                </a:solidFill>
              </a:rPr>
              <a:t>Collect necessary context (e.g., work with an abstraction reference)</a:t>
            </a:r>
          </a:p>
          <a:p>
            <a:pPr lvl="1"/>
            <a:endParaRPr lang="en-US" noProof="0" dirty="0"/>
          </a:p>
          <a:p>
            <a:pPr lvl="1">
              <a:buSzPts val="100"/>
            </a:pPr>
            <a:r>
              <a:rPr lang="en-US" noProof="0" dirty="0">
                <a:solidFill>
                  <a:schemeClr val="tx1">
                    <a:alpha val="0"/>
                  </a:schemeClr>
                </a:solidFill>
              </a:rPr>
              <a:t>More LLM-focused abstractions and scaffolding</a:t>
            </a:r>
          </a:p>
          <a:p>
            <a:pPr>
              <a:buSzPts val="100"/>
            </a:pPr>
            <a:r>
              <a:rPr lang="en-US" noProof="0" dirty="0">
                <a:solidFill>
                  <a:schemeClr val="tx1">
                    <a:alpha val="0"/>
                  </a:schemeClr>
                </a:solidFill>
              </a:rPr>
              <a:t>LLMs still do not replace abstractions (</a:t>
            </a:r>
            <a:r>
              <a:rPr lang="en-US" sz="2400" noProof="0" dirty="0">
                <a:solidFill>
                  <a:schemeClr val="tx1">
                    <a:alpha val="0"/>
                  </a:schemeClr>
                </a:solidFill>
              </a:rPr>
              <a:t>⬆️flexibility</a:t>
            </a:r>
            <a:r>
              <a:rPr lang="en-US" noProof="0" dirty="0">
                <a:solidFill>
                  <a:schemeClr val="tx1">
                    <a:alpha val="0"/>
                  </a:schemeClr>
                </a:solidFill>
              </a:rPr>
              <a:t>, </a:t>
            </a:r>
            <a:r>
              <a:rPr lang="en-US" sz="2400" noProof="0" dirty="0">
                <a:solidFill>
                  <a:schemeClr val="tx1">
                    <a:alpha val="0"/>
                  </a:schemeClr>
                </a:solidFill>
              </a:rPr>
              <a:t>⬇️                                </a:t>
            </a:r>
            <a:r>
              <a:rPr lang="en-US" noProof="0" dirty="0">
                <a:solidFill>
                  <a:schemeClr val="tx1">
                    <a:alpha val="0"/>
                  </a:schemeClr>
                </a:solidFill>
              </a:rPr>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custDataLst>
              <p:tags r:id="rId5"/>
            </p:custDataLst>
          </p:nvPr>
        </p:nvSpPr>
        <p:spPr/>
        <p:txBody>
          <a:bodyPr/>
          <a:lstStyle/>
          <a:p>
            <a:r>
              <a:rPr lang="en-US" noProof="0"/>
              <a:t>51</a:t>
            </a:r>
            <a:endParaRPr lang="en-US" noProof="0" dirty="0"/>
          </a:p>
        </p:txBody>
      </p:sp>
    </p:spTree>
    <p:custDataLst>
      <p:tags r:id="rId1"/>
    </p:custDataLst>
    <p:extLst>
      <p:ext uri="{BB962C8B-B14F-4D97-AF65-F5344CB8AC3E}">
        <p14:creationId xmlns:p14="http://schemas.microsoft.com/office/powerpoint/2010/main" val="251065969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custDataLst>
              <p:tags r:id="rId2"/>
            </p:custDataLst>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custDataLst>
              <p:tags r:id="rId3"/>
            </p:custDataLst>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buSzPts val="100"/>
            </a:pPr>
            <a:r>
              <a:rPr lang="en-US" noProof="0" dirty="0">
                <a:solidFill>
                  <a:schemeClr val="tx1">
                    <a:alpha val="0"/>
                  </a:schemeClr>
                </a:solidFill>
              </a:rPr>
              <a:t>More LLM-focused abstractions and scaffolding</a:t>
            </a:r>
          </a:p>
          <a:p>
            <a:pPr>
              <a:buSzPts val="100"/>
            </a:pPr>
            <a:r>
              <a:rPr lang="en-US" noProof="0" dirty="0">
                <a:solidFill>
                  <a:schemeClr val="tx1">
                    <a:alpha val="0"/>
                  </a:schemeClr>
                </a:solidFill>
              </a:rPr>
              <a:t>LLMs still do not replace abstractions (</a:t>
            </a:r>
            <a:r>
              <a:rPr lang="en-US" sz="2400" noProof="0" dirty="0">
                <a:solidFill>
                  <a:schemeClr val="tx1">
                    <a:alpha val="0"/>
                  </a:schemeClr>
                </a:solidFill>
              </a:rPr>
              <a:t>⬆️flexibility</a:t>
            </a:r>
            <a:r>
              <a:rPr lang="en-US" noProof="0" dirty="0">
                <a:solidFill>
                  <a:schemeClr val="tx1">
                    <a:alpha val="0"/>
                  </a:schemeClr>
                </a:solidFill>
              </a:rPr>
              <a:t>, </a:t>
            </a:r>
            <a:r>
              <a:rPr lang="en-US" sz="2400" noProof="0" dirty="0">
                <a:solidFill>
                  <a:schemeClr val="tx1">
                    <a:alpha val="0"/>
                  </a:schemeClr>
                </a:solidFill>
              </a:rPr>
              <a:t>⬇️                                </a:t>
            </a:r>
            <a:r>
              <a:rPr lang="en-US" noProof="0" dirty="0">
                <a:solidFill>
                  <a:schemeClr val="tx1">
                    <a:alpha val="0"/>
                  </a:schemeClr>
                </a:solidFill>
              </a:rPr>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custDataLst>
              <p:tags r:id="rId5"/>
            </p:custDataLst>
          </p:nvPr>
        </p:nvSpPr>
        <p:spPr/>
        <p:txBody>
          <a:bodyPr/>
          <a:lstStyle/>
          <a:p>
            <a:r>
              <a:rPr lang="en-US" noProof="0"/>
              <a:t>51</a:t>
            </a:r>
            <a:endParaRPr lang="en-US" noProof="0" dirty="0"/>
          </a:p>
        </p:txBody>
      </p:sp>
    </p:spTree>
    <p:custDataLst>
      <p:tags r:id="rId1"/>
    </p:custDataLst>
    <p:extLst>
      <p:ext uri="{BB962C8B-B14F-4D97-AF65-F5344CB8AC3E}">
        <p14:creationId xmlns:p14="http://schemas.microsoft.com/office/powerpoint/2010/main" val="420799651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custDataLst>
              <p:tags r:id="rId2"/>
            </p:custDataLst>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custDataLst>
              <p:tags r:id="rId3"/>
            </p:custDataLst>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pPr>
              <a:buSzPts val="100"/>
            </a:pPr>
            <a:r>
              <a:rPr lang="en-US" noProof="0" dirty="0">
                <a:solidFill>
                  <a:schemeClr val="tx1">
                    <a:alpha val="0"/>
                  </a:schemeClr>
                </a:solidFill>
              </a:rPr>
              <a:t>LLMs still do not replace abstractions (</a:t>
            </a:r>
            <a:r>
              <a:rPr lang="en-US" sz="2400" noProof="0" dirty="0">
                <a:solidFill>
                  <a:schemeClr val="tx1">
                    <a:alpha val="0"/>
                  </a:schemeClr>
                </a:solidFill>
              </a:rPr>
              <a:t>⬆️flexibility</a:t>
            </a:r>
            <a:r>
              <a:rPr lang="en-US" noProof="0" dirty="0">
                <a:solidFill>
                  <a:schemeClr val="tx1">
                    <a:alpha val="0"/>
                  </a:schemeClr>
                </a:solidFill>
              </a:rPr>
              <a:t>, </a:t>
            </a:r>
            <a:r>
              <a:rPr lang="en-US" sz="2400" noProof="0" dirty="0">
                <a:solidFill>
                  <a:schemeClr val="tx1">
                    <a:alpha val="0"/>
                  </a:schemeClr>
                </a:solidFill>
              </a:rPr>
              <a:t>⬇️                                </a:t>
            </a:r>
            <a:r>
              <a:rPr lang="en-US" noProof="0" dirty="0">
                <a:solidFill>
                  <a:schemeClr val="tx1">
                    <a:alpha val="0"/>
                  </a:schemeClr>
                </a:solidFill>
              </a:rPr>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custDataLst>
              <p:tags r:id="rId5"/>
            </p:custDataLst>
          </p:nvPr>
        </p:nvSpPr>
        <p:spPr/>
        <p:txBody>
          <a:bodyPr/>
          <a:lstStyle/>
          <a:p>
            <a:r>
              <a:rPr lang="en-US" noProof="0"/>
              <a:t>51</a:t>
            </a:r>
            <a:endParaRPr lang="en-US" noProof="0" dirty="0"/>
          </a:p>
        </p:txBody>
      </p:sp>
    </p:spTree>
    <p:custDataLst>
      <p:tags r:id="rId1"/>
    </p:custDataLst>
    <p:extLst>
      <p:ext uri="{BB962C8B-B14F-4D97-AF65-F5344CB8AC3E}">
        <p14:creationId xmlns:p14="http://schemas.microsoft.com/office/powerpoint/2010/main" val="234955740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custDataLst>
              <p:tags r:id="rId2"/>
            </p:custDataLst>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custDataLst>
              <p:tags r:id="rId3"/>
            </p:custDataLst>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custDataLst>
              <p:tags r:id="rId4"/>
            </p:custDataLst>
          </p:nvPr>
        </p:nvSpPr>
        <p:spPr/>
        <p:txBody>
          <a:bodyPr/>
          <a:lstStyle/>
          <a:p>
            <a:r>
              <a:rPr lang="en-US" noProof="0"/>
              <a:t>9/10/2026</a:t>
            </a:r>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custDataLst>
              <p:tags r:id="rId5"/>
            </p:custDataLst>
          </p:nvPr>
        </p:nvSpPr>
        <p:spPr/>
        <p:txBody>
          <a:bodyPr/>
          <a:lstStyle/>
          <a:p>
            <a:r>
              <a:rPr lang="en-US" noProof="0"/>
              <a:t>51</a:t>
            </a:r>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custDataLst>
              <p:tags r:id="rId6"/>
            </p:custDataLst>
          </p:nvPr>
        </p:nvSpPr>
        <p:spPr>
          <a:xfrm>
            <a:off x="9138232" y="5688871"/>
            <a:ext cx="2125390" cy="461665"/>
          </a:xfrm>
          <a:prstGeom prst="rect">
            <a:avLst/>
          </a:prstGeom>
          <a:noFill/>
        </p:spPr>
        <p:txBody>
          <a:bodyPr wrap="none" rtlCol="0">
            <a:spAutoFit/>
          </a:bodyPr>
          <a:lstStyle/>
          <a:p>
            <a:pPr algn="ctr"/>
            <a:r>
              <a:rPr lang="en-US" sz="2400" noProof="0" dirty="0"/>
              <a:t>interpretability</a:t>
            </a:r>
          </a:p>
        </p:txBody>
      </p:sp>
      <p:sp>
        <p:nvSpPr>
          <p:cNvPr id="8" name="TextBox 7">
            <a:extLst>
              <a:ext uri="{FF2B5EF4-FFF2-40B4-BE49-F238E27FC236}">
                <a16:creationId xmlns:a16="http://schemas.microsoft.com/office/drawing/2014/main" id="{DFEF80E3-6A55-EBC0-500C-3DC766A1C247}"/>
              </a:ext>
            </a:extLst>
          </p:cNvPr>
          <p:cNvSpPr txBox="1"/>
          <p:nvPr>
            <p:custDataLst>
              <p:tags r:id="rId7"/>
            </p:custDataLst>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noProof="0" dirty="0"/>
          </a:p>
        </p:txBody>
      </p:sp>
    </p:spTree>
    <p:custDataLst>
      <p:tags r:id="rId1"/>
    </p:custDataLst>
    <p:extLst>
      <p:ext uri="{BB962C8B-B14F-4D97-AF65-F5344CB8AC3E}">
        <p14:creationId xmlns:p14="http://schemas.microsoft.com/office/powerpoint/2010/main" val="8131455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1"/>
</p:tagLst>
</file>

<file path=ppt/tags/tag2.xml><?xml version="1.0" encoding="utf-8"?>
<p:tagLst xmlns:a="http://schemas.openxmlformats.org/drawingml/2006/main" xmlns:r="http://schemas.openxmlformats.org/officeDocument/2006/relationships" xmlns:p="http://schemas.openxmlformats.org/presentationml/2006/main">
  <p:tag name="TIMING" val="|1.2|6.2|7.1|8.2|2.1|22.4|17.7"/>
  <p:tag name="PPSPLIT_SPLIT" val="1"/>
  <p:tag name="PPSPLIT_ORIGINALSLIDENUMBER" val="2"/>
  <p:tag name="PPSPLIT_DONE" val="1"/>
</p:tagLst>
</file>

<file path=ppt/tags/tag3.xml><?xml version="1.0" encoding="utf-8"?>
<p:tagLst xmlns:a="http://schemas.openxmlformats.org/drawingml/2006/main" xmlns:r="http://schemas.openxmlformats.org/officeDocument/2006/relationships" xmlns:p="http://schemas.openxmlformats.org/presentationml/2006/main">
  <p:tag name="PPSPLIT_ID" val=" 2"/>
</p:tagLst>
</file>

<file path=ppt/tags/tag4.xml><?xml version="1.0" encoding="utf-8"?>
<p:tagLst xmlns:a="http://schemas.openxmlformats.org/drawingml/2006/main" xmlns:r="http://schemas.openxmlformats.org/officeDocument/2006/relationships" xmlns:p="http://schemas.openxmlformats.org/presentationml/2006/main">
  <p:tag name="PPSPLIT_ID" val=" 3"/>
</p:tagLst>
</file>

<file path=ppt/tags/tag5.xml><?xml version="1.0" encoding="utf-8"?>
<p:tagLst xmlns:a="http://schemas.openxmlformats.org/drawingml/2006/main" xmlns:r="http://schemas.openxmlformats.org/officeDocument/2006/relationships" xmlns:p="http://schemas.openxmlformats.org/presentationml/2006/main">
  <p:tag name="PPSPLIT_ID" val=" 4"/>
</p:tagLst>
</file>

<file path=ppt/tags/tag6.xml><?xml version="1.0" encoding="utf-8"?>
<p:tagLst xmlns:a="http://schemas.openxmlformats.org/drawingml/2006/main" xmlns:r="http://schemas.openxmlformats.org/officeDocument/2006/relationships" xmlns:p="http://schemas.openxmlformats.org/presentationml/2006/main">
  <p:tag name="PPSPLIT_ID" val=" 5"/>
</p:tagLst>
</file>

<file path=ppt/tags/tag7.xml><?xml version="1.0" encoding="utf-8"?>
<p:tagLst xmlns:a="http://schemas.openxmlformats.org/drawingml/2006/main" xmlns:r="http://schemas.openxmlformats.org/officeDocument/2006/relationships" xmlns:p="http://schemas.openxmlformats.org/presentationml/2006/main">
  <p:tag name="TIMING" val="|1.2|6.2|7.1|8.2|2.1|22.4|17.7"/>
  <p:tag name="PPSPLIT_SPLIT" val="1"/>
  <p:tag name="PPSPLIT_ORIGINALSLIDENUMBER" val="2"/>
  <p:tag name="PPSPLIT_DONE" val="1"/>
</p:tagLst>
</file>

<file path=ppt/tags/tag8.xml><?xml version="1.0" encoding="utf-8"?>
<p:tagLst xmlns:a="http://schemas.openxmlformats.org/drawingml/2006/main" xmlns:r="http://schemas.openxmlformats.org/officeDocument/2006/relationships" xmlns:p="http://schemas.openxmlformats.org/presentationml/2006/main">
  <p:tag name="PPSPLIT_ID" val=" 2"/>
</p:tagLst>
</file>

<file path=ppt/tags/tag9.xml><?xml version="1.0" encoding="utf-8"?>
<p:tagLst xmlns:a="http://schemas.openxmlformats.org/drawingml/2006/main" xmlns:r="http://schemas.openxmlformats.org/officeDocument/2006/relationships" xmlns:p="http://schemas.openxmlformats.org/presentationml/2006/main">
  <p:tag name="PPSPLIT_ID" val=" 3"/>
</p:tagLst>
</file>

<file path=ppt/tags/tag10.xml><?xml version="1.0" encoding="utf-8"?>
<p:tagLst xmlns:a="http://schemas.openxmlformats.org/drawingml/2006/main" xmlns:r="http://schemas.openxmlformats.org/officeDocument/2006/relationships" xmlns:p="http://schemas.openxmlformats.org/presentationml/2006/main">
  <p:tag name="PPSPLIT_ID" val=" 4"/>
</p:tagLst>
</file>

<file path=ppt/tags/tag11.xml><?xml version="1.0" encoding="utf-8"?>
<p:tagLst xmlns:a="http://schemas.openxmlformats.org/drawingml/2006/main" xmlns:r="http://schemas.openxmlformats.org/officeDocument/2006/relationships" xmlns:p="http://schemas.openxmlformats.org/presentationml/2006/main">
  <p:tag name="PPSPLIT_ID" val=" 5"/>
</p:tagLst>
</file>

<file path=ppt/tags/tag12.xml><?xml version="1.0" encoding="utf-8"?>
<p:tagLst xmlns:a="http://schemas.openxmlformats.org/drawingml/2006/main" xmlns:r="http://schemas.openxmlformats.org/officeDocument/2006/relationships" xmlns:p="http://schemas.openxmlformats.org/presentationml/2006/main">
  <p:tag name="TIMING" val="|1.2|6.2|7.1|8.2|2.1|22.4|17.7"/>
  <p:tag name="PPSPLIT_SPLIT" val="1"/>
  <p:tag name="PPSPLIT_ORIGINALSLIDENUMBER" val="2"/>
  <p:tag name="PPSPLIT_DONE" val="1"/>
</p:tagLst>
</file>

<file path=ppt/tags/tag13.xml><?xml version="1.0" encoding="utf-8"?>
<p:tagLst xmlns:a="http://schemas.openxmlformats.org/drawingml/2006/main" xmlns:r="http://schemas.openxmlformats.org/officeDocument/2006/relationships" xmlns:p="http://schemas.openxmlformats.org/presentationml/2006/main">
  <p:tag name="PPSPLIT_ID" val=" 2"/>
</p:tagLst>
</file>

<file path=ppt/tags/tag14.xml><?xml version="1.0" encoding="utf-8"?>
<p:tagLst xmlns:a="http://schemas.openxmlformats.org/drawingml/2006/main" xmlns:r="http://schemas.openxmlformats.org/officeDocument/2006/relationships" xmlns:p="http://schemas.openxmlformats.org/presentationml/2006/main">
  <p:tag name="PPSPLIT_ID" val=" 3"/>
</p:tagLst>
</file>

<file path=ppt/tags/tag15.xml><?xml version="1.0" encoding="utf-8"?>
<p:tagLst xmlns:a="http://schemas.openxmlformats.org/drawingml/2006/main" xmlns:r="http://schemas.openxmlformats.org/officeDocument/2006/relationships" xmlns:p="http://schemas.openxmlformats.org/presentationml/2006/main">
  <p:tag name="PPSPLIT_ID" val=" 4"/>
</p:tagLst>
</file>

<file path=ppt/tags/tag16.xml><?xml version="1.0" encoding="utf-8"?>
<p:tagLst xmlns:a="http://schemas.openxmlformats.org/drawingml/2006/main" xmlns:r="http://schemas.openxmlformats.org/officeDocument/2006/relationships" xmlns:p="http://schemas.openxmlformats.org/presentationml/2006/main">
  <p:tag name="PPSPLIT_ID" val=" 5"/>
</p:tagLst>
</file>

<file path=ppt/tags/tag17.xml><?xml version="1.0" encoding="utf-8"?>
<p:tagLst xmlns:a="http://schemas.openxmlformats.org/drawingml/2006/main" xmlns:r="http://schemas.openxmlformats.org/officeDocument/2006/relationships" xmlns:p="http://schemas.openxmlformats.org/presentationml/2006/main">
  <p:tag name="TIMING" val="|1.2|6.2|7.1|8.2|2.1|22.4|17.7"/>
  <p:tag name="PPSPLIT_SPLIT" val="1"/>
  <p:tag name="PPSPLIT_ORIGINALSLIDENUMBER" val="2"/>
  <p:tag name="PPSPLIT_DONE" val="1"/>
</p:tagLst>
</file>

<file path=ppt/tags/tag18.xml><?xml version="1.0" encoding="utf-8"?>
<p:tagLst xmlns:a="http://schemas.openxmlformats.org/drawingml/2006/main" xmlns:r="http://schemas.openxmlformats.org/officeDocument/2006/relationships" xmlns:p="http://schemas.openxmlformats.org/presentationml/2006/main">
  <p:tag name="PPSPLIT_ID" val=" 2"/>
</p:tagLst>
</file>

<file path=ppt/tags/tag19.xml><?xml version="1.0" encoding="utf-8"?>
<p:tagLst xmlns:a="http://schemas.openxmlformats.org/drawingml/2006/main" xmlns:r="http://schemas.openxmlformats.org/officeDocument/2006/relationships" xmlns:p="http://schemas.openxmlformats.org/presentationml/2006/main">
  <p:tag name="PPSPLIT_ID" val=" 3"/>
</p:tagLst>
</file>

<file path=ppt/tags/tag20.xml><?xml version="1.0" encoding="utf-8"?>
<p:tagLst xmlns:a="http://schemas.openxmlformats.org/drawingml/2006/main" xmlns:r="http://schemas.openxmlformats.org/officeDocument/2006/relationships" xmlns:p="http://schemas.openxmlformats.org/presentationml/2006/main">
  <p:tag name="PPSPLIT_ID" val=" 4"/>
</p:tagLst>
</file>

<file path=ppt/tags/tag21.xml><?xml version="1.0" encoding="utf-8"?>
<p:tagLst xmlns:a="http://schemas.openxmlformats.org/drawingml/2006/main" xmlns:r="http://schemas.openxmlformats.org/officeDocument/2006/relationships" xmlns:p="http://schemas.openxmlformats.org/presentationml/2006/main">
  <p:tag name="PPSPLIT_ID" val=" 5"/>
</p:tagLst>
</file>

<file path=ppt/tags/tag22.xml><?xml version="1.0" encoding="utf-8"?>
<p:tagLst xmlns:a="http://schemas.openxmlformats.org/drawingml/2006/main" xmlns:r="http://schemas.openxmlformats.org/officeDocument/2006/relationships" xmlns:p="http://schemas.openxmlformats.org/presentationml/2006/main">
  <p:tag name="TIMING" val="|1.2|6.2|7.1|8.2|2.1|22.4|17.7"/>
  <p:tag name="PPSPLIT_SPLIT" val="1"/>
  <p:tag name="PPSPLIT_ORIGINALSLIDENUMBER" val="2"/>
  <p:tag name="PPSPLIT_DONE" val="1"/>
</p:tagLst>
</file>

<file path=ppt/tags/tag23.xml><?xml version="1.0" encoding="utf-8"?>
<p:tagLst xmlns:a="http://schemas.openxmlformats.org/drawingml/2006/main" xmlns:r="http://schemas.openxmlformats.org/officeDocument/2006/relationships" xmlns:p="http://schemas.openxmlformats.org/presentationml/2006/main">
  <p:tag name="PPSPLIT_ID" val=" 2"/>
</p:tagLst>
</file>

<file path=ppt/tags/tag24.xml><?xml version="1.0" encoding="utf-8"?>
<p:tagLst xmlns:a="http://schemas.openxmlformats.org/drawingml/2006/main" xmlns:r="http://schemas.openxmlformats.org/officeDocument/2006/relationships" xmlns:p="http://schemas.openxmlformats.org/presentationml/2006/main">
  <p:tag name="PPSPLIT_ID" val=" 3"/>
</p:tagLst>
</file>

<file path=ppt/tags/tag25.xml><?xml version="1.0" encoding="utf-8"?>
<p:tagLst xmlns:a="http://schemas.openxmlformats.org/drawingml/2006/main" xmlns:r="http://schemas.openxmlformats.org/officeDocument/2006/relationships" xmlns:p="http://schemas.openxmlformats.org/presentationml/2006/main">
  <p:tag name="PPSPLIT_ID" val=" 4"/>
</p:tagLst>
</file>

<file path=ppt/tags/tag26.xml><?xml version="1.0" encoding="utf-8"?>
<p:tagLst xmlns:a="http://schemas.openxmlformats.org/drawingml/2006/main" xmlns:r="http://schemas.openxmlformats.org/officeDocument/2006/relationships" xmlns:p="http://schemas.openxmlformats.org/presentationml/2006/main">
  <p:tag name="PPSPLIT_ID" val=" 5"/>
</p:tagLst>
</file>

<file path=ppt/tags/tag27.xml><?xml version="1.0" encoding="utf-8"?>
<p:tagLst xmlns:a="http://schemas.openxmlformats.org/drawingml/2006/main" xmlns:r="http://schemas.openxmlformats.org/officeDocument/2006/relationships" xmlns:p="http://schemas.openxmlformats.org/presentationml/2006/main">
  <p:tag name="TIMING" val="|1.2|6.2|7.1|8.2|2.1|22.4|17.7"/>
  <p:tag name="PPSPLIT_SPLIT" val="1"/>
  <p:tag name="PPSPLIT_ORIGINALSLIDENUMBER" val="2"/>
  <p:tag name="PPSPLIT_DONE" val="1"/>
</p:tagLst>
</file>

<file path=ppt/tags/tag28.xml><?xml version="1.0" encoding="utf-8"?>
<p:tagLst xmlns:a="http://schemas.openxmlformats.org/drawingml/2006/main" xmlns:r="http://schemas.openxmlformats.org/officeDocument/2006/relationships" xmlns:p="http://schemas.openxmlformats.org/presentationml/2006/main">
  <p:tag name="PPSPLIT_ID" val=" 2"/>
</p:tagLst>
</file>

<file path=ppt/tags/tag29.xml><?xml version="1.0" encoding="utf-8"?>
<p:tagLst xmlns:a="http://schemas.openxmlformats.org/drawingml/2006/main" xmlns:r="http://schemas.openxmlformats.org/officeDocument/2006/relationships" xmlns:p="http://schemas.openxmlformats.org/presentationml/2006/main">
  <p:tag name="PPSPLIT_ID" val=" 3"/>
</p:tagLst>
</file>

<file path=ppt/tags/tag30.xml><?xml version="1.0" encoding="utf-8"?>
<p:tagLst xmlns:a="http://schemas.openxmlformats.org/drawingml/2006/main" xmlns:r="http://schemas.openxmlformats.org/officeDocument/2006/relationships" xmlns:p="http://schemas.openxmlformats.org/presentationml/2006/main">
  <p:tag name="PPSPLIT_ID" val=" 4"/>
</p:tagLst>
</file>

<file path=ppt/tags/tag31.xml><?xml version="1.0" encoding="utf-8"?>
<p:tagLst xmlns:a="http://schemas.openxmlformats.org/drawingml/2006/main" xmlns:r="http://schemas.openxmlformats.org/officeDocument/2006/relationships" xmlns:p="http://schemas.openxmlformats.org/presentationml/2006/main">
  <p:tag name="PPSPLIT_ID" val=" 5"/>
</p:tagLst>
</file>

<file path=ppt/tags/tag32.xml><?xml version="1.0" encoding="utf-8"?>
<p:tagLst xmlns:a="http://schemas.openxmlformats.org/drawingml/2006/main" xmlns:r="http://schemas.openxmlformats.org/officeDocument/2006/relationships" xmlns:p="http://schemas.openxmlformats.org/presentationml/2006/main">
  <p:tag name="TIMING" val="|1.2|6.2|7.1|8.2|2.1|22.4|17.7"/>
  <p:tag name="PPSPLIT_SPLIT" val="1"/>
  <p:tag name="PPSPLIT_ORIGINALSLIDENUMBER" val="2"/>
  <p:tag name="PPSPLIT_DONE" val="1"/>
</p:tagLst>
</file>

<file path=ppt/tags/tag33.xml><?xml version="1.0" encoding="utf-8"?>
<p:tagLst xmlns:a="http://schemas.openxmlformats.org/drawingml/2006/main" xmlns:r="http://schemas.openxmlformats.org/officeDocument/2006/relationships" xmlns:p="http://schemas.openxmlformats.org/presentationml/2006/main">
  <p:tag name="PPSPLIT_ID" val=" 2"/>
</p:tagLst>
</file>

<file path=ppt/tags/tag34.xml><?xml version="1.0" encoding="utf-8"?>
<p:tagLst xmlns:a="http://schemas.openxmlformats.org/drawingml/2006/main" xmlns:r="http://schemas.openxmlformats.org/officeDocument/2006/relationships" xmlns:p="http://schemas.openxmlformats.org/presentationml/2006/main">
  <p:tag name="PPSPLIT_ID" val=" 3"/>
</p:tagLst>
</file>

<file path=ppt/tags/tag35.xml><?xml version="1.0" encoding="utf-8"?>
<p:tagLst xmlns:a="http://schemas.openxmlformats.org/drawingml/2006/main" xmlns:r="http://schemas.openxmlformats.org/officeDocument/2006/relationships" xmlns:p="http://schemas.openxmlformats.org/presentationml/2006/main">
  <p:tag name="PPSPLIT_ID" val=" 4"/>
</p:tagLst>
</file>

<file path=ppt/tags/tag36.xml><?xml version="1.0" encoding="utf-8"?>
<p:tagLst xmlns:a="http://schemas.openxmlformats.org/drawingml/2006/main" xmlns:r="http://schemas.openxmlformats.org/officeDocument/2006/relationships" xmlns:p="http://schemas.openxmlformats.org/presentationml/2006/main">
  <p:tag name="PPSPLIT_ID" val=" 5"/>
</p:tagLst>
</file>

<file path=ppt/tags/tag37.xml><?xml version="1.0" encoding="utf-8"?>
<p:tagLst xmlns:a="http://schemas.openxmlformats.org/drawingml/2006/main" xmlns:r="http://schemas.openxmlformats.org/officeDocument/2006/relationships" xmlns:p="http://schemas.openxmlformats.org/presentationml/2006/main">
  <p:tag name="TIMING" val="|1.2|6.2|7.1|8.2|2.1|22.4|17.7"/>
  <p:tag name="PPSPLIT_SPLIT" val="1"/>
  <p:tag name="PPSPLIT_ORIGINALSLIDENUMBER" val="2"/>
</p:tagLst>
</file>

<file path=ppt/tags/tag38.xml><?xml version="1.0" encoding="utf-8"?>
<p:tagLst xmlns:a="http://schemas.openxmlformats.org/drawingml/2006/main" xmlns:r="http://schemas.openxmlformats.org/officeDocument/2006/relationships" xmlns:p="http://schemas.openxmlformats.org/presentationml/2006/main">
  <p:tag name="PPSPLIT_ID" val=" 2"/>
</p:tagLst>
</file>

<file path=ppt/tags/tag39.xml><?xml version="1.0" encoding="utf-8"?>
<p:tagLst xmlns:a="http://schemas.openxmlformats.org/drawingml/2006/main" xmlns:r="http://schemas.openxmlformats.org/officeDocument/2006/relationships" xmlns:p="http://schemas.openxmlformats.org/presentationml/2006/main">
  <p:tag name="PPSPLIT_ID" val=" 3"/>
</p:tagLst>
</file>

<file path=ppt/tags/tag40.xml><?xml version="1.0" encoding="utf-8"?>
<p:tagLst xmlns:a="http://schemas.openxmlformats.org/drawingml/2006/main" xmlns:r="http://schemas.openxmlformats.org/officeDocument/2006/relationships" xmlns:p="http://schemas.openxmlformats.org/presentationml/2006/main">
  <p:tag name="PPSPLIT_ID" val=" 4"/>
</p:tagLst>
</file>

<file path=ppt/tags/tag41.xml><?xml version="1.0" encoding="utf-8"?>
<p:tagLst xmlns:a="http://schemas.openxmlformats.org/drawingml/2006/main" xmlns:r="http://schemas.openxmlformats.org/officeDocument/2006/relationships" xmlns:p="http://schemas.openxmlformats.org/presentationml/2006/main">
  <p:tag name="PPSPLIT_ID" val=" 5"/>
</p:tagLst>
</file>

<file path=ppt/tags/tag42.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3"/>
</p:tagLst>
</file>

<file path=ppt/tags/tag43.xml><?xml version="1.0" encoding="utf-8"?>
<p:tagLst xmlns:a="http://schemas.openxmlformats.org/drawingml/2006/main" xmlns:r="http://schemas.openxmlformats.org/officeDocument/2006/relationships" xmlns:p="http://schemas.openxmlformats.org/presentationml/2006/main">
  <p:tag name="TIMING" val="|32.9|28.1"/>
  <p:tag name="PPSPLIT_SPLIT" val="1"/>
  <p:tag name="PPSPLIT_ORIGINALSLIDENUMBER" val="4"/>
  <p:tag name="PPSPLIT_DONE" val="1"/>
</p:tagLst>
</file>

<file path=ppt/tags/tag44.xml><?xml version="1.0" encoding="utf-8"?>
<p:tagLst xmlns:a="http://schemas.openxmlformats.org/drawingml/2006/main" xmlns:r="http://schemas.openxmlformats.org/officeDocument/2006/relationships" xmlns:p="http://schemas.openxmlformats.org/presentationml/2006/main">
  <p:tag name="PPSPLIT_ID" val=" 2"/>
</p:tagLst>
</file>

<file path=ppt/tags/tag45.xml><?xml version="1.0" encoding="utf-8"?>
<p:tagLst xmlns:a="http://schemas.openxmlformats.org/drawingml/2006/main" xmlns:r="http://schemas.openxmlformats.org/officeDocument/2006/relationships" xmlns:p="http://schemas.openxmlformats.org/presentationml/2006/main">
  <p:tag name="PPSPLIT_ID" val=" 16"/>
</p:tagLst>
</file>

<file path=ppt/tags/tag46.xml><?xml version="1.0" encoding="utf-8"?>
<p:tagLst xmlns:a="http://schemas.openxmlformats.org/drawingml/2006/main" xmlns:r="http://schemas.openxmlformats.org/officeDocument/2006/relationships" xmlns:p="http://schemas.openxmlformats.org/presentationml/2006/main">
  <p:tag name="PPSPLIT_ID" val=" 20"/>
</p:tagLst>
</file>

<file path=ppt/tags/tag47.xml><?xml version="1.0" encoding="utf-8"?>
<p:tagLst xmlns:a="http://schemas.openxmlformats.org/drawingml/2006/main" xmlns:r="http://schemas.openxmlformats.org/officeDocument/2006/relationships" xmlns:p="http://schemas.openxmlformats.org/presentationml/2006/main">
  <p:tag name="PPSPLIT_ID" val=" 3"/>
</p:tagLst>
</file>

<file path=ppt/tags/tag48.xml><?xml version="1.0" encoding="utf-8"?>
<p:tagLst xmlns:a="http://schemas.openxmlformats.org/drawingml/2006/main" xmlns:r="http://schemas.openxmlformats.org/officeDocument/2006/relationships" xmlns:p="http://schemas.openxmlformats.org/presentationml/2006/main">
  <p:tag name="PPSPLIT_ID" val=" 8"/>
</p:tagLst>
</file>

<file path=ppt/tags/tag49.xml><?xml version="1.0" encoding="utf-8"?>
<p:tagLst xmlns:a="http://schemas.openxmlformats.org/drawingml/2006/main" xmlns:r="http://schemas.openxmlformats.org/officeDocument/2006/relationships" xmlns:p="http://schemas.openxmlformats.org/presentationml/2006/main">
  <p:tag name="PPSPLIT_ID" val=" 14"/>
</p:tagLst>
</file>

<file path=ppt/tags/tag50.xml><?xml version="1.0" encoding="utf-8"?>
<p:tagLst xmlns:a="http://schemas.openxmlformats.org/drawingml/2006/main" xmlns:r="http://schemas.openxmlformats.org/officeDocument/2006/relationships" xmlns:p="http://schemas.openxmlformats.org/presentationml/2006/main">
  <p:tag name="PPSPLIT_ID" val=" 15"/>
</p:tagLst>
</file>

<file path=ppt/tags/tag51.xml><?xml version="1.0" encoding="utf-8"?>
<p:tagLst xmlns:a="http://schemas.openxmlformats.org/drawingml/2006/main" xmlns:r="http://schemas.openxmlformats.org/officeDocument/2006/relationships" xmlns:p="http://schemas.openxmlformats.org/presentationml/2006/main">
  <p:tag name="PPSPLIT_ID" val=" 7"/>
</p:tagLst>
</file>

<file path=ppt/tags/tag52.xml><?xml version="1.0" encoding="utf-8"?>
<p:tagLst xmlns:a="http://schemas.openxmlformats.org/drawingml/2006/main" xmlns:r="http://schemas.openxmlformats.org/officeDocument/2006/relationships" xmlns:p="http://schemas.openxmlformats.org/presentationml/2006/main">
  <p:tag name="PPSPLIT_ID" val=" 11"/>
</p:tagLst>
</file>

<file path=ppt/tags/tag53.xml><?xml version="1.0" encoding="utf-8"?>
<p:tagLst xmlns:a="http://schemas.openxmlformats.org/drawingml/2006/main" xmlns:r="http://schemas.openxmlformats.org/officeDocument/2006/relationships" xmlns:p="http://schemas.openxmlformats.org/presentationml/2006/main">
  <p:tag name="TIMING" val="|32.9|28.1"/>
  <p:tag name="PPSPLIT_SPLIT" val="1"/>
  <p:tag name="PPSPLIT_ORIGINALSLIDENUMBER" val="4"/>
  <p:tag name="PPSPLIT_DONE" val="1"/>
</p:tagLst>
</file>

<file path=ppt/tags/tag54.xml><?xml version="1.0" encoding="utf-8"?>
<p:tagLst xmlns:a="http://schemas.openxmlformats.org/drawingml/2006/main" xmlns:r="http://schemas.openxmlformats.org/officeDocument/2006/relationships" xmlns:p="http://schemas.openxmlformats.org/presentationml/2006/main">
  <p:tag name="PPSPLIT_ID" val=" 2"/>
</p:tagLst>
</file>

<file path=ppt/tags/tag55.xml><?xml version="1.0" encoding="utf-8"?>
<p:tagLst xmlns:a="http://schemas.openxmlformats.org/drawingml/2006/main" xmlns:r="http://schemas.openxmlformats.org/officeDocument/2006/relationships" xmlns:p="http://schemas.openxmlformats.org/presentationml/2006/main">
  <p:tag name="PPSPLIT_ID" val=" 4"/>
</p:tagLst>
</file>

<file path=ppt/tags/tag56.xml><?xml version="1.0" encoding="utf-8"?>
<p:tagLst xmlns:a="http://schemas.openxmlformats.org/drawingml/2006/main" xmlns:r="http://schemas.openxmlformats.org/officeDocument/2006/relationships" xmlns:p="http://schemas.openxmlformats.org/presentationml/2006/main">
  <p:tag name="PPSPLIT_ID" val=" 16"/>
</p:tagLst>
</file>

<file path=ppt/tags/tag57.xml><?xml version="1.0" encoding="utf-8"?>
<p:tagLst xmlns:a="http://schemas.openxmlformats.org/drawingml/2006/main" xmlns:r="http://schemas.openxmlformats.org/officeDocument/2006/relationships" xmlns:p="http://schemas.openxmlformats.org/presentationml/2006/main">
  <p:tag name="PPSPLIT_ID" val=" 20"/>
</p:tagLst>
</file>

<file path=ppt/tags/tag58.xml><?xml version="1.0" encoding="utf-8"?>
<p:tagLst xmlns:a="http://schemas.openxmlformats.org/drawingml/2006/main" xmlns:r="http://schemas.openxmlformats.org/officeDocument/2006/relationships" xmlns:p="http://schemas.openxmlformats.org/presentationml/2006/main">
  <p:tag name="PPSPLIT_ID" val=" 3"/>
</p:tagLst>
</file>

<file path=ppt/tags/tag59.xml><?xml version="1.0" encoding="utf-8"?>
<p:tagLst xmlns:a="http://schemas.openxmlformats.org/drawingml/2006/main" xmlns:r="http://schemas.openxmlformats.org/officeDocument/2006/relationships" xmlns:p="http://schemas.openxmlformats.org/presentationml/2006/main">
  <p:tag name="PPSPLIT_ID" val=" 8"/>
</p:tagLst>
</file>

<file path=ppt/tags/tag60.xml><?xml version="1.0" encoding="utf-8"?>
<p:tagLst xmlns:a="http://schemas.openxmlformats.org/drawingml/2006/main" xmlns:r="http://schemas.openxmlformats.org/officeDocument/2006/relationships" xmlns:p="http://schemas.openxmlformats.org/presentationml/2006/main">
  <p:tag name="PPSPLIT_ID" val=" 12"/>
</p:tagLst>
</file>

<file path=ppt/tags/tag61.xml><?xml version="1.0" encoding="utf-8"?>
<p:tagLst xmlns:a="http://schemas.openxmlformats.org/drawingml/2006/main" xmlns:r="http://schemas.openxmlformats.org/officeDocument/2006/relationships" xmlns:p="http://schemas.openxmlformats.org/presentationml/2006/main">
  <p:tag name="PPSPLIT_ID" val=" 18"/>
</p:tagLst>
</file>

<file path=ppt/tags/tag62.xml><?xml version="1.0" encoding="utf-8"?>
<p:tagLst xmlns:a="http://schemas.openxmlformats.org/drawingml/2006/main" xmlns:r="http://schemas.openxmlformats.org/officeDocument/2006/relationships" xmlns:p="http://schemas.openxmlformats.org/presentationml/2006/main">
  <p:tag name="PPSPLIT_ID" val=" 10"/>
</p:tagLst>
</file>

<file path=ppt/tags/tag63.xml><?xml version="1.0" encoding="utf-8"?>
<p:tagLst xmlns:a="http://schemas.openxmlformats.org/drawingml/2006/main" xmlns:r="http://schemas.openxmlformats.org/officeDocument/2006/relationships" xmlns:p="http://schemas.openxmlformats.org/presentationml/2006/main">
  <p:tag name="PPSPLIT_ID" val=" 23"/>
</p:tagLst>
</file>

<file path=ppt/tags/tag64.xml><?xml version="1.0" encoding="utf-8"?>
<p:tagLst xmlns:a="http://schemas.openxmlformats.org/drawingml/2006/main" xmlns:r="http://schemas.openxmlformats.org/officeDocument/2006/relationships" xmlns:p="http://schemas.openxmlformats.org/presentationml/2006/main">
  <p:tag name="PPSPLIT_ID" val=" 14"/>
</p:tagLst>
</file>

<file path=ppt/tags/tag65.xml><?xml version="1.0" encoding="utf-8"?>
<p:tagLst xmlns:a="http://schemas.openxmlformats.org/drawingml/2006/main" xmlns:r="http://schemas.openxmlformats.org/officeDocument/2006/relationships" xmlns:p="http://schemas.openxmlformats.org/presentationml/2006/main">
  <p:tag name="PPSPLIT_ID" val=" 15"/>
</p:tagLst>
</file>

<file path=ppt/tags/tag66.xml><?xml version="1.0" encoding="utf-8"?>
<p:tagLst xmlns:a="http://schemas.openxmlformats.org/drawingml/2006/main" xmlns:r="http://schemas.openxmlformats.org/officeDocument/2006/relationships" xmlns:p="http://schemas.openxmlformats.org/presentationml/2006/main">
  <p:tag name="PPSPLIT_ID" val=" 7"/>
</p:tagLst>
</file>

<file path=ppt/tags/tag67.xml><?xml version="1.0" encoding="utf-8"?>
<p:tagLst xmlns:a="http://schemas.openxmlformats.org/drawingml/2006/main" xmlns:r="http://schemas.openxmlformats.org/officeDocument/2006/relationships" xmlns:p="http://schemas.openxmlformats.org/presentationml/2006/main">
  <p:tag name="PPSPLIT_ID" val=" 11"/>
</p:tagLst>
</file>

<file path=ppt/tags/tag68.xml><?xml version="1.0" encoding="utf-8"?>
<p:tagLst xmlns:a="http://schemas.openxmlformats.org/drawingml/2006/main" xmlns:r="http://schemas.openxmlformats.org/officeDocument/2006/relationships" xmlns:p="http://schemas.openxmlformats.org/presentationml/2006/main">
  <p:tag name="TIMING" val="|32.9|28.1"/>
  <p:tag name="PPSPLIT_SPLIT" val="1"/>
  <p:tag name="PPSPLIT_ORIGINALSLIDENUMBER" val="4"/>
</p:tagLst>
</file>

<file path=ppt/tags/tag69.xml><?xml version="1.0" encoding="utf-8"?>
<p:tagLst xmlns:a="http://schemas.openxmlformats.org/drawingml/2006/main" xmlns:r="http://schemas.openxmlformats.org/officeDocument/2006/relationships" xmlns:p="http://schemas.openxmlformats.org/presentationml/2006/main">
  <p:tag name="PPSPLIT_ID" val=" 2"/>
</p:tagLst>
</file>

<file path=ppt/tags/tag70.xml><?xml version="1.0" encoding="utf-8"?>
<p:tagLst xmlns:a="http://schemas.openxmlformats.org/drawingml/2006/main" xmlns:r="http://schemas.openxmlformats.org/officeDocument/2006/relationships" xmlns:p="http://schemas.openxmlformats.org/presentationml/2006/main">
  <p:tag name="PPSPLIT_ID" val=" 4"/>
</p:tagLst>
</file>

<file path=ppt/tags/tag71.xml><?xml version="1.0" encoding="utf-8"?>
<p:tagLst xmlns:a="http://schemas.openxmlformats.org/drawingml/2006/main" xmlns:r="http://schemas.openxmlformats.org/officeDocument/2006/relationships" xmlns:p="http://schemas.openxmlformats.org/presentationml/2006/main">
  <p:tag name="PPSPLIT_ID" val=" 5"/>
</p:tagLst>
</file>

<file path=ppt/tags/tag72.xml><?xml version="1.0" encoding="utf-8"?>
<p:tagLst xmlns:a="http://schemas.openxmlformats.org/drawingml/2006/main" xmlns:r="http://schemas.openxmlformats.org/officeDocument/2006/relationships" xmlns:p="http://schemas.openxmlformats.org/presentationml/2006/main">
  <p:tag name="PPSPLIT_ID" val=" 16"/>
</p:tagLst>
</file>

<file path=ppt/tags/tag73.xml><?xml version="1.0" encoding="utf-8"?>
<p:tagLst xmlns:a="http://schemas.openxmlformats.org/drawingml/2006/main" xmlns:r="http://schemas.openxmlformats.org/officeDocument/2006/relationships" xmlns:p="http://schemas.openxmlformats.org/presentationml/2006/main">
  <p:tag name="PPSPLIT_ID" val=" 20"/>
</p:tagLst>
</file>

<file path=ppt/tags/tag74.xml><?xml version="1.0" encoding="utf-8"?>
<p:tagLst xmlns:a="http://schemas.openxmlformats.org/drawingml/2006/main" xmlns:r="http://schemas.openxmlformats.org/officeDocument/2006/relationships" xmlns:p="http://schemas.openxmlformats.org/presentationml/2006/main">
  <p:tag name="PPSPLIT_ID" val=" 3"/>
</p:tagLst>
</file>

<file path=ppt/tags/tag75.xml><?xml version="1.0" encoding="utf-8"?>
<p:tagLst xmlns:a="http://schemas.openxmlformats.org/drawingml/2006/main" xmlns:r="http://schemas.openxmlformats.org/officeDocument/2006/relationships" xmlns:p="http://schemas.openxmlformats.org/presentationml/2006/main">
  <p:tag name="PPSPLIT_ID" val=" 8"/>
</p:tagLst>
</file>

<file path=ppt/tags/tag76.xml><?xml version="1.0" encoding="utf-8"?>
<p:tagLst xmlns:a="http://schemas.openxmlformats.org/drawingml/2006/main" xmlns:r="http://schemas.openxmlformats.org/officeDocument/2006/relationships" xmlns:p="http://schemas.openxmlformats.org/presentationml/2006/main">
  <p:tag name="PPSPLIT_ID" val=" 12"/>
</p:tagLst>
</file>

<file path=ppt/tags/tag77.xml><?xml version="1.0" encoding="utf-8"?>
<p:tagLst xmlns:a="http://schemas.openxmlformats.org/drawingml/2006/main" xmlns:r="http://schemas.openxmlformats.org/officeDocument/2006/relationships" xmlns:p="http://schemas.openxmlformats.org/presentationml/2006/main">
  <p:tag name="PPSPLIT_ID" val=" 17"/>
</p:tagLst>
</file>

<file path=ppt/tags/tag78.xml><?xml version="1.0" encoding="utf-8"?>
<p:tagLst xmlns:a="http://schemas.openxmlformats.org/drawingml/2006/main" xmlns:r="http://schemas.openxmlformats.org/officeDocument/2006/relationships" xmlns:p="http://schemas.openxmlformats.org/presentationml/2006/main">
  <p:tag name="PPSPLIT_ID" val=" 18"/>
</p:tagLst>
</file>

<file path=ppt/tags/tag79.xml><?xml version="1.0" encoding="utf-8"?>
<p:tagLst xmlns:a="http://schemas.openxmlformats.org/drawingml/2006/main" xmlns:r="http://schemas.openxmlformats.org/officeDocument/2006/relationships" xmlns:p="http://schemas.openxmlformats.org/presentationml/2006/main">
  <p:tag name="PPSPLIT_ID" val=" 22"/>
</p:tagLst>
</file>

<file path=ppt/tags/tag80.xml><?xml version="1.0" encoding="utf-8"?>
<p:tagLst xmlns:a="http://schemas.openxmlformats.org/drawingml/2006/main" xmlns:r="http://schemas.openxmlformats.org/officeDocument/2006/relationships" xmlns:p="http://schemas.openxmlformats.org/presentationml/2006/main">
  <p:tag name="PPSPLIT_ID" val=" 10"/>
</p:tagLst>
</file>

<file path=ppt/tags/tag81.xml><?xml version="1.0" encoding="utf-8"?>
<p:tagLst xmlns:a="http://schemas.openxmlformats.org/drawingml/2006/main" xmlns:r="http://schemas.openxmlformats.org/officeDocument/2006/relationships" xmlns:p="http://schemas.openxmlformats.org/presentationml/2006/main">
  <p:tag name="PPSPLIT_ID" val=" 13"/>
</p:tagLst>
</file>

<file path=ppt/tags/tag82.xml><?xml version="1.0" encoding="utf-8"?>
<p:tagLst xmlns:a="http://schemas.openxmlformats.org/drawingml/2006/main" xmlns:r="http://schemas.openxmlformats.org/officeDocument/2006/relationships" xmlns:p="http://schemas.openxmlformats.org/presentationml/2006/main">
  <p:tag name="PPSPLIT_ID" val=" 19"/>
</p:tagLst>
</file>

<file path=ppt/tags/tag83.xml><?xml version="1.0" encoding="utf-8"?>
<p:tagLst xmlns:a="http://schemas.openxmlformats.org/drawingml/2006/main" xmlns:r="http://schemas.openxmlformats.org/officeDocument/2006/relationships" xmlns:p="http://schemas.openxmlformats.org/presentationml/2006/main">
  <p:tag name="PPSPLIT_ID" val=" 23"/>
</p:tagLst>
</file>

<file path=ppt/tags/tag84.xml><?xml version="1.0" encoding="utf-8"?>
<p:tagLst xmlns:a="http://schemas.openxmlformats.org/drawingml/2006/main" xmlns:r="http://schemas.openxmlformats.org/officeDocument/2006/relationships" xmlns:p="http://schemas.openxmlformats.org/presentationml/2006/main">
  <p:tag name="PPSPLIT_ID" val=" 14"/>
</p:tagLst>
</file>

<file path=ppt/tags/tag85.xml><?xml version="1.0" encoding="utf-8"?>
<p:tagLst xmlns:a="http://schemas.openxmlformats.org/drawingml/2006/main" xmlns:r="http://schemas.openxmlformats.org/officeDocument/2006/relationships" xmlns:p="http://schemas.openxmlformats.org/presentationml/2006/main">
  <p:tag name="PPSPLIT_ID" val=" 15"/>
</p:tagLst>
</file>

<file path=ppt/tags/tag86.xml><?xml version="1.0" encoding="utf-8"?>
<p:tagLst xmlns:a="http://schemas.openxmlformats.org/drawingml/2006/main" xmlns:r="http://schemas.openxmlformats.org/officeDocument/2006/relationships" xmlns:p="http://schemas.openxmlformats.org/presentationml/2006/main">
  <p:tag name="PPSPLIT_ID" val=" 7"/>
</p:tagLst>
</file>

<file path=ppt/tags/tag87.xml><?xml version="1.0" encoding="utf-8"?>
<p:tagLst xmlns:a="http://schemas.openxmlformats.org/drawingml/2006/main" xmlns:r="http://schemas.openxmlformats.org/officeDocument/2006/relationships" xmlns:p="http://schemas.openxmlformats.org/presentationml/2006/main">
  <p:tag name="PPSPLIT_ID" val=" 11"/>
</p:tagLst>
</file>

<file path=ppt/tags/tag88.xml><?xml version="1.0" encoding="utf-8"?>
<p:tagLst xmlns:a="http://schemas.openxmlformats.org/drawingml/2006/main" xmlns:r="http://schemas.openxmlformats.org/officeDocument/2006/relationships" xmlns:p="http://schemas.openxmlformats.org/presentationml/2006/main">
  <p:tag name="TIMING" val="|33|9.2|4.9|9.6"/>
  <p:tag name="PPSPLIT_SPLIT" val="1"/>
  <p:tag name="PPSPLIT_ORIGINALSLIDENUMBER" val="5"/>
  <p:tag name="PPSPLIT_DONE" val="1"/>
</p:tagLst>
</file>

<file path=ppt/tags/tag89.xml><?xml version="1.0" encoding="utf-8"?>
<p:tagLst xmlns:a="http://schemas.openxmlformats.org/drawingml/2006/main" xmlns:r="http://schemas.openxmlformats.org/officeDocument/2006/relationships" xmlns:p="http://schemas.openxmlformats.org/presentationml/2006/main">
  <p:tag name="PPSPLIT_ID" val=" 2"/>
</p:tagLst>
</file>

<file path=ppt/tags/tag90.xml><?xml version="1.0" encoding="utf-8"?>
<p:tagLst xmlns:a="http://schemas.openxmlformats.org/drawingml/2006/main" xmlns:r="http://schemas.openxmlformats.org/officeDocument/2006/relationships" xmlns:p="http://schemas.openxmlformats.org/presentationml/2006/main">
  <p:tag name="PPSPLIT_ID" val=" 15"/>
</p:tagLst>
</file>

<file path=ppt/tags/tag91.xml><?xml version="1.0" encoding="utf-8"?>
<p:tagLst xmlns:a="http://schemas.openxmlformats.org/drawingml/2006/main" xmlns:r="http://schemas.openxmlformats.org/officeDocument/2006/relationships" xmlns:p="http://schemas.openxmlformats.org/presentationml/2006/main">
  <p:tag name="PPSPLIT_ID" val=" 16"/>
</p:tagLst>
</file>

<file path=ppt/tags/tag92.xml><?xml version="1.0" encoding="utf-8"?>
<p:tagLst xmlns:a="http://schemas.openxmlformats.org/drawingml/2006/main" xmlns:r="http://schemas.openxmlformats.org/officeDocument/2006/relationships" xmlns:p="http://schemas.openxmlformats.org/presentationml/2006/main">
  <p:tag name="PPSPLIT_ID" val=" 10"/>
</p:tagLst>
</file>

<file path=ppt/tags/tag93.xml><?xml version="1.0" encoding="utf-8"?>
<p:tagLst xmlns:a="http://schemas.openxmlformats.org/drawingml/2006/main" xmlns:r="http://schemas.openxmlformats.org/officeDocument/2006/relationships" xmlns:p="http://schemas.openxmlformats.org/presentationml/2006/main">
  <p:tag name="PPSPLIT_ID" val=" 20"/>
</p:tagLst>
</file>

<file path=ppt/tags/tag94.xml><?xml version="1.0" encoding="utf-8"?>
<p:tagLst xmlns:a="http://schemas.openxmlformats.org/drawingml/2006/main" xmlns:r="http://schemas.openxmlformats.org/officeDocument/2006/relationships" xmlns:p="http://schemas.openxmlformats.org/presentationml/2006/main">
  <p:tag name="PPSPLIT_ID" val=" 14"/>
</p:tagLst>
</file>

<file path=ppt/tags/tag95.xml><?xml version="1.0" encoding="utf-8"?>
<p:tagLst xmlns:a="http://schemas.openxmlformats.org/drawingml/2006/main" xmlns:r="http://schemas.openxmlformats.org/officeDocument/2006/relationships" xmlns:p="http://schemas.openxmlformats.org/presentationml/2006/main">
  <p:tag name="TIMING" val="|33|9.2|4.9|9.6"/>
  <p:tag name="PPSPLIT_SPLIT" val="1"/>
  <p:tag name="PPSPLIT_ORIGINALSLIDENUMBER" val="5"/>
  <p:tag name="PPSPLIT_DONE" val="1"/>
</p:tagLst>
</file>

<file path=ppt/tags/tag96.xml><?xml version="1.0" encoding="utf-8"?>
<p:tagLst xmlns:a="http://schemas.openxmlformats.org/drawingml/2006/main" xmlns:r="http://schemas.openxmlformats.org/officeDocument/2006/relationships" xmlns:p="http://schemas.openxmlformats.org/presentationml/2006/main">
  <p:tag name="PPSPLIT_ID" val=" 17"/>
</p:tagLst>
</file>

<file path=ppt/tags/tag97.xml><?xml version="1.0" encoding="utf-8"?>
<p:tagLst xmlns:a="http://schemas.openxmlformats.org/drawingml/2006/main" xmlns:r="http://schemas.openxmlformats.org/officeDocument/2006/relationships" xmlns:p="http://schemas.openxmlformats.org/presentationml/2006/main">
  <p:tag name="PPSPLIT_ID" val=" 2"/>
</p:tagLst>
</file>

<file path=ppt/tags/tag98.xml><?xml version="1.0" encoding="utf-8"?>
<p:tagLst xmlns:a="http://schemas.openxmlformats.org/drawingml/2006/main" xmlns:r="http://schemas.openxmlformats.org/officeDocument/2006/relationships" xmlns:p="http://schemas.openxmlformats.org/presentationml/2006/main">
  <p:tag name="PPSPLIT_ID" val=" 6"/>
</p:tagLst>
</file>

<file path=ppt/tags/tag99.xml><?xml version="1.0" encoding="utf-8"?>
<p:tagLst xmlns:a="http://schemas.openxmlformats.org/drawingml/2006/main" xmlns:r="http://schemas.openxmlformats.org/officeDocument/2006/relationships" xmlns:p="http://schemas.openxmlformats.org/presentationml/2006/main">
  <p:tag name="PPSPLIT_ID" val=" 15"/>
</p:tagLst>
</file>

<file path=ppt/tags/tag100.xml><?xml version="1.0" encoding="utf-8"?>
<p:tagLst xmlns:a="http://schemas.openxmlformats.org/drawingml/2006/main" xmlns:r="http://schemas.openxmlformats.org/officeDocument/2006/relationships" xmlns:p="http://schemas.openxmlformats.org/presentationml/2006/main">
  <p:tag name="PPSPLIT_ID" val=" 16"/>
</p:tagLst>
</file>

<file path=ppt/tags/tag101.xml><?xml version="1.0" encoding="utf-8"?>
<p:tagLst xmlns:a="http://schemas.openxmlformats.org/drawingml/2006/main" xmlns:r="http://schemas.openxmlformats.org/officeDocument/2006/relationships" xmlns:p="http://schemas.openxmlformats.org/presentationml/2006/main">
  <p:tag name="PPSPLIT_ID" val=" 10"/>
</p:tagLst>
</file>

<file path=ppt/tags/tag102.xml><?xml version="1.0" encoding="utf-8"?>
<p:tagLst xmlns:a="http://schemas.openxmlformats.org/drawingml/2006/main" xmlns:r="http://schemas.openxmlformats.org/officeDocument/2006/relationships" xmlns:p="http://schemas.openxmlformats.org/presentationml/2006/main">
  <p:tag name="PPSPLIT_ID" val=" 38"/>
</p:tagLst>
</file>

<file path=ppt/tags/tag103.xml><?xml version="1.0" encoding="utf-8"?>
<p:tagLst xmlns:a="http://schemas.openxmlformats.org/drawingml/2006/main" xmlns:r="http://schemas.openxmlformats.org/officeDocument/2006/relationships" xmlns:p="http://schemas.openxmlformats.org/presentationml/2006/main">
  <p:tag name="PPSPLIT_ID" val=" 41"/>
</p:tagLst>
</file>

<file path=ppt/tags/tag104.xml><?xml version="1.0" encoding="utf-8"?>
<p:tagLst xmlns:a="http://schemas.openxmlformats.org/drawingml/2006/main" xmlns:r="http://schemas.openxmlformats.org/officeDocument/2006/relationships" xmlns:p="http://schemas.openxmlformats.org/presentationml/2006/main">
  <p:tag name="PPSPLIT_ID" val=" 44"/>
</p:tagLst>
</file>

<file path=ppt/tags/tag105.xml><?xml version="1.0" encoding="utf-8"?>
<p:tagLst xmlns:a="http://schemas.openxmlformats.org/drawingml/2006/main" xmlns:r="http://schemas.openxmlformats.org/officeDocument/2006/relationships" xmlns:p="http://schemas.openxmlformats.org/presentationml/2006/main">
  <p:tag name="PPSPLIT_ID" val=" 47"/>
</p:tagLst>
</file>

<file path=ppt/tags/tag106.xml><?xml version="1.0" encoding="utf-8"?>
<p:tagLst xmlns:a="http://schemas.openxmlformats.org/drawingml/2006/main" xmlns:r="http://schemas.openxmlformats.org/officeDocument/2006/relationships" xmlns:p="http://schemas.openxmlformats.org/presentationml/2006/main">
  <p:tag name="PPSPLIT_ID" val=" 50"/>
</p:tagLst>
</file>

<file path=ppt/tags/tag107.xml><?xml version="1.0" encoding="utf-8"?>
<p:tagLst xmlns:a="http://schemas.openxmlformats.org/drawingml/2006/main" xmlns:r="http://schemas.openxmlformats.org/officeDocument/2006/relationships" xmlns:p="http://schemas.openxmlformats.org/presentationml/2006/main">
  <p:tag name="PPSPLIT_ID" val=" 53"/>
</p:tagLst>
</file>

<file path=ppt/tags/tag108.xml><?xml version="1.0" encoding="utf-8"?>
<p:tagLst xmlns:a="http://schemas.openxmlformats.org/drawingml/2006/main" xmlns:r="http://schemas.openxmlformats.org/officeDocument/2006/relationships" xmlns:p="http://schemas.openxmlformats.org/presentationml/2006/main">
  <p:tag name="PPSPLIT_ID" val=" 56"/>
</p:tagLst>
</file>

<file path=ppt/tags/tag109.xml><?xml version="1.0" encoding="utf-8"?>
<p:tagLst xmlns:a="http://schemas.openxmlformats.org/drawingml/2006/main" xmlns:r="http://schemas.openxmlformats.org/officeDocument/2006/relationships" xmlns:p="http://schemas.openxmlformats.org/presentationml/2006/main">
  <p:tag name="PPSPLIT_ID" val=" 59"/>
</p:tagLst>
</file>

<file path=ppt/tags/tag110.xml><?xml version="1.0" encoding="utf-8"?>
<p:tagLst xmlns:a="http://schemas.openxmlformats.org/drawingml/2006/main" xmlns:r="http://schemas.openxmlformats.org/officeDocument/2006/relationships" xmlns:p="http://schemas.openxmlformats.org/presentationml/2006/main">
  <p:tag name="PPSPLIT_ID" val=" 62"/>
</p:tagLst>
</file>

<file path=ppt/tags/tag111.xml><?xml version="1.0" encoding="utf-8"?>
<p:tagLst xmlns:a="http://schemas.openxmlformats.org/drawingml/2006/main" xmlns:r="http://schemas.openxmlformats.org/officeDocument/2006/relationships" xmlns:p="http://schemas.openxmlformats.org/presentationml/2006/main">
  <p:tag name="PPSPLIT_ID" val=" 65"/>
</p:tagLst>
</file>

<file path=ppt/tags/tag112.xml><?xml version="1.0" encoding="utf-8"?>
<p:tagLst xmlns:a="http://schemas.openxmlformats.org/drawingml/2006/main" xmlns:r="http://schemas.openxmlformats.org/officeDocument/2006/relationships" xmlns:p="http://schemas.openxmlformats.org/presentationml/2006/main">
  <p:tag name="PPSPLIT_ID" val=" 68"/>
</p:tagLst>
</file>

<file path=ppt/tags/tag113.xml><?xml version="1.0" encoding="utf-8"?>
<p:tagLst xmlns:a="http://schemas.openxmlformats.org/drawingml/2006/main" xmlns:r="http://schemas.openxmlformats.org/officeDocument/2006/relationships" xmlns:p="http://schemas.openxmlformats.org/presentationml/2006/main">
  <p:tag name="PPSPLIT_ID" val=" 71"/>
</p:tagLst>
</file>

<file path=ppt/tags/tag114.xml><?xml version="1.0" encoding="utf-8"?>
<p:tagLst xmlns:a="http://schemas.openxmlformats.org/drawingml/2006/main" xmlns:r="http://schemas.openxmlformats.org/officeDocument/2006/relationships" xmlns:p="http://schemas.openxmlformats.org/presentationml/2006/main">
  <p:tag name="PPSPLIT_ID" val=" 4"/>
</p:tagLst>
</file>

<file path=ppt/tags/tag115.xml><?xml version="1.0" encoding="utf-8"?>
<p:tagLst xmlns:a="http://schemas.openxmlformats.org/drawingml/2006/main" xmlns:r="http://schemas.openxmlformats.org/officeDocument/2006/relationships" xmlns:p="http://schemas.openxmlformats.org/presentationml/2006/main">
  <p:tag name="PPSPLIT_ID" val=" 12"/>
</p:tagLst>
</file>

<file path=ppt/tags/tag116.xml><?xml version="1.0" encoding="utf-8"?>
<p:tagLst xmlns:a="http://schemas.openxmlformats.org/drawingml/2006/main" xmlns:r="http://schemas.openxmlformats.org/officeDocument/2006/relationships" xmlns:p="http://schemas.openxmlformats.org/presentationml/2006/main">
  <p:tag name="PPSPLIT_ID" val=" 20"/>
</p:tagLst>
</file>

<file path=ppt/tags/tag117.xml><?xml version="1.0" encoding="utf-8"?>
<p:tagLst xmlns:a="http://schemas.openxmlformats.org/drawingml/2006/main" xmlns:r="http://schemas.openxmlformats.org/officeDocument/2006/relationships" xmlns:p="http://schemas.openxmlformats.org/presentationml/2006/main">
  <p:tag name="PPSPLIT_ID" val=" 14"/>
</p:tagLst>
</file>

<file path=ppt/tags/tag118.xml><?xml version="1.0" encoding="utf-8"?>
<p:tagLst xmlns:a="http://schemas.openxmlformats.org/drawingml/2006/main" xmlns:r="http://schemas.openxmlformats.org/officeDocument/2006/relationships" xmlns:p="http://schemas.openxmlformats.org/presentationml/2006/main">
  <p:tag name="TIMING" val="|33|9.2|4.9|9.6"/>
  <p:tag name="PPSPLIT_SPLIT" val="1"/>
  <p:tag name="PPSPLIT_ORIGINALSLIDENUMBER" val="5"/>
  <p:tag name="PPSPLIT_DONE" val="1"/>
</p:tagLst>
</file>

<file path=ppt/tags/tag119.xml><?xml version="1.0" encoding="utf-8"?>
<p:tagLst xmlns:a="http://schemas.openxmlformats.org/drawingml/2006/main" xmlns:r="http://schemas.openxmlformats.org/officeDocument/2006/relationships" xmlns:p="http://schemas.openxmlformats.org/presentationml/2006/main">
  <p:tag name="PPSPLIT_ID" val=" 17"/>
</p:tagLst>
</file>

<file path=ppt/tags/tag120.xml><?xml version="1.0" encoding="utf-8"?>
<p:tagLst xmlns:a="http://schemas.openxmlformats.org/drawingml/2006/main" xmlns:r="http://schemas.openxmlformats.org/officeDocument/2006/relationships" xmlns:p="http://schemas.openxmlformats.org/presentationml/2006/main">
  <p:tag name="PPSPLIT_ID" val=" 2"/>
</p:tagLst>
</file>

<file path=ppt/tags/tag121.xml><?xml version="1.0" encoding="utf-8"?>
<p:tagLst xmlns:a="http://schemas.openxmlformats.org/drawingml/2006/main" xmlns:r="http://schemas.openxmlformats.org/officeDocument/2006/relationships" xmlns:p="http://schemas.openxmlformats.org/presentationml/2006/main">
  <p:tag name="PPSPLIT_ID" val=" 6"/>
</p:tagLst>
</file>

<file path=ppt/tags/tag122.xml><?xml version="1.0" encoding="utf-8"?>
<p:tagLst xmlns:a="http://schemas.openxmlformats.org/drawingml/2006/main" xmlns:r="http://schemas.openxmlformats.org/officeDocument/2006/relationships" xmlns:p="http://schemas.openxmlformats.org/presentationml/2006/main">
  <p:tag name="PPSPLIT_ID" val=" 7"/>
</p:tagLst>
</file>

<file path=ppt/tags/tag123.xml><?xml version="1.0" encoding="utf-8"?>
<p:tagLst xmlns:a="http://schemas.openxmlformats.org/drawingml/2006/main" xmlns:r="http://schemas.openxmlformats.org/officeDocument/2006/relationships" xmlns:p="http://schemas.openxmlformats.org/presentationml/2006/main">
  <p:tag name="PPSPLIT_ID" val=" 9"/>
</p:tagLst>
</file>

<file path=ppt/tags/tag124.xml><?xml version="1.0" encoding="utf-8"?>
<p:tagLst xmlns:a="http://schemas.openxmlformats.org/drawingml/2006/main" xmlns:r="http://schemas.openxmlformats.org/officeDocument/2006/relationships" xmlns:p="http://schemas.openxmlformats.org/presentationml/2006/main">
  <p:tag name="PPSPLIT_ID" val=" 13"/>
</p:tagLst>
</file>

<file path=ppt/tags/tag125.xml><?xml version="1.0" encoding="utf-8"?>
<p:tagLst xmlns:a="http://schemas.openxmlformats.org/drawingml/2006/main" xmlns:r="http://schemas.openxmlformats.org/officeDocument/2006/relationships" xmlns:p="http://schemas.openxmlformats.org/presentationml/2006/main">
  <p:tag name="PPSPLIT_ID" val=" 15"/>
</p:tagLst>
</file>

<file path=ppt/tags/tag126.xml><?xml version="1.0" encoding="utf-8"?>
<p:tagLst xmlns:a="http://schemas.openxmlformats.org/drawingml/2006/main" xmlns:r="http://schemas.openxmlformats.org/officeDocument/2006/relationships" xmlns:p="http://schemas.openxmlformats.org/presentationml/2006/main">
  <p:tag name="PPSPLIT_ID" val=" 16"/>
</p:tagLst>
</file>

<file path=ppt/tags/tag127.xml><?xml version="1.0" encoding="utf-8"?>
<p:tagLst xmlns:a="http://schemas.openxmlformats.org/drawingml/2006/main" xmlns:r="http://schemas.openxmlformats.org/officeDocument/2006/relationships" xmlns:p="http://schemas.openxmlformats.org/presentationml/2006/main">
  <p:tag name="PPSPLIT_ID" val=" 10"/>
</p:tagLst>
</file>

<file path=ppt/tags/tag128.xml><?xml version="1.0" encoding="utf-8"?>
<p:tagLst xmlns:a="http://schemas.openxmlformats.org/drawingml/2006/main" xmlns:r="http://schemas.openxmlformats.org/officeDocument/2006/relationships" xmlns:p="http://schemas.openxmlformats.org/presentationml/2006/main">
  <p:tag name="PPSPLIT_ID" val=" 38"/>
</p:tagLst>
</file>

<file path=ppt/tags/tag129.xml><?xml version="1.0" encoding="utf-8"?>
<p:tagLst xmlns:a="http://schemas.openxmlformats.org/drawingml/2006/main" xmlns:r="http://schemas.openxmlformats.org/officeDocument/2006/relationships" xmlns:p="http://schemas.openxmlformats.org/presentationml/2006/main">
  <p:tag name="PPSPLIT_ID" val=" 41"/>
</p:tagLst>
</file>

<file path=ppt/tags/tag130.xml><?xml version="1.0" encoding="utf-8"?>
<p:tagLst xmlns:a="http://schemas.openxmlformats.org/drawingml/2006/main" xmlns:r="http://schemas.openxmlformats.org/officeDocument/2006/relationships" xmlns:p="http://schemas.openxmlformats.org/presentationml/2006/main">
  <p:tag name="PPSPLIT_ID" val=" 44"/>
</p:tagLst>
</file>

<file path=ppt/tags/tag131.xml><?xml version="1.0" encoding="utf-8"?>
<p:tagLst xmlns:a="http://schemas.openxmlformats.org/drawingml/2006/main" xmlns:r="http://schemas.openxmlformats.org/officeDocument/2006/relationships" xmlns:p="http://schemas.openxmlformats.org/presentationml/2006/main">
  <p:tag name="PPSPLIT_ID" val=" 47"/>
</p:tagLst>
</file>

<file path=ppt/tags/tag132.xml><?xml version="1.0" encoding="utf-8"?>
<p:tagLst xmlns:a="http://schemas.openxmlformats.org/drawingml/2006/main" xmlns:r="http://schemas.openxmlformats.org/officeDocument/2006/relationships" xmlns:p="http://schemas.openxmlformats.org/presentationml/2006/main">
  <p:tag name="PPSPLIT_ID" val=" 50"/>
</p:tagLst>
</file>

<file path=ppt/tags/tag133.xml><?xml version="1.0" encoding="utf-8"?>
<p:tagLst xmlns:a="http://schemas.openxmlformats.org/drawingml/2006/main" xmlns:r="http://schemas.openxmlformats.org/officeDocument/2006/relationships" xmlns:p="http://schemas.openxmlformats.org/presentationml/2006/main">
  <p:tag name="PPSPLIT_ID" val=" 53"/>
</p:tagLst>
</file>

<file path=ppt/tags/tag134.xml><?xml version="1.0" encoding="utf-8"?>
<p:tagLst xmlns:a="http://schemas.openxmlformats.org/drawingml/2006/main" xmlns:r="http://schemas.openxmlformats.org/officeDocument/2006/relationships" xmlns:p="http://schemas.openxmlformats.org/presentationml/2006/main">
  <p:tag name="PPSPLIT_ID" val=" 56"/>
</p:tagLst>
</file>

<file path=ppt/tags/tag135.xml><?xml version="1.0" encoding="utf-8"?>
<p:tagLst xmlns:a="http://schemas.openxmlformats.org/drawingml/2006/main" xmlns:r="http://schemas.openxmlformats.org/officeDocument/2006/relationships" xmlns:p="http://schemas.openxmlformats.org/presentationml/2006/main">
  <p:tag name="PPSPLIT_ID" val=" 59"/>
</p:tagLst>
</file>

<file path=ppt/tags/tag136.xml><?xml version="1.0" encoding="utf-8"?>
<p:tagLst xmlns:a="http://schemas.openxmlformats.org/drawingml/2006/main" xmlns:r="http://schemas.openxmlformats.org/officeDocument/2006/relationships" xmlns:p="http://schemas.openxmlformats.org/presentationml/2006/main">
  <p:tag name="PPSPLIT_ID" val=" 62"/>
</p:tagLst>
</file>

<file path=ppt/tags/tag137.xml><?xml version="1.0" encoding="utf-8"?>
<p:tagLst xmlns:a="http://schemas.openxmlformats.org/drawingml/2006/main" xmlns:r="http://schemas.openxmlformats.org/officeDocument/2006/relationships" xmlns:p="http://schemas.openxmlformats.org/presentationml/2006/main">
  <p:tag name="PPSPLIT_ID" val=" 65"/>
</p:tagLst>
</file>

<file path=ppt/tags/tag138.xml><?xml version="1.0" encoding="utf-8"?>
<p:tagLst xmlns:a="http://schemas.openxmlformats.org/drawingml/2006/main" xmlns:r="http://schemas.openxmlformats.org/officeDocument/2006/relationships" xmlns:p="http://schemas.openxmlformats.org/presentationml/2006/main">
  <p:tag name="PPSPLIT_ID" val=" 68"/>
</p:tagLst>
</file>

<file path=ppt/tags/tag139.xml><?xml version="1.0" encoding="utf-8"?>
<p:tagLst xmlns:a="http://schemas.openxmlformats.org/drawingml/2006/main" xmlns:r="http://schemas.openxmlformats.org/officeDocument/2006/relationships" xmlns:p="http://schemas.openxmlformats.org/presentationml/2006/main">
  <p:tag name="PPSPLIT_ID" val=" 71"/>
</p:tagLst>
</file>

<file path=ppt/tags/tag140.xml><?xml version="1.0" encoding="utf-8"?>
<p:tagLst xmlns:a="http://schemas.openxmlformats.org/drawingml/2006/main" xmlns:r="http://schemas.openxmlformats.org/officeDocument/2006/relationships" xmlns:p="http://schemas.openxmlformats.org/presentationml/2006/main">
  <p:tag name="PPSPLIT_ID" val=" 74"/>
</p:tagLst>
</file>

<file path=ppt/tags/tag141.xml><?xml version="1.0" encoding="utf-8"?>
<p:tagLst xmlns:a="http://schemas.openxmlformats.org/drawingml/2006/main" xmlns:r="http://schemas.openxmlformats.org/officeDocument/2006/relationships" xmlns:p="http://schemas.openxmlformats.org/presentationml/2006/main">
  <p:tag name="PPSPLIT_ID" val=" 77"/>
</p:tagLst>
</file>

<file path=ppt/tags/tag142.xml><?xml version="1.0" encoding="utf-8"?>
<p:tagLst xmlns:a="http://schemas.openxmlformats.org/drawingml/2006/main" xmlns:r="http://schemas.openxmlformats.org/officeDocument/2006/relationships" xmlns:p="http://schemas.openxmlformats.org/presentationml/2006/main">
  <p:tag name="PPSPLIT_ID" val=" 80"/>
</p:tagLst>
</file>

<file path=ppt/tags/tag143.xml><?xml version="1.0" encoding="utf-8"?>
<p:tagLst xmlns:a="http://schemas.openxmlformats.org/drawingml/2006/main" xmlns:r="http://schemas.openxmlformats.org/officeDocument/2006/relationships" xmlns:p="http://schemas.openxmlformats.org/presentationml/2006/main">
  <p:tag name="PPSPLIT_ID" val=" 83"/>
</p:tagLst>
</file>

<file path=ppt/tags/tag144.xml><?xml version="1.0" encoding="utf-8"?>
<p:tagLst xmlns:a="http://schemas.openxmlformats.org/drawingml/2006/main" xmlns:r="http://schemas.openxmlformats.org/officeDocument/2006/relationships" xmlns:p="http://schemas.openxmlformats.org/presentationml/2006/main">
  <p:tag name="PPSPLIT_ID" val=" 86"/>
</p:tagLst>
</file>

<file path=ppt/tags/tag145.xml><?xml version="1.0" encoding="utf-8"?>
<p:tagLst xmlns:a="http://schemas.openxmlformats.org/drawingml/2006/main" xmlns:r="http://schemas.openxmlformats.org/officeDocument/2006/relationships" xmlns:p="http://schemas.openxmlformats.org/presentationml/2006/main">
  <p:tag name="PPSPLIT_ID" val=" 89"/>
</p:tagLst>
</file>

<file path=ppt/tags/tag146.xml><?xml version="1.0" encoding="utf-8"?>
<p:tagLst xmlns:a="http://schemas.openxmlformats.org/drawingml/2006/main" xmlns:r="http://schemas.openxmlformats.org/officeDocument/2006/relationships" xmlns:p="http://schemas.openxmlformats.org/presentationml/2006/main">
  <p:tag name="PPSPLIT_ID" val=" 92"/>
</p:tagLst>
</file>

<file path=ppt/tags/tag147.xml><?xml version="1.0" encoding="utf-8"?>
<p:tagLst xmlns:a="http://schemas.openxmlformats.org/drawingml/2006/main" xmlns:r="http://schemas.openxmlformats.org/officeDocument/2006/relationships" xmlns:p="http://schemas.openxmlformats.org/presentationml/2006/main">
  <p:tag name="PPSPLIT_ID" val=" 95"/>
</p:tagLst>
</file>

<file path=ppt/tags/tag148.xml><?xml version="1.0" encoding="utf-8"?>
<p:tagLst xmlns:a="http://schemas.openxmlformats.org/drawingml/2006/main" xmlns:r="http://schemas.openxmlformats.org/officeDocument/2006/relationships" xmlns:p="http://schemas.openxmlformats.org/presentationml/2006/main">
  <p:tag name="PPSPLIT_ID" val=" 98"/>
</p:tagLst>
</file>

<file path=ppt/tags/tag149.xml><?xml version="1.0" encoding="utf-8"?>
<p:tagLst xmlns:a="http://schemas.openxmlformats.org/drawingml/2006/main" xmlns:r="http://schemas.openxmlformats.org/officeDocument/2006/relationships" xmlns:p="http://schemas.openxmlformats.org/presentationml/2006/main">
  <p:tag name="PPSPLIT_ID" val=" 101"/>
</p:tagLst>
</file>

<file path=ppt/tags/tag150.xml><?xml version="1.0" encoding="utf-8"?>
<p:tagLst xmlns:a="http://schemas.openxmlformats.org/drawingml/2006/main" xmlns:r="http://schemas.openxmlformats.org/officeDocument/2006/relationships" xmlns:p="http://schemas.openxmlformats.org/presentationml/2006/main">
  <p:tag name="PPSPLIT_ID" val=" 104"/>
</p:tagLst>
</file>

<file path=ppt/tags/tag151.xml><?xml version="1.0" encoding="utf-8"?>
<p:tagLst xmlns:a="http://schemas.openxmlformats.org/drawingml/2006/main" xmlns:r="http://schemas.openxmlformats.org/officeDocument/2006/relationships" xmlns:p="http://schemas.openxmlformats.org/presentationml/2006/main">
  <p:tag name="PPSPLIT_ID" val=" 107"/>
</p:tagLst>
</file>

<file path=ppt/tags/tag152.xml><?xml version="1.0" encoding="utf-8"?>
<p:tagLst xmlns:a="http://schemas.openxmlformats.org/drawingml/2006/main" xmlns:r="http://schemas.openxmlformats.org/officeDocument/2006/relationships" xmlns:p="http://schemas.openxmlformats.org/presentationml/2006/main">
  <p:tag name="PPSPLIT_ID" val=" 3"/>
</p:tagLst>
</file>

<file path=ppt/tags/tag153.xml><?xml version="1.0" encoding="utf-8"?>
<p:tagLst xmlns:a="http://schemas.openxmlformats.org/drawingml/2006/main" xmlns:r="http://schemas.openxmlformats.org/officeDocument/2006/relationships" xmlns:p="http://schemas.openxmlformats.org/presentationml/2006/main">
  <p:tag name="PPSPLIT_ID" val=" 4"/>
</p:tagLst>
</file>

<file path=ppt/tags/tag154.xml><?xml version="1.0" encoding="utf-8"?>
<p:tagLst xmlns:a="http://schemas.openxmlformats.org/drawingml/2006/main" xmlns:r="http://schemas.openxmlformats.org/officeDocument/2006/relationships" xmlns:p="http://schemas.openxmlformats.org/presentationml/2006/main">
  <p:tag name="PPSPLIT_ID" val=" 12"/>
</p:tagLst>
</file>

<file path=ppt/tags/tag155.xml><?xml version="1.0" encoding="utf-8"?>
<p:tagLst xmlns:a="http://schemas.openxmlformats.org/drawingml/2006/main" xmlns:r="http://schemas.openxmlformats.org/officeDocument/2006/relationships" xmlns:p="http://schemas.openxmlformats.org/presentationml/2006/main">
  <p:tag name="PPSPLIT_ID" val=" 18"/>
</p:tagLst>
</file>

<file path=ppt/tags/tag156.xml><?xml version="1.0" encoding="utf-8"?>
<p:tagLst xmlns:a="http://schemas.openxmlformats.org/drawingml/2006/main" xmlns:r="http://schemas.openxmlformats.org/officeDocument/2006/relationships" xmlns:p="http://schemas.openxmlformats.org/presentationml/2006/main">
  <p:tag name="PPSPLIT_ID" val=" 20"/>
</p:tagLst>
</file>

<file path=ppt/tags/tag157.xml><?xml version="1.0" encoding="utf-8"?>
<p:tagLst xmlns:a="http://schemas.openxmlformats.org/drawingml/2006/main" xmlns:r="http://schemas.openxmlformats.org/officeDocument/2006/relationships" xmlns:p="http://schemas.openxmlformats.org/presentationml/2006/main">
  <p:tag name="PPSPLIT_ID" val=" 14"/>
</p:tagLst>
</file>

<file path=ppt/tags/tag158.xml><?xml version="1.0" encoding="utf-8"?>
<p:tagLst xmlns:a="http://schemas.openxmlformats.org/drawingml/2006/main" xmlns:r="http://schemas.openxmlformats.org/officeDocument/2006/relationships" xmlns:p="http://schemas.openxmlformats.org/presentationml/2006/main">
  <p:tag name="TIMING" val="|33|9.2|4.9|9.6"/>
  <p:tag name="PPSPLIT_SPLIT" val="1"/>
  <p:tag name="PPSPLIT_ORIGINALSLIDENUMBER" val="5"/>
  <p:tag name="PPSPLIT_DONE" val="1"/>
</p:tagLst>
</file>

<file path=ppt/tags/tag159.xml><?xml version="1.0" encoding="utf-8"?>
<p:tagLst xmlns:a="http://schemas.openxmlformats.org/drawingml/2006/main" xmlns:r="http://schemas.openxmlformats.org/officeDocument/2006/relationships" xmlns:p="http://schemas.openxmlformats.org/presentationml/2006/main">
  <p:tag name="PPSPLIT_ID" val=" 17"/>
</p:tagLst>
</file>

<file path=ppt/tags/tag160.xml><?xml version="1.0" encoding="utf-8"?>
<p:tagLst xmlns:a="http://schemas.openxmlformats.org/drawingml/2006/main" xmlns:r="http://schemas.openxmlformats.org/officeDocument/2006/relationships" xmlns:p="http://schemas.openxmlformats.org/presentationml/2006/main">
  <p:tag name="PPSPLIT_ID" val=" 2"/>
</p:tagLst>
</file>

<file path=ppt/tags/tag161.xml><?xml version="1.0" encoding="utf-8"?>
<p:tagLst xmlns:a="http://schemas.openxmlformats.org/drawingml/2006/main" xmlns:r="http://schemas.openxmlformats.org/officeDocument/2006/relationships" xmlns:p="http://schemas.openxmlformats.org/presentationml/2006/main">
  <p:tag name="PPSPLIT_ID" val=" 6"/>
</p:tagLst>
</file>

<file path=ppt/tags/tag162.xml><?xml version="1.0" encoding="utf-8"?>
<p:tagLst xmlns:a="http://schemas.openxmlformats.org/drawingml/2006/main" xmlns:r="http://schemas.openxmlformats.org/officeDocument/2006/relationships" xmlns:p="http://schemas.openxmlformats.org/presentationml/2006/main">
  <p:tag name="PPSPLIT_ID" val=" 7"/>
</p:tagLst>
</file>

<file path=ppt/tags/tag163.xml><?xml version="1.0" encoding="utf-8"?>
<p:tagLst xmlns:a="http://schemas.openxmlformats.org/drawingml/2006/main" xmlns:r="http://schemas.openxmlformats.org/officeDocument/2006/relationships" xmlns:p="http://schemas.openxmlformats.org/presentationml/2006/main">
  <p:tag name="PPSPLIT_ID" val=" 9"/>
</p:tagLst>
</file>

<file path=ppt/tags/tag164.xml><?xml version="1.0" encoding="utf-8"?>
<p:tagLst xmlns:a="http://schemas.openxmlformats.org/drawingml/2006/main" xmlns:r="http://schemas.openxmlformats.org/officeDocument/2006/relationships" xmlns:p="http://schemas.openxmlformats.org/presentationml/2006/main">
  <p:tag name="PPSPLIT_ID" val=" 13"/>
</p:tagLst>
</file>

<file path=ppt/tags/tag165.xml><?xml version="1.0" encoding="utf-8"?>
<p:tagLst xmlns:a="http://schemas.openxmlformats.org/drawingml/2006/main" xmlns:r="http://schemas.openxmlformats.org/officeDocument/2006/relationships" xmlns:p="http://schemas.openxmlformats.org/presentationml/2006/main">
  <p:tag name="PPSPLIT_ID" val=" 15"/>
</p:tagLst>
</file>

<file path=ppt/tags/tag166.xml><?xml version="1.0" encoding="utf-8"?>
<p:tagLst xmlns:a="http://schemas.openxmlformats.org/drawingml/2006/main" xmlns:r="http://schemas.openxmlformats.org/officeDocument/2006/relationships" xmlns:p="http://schemas.openxmlformats.org/presentationml/2006/main">
  <p:tag name="PPSPLIT_ID" val=" 16"/>
</p:tagLst>
</file>

<file path=ppt/tags/tag167.xml><?xml version="1.0" encoding="utf-8"?>
<p:tagLst xmlns:a="http://schemas.openxmlformats.org/drawingml/2006/main" xmlns:r="http://schemas.openxmlformats.org/officeDocument/2006/relationships" xmlns:p="http://schemas.openxmlformats.org/presentationml/2006/main">
  <p:tag name="PPSPLIT_ID" val=" 10"/>
</p:tagLst>
</file>

<file path=ppt/tags/tag168.xml><?xml version="1.0" encoding="utf-8"?>
<p:tagLst xmlns:a="http://schemas.openxmlformats.org/drawingml/2006/main" xmlns:r="http://schemas.openxmlformats.org/officeDocument/2006/relationships" xmlns:p="http://schemas.openxmlformats.org/presentationml/2006/main">
  <p:tag name="PPSPLIT_ID" val=" 38"/>
</p:tagLst>
</file>

<file path=ppt/tags/tag169.xml><?xml version="1.0" encoding="utf-8"?>
<p:tagLst xmlns:a="http://schemas.openxmlformats.org/drawingml/2006/main" xmlns:r="http://schemas.openxmlformats.org/officeDocument/2006/relationships" xmlns:p="http://schemas.openxmlformats.org/presentationml/2006/main">
  <p:tag name="PPSPLIT_ID" val=" 41"/>
</p:tagLst>
</file>

<file path=ppt/tags/tag170.xml><?xml version="1.0" encoding="utf-8"?>
<p:tagLst xmlns:a="http://schemas.openxmlformats.org/drawingml/2006/main" xmlns:r="http://schemas.openxmlformats.org/officeDocument/2006/relationships" xmlns:p="http://schemas.openxmlformats.org/presentationml/2006/main">
  <p:tag name="PPSPLIT_ID" val=" 44"/>
</p:tagLst>
</file>

<file path=ppt/tags/tag171.xml><?xml version="1.0" encoding="utf-8"?>
<p:tagLst xmlns:a="http://schemas.openxmlformats.org/drawingml/2006/main" xmlns:r="http://schemas.openxmlformats.org/officeDocument/2006/relationships" xmlns:p="http://schemas.openxmlformats.org/presentationml/2006/main">
  <p:tag name="PPSPLIT_ID" val=" 47"/>
</p:tagLst>
</file>

<file path=ppt/tags/tag172.xml><?xml version="1.0" encoding="utf-8"?>
<p:tagLst xmlns:a="http://schemas.openxmlformats.org/drawingml/2006/main" xmlns:r="http://schemas.openxmlformats.org/officeDocument/2006/relationships" xmlns:p="http://schemas.openxmlformats.org/presentationml/2006/main">
  <p:tag name="PPSPLIT_ID" val=" 50"/>
</p:tagLst>
</file>

<file path=ppt/tags/tag173.xml><?xml version="1.0" encoding="utf-8"?>
<p:tagLst xmlns:a="http://schemas.openxmlformats.org/drawingml/2006/main" xmlns:r="http://schemas.openxmlformats.org/officeDocument/2006/relationships" xmlns:p="http://schemas.openxmlformats.org/presentationml/2006/main">
  <p:tag name="PPSPLIT_ID" val=" 53"/>
</p:tagLst>
</file>

<file path=ppt/tags/tag174.xml><?xml version="1.0" encoding="utf-8"?>
<p:tagLst xmlns:a="http://schemas.openxmlformats.org/drawingml/2006/main" xmlns:r="http://schemas.openxmlformats.org/officeDocument/2006/relationships" xmlns:p="http://schemas.openxmlformats.org/presentationml/2006/main">
  <p:tag name="PPSPLIT_ID" val=" 56"/>
</p:tagLst>
</file>

<file path=ppt/tags/tag175.xml><?xml version="1.0" encoding="utf-8"?>
<p:tagLst xmlns:a="http://schemas.openxmlformats.org/drawingml/2006/main" xmlns:r="http://schemas.openxmlformats.org/officeDocument/2006/relationships" xmlns:p="http://schemas.openxmlformats.org/presentationml/2006/main">
  <p:tag name="PPSPLIT_ID" val=" 59"/>
</p:tagLst>
</file>

<file path=ppt/tags/tag176.xml><?xml version="1.0" encoding="utf-8"?>
<p:tagLst xmlns:a="http://schemas.openxmlformats.org/drawingml/2006/main" xmlns:r="http://schemas.openxmlformats.org/officeDocument/2006/relationships" xmlns:p="http://schemas.openxmlformats.org/presentationml/2006/main">
  <p:tag name="PPSPLIT_ID" val=" 62"/>
</p:tagLst>
</file>

<file path=ppt/tags/tag177.xml><?xml version="1.0" encoding="utf-8"?>
<p:tagLst xmlns:a="http://schemas.openxmlformats.org/drawingml/2006/main" xmlns:r="http://schemas.openxmlformats.org/officeDocument/2006/relationships" xmlns:p="http://schemas.openxmlformats.org/presentationml/2006/main">
  <p:tag name="PPSPLIT_ID" val=" 65"/>
</p:tagLst>
</file>

<file path=ppt/tags/tag178.xml><?xml version="1.0" encoding="utf-8"?>
<p:tagLst xmlns:a="http://schemas.openxmlformats.org/drawingml/2006/main" xmlns:r="http://schemas.openxmlformats.org/officeDocument/2006/relationships" xmlns:p="http://schemas.openxmlformats.org/presentationml/2006/main">
  <p:tag name="PPSPLIT_ID" val=" 68"/>
</p:tagLst>
</file>

<file path=ppt/tags/tag179.xml><?xml version="1.0" encoding="utf-8"?>
<p:tagLst xmlns:a="http://schemas.openxmlformats.org/drawingml/2006/main" xmlns:r="http://schemas.openxmlformats.org/officeDocument/2006/relationships" xmlns:p="http://schemas.openxmlformats.org/presentationml/2006/main">
  <p:tag name="PPSPLIT_ID" val=" 71"/>
</p:tagLst>
</file>

<file path=ppt/tags/tag180.xml><?xml version="1.0" encoding="utf-8"?>
<p:tagLst xmlns:a="http://schemas.openxmlformats.org/drawingml/2006/main" xmlns:r="http://schemas.openxmlformats.org/officeDocument/2006/relationships" xmlns:p="http://schemas.openxmlformats.org/presentationml/2006/main">
  <p:tag name="PPSPLIT_ID" val=" 74"/>
</p:tagLst>
</file>

<file path=ppt/tags/tag181.xml><?xml version="1.0" encoding="utf-8"?>
<p:tagLst xmlns:a="http://schemas.openxmlformats.org/drawingml/2006/main" xmlns:r="http://schemas.openxmlformats.org/officeDocument/2006/relationships" xmlns:p="http://schemas.openxmlformats.org/presentationml/2006/main">
  <p:tag name="PPSPLIT_ID" val=" 77"/>
</p:tagLst>
</file>

<file path=ppt/tags/tag182.xml><?xml version="1.0" encoding="utf-8"?>
<p:tagLst xmlns:a="http://schemas.openxmlformats.org/drawingml/2006/main" xmlns:r="http://schemas.openxmlformats.org/officeDocument/2006/relationships" xmlns:p="http://schemas.openxmlformats.org/presentationml/2006/main">
  <p:tag name="PPSPLIT_ID" val=" 80"/>
</p:tagLst>
</file>

<file path=ppt/tags/tag183.xml><?xml version="1.0" encoding="utf-8"?>
<p:tagLst xmlns:a="http://schemas.openxmlformats.org/drawingml/2006/main" xmlns:r="http://schemas.openxmlformats.org/officeDocument/2006/relationships" xmlns:p="http://schemas.openxmlformats.org/presentationml/2006/main">
  <p:tag name="PPSPLIT_ID" val=" 83"/>
</p:tagLst>
</file>

<file path=ppt/tags/tag184.xml><?xml version="1.0" encoding="utf-8"?>
<p:tagLst xmlns:a="http://schemas.openxmlformats.org/drawingml/2006/main" xmlns:r="http://schemas.openxmlformats.org/officeDocument/2006/relationships" xmlns:p="http://schemas.openxmlformats.org/presentationml/2006/main">
  <p:tag name="PPSPLIT_ID" val=" 86"/>
</p:tagLst>
</file>

<file path=ppt/tags/tag185.xml><?xml version="1.0" encoding="utf-8"?>
<p:tagLst xmlns:a="http://schemas.openxmlformats.org/drawingml/2006/main" xmlns:r="http://schemas.openxmlformats.org/officeDocument/2006/relationships" xmlns:p="http://schemas.openxmlformats.org/presentationml/2006/main">
  <p:tag name="PPSPLIT_ID" val=" 89"/>
</p:tagLst>
</file>

<file path=ppt/tags/tag186.xml><?xml version="1.0" encoding="utf-8"?>
<p:tagLst xmlns:a="http://schemas.openxmlformats.org/drawingml/2006/main" xmlns:r="http://schemas.openxmlformats.org/officeDocument/2006/relationships" xmlns:p="http://schemas.openxmlformats.org/presentationml/2006/main">
  <p:tag name="PPSPLIT_ID" val=" 92"/>
</p:tagLst>
</file>

<file path=ppt/tags/tag187.xml><?xml version="1.0" encoding="utf-8"?>
<p:tagLst xmlns:a="http://schemas.openxmlformats.org/drawingml/2006/main" xmlns:r="http://schemas.openxmlformats.org/officeDocument/2006/relationships" xmlns:p="http://schemas.openxmlformats.org/presentationml/2006/main">
  <p:tag name="PPSPLIT_ID" val=" 95"/>
</p:tagLst>
</file>

<file path=ppt/tags/tag188.xml><?xml version="1.0" encoding="utf-8"?>
<p:tagLst xmlns:a="http://schemas.openxmlformats.org/drawingml/2006/main" xmlns:r="http://schemas.openxmlformats.org/officeDocument/2006/relationships" xmlns:p="http://schemas.openxmlformats.org/presentationml/2006/main">
  <p:tag name="PPSPLIT_ID" val=" 98"/>
</p:tagLst>
</file>

<file path=ppt/tags/tag189.xml><?xml version="1.0" encoding="utf-8"?>
<p:tagLst xmlns:a="http://schemas.openxmlformats.org/drawingml/2006/main" xmlns:r="http://schemas.openxmlformats.org/officeDocument/2006/relationships" xmlns:p="http://schemas.openxmlformats.org/presentationml/2006/main">
  <p:tag name="PPSPLIT_ID" val=" 101"/>
</p:tagLst>
</file>

<file path=ppt/tags/tag190.xml><?xml version="1.0" encoding="utf-8"?>
<p:tagLst xmlns:a="http://schemas.openxmlformats.org/drawingml/2006/main" xmlns:r="http://schemas.openxmlformats.org/officeDocument/2006/relationships" xmlns:p="http://schemas.openxmlformats.org/presentationml/2006/main">
  <p:tag name="PPSPLIT_ID" val=" 104"/>
</p:tagLst>
</file>

<file path=ppt/tags/tag191.xml><?xml version="1.0" encoding="utf-8"?>
<p:tagLst xmlns:a="http://schemas.openxmlformats.org/drawingml/2006/main" xmlns:r="http://schemas.openxmlformats.org/officeDocument/2006/relationships" xmlns:p="http://schemas.openxmlformats.org/presentationml/2006/main">
  <p:tag name="PPSPLIT_ID" val=" 107"/>
</p:tagLst>
</file>

<file path=ppt/tags/tag192.xml><?xml version="1.0" encoding="utf-8"?>
<p:tagLst xmlns:a="http://schemas.openxmlformats.org/drawingml/2006/main" xmlns:r="http://schemas.openxmlformats.org/officeDocument/2006/relationships" xmlns:p="http://schemas.openxmlformats.org/presentationml/2006/main">
  <p:tag name="PPSPLIT_ID" val=" 110"/>
</p:tagLst>
</file>

<file path=ppt/tags/tag193.xml><?xml version="1.0" encoding="utf-8"?>
<p:tagLst xmlns:a="http://schemas.openxmlformats.org/drawingml/2006/main" xmlns:r="http://schemas.openxmlformats.org/officeDocument/2006/relationships" xmlns:p="http://schemas.openxmlformats.org/presentationml/2006/main">
  <p:tag name="PPSPLIT_ID" val=" 113"/>
</p:tagLst>
</file>

<file path=ppt/tags/tag194.xml><?xml version="1.0" encoding="utf-8"?>
<p:tagLst xmlns:a="http://schemas.openxmlformats.org/drawingml/2006/main" xmlns:r="http://schemas.openxmlformats.org/officeDocument/2006/relationships" xmlns:p="http://schemas.openxmlformats.org/presentationml/2006/main">
  <p:tag name="PPSPLIT_ID" val=" 116"/>
</p:tagLst>
</file>

<file path=ppt/tags/tag195.xml><?xml version="1.0" encoding="utf-8"?>
<p:tagLst xmlns:a="http://schemas.openxmlformats.org/drawingml/2006/main" xmlns:r="http://schemas.openxmlformats.org/officeDocument/2006/relationships" xmlns:p="http://schemas.openxmlformats.org/presentationml/2006/main">
  <p:tag name="PPSPLIT_ID" val=" 119"/>
</p:tagLst>
</file>

<file path=ppt/tags/tag196.xml><?xml version="1.0" encoding="utf-8"?>
<p:tagLst xmlns:a="http://schemas.openxmlformats.org/drawingml/2006/main" xmlns:r="http://schemas.openxmlformats.org/officeDocument/2006/relationships" xmlns:p="http://schemas.openxmlformats.org/presentationml/2006/main">
  <p:tag name="PPSPLIT_ID" val=" 122"/>
</p:tagLst>
</file>

<file path=ppt/tags/tag197.xml><?xml version="1.0" encoding="utf-8"?>
<p:tagLst xmlns:a="http://schemas.openxmlformats.org/drawingml/2006/main" xmlns:r="http://schemas.openxmlformats.org/officeDocument/2006/relationships" xmlns:p="http://schemas.openxmlformats.org/presentationml/2006/main">
  <p:tag name="PPSPLIT_ID" val=" 125"/>
</p:tagLst>
</file>

<file path=ppt/tags/tag198.xml><?xml version="1.0" encoding="utf-8"?>
<p:tagLst xmlns:a="http://schemas.openxmlformats.org/drawingml/2006/main" xmlns:r="http://schemas.openxmlformats.org/officeDocument/2006/relationships" xmlns:p="http://schemas.openxmlformats.org/presentationml/2006/main">
  <p:tag name="PPSPLIT_ID" val=" 128"/>
</p:tagLst>
</file>

<file path=ppt/tags/tag199.xml><?xml version="1.0" encoding="utf-8"?>
<p:tagLst xmlns:a="http://schemas.openxmlformats.org/drawingml/2006/main" xmlns:r="http://schemas.openxmlformats.org/officeDocument/2006/relationships" xmlns:p="http://schemas.openxmlformats.org/presentationml/2006/main">
  <p:tag name="PPSPLIT_ID" val=" 131"/>
</p:tagLst>
</file>

<file path=ppt/tags/tag200.xml><?xml version="1.0" encoding="utf-8"?>
<p:tagLst xmlns:a="http://schemas.openxmlformats.org/drawingml/2006/main" xmlns:r="http://schemas.openxmlformats.org/officeDocument/2006/relationships" xmlns:p="http://schemas.openxmlformats.org/presentationml/2006/main">
  <p:tag name="PPSPLIT_ID" val=" 134"/>
</p:tagLst>
</file>

<file path=ppt/tags/tag201.xml><?xml version="1.0" encoding="utf-8"?>
<p:tagLst xmlns:a="http://schemas.openxmlformats.org/drawingml/2006/main" xmlns:r="http://schemas.openxmlformats.org/officeDocument/2006/relationships" xmlns:p="http://schemas.openxmlformats.org/presentationml/2006/main">
  <p:tag name="PPSPLIT_ID" val=" 137"/>
</p:tagLst>
</file>

<file path=ppt/tags/tag202.xml><?xml version="1.0" encoding="utf-8"?>
<p:tagLst xmlns:a="http://schemas.openxmlformats.org/drawingml/2006/main" xmlns:r="http://schemas.openxmlformats.org/officeDocument/2006/relationships" xmlns:p="http://schemas.openxmlformats.org/presentationml/2006/main">
  <p:tag name="PPSPLIT_ID" val=" 140"/>
</p:tagLst>
</file>

<file path=ppt/tags/tag203.xml><?xml version="1.0" encoding="utf-8"?>
<p:tagLst xmlns:a="http://schemas.openxmlformats.org/drawingml/2006/main" xmlns:r="http://schemas.openxmlformats.org/officeDocument/2006/relationships" xmlns:p="http://schemas.openxmlformats.org/presentationml/2006/main">
  <p:tag name="PPSPLIT_ID" val=" 143"/>
</p:tagLst>
</file>

<file path=ppt/tags/tag204.xml><?xml version="1.0" encoding="utf-8"?>
<p:tagLst xmlns:a="http://schemas.openxmlformats.org/drawingml/2006/main" xmlns:r="http://schemas.openxmlformats.org/officeDocument/2006/relationships" xmlns:p="http://schemas.openxmlformats.org/presentationml/2006/main">
  <p:tag name="PPSPLIT_ID" val=" 27"/>
</p:tagLst>
</file>

<file path=ppt/tags/tag205.xml><?xml version="1.0" encoding="utf-8"?>
<p:tagLst xmlns:a="http://schemas.openxmlformats.org/drawingml/2006/main" xmlns:r="http://schemas.openxmlformats.org/officeDocument/2006/relationships" xmlns:p="http://schemas.openxmlformats.org/presentationml/2006/main">
  <p:tag name="PPSPLIT_ID" val=" 32"/>
</p:tagLst>
</file>

<file path=ppt/tags/tag206.xml><?xml version="1.0" encoding="utf-8"?>
<p:tagLst xmlns:a="http://schemas.openxmlformats.org/drawingml/2006/main" xmlns:r="http://schemas.openxmlformats.org/officeDocument/2006/relationships" xmlns:p="http://schemas.openxmlformats.org/presentationml/2006/main">
  <p:tag name="PPSPLIT_ID" val=" 3"/>
</p:tagLst>
</file>

<file path=ppt/tags/tag207.xml><?xml version="1.0" encoding="utf-8"?>
<p:tagLst xmlns:a="http://schemas.openxmlformats.org/drawingml/2006/main" xmlns:r="http://schemas.openxmlformats.org/officeDocument/2006/relationships" xmlns:p="http://schemas.openxmlformats.org/presentationml/2006/main">
  <p:tag name="PPSPLIT_ID" val=" 5"/>
</p:tagLst>
</file>

<file path=ppt/tags/tag208.xml><?xml version="1.0" encoding="utf-8"?>
<p:tagLst xmlns:a="http://schemas.openxmlformats.org/drawingml/2006/main" xmlns:r="http://schemas.openxmlformats.org/officeDocument/2006/relationships" xmlns:p="http://schemas.openxmlformats.org/presentationml/2006/main">
  <p:tag name="PPSPLIT_ID" val=" 4"/>
</p:tagLst>
</file>

<file path=ppt/tags/tag209.xml><?xml version="1.0" encoding="utf-8"?>
<p:tagLst xmlns:a="http://schemas.openxmlformats.org/drawingml/2006/main" xmlns:r="http://schemas.openxmlformats.org/officeDocument/2006/relationships" xmlns:p="http://schemas.openxmlformats.org/presentationml/2006/main">
  <p:tag name="PPSPLIT_ID" val=" 12"/>
</p:tagLst>
</file>

<file path=ppt/tags/tag210.xml><?xml version="1.0" encoding="utf-8"?>
<p:tagLst xmlns:a="http://schemas.openxmlformats.org/drawingml/2006/main" xmlns:r="http://schemas.openxmlformats.org/officeDocument/2006/relationships" xmlns:p="http://schemas.openxmlformats.org/presentationml/2006/main">
  <p:tag name="PPSPLIT_ID" val=" 18"/>
</p:tagLst>
</file>

<file path=ppt/tags/tag211.xml><?xml version="1.0" encoding="utf-8"?>
<p:tagLst xmlns:a="http://schemas.openxmlformats.org/drawingml/2006/main" xmlns:r="http://schemas.openxmlformats.org/officeDocument/2006/relationships" xmlns:p="http://schemas.openxmlformats.org/presentationml/2006/main">
  <p:tag name="PPSPLIT_ID" val=" 22"/>
</p:tagLst>
</file>

<file path=ppt/tags/tag212.xml><?xml version="1.0" encoding="utf-8"?>
<p:tagLst xmlns:a="http://schemas.openxmlformats.org/drawingml/2006/main" xmlns:r="http://schemas.openxmlformats.org/officeDocument/2006/relationships" xmlns:p="http://schemas.openxmlformats.org/presentationml/2006/main">
  <p:tag name="PPSPLIT_ID" val=" 149"/>
</p:tagLst>
</file>

<file path=ppt/tags/tag213.xml><?xml version="1.0" encoding="utf-8"?>
<p:tagLst xmlns:a="http://schemas.openxmlformats.org/drawingml/2006/main" xmlns:r="http://schemas.openxmlformats.org/officeDocument/2006/relationships" xmlns:p="http://schemas.openxmlformats.org/presentationml/2006/main">
  <p:tag name="PPSPLIT_ID" val=" 20"/>
</p:tagLst>
</file>

<file path=ppt/tags/tag214.xml><?xml version="1.0" encoding="utf-8"?>
<p:tagLst xmlns:a="http://schemas.openxmlformats.org/drawingml/2006/main" xmlns:r="http://schemas.openxmlformats.org/officeDocument/2006/relationships" xmlns:p="http://schemas.openxmlformats.org/presentationml/2006/main">
  <p:tag name="PPSPLIT_ID" val=" 14"/>
</p:tagLst>
</file>

<file path=ppt/tags/tag215.xml><?xml version="1.0" encoding="utf-8"?>
<p:tagLst xmlns:a="http://schemas.openxmlformats.org/drawingml/2006/main" xmlns:r="http://schemas.openxmlformats.org/officeDocument/2006/relationships" xmlns:p="http://schemas.openxmlformats.org/presentationml/2006/main">
  <p:tag name="TIMING" val="|33|9.2|4.9|9.6"/>
  <p:tag name="PPSPLIT_SPLIT" val="1"/>
  <p:tag name="PPSPLIT_ORIGINALSLIDENUMBER" val="5"/>
</p:tagLst>
</file>

<file path=ppt/tags/tag216.xml><?xml version="1.0" encoding="utf-8"?>
<p:tagLst xmlns:a="http://schemas.openxmlformats.org/drawingml/2006/main" xmlns:r="http://schemas.openxmlformats.org/officeDocument/2006/relationships" xmlns:p="http://schemas.openxmlformats.org/presentationml/2006/main">
  <p:tag name="PPSPLIT_ID" val=" 17"/>
</p:tagLst>
</file>

<file path=ppt/tags/tag217.xml><?xml version="1.0" encoding="utf-8"?>
<p:tagLst xmlns:a="http://schemas.openxmlformats.org/drawingml/2006/main" xmlns:r="http://schemas.openxmlformats.org/officeDocument/2006/relationships" xmlns:p="http://schemas.openxmlformats.org/presentationml/2006/main">
  <p:tag name="PPSPLIT_ID" val=" 2"/>
</p:tagLst>
</file>

<file path=ppt/tags/tag218.xml><?xml version="1.0" encoding="utf-8"?>
<p:tagLst xmlns:a="http://schemas.openxmlformats.org/drawingml/2006/main" xmlns:r="http://schemas.openxmlformats.org/officeDocument/2006/relationships" xmlns:p="http://schemas.openxmlformats.org/presentationml/2006/main">
  <p:tag name="PPSPLIT_ID" val=" 6"/>
</p:tagLst>
</file>

<file path=ppt/tags/tag219.xml><?xml version="1.0" encoding="utf-8"?>
<p:tagLst xmlns:a="http://schemas.openxmlformats.org/drawingml/2006/main" xmlns:r="http://schemas.openxmlformats.org/officeDocument/2006/relationships" xmlns:p="http://schemas.openxmlformats.org/presentationml/2006/main">
  <p:tag name="PPSPLIT_ID" val=" 7"/>
</p:tagLst>
</file>

<file path=ppt/tags/tag220.xml><?xml version="1.0" encoding="utf-8"?>
<p:tagLst xmlns:a="http://schemas.openxmlformats.org/drawingml/2006/main" xmlns:r="http://schemas.openxmlformats.org/officeDocument/2006/relationships" xmlns:p="http://schemas.openxmlformats.org/presentationml/2006/main">
  <p:tag name="PPSPLIT_ID" val=" 9"/>
</p:tagLst>
</file>

<file path=ppt/tags/tag221.xml><?xml version="1.0" encoding="utf-8"?>
<p:tagLst xmlns:a="http://schemas.openxmlformats.org/drawingml/2006/main" xmlns:r="http://schemas.openxmlformats.org/officeDocument/2006/relationships" xmlns:p="http://schemas.openxmlformats.org/presentationml/2006/main">
  <p:tag name="PPSPLIT_ID" val=" 11"/>
</p:tagLst>
</file>

<file path=ppt/tags/tag222.xml><?xml version="1.0" encoding="utf-8"?>
<p:tagLst xmlns:a="http://schemas.openxmlformats.org/drawingml/2006/main" xmlns:r="http://schemas.openxmlformats.org/officeDocument/2006/relationships" xmlns:p="http://schemas.openxmlformats.org/presentationml/2006/main">
  <p:tag name="PPSPLIT_ID" val=" 13"/>
</p:tagLst>
</file>

<file path=ppt/tags/tag223.xml><?xml version="1.0" encoding="utf-8"?>
<p:tagLst xmlns:a="http://schemas.openxmlformats.org/drawingml/2006/main" xmlns:r="http://schemas.openxmlformats.org/officeDocument/2006/relationships" xmlns:p="http://schemas.openxmlformats.org/presentationml/2006/main">
  <p:tag name="PPSPLIT_ID" val=" 15"/>
</p:tagLst>
</file>

<file path=ppt/tags/tag224.xml><?xml version="1.0" encoding="utf-8"?>
<p:tagLst xmlns:a="http://schemas.openxmlformats.org/drawingml/2006/main" xmlns:r="http://schemas.openxmlformats.org/officeDocument/2006/relationships" xmlns:p="http://schemas.openxmlformats.org/presentationml/2006/main">
  <p:tag name="PPSPLIT_ID" val=" 16"/>
</p:tagLst>
</file>

<file path=ppt/tags/tag225.xml><?xml version="1.0" encoding="utf-8"?>
<p:tagLst xmlns:a="http://schemas.openxmlformats.org/drawingml/2006/main" xmlns:r="http://schemas.openxmlformats.org/officeDocument/2006/relationships" xmlns:p="http://schemas.openxmlformats.org/presentationml/2006/main">
  <p:tag name="PPSPLIT_ID" val=" 10"/>
</p:tagLst>
</file>

<file path=ppt/tags/tag226.xml><?xml version="1.0" encoding="utf-8"?>
<p:tagLst xmlns:a="http://schemas.openxmlformats.org/drawingml/2006/main" xmlns:r="http://schemas.openxmlformats.org/officeDocument/2006/relationships" xmlns:p="http://schemas.openxmlformats.org/presentationml/2006/main">
  <p:tag name="PPSPLIT_ID" val=" 38"/>
</p:tagLst>
</file>

<file path=ppt/tags/tag227.xml><?xml version="1.0" encoding="utf-8"?>
<p:tagLst xmlns:a="http://schemas.openxmlformats.org/drawingml/2006/main" xmlns:r="http://schemas.openxmlformats.org/officeDocument/2006/relationships" xmlns:p="http://schemas.openxmlformats.org/presentationml/2006/main">
  <p:tag name="PPSPLIT_ID" val=" 41"/>
</p:tagLst>
</file>

<file path=ppt/tags/tag228.xml><?xml version="1.0" encoding="utf-8"?>
<p:tagLst xmlns:a="http://schemas.openxmlformats.org/drawingml/2006/main" xmlns:r="http://schemas.openxmlformats.org/officeDocument/2006/relationships" xmlns:p="http://schemas.openxmlformats.org/presentationml/2006/main">
  <p:tag name="PPSPLIT_ID" val=" 44"/>
</p:tagLst>
</file>

<file path=ppt/tags/tag229.xml><?xml version="1.0" encoding="utf-8"?>
<p:tagLst xmlns:a="http://schemas.openxmlformats.org/drawingml/2006/main" xmlns:r="http://schemas.openxmlformats.org/officeDocument/2006/relationships" xmlns:p="http://schemas.openxmlformats.org/presentationml/2006/main">
  <p:tag name="PPSPLIT_ID" val=" 47"/>
</p:tagLst>
</file>

<file path=ppt/tags/tag230.xml><?xml version="1.0" encoding="utf-8"?>
<p:tagLst xmlns:a="http://schemas.openxmlformats.org/drawingml/2006/main" xmlns:r="http://schemas.openxmlformats.org/officeDocument/2006/relationships" xmlns:p="http://schemas.openxmlformats.org/presentationml/2006/main">
  <p:tag name="PPSPLIT_ID" val=" 50"/>
</p:tagLst>
</file>

<file path=ppt/tags/tag231.xml><?xml version="1.0" encoding="utf-8"?>
<p:tagLst xmlns:a="http://schemas.openxmlformats.org/drawingml/2006/main" xmlns:r="http://schemas.openxmlformats.org/officeDocument/2006/relationships" xmlns:p="http://schemas.openxmlformats.org/presentationml/2006/main">
  <p:tag name="PPSPLIT_ID" val=" 53"/>
</p:tagLst>
</file>

<file path=ppt/tags/tag232.xml><?xml version="1.0" encoding="utf-8"?>
<p:tagLst xmlns:a="http://schemas.openxmlformats.org/drawingml/2006/main" xmlns:r="http://schemas.openxmlformats.org/officeDocument/2006/relationships" xmlns:p="http://schemas.openxmlformats.org/presentationml/2006/main">
  <p:tag name="PPSPLIT_ID" val=" 56"/>
</p:tagLst>
</file>

<file path=ppt/tags/tag233.xml><?xml version="1.0" encoding="utf-8"?>
<p:tagLst xmlns:a="http://schemas.openxmlformats.org/drawingml/2006/main" xmlns:r="http://schemas.openxmlformats.org/officeDocument/2006/relationships" xmlns:p="http://schemas.openxmlformats.org/presentationml/2006/main">
  <p:tag name="PPSPLIT_ID" val=" 59"/>
</p:tagLst>
</file>

<file path=ppt/tags/tag234.xml><?xml version="1.0" encoding="utf-8"?>
<p:tagLst xmlns:a="http://schemas.openxmlformats.org/drawingml/2006/main" xmlns:r="http://schemas.openxmlformats.org/officeDocument/2006/relationships" xmlns:p="http://schemas.openxmlformats.org/presentationml/2006/main">
  <p:tag name="PPSPLIT_ID" val=" 62"/>
</p:tagLst>
</file>

<file path=ppt/tags/tag235.xml><?xml version="1.0" encoding="utf-8"?>
<p:tagLst xmlns:a="http://schemas.openxmlformats.org/drawingml/2006/main" xmlns:r="http://schemas.openxmlformats.org/officeDocument/2006/relationships" xmlns:p="http://schemas.openxmlformats.org/presentationml/2006/main">
  <p:tag name="PPSPLIT_ID" val=" 65"/>
</p:tagLst>
</file>

<file path=ppt/tags/tag236.xml><?xml version="1.0" encoding="utf-8"?>
<p:tagLst xmlns:a="http://schemas.openxmlformats.org/drawingml/2006/main" xmlns:r="http://schemas.openxmlformats.org/officeDocument/2006/relationships" xmlns:p="http://schemas.openxmlformats.org/presentationml/2006/main">
  <p:tag name="PPSPLIT_ID" val=" 68"/>
</p:tagLst>
</file>

<file path=ppt/tags/tag237.xml><?xml version="1.0" encoding="utf-8"?>
<p:tagLst xmlns:a="http://schemas.openxmlformats.org/drawingml/2006/main" xmlns:r="http://schemas.openxmlformats.org/officeDocument/2006/relationships" xmlns:p="http://schemas.openxmlformats.org/presentationml/2006/main">
  <p:tag name="PPSPLIT_ID" val=" 71"/>
</p:tagLst>
</file>

<file path=ppt/tags/tag238.xml><?xml version="1.0" encoding="utf-8"?>
<p:tagLst xmlns:a="http://schemas.openxmlformats.org/drawingml/2006/main" xmlns:r="http://schemas.openxmlformats.org/officeDocument/2006/relationships" xmlns:p="http://schemas.openxmlformats.org/presentationml/2006/main">
  <p:tag name="PPSPLIT_ID" val=" 74"/>
</p:tagLst>
</file>

<file path=ppt/tags/tag239.xml><?xml version="1.0" encoding="utf-8"?>
<p:tagLst xmlns:a="http://schemas.openxmlformats.org/drawingml/2006/main" xmlns:r="http://schemas.openxmlformats.org/officeDocument/2006/relationships" xmlns:p="http://schemas.openxmlformats.org/presentationml/2006/main">
  <p:tag name="PPSPLIT_ID" val=" 77"/>
</p:tagLst>
</file>

<file path=ppt/tags/tag240.xml><?xml version="1.0" encoding="utf-8"?>
<p:tagLst xmlns:a="http://schemas.openxmlformats.org/drawingml/2006/main" xmlns:r="http://schemas.openxmlformats.org/officeDocument/2006/relationships" xmlns:p="http://schemas.openxmlformats.org/presentationml/2006/main">
  <p:tag name="PPSPLIT_ID" val=" 80"/>
</p:tagLst>
</file>

<file path=ppt/tags/tag241.xml><?xml version="1.0" encoding="utf-8"?>
<p:tagLst xmlns:a="http://schemas.openxmlformats.org/drawingml/2006/main" xmlns:r="http://schemas.openxmlformats.org/officeDocument/2006/relationships" xmlns:p="http://schemas.openxmlformats.org/presentationml/2006/main">
  <p:tag name="PPSPLIT_ID" val=" 83"/>
</p:tagLst>
</file>

<file path=ppt/tags/tag242.xml><?xml version="1.0" encoding="utf-8"?>
<p:tagLst xmlns:a="http://schemas.openxmlformats.org/drawingml/2006/main" xmlns:r="http://schemas.openxmlformats.org/officeDocument/2006/relationships" xmlns:p="http://schemas.openxmlformats.org/presentationml/2006/main">
  <p:tag name="PPSPLIT_ID" val=" 86"/>
</p:tagLst>
</file>

<file path=ppt/tags/tag243.xml><?xml version="1.0" encoding="utf-8"?>
<p:tagLst xmlns:a="http://schemas.openxmlformats.org/drawingml/2006/main" xmlns:r="http://schemas.openxmlformats.org/officeDocument/2006/relationships" xmlns:p="http://schemas.openxmlformats.org/presentationml/2006/main">
  <p:tag name="PPSPLIT_ID" val=" 89"/>
</p:tagLst>
</file>

<file path=ppt/tags/tag244.xml><?xml version="1.0" encoding="utf-8"?>
<p:tagLst xmlns:a="http://schemas.openxmlformats.org/drawingml/2006/main" xmlns:r="http://schemas.openxmlformats.org/officeDocument/2006/relationships" xmlns:p="http://schemas.openxmlformats.org/presentationml/2006/main">
  <p:tag name="PPSPLIT_ID" val=" 92"/>
</p:tagLst>
</file>

<file path=ppt/tags/tag245.xml><?xml version="1.0" encoding="utf-8"?>
<p:tagLst xmlns:a="http://schemas.openxmlformats.org/drawingml/2006/main" xmlns:r="http://schemas.openxmlformats.org/officeDocument/2006/relationships" xmlns:p="http://schemas.openxmlformats.org/presentationml/2006/main">
  <p:tag name="PPSPLIT_ID" val=" 95"/>
</p:tagLst>
</file>

<file path=ppt/tags/tag246.xml><?xml version="1.0" encoding="utf-8"?>
<p:tagLst xmlns:a="http://schemas.openxmlformats.org/drawingml/2006/main" xmlns:r="http://schemas.openxmlformats.org/officeDocument/2006/relationships" xmlns:p="http://schemas.openxmlformats.org/presentationml/2006/main">
  <p:tag name="PPSPLIT_ID" val=" 98"/>
</p:tagLst>
</file>

<file path=ppt/tags/tag247.xml><?xml version="1.0" encoding="utf-8"?>
<p:tagLst xmlns:a="http://schemas.openxmlformats.org/drawingml/2006/main" xmlns:r="http://schemas.openxmlformats.org/officeDocument/2006/relationships" xmlns:p="http://schemas.openxmlformats.org/presentationml/2006/main">
  <p:tag name="PPSPLIT_ID" val=" 101"/>
</p:tagLst>
</file>

<file path=ppt/tags/tag248.xml><?xml version="1.0" encoding="utf-8"?>
<p:tagLst xmlns:a="http://schemas.openxmlformats.org/drawingml/2006/main" xmlns:r="http://schemas.openxmlformats.org/officeDocument/2006/relationships" xmlns:p="http://schemas.openxmlformats.org/presentationml/2006/main">
  <p:tag name="PPSPLIT_ID" val=" 104"/>
</p:tagLst>
</file>

<file path=ppt/tags/tag249.xml><?xml version="1.0" encoding="utf-8"?>
<p:tagLst xmlns:a="http://schemas.openxmlformats.org/drawingml/2006/main" xmlns:r="http://schemas.openxmlformats.org/officeDocument/2006/relationships" xmlns:p="http://schemas.openxmlformats.org/presentationml/2006/main">
  <p:tag name="PPSPLIT_ID" val=" 107"/>
</p:tagLst>
</file>

<file path=ppt/tags/tag250.xml><?xml version="1.0" encoding="utf-8"?>
<p:tagLst xmlns:a="http://schemas.openxmlformats.org/drawingml/2006/main" xmlns:r="http://schemas.openxmlformats.org/officeDocument/2006/relationships" xmlns:p="http://schemas.openxmlformats.org/presentationml/2006/main">
  <p:tag name="PPSPLIT_ID" val=" 110"/>
</p:tagLst>
</file>

<file path=ppt/tags/tag251.xml><?xml version="1.0" encoding="utf-8"?>
<p:tagLst xmlns:a="http://schemas.openxmlformats.org/drawingml/2006/main" xmlns:r="http://schemas.openxmlformats.org/officeDocument/2006/relationships" xmlns:p="http://schemas.openxmlformats.org/presentationml/2006/main">
  <p:tag name="PPSPLIT_ID" val=" 113"/>
</p:tagLst>
</file>

<file path=ppt/tags/tag252.xml><?xml version="1.0" encoding="utf-8"?>
<p:tagLst xmlns:a="http://schemas.openxmlformats.org/drawingml/2006/main" xmlns:r="http://schemas.openxmlformats.org/officeDocument/2006/relationships" xmlns:p="http://schemas.openxmlformats.org/presentationml/2006/main">
  <p:tag name="PPSPLIT_ID" val=" 116"/>
</p:tagLst>
</file>

<file path=ppt/tags/tag253.xml><?xml version="1.0" encoding="utf-8"?>
<p:tagLst xmlns:a="http://schemas.openxmlformats.org/drawingml/2006/main" xmlns:r="http://schemas.openxmlformats.org/officeDocument/2006/relationships" xmlns:p="http://schemas.openxmlformats.org/presentationml/2006/main">
  <p:tag name="PPSPLIT_ID" val=" 119"/>
</p:tagLst>
</file>

<file path=ppt/tags/tag254.xml><?xml version="1.0" encoding="utf-8"?>
<p:tagLst xmlns:a="http://schemas.openxmlformats.org/drawingml/2006/main" xmlns:r="http://schemas.openxmlformats.org/officeDocument/2006/relationships" xmlns:p="http://schemas.openxmlformats.org/presentationml/2006/main">
  <p:tag name="PPSPLIT_ID" val=" 122"/>
</p:tagLst>
</file>

<file path=ppt/tags/tag255.xml><?xml version="1.0" encoding="utf-8"?>
<p:tagLst xmlns:a="http://schemas.openxmlformats.org/drawingml/2006/main" xmlns:r="http://schemas.openxmlformats.org/officeDocument/2006/relationships" xmlns:p="http://schemas.openxmlformats.org/presentationml/2006/main">
  <p:tag name="PPSPLIT_ID" val=" 125"/>
</p:tagLst>
</file>

<file path=ppt/tags/tag256.xml><?xml version="1.0" encoding="utf-8"?>
<p:tagLst xmlns:a="http://schemas.openxmlformats.org/drawingml/2006/main" xmlns:r="http://schemas.openxmlformats.org/officeDocument/2006/relationships" xmlns:p="http://schemas.openxmlformats.org/presentationml/2006/main">
  <p:tag name="PPSPLIT_ID" val=" 128"/>
</p:tagLst>
</file>

<file path=ppt/tags/tag257.xml><?xml version="1.0" encoding="utf-8"?>
<p:tagLst xmlns:a="http://schemas.openxmlformats.org/drawingml/2006/main" xmlns:r="http://schemas.openxmlformats.org/officeDocument/2006/relationships" xmlns:p="http://schemas.openxmlformats.org/presentationml/2006/main">
  <p:tag name="PPSPLIT_ID" val=" 131"/>
</p:tagLst>
</file>

<file path=ppt/tags/tag258.xml><?xml version="1.0" encoding="utf-8"?>
<p:tagLst xmlns:a="http://schemas.openxmlformats.org/drawingml/2006/main" xmlns:r="http://schemas.openxmlformats.org/officeDocument/2006/relationships" xmlns:p="http://schemas.openxmlformats.org/presentationml/2006/main">
  <p:tag name="PPSPLIT_ID" val=" 134"/>
</p:tagLst>
</file>

<file path=ppt/tags/tag259.xml><?xml version="1.0" encoding="utf-8"?>
<p:tagLst xmlns:a="http://schemas.openxmlformats.org/drawingml/2006/main" xmlns:r="http://schemas.openxmlformats.org/officeDocument/2006/relationships" xmlns:p="http://schemas.openxmlformats.org/presentationml/2006/main">
  <p:tag name="PPSPLIT_ID" val=" 137"/>
</p:tagLst>
</file>

<file path=ppt/tags/tag260.xml><?xml version="1.0" encoding="utf-8"?>
<p:tagLst xmlns:a="http://schemas.openxmlformats.org/drawingml/2006/main" xmlns:r="http://schemas.openxmlformats.org/officeDocument/2006/relationships" xmlns:p="http://schemas.openxmlformats.org/presentationml/2006/main">
  <p:tag name="PPSPLIT_ID" val=" 140"/>
</p:tagLst>
</file>

<file path=ppt/tags/tag261.xml><?xml version="1.0" encoding="utf-8"?>
<p:tagLst xmlns:a="http://schemas.openxmlformats.org/drawingml/2006/main" xmlns:r="http://schemas.openxmlformats.org/officeDocument/2006/relationships" xmlns:p="http://schemas.openxmlformats.org/presentationml/2006/main">
  <p:tag name="PPSPLIT_ID" val=" 143"/>
</p:tagLst>
</file>

<file path=ppt/tags/tag262.xml><?xml version="1.0" encoding="utf-8"?>
<p:tagLst xmlns:a="http://schemas.openxmlformats.org/drawingml/2006/main" xmlns:r="http://schemas.openxmlformats.org/officeDocument/2006/relationships" xmlns:p="http://schemas.openxmlformats.org/presentationml/2006/main">
  <p:tag name="PPSPLIT_ID" val=" 27"/>
</p:tagLst>
</file>

<file path=ppt/tags/tag263.xml><?xml version="1.0" encoding="utf-8"?>
<p:tagLst xmlns:a="http://schemas.openxmlformats.org/drawingml/2006/main" xmlns:r="http://schemas.openxmlformats.org/officeDocument/2006/relationships" xmlns:p="http://schemas.openxmlformats.org/presentationml/2006/main">
  <p:tag name="PPSPLIT_ID" val=" 32"/>
</p:tagLst>
</file>

<file path=ppt/tags/tag264.xml><?xml version="1.0" encoding="utf-8"?>
<p:tagLst xmlns:a="http://schemas.openxmlformats.org/drawingml/2006/main" xmlns:r="http://schemas.openxmlformats.org/officeDocument/2006/relationships" xmlns:p="http://schemas.openxmlformats.org/presentationml/2006/main">
  <p:tag name="PPSPLIT_ID" val=" 33"/>
</p:tagLst>
</file>

<file path=ppt/tags/tag265.xml><?xml version="1.0" encoding="utf-8"?>
<p:tagLst xmlns:a="http://schemas.openxmlformats.org/drawingml/2006/main" xmlns:r="http://schemas.openxmlformats.org/officeDocument/2006/relationships" xmlns:p="http://schemas.openxmlformats.org/presentationml/2006/main">
  <p:tag name="PPSPLIT_ID" val=" 3"/>
</p:tagLst>
</file>

<file path=ppt/tags/tag266.xml><?xml version="1.0" encoding="utf-8"?>
<p:tagLst xmlns:a="http://schemas.openxmlformats.org/drawingml/2006/main" xmlns:r="http://schemas.openxmlformats.org/officeDocument/2006/relationships" xmlns:p="http://schemas.openxmlformats.org/presentationml/2006/main">
  <p:tag name="PPSPLIT_ID" val=" 5"/>
</p:tagLst>
</file>

<file path=ppt/tags/tag267.xml><?xml version="1.0" encoding="utf-8"?>
<p:tagLst xmlns:a="http://schemas.openxmlformats.org/drawingml/2006/main" xmlns:r="http://schemas.openxmlformats.org/officeDocument/2006/relationships" xmlns:p="http://schemas.openxmlformats.org/presentationml/2006/main">
  <p:tag name="PPSPLIT_ID" val=" 4"/>
</p:tagLst>
</file>

<file path=ppt/tags/tag268.xml><?xml version="1.0" encoding="utf-8"?>
<p:tagLst xmlns:a="http://schemas.openxmlformats.org/drawingml/2006/main" xmlns:r="http://schemas.openxmlformats.org/officeDocument/2006/relationships" xmlns:p="http://schemas.openxmlformats.org/presentationml/2006/main">
  <p:tag name="PPSPLIT_ID" val=" 12"/>
</p:tagLst>
</file>

<file path=ppt/tags/tag269.xml><?xml version="1.0" encoding="utf-8"?>
<p:tagLst xmlns:a="http://schemas.openxmlformats.org/drawingml/2006/main" xmlns:r="http://schemas.openxmlformats.org/officeDocument/2006/relationships" xmlns:p="http://schemas.openxmlformats.org/presentationml/2006/main">
  <p:tag name="PPSPLIT_ID" val=" 18"/>
</p:tagLst>
</file>

<file path=ppt/tags/tag270.xml><?xml version="1.0" encoding="utf-8"?>
<p:tagLst xmlns:a="http://schemas.openxmlformats.org/drawingml/2006/main" xmlns:r="http://schemas.openxmlformats.org/officeDocument/2006/relationships" xmlns:p="http://schemas.openxmlformats.org/presentationml/2006/main">
  <p:tag name="PPSPLIT_ID" val=" 22"/>
</p:tagLst>
</file>

<file path=ppt/tags/tag271.xml><?xml version="1.0" encoding="utf-8"?>
<p:tagLst xmlns:a="http://schemas.openxmlformats.org/drawingml/2006/main" xmlns:r="http://schemas.openxmlformats.org/officeDocument/2006/relationships" xmlns:p="http://schemas.openxmlformats.org/presentationml/2006/main">
  <p:tag name="PPSPLIT_ID" val=" 149"/>
</p:tagLst>
</file>

<file path=ppt/tags/tag272.xml><?xml version="1.0" encoding="utf-8"?>
<p:tagLst xmlns:a="http://schemas.openxmlformats.org/drawingml/2006/main" xmlns:r="http://schemas.openxmlformats.org/officeDocument/2006/relationships" xmlns:p="http://schemas.openxmlformats.org/presentationml/2006/main">
  <p:tag name="PPSPLIT_ID" val=" 20"/>
</p:tagLst>
</file>

<file path=ppt/tags/tag273.xml><?xml version="1.0" encoding="utf-8"?>
<p:tagLst xmlns:a="http://schemas.openxmlformats.org/drawingml/2006/main" xmlns:r="http://schemas.openxmlformats.org/officeDocument/2006/relationships" xmlns:p="http://schemas.openxmlformats.org/presentationml/2006/main">
  <p:tag name="PPSPLIT_ID" val=" 14"/>
</p:tagLst>
</file>

<file path=ppt/tags/tag274.xml><?xml version="1.0" encoding="utf-8"?>
<p:tagLst xmlns:a="http://schemas.openxmlformats.org/drawingml/2006/main" xmlns:r="http://schemas.openxmlformats.org/officeDocument/2006/relationships" xmlns:p="http://schemas.openxmlformats.org/presentationml/2006/main">
  <p:tag name="TIMING" val="|17.4|8.2|0.6|14.1|34.8|18.8"/>
  <p:tag name="PPSPLIT_SPLIT" val="1"/>
  <p:tag name="PPSPLIT_ORIGINALSLIDENUMBER" val="6"/>
  <p:tag name="PPSPLIT_DONE" val="1"/>
</p:tagLst>
</file>

<file path=ppt/tags/tag275.xml><?xml version="1.0" encoding="utf-8"?>
<p:tagLst xmlns:a="http://schemas.openxmlformats.org/drawingml/2006/main" xmlns:r="http://schemas.openxmlformats.org/officeDocument/2006/relationships" xmlns:p="http://schemas.openxmlformats.org/presentationml/2006/main">
  <p:tag name="PPSPLIT_ID" val=" 6"/>
</p:tagLst>
</file>

<file path=ppt/tags/tag276.xml><?xml version="1.0" encoding="utf-8"?>
<p:tagLst xmlns:a="http://schemas.openxmlformats.org/drawingml/2006/main" xmlns:r="http://schemas.openxmlformats.org/officeDocument/2006/relationships" xmlns:p="http://schemas.openxmlformats.org/presentationml/2006/main">
  <p:tag name="PPSPLIT_ID" val=" 2"/>
</p:tagLst>
</file>

<file path=ppt/tags/tag277.xml><?xml version="1.0" encoding="utf-8"?>
<p:tagLst xmlns:a="http://schemas.openxmlformats.org/drawingml/2006/main" xmlns:r="http://schemas.openxmlformats.org/officeDocument/2006/relationships" xmlns:p="http://schemas.openxmlformats.org/presentationml/2006/main">
  <p:tag name="PPSPLIT_ID" val=" 29"/>
</p:tagLst>
</file>

<file path=ppt/tags/tag278.xml><?xml version="1.0" encoding="utf-8"?>
<p:tagLst xmlns:a="http://schemas.openxmlformats.org/drawingml/2006/main" xmlns:r="http://schemas.openxmlformats.org/officeDocument/2006/relationships" xmlns:p="http://schemas.openxmlformats.org/presentationml/2006/main">
  <p:tag name="PPSPLIT_ID" val=" 30"/>
</p:tagLst>
</file>

<file path=ppt/tags/tag279.xml><?xml version="1.0" encoding="utf-8"?>
<p:tagLst xmlns:a="http://schemas.openxmlformats.org/drawingml/2006/main" xmlns:r="http://schemas.openxmlformats.org/officeDocument/2006/relationships" xmlns:p="http://schemas.openxmlformats.org/presentationml/2006/main">
  <p:tag name="PPSPLIT_ID" val=" 27"/>
</p:tagLst>
</file>

<file path=ppt/tags/tag280.xml><?xml version="1.0" encoding="utf-8"?>
<p:tagLst xmlns:a="http://schemas.openxmlformats.org/drawingml/2006/main" xmlns:r="http://schemas.openxmlformats.org/officeDocument/2006/relationships" xmlns:p="http://schemas.openxmlformats.org/presentationml/2006/main">
  <p:tag name="PPSPLIT_ID" val=" 31"/>
</p:tagLst>
</file>

<file path=ppt/tags/tag281.xml><?xml version="1.0" encoding="utf-8"?>
<p:tagLst xmlns:a="http://schemas.openxmlformats.org/drawingml/2006/main" xmlns:r="http://schemas.openxmlformats.org/officeDocument/2006/relationships" xmlns:p="http://schemas.openxmlformats.org/presentationml/2006/main">
  <p:tag name="PPSPLIT_ID" val=" 24"/>
</p:tagLst>
</file>

<file path=ppt/tags/tag282.xml><?xml version="1.0" encoding="utf-8"?>
<p:tagLst xmlns:a="http://schemas.openxmlformats.org/drawingml/2006/main" xmlns:r="http://schemas.openxmlformats.org/officeDocument/2006/relationships" xmlns:p="http://schemas.openxmlformats.org/presentationml/2006/main">
  <p:tag name="PPSPLIT_ID" val=" 9"/>
</p:tagLst>
</file>

<file path=ppt/tags/tag283.xml><?xml version="1.0" encoding="utf-8"?>
<p:tagLst xmlns:a="http://schemas.openxmlformats.org/drawingml/2006/main" xmlns:r="http://schemas.openxmlformats.org/officeDocument/2006/relationships" xmlns:p="http://schemas.openxmlformats.org/presentationml/2006/main">
  <p:tag name="PPSPLIT_ID" val=" 5"/>
</p:tagLst>
</file>

<file path=ppt/tags/tag284.xml><?xml version="1.0" encoding="utf-8"?>
<p:tagLst xmlns:a="http://schemas.openxmlformats.org/drawingml/2006/main" xmlns:r="http://schemas.openxmlformats.org/officeDocument/2006/relationships" xmlns:p="http://schemas.openxmlformats.org/presentationml/2006/main">
  <p:tag name="TIMING" val="|17.4|8.2|0.6|14.1|34.8|18.8"/>
  <p:tag name="PPSPLIT_SPLIT" val="1"/>
  <p:tag name="PPSPLIT_ORIGINALSLIDENUMBER" val="6"/>
  <p:tag name="PPSPLIT_DONE" val="1"/>
</p:tagLst>
</file>

<file path=ppt/tags/tag285.xml><?xml version="1.0" encoding="utf-8"?>
<p:tagLst xmlns:a="http://schemas.openxmlformats.org/drawingml/2006/main" xmlns:r="http://schemas.openxmlformats.org/officeDocument/2006/relationships" xmlns:p="http://schemas.openxmlformats.org/presentationml/2006/main">
  <p:tag name="PPSPLIT_ID" val=" 6"/>
</p:tagLst>
</file>

<file path=ppt/tags/tag286.xml><?xml version="1.0" encoding="utf-8"?>
<p:tagLst xmlns:a="http://schemas.openxmlformats.org/drawingml/2006/main" xmlns:r="http://schemas.openxmlformats.org/officeDocument/2006/relationships" xmlns:p="http://schemas.openxmlformats.org/presentationml/2006/main">
  <p:tag name="PPSPLIT_ID" val=" 37"/>
</p:tagLst>
</file>

<file path=ppt/tags/tag287.xml><?xml version="1.0" encoding="utf-8"?>
<p:tagLst xmlns:a="http://schemas.openxmlformats.org/drawingml/2006/main" xmlns:r="http://schemas.openxmlformats.org/officeDocument/2006/relationships" xmlns:p="http://schemas.openxmlformats.org/presentationml/2006/main">
  <p:tag name="PPSPLIT_ID" val=" 2"/>
</p:tagLst>
</file>

<file path=ppt/tags/tag288.xml><?xml version="1.0" encoding="utf-8"?>
<p:tagLst xmlns:a="http://schemas.openxmlformats.org/drawingml/2006/main" xmlns:r="http://schemas.openxmlformats.org/officeDocument/2006/relationships" xmlns:p="http://schemas.openxmlformats.org/presentationml/2006/main">
  <p:tag name="PPSPLIT_ID" val=" 18"/>
</p:tagLst>
</file>

<file path=ppt/tags/tag289.xml><?xml version="1.0" encoding="utf-8"?>
<p:tagLst xmlns:a="http://schemas.openxmlformats.org/drawingml/2006/main" xmlns:r="http://schemas.openxmlformats.org/officeDocument/2006/relationships" xmlns:p="http://schemas.openxmlformats.org/presentationml/2006/main">
  <p:tag name="PPSPLIT_ID" val=" 19"/>
</p:tagLst>
</file>

<file path=ppt/tags/tag290.xml><?xml version="1.0" encoding="utf-8"?>
<p:tagLst xmlns:a="http://schemas.openxmlformats.org/drawingml/2006/main" xmlns:r="http://schemas.openxmlformats.org/officeDocument/2006/relationships" xmlns:p="http://schemas.openxmlformats.org/presentationml/2006/main">
  <p:tag name="PPSPLIT_ID" val=" 29"/>
</p:tagLst>
</file>

<file path=ppt/tags/tag291.xml><?xml version="1.0" encoding="utf-8"?>
<p:tagLst xmlns:a="http://schemas.openxmlformats.org/drawingml/2006/main" xmlns:r="http://schemas.openxmlformats.org/officeDocument/2006/relationships" xmlns:p="http://schemas.openxmlformats.org/presentationml/2006/main">
  <p:tag name="PPSPLIT_ID" val=" 30"/>
</p:tagLst>
</file>

<file path=ppt/tags/tag292.xml><?xml version="1.0" encoding="utf-8"?>
<p:tagLst xmlns:a="http://schemas.openxmlformats.org/drawingml/2006/main" xmlns:r="http://schemas.openxmlformats.org/officeDocument/2006/relationships" xmlns:p="http://schemas.openxmlformats.org/presentationml/2006/main">
  <p:tag name="PPSPLIT_ID" val=" 25"/>
</p:tagLst>
</file>

<file path=ppt/tags/tag293.xml><?xml version="1.0" encoding="utf-8"?>
<p:tagLst xmlns:a="http://schemas.openxmlformats.org/drawingml/2006/main" xmlns:r="http://schemas.openxmlformats.org/officeDocument/2006/relationships" xmlns:p="http://schemas.openxmlformats.org/presentationml/2006/main">
  <p:tag name="PPSPLIT_ID" val=" 27"/>
</p:tagLst>
</file>

<file path=ppt/tags/tag294.xml><?xml version="1.0" encoding="utf-8"?>
<p:tagLst xmlns:a="http://schemas.openxmlformats.org/drawingml/2006/main" xmlns:r="http://schemas.openxmlformats.org/officeDocument/2006/relationships" xmlns:p="http://schemas.openxmlformats.org/presentationml/2006/main">
  <p:tag name="PPSPLIT_ID" val=" 31"/>
</p:tagLst>
</file>

<file path=ppt/tags/tag295.xml><?xml version="1.0" encoding="utf-8"?>
<p:tagLst xmlns:a="http://schemas.openxmlformats.org/drawingml/2006/main" xmlns:r="http://schemas.openxmlformats.org/officeDocument/2006/relationships" xmlns:p="http://schemas.openxmlformats.org/presentationml/2006/main">
  <p:tag name="PPSPLIT_ID" val=" 24"/>
</p:tagLst>
</file>

<file path=ppt/tags/tag296.xml><?xml version="1.0" encoding="utf-8"?>
<p:tagLst xmlns:a="http://schemas.openxmlformats.org/drawingml/2006/main" xmlns:r="http://schemas.openxmlformats.org/officeDocument/2006/relationships" xmlns:p="http://schemas.openxmlformats.org/presentationml/2006/main">
  <p:tag name="PPSPLIT_ID" val=" 9"/>
</p:tagLst>
</file>

<file path=ppt/tags/tag297.xml><?xml version="1.0" encoding="utf-8"?>
<p:tagLst xmlns:a="http://schemas.openxmlformats.org/drawingml/2006/main" xmlns:r="http://schemas.openxmlformats.org/officeDocument/2006/relationships" xmlns:p="http://schemas.openxmlformats.org/presentationml/2006/main">
  <p:tag name="PPSPLIT_ID" val=" 5"/>
</p:tagLst>
</file>

<file path=ppt/tags/tag298.xml><?xml version="1.0" encoding="utf-8"?>
<p:tagLst xmlns:a="http://schemas.openxmlformats.org/drawingml/2006/main" xmlns:r="http://schemas.openxmlformats.org/officeDocument/2006/relationships" xmlns:p="http://schemas.openxmlformats.org/presentationml/2006/main">
  <p:tag name="TIMING" val="|17.4|8.2|0.6|14.1|34.8|18.8"/>
  <p:tag name="PPSPLIT_SPLIT" val="1"/>
  <p:tag name="PPSPLIT_ORIGINALSLIDENUMBER" val="6"/>
  <p:tag name="PPSPLIT_DONE" val="1"/>
</p:tagLst>
</file>

<file path=ppt/tags/tag299.xml><?xml version="1.0" encoding="utf-8"?>
<p:tagLst xmlns:a="http://schemas.openxmlformats.org/drawingml/2006/main" xmlns:r="http://schemas.openxmlformats.org/officeDocument/2006/relationships" xmlns:p="http://schemas.openxmlformats.org/presentationml/2006/main">
  <p:tag name="PPSPLIT_ID" val=" 6"/>
</p:tagLst>
</file>

<file path=ppt/tags/tag300.xml><?xml version="1.0" encoding="utf-8"?>
<p:tagLst xmlns:a="http://schemas.openxmlformats.org/drawingml/2006/main" xmlns:r="http://schemas.openxmlformats.org/officeDocument/2006/relationships" xmlns:p="http://schemas.openxmlformats.org/presentationml/2006/main">
  <p:tag name="PPSPLIT_ID" val=" 39"/>
</p:tagLst>
</file>

<file path=ppt/tags/tag301.xml><?xml version="1.0" encoding="utf-8"?>
<p:tagLst xmlns:a="http://schemas.openxmlformats.org/drawingml/2006/main" xmlns:r="http://schemas.openxmlformats.org/officeDocument/2006/relationships" xmlns:p="http://schemas.openxmlformats.org/presentationml/2006/main">
  <p:tag name="PPSPLIT_ID" val=" 37"/>
</p:tagLst>
</file>

<file path=ppt/tags/tag302.xml><?xml version="1.0" encoding="utf-8"?>
<p:tagLst xmlns:a="http://schemas.openxmlformats.org/drawingml/2006/main" xmlns:r="http://schemas.openxmlformats.org/officeDocument/2006/relationships" xmlns:p="http://schemas.openxmlformats.org/presentationml/2006/main">
  <p:tag name="PPSPLIT_ID" val=" 2"/>
</p:tagLst>
</file>

<file path=ppt/tags/tag303.xml><?xml version="1.0" encoding="utf-8"?>
<p:tagLst xmlns:a="http://schemas.openxmlformats.org/drawingml/2006/main" xmlns:r="http://schemas.openxmlformats.org/officeDocument/2006/relationships" xmlns:p="http://schemas.openxmlformats.org/presentationml/2006/main">
  <p:tag name="PPSPLIT_ID" val=" 18"/>
</p:tagLst>
</file>

<file path=ppt/tags/tag304.xml><?xml version="1.0" encoding="utf-8"?>
<p:tagLst xmlns:a="http://schemas.openxmlformats.org/drawingml/2006/main" xmlns:r="http://schemas.openxmlformats.org/officeDocument/2006/relationships" xmlns:p="http://schemas.openxmlformats.org/presentationml/2006/main">
  <p:tag name="PPSPLIT_ID" val=" 19"/>
</p:tagLst>
</file>

<file path=ppt/tags/tag305.xml><?xml version="1.0" encoding="utf-8"?>
<p:tagLst xmlns:a="http://schemas.openxmlformats.org/drawingml/2006/main" xmlns:r="http://schemas.openxmlformats.org/officeDocument/2006/relationships" xmlns:p="http://schemas.openxmlformats.org/presentationml/2006/main">
  <p:tag name="PPSPLIT_ID" val=" 29"/>
</p:tagLst>
</file>

<file path=ppt/tags/tag306.xml><?xml version="1.0" encoding="utf-8"?>
<p:tagLst xmlns:a="http://schemas.openxmlformats.org/drawingml/2006/main" xmlns:r="http://schemas.openxmlformats.org/officeDocument/2006/relationships" xmlns:p="http://schemas.openxmlformats.org/presentationml/2006/main">
  <p:tag name="PPSPLIT_ID" val=" 30"/>
</p:tagLst>
</file>

<file path=ppt/tags/tag307.xml><?xml version="1.0" encoding="utf-8"?>
<p:tagLst xmlns:a="http://schemas.openxmlformats.org/drawingml/2006/main" xmlns:r="http://schemas.openxmlformats.org/officeDocument/2006/relationships" xmlns:p="http://schemas.openxmlformats.org/presentationml/2006/main">
  <p:tag name="PPSPLIT_ID" val=" 20"/>
</p:tagLst>
</file>

<file path=ppt/tags/tag308.xml><?xml version="1.0" encoding="utf-8"?>
<p:tagLst xmlns:a="http://schemas.openxmlformats.org/drawingml/2006/main" xmlns:r="http://schemas.openxmlformats.org/officeDocument/2006/relationships" xmlns:p="http://schemas.openxmlformats.org/presentationml/2006/main">
  <p:tag name="PPSPLIT_ID" val=" 25"/>
</p:tagLst>
</file>

<file path=ppt/tags/tag309.xml><?xml version="1.0" encoding="utf-8"?>
<p:tagLst xmlns:a="http://schemas.openxmlformats.org/drawingml/2006/main" xmlns:r="http://schemas.openxmlformats.org/officeDocument/2006/relationships" xmlns:p="http://schemas.openxmlformats.org/presentationml/2006/main">
  <p:tag name="PPSPLIT_ID" val=" 31"/>
</p:tagLst>
</file>

<file path=ppt/tags/tag310.xml><?xml version="1.0" encoding="utf-8"?>
<p:tagLst xmlns:a="http://schemas.openxmlformats.org/drawingml/2006/main" xmlns:r="http://schemas.openxmlformats.org/officeDocument/2006/relationships" xmlns:p="http://schemas.openxmlformats.org/presentationml/2006/main">
  <p:tag name="PPSPLIT_ID" val=" 22"/>
</p:tagLst>
</file>

<file path=ppt/tags/tag311.xml><?xml version="1.0" encoding="utf-8"?>
<p:tagLst xmlns:a="http://schemas.openxmlformats.org/drawingml/2006/main" xmlns:r="http://schemas.openxmlformats.org/officeDocument/2006/relationships" xmlns:p="http://schemas.openxmlformats.org/presentationml/2006/main">
  <p:tag name="PPSPLIT_ID" val=" 24"/>
</p:tagLst>
</file>

<file path=ppt/tags/tag312.xml><?xml version="1.0" encoding="utf-8"?>
<p:tagLst xmlns:a="http://schemas.openxmlformats.org/drawingml/2006/main" xmlns:r="http://schemas.openxmlformats.org/officeDocument/2006/relationships" xmlns:p="http://schemas.openxmlformats.org/presentationml/2006/main">
  <p:tag name="PPSPLIT_ID" val=" 9"/>
</p:tagLst>
</file>

<file path=ppt/tags/tag313.xml><?xml version="1.0" encoding="utf-8"?>
<p:tagLst xmlns:a="http://schemas.openxmlformats.org/drawingml/2006/main" xmlns:r="http://schemas.openxmlformats.org/officeDocument/2006/relationships" xmlns:p="http://schemas.openxmlformats.org/presentationml/2006/main">
  <p:tag name="PPSPLIT_ID" val=" 5"/>
</p:tagLst>
</file>

<file path=ppt/tags/tag314.xml><?xml version="1.0" encoding="utf-8"?>
<p:tagLst xmlns:a="http://schemas.openxmlformats.org/drawingml/2006/main" xmlns:r="http://schemas.openxmlformats.org/officeDocument/2006/relationships" xmlns:p="http://schemas.openxmlformats.org/presentationml/2006/main">
  <p:tag name="TIMING" val="|17.4|8.2|0.6|14.1|34.8|18.8"/>
  <p:tag name="PPSPLIT_SPLIT" val="1"/>
  <p:tag name="PPSPLIT_ORIGINALSLIDENUMBER" val="6"/>
  <p:tag name="PPSPLIT_DONE" val="1"/>
</p:tagLst>
</file>

<file path=ppt/tags/tag315.xml><?xml version="1.0" encoding="utf-8"?>
<p:tagLst xmlns:a="http://schemas.openxmlformats.org/drawingml/2006/main" xmlns:r="http://schemas.openxmlformats.org/officeDocument/2006/relationships" xmlns:p="http://schemas.openxmlformats.org/presentationml/2006/main">
  <p:tag name="PPSPLIT_ID" val=" 6"/>
</p:tagLst>
</file>

<file path=ppt/tags/tag316.xml><?xml version="1.0" encoding="utf-8"?>
<p:tagLst xmlns:a="http://schemas.openxmlformats.org/drawingml/2006/main" xmlns:r="http://schemas.openxmlformats.org/officeDocument/2006/relationships" xmlns:p="http://schemas.openxmlformats.org/presentationml/2006/main">
  <p:tag name="PPSPLIT_ID" val=" 39"/>
</p:tagLst>
</file>

<file path=ppt/tags/tag317.xml><?xml version="1.0" encoding="utf-8"?>
<p:tagLst xmlns:a="http://schemas.openxmlformats.org/drawingml/2006/main" xmlns:r="http://schemas.openxmlformats.org/officeDocument/2006/relationships" xmlns:p="http://schemas.openxmlformats.org/presentationml/2006/main">
  <p:tag name="PPSPLIT_ID" val=" 41"/>
</p:tagLst>
</file>

<file path=ppt/tags/tag318.xml><?xml version="1.0" encoding="utf-8"?>
<p:tagLst xmlns:a="http://schemas.openxmlformats.org/drawingml/2006/main" xmlns:r="http://schemas.openxmlformats.org/officeDocument/2006/relationships" xmlns:p="http://schemas.openxmlformats.org/presentationml/2006/main">
  <p:tag name="PPSPLIT_ID" val=" 37"/>
</p:tagLst>
</file>

<file path=ppt/tags/tag319.xml><?xml version="1.0" encoding="utf-8"?>
<p:tagLst xmlns:a="http://schemas.openxmlformats.org/drawingml/2006/main" xmlns:r="http://schemas.openxmlformats.org/officeDocument/2006/relationships" xmlns:p="http://schemas.openxmlformats.org/presentationml/2006/main">
  <p:tag name="PPSPLIT_ID" val=" 2"/>
</p:tagLst>
</file>

<file path=ppt/tags/tag320.xml><?xml version="1.0" encoding="utf-8"?>
<p:tagLst xmlns:a="http://schemas.openxmlformats.org/drawingml/2006/main" xmlns:r="http://schemas.openxmlformats.org/officeDocument/2006/relationships" xmlns:p="http://schemas.openxmlformats.org/presentationml/2006/main">
  <p:tag name="PPSPLIT_ID" val=" 18"/>
</p:tagLst>
</file>

<file path=ppt/tags/tag321.xml><?xml version="1.0" encoding="utf-8"?>
<p:tagLst xmlns:a="http://schemas.openxmlformats.org/drawingml/2006/main" xmlns:r="http://schemas.openxmlformats.org/officeDocument/2006/relationships" xmlns:p="http://schemas.openxmlformats.org/presentationml/2006/main">
  <p:tag name="PPSPLIT_ID" val=" 19"/>
</p:tagLst>
</file>

<file path=ppt/tags/tag322.xml><?xml version="1.0" encoding="utf-8"?>
<p:tagLst xmlns:a="http://schemas.openxmlformats.org/drawingml/2006/main" xmlns:r="http://schemas.openxmlformats.org/officeDocument/2006/relationships" xmlns:p="http://schemas.openxmlformats.org/presentationml/2006/main">
  <p:tag name="PPSPLIT_ID" val=" 29"/>
</p:tagLst>
</file>

<file path=ppt/tags/tag323.xml><?xml version="1.0" encoding="utf-8"?>
<p:tagLst xmlns:a="http://schemas.openxmlformats.org/drawingml/2006/main" xmlns:r="http://schemas.openxmlformats.org/officeDocument/2006/relationships" xmlns:p="http://schemas.openxmlformats.org/presentationml/2006/main">
  <p:tag name="PPSPLIT_ID" val=" 30"/>
</p:tagLst>
</file>

<file path=ppt/tags/tag324.xml><?xml version="1.0" encoding="utf-8"?>
<p:tagLst xmlns:a="http://schemas.openxmlformats.org/drawingml/2006/main" xmlns:r="http://schemas.openxmlformats.org/officeDocument/2006/relationships" xmlns:p="http://schemas.openxmlformats.org/presentationml/2006/main">
  <p:tag name="PPSPLIT_ID" val=" 7"/>
</p:tagLst>
</file>

<file path=ppt/tags/tag325.xml><?xml version="1.0" encoding="utf-8"?>
<p:tagLst xmlns:a="http://schemas.openxmlformats.org/drawingml/2006/main" xmlns:r="http://schemas.openxmlformats.org/officeDocument/2006/relationships" xmlns:p="http://schemas.openxmlformats.org/presentationml/2006/main">
  <p:tag name="PPSPLIT_ID" val=" 20"/>
</p:tagLst>
</file>

<file path=ppt/tags/tag326.xml><?xml version="1.0" encoding="utf-8"?>
<p:tagLst xmlns:a="http://schemas.openxmlformats.org/drawingml/2006/main" xmlns:r="http://schemas.openxmlformats.org/officeDocument/2006/relationships" xmlns:p="http://schemas.openxmlformats.org/presentationml/2006/main">
  <p:tag name="PPSPLIT_ID" val=" 25"/>
</p:tagLst>
</file>

<file path=ppt/tags/tag327.xml><?xml version="1.0" encoding="utf-8"?>
<p:tagLst xmlns:a="http://schemas.openxmlformats.org/drawingml/2006/main" xmlns:r="http://schemas.openxmlformats.org/officeDocument/2006/relationships" xmlns:p="http://schemas.openxmlformats.org/presentationml/2006/main">
  <p:tag name="PPSPLIT_ID" val=" 15"/>
</p:tagLst>
</file>

<file path=ppt/tags/tag328.xml><?xml version="1.0" encoding="utf-8"?>
<p:tagLst xmlns:a="http://schemas.openxmlformats.org/drawingml/2006/main" xmlns:r="http://schemas.openxmlformats.org/officeDocument/2006/relationships" xmlns:p="http://schemas.openxmlformats.org/presentationml/2006/main">
  <p:tag name="PPSPLIT_ID" val=" 22"/>
</p:tagLst>
</file>

<file path=ppt/tags/tag329.xml><?xml version="1.0" encoding="utf-8"?>
<p:tagLst xmlns:a="http://schemas.openxmlformats.org/drawingml/2006/main" xmlns:r="http://schemas.openxmlformats.org/officeDocument/2006/relationships" xmlns:p="http://schemas.openxmlformats.org/presentationml/2006/main">
  <p:tag name="PPSPLIT_ID" val=" 24"/>
</p:tagLst>
</file>

<file path=ppt/tags/tag330.xml><?xml version="1.0" encoding="utf-8"?>
<p:tagLst xmlns:a="http://schemas.openxmlformats.org/drawingml/2006/main" xmlns:r="http://schemas.openxmlformats.org/officeDocument/2006/relationships" xmlns:p="http://schemas.openxmlformats.org/presentationml/2006/main">
  <p:tag name="PPSPLIT_ID" val=" 9"/>
</p:tagLst>
</file>

<file path=ppt/tags/tag331.xml><?xml version="1.0" encoding="utf-8"?>
<p:tagLst xmlns:a="http://schemas.openxmlformats.org/drawingml/2006/main" xmlns:r="http://schemas.openxmlformats.org/officeDocument/2006/relationships" xmlns:p="http://schemas.openxmlformats.org/presentationml/2006/main">
  <p:tag name="PPSPLIT_ID" val=" 5"/>
</p:tagLst>
</file>

<file path=ppt/tags/tag332.xml><?xml version="1.0" encoding="utf-8"?>
<p:tagLst xmlns:a="http://schemas.openxmlformats.org/drawingml/2006/main" xmlns:r="http://schemas.openxmlformats.org/officeDocument/2006/relationships" xmlns:p="http://schemas.openxmlformats.org/presentationml/2006/main">
  <p:tag name="TIMING" val="|17.4|8.2|0.6|14.1|34.8|18.8"/>
  <p:tag name="PPSPLIT_SPLIT" val="1"/>
  <p:tag name="PPSPLIT_ORIGINALSLIDENUMBER" val="6"/>
  <p:tag name="PPSPLIT_DONE" val="1"/>
</p:tagLst>
</file>

<file path=ppt/tags/tag333.xml><?xml version="1.0" encoding="utf-8"?>
<p:tagLst xmlns:a="http://schemas.openxmlformats.org/drawingml/2006/main" xmlns:r="http://schemas.openxmlformats.org/officeDocument/2006/relationships" xmlns:p="http://schemas.openxmlformats.org/presentationml/2006/main">
  <p:tag name="PPSPLIT_ID" val=" 6"/>
</p:tagLst>
</file>

<file path=ppt/tags/tag334.xml><?xml version="1.0" encoding="utf-8"?>
<p:tagLst xmlns:a="http://schemas.openxmlformats.org/drawingml/2006/main" xmlns:r="http://schemas.openxmlformats.org/officeDocument/2006/relationships" xmlns:p="http://schemas.openxmlformats.org/presentationml/2006/main">
  <p:tag name="PPSPLIT_ID" val=" 39"/>
</p:tagLst>
</file>

<file path=ppt/tags/tag335.xml><?xml version="1.0" encoding="utf-8"?>
<p:tagLst xmlns:a="http://schemas.openxmlformats.org/drawingml/2006/main" xmlns:r="http://schemas.openxmlformats.org/officeDocument/2006/relationships" xmlns:p="http://schemas.openxmlformats.org/presentationml/2006/main">
  <p:tag name="PPSPLIT_ID" val=" 41"/>
</p:tagLst>
</file>

<file path=ppt/tags/tag336.xml><?xml version="1.0" encoding="utf-8"?>
<p:tagLst xmlns:a="http://schemas.openxmlformats.org/drawingml/2006/main" xmlns:r="http://schemas.openxmlformats.org/officeDocument/2006/relationships" xmlns:p="http://schemas.openxmlformats.org/presentationml/2006/main">
  <p:tag name="PPSPLIT_ID" val=" 43"/>
</p:tagLst>
</file>

<file path=ppt/tags/tag337.xml><?xml version="1.0" encoding="utf-8"?>
<p:tagLst xmlns:a="http://schemas.openxmlformats.org/drawingml/2006/main" xmlns:r="http://schemas.openxmlformats.org/officeDocument/2006/relationships" xmlns:p="http://schemas.openxmlformats.org/presentationml/2006/main">
  <p:tag name="PPSPLIT_ID" val=" 37"/>
</p:tagLst>
</file>

<file path=ppt/tags/tag338.xml><?xml version="1.0" encoding="utf-8"?>
<p:tagLst xmlns:a="http://schemas.openxmlformats.org/drawingml/2006/main" xmlns:r="http://schemas.openxmlformats.org/officeDocument/2006/relationships" xmlns:p="http://schemas.openxmlformats.org/presentationml/2006/main">
  <p:tag name="PPSPLIT_ID" val=" 2"/>
</p:tagLst>
</file>

<file path=ppt/tags/tag339.xml><?xml version="1.0" encoding="utf-8"?>
<p:tagLst xmlns:a="http://schemas.openxmlformats.org/drawingml/2006/main" xmlns:r="http://schemas.openxmlformats.org/officeDocument/2006/relationships" xmlns:p="http://schemas.openxmlformats.org/presentationml/2006/main">
  <p:tag name="PPSPLIT_ID" val=" 14"/>
</p:tagLst>
</file>

<file path=ppt/tags/tag340.xml><?xml version="1.0" encoding="utf-8"?>
<p:tagLst xmlns:a="http://schemas.openxmlformats.org/drawingml/2006/main" xmlns:r="http://schemas.openxmlformats.org/officeDocument/2006/relationships" xmlns:p="http://schemas.openxmlformats.org/presentationml/2006/main">
  <p:tag name="PPSPLIT_ID" val=" 16"/>
</p:tagLst>
</file>

<file path=ppt/tags/tag341.xml><?xml version="1.0" encoding="utf-8"?>
<p:tagLst xmlns:a="http://schemas.openxmlformats.org/drawingml/2006/main" xmlns:r="http://schemas.openxmlformats.org/officeDocument/2006/relationships" xmlns:p="http://schemas.openxmlformats.org/presentationml/2006/main">
  <p:tag name="PPSPLIT_ID" val=" 18"/>
</p:tagLst>
</file>

<file path=ppt/tags/tag342.xml><?xml version="1.0" encoding="utf-8"?>
<p:tagLst xmlns:a="http://schemas.openxmlformats.org/drawingml/2006/main" xmlns:r="http://schemas.openxmlformats.org/officeDocument/2006/relationships" xmlns:p="http://schemas.openxmlformats.org/presentationml/2006/main">
  <p:tag name="PPSPLIT_ID" val=" 19"/>
</p:tagLst>
</file>

<file path=ppt/tags/tag343.xml><?xml version="1.0" encoding="utf-8"?>
<p:tagLst xmlns:a="http://schemas.openxmlformats.org/drawingml/2006/main" xmlns:r="http://schemas.openxmlformats.org/officeDocument/2006/relationships" xmlns:p="http://schemas.openxmlformats.org/presentationml/2006/main">
  <p:tag name="PPSPLIT_ID" val=" 29"/>
</p:tagLst>
</file>

<file path=ppt/tags/tag344.xml><?xml version="1.0" encoding="utf-8"?>
<p:tagLst xmlns:a="http://schemas.openxmlformats.org/drawingml/2006/main" xmlns:r="http://schemas.openxmlformats.org/officeDocument/2006/relationships" xmlns:p="http://schemas.openxmlformats.org/presentationml/2006/main">
  <p:tag name="PPSPLIT_ID" val=" 30"/>
</p:tagLst>
</file>

<file path=ppt/tags/tag345.xml><?xml version="1.0" encoding="utf-8"?>
<p:tagLst xmlns:a="http://schemas.openxmlformats.org/drawingml/2006/main" xmlns:r="http://schemas.openxmlformats.org/officeDocument/2006/relationships" xmlns:p="http://schemas.openxmlformats.org/presentationml/2006/main">
  <p:tag name="PPSPLIT_ID" val=" 7"/>
</p:tagLst>
</file>

<file path=ppt/tags/tag346.xml><?xml version="1.0" encoding="utf-8"?>
<p:tagLst xmlns:a="http://schemas.openxmlformats.org/drawingml/2006/main" xmlns:r="http://schemas.openxmlformats.org/officeDocument/2006/relationships" xmlns:p="http://schemas.openxmlformats.org/presentationml/2006/main">
  <p:tag name="PPSPLIT_ID" val=" 20"/>
</p:tagLst>
</file>

<file path=ppt/tags/tag347.xml><?xml version="1.0" encoding="utf-8"?>
<p:tagLst xmlns:a="http://schemas.openxmlformats.org/drawingml/2006/main" xmlns:r="http://schemas.openxmlformats.org/officeDocument/2006/relationships" xmlns:p="http://schemas.openxmlformats.org/presentationml/2006/main">
  <p:tag name="PPSPLIT_ID" val=" 25"/>
</p:tagLst>
</file>

<file path=ppt/tags/tag348.xml><?xml version="1.0" encoding="utf-8"?>
<p:tagLst xmlns:a="http://schemas.openxmlformats.org/drawingml/2006/main" xmlns:r="http://schemas.openxmlformats.org/officeDocument/2006/relationships" xmlns:p="http://schemas.openxmlformats.org/presentationml/2006/main">
  <p:tag name="PPSPLIT_ID" val=" 17"/>
</p:tagLst>
</file>

<file path=ppt/tags/tag349.xml><?xml version="1.0" encoding="utf-8"?>
<p:tagLst xmlns:a="http://schemas.openxmlformats.org/drawingml/2006/main" xmlns:r="http://schemas.openxmlformats.org/officeDocument/2006/relationships" xmlns:p="http://schemas.openxmlformats.org/presentationml/2006/main">
  <p:tag name="PPSPLIT_ID" val=" 15"/>
</p:tagLst>
</file>

<file path=ppt/tags/tag350.xml><?xml version="1.0" encoding="utf-8"?>
<p:tagLst xmlns:a="http://schemas.openxmlformats.org/drawingml/2006/main" xmlns:r="http://schemas.openxmlformats.org/officeDocument/2006/relationships" xmlns:p="http://schemas.openxmlformats.org/presentationml/2006/main">
  <p:tag name="PPSPLIT_ID" val=" 22"/>
</p:tagLst>
</file>

<file path=ppt/tags/tag351.xml><?xml version="1.0" encoding="utf-8"?>
<p:tagLst xmlns:a="http://schemas.openxmlformats.org/drawingml/2006/main" xmlns:r="http://schemas.openxmlformats.org/officeDocument/2006/relationships" xmlns:p="http://schemas.openxmlformats.org/presentationml/2006/main">
  <p:tag name="PPSPLIT_ID" val=" 24"/>
</p:tagLst>
</file>

<file path=ppt/tags/tag352.xml><?xml version="1.0" encoding="utf-8"?>
<p:tagLst xmlns:a="http://schemas.openxmlformats.org/drawingml/2006/main" xmlns:r="http://schemas.openxmlformats.org/officeDocument/2006/relationships" xmlns:p="http://schemas.openxmlformats.org/presentationml/2006/main">
  <p:tag name="PPSPLIT_ID" val=" 9"/>
</p:tagLst>
</file>

<file path=ppt/tags/tag353.xml><?xml version="1.0" encoding="utf-8"?>
<p:tagLst xmlns:a="http://schemas.openxmlformats.org/drawingml/2006/main" xmlns:r="http://schemas.openxmlformats.org/officeDocument/2006/relationships" xmlns:p="http://schemas.openxmlformats.org/presentationml/2006/main">
  <p:tag name="PPSPLIT_ID" val=" 5"/>
</p:tagLst>
</file>

<file path=ppt/tags/tag354.xml><?xml version="1.0" encoding="utf-8"?>
<p:tagLst xmlns:a="http://schemas.openxmlformats.org/drawingml/2006/main" xmlns:r="http://schemas.openxmlformats.org/officeDocument/2006/relationships" xmlns:p="http://schemas.openxmlformats.org/presentationml/2006/main">
  <p:tag name="TIMING" val="|17.4|8.2|0.6|14.1|34.8|18.8"/>
  <p:tag name="PPSPLIT_SPLIT" val="1"/>
  <p:tag name="PPSPLIT_ORIGINALSLIDENUMBER" val="6"/>
  <p:tag name="PPSPLIT_DONE" val="1"/>
</p:tagLst>
</file>

<file path=ppt/tags/tag355.xml><?xml version="1.0" encoding="utf-8"?>
<p:tagLst xmlns:a="http://schemas.openxmlformats.org/drawingml/2006/main" xmlns:r="http://schemas.openxmlformats.org/officeDocument/2006/relationships" xmlns:p="http://schemas.openxmlformats.org/presentationml/2006/main">
  <p:tag name="PPSPLIT_ID" val=" 6"/>
</p:tagLst>
</file>

<file path=ppt/tags/tag356.xml><?xml version="1.0" encoding="utf-8"?>
<p:tagLst xmlns:a="http://schemas.openxmlformats.org/drawingml/2006/main" xmlns:r="http://schemas.openxmlformats.org/officeDocument/2006/relationships" xmlns:p="http://schemas.openxmlformats.org/presentationml/2006/main">
  <p:tag name="PPSPLIT_ID" val=" 39"/>
</p:tagLst>
</file>

<file path=ppt/tags/tag357.xml><?xml version="1.0" encoding="utf-8"?>
<p:tagLst xmlns:a="http://schemas.openxmlformats.org/drawingml/2006/main" xmlns:r="http://schemas.openxmlformats.org/officeDocument/2006/relationships" xmlns:p="http://schemas.openxmlformats.org/presentationml/2006/main">
  <p:tag name="PPSPLIT_ID" val=" 41"/>
</p:tagLst>
</file>

<file path=ppt/tags/tag358.xml><?xml version="1.0" encoding="utf-8"?>
<p:tagLst xmlns:a="http://schemas.openxmlformats.org/drawingml/2006/main" xmlns:r="http://schemas.openxmlformats.org/officeDocument/2006/relationships" xmlns:p="http://schemas.openxmlformats.org/presentationml/2006/main">
  <p:tag name="PPSPLIT_ID" val=" 43"/>
</p:tagLst>
</file>

<file path=ppt/tags/tag359.xml><?xml version="1.0" encoding="utf-8"?>
<p:tagLst xmlns:a="http://schemas.openxmlformats.org/drawingml/2006/main" xmlns:r="http://schemas.openxmlformats.org/officeDocument/2006/relationships" xmlns:p="http://schemas.openxmlformats.org/presentationml/2006/main">
  <p:tag name="PPSPLIT_ID" val=" 37"/>
</p:tagLst>
</file>

<file path=ppt/tags/tag360.xml><?xml version="1.0" encoding="utf-8"?>
<p:tagLst xmlns:a="http://schemas.openxmlformats.org/drawingml/2006/main" xmlns:r="http://schemas.openxmlformats.org/officeDocument/2006/relationships" xmlns:p="http://schemas.openxmlformats.org/presentationml/2006/main">
  <p:tag name="PPSPLIT_ID" val=" 2"/>
</p:tagLst>
</file>

<file path=ppt/tags/tag361.xml><?xml version="1.0" encoding="utf-8"?>
<p:tagLst xmlns:a="http://schemas.openxmlformats.org/drawingml/2006/main" xmlns:r="http://schemas.openxmlformats.org/officeDocument/2006/relationships" xmlns:p="http://schemas.openxmlformats.org/presentationml/2006/main">
  <p:tag name="PPSPLIT_ID" val=" 14"/>
</p:tagLst>
</file>

<file path=ppt/tags/tag362.xml><?xml version="1.0" encoding="utf-8"?>
<p:tagLst xmlns:a="http://schemas.openxmlformats.org/drawingml/2006/main" xmlns:r="http://schemas.openxmlformats.org/officeDocument/2006/relationships" xmlns:p="http://schemas.openxmlformats.org/presentationml/2006/main">
  <p:tag name="PPSPLIT_ID" val=" 16"/>
</p:tagLst>
</file>

<file path=ppt/tags/tag363.xml><?xml version="1.0" encoding="utf-8"?>
<p:tagLst xmlns:a="http://schemas.openxmlformats.org/drawingml/2006/main" xmlns:r="http://schemas.openxmlformats.org/officeDocument/2006/relationships" xmlns:p="http://schemas.openxmlformats.org/presentationml/2006/main">
  <p:tag name="PPSPLIT_ID" val=" 18"/>
</p:tagLst>
</file>

<file path=ppt/tags/tag364.xml><?xml version="1.0" encoding="utf-8"?>
<p:tagLst xmlns:a="http://schemas.openxmlformats.org/drawingml/2006/main" xmlns:r="http://schemas.openxmlformats.org/officeDocument/2006/relationships" xmlns:p="http://schemas.openxmlformats.org/presentationml/2006/main">
  <p:tag name="PPSPLIT_ID" val=" 19"/>
</p:tagLst>
</file>

<file path=ppt/tags/tag365.xml><?xml version="1.0" encoding="utf-8"?>
<p:tagLst xmlns:a="http://schemas.openxmlformats.org/drawingml/2006/main" xmlns:r="http://schemas.openxmlformats.org/officeDocument/2006/relationships" xmlns:p="http://schemas.openxmlformats.org/presentationml/2006/main">
  <p:tag name="PPSPLIT_ID" val=" 21"/>
</p:tagLst>
</file>

<file path=ppt/tags/tag366.xml><?xml version="1.0" encoding="utf-8"?>
<p:tagLst xmlns:a="http://schemas.openxmlformats.org/drawingml/2006/main" xmlns:r="http://schemas.openxmlformats.org/officeDocument/2006/relationships" xmlns:p="http://schemas.openxmlformats.org/presentationml/2006/main">
  <p:tag name="PPSPLIT_ID" val=" 29"/>
</p:tagLst>
</file>

<file path=ppt/tags/tag367.xml><?xml version="1.0" encoding="utf-8"?>
<p:tagLst xmlns:a="http://schemas.openxmlformats.org/drawingml/2006/main" xmlns:r="http://schemas.openxmlformats.org/officeDocument/2006/relationships" xmlns:p="http://schemas.openxmlformats.org/presentationml/2006/main">
  <p:tag name="PPSPLIT_ID" val=" 30"/>
</p:tagLst>
</file>

<file path=ppt/tags/tag368.xml><?xml version="1.0" encoding="utf-8"?>
<p:tagLst xmlns:a="http://schemas.openxmlformats.org/drawingml/2006/main" xmlns:r="http://schemas.openxmlformats.org/officeDocument/2006/relationships" xmlns:p="http://schemas.openxmlformats.org/presentationml/2006/main">
  <p:tag name="PPSPLIT_ID" val=" 7"/>
</p:tagLst>
</file>

<file path=ppt/tags/tag369.xml><?xml version="1.0" encoding="utf-8"?>
<p:tagLst xmlns:a="http://schemas.openxmlformats.org/drawingml/2006/main" xmlns:r="http://schemas.openxmlformats.org/officeDocument/2006/relationships" xmlns:p="http://schemas.openxmlformats.org/presentationml/2006/main">
  <p:tag name="PPSPLIT_ID" val=" 20"/>
</p:tagLst>
</file>

<file path=ppt/tags/tag370.xml><?xml version="1.0" encoding="utf-8"?>
<p:tagLst xmlns:a="http://schemas.openxmlformats.org/drawingml/2006/main" xmlns:r="http://schemas.openxmlformats.org/officeDocument/2006/relationships" xmlns:p="http://schemas.openxmlformats.org/presentationml/2006/main">
  <p:tag name="PPSPLIT_ID" val=" 25"/>
</p:tagLst>
</file>

<file path=ppt/tags/tag371.xml><?xml version="1.0" encoding="utf-8"?>
<p:tagLst xmlns:a="http://schemas.openxmlformats.org/drawingml/2006/main" xmlns:r="http://schemas.openxmlformats.org/officeDocument/2006/relationships" xmlns:p="http://schemas.openxmlformats.org/presentationml/2006/main">
  <p:tag name="PPSPLIT_ID" val=" 17"/>
</p:tagLst>
</file>

<file path=ppt/tags/tag372.xml><?xml version="1.0" encoding="utf-8"?>
<p:tagLst xmlns:a="http://schemas.openxmlformats.org/drawingml/2006/main" xmlns:r="http://schemas.openxmlformats.org/officeDocument/2006/relationships" xmlns:p="http://schemas.openxmlformats.org/presentationml/2006/main">
  <p:tag name="PPSPLIT_ID" val=" 15"/>
</p:tagLst>
</file>

<file path=ppt/tags/tag373.xml><?xml version="1.0" encoding="utf-8"?>
<p:tagLst xmlns:a="http://schemas.openxmlformats.org/drawingml/2006/main" xmlns:r="http://schemas.openxmlformats.org/officeDocument/2006/relationships" xmlns:p="http://schemas.openxmlformats.org/presentationml/2006/main">
  <p:tag name="PPSPLIT_ID" val=" 22"/>
</p:tagLst>
</file>

<file path=ppt/tags/tag374.xml><?xml version="1.0" encoding="utf-8"?>
<p:tagLst xmlns:a="http://schemas.openxmlformats.org/drawingml/2006/main" xmlns:r="http://schemas.openxmlformats.org/officeDocument/2006/relationships" xmlns:p="http://schemas.openxmlformats.org/presentationml/2006/main">
  <p:tag name="PPSPLIT_ID" val=" 24"/>
</p:tagLst>
</file>

<file path=ppt/tags/tag375.xml><?xml version="1.0" encoding="utf-8"?>
<p:tagLst xmlns:a="http://schemas.openxmlformats.org/drawingml/2006/main" xmlns:r="http://schemas.openxmlformats.org/officeDocument/2006/relationships" xmlns:p="http://schemas.openxmlformats.org/presentationml/2006/main">
  <p:tag name="PPSPLIT_ID" val=" 9"/>
</p:tagLst>
</file>

<file path=ppt/tags/tag376.xml><?xml version="1.0" encoding="utf-8"?>
<p:tagLst xmlns:a="http://schemas.openxmlformats.org/drawingml/2006/main" xmlns:r="http://schemas.openxmlformats.org/officeDocument/2006/relationships" xmlns:p="http://schemas.openxmlformats.org/presentationml/2006/main">
  <p:tag name="PPSPLIT_ID" val=" 5"/>
</p:tagLst>
</file>

<file path=ppt/tags/tag377.xml><?xml version="1.0" encoding="utf-8"?>
<p:tagLst xmlns:a="http://schemas.openxmlformats.org/drawingml/2006/main" xmlns:r="http://schemas.openxmlformats.org/officeDocument/2006/relationships" xmlns:p="http://schemas.openxmlformats.org/presentationml/2006/main">
  <p:tag name="TIMING" val="|17.4|8.2|0.6|14.1|34.8|18.8"/>
  <p:tag name="PPSPLIT_SPLIT" val="1"/>
  <p:tag name="PPSPLIT_ORIGINALSLIDENUMBER" val="6"/>
</p:tagLst>
</file>

<file path=ppt/tags/tag378.xml><?xml version="1.0" encoding="utf-8"?>
<p:tagLst xmlns:a="http://schemas.openxmlformats.org/drawingml/2006/main" xmlns:r="http://schemas.openxmlformats.org/officeDocument/2006/relationships" xmlns:p="http://schemas.openxmlformats.org/presentationml/2006/main">
  <p:tag name="PPSPLIT_ID" val=" 6"/>
</p:tagLst>
</file>

<file path=ppt/tags/tag379.xml><?xml version="1.0" encoding="utf-8"?>
<p:tagLst xmlns:a="http://schemas.openxmlformats.org/drawingml/2006/main" xmlns:r="http://schemas.openxmlformats.org/officeDocument/2006/relationships" xmlns:p="http://schemas.openxmlformats.org/presentationml/2006/main">
  <p:tag name="PPSPLIT_ID" val=" 39"/>
</p:tagLst>
</file>

<file path=ppt/tags/tag380.xml><?xml version="1.0" encoding="utf-8"?>
<p:tagLst xmlns:a="http://schemas.openxmlformats.org/drawingml/2006/main" xmlns:r="http://schemas.openxmlformats.org/officeDocument/2006/relationships" xmlns:p="http://schemas.openxmlformats.org/presentationml/2006/main">
  <p:tag name="PPSPLIT_ID" val=" 41"/>
</p:tagLst>
</file>

<file path=ppt/tags/tag381.xml><?xml version="1.0" encoding="utf-8"?>
<p:tagLst xmlns:a="http://schemas.openxmlformats.org/drawingml/2006/main" xmlns:r="http://schemas.openxmlformats.org/officeDocument/2006/relationships" xmlns:p="http://schemas.openxmlformats.org/presentationml/2006/main">
  <p:tag name="PPSPLIT_ID" val=" 43"/>
</p:tagLst>
</file>

<file path=ppt/tags/tag382.xml><?xml version="1.0" encoding="utf-8"?>
<p:tagLst xmlns:a="http://schemas.openxmlformats.org/drawingml/2006/main" xmlns:r="http://schemas.openxmlformats.org/officeDocument/2006/relationships" xmlns:p="http://schemas.openxmlformats.org/presentationml/2006/main">
  <p:tag name="PPSPLIT_ID" val=" 37"/>
</p:tagLst>
</file>

<file path=ppt/tags/tag383.xml><?xml version="1.0" encoding="utf-8"?>
<p:tagLst xmlns:a="http://schemas.openxmlformats.org/drawingml/2006/main" xmlns:r="http://schemas.openxmlformats.org/officeDocument/2006/relationships" xmlns:p="http://schemas.openxmlformats.org/presentationml/2006/main">
  <p:tag name="PPSPLIT_ID" val=" 2"/>
</p:tagLst>
</file>

<file path=ppt/tags/tag384.xml><?xml version="1.0" encoding="utf-8"?>
<p:tagLst xmlns:a="http://schemas.openxmlformats.org/drawingml/2006/main" xmlns:r="http://schemas.openxmlformats.org/officeDocument/2006/relationships" xmlns:p="http://schemas.openxmlformats.org/presentationml/2006/main">
  <p:tag name="PPSPLIT_ID" val=" 14"/>
</p:tagLst>
</file>

<file path=ppt/tags/tag385.xml><?xml version="1.0" encoding="utf-8"?>
<p:tagLst xmlns:a="http://schemas.openxmlformats.org/drawingml/2006/main" xmlns:r="http://schemas.openxmlformats.org/officeDocument/2006/relationships" xmlns:p="http://schemas.openxmlformats.org/presentationml/2006/main">
  <p:tag name="PPSPLIT_ID" val=" 16"/>
</p:tagLst>
</file>

<file path=ppt/tags/tag386.xml><?xml version="1.0" encoding="utf-8"?>
<p:tagLst xmlns:a="http://schemas.openxmlformats.org/drawingml/2006/main" xmlns:r="http://schemas.openxmlformats.org/officeDocument/2006/relationships" xmlns:p="http://schemas.openxmlformats.org/presentationml/2006/main">
  <p:tag name="PPSPLIT_ID" val=" 18"/>
</p:tagLst>
</file>

<file path=ppt/tags/tag387.xml><?xml version="1.0" encoding="utf-8"?>
<p:tagLst xmlns:a="http://schemas.openxmlformats.org/drawingml/2006/main" xmlns:r="http://schemas.openxmlformats.org/officeDocument/2006/relationships" xmlns:p="http://schemas.openxmlformats.org/presentationml/2006/main">
  <p:tag name="PPSPLIT_ID" val=" 19"/>
</p:tagLst>
</file>

<file path=ppt/tags/tag388.xml><?xml version="1.0" encoding="utf-8"?>
<p:tagLst xmlns:a="http://schemas.openxmlformats.org/drawingml/2006/main" xmlns:r="http://schemas.openxmlformats.org/officeDocument/2006/relationships" xmlns:p="http://schemas.openxmlformats.org/presentationml/2006/main">
  <p:tag name="PPSPLIT_ID" val=" 21"/>
</p:tagLst>
</file>

<file path=ppt/tags/tag389.xml><?xml version="1.0" encoding="utf-8"?>
<p:tagLst xmlns:a="http://schemas.openxmlformats.org/drawingml/2006/main" xmlns:r="http://schemas.openxmlformats.org/officeDocument/2006/relationships" xmlns:p="http://schemas.openxmlformats.org/presentationml/2006/main">
  <p:tag name="PPSPLIT_ID" val=" 28"/>
</p:tagLst>
</file>

<file path=ppt/tags/tag390.xml><?xml version="1.0" encoding="utf-8"?>
<p:tagLst xmlns:a="http://schemas.openxmlformats.org/drawingml/2006/main" xmlns:r="http://schemas.openxmlformats.org/officeDocument/2006/relationships" xmlns:p="http://schemas.openxmlformats.org/presentationml/2006/main">
  <p:tag name="PPSPLIT_ID" val=" 29"/>
</p:tagLst>
</file>

<file path=ppt/tags/tag391.xml><?xml version="1.0" encoding="utf-8"?>
<p:tagLst xmlns:a="http://schemas.openxmlformats.org/drawingml/2006/main" xmlns:r="http://schemas.openxmlformats.org/officeDocument/2006/relationships" xmlns:p="http://schemas.openxmlformats.org/presentationml/2006/main">
  <p:tag name="PPSPLIT_ID" val=" 30"/>
</p:tagLst>
</file>

<file path=ppt/tags/tag392.xml><?xml version="1.0" encoding="utf-8"?>
<p:tagLst xmlns:a="http://schemas.openxmlformats.org/drawingml/2006/main" xmlns:r="http://schemas.openxmlformats.org/officeDocument/2006/relationships" xmlns:p="http://schemas.openxmlformats.org/presentationml/2006/main">
  <p:tag name="PPSPLIT_ID" val=" 7"/>
</p:tagLst>
</file>

<file path=ppt/tags/tag393.xml><?xml version="1.0" encoding="utf-8"?>
<p:tagLst xmlns:a="http://schemas.openxmlformats.org/drawingml/2006/main" xmlns:r="http://schemas.openxmlformats.org/officeDocument/2006/relationships" xmlns:p="http://schemas.openxmlformats.org/presentationml/2006/main">
  <p:tag name="PPSPLIT_ID" val=" 4"/>
</p:tagLst>
</file>

<file path=ppt/tags/tag394.xml><?xml version="1.0" encoding="utf-8"?>
<p:tagLst xmlns:a="http://schemas.openxmlformats.org/drawingml/2006/main" xmlns:r="http://schemas.openxmlformats.org/officeDocument/2006/relationships" xmlns:p="http://schemas.openxmlformats.org/presentationml/2006/main">
  <p:tag name="PPSPLIT_ID" val=" 13"/>
</p:tagLst>
</file>

<file path=ppt/tags/tag395.xml><?xml version="1.0" encoding="utf-8"?>
<p:tagLst xmlns:a="http://schemas.openxmlformats.org/drawingml/2006/main" xmlns:r="http://schemas.openxmlformats.org/officeDocument/2006/relationships" xmlns:p="http://schemas.openxmlformats.org/presentationml/2006/main">
  <p:tag name="PPSPLIT_ID" val=" 32"/>
</p:tagLst>
</file>

<file path=ppt/tags/tag396.xml><?xml version="1.0" encoding="utf-8"?>
<p:tagLst xmlns:a="http://schemas.openxmlformats.org/drawingml/2006/main" xmlns:r="http://schemas.openxmlformats.org/officeDocument/2006/relationships" xmlns:p="http://schemas.openxmlformats.org/presentationml/2006/main">
  <p:tag name="PPSPLIT_ID" val=" 33"/>
</p:tagLst>
</file>

<file path=ppt/tags/tag397.xml><?xml version="1.0" encoding="utf-8"?>
<p:tagLst xmlns:a="http://schemas.openxmlformats.org/drawingml/2006/main" xmlns:r="http://schemas.openxmlformats.org/officeDocument/2006/relationships" xmlns:p="http://schemas.openxmlformats.org/presentationml/2006/main">
  <p:tag name="PPSPLIT_ID" val=" 20"/>
</p:tagLst>
</file>

<file path=ppt/tags/tag398.xml><?xml version="1.0" encoding="utf-8"?>
<p:tagLst xmlns:a="http://schemas.openxmlformats.org/drawingml/2006/main" xmlns:r="http://schemas.openxmlformats.org/officeDocument/2006/relationships" xmlns:p="http://schemas.openxmlformats.org/presentationml/2006/main">
  <p:tag name="PPSPLIT_ID" val=" 25"/>
</p:tagLst>
</file>

<file path=ppt/tags/tag399.xml><?xml version="1.0" encoding="utf-8"?>
<p:tagLst xmlns:a="http://schemas.openxmlformats.org/drawingml/2006/main" xmlns:r="http://schemas.openxmlformats.org/officeDocument/2006/relationships" xmlns:p="http://schemas.openxmlformats.org/presentationml/2006/main">
  <p:tag name="PPSPLIT_ID" val=" 17"/>
</p:tagLst>
</file>

<file path=ppt/tags/tag400.xml><?xml version="1.0" encoding="utf-8"?>
<p:tagLst xmlns:a="http://schemas.openxmlformats.org/drawingml/2006/main" xmlns:r="http://schemas.openxmlformats.org/officeDocument/2006/relationships" xmlns:p="http://schemas.openxmlformats.org/presentationml/2006/main">
  <p:tag name="PPSPLIT_ID" val=" 15"/>
</p:tagLst>
</file>

<file path=ppt/tags/tag401.xml><?xml version="1.0" encoding="utf-8"?>
<p:tagLst xmlns:a="http://schemas.openxmlformats.org/drawingml/2006/main" xmlns:r="http://schemas.openxmlformats.org/officeDocument/2006/relationships" xmlns:p="http://schemas.openxmlformats.org/presentationml/2006/main">
  <p:tag name="PPSPLIT_ID" val=" 22"/>
</p:tagLst>
</file>

<file path=ppt/tags/tag402.xml><?xml version="1.0" encoding="utf-8"?>
<p:tagLst xmlns:a="http://schemas.openxmlformats.org/drawingml/2006/main" xmlns:r="http://schemas.openxmlformats.org/officeDocument/2006/relationships" xmlns:p="http://schemas.openxmlformats.org/presentationml/2006/main">
  <p:tag name="PPSPLIT_ID" val=" 24"/>
</p:tagLst>
</file>

<file path=ppt/tags/tag403.xml><?xml version="1.0" encoding="utf-8"?>
<p:tagLst xmlns:a="http://schemas.openxmlformats.org/drawingml/2006/main" xmlns:r="http://schemas.openxmlformats.org/officeDocument/2006/relationships" xmlns:p="http://schemas.openxmlformats.org/presentationml/2006/main">
  <p:tag name="PPSPLIT_ID" val=" 9"/>
</p:tagLst>
</file>

<file path=ppt/tags/tag404.xml><?xml version="1.0" encoding="utf-8"?>
<p:tagLst xmlns:a="http://schemas.openxmlformats.org/drawingml/2006/main" xmlns:r="http://schemas.openxmlformats.org/officeDocument/2006/relationships" xmlns:p="http://schemas.openxmlformats.org/presentationml/2006/main">
  <p:tag name="PPSPLIT_ID" val=" 5"/>
</p:tagLst>
</file>

<file path=ppt/tags/tag405.xml><?xml version="1.0" encoding="utf-8"?>
<p:tagLst xmlns:a="http://schemas.openxmlformats.org/drawingml/2006/main" xmlns:r="http://schemas.openxmlformats.org/officeDocument/2006/relationships" xmlns:p="http://schemas.openxmlformats.org/presentationml/2006/main">
  <p:tag name="TIMING" val="|26.3|39.7"/>
  <p:tag name="PPSPLIT_SPLIT" val="1"/>
  <p:tag name="PPSPLIT_ORIGINALSLIDENUMBER" val="7"/>
  <p:tag name="PPSPLIT_DONE" val="1"/>
</p:tagLst>
</file>

<file path=ppt/tags/tag406.xml><?xml version="1.0" encoding="utf-8"?>
<p:tagLst xmlns:a="http://schemas.openxmlformats.org/drawingml/2006/main" xmlns:r="http://schemas.openxmlformats.org/officeDocument/2006/relationships" xmlns:p="http://schemas.openxmlformats.org/presentationml/2006/main">
  <p:tag name="PPSPLIT_ID" val=" 4"/>
</p:tagLst>
</file>

<file path=ppt/tags/tag407.xml><?xml version="1.0" encoding="utf-8"?>
<p:tagLst xmlns:a="http://schemas.openxmlformats.org/drawingml/2006/main" xmlns:r="http://schemas.openxmlformats.org/officeDocument/2006/relationships" xmlns:p="http://schemas.openxmlformats.org/presentationml/2006/main">
  <p:tag name="PPSPLIT_ID" val=" 3"/>
</p:tagLst>
</file>

<file path=ppt/tags/tag408.xml><?xml version="1.0" encoding="utf-8"?>
<p:tagLst xmlns:a="http://schemas.openxmlformats.org/drawingml/2006/main" xmlns:r="http://schemas.openxmlformats.org/officeDocument/2006/relationships" xmlns:p="http://schemas.openxmlformats.org/presentationml/2006/main">
  <p:tag name="PPSPLIT_ID" val=" 9"/>
</p:tagLst>
</file>

<file path=ppt/tags/tag409.xml><?xml version="1.0" encoding="utf-8"?>
<p:tagLst xmlns:a="http://schemas.openxmlformats.org/drawingml/2006/main" xmlns:r="http://schemas.openxmlformats.org/officeDocument/2006/relationships" xmlns:p="http://schemas.openxmlformats.org/presentationml/2006/main">
  <p:tag name="PPSPLIT_ID" val=" 10"/>
</p:tagLst>
</file>

<file path=ppt/tags/tag410.xml><?xml version="1.0" encoding="utf-8"?>
<p:tagLst xmlns:a="http://schemas.openxmlformats.org/drawingml/2006/main" xmlns:r="http://schemas.openxmlformats.org/officeDocument/2006/relationships" xmlns:p="http://schemas.openxmlformats.org/presentationml/2006/main">
  <p:tag name="PPSPLIT_ID" val=" 13"/>
</p:tagLst>
</file>

<file path=ppt/tags/tag411.xml><?xml version="1.0" encoding="utf-8"?>
<p:tagLst xmlns:a="http://schemas.openxmlformats.org/drawingml/2006/main" xmlns:r="http://schemas.openxmlformats.org/officeDocument/2006/relationships" xmlns:p="http://schemas.openxmlformats.org/presentationml/2006/main">
  <p:tag name="PPSPLIT_ID" val=" 18"/>
</p:tagLst>
</file>

<file path=ppt/tags/tag412.xml><?xml version="1.0" encoding="utf-8"?>
<p:tagLst xmlns:a="http://schemas.openxmlformats.org/drawingml/2006/main" xmlns:r="http://schemas.openxmlformats.org/officeDocument/2006/relationships" xmlns:p="http://schemas.openxmlformats.org/presentationml/2006/main">
  <p:tag name="PPSPLIT_ID" val=" 14"/>
</p:tagLst>
</file>

<file path=ppt/tags/tag413.xml><?xml version="1.0" encoding="utf-8"?>
<p:tagLst xmlns:a="http://schemas.openxmlformats.org/drawingml/2006/main" xmlns:r="http://schemas.openxmlformats.org/officeDocument/2006/relationships" xmlns:p="http://schemas.openxmlformats.org/presentationml/2006/main">
  <p:tag name="TIMING" val="|26.3|39.7"/>
  <p:tag name="PPSPLIT_SPLIT" val="1"/>
  <p:tag name="PPSPLIT_ORIGINALSLIDENUMBER" val="7"/>
  <p:tag name="PPSPLIT_DONE" val="1"/>
</p:tagLst>
</file>

<file path=ppt/tags/tag414.xml><?xml version="1.0" encoding="utf-8"?>
<p:tagLst xmlns:a="http://schemas.openxmlformats.org/drawingml/2006/main" xmlns:r="http://schemas.openxmlformats.org/officeDocument/2006/relationships" xmlns:p="http://schemas.openxmlformats.org/presentationml/2006/main">
  <p:tag name="PPSPLIT_ID" val=" 11"/>
</p:tagLst>
</file>

<file path=ppt/tags/tag415.xml><?xml version="1.0" encoding="utf-8"?>
<p:tagLst xmlns:a="http://schemas.openxmlformats.org/drawingml/2006/main" xmlns:r="http://schemas.openxmlformats.org/officeDocument/2006/relationships" xmlns:p="http://schemas.openxmlformats.org/presentationml/2006/main">
  <p:tag name="PPSPLIT_ID" val=" 4"/>
</p:tagLst>
</file>

<file path=ppt/tags/tag416.xml><?xml version="1.0" encoding="utf-8"?>
<p:tagLst xmlns:a="http://schemas.openxmlformats.org/drawingml/2006/main" xmlns:r="http://schemas.openxmlformats.org/officeDocument/2006/relationships" xmlns:p="http://schemas.openxmlformats.org/presentationml/2006/main">
  <p:tag name="PPSPLIT_ID" val=" 12"/>
</p:tagLst>
</file>

<file path=ppt/tags/tag417.xml><?xml version="1.0" encoding="utf-8"?>
<p:tagLst xmlns:a="http://schemas.openxmlformats.org/drawingml/2006/main" xmlns:r="http://schemas.openxmlformats.org/officeDocument/2006/relationships" xmlns:p="http://schemas.openxmlformats.org/presentationml/2006/main">
  <p:tag name="PPSPLIT_ID" val=" 3"/>
</p:tagLst>
</file>

<file path=ppt/tags/tag418.xml><?xml version="1.0" encoding="utf-8"?>
<p:tagLst xmlns:a="http://schemas.openxmlformats.org/drawingml/2006/main" xmlns:r="http://schemas.openxmlformats.org/officeDocument/2006/relationships" xmlns:p="http://schemas.openxmlformats.org/presentationml/2006/main">
  <p:tag name="PPSPLIT_ID" val=" 6"/>
</p:tagLst>
</file>

<file path=ppt/tags/tag419.xml><?xml version="1.0" encoding="utf-8"?>
<p:tagLst xmlns:a="http://schemas.openxmlformats.org/drawingml/2006/main" xmlns:r="http://schemas.openxmlformats.org/officeDocument/2006/relationships" xmlns:p="http://schemas.openxmlformats.org/presentationml/2006/main">
  <p:tag name="PPSPLIT_ID" val=" 9"/>
</p:tagLst>
</file>

<file path=ppt/tags/tag420.xml><?xml version="1.0" encoding="utf-8"?>
<p:tagLst xmlns:a="http://schemas.openxmlformats.org/drawingml/2006/main" xmlns:r="http://schemas.openxmlformats.org/officeDocument/2006/relationships" xmlns:p="http://schemas.openxmlformats.org/presentationml/2006/main">
  <p:tag name="PPSPLIT_ID" val=" 10"/>
</p:tagLst>
</file>

<file path=ppt/tags/tag421.xml><?xml version="1.0" encoding="utf-8"?>
<p:tagLst xmlns:a="http://schemas.openxmlformats.org/drawingml/2006/main" xmlns:r="http://schemas.openxmlformats.org/officeDocument/2006/relationships" xmlns:p="http://schemas.openxmlformats.org/presentationml/2006/main">
  <p:tag name="PPSPLIT_ID" val=" 13"/>
</p:tagLst>
</file>

<file path=ppt/tags/tag422.xml><?xml version="1.0" encoding="utf-8"?>
<p:tagLst xmlns:a="http://schemas.openxmlformats.org/drawingml/2006/main" xmlns:r="http://schemas.openxmlformats.org/officeDocument/2006/relationships" xmlns:p="http://schemas.openxmlformats.org/presentationml/2006/main">
  <p:tag name="PPSPLIT_ID" val=" 5"/>
</p:tagLst>
</file>

<file path=ppt/tags/tag423.xml><?xml version="1.0" encoding="utf-8"?>
<p:tagLst xmlns:a="http://schemas.openxmlformats.org/drawingml/2006/main" xmlns:r="http://schemas.openxmlformats.org/officeDocument/2006/relationships" xmlns:p="http://schemas.openxmlformats.org/presentationml/2006/main">
  <p:tag name="PPSPLIT_ID" val=" 2"/>
</p:tagLst>
</file>

<file path=ppt/tags/tag424.xml><?xml version="1.0" encoding="utf-8"?>
<p:tagLst xmlns:a="http://schemas.openxmlformats.org/drawingml/2006/main" xmlns:r="http://schemas.openxmlformats.org/officeDocument/2006/relationships" xmlns:p="http://schemas.openxmlformats.org/presentationml/2006/main">
  <p:tag name="PPSPLIT_ID" val=" 8"/>
</p:tagLst>
</file>

<file path=ppt/tags/tag425.xml><?xml version="1.0" encoding="utf-8"?>
<p:tagLst xmlns:a="http://schemas.openxmlformats.org/drawingml/2006/main" xmlns:r="http://schemas.openxmlformats.org/officeDocument/2006/relationships" xmlns:p="http://schemas.openxmlformats.org/presentationml/2006/main">
  <p:tag name="PPSPLIT_ID" val=" 18"/>
</p:tagLst>
</file>

<file path=ppt/tags/tag426.xml><?xml version="1.0" encoding="utf-8"?>
<p:tagLst xmlns:a="http://schemas.openxmlformats.org/drawingml/2006/main" xmlns:r="http://schemas.openxmlformats.org/officeDocument/2006/relationships" xmlns:p="http://schemas.openxmlformats.org/presentationml/2006/main">
  <p:tag name="PPSPLIT_ID" val=" 14"/>
</p:tagLst>
</file>

<file path=ppt/tags/tag427.xml><?xml version="1.0" encoding="utf-8"?>
<p:tagLst xmlns:a="http://schemas.openxmlformats.org/drawingml/2006/main" xmlns:r="http://schemas.openxmlformats.org/officeDocument/2006/relationships" xmlns:p="http://schemas.openxmlformats.org/presentationml/2006/main">
  <p:tag name="TIMING" val="|26.3|39.7"/>
  <p:tag name="PPSPLIT_SPLIT" val="1"/>
  <p:tag name="PPSPLIT_ORIGINALSLIDENUMBER" val="7"/>
</p:tagLst>
</file>

<file path=ppt/tags/tag428.xml><?xml version="1.0" encoding="utf-8"?>
<p:tagLst xmlns:a="http://schemas.openxmlformats.org/drawingml/2006/main" xmlns:r="http://schemas.openxmlformats.org/officeDocument/2006/relationships" xmlns:p="http://schemas.openxmlformats.org/presentationml/2006/main">
  <p:tag name="PPSPLIT_ID" val=" 11"/>
</p:tagLst>
</file>

<file path=ppt/tags/tag429.xml><?xml version="1.0" encoding="utf-8"?>
<p:tagLst xmlns:a="http://schemas.openxmlformats.org/drawingml/2006/main" xmlns:r="http://schemas.openxmlformats.org/officeDocument/2006/relationships" xmlns:p="http://schemas.openxmlformats.org/presentationml/2006/main">
  <p:tag name="PPSPLIT_ID" val=" 4"/>
</p:tagLst>
</file>

<file path=ppt/tags/tag430.xml><?xml version="1.0" encoding="utf-8"?>
<p:tagLst xmlns:a="http://schemas.openxmlformats.org/drawingml/2006/main" xmlns:r="http://schemas.openxmlformats.org/officeDocument/2006/relationships" xmlns:p="http://schemas.openxmlformats.org/presentationml/2006/main">
  <p:tag name="PPSPLIT_ID" val=" 12"/>
</p:tagLst>
</file>

<file path=ppt/tags/tag431.xml><?xml version="1.0" encoding="utf-8"?>
<p:tagLst xmlns:a="http://schemas.openxmlformats.org/drawingml/2006/main" xmlns:r="http://schemas.openxmlformats.org/officeDocument/2006/relationships" xmlns:p="http://schemas.openxmlformats.org/presentationml/2006/main">
  <p:tag name="PPSPLIT_ID" val=" 16"/>
</p:tagLst>
</file>

<file path=ppt/tags/tag432.xml><?xml version="1.0" encoding="utf-8"?>
<p:tagLst xmlns:a="http://schemas.openxmlformats.org/drawingml/2006/main" xmlns:r="http://schemas.openxmlformats.org/officeDocument/2006/relationships" xmlns:p="http://schemas.openxmlformats.org/presentationml/2006/main">
  <p:tag name="PPSPLIT_ID" val=" 3"/>
</p:tagLst>
</file>

<file path=ppt/tags/tag433.xml><?xml version="1.0" encoding="utf-8"?>
<p:tagLst xmlns:a="http://schemas.openxmlformats.org/drawingml/2006/main" xmlns:r="http://schemas.openxmlformats.org/officeDocument/2006/relationships" xmlns:p="http://schemas.openxmlformats.org/presentationml/2006/main">
  <p:tag name="PPSPLIT_ID" val=" 6"/>
</p:tagLst>
</file>

<file path=ppt/tags/tag434.xml><?xml version="1.0" encoding="utf-8"?>
<p:tagLst xmlns:a="http://schemas.openxmlformats.org/drawingml/2006/main" xmlns:r="http://schemas.openxmlformats.org/officeDocument/2006/relationships" xmlns:p="http://schemas.openxmlformats.org/presentationml/2006/main">
  <p:tag name="PPSPLIT_ID" val=" 9"/>
</p:tagLst>
</file>

<file path=ppt/tags/tag435.xml><?xml version="1.0" encoding="utf-8"?>
<p:tagLst xmlns:a="http://schemas.openxmlformats.org/drawingml/2006/main" xmlns:r="http://schemas.openxmlformats.org/officeDocument/2006/relationships" xmlns:p="http://schemas.openxmlformats.org/presentationml/2006/main">
  <p:tag name="PPSPLIT_ID" val=" 10"/>
</p:tagLst>
</file>

<file path=ppt/tags/tag436.xml><?xml version="1.0" encoding="utf-8"?>
<p:tagLst xmlns:a="http://schemas.openxmlformats.org/drawingml/2006/main" xmlns:r="http://schemas.openxmlformats.org/officeDocument/2006/relationships" xmlns:p="http://schemas.openxmlformats.org/presentationml/2006/main">
  <p:tag name="PPSPLIT_ID" val=" 13"/>
</p:tagLst>
</file>

<file path=ppt/tags/tag437.xml><?xml version="1.0" encoding="utf-8"?>
<p:tagLst xmlns:a="http://schemas.openxmlformats.org/drawingml/2006/main" xmlns:r="http://schemas.openxmlformats.org/officeDocument/2006/relationships" xmlns:p="http://schemas.openxmlformats.org/presentationml/2006/main">
  <p:tag name="PPSPLIT_ID" val=" 15"/>
</p:tagLst>
</file>

<file path=ppt/tags/tag438.xml><?xml version="1.0" encoding="utf-8"?>
<p:tagLst xmlns:a="http://schemas.openxmlformats.org/drawingml/2006/main" xmlns:r="http://schemas.openxmlformats.org/officeDocument/2006/relationships" xmlns:p="http://schemas.openxmlformats.org/presentationml/2006/main">
  <p:tag name="PPSPLIT_ID" val=" 5"/>
</p:tagLst>
</file>

<file path=ppt/tags/tag439.xml><?xml version="1.0" encoding="utf-8"?>
<p:tagLst xmlns:a="http://schemas.openxmlformats.org/drawingml/2006/main" xmlns:r="http://schemas.openxmlformats.org/officeDocument/2006/relationships" xmlns:p="http://schemas.openxmlformats.org/presentationml/2006/main">
  <p:tag name="PPSPLIT_ID" val=" 2"/>
</p:tagLst>
</file>

<file path=ppt/tags/tag440.xml><?xml version="1.0" encoding="utf-8"?>
<p:tagLst xmlns:a="http://schemas.openxmlformats.org/drawingml/2006/main" xmlns:r="http://schemas.openxmlformats.org/officeDocument/2006/relationships" xmlns:p="http://schemas.openxmlformats.org/presentationml/2006/main">
  <p:tag name="PPSPLIT_ID" val=" 8"/>
</p:tagLst>
</file>

<file path=ppt/tags/tag441.xml><?xml version="1.0" encoding="utf-8"?>
<p:tagLst xmlns:a="http://schemas.openxmlformats.org/drawingml/2006/main" xmlns:r="http://schemas.openxmlformats.org/officeDocument/2006/relationships" xmlns:p="http://schemas.openxmlformats.org/presentationml/2006/main">
  <p:tag name="PPSPLIT_ID" val=" 18"/>
</p:tagLst>
</file>

<file path=ppt/tags/tag442.xml><?xml version="1.0" encoding="utf-8"?>
<p:tagLst xmlns:a="http://schemas.openxmlformats.org/drawingml/2006/main" xmlns:r="http://schemas.openxmlformats.org/officeDocument/2006/relationships" xmlns:p="http://schemas.openxmlformats.org/presentationml/2006/main">
  <p:tag name="PPSPLIT_ID" val=" 14"/>
</p:tagLst>
</file>

<file path=ppt/tags/tag443.xml><?xml version="1.0" encoding="utf-8"?>
<p:tagLst xmlns:a="http://schemas.openxmlformats.org/drawingml/2006/main" xmlns:r="http://schemas.openxmlformats.org/officeDocument/2006/relationships" xmlns:p="http://schemas.openxmlformats.org/presentationml/2006/main">
  <p:tag name="TIMING" val="|28.7|15.2|5.8|12.2|16.2|0.9"/>
  <p:tag name="PPSPLIT_SPLIT" val="1"/>
  <p:tag name="PPSPLIT_ORIGINALSLIDENUMBER" val="8"/>
  <p:tag name="PPSPLIT_DONE" val="1"/>
</p:tagLst>
</file>

<file path=ppt/tags/tag444.xml><?xml version="1.0" encoding="utf-8"?>
<p:tagLst xmlns:a="http://schemas.openxmlformats.org/drawingml/2006/main" xmlns:r="http://schemas.openxmlformats.org/officeDocument/2006/relationships" xmlns:p="http://schemas.openxmlformats.org/presentationml/2006/main">
  <p:tag name="PPSPLIT_ID" val=" 4"/>
</p:tagLst>
</file>

<file path=ppt/tags/tag445.xml><?xml version="1.0" encoding="utf-8"?>
<p:tagLst xmlns:a="http://schemas.openxmlformats.org/drawingml/2006/main" xmlns:r="http://schemas.openxmlformats.org/officeDocument/2006/relationships" xmlns:p="http://schemas.openxmlformats.org/presentationml/2006/main">
  <p:tag name="PPSPLIT_ID" val=" 9"/>
</p:tagLst>
</file>

<file path=ppt/tags/tag446.xml><?xml version="1.0" encoding="utf-8"?>
<p:tagLst xmlns:a="http://schemas.openxmlformats.org/drawingml/2006/main" xmlns:r="http://schemas.openxmlformats.org/officeDocument/2006/relationships" xmlns:p="http://schemas.openxmlformats.org/presentationml/2006/main">
  <p:tag name="PPSPLIT_ID" val=" 10"/>
</p:tagLst>
</file>

<file path=ppt/tags/tag447.xml><?xml version="1.0" encoding="utf-8"?>
<p:tagLst xmlns:a="http://schemas.openxmlformats.org/drawingml/2006/main" xmlns:r="http://schemas.openxmlformats.org/officeDocument/2006/relationships" xmlns:p="http://schemas.openxmlformats.org/presentationml/2006/main">
  <p:tag name="PPSPLIT_ID" val=" 18"/>
</p:tagLst>
</file>

<file path=ppt/tags/tag448.xml><?xml version="1.0" encoding="utf-8"?>
<p:tagLst xmlns:a="http://schemas.openxmlformats.org/drawingml/2006/main" xmlns:r="http://schemas.openxmlformats.org/officeDocument/2006/relationships" xmlns:p="http://schemas.openxmlformats.org/presentationml/2006/main">
  <p:tag name="PPSPLIT_ID" val=" 24"/>
</p:tagLst>
</file>

<file path=ppt/tags/tag449.xml><?xml version="1.0" encoding="utf-8"?>
<p:tagLst xmlns:a="http://schemas.openxmlformats.org/drawingml/2006/main" xmlns:r="http://schemas.openxmlformats.org/officeDocument/2006/relationships" xmlns:p="http://schemas.openxmlformats.org/presentationml/2006/main">
  <p:tag name="PPSPLIT_ID" val=" 182"/>
</p:tagLst>
</file>

<file path=ppt/tags/tag450.xml><?xml version="1.0" encoding="utf-8"?>
<p:tagLst xmlns:a="http://schemas.openxmlformats.org/drawingml/2006/main" xmlns:r="http://schemas.openxmlformats.org/officeDocument/2006/relationships" xmlns:p="http://schemas.openxmlformats.org/presentationml/2006/main">
  <p:tag name="PPSPLIT_ID" val=" 7"/>
</p:tagLst>
</file>

<file path=ppt/tags/tag451.xml><?xml version="1.0" encoding="utf-8"?>
<p:tagLst xmlns:a="http://schemas.openxmlformats.org/drawingml/2006/main" xmlns:r="http://schemas.openxmlformats.org/officeDocument/2006/relationships" xmlns:p="http://schemas.openxmlformats.org/presentationml/2006/main">
  <p:tag name="PPSPLIT_ID" val=" 5"/>
</p:tagLst>
</file>

<file path=ppt/tags/tag452.xml><?xml version="1.0" encoding="utf-8"?>
<p:tagLst xmlns:a="http://schemas.openxmlformats.org/drawingml/2006/main" xmlns:r="http://schemas.openxmlformats.org/officeDocument/2006/relationships" xmlns:p="http://schemas.openxmlformats.org/presentationml/2006/main">
  <p:tag name="TIMING" val="|28.7|15.2|5.8|12.2|16.2|0.9"/>
  <p:tag name="PPSPLIT_SPLIT" val="1"/>
  <p:tag name="PPSPLIT_ORIGINALSLIDENUMBER" val="8"/>
  <p:tag name="PPSPLIT_DONE" val="1"/>
</p:tagLst>
</file>

<file path=ppt/tags/tag453.xml><?xml version="1.0" encoding="utf-8"?>
<p:tagLst xmlns:a="http://schemas.openxmlformats.org/drawingml/2006/main" xmlns:r="http://schemas.openxmlformats.org/officeDocument/2006/relationships" xmlns:p="http://schemas.openxmlformats.org/presentationml/2006/main">
  <p:tag name="PPSPLIT_ID" val=" 4"/>
</p:tagLst>
</file>

<file path=ppt/tags/tag454.xml><?xml version="1.0" encoding="utf-8"?>
<p:tagLst xmlns:a="http://schemas.openxmlformats.org/drawingml/2006/main" xmlns:r="http://schemas.openxmlformats.org/officeDocument/2006/relationships" xmlns:p="http://schemas.openxmlformats.org/presentationml/2006/main">
  <p:tag name="PPSPLIT_ID" val=" 9"/>
</p:tagLst>
</file>

<file path=ppt/tags/tag455.xml><?xml version="1.0" encoding="utf-8"?>
<p:tagLst xmlns:a="http://schemas.openxmlformats.org/drawingml/2006/main" xmlns:r="http://schemas.openxmlformats.org/officeDocument/2006/relationships" xmlns:p="http://schemas.openxmlformats.org/presentationml/2006/main">
  <p:tag name="PPSPLIT_ID" val=" 10"/>
</p:tagLst>
</file>

<file path=ppt/tags/tag456.xml><?xml version="1.0" encoding="utf-8"?>
<p:tagLst xmlns:a="http://schemas.openxmlformats.org/drawingml/2006/main" xmlns:r="http://schemas.openxmlformats.org/officeDocument/2006/relationships" xmlns:p="http://schemas.openxmlformats.org/presentationml/2006/main">
  <p:tag name="PPSPLIT_ID" val=" 18"/>
</p:tagLst>
</file>

<file path=ppt/tags/tag457.xml><?xml version="1.0" encoding="utf-8"?>
<p:tagLst xmlns:a="http://schemas.openxmlformats.org/drawingml/2006/main" xmlns:r="http://schemas.openxmlformats.org/officeDocument/2006/relationships" xmlns:p="http://schemas.openxmlformats.org/presentationml/2006/main">
  <p:tag name="PPSPLIT_ID" val=" 24"/>
</p:tagLst>
</file>

<file path=ppt/tags/tag458.xml><?xml version="1.0" encoding="utf-8"?>
<p:tagLst xmlns:a="http://schemas.openxmlformats.org/drawingml/2006/main" xmlns:r="http://schemas.openxmlformats.org/officeDocument/2006/relationships" xmlns:p="http://schemas.openxmlformats.org/presentationml/2006/main">
  <p:tag name="PPSPLIT_ID" val=" 8"/>
</p:tagLst>
</file>

<file path=ppt/tags/tag459.xml><?xml version="1.0" encoding="utf-8"?>
<p:tagLst xmlns:a="http://schemas.openxmlformats.org/drawingml/2006/main" xmlns:r="http://schemas.openxmlformats.org/officeDocument/2006/relationships" xmlns:p="http://schemas.openxmlformats.org/presentationml/2006/main">
  <p:tag name="PPSPLIT_ID" val=" 182"/>
</p:tagLst>
</file>

<file path=ppt/tags/tag460.xml><?xml version="1.0" encoding="utf-8"?>
<p:tagLst xmlns:a="http://schemas.openxmlformats.org/drawingml/2006/main" xmlns:r="http://schemas.openxmlformats.org/officeDocument/2006/relationships" xmlns:p="http://schemas.openxmlformats.org/presentationml/2006/main">
  <p:tag name="PPSPLIT_ID" val=" 2"/>
</p:tagLst>
</file>

<file path=ppt/tags/tag461.xml><?xml version="1.0" encoding="utf-8"?>
<p:tagLst xmlns:a="http://schemas.openxmlformats.org/drawingml/2006/main" xmlns:r="http://schemas.openxmlformats.org/officeDocument/2006/relationships" xmlns:p="http://schemas.openxmlformats.org/presentationml/2006/main">
  <p:tag name="PPSPLIT_ID" val=" 7"/>
</p:tagLst>
</file>

<file path=ppt/tags/tag462.xml><?xml version="1.0" encoding="utf-8"?>
<p:tagLst xmlns:a="http://schemas.openxmlformats.org/drawingml/2006/main" xmlns:r="http://schemas.openxmlformats.org/officeDocument/2006/relationships" xmlns:p="http://schemas.openxmlformats.org/presentationml/2006/main">
  <p:tag name="PPSPLIT_ID" val=" 5"/>
</p:tagLst>
</file>

<file path=ppt/tags/tag463.xml><?xml version="1.0" encoding="utf-8"?>
<p:tagLst xmlns:a="http://schemas.openxmlformats.org/drawingml/2006/main" xmlns:r="http://schemas.openxmlformats.org/officeDocument/2006/relationships" xmlns:p="http://schemas.openxmlformats.org/presentationml/2006/main">
  <p:tag name="TIMING" val="|28.7|15.2|5.8|12.2|16.2|0.9"/>
  <p:tag name="PPSPLIT_SPLIT" val="1"/>
  <p:tag name="PPSPLIT_ORIGINALSLIDENUMBER" val="8"/>
  <p:tag name="PPSPLIT_DONE" val="1"/>
</p:tagLst>
</file>

<file path=ppt/tags/tag464.xml><?xml version="1.0" encoding="utf-8"?>
<p:tagLst xmlns:a="http://schemas.openxmlformats.org/drawingml/2006/main" xmlns:r="http://schemas.openxmlformats.org/officeDocument/2006/relationships" xmlns:p="http://schemas.openxmlformats.org/presentationml/2006/main">
  <p:tag name="PPSPLIT_ID" val=" 45"/>
</p:tagLst>
</file>

<file path=ppt/tags/tag465.xml><?xml version="1.0" encoding="utf-8"?>
<p:tagLst xmlns:a="http://schemas.openxmlformats.org/drawingml/2006/main" xmlns:r="http://schemas.openxmlformats.org/officeDocument/2006/relationships" xmlns:p="http://schemas.openxmlformats.org/presentationml/2006/main">
  <p:tag name="PPSPLIT_ID" val=" 46"/>
</p:tagLst>
</file>

<file path=ppt/tags/tag466.xml><?xml version="1.0" encoding="utf-8"?>
<p:tagLst xmlns:a="http://schemas.openxmlformats.org/drawingml/2006/main" xmlns:r="http://schemas.openxmlformats.org/officeDocument/2006/relationships" xmlns:p="http://schemas.openxmlformats.org/presentationml/2006/main">
  <p:tag name="PPSPLIT_ID" val=" 47"/>
</p:tagLst>
</file>

<file path=ppt/tags/tag467.xml><?xml version="1.0" encoding="utf-8"?>
<p:tagLst xmlns:a="http://schemas.openxmlformats.org/drawingml/2006/main" xmlns:r="http://schemas.openxmlformats.org/officeDocument/2006/relationships" xmlns:p="http://schemas.openxmlformats.org/presentationml/2006/main">
  <p:tag name="PPSPLIT_ID" val=" 19"/>
</p:tagLst>
</file>

<file path=ppt/tags/tag468.xml><?xml version="1.0" encoding="utf-8"?>
<p:tagLst xmlns:a="http://schemas.openxmlformats.org/drawingml/2006/main" xmlns:r="http://schemas.openxmlformats.org/officeDocument/2006/relationships" xmlns:p="http://schemas.openxmlformats.org/presentationml/2006/main">
  <p:tag name="PPSPLIT_ID" val=" 13"/>
</p:tagLst>
</file>

<file path=ppt/tags/tag469.xml><?xml version="1.0" encoding="utf-8"?>
<p:tagLst xmlns:a="http://schemas.openxmlformats.org/drawingml/2006/main" xmlns:r="http://schemas.openxmlformats.org/officeDocument/2006/relationships" xmlns:p="http://schemas.openxmlformats.org/presentationml/2006/main">
  <p:tag name="PPSPLIT_ID" val=" 11"/>
</p:tagLst>
</file>

<file path=ppt/tags/tag470.xml><?xml version="1.0" encoding="utf-8"?>
<p:tagLst xmlns:a="http://schemas.openxmlformats.org/drawingml/2006/main" xmlns:r="http://schemas.openxmlformats.org/officeDocument/2006/relationships" xmlns:p="http://schemas.openxmlformats.org/presentationml/2006/main">
  <p:tag name="PPSPLIT_ID" val=" 4"/>
</p:tagLst>
</file>

<file path=ppt/tags/tag471.xml><?xml version="1.0" encoding="utf-8"?>
<p:tagLst xmlns:a="http://schemas.openxmlformats.org/drawingml/2006/main" xmlns:r="http://schemas.openxmlformats.org/officeDocument/2006/relationships" xmlns:p="http://schemas.openxmlformats.org/presentationml/2006/main">
  <p:tag name="PPSPLIT_ID" val=" 9"/>
</p:tagLst>
</file>

<file path=ppt/tags/tag472.xml><?xml version="1.0" encoding="utf-8"?>
<p:tagLst xmlns:a="http://schemas.openxmlformats.org/drawingml/2006/main" xmlns:r="http://schemas.openxmlformats.org/officeDocument/2006/relationships" xmlns:p="http://schemas.openxmlformats.org/presentationml/2006/main">
  <p:tag name="PPSPLIT_ID" val=" 10"/>
</p:tagLst>
</file>

<file path=ppt/tags/tag473.xml><?xml version="1.0" encoding="utf-8"?>
<p:tagLst xmlns:a="http://schemas.openxmlformats.org/drawingml/2006/main" xmlns:r="http://schemas.openxmlformats.org/officeDocument/2006/relationships" xmlns:p="http://schemas.openxmlformats.org/presentationml/2006/main">
  <p:tag name="PPSPLIT_ID" val=" 18"/>
</p:tagLst>
</file>

<file path=ppt/tags/tag474.xml><?xml version="1.0" encoding="utf-8"?>
<p:tagLst xmlns:a="http://schemas.openxmlformats.org/drawingml/2006/main" xmlns:r="http://schemas.openxmlformats.org/officeDocument/2006/relationships" xmlns:p="http://schemas.openxmlformats.org/presentationml/2006/main">
  <p:tag name="PPSPLIT_ID" val=" 24"/>
</p:tagLst>
</file>

<file path=ppt/tags/tag475.xml><?xml version="1.0" encoding="utf-8"?>
<p:tagLst xmlns:a="http://schemas.openxmlformats.org/drawingml/2006/main" xmlns:r="http://schemas.openxmlformats.org/officeDocument/2006/relationships" xmlns:p="http://schemas.openxmlformats.org/presentationml/2006/main">
  <p:tag name="PPSPLIT_ID" val=" 8"/>
</p:tagLst>
</file>

<file path=ppt/tags/tag476.xml><?xml version="1.0" encoding="utf-8"?>
<p:tagLst xmlns:a="http://schemas.openxmlformats.org/drawingml/2006/main" xmlns:r="http://schemas.openxmlformats.org/officeDocument/2006/relationships" xmlns:p="http://schemas.openxmlformats.org/presentationml/2006/main">
  <p:tag name="PPSPLIT_ID" val=" 182"/>
</p:tagLst>
</file>

<file path=ppt/tags/tag477.xml><?xml version="1.0" encoding="utf-8"?>
<p:tagLst xmlns:a="http://schemas.openxmlformats.org/drawingml/2006/main" xmlns:r="http://schemas.openxmlformats.org/officeDocument/2006/relationships" xmlns:p="http://schemas.openxmlformats.org/presentationml/2006/main">
  <p:tag name="PPSPLIT_ID" val=" 2"/>
</p:tagLst>
</file>

<file path=ppt/tags/tag478.xml><?xml version="1.0" encoding="utf-8"?>
<p:tagLst xmlns:a="http://schemas.openxmlformats.org/drawingml/2006/main" xmlns:r="http://schemas.openxmlformats.org/officeDocument/2006/relationships" xmlns:p="http://schemas.openxmlformats.org/presentationml/2006/main">
  <p:tag name="PPSPLIT_ID" val=" 44"/>
</p:tagLst>
</file>

<file path=ppt/tags/tag479.xml><?xml version="1.0" encoding="utf-8"?>
<p:tagLst xmlns:a="http://schemas.openxmlformats.org/drawingml/2006/main" xmlns:r="http://schemas.openxmlformats.org/officeDocument/2006/relationships" xmlns:p="http://schemas.openxmlformats.org/presentationml/2006/main">
  <p:tag name="PPSPLIT_ID" val=" 7"/>
</p:tagLst>
</file>

<file path=ppt/tags/tag480.xml><?xml version="1.0" encoding="utf-8"?>
<p:tagLst xmlns:a="http://schemas.openxmlformats.org/drawingml/2006/main" xmlns:r="http://schemas.openxmlformats.org/officeDocument/2006/relationships" xmlns:p="http://schemas.openxmlformats.org/presentationml/2006/main">
  <p:tag name="PPSPLIT_ID" val=" 5"/>
</p:tagLst>
</file>

<file path=ppt/tags/tag481.xml><?xml version="1.0" encoding="utf-8"?>
<p:tagLst xmlns:a="http://schemas.openxmlformats.org/drawingml/2006/main" xmlns:r="http://schemas.openxmlformats.org/officeDocument/2006/relationships" xmlns:p="http://schemas.openxmlformats.org/presentationml/2006/main">
  <p:tag name="TIMING" val="|28.7|15.2|5.8|12.2|16.2|0.9"/>
  <p:tag name="PPSPLIT_SPLIT" val="1"/>
  <p:tag name="PPSPLIT_ORIGINALSLIDENUMBER" val="8"/>
  <p:tag name="PPSPLIT_DONE" val="1"/>
</p:tagLst>
</file>

<file path=ppt/tags/tag482.xml><?xml version="1.0" encoding="utf-8"?>
<p:tagLst xmlns:a="http://schemas.openxmlformats.org/drawingml/2006/main" xmlns:r="http://schemas.openxmlformats.org/officeDocument/2006/relationships" xmlns:p="http://schemas.openxmlformats.org/presentationml/2006/main">
  <p:tag name="PPSPLIT_ID" val=" 45"/>
</p:tagLst>
</file>

<file path=ppt/tags/tag483.xml><?xml version="1.0" encoding="utf-8"?>
<p:tagLst xmlns:a="http://schemas.openxmlformats.org/drawingml/2006/main" xmlns:r="http://schemas.openxmlformats.org/officeDocument/2006/relationships" xmlns:p="http://schemas.openxmlformats.org/presentationml/2006/main">
  <p:tag name="PPSPLIT_ID" val=" 46"/>
</p:tagLst>
</file>

<file path=ppt/tags/tag484.xml><?xml version="1.0" encoding="utf-8"?>
<p:tagLst xmlns:a="http://schemas.openxmlformats.org/drawingml/2006/main" xmlns:r="http://schemas.openxmlformats.org/officeDocument/2006/relationships" xmlns:p="http://schemas.openxmlformats.org/presentationml/2006/main">
  <p:tag name="PPSPLIT_ID" val=" 47"/>
</p:tagLst>
</file>

<file path=ppt/tags/tag485.xml><?xml version="1.0" encoding="utf-8"?>
<p:tagLst xmlns:a="http://schemas.openxmlformats.org/drawingml/2006/main" xmlns:r="http://schemas.openxmlformats.org/officeDocument/2006/relationships" xmlns:p="http://schemas.openxmlformats.org/presentationml/2006/main">
  <p:tag name="PPSPLIT_ID" val=" 19"/>
</p:tagLst>
</file>

<file path=ppt/tags/tag486.xml><?xml version="1.0" encoding="utf-8"?>
<p:tagLst xmlns:a="http://schemas.openxmlformats.org/drawingml/2006/main" xmlns:r="http://schemas.openxmlformats.org/officeDocument/2006/relationships" xmlns:p="http://schemas.openxmlformats.org/presentationml/2006/main">
  <p:tag name="PPSPLIT_ID" val=" 13"/>
</p:tagLst>
</file>

<file path=ppt/tags/tag487.xml><?xml version="1.0" encoding="utf-8"?>
<p:tagLst xmlns:a="http://schemas.openxmlformats.org/drawingml/2006/main" xmlns:r="http://schemas.openxmlformats.org/officeDocument/2006/relationships" xmlns:p="http://schemas.openxmlformats.org/presentationml/2006/main">
  <p:tag name="PPSPLIT_ID" val=" 11"/>
</p:tagLst>
</file>

<file path=ppt/tags/tag488.xml><?xml version="1.0" encoding="utf-8"?>
<p:tagLst xmlns:a="http://schemas.openxmlformats.org/drawingml/2006/main" xmlns:r="http://schemas.openxmlformats.org/officeDocument/2006/relationships" xmlns:p="http://schemas.openxmlformats.org/presentationml/2006/main">
  <p:tag name="PPSPLIT_ID" val=" 4"/>
</p:tagLst>
</file>

<file path=ppt/tags/tag489.xml><?xml version="1.0" encoding="utf-8"?>
<p:tagLst xmlns:a="http://schemas.openxmlformats.org/drawingml/2006/main" xmlns:r="http://schemas.openxmlformats.org/officeDocument/2006/relationships" xmlns:p="http://schemas.openxmlformats.org/presentationml/2006/main">
  <p:tag name="PPSPLIT_ID" val=" 9"/>
</p:tagLst>
</file>

<file path=ppt/tags/tag490.xml><?xml version="1.0" encoding="utf-8"?>
<p:tagLst xmlns:a="http://schemas.openxmlformats.org/drawingml/2006/main" xmlns:r="http://schemas.openxmlformats.org/officeDocument/2006/relationships" xmlns:p="http://schemas.openxmlformats.org/presentationml/2006/main">
  <p:tag name="PPSPLIT_ID" val=" 10"/>
</p:tagLst>
</file>

<file path=ppt/tags/tag491.xml><?xml version="1.0" encoding="utf-8"?>
<p:tagLst xmlns:a="http://schemas.openxmlformats.org/drawingml/2006/main" xmlns:r="http://schemas.openxmlformats.org/officeDocument/2006/relationships" xmlns:p="http://schemas.openxmlformats.org/presentationml/2006/main">
  <p:tag name="PPSPLIT_ID" val=" 18"/>
</p:tagLst>
</file>

<file path=ppt/tags/tag492.xml><?xml version="1.0" encoding="utf-8"?>
<p:tagLst xmlns:a="http://schemas.openxmlformats.org/drawingml/2006/main" xmlns:r="http://schemas.openxmlformats.org/officeDocument/2006/relationships" xmlns:p="http://schemas.openxmlformats.org/presentationml/2006/main">
  <p:tag name="PPSPLIT_ID" val=" 24"/>
</p:tagLst>
</file>

<file path=ppt/tags/tag493.xml><?xml version="1.0" encoding="utf-8"?>
<p:tagLst xmlns:a="http://schemas.openxmlformats.org/drawingml/2006/main" xmlns:r="http://schemas.openxmlformats.org/officeDocument/2006/relationships" xmlns:p="http://schemas.openxmlformats.org/presentationml/2006/main">
  <p:tag name="PPSPLIT_ID" val=" 8"/>
</p:tagLst>
</file>

<file path=ppt/tags/tag494.xml><?xml version="1.0" encoding="utf-8"?>
<p:tagLst xmlns:a="http://schemas.openxmlformats.org/drawingml/2006/main" xmlns:r="http://schemas.openxmlformats.org/officeDocument/2006/relationships" xmlns:p="http://schemas.openxmlformats.org/presentationml/2006/main">
  <p:tag name="PPSPLIT_ID" val=" 182"/>
</p:tagLst>
</file>

<file path=ppt/tags/tag495.xml><?xml version="1.0" encoding="utf-8"?>
<p:tagLst xmlns:a="http://schemas.openxmlformats.org/drawingml/2006/main" xmlns:r="http://schemas.openxmlformats.org/officeDocument/2006/relationships" xmlns:p="http://schemas.openxmlformats.org/presentationml/2006/main">
  <p:tag name="PPSPLIT_ID" val=" 2"/>
</p:tagLst>
</file>

<file path=ppt/tags/tag496.xml><?xml version="1.0" encoding="utf-8"?>
<p:tagLst xmlns:a="http://schemas.openxmlformats.org/drawingml/2006/main" xmlns:r="http://schemas.openxmlformats.org/officeDocument/2006/relationships" xmlns:p="http://schemas.openxmlformats.org/presentationml/2006/main">
  <p:tag name="PPSPLIT_ID" val=" 44"/>
</p:tagLst>
</file>

<file path=ppt/tags/tag497.xml><?xml version="1.0" encoding="utf-8"?>
<p:tagLst xmlns:a="http://schemas.openxmlformats.org/drawingml/2006/main" xmlns:r="http://schemas.openxmlformats.org/officeDocument/2006/relationships" xmlns:p="http://schemas.openxmlformats.org/presentationml/2006/main">
  <p:tag name="PPSPLIT_ID" val=" 49"/>
</p:tagLst>
</file>

<file path=ppt/tags/tag498.xml><?xml version="1.0" encoding="utf-8"?>
<p:tagLst xmlns:a="http://schemas.openxmlformats.org/drawingml/2006/main" xmlns:r="http://schemas.openxmlformats.org/officeDocument/2006/relationships" xmlns:p="http://schemas.openxmlformats.org/presentationml/2006/main">
  <p:tag name="PPSPLIT_ID" val=" 51"/>
</p:tagLst>
</file>

<file path=ppt/tags/tag499.xml><?xml version="1.0" encoding="utf-8"?>
<p:tagLst xmlns:a="http://schemas.openxmlformats.org/drawingml/2006/main" xmlns:r="http://schemas.openxmlformats.org/officeDocument/2006/relationships" xmlns:p="http://schemas.openxmlformats.org/presentationml/2006/main">
  <p:tag name="PPSPLIT_ID" val=" 53"/>
</p:tagLst>
</file>

<file path=ppt/tags/tag500.xml><?xml version="1.0" encoding="utf-8"?>
<p:tagLst xmlns:a="http://schemas.openxmlformats.org/drawingml/2006/main" xmlns:r="http://schemas.openxmlformats.org/officeDocument/2006/relationships" xmlns:p="http://schemas.openxmlformats.org/presentationml/2006/main">
  <p:tag name="PPSPLIT_ID" val=" 14"/>
</p:tagLst>
</file>

<file path=ppt/tags/tag501.xml><?xml version="1.0" encoding="utf-8"?>
<p:tagLst xmlns:a="http://schemas.openxmlformats.org/drawingml/2006/main" xmlns:r="http://schemas.openxmlformats.org/officeDocument/2006/relationships" xmlns:p="http://schemas.openxmlformats.org/presentationml/2006/main">
  <p:tag name="PPSPLIT_ID" val=" 15"/>
</p:tagLst>
</file>

<file path=ppt/tags/tag502.xml><?xml version="1.0" encoding="utf-8"?>
<p:tagLst xmlns:a="http://schemas.openxmlformats.org/drawingml/2006/main" xmlns:r="http://schemas.openxmlformats.org/officeDocument/2006/relationships" xmlns:p="http://schemas.openxmlformats.org/presentationml/2006/main">
  <p:tag name="PPSPLIT_ID" val=" 16"/>
</p:tagLst>
</file>

<file path=ppt/tags/tag503.xml><?xml version="1.0" encoding="utf-8"?>
<p:tagLst xmlns:a="http://schemas.openxmlformats.org/drawingml/2006/main" xmlns:r="http://schemas.openxmlformats.org/officeDocument/2006/relationships" xmlns:p="http://schemas.openxmlformats.org/presentationml/2006/main">
  <p:tag name="PPSPLIT_ID" val=" 7"/>
</p:tagLst>
</file>

<file path=ppt/tags/tag504.xml><?xml version="1.0" encoding="utf-8"?>
<p:tagLst xmlns:a="http://schemas.openxmlformats.org/drawingml/2006/main" xmlns:r="http://schemas.openxmlformats.org/officeDocument/2006/relationships" xmlns:p="http://schemas.openxmlformats.org/presentationml/2006/main">
  <p:tag name="PPSPLIT_ID" val=" 5"/>
</p:tagLst>
</file>

<file path=ppt/tags/tag505.xml><?xml version="1.0" encoding="utf-8"?>
<p:tagLst xmlns:a="http://schemas.openxmlformats.org/drawingml/2006/main" xmlns:r="http://schemas.openxmlformats.org/officeDocument/2006/relationships" xmlns:p="http://schemas.openxmlformats.org/presentationml/2006/main">
  <p:tag name="TIMING" val="|28.7|15.2|5.8|12.2|16.2|0.9"/>
  <p:tag name="PPSPLIT_SPLIT" val="1"/>
  <p:tag name="PPSPLIT_ORIGINALSLIDENUMBER" val="8"/>
  <p:tag name="PPSPLIT_DONE" val="1"/>
</p:tagLst>
</file>

<file path=ppt/tags/tag506.xml><?xml version="1.0" encoding="utf-8"?>
<p:tagLst xmlns:a="http://schemas.openxmlformats.org/drawingml/2006/main" xmlns:r="http://schemas.openxmlformats.org/officeDocument/2006/relationships" xmlns:p="http://schemas.openxmlformats.org/presentationml/2006/main">
  <p:tag name="PPSPLIT_ID" val=" 45"/>
</p:tagLst>
</file>

<file path=ppt/tags/tag507.xml><?xml version="1.0" encoding="utf-8"?>
<p:tagLst xmlns:a="http://schemas.openxmlformats.org/drawingml/2006/main" xmlns:r="http://schemas.openxmlformats.org/officeDocument/2006/relationships" xmlns:p="http://schemas.openxmlformats.org/presentationml/2006/main">
  <p:tag name="PPSPLIT_ID" val=" 46"/>
</p:tagLst>
</file>

<file path=ppt/tags/tag508.xml><?xml version="1.0" encoding="utf-8"?>
<p:tagLst xmlns:a="http://schemas.openxmlformats.org/drawingml/2006/main" xmlns:r="http://schemas.openxmlformats.org/officeDocument/2006/relationships" xmlns:p="http://schemas.openxmlformats.org/presentationml/2006/main">
  <p:tag name="PPSPLIT_ID" val=" 47"/>
</p:tagLst>
</file>

<file path=ppt/tags/tag509.xml><?xml version="1.0" encoding="utf-8"?>
<p:tagLst xmlns:a="http://schemas.openxmlformats.org/drawingml/2006/main" xmlns:r="http://schemas.openxmlformats.org/officeDocument/2006/relationships" xmlns:p="http://schemas.openxmlformats.org/presentationml/2006/main">
  <p:tag name="PPSPLIT_ID" val=" 19"/>
</p:tagLst>
</file>

<file path=ppt/tags/tag510.xml><?xml version="1.0" encoding="utf-8"?>
<p:tagLst xmlns:a="http://schemas.openxmlformats.org/drawingml/2006/main" xmlns:r="http://schemas.openxmlformats.org/officeDocument/2006/relationships" xmlns:p="http://schemas.openxmlformats.org/presentationml/2006/main">
  <p:tag name="PPSPLIT_ID" val=" 13"/>
</p:tagLst>
</file>

<file path=ppt/tags/tag511.xml><?xml version="1.0" encoding="utf-8"?>
<p:tagLst xmlns:a="http://schemas.openxmlformats.org/drawingml/2006/main" xmlns:r="http://schemas.openxmlformats.org/officeDocument/2006/relationships" xmlns:p="http://schemas.openxmlformats.org/presentationml/2006/main">
  <p:tag name="PPSPLIT_ID" val=" 11"/>
</p:tagLst>
</file>

<file path=ppt/tags/tag512.xml><?xml version="1.0" encoding="utf-8"?>
<p:tagLst xmlns:a="http://schemas.openxmlformats.org/drawingml/2006/main" xmlns:r="http://schemas.openxmlformats.org/officeDocument/2006/relationships" xmlns:p="http://schemas.openxmlformats.org/presentationml/2006/main">
  <p:tag name="PPSPLIT_ID" val=" 4"/>
</p:tagLst>
</file>

<file path=ppt/tags/tag513.xml><?xml version="1.0" encoding="utf-8"?>
<p:tagLst xmlns:a="http://schemas.openxmlformats.org/drawingml/2006/main" xmlns:r="http://schemas.openxmlformats.org/officeDocument/2006/relationships" xmlns:p="http://schemas.openxmlformats.org/presentationml/2006/main">
  <p:tag name="PPSPLIT_ID" val=" 9"/>
</p:tagLst>
</file>

<file path=ppt/tags/tag514.xml><?xml version="1.0" encoding="utf-8"?>
<p:tagLst xmlns:a="http://schemas.openxmlformats.org/drawingml/2006/main" xmlns:r="http://schemas.openxmlformats.org/officeDocument/2006/relationships" xmlns:p="http://schemas.openxmlformats.org/presentationml/2006/main">
  <p:tag name="PPSPLIT_ID" val=" 10"/>
</p:tagLst>
</file>

<file path=ppt/tags/tag515.xml><?xml version="1.0" encoding="utf-8"?>
<p:tagLst xmlns:a="http://schemas.openxmlformats.org/drawingml/2006/main" xmlns:r="http://schemas.openxmlformats.org/officeDocument/2006/relationships" xmlns:p="http://schemas.openxmlformats.org/presentationml/2006/main">
  <p:tag name="PPSPLIT_ID" val=" 18"/>
</p:tagLst>
</file>

<file path=ppt/tags/tag516.xml><?xml version="1.0" encoding="utf-8"?>
<p:tagLst xmlns:a="http://schemas.openxmlformats.org/drawingml/2006/main" xmlns:r="http://schemas.openxmlformats.org/officeDocument/2006/relationships" xmlns:p="http://schemas.openxmlformats.org/presentationml/2006/main">
  <p:tag name="PPSPLIT_ID" val=" 24"/>
</p:tagLst>
</file>

<file path=ppt/tags/tag517.xml><?xml version="1.0" encoding="utf-8"?>
<p:tagLst xmlns:a="http://schemas.openxmlformats.org/drawingml/2006/main" xmlns:r="http://schemas.openxmlformats.org/officeDocument/2006/relationships" xmlns:p="http://schemas.openxmlformats.org/presentationml/2006/main">
  <p:tag name="PPSPLIT_ID" val=" 8"/>
</p:tagLst>
</file>

<file path=ppt/tags/tag518.xml><?xml version="1.0" encoding="utf-8"?>
<p:tagLst xmlns:a="http://schemas.openxmlformats.org/drawingml/2006/main" xmlns:r="http://schemas.openxmlformats.org/officeDocument/2006/relationships" xmlns:p="http://schemas.openxmlformats.org/presentationml/2006/main">
  <p:tag name="PPSPLIT_ID" val=" 182"/>
</p:tagLst>
</file>

<file path=ppt/tags/tag519.xml><?xml version="1.0" encoding="utf-8"?>
<p:tagLst xmlns:a="http://schemas.openxmlformats.org/drawingml/2006/main" xmlns:r="http://schemas.openxmlformats.org/officeDocument/2006/relationships" xmlns:p="http://schemas.openxmlformats.org/presentationml/2006/main">
  <p:tag name="PPSPLIT_ID" val=" 2"/>
</p:tagLst>
</file>

<file path=ppt/tags/tag520.xml><?xml version="1.0" encoding="utf-8"?>
<p:tagLst xmlns:a="http://schemas.openxmlformats.org/drawingml/2006/main" xmlns:r="http://schemas.openxmlformats.org/officeDocument/2006/relationships" xmlns:p="http://schemas.openxmlformats.org/presentationml/2006/main">
  <p:tag name="PPSPLIT_ID" val=" 44"/>
</p:tagLst>
</file>

<file path=ppt/tags/tag521.xml><?xml version="1.0" encoding="utf-8"?>
<p:tagLst xmlns:a="http://schemas.openxmlformats.org/drawingml/2006/main" xmlns:r="http://schemas.openxmlformats.org/officeDocument/2006/relationships" xmlns:p="http://schemas.openxmlformats.org/presentationml/2006/main">
  <p:tag name="PPSPLIT_ID" val=" 49"/>
</p:tagLst>
</file>

<file path=ppt/tags/tag522.xml><?xml version="1.0" encoding="utf-8"?>
<p:tagLst xmlns:a="http://schemas.openxmlformats.org/drawingml/2006/main" xmlns:r="http://schemas.openxmlformats.org/officeDocument/2006/relationships" xmlns:p="http://schemas.openxmlformats.org/presentationml/2006/main">
  <p:tag name="PPSPLIT_ID" val=" 51"/>
</p:tagLst>
</file>

<file path=ppt/tags/tag523.xml><?xml version="1.0" encoding="utf-8"?>
<p:tagLst xmlns:a="http://schemas.openxmlformats.org/drawingml/2006/main" xmlns:r="http://schemas.openxmlformats.org/officeDocument/2006/relationships" xmlns:p="http://schemas.openxmlformats.org/presentationml/2006/main">
  <p:tag name="PPSPLIT_ID" val=" 53"/>
</p:tagLst>
</file>

<file path=ppt/tags/tag524.xml><?xml version="1.0" encoding="utf-8"?>
<p:tagLst xmlns:a="http://schemas.openxmlformats.org/drawingml/2006/main" xmlns:r="http://schemas.openxmlformats.org/officeDocument/2006/relationships" xmlns:p="http://schemas.openxmlformats.org/presentationml/2006/main">
  <p:tag name="PPSPLIT_ID" val=" 14"/>
</p:tagLst>
</file>

<file path=ppt/tags/tag525.xml><?xml version="1.0" encoding="utf-8"?>
<p:tagLst xmlns:a="http://schemas.openxmlformats.org/drawingml/2006/main" xmlns:r="http://schemas.openxmlformats.org/officeDocument/2006/relationships" xmlns:p="http://schemas.openxmlformats.org/presentationml/2006/main">
  <p:tag name="PPSPLIT_ID" val=" 15"/>
</p:tagLst>
</file>

<file path=ppt/tags/tag526.xml><?xml version="1.0" encoding="utf-8"?>
<p:tagLst xmlns:a="http://schemas.openxmlformats.org/drawingml/2006/main" xmlns:r="http://schemas.openxmlformats.org/officeDocument/2006/relationships" xmlns:p="http://schemas.openxmlformats.org/presentationml/2006/main">
  <p:tag name="PPSPLIT_ID" val=" 16"/>
</p:tagLst>
</file>

<file path=ppt/tags/tag527.xml><?xml version="1.0" encoding="utf-8"?>
<p:tagLst xmlns:a="http://schemas.openxmlformats.org/drawingml/2006/main" xmlns:r="http://schemas.openxmlformats.org/officeDocument/2006/relationships" xmlns:p="http://schemas.openxmlformats.org/presentationml/2006/main">
  <p:tag name="PPSPLIT_ID" val=" 20"/>
</p:tagLst>
</file>

<file path=ppt/tags/tag528.xml><?xml version="1.0" encoding="utf-8"?>
<p:tagLst xmlns:a="http://schemas.openxmlformats.org/drawingml/2006/main" xmlns:r="http://schemas.openxmlformats.org/officeDocument/2006/relationships" xmlns:p="http://schemas.openxmlformats.org/presentationml/2006/main">
  <p:tag name="PPSPLIT_ID" val=" 23"/>
</p:tagLst>
</file>

<file path=ppt/tags/tag529.xml><?xml version="1.0" encoding="utf-8"?>
<p:tagLst xmlns:a="http://schemas.openxmlformats.org/drawingml/2006/main" xmlns:r="http://schemas.openxmlformats.org/officeDocument/2006/relationships" xmlns:p="http://schemas.openxmlformats.org/presentationml/2006/main">
  <p:tag name="PPSPLIT_ID" val=" 25"/>
</p:tagLst>
</file>

<file path=ppt/tags/tag530.xml><?xml version="1.0" encoding="utf-8"?>
<p:tagLst xmlns:a="http://schemas.openxmlformats.org/drawingml/2006/main" xmlns:r="http://schemas.openxmlformats.org/officeDocument/2006/relationships" xmlns:p="http://schemas.openxmlformats.org/presentationml/2006/main">
  <p:tag name="PPSPLIT_ID" val=" 26"/>
</p:tagLst>
</file>

<file path=ppt/tags/tag531.xml><?xml version="1.0" encoding="utf-8"?>
<p:tagLst xmlns:a="http://schemas.openxmlformats.org/drawingml/2006/main" xmlns:r="http://schemas.openxmlformats.org/officeDocument/2006/relationships" xmlns:p="http://schemas.openxmlformats.org/presentationml/2006/main">
  <p:tag name="PPSPLIT_ID" val=" 27"/>
</p:tagLst>
</file>

<file path=ppt/tags/tag532.xml><?xml version="1.0" encoding="utf-8"?>
<p:tagLst xmlns:a="http://schemas.openxmlformats.org/drawingml/2006/main" xmlns:r="http://schemas.openxmlformats.org/officeDocument/2006/relationships" xmlns:p="http://schemas.openxmlformats.org/presentationml/2006/main">
  <p:tag name="PPSPLIT_ID" val=" 28"/>
</p:tagLst>
</file>

<file path=ppt/tags/tag533.xml><?xml version="1.0" encoding="utf-8"?>
<p:tagLst xmlns:a="http://schemas.openxmlformats.org/drawingml/2006/main" xmlns:r="http://schemas.openxmlformats.org/officeDocument/2006/relationships" xmlns:p="http://schemas.openxmlformats.org/presentationml/2006/main">
  <p:tag name="PPSPLIT_ID" val=" 7"/>
</p:tagLst>
</file>

<file path=ppt/tags/tag534.xml><?xml version="1.0" encoding="utf-8"?>
<p:tagLst xmlns:a="http://schemas.openxmlformats.org/drawingml/2006/main" xmlns:r="http://schemas.openxmlformats.org/officeDocument/2006/relationships" xmlns:p="http://schemas.openxmlformats.org/presentationml/2006/main">
  <p:tag name="PPSPLIT_ID" val=" 5"/>
</p:tagLst>
</file>

<file path=ppt/tags/tag535.xml><?xml version="1.0" encoding="utf-8"?>
<p:tagLst xmlns:a="http://schemas.openxmlformats.org/drawingml/2006/main" xmlns:r="http://schemas.openxmlformats.org/officeDocument/2006/relationships" xmlns:p="http://schemas.openxmlformats.org/presentationml/2006/main">
  <p:tag name="TIMING" val="|28.7|15.2|5.8|12.2|16.2|0.9"/>
  <p:tag name="PPSPLIT_SPLIT" val="1"/>
  <p:tag name="PPSPLIT_ORIGINALSLIDENUMBER" val="8"/>
  <p:tag name="PPSPLIT_DONE" val="1"/>
</p:tagLst>
</file>

<file path=ppt/tags/tag536.xml><?xml version="1.0" encoding="utf-8"?>
<p:tagLst xmlns:a="http://schemas.openxmlformats.org/drawingml/2006/main" xmlns:r="http://schemas.openxmlformats.org/officeDocument/2006/relationships" xmlns:p="http://schemas.openxmlformats.org/presentationml/2006/main">
  <p:tag name="PPSPLIT_ID" val=" 45"/>
</p:tagLst>
</file>

<file path=ppt/tags/tag537.xml><?xml version="1.0" encoding="utf-8"?>
<p:tagLst xmlns:a="http://schemas.openxmlformats.org/drawingml/2006/main" xmlns:r="http://schemas.openxmlformats.org/officeDocument/2006/relationships" xmlns:p="http://schemas.openxmlformats.org/presentationml/2006/main">
  <p:tag name="PPSPLIT_ID" val=" 46"/>
</p:tagLst>
</file>

<file path=ppt/tags/tag538.xml><?xml version="1.0" encoding="utf-8"?>
<p:tagLst xmlns:a="http://schemas.openxmlformats.org/drawingml/2006/main" xmlns:r="http://schemas.openxmlformats.org/officeDocument/2006/relationships" xmlns:p="http://schemas.openxmlformats.org/presentationml/2006/main">
  <p:tag name="PPSPLIT_ID" val=" 47"/>
</p:tagLst>
</file>

<file path=ppt/tags/tag539.xml><?xml version="1.0" encoding="utf-8"?>
<p:tagLst xmlns:a="http://schemas.openxmlformats.org/drawingml/2006/main" xmlns:r="http://schemas.openxmlformats.org/officeDocument/2006/relationships" xmlns:p="http://schemas.openxmlformats.org/presentationml/2006/main">
  <p:tag name="PPSPLIT_ID" val=" 19"/>
</p:tagLst>
</file>

<file path=ppt/tags/tag540.xml><?xml version="1.0" encoding="utf-8"?>
<p:tagLst xmlns:a="http://schemas.openxmlformats.org/drawingml/2006/main" xmlns:r="http://schemas.openxmlformats.org/officeDocument/2006/relationships" xmlns:p="http://schemas.openxmlformats.org/presentationml/2006/main">
  <p:tag name="PPSPLIT_ID" val=" 13"/>
</p:tagLst>
</file>

<file path=ppt/tags/tag541.xml><?xml version="1.0" encoding="utf-8"?>
<p:tagLst xmlns:a="http://schemas.openxmlformats.org/drawingml/2006/main" xmlns:r="http://schemas.openxmlformats.org/officeDocument/2006/relationships" xmlns:p="http://schemas.openxmlformats.org/presentationml/2006/main">
  <p:tag name="PPSPLIT_ID" val=" 11"/>
</p:tagLst>
</file>

<file path=ppt/tags/tag542.xml><?xml version="1.0" encoding="utf-8"?>
<p:tagLst xmlns:a="http://schemas.openxmlformats.org/drawingml/2006/main" xmlns:r="http://schemas.openxmlformats.org/officeDocument/2006/relationships" xmlns:p="http://schemas.openxmlformats.org/presentationml/2006/main">
  <p:tag name="PPSPLIT_ID" val=" 4"/>
</p:tagLst>
</file>

<file path=ppt/tags/tag543.xml><?xml version="1.0" encoding="utf-8"?>
<p:tagLst xmlns:a="http://schemas.openxmlformats.org/drawingml/2006/main" xmlns:r="http://schemas.openxmlformats.org/officeDocument/2006/relationships" xmlns:p="http://schemas.openxmlformats.org/presentationml/2006/main">
  <p:tag name="PPSPLIT_ID" val=" 9"/>
</p:tagLst>
</file>

<file path=ppt/tags/tag544.xml><?xml version="1.0" encoding="utf-8"?>
<p:tagLst xmlns:a="http://schemas.openxmlformats.org/drawingml/2006/main" xmlns:r="http://schemas.openxmlformats.org/officeDocument/2006/relationships" xmlns:p="http://schemas.openxmlformats.org/presentationml/2006/main">
  <p:tag name="PPSPLIT_ID" val=" 10"/>
</p:tagLst>
</file>

<file path=ppt/tags/tag545.xml><?xml version="1.0" encoding="utf-8"?>
<p:tagLst xmlns:a="http://schemas.openxmlformats.org/drawingml/2006/main" xmlns:r="http://schemas.openxmlformats.org/officeDocument/2006/relationships" xmlns:p="http://schemas.openxmlformats.org/presentationml/2006/main">
  <p:tag name="PPSPLIT_ID" val=" 18"/>
</p:tagLst>
</file>

<file path=ppt/tags/tag546.xml><?xml version="1.0" encoding="utf-8"?>
<p:tagLst xmlns:a="http://schemas.openxmlformats.org/drawingml/2006/main" xmlns:r="http://schemas.openxmlformats.org/officeDocument/2006/relationships" xmlns:p="http://schemas.openxmlformats.org/presentationml/2006/main">
  <p:tag name="PPSPLIT_ID" val=" 24"/>
</p:tagLst>
</file>

<file path=ppt/tags/tag547.xml><?xml version="1.0" encoding="utf-8"?>
<p:tagLst xmlns:a="http://schemas.openxmlformats.org/drawingml/2006/main" xmlns:r="http://schemas.openxmlformats.org/officeDocument/2006/relationships" xmlns:p="http://schemas.openxmlformats.org/presentationml/2006/main">
  <p:tag name="PPSPLIT_ID" val=" 8"/>
</p:tagLst>
</file>

<file path=ppt/tags/tag548.xml><?xml version="1.0" encoding="utf-8"?>
<p:tagLst xmlns:a="http://schemas.openxmlformats.org/drawingml/2006/main" xmlns:r="http://schemas.openxmlformats.org/officeDocument/2006/relationships" xmlns:p="http://schemas.openxmlformats.org/presentationml/2006/main">
  <p:tag name="PPSPLIT_ID" val=" 182"/>
</p:tagLst>
</file>

<file path=ppt/tags/tag549.xml><?xml version="1.0" encoding="utf-8"?>
<p:tagLst xmlns:a="http://schemas.openxmlformats.org/drawingml/2006/main" xmlns:r="http://schemas.openxmlformats.org/officeDocument/2006/relationships" xmlns:p="http://schemas.openxmlformats.org/presentationml/2006/main">
  <p:tag name="PPSPLIT_ID" val=" 2"/>
</p:tagLst>
</file>

<file path=ppt/tags/tag550.xml><?xml version="1.0" encoding="utf-8"?>
<p:tagLst xmlns:a="http://schemas.openxmlformats.org/drawingml/2006/main" xmlns:r="http://schemas.openxmlformats.org/officeDocument/2006/relationships" xmlns:p="http://schemas.openxmlformats.org/presentationml/2006/main">
  <p:tag name="PPSPLIT_ID" val=" 44"/>
</p:tagLst>
</file>

<file path=ppt/tags/tag551.xml><?xml version="1.0" encoding="utf-8"?>
<p:tagLst xmlns:a="http://schemas.openxmlformats.org/drawingml/2006/main" xmlns:r="http://schemas.openxmlformats.org/officeDocument/2006/relationships" xmlns:p="http://schemas.openxmlformats.org/presentationml/2006/main">
  <p:tag name="PPSPLIT_ID" val=" 49"/>
</p:tagLst>
</file>

<file path=ppt/tags/tag552.xml><?xml version="1.0" encoding="utf-8"?>
<p:tagLst xmlns:a="http://schemas.openxmlformats.org/drawingml/2006/main" xmlns:r="http://schemas.openxmlformats.org/officeDocument/2006/relationships" xmlns:p="http://schemas.openxmlformats.org/presentationml/2006/main">
  <p:tag name="PPSPLIT_ID" val=" 51"/>
</p:tagLst>
</file>

<file path=ppt/tags/tag553.xml><?xml version="1.0" encoding="utf-8"?>
<p:tagLst xmlns:a="http://schemas.openxmlformats.org/drawingml/2006/main" xmlns:r="http://schemas.openxmlformats.org/officeDocument/2006/relationships" xmlns:p="http://schemas.openxmlformats.org/presentationml/2006/main">
  <p:tag name="PPSPLIT_ID" val=" 53"/>
</p:tagLst>
</file>

<file path=ppt/tags/tag554.xml><?xml version="1.0" encoding="utf-8"?>
<p:tagLst xmlns:a="http://schemas.openxmlformats.org/drawingml/2006/main" xmlns:r="http://schemas.openxmlformats.org/officeDocument/2006/relationships" xmlns:p="http://schemas.openxmlformats.org/presentationml/2006/main">
  <p:tag name="PPSPLIT_ID" val=" 14"/>
</p:tagLst>
</file>

<file path=ppt/tags/tag555.xml><?xml version="1.0" encoding="utf-8"?>
<p:tagLst xmlns:a="http://schemas.openxmlformats.org/drawingml/2006/main" xmlns:r="http://schemas.openxmlformats.org/officeDocument/2006/relationships" xmlns:p="http://schemas.openxmlformats.org/presentationml/2006/main">
  <p:tag name="PPSPLIT_ID" val=" 15"/>
</p:tagLst>
</file>

<file path=ppt/tags/tag556.xml><?xml version="1.0" encoding="utf-8"?>
<p:tagLst xmlns:a="http://schemas.openxmlformats.org/drawingml/2006/main" xmlns:r="http://schemas.openxmlformats.org/officeDocument/2006/relationships" xmlns:p="http://schemas.openxmlformats.org/presentationml/2006/main">
  <p:tag name="PPSPLIT_ID" val=" 16"/>
</p:tagLst>
</file>

<file path=ppt/tags/tag557.xml><?xml version="1.0" encoding="utf-8"?>
<p:tagLst xmlns:a="http://schemas.openxmlformats.org/drawingml/2006/main" xmlns:r="http://schemas.openxmlformats.org/officeDocument/2006/relationships" xmlns:p="http://schemas.openxmlformats.org/presentationml/2006/main">
  <p:tag name="PPSPLIT_ID" val=" 20"/>
</p:tagLst>
</file>

<file path=ppt/tags/tag558.xml><?xml version="1.0" encoding="utf-8"?>
<p:tagLst xmlns:a="http://schemas.openxmlformats.org/drawingml/2006/main" xmlns:r="http://schemas.openxmlformats.org/officeDocument/2006/relationships" xmlns:p="http://schemas.openxmlformats.org/presentationml/2006/main">
  <p:tag name="PPSPLIT_ID" val=" 23"/>
</p:tagLst>
</file>

<file path=ppt/tags/tag559.xml><?xml version="1.0" encoding="utf-8"?>
<p:tagLst xmlns:a="http://schemas.openxmlformats.org/drawingml/2006/main" xmlns:r="http://schemas.openxmlformats.org/officeDocument/2006/relationships" xmlns:p="http://schemas.openxmlformats.org/presentationml/2006/main">
  <p:tag name="PPSPLIT_ID" val=" 25"/>
</p:tagLst>
</file>

<file path=ppt/tags/tag560.xml><?xml version="1.0" encoding="utf-8"?>
<p:tagLst xmlns:a="http://schemas.openxmlformats.org/drawingml/2006/main" xmlns:r="http://schemas.openxmlformats.org/officeDocument/2006/relationships" xmlns:p="http://schemas.openxmlformats.org/presentationml/2006/main">
  <p:tag name="PPSPLIT_ID" val=" 26"/>
</p:tagLst>
</file>

<file path=ppt/tags/tag561.xml><?xml version="1.0" encoding="utf-8"?>
<p:tagLst xmlns:a="http://schemas.openxmlformats.org/drawingml/2006/main" xmlns:r="http://schemas.openxmlformats.org/officeDocument/2006/relationships" xmlns:p="http://schemas.openxmlformats.org/presentationml/2006/main">
  <p:tag name="PPSPLIT_ID" val=" 27"/>
</p:tagLst>
</file>

<file path=ppt/tags/tag562.xml><?xml version="1.0" encoding="utf-8"?>
<p:tagLst xmlns:a="http://schemas.openxmlformats.org/drawingml/2006/main" xmlns:r="http://schemas.openxmlformats.org/officeDocument/2006/relationships" xmlns:p="http://schemas.openxmlformats.org/presentationml/2006/main">
  <p:tag name="PPSPLIT_ID" val=" 28"/>
</p:tagLst>
</file>

<file path=ppt/tags/tag563.xml><?xml version="1.0" encoding="utf-8"?>
<p:tagLst xmlns:a="http://schemas.openxmlformats.org/drawingml/2006/main" xmlns:r="http://schemas.openxmlformats.org/officeDocument/2006/relationships" xmlns:p="http://schemas.openxmlformats.org/presentationml/2006/main">
  <p:tag name="PPSPLIT_ID" val=" 30"/>
</p:tagLst>
</file>

<file path=ppt/tags/tag564.xml><?xml version="1.0" encoding="utf-8"?>
<p:tagLst xmlns:a="http://schemas.openxmlformats.org/drawingml/2006/main" xmlns:r="http://schemas.openxmlformats.org/officeDocument/2006/relationships" xmlns:p="http://schemas.openxmlformats.org/presentationml/2006/main">
  <p:tag name="PPSPLIT_ID" val=" 7"/>
</p:tagLst>
</file>

<file path=ppt/tags/tag565.xml><?xml version="1.0" encoding="utf-8"?>
<p:tagLst xmlns:a="http://schemas.openxmlformats.org/drawingml/2006/main" xmlns:r="http://schemas.openxmlformats.org/officeDocument/2006/relationships" xmlns:p="http://schemas.openxmlformats.org/presentationml/2006/main">
  <p:tag name="PPSPLIT_ID" val=" 5"/>
</p:tagLst>
</file>

<file path=ppt/tags/tag566.xml><?xml version="1.0" encoding="utf-8"?>
<p:tagLst xmlns:a="http://schemas.openxmlformats.org/drawingml/2006/main" xmlns:r="http://schemas.openxmlformats.org/officeDocument/2006/relationships" xmlns:p="http://schemas.openxmlformats.org/presentationml/2006/main">
  <p:tag name="TIMING" val="|28.7|15.2|5.8|12.2|16.2|0.9"/>
  <p:tag name="PPSPLIT_SPLIT" val="1"/>
  <p:tag name="PPSPLIT_ORIGINALSLIDENUMBER" val="8"/>
</p:tagLst>
</file>

<file path=ppt/tags/tag567.xml><?xml version="1.0" encoding="utf-8"?>
<p:tagLst xmlns:a="http://schemas.openxmlformats.org/drawingml/2006/main" xmlns:r="http://schemas.openxmlformats.org/officeDocument/2006/relationships" xmlns:p="http://schemas.openxmlformats.org/presentationml/2006/main">
  <p:tag name="PPSPLIT_ID" val=" 45"/>
</p:tagLst>
</file>

<file path=ppt/tags/tag568.xml><?xml version="1.0" encoding="utf-8"?>
<p:tagLst xmlns:a="http://schemas.openxmlformats.org/drawingml/2006/main" xmlns:r="http://schemas.openxmlformats.org/officeDocument/2006/relationships" xmlns:p="http://schemas.openxmlformats.org/presentationml/2006/main">
  <p:tag name="PPSPLIT_ID" val=" 46"/>
</p:tagLst>
</file>

<file path=ppt/tags/tag569.xml><?xml version="1.0" encoding="utf-8"?>
<p:tagLst xmlns:a="http://schemas.openxmlformats.org/drawingml/2006/main" xmlns:r="http://schemas.openxmlformats.org/officeDocument/2006/relationships" xmlns:p="http://schemas.openxmlformats.org/presentationml/2006/main">
  <p:tag name="PPSPLIT_ID" val=" 47"/>
</p:tagLst>
</file>

<file path=ppt/tags/tag570.xml><?xml version="1.0" encoding="utf-8"?>
<p:tagLst xmlns:a="http://schemas.openxmlformats.org/drawingml/2006/main" xmlns:r="http://schemas.openxmlformats.org/officeDocument/2006/relationships" xmlns:p="http://schemas.openxmlformats.org/presentationml/2006/main">
  <p:tag name="PPSPLIT_ID" val=" 19"/>
</p:tagLst>
</file>

<file path=ppt/tags/tag571.xml><?xml version="1.0" encoding="utf-8"?>
<p:tagLst xmlns:a="http://schemas.openxmlformats.org/drawingml/2006/main" xmlns:r="http://schemas.openxmlformats.org/officeDocument/2006/relationships" xmlns:p="http://schemas.openxmlformats.org/presentationml/2006/main">
  <p:tag name="PPSPLIT_ID" val=" 13"/>
</p:tagLst>
</file>

<file path=ppt/tags/tag572.xml><?xml version="1.0" encoding="utf-8"?>
<p:tagLst xmlns:a="http://schemas.openxmlformats.org/drawingml/2006/main" xmlns:r="http://schemas.openxmlformats.org/officeDocument/2006/relationships" xmlns:p="http://schemas.openxmlformats.org/presentationml/2006/main">
  <p:tag name="PPSPLIT_ID" val=" 11"/>
</p:tagLst>
</file>

<file path=ppt/tags/tag573.xml><?xml version="1.0" encoding="utf-8"?>
<p:tagLst xmlns:a="http://schemas.openxmlformats.org/drawingml/2006/main" xmlns:r="http://schemas.openxmlformats.org/officeDocument/2006/relationships" xmlns:p="http://schemas.openxmlformats.org/presentationml/2006/main">
  <p:tag name="PPSPLIT_ID" val=" 4"/>
</p:tagLst>
</file>

<file path=ppt/tags/tag574.xml><?xml version="1.0" encoding="utf-8"?>
<p:tagLst xmlns:a="http://schemas.openxmlformats.org/drawingml/2006/main" xmlns:r="http://schemas.openxmlformats.org/officeDocument/2006/relationships" xmlns:p="http://schemas.openxmlformats.org/presentationml/2006/main">
  <p:tag name="PPSPLIT_ID" val=" 9"/>
</p:tagLst>
</file>

<file path=ppt/tags/tag575.xml><?xml version="1.0" encoding="utf-8"?>
<p:tagLst xmlns:a="http://schemas.openxmlformats.org/drawingml/2006/main" xmlns:r="http://schemas.openxmlformats.org/officeDocument/2006/relationships" xmlns:p="http://schemas.openxmlformats.org/presentationml/2006/main">
  <p:tag name="PPSPLIT_ID" val=" 10"/>
</p:tagLst>
</file>

<file path=ppt/tags/tag576.xml><?xml version="1.0" encoding="utf-8"?>
<p:tagLst xmlns:a="http://schemas.openxmlformats.org/drawingml/2006/main" xmlns:r="http://schemas.openxmlformats.org/officeDocument/2006/relationships" xmlns:p="http://schemas.openxmlformats.org/presentationml/2006/main">
  <p:tag name="PPSPLIT_ID" val=" 18"/>
</p:tagLst>
</file>

<file path=ppt/tags/tag577.xml><?xml version="1.0" encoding="utf-8"?>
<p:tagLst xmlns:a="http://schemas.openxmlformats.org/drawingml/2006/main" xmlns:r="http://schemas.openxmlformats.org/officeDocument/2006/relationships" xmlns:p="http://schemas.openxmlformats.org/presentationml/2006/main">
  <p:tag name="PPSPLIT_ID" val=" 24"/>
</p:tagLst>
</file>

<file path=ppt/tags/tag578.xml><?xml version="1.0" encoding="utf-8"?>
<p:tagLst xmlns:a="http://schemas.openxmlformats.org/drawingml/2006/main" xmlns:r="http://schemas.openxmlformats.org/officeDocument/2006/relationships" xmlns:p="http://schemas.openxmlformats.org/presentationml/2006/main">
  <p:tag name="PPSPLIT_ID" val=" 8"/>
</p:tagLst>
</file>

<file path=ppt/tags/tag579.xml><?xml version="1.0" encoding="utf-8"?>
<p:tagLst xmlns:a="http://schemas.openxmlformats.org/drawingml/2006/main" xmlns:r="http://schemas.openxmlformats.org/officeDocument/2006/relationships" xmlns:p="http://schemas.openxmlformats.org/presentationml/2006/main">
  <p:tag name="PPSPLIT_ID" val=" 182"/>
</p:tagLst>
</file>

<file path=ppt/tags/tag580.xml><?xml version="1.0" encoding="utf-8"?>
<p:tagLst xmlns:a="http://schemas.openxmlformats.org/drawingml/2006/main" xmlns:r="http://schemas.openxmlformats.org/officeDocument/2006/relationships" xmlns:p="http://schemas.openxmlformats.org/presentationml/2006/main">
  <p:tag name="PPSPLIT_ID" val=" 2"/>
</p:tagLst>
</file>

<file path=ppt/tags/tag581.xml><?xml version="1.0" encoding="utf-8"?>
<p:tagLst xmlns:a="http://schemas.openxmlformats.org/drawingml/2006/main" xmlns:r="http://schemas.openxmlformats.org/officeDocument/2006/relationships" xmlns:p="http://schemas.openxmlformats.org/presentationml/2006/main">
  <p:tag name="PPSPLIT_ID" val=" 44"/>
</p:tagLst>
</file>

<file path=ppt/tags/tag582.xml><?xml version="1.0" encoding="utf-8"?>
<p:tagLst xmlns:a="http://schemas.openxmlformats.org/drawingml/2006/main" xmlns:r="http://schemas.openxmlformats.org/officeDocument/2006/relationships" xmlns:p="http://schemas.openxmlformats.org/presentationml/2006/main">
  <p:tag name="PPSPLIT_ID" val=" 49"/>
</p:tagLst>
</file>

<file path=ppt/tags/tag583.xml><?xml version="1.0" encoding="utf-8"?>
<p:tagLst xmlns:a="http://schemas.openxmlformats.org/drawingml/2006/main" xmlns:r="http://schemas.openxmlformats.org/officeDocument/2006/relationships" xmlns:p="http://schemas.openxmlformats.org/presentationml/2006/main">
  <p:tag name="PPSPLIT_ID" val=" 51"/>
</p:tagLst>
</file>

<file path=ppt/tags/tag584.xml><?xml version="1.0" encoding="utf-8"?>
<p:tagLst xmlns:a="http://schemas.openxmlformats.org/drawingml/2006/main" xmlns:r="http://schemas.openxmlformats.org/officeDocument/2006/relationships" xmlns:p="http://schemas.openxmlformats.org/presentationml/2006/main">
  <p:tag name="PPSPLIT_ID" val=" 53"/>
</p:tagLst>
</file>

<file path=ppt/tags/tag585.xml><?xml version="1.0" encoding="utf-8"?>
<p:tagLst xmlns:a="http://schemas.openxmlformats.org/drawingml/2006/main" xmlns:r="http://schemas.openxmlformats.org/officeDocument/2006/relationships" xmlns:p="http://schemas.openxmlformats.org/presentationml/2006/main">
  <p:tag name="PPSPLIT_ID" val=" 31"/>
</p:tagLst>
</file>

<file path=ppt/tags/tag586.xml><?xml version="1.0" encoding="utf-8"?>
<p:tagLst xmlns:a="http://schemas.openxmlformats.org/drawingml/2006/main" xmlns:r="http://schemas.openxmlformats.org/officeDocument/2006/relationships" xmlns:p="http://schemas.openxmlformats.org/presentationml/2006/main">
  <p:tag name="PPSPLIT_ID" val=" 32"/>
</p:tagLst>
</file>

<file path=ppt/tags/tag587.xml><?xml version="1.0" encoding="utf-8"?>
<p:tagLst xmlns:a="http://schemas.openxmlformats.org/drawingml/2006/main" xmlns:r="http://schemas.openxmlformats.org/officeDocument/2006/relationships" xmlns:p="http://schemas.openxmlformats.org/presentationml/2006/main">
  <p:tag name="PPSPLIT_ID" val=" 14"/>
</p:tagLst>
</file>

<file path=ppt/tags/tag588.xml><?xml version="1.0" encoding="utf-8"?>
<p:tagLst xmlns:a="http://schemas.openxmlformats.org/drawingml/2006/main" xmlns:r="http://schemas.openxmlformats.org/officeDocument/2006/relationships" xmlns:p="http://schemas.openxmlformats.org/presentationml/2006/main">
  <p:tag name="PPSPLIT_ID" val=" 15"/>
</p:tagLst>
</file>

<file path=ppt/tags/tag589.xml><?xml version="1.0" encoding="utf-8"?>
<p:tagLst xmlns:a="http://schemas.openxmlformats.org/drawingml/2006/main" xmlns:r="http://schemas.openxmlformats.org/officeDocument/2006/relationships" xmlns:p="http://schemas.openxmlformats.org/presentationml/2006/main">
  <p:tag name="PPSPLIT_ID" val=" 16"/>
</p:tagLst>
</file>

<file path=ppt/tags/tag590.xml><?xml version="1.0" encoding="utf-8"?>
<p:tagLst xmlns:a="http://schemas.openxmlformats.org/drawingml/2006/main" xmlns:r="http://schemas.openxmlformats.org/officeDocument/2006/relationships" xmlns:p="http://schemas.openxmlformats.org/presentationml/2006/main">
  <p:tag name="PPSPLIT_ID" val=" 20"/>
</p:tagLst>
</file>

<file path=ppt/tags/tag591.xml><?xml version="1.0" encoding="utf-8"?>
<p:tagLst xmlns:a="http://schemas.openxmlformats.org/drawingml/2006/main" xmlns:r="http://schemas.openxmlformats.org/officeDocument/2006/relationships" xmlns:p="http://schemas.openxmlformats.org/presentationml/2006/main">
  <p:tag name="PPSPLIT_ID" val=" 23"/>
</p:tagLst>
</file>

<file path=ppt/tags/tag592.xml><?xml version="1.0" encoding="utf-8"?>
<p:tagLst xmlns:a="http://schemas.openxmlformats.org/drawingml/2006/main" xmlns:r="http://schemas.openxmlformats.org/officeDocument/2006/relationships" xmlns:p="http://schemas.openxmlformats.org/presentationml/2006/main">
  <p:tag name="PPSPLIT_ID" val=" 25"/>
</p:tagLst>
</file>

<file path=ppt/tags/tag593.xml><?xml version="1.0" encoding="utf-8"?>
<p:tagLst xmlns:a="http://schemas.openxmlformats.org/drawingml/2006/main" xmlns:r="http://schemas.openxmlformats.org/officeDocument/2006/relationships" xmlns:p="http://schemas.openxmlformats.org/presentationml/2006/main">
  <p:tag name="PPSPLIT_ID" val=" 26"/>
</p:tagLst>
</file>

<file path=ppt/tags/tag594.xml><?xml version="1.0" encoding="utf-8"?>
<p:tagLst xmlns:a="http://schemas.openxmlformats.org/drawingml/2006/main" xmlns:r="http://schemas.openxmlformats.org/officeDocument/2006/relationships" xmlns:p="http://schemas.openxmlformats.org/presentationml/2006/main">
  <p:tag name="PPSPLIT_ID" val=" 27"/>
</p:tagLst>
</file>

<file path=ppt/tags/tag595.xml><?xml version="1.0" encoding="utf-8"?>
<p:tagLst xmlns:a="http://schemas.openxmlformats.org/drawingml/2006/main" xmlns:r="http://schemas.openxmlformats.org/officeDocument/2006/relationships" xmlns:p="http://schemas.openxmlformats.org/presentationml/2006/main">
  <p:tag name="PPSPLIT_ID" val=" 28"/>
</p:tagLst>
</file>

<file path=ppt/tags/tag596.xml><?xml version="1.0" encoding="utf-8"?>
<p:tagLst xmlns:a="http://schemas.openxmlformats.org/drawingml/2006/main" xmlns:r="http://schemas.openxmlformats.org/officeDocument/2006/relationships" xmlns:p="http://schemas.openxmlformats.org/presentationml/2006/main">
  <p:tag name="PPSPLIT_ID" val=" 30"/>
</p:tagLst>
</file>

<file path=ppt/tags/tag597.xml><?xml version="1.0" encoding="utf-8"?>
<p:tagLst xmlns:a="http://schemas.openxmlformats.org/drawingml/2006/main" xmlns:r="http://schemas.openxmlformats.org/officeDocument/2006/relationships" xmlns:p="http://schemas.openxmlformats.org/presentationml/2006/main">
  <p:tag name="PPSPLIT_ID" val=" 7"/>
</p:tagLst>
</file>

<file path=ppt/tags/tag598.xml><?xml version="1.0" encoding="utf-8"?>
<p:tagLst xmlns:a="http://schemas.openxmlformats.org/drawingml/2006/main" xmlns:r="http://schemas.openxmlformats.org/officeDocument/2006/relationships" xmlns:p="http://schemas.openxmlformats.org/presentationml/2006/main">
  <p:tag name="PPSPLIT_ID" val=" 5"/>
</p:tagLst>
</file>

<file path=ppt/tags/tag599.xml><?xml version="1.0" encoding="utf-8"?>
<p:tagLst xmlns:a="http://schemas.openxmlformats.org/drawingml/2006/main" xmlns:r="http://schemas.openxmlformats.org/officeDocument/2006/relationships" xmlns:p="http://schemas.openxmlformats.org/presentationml/2006/main">
  <p:tag name="TIMING" val="|19.9"/>
  <p:tag name="PPSPLIT_SPLIT" val="1"/>
  <p:tag name="PPSPLIT_ORIGINALSLIDENUMBER" val="9"/>
  <p:tag name="PPSPLIT_DONE" val="1"/>
</p:tagLst>
</file>

<file path=ppt/tags/tag600.xml><?xml version="1.0" encoding="utf-8"?>
<p:tagLst xmlns:a="http://schemas.openxmlformats.org/drawingml/2006/main" xmlns:r="http://schemas.openxmlformats.org/officeDocument/2006/relationships" xmlns:p="http://schemas.openxmlformats.org/presentationml/2006/main">
  <p:tag name="PPSPLIT_ID" val=" 85"/>
</p:tagLst>
</file>

<file path=ppt/tags/tag601.xml><?xml version="1.0" encoding="utf-8"?>
<p:tagLst xmlns:a="http://schemas.openxmlformats.org/drawingml/2006/main" xmlns:r="http://schemas.openxmlformats.org/officeDocument/2006/relationships" xmlns:p="http://schemas.openxmlformats.org/presentationml/2006/main">
  <p:tag name="PPSPLIT_ID" val=" 4"/>
</p:tagLst>
</file>

<file path=ppt/tags/tag602.xml><?xml version="1.0" encoding="utf-8"?>
<p:tagLst xmlns:a="http://schemas.openxmlformats.org/drawingml/2006/main" xmlns:r="http://schemas.openxmlformats.org/officeDocument/2006/relationships" xmlns:p="http://schemas.openxmlformats.org/presentationml/2006/main">
  <p:tag name="PPSPLIT_ID" val=" 26"/>
</p:tagLst>
</file>

<file path=ppt/tags/tag603.xml><?xml version="1.0" encoding="utf-8"?>
<p:tagLst xmlns:a="http://schemas.openxmlformats.org/drawingml/2006/main" xmlns:r="http://schemas.openxmlformats.org/officeDocument/2006/relationships" xmlns:p="http://schemas.openxmlformats.org/presentationml/2006/main">
  <p:tag name="PPSPLIT_ID" val=" 27"/>
</p:tagLst>
</file>

<file path=ppt/tags/tag604.xml><?xml version="1.0" encoding="utf-8"?>
<p:tagLst xmlns:a="http://schemas.openxmlformats.org/drawingml/2006/main" xmlns:r="http://schemas.openxmlformats.org/officeDocument/2006/relationships" xmlns:p="http://schemas.openxmlformats.org/presentationml/2006/main">
  <p:tag name="PPSPLIT_ID" val=" 3"/>
</p:tagLst>
</file>

<file path=ppt/tags/tag605.xml><?xml version="1.0" encoding="utf-8"?>
<p:tagLst xmlns:a="http://schemas.openxmlformats.org/drawingml/2006/main" xmlns:r="http://schemas.openxmlformats.org/officeDocument/2006/relationships" xmlns:p="http://schemas.openxmlformats.org/presentationml/2006/main">
  <p:tag name="PPSPLIT_ID" val=" 43"/>
</p:tagLst>
</file>

<file path=ppt/tags/tag606.xml><?xml version="1.0" encoding="utf-8"?>
<p:tagLst xmlns:a="http://schemas.openxmlformats.org/drawingml/2006/main" xmlns:r="http://schemas.openxmlformats.org/officeDocument/2006/relationships" xmlns:p="http://schemas.openxmlformats.org/presentationml/2006/main">
  <p:tag name="PPSPLIT_ID" val=" 83"/>
</p:tagLst>
</file>

<file path=ppt/tags/tag607.xml><?xml version="1.0" encoding="utf-8"?>
<p:tagLst xmlns:a="http://schemas.openxmlformats.org/drawingml/2006/main" xmlns:r="http://schemas.openxmlformats.org/officeDocument/2006/relationships" xmlns:p="http://schemas.openxmlformats.org/presentationml/2006/main">
  <p:tag name="PPSPLIT_ID" val=" 15"/>
</p:tagLst>
</file>

<file path=ppt/tags/tag608.xml><?xml version="1.0" encoding="utf-8"?>
<p:tagLst xmlns:a="http://schemas.openxmlformats.org/drawingml/2006/main" xmlns:r="http://schemas.openxmlformats.org/officeDocument/2006/relationships" xmlns:p="http://schemas.openxmlformats.org/presentationml/2006/main">
  <p:tag name="PPSPLIT_ID" val=" 11"/>
</p:tagLst>
</file>

<file path=ppt/tags/tag609.xml><?xml version="1.0" encoding="utf-8"?>
<p:tagLst xmlns:a="http://schemas.openxmlformats.org/drawingml/2006/main" xmlns:r="http://schemas.openxmlformats.org/officeDocument/2006/relationships" xmlns:p="http://schemas.openxmlformats.org/presentationml/2006/main">
  <p:tag name="TIMING" val="|19.9"/>
  <p:tag name="PPSPLIT_SPLIT" val="1"/>
  <p:tag name="PPSPLIT_ORIGINALSLIDENUMBER" val="9"/>
</p:tagLst>
</file>

<file path=ppt/tags/tag610.xml><?xml version="1.0" encoding="utf-8"?>
<p:tagLst xmlns:a="http://schemas.openxmlformats.org/drawingml/2006/main" xmlns:r="http://schemas.openxmlformats.org/officeDocument/2006/relationships" xmlns:p="http://schemas.openxmlformats.org/presentationml/2006/main">
  <p:tag name="PPSPLIT_ID" val=" 85"/>
</p:tagLst>
</file>

<file path=ppt/tags/tag611.xml><?xml version="1.0" encoding="utf-8"?>
<p:tagLst xmlns:a="http://schemas.openxmlformats.org/drawingml/2006/main" xmlns:r="http://schemas.openxmlformats.org/officeDocument/2006/relationships" xmlns:p="http://schemas.openxmlformats.org/presentationml/2006/main">
  <p:tag name="PPSPLIT_ID" val=" 4"/>
</p:tagLst>
</file>

<file path=ppt/tags/tag612.xml><?xml version="1.0" encoding="utf-8"?>
<p:tagLst xmlns:a="http://schemas.openxmlformats.org/drawingml/2006/main" xmlns:r="http://schemas.openxmlformats.org/officeDocument/2006/relationships" xmlns:p="http://schemas.openxmlformats.org/presentationml/2006/main">
  <p:tag name="PPSPLIT_ID" val=" 26"/>
</p:tagLst>
</file>

<file path=ppt/tags/tag613.xml><?xml version="1.0" encoding="utf-8"?>
<p:tagLst xmlns:a="http://schemas.openxmlformats.org/drawingml/2006/main" xmlns:r="http://schemas.openxmlformats.org/officeDocument/2006/relationships" xmlns:p="http://schemas.openxmlformats.org/presentationml/2006/main">
  <p:tag name="PPSPLIT_ID" val=" 27"/>
</p:tagLst>
</file>

<file path=ppt/tags/tag614.xml><?xml version="1.0" encoding="utf-8"?>
<p:tagLst xmlns:a="http://schemas.openxmlformats.org/drawingml/2006/main" xmlns:r="http://schemas.openxmlformats.org/officeDocument/2006/relationships" xmlns:p="http://schemas.openxmlformats.org/presentationml/2006/main">
  <p:tag name="PPSPLIT_ID" val=" 6"/>
</p:tagLst>
</file>

<file path=ppt/tags/tag615.xml><?xml version="1.0" encoding="utf-8"?>
<p:tagLst xmlns:a="http://schemas.openxmlformats.org/drawingml/2006/main" xmlns:r="http://schemas.openxmlformats.org/officeDocument/2006/relationships" xmlns:p="http://schemas.openxmlformats.org/presentationml/2006/main">
  <p:tag name="PPSPLIT_ID" val=" 10"/>
</p:tagLst>
</file>

<file path=ppt/tags/tag616.xml><?xml version="1.0" encoding="utf-8"?>
<p:tagLst xmlns:a="http://schemas.openxmlformats.org/drawingml/2006/main" xmlns:r="http://schemas.openxmlformats.org/officeDocument/2006/relationships" xmlns:p="http://schemas.openxmlformats.org/presentationml/2006/main">
  <p:tag name="PPSPLIT_ID" val=" 12"/>
</p:tagLst>
</file>

<file path=ppt/tags/tag617.xml><?xml version="1.0" encoding="utf-8"?>
<p:tagLst xmlns:a="http://schemas.openxmlformats.org/drawingml/2006/main" xmlns:r="http://schemas.openxmlformats.org/officeDocument/2006/relationships" xmlns:p="http://schemas.openxmlformats.org/presentationml/2006/main">
  <p:tag name="PPSPLIT_ID" val=" 8"/>
</p:tagLst>
</file>

<file path=ppt/tags/tag618.xml><?xml version="1.0" encoding="utf-8"?>
<p:tagLst xmlns:a="http://schemas.openxmlformats.org/drawingml/2006/main" xmlns:r="http://schemas.openxmlformats.org/officeDocument/2006/relationships" xmlns:p="http://schemas.openxmlformats.org/presentationml/2006/main">
  <p:tag name="PPSPLIT_ID" val=" 3"/>
</p:tagLst>
</file>

<file path=ppt/tags/tag619.xml><?xml version="1.0" encoding="utf-8"?>
<p:tagLst xmlns:a="http://schemas.openxmlformats.org/drawingml/2006/main" xmlns:r="http://schemas.openxmlformats.org/officeDocument/2006/relationships" xmlns:p="http://schemas.openxmlformats.org/presentationml/2006/main">
  <p:tag name="PPSPLIT_ID" val=" 7"/>
</p:tagLst>
</file>

<file path=ppt/tags/tag620.xml><?xml version="1.0" encoding="utf-8"?>
<p:tagLst xmlns:a="http://schemas.openxmlformats.org/drawingml/2006/main" xmlns:r="http://schemas.openxmlformats.org/officeDocument/2006/relationships" xmlns:p="http://schemas.openxmlformats.org/presentationml/2006/main">
  <p:tag name="PPSPLIT_ID" val=" 83"/>
</p:tagLst>
</file>

<file path=ppt/tags/tag621.xml><?xml version="1.0" encoding="utf-8"?>
<p:tagLst xmlns:a="http://schemas.openxmlformats.org/drawingml/2006/main" xmlns:r="http://schemas.openxmlformats.org/officeDocument/2006/relationships" xmlns:p="http://schemas.openxmlformats.org/presentationml/2006/main">
  <p:tag name="PPSPLIT_ID" val=" 15"/>
</p:tagLst>
</file>

<file path=ppt/tags/tag622.xml><?xml version="1.0" encoding="utf-8"?>
<p:tagLst xmlns:a="http://schemas.openxmlformats.org/drawingml/2006/main" xmlns:r="http://schemas.openxmlformats.org/officeDocument/2006/relationships" xmlns:p="http://schemas.openxmlformats.org/presentationml/2006/main">
  <p:tag name="PPSPLIT_ID" val=" 11"/>
</p:tagLst>
</file>

<file path=ppt/tags/tag623.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10"/>
</p:tagLst>
</file>

<file path=ppt/tags/tag624.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11"/>
</p:tagLst>
</file>

<file path=ppt/tags/tag625.xml><?xml version="1.0" encoding="utf-8"?>
<p:tagLst xmlns:a="http://schemas.openxmlformats.org/drawingml/2006/main" xmlns:r="http://schemas.openxmlformats.org/officeDocument/2006/relationships" xmlns:p="http://schemas.openxmlformats.org/presentationml/2006/main">
  <p:tag name="TIMING" val="|19.1"/>
  <p:tag name="PPSPLIT_SPLIT" val="1"/>
  <p:tag name="PPSPLIT_ORIGINALSLIDENUMBER" val="12"/>
  <p:tag name="PPSPLIT_DONE" val="1"/>
</p:tagLst>
</file>

<file path=ppt/tags/tag626.xml><?xml version="1.0" encoding="utf-8"?>
<p:tagLst xmlns:a="http://schemas.openxmlformats.org/drawingml/2006/main" xmlns:r="http://schemas.openxmlformats.org/officeDocument/2006/relationships" xmlns:p="http://schemas.openxmlformats.org/presentationml/2006/main">
  <p:tag name="PPSPLIT_ID" val=" 4"/>
</p:tagLst>
</file>

<file path=ppt/tags/tag627.xml><?xml version="1.0" encoding="utf-8"?>
<p:tagLst xmlns:a="http://schemas.openxmlformats.org/drawingml/2006/main" xmlns:r="http://schemas.openxmlformats.org/officeDocument/2006/relationships" xmlns:p="http://schemas.openxmlformats.org/presentationml/2006/main">
  <p:tag name="PPSPLIT_ID" val=" 95"/>
</p:tagLst>
</file>

<file path=ppt/tags/tag628.xml><?xml version="1.0" encoding="utf-8"?>
<p:tagLst xmlns:a="http://schemas.openxmlformats.org/drawingml/2006/main" xmlns:r="http://schemas.openxmlformats.org/officeDocument/2006/relationships" xmlns:p="http://schemas.openxmlformats.org/presentationml/2006/main">
  <p:tag name="PPSPLIT_ID" val=" 26"/>
</p:tagLst>
</file>

<file path=ppt/tags/tag629.xml><?xml version="1.0" encoding="utf-8"?>
<p:tagLst xmlns:a="http://schemas.openxmlformats.org/drawingml/2006/main" xmlns:r="http://schemas.openxmlformats.org/officeDocument/2006/relationships" xmlns:p="http://schemas.openxmlformats.org/presentationml/2006/main">
  <p:tag name="PPSPLIT_ID" val=" 27"/>
</p:tagLst>
</file>

<file path=ppt/tags/tag630.xml><?xml version="1.0" encoding="utf-8"?>
<p:tagLst xmlns:a="http://schemas.openxmlformats.org/drawingml/2006/main" xmlns:r="http://schemas.openxmlformats.org/officeDocument/2006/relationships" xmlns:p="http://schemas.openxmlformats.org/presentationml/2006/main">
  <p:tag name="PPSPLIT_ID" val=" 8"/>
</p:tagLst>
</file>

<file path=ppt/tags/tag631.xml><?xml version="1.0" encoding="utf-8"?>
<p:tagLst xmlns:a="http://schemas.openxmlformats.org/drawingml/2006/main" xmlns:r="http://schemas.openxmlformats.org/officeDocument/2006/relationships" xmlns:p="http://schemas.openxmlformats.org/presentationml/2006/main">
  <p:tag name="PPSPLIT_ID" val=" 5"/>
</p:tagLst>
</file>

<file path=ppt/tags/tag632.xml><?xml version="1.0" encoding="utf-8"?>
<p:tagLst xmlns:a="http://schemas.openxmlformats.org/drawingml/2006/main" xmlns:r="http://schemas.openxmlformats.org/officeDocument/2006/relationships" xmlns:p="http://schemas.openxmlformats.org/presentationml/2006/main">
  <p:tag name="TIMING" val="|19.1"/>
  <p:tag name="PPSPLIT_SPLIT" val="1"/>
  <p:tag name="PPSPLIT_ORIGINALSLIDENUMBER" val="12"/>
</p:tagLst>
</file>

<file path=ppt/tags/tag633.xml><?xml version="1.0" encoding="utf-8"?>
<p:tagLst xmlns:a="http://schemas.openxmlformats.org/drawingml/2006/main" xmlns:r="http://schemas.openxmlformats.org/officeDocument/2006/relationships" xmlns:p="http://schemas.openxmlformats.org/presentationml/2006/main">
  <p:tag name="PPSPLIT_ID" val=" 96"/>
</p:tagLst>
</file>

<file path=ppt/tags/tag634.xml><?xml version="1.0" encoding="utf-8"?>
<p:tagLst xmlns:a="http://schemas.openxmlformats.org/drawingml/2006/main" xmlns:r="http://schemas.openxmlformats.org/officeDocument/2006/relationships" xmlns:p="http://schemas.openxmlformats.org/presentationml/2006/main">
  <p:tag name="PPSPLIT_ID" val=" 4"/>
</p:tagLst>
</file>

<file path=ppt/tags/tag635.xml><?xml version="1.0" encoding="utf-8"?>
<p:tagLst xmlns:a="http://schemas.openxmlformats.org/drawingml/2006/main" xmlns:r="http://schemas.openxmlformats.org/officeDocument/2006/relationships" xmlns:p="http://schemas.openxmlformats.org/presentationml/2006/main">
  <p:tag name="PPSPLIT_ID" val=" 95"/>
</p:tagLst>
</file>

<file path=ppt/tags/tag636.xml><?xml version="1.0" encoding="utf-8"?>
<p:tagLst xmlns:a="http://schemas.openxmlformats.org/drawingml/2006/main" xmlns:r="http://schemas.openxmlformats.org/officeDocument/2006/relationships" xmlns:p="http://schemas.openxmlformats.org/presentationml/2006/main">
  <p:tag name="PPSPLIT_ID" val=" 26"/>
</p:tagLst>
</file>

<file path=ppt/tags/tag637.xml><?xml version="1.0" encoding="utf-8"?>
<p:tagLst xmlns:a="http://schemas.openxmlformats.org/drawingml/2006/main" xmlns:r="http://schemas.openxmlformats.org/officeDocument/2006/relationships" xmlns:p="http://schemas.openxmlformats.org/presentationml/2006/main">
  <p:tag name="PPSPLIT_ID" val=" 27"/>
</p:tagLst>
</file>

<file path=ppt/tags/tag638.xml><?xml version="1.0" encoding="utf-8"?>
<p:tagLst xmlns:a="http://schemas.openxmlformats.org/drawingml/2006/main" xmlns:r="http://schemas.openxmlformats.org/officeDocument/2006/relationships" xmlns:p="http://schemas.openxmlformats.org/presentationml/2006/main">
  <p:tag name="PPSPLIT_ID" val=" 8"/>
</p:tagLst>
</file>

<file path=ppt/tags/tag639.xml><?xml version="1.0" encoding="utf-8"?>
<p:tagLst xmlns:a="http://schemas.openxmlformats.org/drawingml/2006/main" xmlns:r="http://schemas.openxmlformats.org/officeDocument/2006/relationships" xmlns:p="http://schemas.openxmlformats.org/presentationml/2006/main">
  <p:tag name="PPSPLIT_ID" val=" 5"/>
</p:tagLst>
</file>

<file path=ppt/tags/tag640.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13"/>
</p:tagLst>
</file>

<file path=ppt/tags/tag641.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14"/>
</p:tagLst>
</file>

<file path=ppt/tags/tag642.xml><?xml version="1.0" encoding="utf-8"?>
<p:tagLst xmlns:a="http://schemas.openxmlformats.org/drawingml/2006/main" xmlns:r="http://schemas.openxmlformats.org/officeDocument/2006/relationships" xmlns:p="http://schemas.openxmlformats.org/presentationml/2006/main">
  <p:tag name="TIMING" val="|17.9|39.1|45.8|3.9"/>
  <p:tag name="PPSPLIT_SPLIT" val="1"/>
  <p:tag name="PPSPLIT_ORIGINALSLIDENUMBER" val="15"/>
  <p:tag name="PPSPLIT_DONE" val="1"/>
</p:tagLst>
</file>

<file path=ppt/tags/tag643.xml><?xml version="1.0" encoding="utf-8"?>
<p:tagLst xmlns:a="http://schemas.openxmlformats.org/drawingml/2006/main" xmlns:r="http://schemas.openxmlformats.org/officeDocument/2006/relationships" xmlns:p="http://schemas.openxmlformats.org/presentationml/2006/main">
  <p:tag name="PPSPLIT_ID" val=" 7"/>
</p:tagLst>
</file>

<file path=ppt/tags/tag644.xml><?xml version="1.0" encoding="utf-8"?>
<p:tagLst xmlns:a="http://schemas.openxmlformats.org/drawingml/2006/main" xmlns:r="http://schemas.openxmlformats.org/officeDocument/2006/relationships" xmlns:p="http://schemas.openxmlformats.org/presentationml/2006/main">
  <p:tag name="PPSPLIT_ID" val=" 4"/>
</p:tagLst>
</file>

<file path=ppt/tags/tag645.xml><?xml version="1.0" encoding="utf-8"?>
<p:tagLst xmlns:a="http://schemas.openxmlformats.org/drawingml/2006/main" xmlns:r="http://schemas.openxmlformats.org/officeDocument/2006/relationships" xmlns:p="http://schemas.openxmlformats.org/presentationml/2006/main">
  <p:tag name="PPSPLIT_ID" val=" 2"/>
</p:tagLst>
</file>

<file path=ppt/tags/tag646.xml><?xml version="1.0" encoding="utf-8"?>
<p:tagLst xmlns:a="http://schemas.openxmlformats.org/drawingml/2006/main" xmlns:r="http://schemas.openxmlformats.org/officeDocument/2006/relationships" xmlns:p="http://schemas.openxmlformats.org/presentationml/2006/main">
  <p:tag name="PPSPLIT_ID" val=" 3"/>
</p:tagLst>
</file>

<file path=ppt/tags/tag647.xml><?xml version="1.0" encoding="utf-8"?>
<p:tagLst xmlns:a="http://schemas.openxmlformats.org/drawingml/2006/main" xmlns:r="http://schemas.openxmlformats.org/officeDocument/2006/relationships" xmlns:p="http://schemas.openxmlformats.org/presentationml/2006/main">
  <p:tag name="PPSPLIT_ID" val=" 6"/>
</p:tagLst>
</file>

<file path=ppt/tags/tag648.xml><?xml version="1.0" encoding="utf-8"?>
<p:tagLst xmlns:a="http://schemas.openxmlformats.org/drawingml/2006/main" xmlns:r="http://schemas.openxmlformats.org/officeDocument/2006/relationships" xmlns:p="http://schemas.openxmlformats.org/presentationml/2006/main">
  <p:tag name="PPSPLIT_ID" val=" 12"/>
</p:tagLst>
</file>

<file path=ppt/tags/tag649.xml><?xml version="1.0" encoding="utf-8"?>
<p:tagLst xmlns:a="http://schemas.openxmlformats.org/drawingml/2006/main" xmlns:r="http://schemas.openxmlformats.org/officeDocument/2006/relationships" xmlns:p="http://schemas.openxmlformats.org/presentationml/2006/main">
  <p:tag name="PPSPLIT_ID" val=" 16"/>
</p:tagLst>
</file>

<file path=ppt/tags/tag650.xml><?xml version="1.0" encoding="utf-8"?>
<p:tagLst xmlns:a="http://schemas.openxmlformats.org/drawingml/2006/main" xmlns:r="http://schemas.openxmlformats.org/officeDocument/2006/relationships" xmlns:p="http://schemas.openxmlformats.org/presentationml/2006/main">
  <p:tag name="PPSPLIT_ID" val=" 19"/>
</p:tagLst>
</file>

<file path=ppt/tags/tag651.xml><?xml version="1.0" encoding="utf-8"?>
<p:tagLst xmlns:a="http://schemas.openxmlformats.org/drawingml/2006/main" xmlns:r="http://schemas.openxmlformats.org/officeDocument/2006/relationships" xmlns:p="http://schemas.openxmlformats.org/presentationml/2006/main">
  <p:tag name="PPSPLIT_ID" val=" 23"/>
</p:tagLst>
</file>

<file path=ppt/tags/tag652.xml><?xml version="1.0" encoding="utf-8"?>
<p:tagLst xmlns:a="http://schemas.openxmlformats.org/drawingml/2006/main" xmlns:r="http://schemas.openxmlformats.org/officeDocument/2006/relationships" xmlns:p="http://schemas.openxmlformats.org/presentationml/2006/main">
  <p:tag name="PPSPLIT_ID" val=" 31"/>
</p:tagLst>
</file>

<file path=ppt/tags/tag653.xml><?xml version="1.0" encoding="utf-8"?>
<p:tagLst xmlns:a="http://schemas.openxmlformats.org/drawingml/2006/main" xmlns:r="http://schemas.openxmlformats.org/officeDocument/2006/relationships" xmlns:p="http://schemas.openxmlformats.org/presentationml/2006/main">
  <p:tag name="PPSPLIT_ID" val=" 33"/>
</p:tagLst>
</file>

<file path=ppt/tags/tag654.xml><?xml version="1.0" encoding="utf-8"?>
<p:tagLst xmlns:a="http://schemas.openxmlformats.org/drawingml/2006/main" xmlns:r="http://schemas.openxmlformats.org/officeDocument/2006/relationships" xmlns:p="http://schemas.openxmlformats.org/presentationml/2006/main">
  <p:tag name="PPSPLIT_ID" val=" 37"/>
</p:tagLst>
</file>

<file path=ppt/tags/tag655.xml><?xml version="1.0" encoding="utf-8"?>
<p:tagLst xmlns:a="http://schemas.openxmlformats.org/drawingml/2006/main" xmlns:r="http://schemas.openxmlformats.org/officeDocument/2006/relationships" xmlns:p="http://schemas.openxmlformats.org/presentationml/2006/main">
  <p:tag name="PPSPLIT_ID" val=" 42"/>
</p:tagLst>
</file>

<file path=ppt/tags/tag656.xml><?xml version="1.0" encoding="utf-8"?>
<p:tagLst xmlns:a="http://schemas.openxmlformats.org/drawingml/2006/main" xmlns:r="http://schemas.openxmlformats.org/officeDocument/2006/relationships" xmlns:p="http://schemas.openxmlformats.org/presentationml/2006/main">
  <p:tag name="PPSPLIT_ID" val=" 44"/>
</p:tagLst>
</file>

<file path=ppt/tags/tag657.xml><?xml version="1.0" encoding="utf-8"?>
<p:tagLst xmlns:a="http://schemas.openxmlformats.org/drawingml/2006/main" xmlns:r="http://schemas.openxmlformats.org/officeDocument/2006/relationships" xmlns:p="http://schemas.openxmlformats.org/presentationml/2006/main">
  <p:tag name="PPSPLIT_ID" val=" 46"/>
</p:tagLst>
</file>

<file path=ppt/tags/tag658.xml><?xml version="1.0" encoding="utf-8"?>
<p:tagLst xmlns:a="http://schemas.openxmlformats.org/drawingml/2006/main" xmlns:r="http://schemas.openxmlformats.org/officeDocument/2006/relationships" xmlns:p="http://schemas.openxmlformats.org/presentationml/2006/main">
  <p:tag name="PPSPLIT_ID" val=" 48"/>
</p:tagLst>
</file>

<file path=ppt/tags/tag659.xml><?xml version="1.0" encoding="utf-8"?>
<p:tagLst xmlns:a="http://schemas.openxmlformats.org/drawingml/2006/main" xmlns:r="http://schemas.openxmlformats.org/officeDocument/2006/relationships" xmlns:p="http://schemas.openxmlformats.org/presentationml/2006/main">
  <p:tag name="PPSPLIT_ID" val=" 50"/>
</p:tagLst>
</file>

<file path=ppt/tags/tag660.xml><?xml version="1.0" encoding="utf-8"?>
<p:tagLst xmlns:a="http://schemas.openxmlformats.org/drawingml/2006/main" xmlns:r="http://schemas.openxmlformats.org/officeDocument/2006/relationships" xmlns:p="http://schemas.openxmlformats.org/presentationml/2006/main">
  <p:tag name="PPSPLIT_ID" val=" 51"/>
</p:tagLst>
</file>

<file path=ppt/tags/tag661.xml><?xml version="1.0" encoding="utf-8"?>
<p:tagLst xmlns:a="http://schemas.openxmlformats.org/drawingml/2006/main" xmlns:r="http://schemas.openxmlformats.org/officeDocument/2006/relationships" xmlns:p="http://schemas.openxmlformats.org/presentationml/2006/main">
  <p:tag name="PPSPLIT_ID" val=" 24"/>
</p:tagLst>
</file>

<file path=ppt/tags/tag662.xml><?xml version="1.0" encoding="utf-8"?>
<p:tagLst xmlns:a="http://schemas.openxmlformats.org/drawingml/2006/main" xmlns:r="http://schemas.openxmlformats.org/officeDocument/2006/relationships" xmlns:p="http://schemas.openxmlformats.org/presentationml/2006/main">
  <p:tag name="PPSPLIT_ID" val=" 5"/>
</p:tagLst>
</file>

<file path=ppt/tags/tag663.xml><?xml version="1.0" encoding="utf-8"?>
<p:tagLst xmlns:a="http://schemas.openxmlformats.org/drawingml/2006/main" xmlns:r="http://schemas.openxmlformats.org/officeDocument/2006/relationships" xmlns:p="http://schemas.openxmlformats.org/presentationml/2006/main">
  <p:tag name="PPSPLIT_ID" val=" 14"/>
</p:tagLst>
</file>

<file path=ppt/tags/tag664.xml><?xml version="1.0" encoding="utf-8"?>
<p:tagLst xmlns:a="http://schemas.openxmlformats.org/drawingml/2006/main" xmlns:r="http://schemas.openxmlformats.org/officeDocument/2006/relationships" xmlns:p="http://schemas.openxmlformats.org/presentationml/2006/main">
  <p:tag name="PPSPLIT_ID" val=" 10"/>
</p:tagLst>
</file>

<file path=ppt/tags/tag665.xml><?xml version="1.0" encoding="utf-8"?>
<p:tagLst xmlns:a="http://schemas.openxmlformats.org/drawingml/2006/main" xmlns:r="http://schemas.openxmlformats.org/officeDocument/2006/relationships" xmlns:p="http://schemas.openxmlformats.org/presentationml/2006/main">
  <p:tag name="TIMING" val="|17.9|39.1|45.8|3.9"/>
  <p:tag name="PPSPLIT_SPLIT" val="1"/>
  <p:tag name="PPSPLIT_ORIGINALSLIDENUMBER" val="15"/>
  <p:tag name="PPSPLIT_DONE" val="1"/>
</p:tagLst>
</file>

<file path=ppt/tags/tag666.xml><?xml version="1.0" encoding="utf-8"?>
<p:tagLst xmlns:a="http://schemas.openxmlformats.org/drawingml/2006/main" xmlns:r="http://schemas.openxmlformats.org/officeDocument/2006/relationships" xmlns:p="http://schemas.openxmlformats.org/presentationml/2006/main">
  <p:tag name="PPSPLIT_ID" val=" 7"/>
</p:tagLst>
</file>

<file path=ppt/tags/tag667.xml><?xml version="1.0" encoding="utf-8"?>
<p:tagLst xmlns:a="http://schemas.openxmlformats.org/drawingml/2006/main" xmlns:r="http://schemas.openxmlformats.org/officeDocument/2006/relationships" xmlns:p="http://schemas.openxmlformats.org/presentationml/2006/main">
  <p:tag name="PPSPLIT_ID" val=" 4"/>
</p:tagLst>
</file>

<file path=ppt/tags/tag668.xml><?xml version="1.0" encoding="utf-8"?>
<p:tagLst xmlns:a="http://schemas.openxmlformats.org/drawingml/2006/main" xmlns:r="http://schemas.openxmlformats.org/officeDocument/2006/relationships" xmlns:p="http://schemas.openxmlformats.org/presentationml/2006/main">
  <p:tag name="PPSPLIT_ID" val=" 43"/>
</p:tagLst>
</file>

<file path=ppt/tags/tag669.xml><?xml version="1.0" encoding="utf-8"?>
<p:tagLst xmlns:a="http://schemas.openxmlformats.org/drawingml/2006/main" xmlns:r="http://schemas.openxmlformats.org/officeDocument/2006/relationships" xmlns:p="http://schemas.openxmlformats.org/presentationml/2006/main">
  <p:tag name="PPSPLIT_ID" val=" 2"/>
</p:tagLst>
</file>

<file path=ppt/tags/tag670.xml><?xml version="1.0" encoding="utf-8"?>
<p:tagLst xmlns:a="http://schemas.openxmlformats.org/drawingml/2006/main" xmlns:r="http://schemas.openxmlformats.org/officeDocument/2006/relationships" xmlns:p="http://schemas.openxmlformats.org/presentationml/2006/main">
  <p:tag name="PPSPLIT_ID" val=" 3"/>
</p:tagLst>
</file>

<file path=ppt/tags/tag671.xml><?xml version="1.0" encoding="utf-8"?>
<p:tagLst xmlns:a="http://schemas.openxmlformats.org/drawingml/2006/main" xmlns:r="http://schemas.openxmlformats.org/officeDocument/2006/relationships" xmlns:p="http://schemas.openxmlformats.org/presentationml/2006/main">
  <p:tag name="PPSPLIT_ID" val=" 6"/>
</p:tagLst>
</file>

<file path=ppt/tags/tag672.xml><?xml version="1.0" encoding="utf-8"?>
<p:tagLst xmlns:a="http://schemas.openxmlformats.org/drawingml/2006/main" xmlns:r="http://schemas.openxmlformats.org/officeDocument/2006/relationships" xmlns:p="http://schemas.openxmlformats.org/presentationml/2006/main">
  <p:tag name="PPSPLIT_ID" val=" 12"/>
</p:tagLst>
</file>

<file path=ppt/tags/tag673.xml><?xml version="1.0" encoding="utf-8"?>
<p:tagLst xmlns:a="http://schemas.openxmlformats.org/drawingml/2006/main" xmlns:r="http://schemas.openxmlformats.org/officeDocument/2006/relationships" xmlns:p="http://schemas.openxmlformats.org/presentationml/2006/main">
  <p:tag name="PPSPLIT_ID" val=" 16"/>
</p:tagLst>
</file>

<file path=ppt/tags/tag674.xml><?xml version="1.0" encoding="utf-8"?>
<p:tagLst xmlns:a="http://schemas.openxmlformats.org/drawingml/2006/main" xmlns:r="http://schemas.openxmlformats.org/officeDocument/2006/relationships" xmlns:p="http://schemas.openxmlformats.org/presentationml/2006/main">
  <p:tag name="PPSPLIT_ID" val=" 19"/>
</p:tagLst>
</file>

<file path=ppt/tags/tag675.xml><?xml version="1.0" encoding="utf-8"?>
<p:tagLst xmlns:a="http://schemas.openxmlformats.org/drawingml/2006/main" xmlns:r="http://schemas.openxmlformats.org/officeDocument/2006/relationships" xmlns:p="http://schemas.openxmlformats.org/presentationml/2006/main">
  <p:tag name="PPSPLIT_ID" val=" 23"/>
</p:tagLst>
</file>

<file path=ppt/tags/tag676.xml><?xml version="1.0" encoding="utf-8"?>
<p:tagLst xmlns:a="http://schemas.openxmlformats.org/drawingml/2006/main" xmlns:r="http://schemas.openxmlformats.org/officeDocument/2006/relationships" xmlns:p="http://schemas.openxmlformats.org/presentationml/2006/main">
  <p:tag name="PPSPLIT_ID" val=" 31"/>
</p:tagLst>
</file>

<file path=ppt/tags/tag677.xml><?xml version="1.0" encoding="utf-8"?>
<p:tagLst xmlns:a="http://schemas.openxmlformats.org/drawingml/2006/main" xmlns:r="http://schemas.openxmlformats.org/officeDocument/2006/relationships" xmlns:p="http://schemas.openxmlformats.org/presentationml/2006/main">
  <p:tag name="PPSPLIT_ID" val=" 33"/>
</p:tagLst>
</file>

<file path=ppt/tags/tag678.xml><?xml version="1.0" encoding="utf-8"?>
<p:tagLst xmlns:a="http://schemas.openxmlformats.org/drawingml/2006/main" xmlns:r="http://schemas.openxmlformats.org/officeDocument/2006/relationships" xmlns:p="http://schemas.openxmlformats.org/presentationml/2006/main">
  <p:tag name="PPSPLIT_ID" val=" 37"/>
</p:tagLst>
</file>

<file path=ppt/tags/tag679.xml><?xml version="1.0" encoding="utf-8"?>
<p:tagLst xmlns:a="http://schemas.openxmlformats.org/drawingml/2006/main" xmlns:r="http://schemas.openxmlformats.org/officeDocument/2006/relationships" xmlns:p="http://schemas.openxmlformats.org/presentationml/2006/main">
  <p:tag name="PPSPLIT_ID" val=" 42"/>
</p:tagLst>
</file>

<file path=ppt/tags/tag680.xml><?xml version="1.0" encoding="utf-8"?>
<p:tagLst xmlns:a="http://schemas.openxmlformats.org/drawingml/2006/main" xmlns:r="http://schemas.openxmlformats.org/officeDocument/2006/relationships" xmlns:p="http://schemas.openxmlformats.org/presentationml/2006/main">
  <p:tag name="PPSPLIT_ID" val=" 44"/>
</p:tagLst>
</file>

<file path=ppt/tags/tag681.xml><?xml version="1.0" encoding="utf-8"?>
<p:tagLst xmlns:a="http://schemas.openxmlformats.org/drawingml/2006/main" xmlns:r="http://schemas.openxmlformats.org/officeDocument/2006/relationships" xmlns:p="http://schemas.openxmlformats.org/presentationml/2006/main">
  <p:tag name="PPSPLIT_ID" val=" 46"/>
</p:tagLst>
</file>

<file path=ppt/tags/tag682.xml><?xml version="1.0" encoding="utf-8"?>
<p:tagLst xmlns:a="http://schemas.openxmlformats.org/drawingml/2006/main" xmlns:r="http://schemas.openxmlformats.org/officeDocument/2006/relationships" xmlns:p="http://schemas.openxmlformats.org/presentationml/2006/main">
  <p:tag name="PPSPLIT_ID" val=" 48"/>
</p:tagLst>
</file>

<file path=ppt/tags/tag683.xml><?xml version="1.0" encoding="utf-8"?>
<p:tagLst xmlns:a="http://schemas.openxmlformats.org/drawingml/2006/main" xmlns:r="http://schemas.openxmlformats.org/officeDocument/2006/relationships" xmlns:p="http://schemas.openxmlformats.org/presentationml/2006/main">
  <p:tag name="PPSPLIT_ID" val=" 50"/>
</p:tagLst>
</file>

<file path=ppt/tags/tag684.xml><?xml version="1.0" encoding="utf-8"?>
<p:tagLst xmlns:a="http://schemas.openxmlformats.org/drawingml/2006/main" xmlns:r="http://schemas.openxmlformats.org/officeDocument/2006/relationships" xmlns:p="http://schemas.openxmlformats.org/presentationml/2006/main">
  <p:tag name="PPSPLIT_ID" val=" 51"/>
</p:tagLst>
</file>

<file path=ppt/tags/tag685.xml><?xml version="1.0" encoding="utf-8"?>
<p:tagLst xmlns:a="http://schemas.openxmlformats.org/drawingml/2006/main" xmlns:r="http://schemas.openxmlformats.org/officeDocument/2006/relationships" xmlns:p="http://schemas.openxmlformats.org/presentationml/2006/main">
  <p:tag name="PPSPLIT_ID" val=" 24"/>
</p:tagLst>
</file>

<file path=ppt/tags/tag686.xml><?xml version="1.0" encoding="utf-8"?>
<p:tagLst xmlns:a="http://schemas.openxmlformats.org/drawingml/2006/main" xmlns:r="http://schemas.openxmlformats.org/officeDocument/2006/relationships" xmlns:p="http://schemas.openxmlformats.org/presentationml/2006/main">
  <p:tag name="PPSPLIT_ID" val=" 5"/>
</p:tagLst>
</file>

<file path=ppt/tags/tag687.xml><?xml version="1.0" encoding="utf-8"?>
<p:tagLst xmlns:a="http://schemas.openxmlformats.org/drawingml/2006/main" xmlns:r="http://schemas.openxmlformats.org/officeDocument/2006/relationships" xmlns:p="http://schemas.openxmlformats.org/presentationml/2006/main">
  <p:tag name="PPSPLIT_ID" val=" 14"/>
</p:tagLst>
</file>

<file path=ppt/tags/tag688.xml><?xml version="1.0" encoding="utf-8"?>
<p:tagLst xmlns:a="http://schemas.openxmlformats.org/drawingml/2006/main" xmlns:r="http://schemas.openxmlformats.org/officeDocument/2006/relationships" xmlns:p="http://schemas.openxmlformats.org/presentationml/2006/main">
  <p:tag name="PPSPLIT_ID" val=" 10"/>
</p:tagLst>
</file>

<file path=ppt/tags/tag689.xml><?xml version="1.0" encoding="utf-8"?>
<p:tagLst xmlns:a="http://schemas.openxmlformats.org/drawingml/2006/main" xmlns:r="http://schemas.openxmlformats.org/officeDocument/2006/relationships" xmlns:p="http://schemas.openxmlformats.org/presentationml/2006/main">
  <p:tag name="TIMING" val="|17.9|39.1|45.8|3.9"/>
  <p:tag name="PPSPLIT_SPLIT" val="1"/>
  <p:tag name="PPSPLIT_ORIGINALSLIDENUMBER" val="15"/>
  <p:tag name="PPSPLIT_DONE" val="1"/>
</p:tagLst>
</file>

<file path=ppt/tags/tag690.xml><?xml version="1.0" encoding="utf-8"?>
<p:tagLst xmlns:a="http://schemas.openxmlformats.org/drawingml/2006/main" xmlns:r="http://schemas.openxmlformats.org/officeDocument/2006/relationships" xmlns:p="http://schemas.openxmlformats.org/presentationml/2006/main">
  <p:tag name="PPSPLIT_ID" val=" 7"/>
</p:tagLst>
</file>

<file path=ppt/tags/tag691.xml><?xml version="1.0" encoding="utf-8"?>
<p:tagLst xmlns:a="http://schemas.openxmlformats.org/drawingml/2006/main" xmlns:r="http://schemas.openxmlformats.org/officeDocument/2006/relationships" xmlns:p="http://schemas.openxmlformats.org/presentationml/2006/main">
  <p:tag name="PPSPLIT_ID" val=" 55"/>
</p:tagLst>
</file>

<file path=ppt/tags/tag692.xml><?xml version="1.0" encoding="utf-8"?>
<p:tagLst xmlns:a="http://schemas.openxmlformats.org/drawingml/2006/main" xmlns:r="http://schemas.openxmlformats.org/officeDocument/2006/relationships" xmlns:p="http://schemas.openxmlformats.org/presentationml/2006/main">
  <p:tag name="PPSPLIT_ID" val=" 4"/>
</p:tagLst>
</file>

<file path=ppt/tags/tag693.xml><?xml version="1.0" encoding="utf-8"?>
<p:tagLst xmlns:a="http://schemas.openxmlformats.org/drawingml/2006/main" xmlns:r="http://schemas.openxmlformats.org/officeDocument/2006/relationships" xmlns:p="http://schemas.openxmlformats.org/presentationml/2006/main">
  <p:tag name="PPSPLIT_ID" val=" 43"/>
</p:tagLst>
</file>

<file path=ppt/tags/tag694.xml><?xml version="1.0" encoding="utf-8"?>
<p:tagLst xmlns:a="http://schemas.openxmlformats.org/drawingml/2006/main" xmlns:r="http://schemas.openxmlformats.org/officeDocument/2006/relationships" xmlns:p="http://schemas.openxmlformats.org/presentationml/2006/main">
  <p:tag name="PPSPLIT_ID" val=" 2"/>
</p:tagLst>
</file>

<file path=ppt/tags/tag695.xml><?xml version="1.0" encoding="utf-8"?>
<p:tagLst xmlns:a="http://schemas.openxmlformats.org/drawingml/2006/main" xmlns:r="http://schemas.openxmlformats.org/officeDocument/2006/relationships" xmlns:p="http://schemas.openxmlformats.org/presentationml/2006/main">
  <p:tag name="PPSPLIT_ID" val=" 3"/>
</p:tagLst>
</file>

<file path=ppt/tags/tag696.xml><?xml version="1.0" encoding="utf-8"?>
<p:tagLst xmlns:a="http://schemas.openxmlformats.org/drawingml/2006/main" xmlns:r="http://schemas.openxmlformats.org/officeDocument/2006/relationships" xmlns:p="http://schemas.openxmlformats.org/presentationml/2006/main">
  <p:tag name="PPSPLIT_ID" val=" 25"/>
</p:tagLst>
</file>

<file path=ppt/tags/tag697.xml><?xml version="1.0" encoding="utf-8"?>
<p:tagLst xmlns:a="http://schemas.openxmlformats.org/drawingml/2006/main" xmlns:r="http://schemas.openxmlformats.org/officeDocument/2006/relationships" xmlns:p="http://schemas.openxmlformats.org/presentationml/2006/main">
  <p:tag name="PPSPLIT_ID" val=" 6"/>
</p:tagLst>
</file>

<file path=ppt/tags/tag698.xml><?xml version="1.0" encoding="utf-8"?>
<p:tagLst xmlns:a="http://schemas.openxmlformats.org/drawingml/2006/main" xmlns:r="http://schemas.openxmlformats.org/officeDocument/2006/relationships" xmlns:p="http://schemas.openxmlformats.org/presentationml/2006/main">
  <p:tag name="PPSPLIT_ID" val=" 12"/>
</p:tagLst>
</file>

<file path=ppt/tags/tag699.xml><?xml version="1.0" encoding="utf-8"?>
<p:tagLst xmlns:a="http://schemas.openxmlformats.org/drawingml/2006/main" xmlns:r="http://schemas.openxmlformats.org/officeDocument/2006/relationships" xmlns:p="http://schemas.openxmlformats.org/presentationml/2006/main">
  <p:tag name="PPSPLIT_ID" val=" 16"/>
</p:tagLst>
</file>

<file path=ppt/tags/tag700.xml><?xml version="1.0" encoding="utf-8"?>
<p:tagLst xmlns:a="http://schemas.openxmlformats.org/drawingml/2006/main" xmlns:r="http://schemas.openxmlformats.org/officeDocument/2006/relationships" xmlns:p="http://schemas.openxmlformats.org/presentationml/2006/main">
  <p:tag name="PPSPLIT_ID" val=" 19"/>
</p:tagLst>
</file>

<file path=ppt/tags/tag701.xml><?xml version="1.0" encoding="utf-8"?>
<p:tagLst xmlns:a="http://schemas.openxmlformats.org/drawingml/2006/main" xmlns:r="http://schemas.openxmlformats.org/officeDocument/2006/relationships" xmlns:p="http://schemas.openxmlformats.org/presentationml/2006/main">
  <p:tag name="PPSPLIT_ID" val=" 23"/>
</p:tagLst>
</file>

<file path=ppt/tags/tag702.xml><?xml version="1.0" encoding="utf-8"?>
<p:tagLst xmlns:a="http://schemas.openxmlformats.org/drawingml/2006/main" xmlns:r="http://schemas.openxmlformats.org/officeDocument/2006/relationships" xmlns:p="http://schemas.openxmlformats.org/presentationml/2006/main">
  <p:tag name="PPSPLIT_ID" val=" 31"/>
</p:tagLst>
</file>

<file path=ppt/tags/tag703.xml><?xml version="1.0" encoding="utf-8"?>
<p:tagLst xmlns:a="http://schemas.openxmlformats.org/drawingml/2006/main" xmlns:r="http://schemas.openxmlformats.org/officeDocument/2006/relationships" xmlns:p="http://schemas.openxmlformats.org/presentationml/2006/main">
  <p:tag name="PPSPLIT_ID" val=" 33"/>
</p:tagLst>
</file>

<file path=ppt/tags/tag704.xml><?xml version="1.0" encoding="utf-8"?>
<p:tagLst xmlns:a="http://schemas.openxmlformats.org/drawingml/2006/main" xmlns:r="http://schemas.openxmlformats.org/officeDocument/2006/relationships" xmlns:p="http://schemas.openxmlformats.org/presentationml/2006/main">
  <p:tag name="PPSPLIT_ID" val=" 37"/>
</p:tagLst>
</file>

<file path=ppt/tags/tag705.xml><?xml version="1.0" encoding="utf-8"?>
<p:tagLst xmlns:a="http://schemas.openxmlformats.org/drawingml/2006/main" xmlns:r="http://schemas.openxmlformats.org/officeDocument/2006/relationships" xmlns:p="http://schemas.openxmlformats.org/presentationml/2006/main">
  <p:tag name="PPSPLIT_ID" val=" 42"/>
</p:tagLst>
</file>

<file path=ppt/tags/tag706.xml><?xml version="1.0" encoding="utf-8"?>
<p:tagLst xmlns:a="http://schemas.openxmlformats.org/drawingml/2006/main" xmlns:r="http://schemas.openxmlformats.org/officeDocument/2006/relationships" xmlns:p="http://schemas.openxmlformats.org/presentationml/2006/main">
  <p:tag name="PPSPLIT_ID" val=" 44"/>
</p:tagLst>
</file>

<file path=ppt/tags/tag707.xml><?xml version="1.0" encoding="utf-8"?>
<p:tagLst xmlns:a="http://schemas.openxmlformats.org/drawingml/2006/main" xmlns:r="http://schemas.openxmlformats.org/officeDocument/2006/relationships" xmlns:p="http://schemas.openxmlformats.org/presentationml/2006/main">
  <p:tag name="PPSPLIT_ID" val=" 46"/>
</p:tagLst>
</file>

<file path=ppt/tags/tag708.xml><?xml version="1.0" encoding="utf-8"?>
<p:tagLst xmlns:a="http://schemas.openxmlformats.org/drawingml/2006/main" xmlns:r="http://schemas.openxmlformats.org/officeDocument/2006/relationships" xmlns:p="http://schemas.openxmlformats.org/presentationml/2006/main">
  <p:tag name="PPSPLIT_ID" val=" 48"/>
</p:tagLst>
</file>

<file path=ppt/tags/tag709.xml><?xml version="1.0" encoding="utf-8"?>
<p:tagLst xmlns:a="http://schemas.openxmlformats.org/drawingml/2006/main" xmlns:r="http://schemas.openxmlformats.org/officeDocument/2006/relationships" xmlns:p="http://schemas.openxmlformats.org/presentationml/2006/main">
  <p:tag name="PPSPLIT_ID" val=" 50"/>
</p:tagLst>
</file>

<file path=ppt/tags/tag710.xml><?xml version="1.0" encoding="utf-8"?>
<p:tagLst xmlns:a="http://schemas.openxmlformats.org/drawingml/2006/main" xmlns:r="http://schemas.openxmlformats.org/officeDocument/2006/relationships" xmlns:p="http://schemas.openxmlformats.org/presentationml/2006/main">
  <p:tag name="PPSPLIT_ID" val=" 51"/>
</p:tagLst>
</file>

<file path=ppt/tags/tag711.xml><?xml version="1.0" encoding="utf-8"?>
<p:tagLst xmlns:a="http://schemas.openxmlformats.org/drawingml/2006/main" xmlns:r="http://schemas.openxmlformats.org/officeDocument/2006/relationships" xmlns:p="http://schemas.openxmlformats.org/presentationml/2006/main">
  <p:tag name="PPSPLIT_ID" val=" 24"/>
</p:tagLst>
</file>

<file path=ppt/tags/tag712.xml><?xml version="1.0" encoding="utf-8"?>
<p:tagLst xmlns:a="http://schemas.openxmlformats.org/drawingml/2006/main" xmlns:r="http://schemas.openxmlformats.org/officeDocument/2006/relationships" xmlns:p="http://schemas.openxmlformats.org/presentationml/2006/main">
  <p:tag name="PPSPLIT_ID" val=" 5"/>
</p:tagLst>
</file>

<file path=ppt/tags/tag713.xml><?xml version="1.0" encoding="utf-8"?>
<p:tagLst xmlns:a="http://schemas.openxmlformats.org/drawingml/2006/main" xmlns:r="http://schemas.openxmlformats.org/officeDocument/2006/relationships" xmlns:p="http://schemas.openxmlformats.org/presentationml/2006/main">
  <p:tag name="PPSPLIT_ID" val=" 14"/>
</p:tagLst>
</file>

<file path=ppt/tags/tag714.xml><?xml version="1.0" encoding="utf-8"?>
<p:tagLst xmlns:a="http://schemas.openxmlformats.org/drawingml/2006/main" xmlns:r="http://schemas.openxmlformats.org/officeDocument/2006/relationships" xmlns:p="http://schemas.openxmlformats.org/presentationml/2006/main">
  <p:tag name="PPSPLIT_ID" val=" 10"/>
</p:tagLst>
</file>

<file path=ppt/tags/tag715.xml><?xml version="1.0" encoding="utf-8"?>
<p:tagLst xmlns:a="http://schemas.openxmlformats.org/drawingml/2006/main" xmlns:r="http://schemas.openxmlformats.org/officeDocument/2006/relationships" xmlns:p="http://schemas.openxmlformats.org/presentationml/2006/main">
  <p:tag name="TIMING" val="|17.9|39.1|45.8|3.9"/>
  <p:tag name="PPSPLIT_SPLIT" val="1"/>
  <p:tag name="PPSPLIT_ORIGINALSLIDENUMBER" val="15"/>
  <p:tag name="PPSPLIT_DONE" val="1"/>
</p:tagLst>
</file>

<file path=ppt/tags/tag716.xml><?xml version="1.0" encoding="utf-8"?>
<p:tagLst xmlns:a="http://schemas.openxmlformats.org/drawingml/2006/main" xmlns:r="http://schemas.openxmlformats.org/officeDocument/2006/relationships" xmlns:p="http://schemas.openxmlformats.org/presentationml/2006/main">
  <p:tag name="PPSPLIT_ID" val=" 7"/>
</p:tagLst>
</file>

<file path=ppt/tags/tag717.xml><?xml version="1.0" encoding="utf-8"?>
<p:tagLst xmlns:a="http://schemas.openxmlformats.org/drawingml/2006/main" xmlns:r="http://schemas.openxmlformats.org/officeDocument/2006/relationships" xmlns:p="http://schemas.openxmlformats.org/presentationml/2006/main">
  <p:tag name="PPSPLIT_ID" val=" 55"/>
</p:tagLst>
</file>

<file path=ppt/tags/tag718.xml><?xml version="1.0" encoding="utf-8"?>
<p:tagLst xmlns:a="http://schemas.openxmlformats.org/drawingml/2006/main" xmlns:r="http://schemas.openxmlformats.org/officeDocument/2006/relationships" xmlns:p="http://schemas.openxmlformats.org/presentationml/2006/main">
  <p:tag name="PPSPLIT_ID" val=" 4"/>
</p:tagLst>
</file>

<file path=ppt/tags/tag719.xml><?xml version="1.0" encoding="utf-8"?>
<p:tagLst xmlns:a="http://schemas.openxmlformats.org/drawingml/2006/main" xmlns:r="http://schemas.openxmlformats.org/officeDocument/2006/relationships" xmlns:p="http://schemas.openxmlformats.org/presentationml/2006/main">
  <p:tag name="PPSPLIT_ID" val=" 43"/>
</p:tagLst>
</file>

<file path=ppt/tags/tag720.xml><?xml version="1.0" encoding="utf-8"?>
<p:tagLst xmlns:a="http://schemas.openxmlformats.org/drawingml/2006/main" xmlns:r="http://schemas.openxmlformats.org/officeDocument/2006/relationships" xmlns:p="http://schemas.openxmlformats.org/presentationml/2006/main">
  <p:tag name="PPSPLIT_ID" val=" 2"/>
</p:tagLst>
</file>

<file path=ppt/tags/tag721.xml><?xml version="1.0" encoding="utf-8"?>
<p:tagLst xmlns:a="http://schemas.openxmlformats.org/drawingml/2006/main" xmlns:r="http://schemas.openxmlformats.org/officeDocument/2006/relationships" xmlns:p="http://schemas.openxmlformats.org/presentationml/2006/main">
  <p:tag name="PPSPLIT_ID" val=" 3"/>
</p:tagLst>
</file>

<file path=ppt/tags/tag722.xml><?xml version="1.0" encoding="utf-8"?>
<p:tagLst xmlns:a="http://schemas.openxmlformats.org/drawingml/2006/main" xmlns:r="http://schemas.openxmlformats.org/officeDocument/2006/relationships" xmlns:p="http://schemas.openxmlformats.org/presentationml/2006/main">
  <p:tag name="PPSPLIT_ID" val=" 25"/>
</p:tagLst>
</file>

<file path=ppt/tags/tag723.xml><?xml version="1.0" encoding="utf-8"?>
<p:tagLst xmlns:a="http://schemas.openxmlformats.org/drawingml/2006/main" xmlns:r="http://schemas.openxmlformats.org/officeDocument/2006/relationships" xmlns:p="http://schemas.openxmlformats.org/presentationml/2006/main">
  <p:tag name="PPSPLIT_ID" val=" 6"/>
</p:tagLst>
</file>

<file path=ppt/tags/tag724.xml><?xml version="1.0" encoding="utf-8"?>
<p:tagLst xmlns:a="http://schemas.openxmlformats.org/drawingml/2006/main" xmlns:r="http://schemas.openxmlformats.org/officeDocument/2006/relationships" xmlns:p="http://schemas.openxmlformats.org/presentationml/2006/main">
  <p:tag name="PPSPLIT_ID" val=" 12"/>
</p:tagLst>
</file>

<file path=ppt/tags/tag725.xml><?xml version="1.0" encoding="utf-8"?>
<p:tagLst xmlns:a="http://schemas.openxmlformats.org/drawingml/2006/main" xmlns:r="http://schemas.openxmlformats.org/officeDocument/2006/relationships" xmlns:p="http://schemas.openxmlformats.org/presentationml/2006/main">
  <p:tag name="PPSPLIT_ID" val=" 16"/>
</p:tagLst>
</file>

<file path=ppt/tags/tag726.xml><?xml version="1.0" encoding="utf-8"?>
<p:tagLst xmlns:a="http://schemas.openxmlformats.org/drawingml/2006/main" xmlns:r="http://schemas.openxmlformats.org/officeDocument/2006/relationships" xmlns:p="http://schemas.openxmlformats.org/presentationml/2006/main">
  <p:tag name="PPSPLIT_ID" val=" 19"/>
</p:tagLst>
</file>

<file path=ppt/tags/tag727.xml><?xml version="1.0" encoding="utf-8"?>
<p:tagLst xmlns:a="http://schemas.openxmlformats.org/drawingml/2006/main" xmlns:r="http://schemas.openxmlformats.org/officeDocument/2006/relationships" xmlns:p="http://schemas.openxmlformats.org/presentationml/2006/main">
  <p:tag name="PPSPLIT_ID" val=" 23"/>
</p:tagLst>
</file>

<file path=ppt/tags/tag728.xml><?xml version="1.0" encoding="utf-8"?>
<p:tagLst xmlns:a="http://schemas.openxmlformats.org/drawingml/2006/main" xmlns:r="http://schemas.openxmlformats.org/officeDocument/2006/relationships" xmlns:p="http://schemas.openxmlformats.org/presentationml/2006/main">
  <p:tag name="PPSPLIT_ID" val=" 31"/>
</p:tagLst>
</file>

<file path=ppt/tags/tag729.xml><?xml version="1.0" encoding="utf-8"?>
<p:tagLst xmlns:a="http://schemas.openxmlformats.org/drawingml/2006/main" xmlns:r="http://schemas.openxmlformats.org/officeDocument/2006/relationships" xmlns:p="http://schemas.openxmlformats.org/presentationml/2006/main">
  <p:tag name="PPSPLIT_ID" val=" 33"/>
</p:tagLst>
</file>

<file path=ppt/tags/tag730.xml><?xml version="1.0" encoding="utf-8"?>
<p:tagLst xmlns:a="http://schemas.openxmlformats.org/drawingml/2006/main" xmlns:r="http://schemas.openxmlformats.org/officeDocument/2006/relationships" xmlns:p="http://schemas.openxmlformats.org/presentationml/2006/main">
  <p:tag name="PPSPLIT_ID" val=" 37"/>
</p:tagLst>
</file>

<file path=ppt/tags/tag731.xml><?xml version="1.0" encoding="utf-8"?>
<p:tagLst xmlns:a="http://schemas.openxmlformats.org/drawingml/2006/main" xmlns:r="http://schemas.openxmlformats.org/officeDocument/2006/relationships" xmlns:p="http://schemas.openxmlformats.org/presentationml/2006/main">
  <p:tag name="PPSPLIT_ID" val=" 42"/>
</p:tagLst>
</file>

<file path=ppt/tags/tag732.xml><?xml version="1.0" encoding="utf-8"?>
<p:tagLst xmlns:a="http://schemas.openxmlformats.org/drawingml/2006/main" xmlns:r="http://schemas.openxmlformats.org/officeDocument/2006/relationships" xmlns:p="http://schemas.openxmlformats.org/presentationml/2006/main">
  <p:tag name="PPSPLIT_ID" val=" 44"/>
</p:tagLst>
</file>

<file path=ppt/tags/tag733.xml><?xml version="1.0" encoding="utf-8"?>
<p:tagLst xmlns:a="http://schemas.openxmlformats.org/drawingml/2006/main" xmlns:r="http://schemas.openxmlformats.org/officeDocument/2006/relationships" xmlns:p="http://schemas.openxmlformats.org/presentationml/2006/main">
  <p:tag name="PPSPLIT_ID" val=" 46"/>
</p:tagLst>
</file>

<file path=ppt/tags/tag734.xml><?xml version="1.0" encoding="utf-8"?>
<p:tagLst xmlns:a="http://schemas.openxmlformats.org/drawingml/2006/main" xmlns:r="http://schemas.openxmlformats.org/officeDocument/2006/relationships" xmlns:p="http://schemas.openxmlformats.org/presentationml/2006/main">
  <p:tag name="PPSPLIT_ID" val=" 48"/>
</p:tagLst>
</file>

<file path=ppt/tags/tag735.xml><?xml version="1.0" encoding="utf-8"?>
<p:tagLst xmlns:a="http://schemas.openxmlformats.org/drawingml/2006/main" xmlns:r="http://schemas.openxmlformats.org/officeDocument/2006/relationships" xmlns:p="http://schemas.openxmlformats.org/presentationml/2006/main">
  <p:tag name="PPSPLIT_ID" val=" 50"/>
</p:tagLst>
</file>

<file path=ppt/tags/tag736.xml><?xml version="1.0" encoding="utf-8"?>
<p:tagLst xmlns:a="http://schemas.openxmlformats.org/drawingml/2006/main" xmlns:r="http://schemas.openxmlformats.org/officeDocument/2006/relationships" xmlns:p="http://schemas.openxmlformats.org/presentationml/2006/main">
  <p:tag name="PPSPLIT_ID" val=" 51"/>
</p:tagLst>
</file>

<file path=ppt/tags/tag737.xml><?xml version="1.0" encoding="utf-8"?>
<p:tagLst xmlns:a="http://schemas.openxmlformats.org/drawingml/2006/main" xmlns:r="http://schemas.openxmlformats.org/officeDocument/2006/relationships" xmlns:p="http://schemas.openxmlformats.org/presentationml/2006/main">
  <p:tag name="PPSPLIT_ID" val=" 24"/>
</p:tagLst>
</file>

<file path=ppt/tags/tag738.xml><?xml version="1.0" encoding="utf-8"?>
<p:tagLst xmlns:a="http://schemas.openxmlformats.org/drawingml/2006/main" xmlns:r="http://schemas.openxmlformats.org/officeDocument/2006/relationships" xmlns:p="http://schemas.openxmlformats.org/presentationml/2006/main">
  <p:tag name="PPSPLIT_ID" val=" 5"/>
</p:tagLst>
</file>

<file path=ppt/tags/tag739.xml><?xml version="1.0" encoding="utf-8"?>
<p:tagLst xmlns:a="http://schemas.openxmlformats.org/drawingml/2006/main" xmlns:r="http://schemas.openxmlformats.org/officeDocument/2006/relationships" xmlns:p="http://schemas.openxmlformats.org/presentationml/2006/main">
  <p:tag name="PPSPLIT_ID" val=" 14"/>
</p:tagLst>
</file>

<file path=ppt/tags/tag740.xml><?xml version="1.0" encoding="utf-8"?>
<p:tagLst xmlns:a="http://schemas.openxmlformats.org/drawingml/2006/main" xmlns:r="http://schemas.openxmlformats.org/officeDocument/2006/relationships" xmlns:p="http://schemas.openxmlformats.org/presentationml/2006/main">
  <p:tag name="PPSPLIT_ID" val=" 10"/>
</p:tagLst>
</file>

<file path=ppt/tags/tag741.xml><?xml version="1.0" encoding="utf-8"?>
<p:tagLst xmlns:a="http://schemas.openxmlformats.org/drawingml/2006/main" xmlns:r="http://schemas.openxmlformats.org/officeDocument/2006/relationships" xmlns:p="http://schemas.openxmlformats.org/presentationml/2006/main">
  <p:tag name="TIMING" val="|17.9|39.1|45.8|3.9"/>
  <p:tag name="PPSPLIT_SPLIT" val="1"/>
  <p:tag name="PPSPLIT_ORIGINALSLIDENUMBER" val="15"/>
</p:tagLst>
</file>

<file path=ppt/tags/tag742.xml><?xml version="1.0" encoding="utf-8"?>
<p:tagLst xmlns:a="http://schemas.openxmlformats.org/drawingml/2006/main" xmlns:r="http://schemas.openxmlformats.org/officeDocument/2006/relationships" xmlns:p="http://schemas.openxmlformats.org/presentationml/2006/main">
  <p:tag name="PPSPLIT_ID" val=" 7"/>
</p:tagLst>
</file>

<file path=ppt/tags/tag743.xml><?xml version="1.0" encoding="utf-8"?>
<p:tagLst xmlns:a="http://schemas.openxmlformats.org/drawingml/2006/main" xmlns:r="http://schemas.openxmlformats.org/officeDocument/2006/relationships" xmlns:p="http://schemas.openxmlformats.org/presentationml/2006/main">
  <p:tag name="PPSPLIT_ID" val=" 55"/>
</p:tagLst>
</file>

<file path=ppt/tags/tag744.xml><?xml version="1.0" encoding="utf-8"?>
<p:tagLst xmlns:a="http://schemas.openxmlformats.org/drawingml/2006/main" xmlns:r="http://schemas.openxmlformats.org/officeDocument/2006/relationships" xmlns:p="http://schemas.openxmlformats.org/presentationml/2006/main">
  <p:tag name="PPSPLIT_ID" val=" 4"/>
</p:tagLst>
</file>

<file path=ppt/tags/tag745.xml><?xml version="1.0" encoding="utf-8"?>
<p:tagLst xmlns:a="http://schemas.openxmlformats.org/drawingml/2006/main" xmlns:r="http://schemas.openxmlformats.org/officeDocument/2006/relationships" xmlns:p="http://schemas.openxmlformats.org/presentationml/2006/main">
  <p:tag name="PPSPLIT_ID" val=" 43"/>
</p:tagLst>
</file>

<file path=ppt/tags/tag746.xml><?xml version="1.0" encoding="utf-8"?>
<p:tagLst xmlns:a="http://schemas.openxmlformats.org/drawingml/2006/main" xmlns:r="http://schemas.openxmlformats.org/officeDocument/2006/relationships" xmlns:p="http://schemas.openxmlformats.org/presentationml/2006/main">
  <p:tag name="PPSPLIT_ID" val=" 2"/>
</p:tagLst>
</file>

<file path=ppt/tags/tag747.xml><?xml version="1.0" encoding="utf-8"?>
<p:tagLst xmlns:a="http://schemas.openxmlformats.org/drawingml/2006/main" xmlns:r="http://schemas.openxmlformats.org/officeDocument/2006/relationships" xmlns:p="http://schemas.openxmlformats.org/presentationml/2006/main">
  <p:tag name="PPSPLIT_ID" val=" 3"/>
</p:tagLst>
</file>

<file path=ppt/tags/tag748.xml><?xml version="1.0" encoding="utf-8"?>
<p:tagLst xmlns:a="http://schemas.openxmlformats.org/drawingml/2006/main" xmlns:r="http://schemas.openxmlformats.org/officeDocument/2006/relationships" xmlns:p="http://schemas.openxmlformats.org/presentationml/2006/main">
  <p:tag name="PPSPLIT_ID" val=" 25"/>
</p:tagLst>
</file>

<file path=ppt/tags/tag749.xml><?xml version="1.0" encoding="utf-8"?>
<p:tagLst xmlns:a="http://schemas.openxmlformats.org/drawingml/2006/main" xmlns:r="http://schemas.openxmlformats.org/officeDocument/2006/relationships" xmlns:p="http://schemas.openxmlformats.org/presentationml/2006/main">
  <p:tag name="PPSPLIT_ID" val=" 6"/>
</p:tagLst>
</file>

<file path=ppt/tags/tag750.xml><?xml version="1.0" encoding="utf-8"?>
<p:tagLst xmlns:a="http://schemas.openxmlformats.org/drawingml/2006/main" xmlns:r="http://schemas.openxmlformats.org/officeDocument/2006/relationships" xmlns:p="http://schemas.openxmlformats.org/presentationml/2006/main">
  <p:tag name="PPSPLIT_ID" val=" 12"/>
</p:tagLst>
</file>

<file path=ppt/tags/tag751.xml><?xml version="1.0" encoding="utf-8"?>
<p:tagLst xmlns:a="http://schemas.openxmlformats.org/drawingml/2006/main" xmlns:r="http://schemas.openxmlformats.org/officeDocument/2006/relationships" xmlns:p="http://schemas.openxmlformats.org/presentationml/2006/main">
  <p:tag name="PPSPLIT_ID" val=" 16"/>
</p:tagLst>
</file>

<file path=ppt/tags/tag752.xml><?xml version="1.0" encoding="utf-8"?>
<p:tagLst xmlns:a="http://schemas.openxmlformats.org/drawingml/2006/main" xmlns:r="http://schemas.openxmlformats.org/officeDocument/2006/relationships" xmlns:p="http://schemas.openxmlformats.org/presentationml/2006/main">
  <p:tag name="PPSPLIT_ID" val=" 19"/>
</p:tagLst>
</file>

<file path=ppt/tags/tag753.xml><?xml version="1.0" encoding="utf-8"?>
<p:tagLst xmlns:a="http://schemas.openxmlformats.org/drawingml/2006/main" xmlns:r="http://schemas.openxmlformats.org/officeDocument/2006/relationships" xmlns:p="http://schemas.openxmlformats.org/presentationml/2006/main">
  <p:tag name="PPSPLIT_ID" val=" 23"/>
</p:tagLst>
</file>

<file path=ppt/tags/tag754.xml><?xml version="1.0" encoding="utf-8"?>
<p:tagLst xmlns:a="http://schemas.openxmlformats.org/drawingml/2006/main" xmlns:r="http://schemas.openxmlformats.org/officeDocument/2006/relationships" xmlns:p="http://schemas.openxmlformats.org/presentationml/2006/main">
  <p:tag name="PPSPLIT_ID" val=" 31"/>
</p:tagLst>
</file>

<file path=ppt/tags/tag755.xml><?xml version="1.0" encoding="utf-8"?>
<p:tagLst xmlns:a="http://schemas.openxmlformats.org/drawingml/2006/main" xmlns:r="http://schemas.openxmlformats.org/officeDocument/2006/relationships" xmlns:p="http://schemas.openxmlformats.org/presentationml/2006/main">
  <p:tag name="PPSPLIT_ID" val=" 33"/>
</p:tagLst>
</file>

<file path=ppt/tags/tag756.xml><?xml version="1.0" encoding="utf-8"?>
<p:tagLst xmlns:a="http://schemas.openxmlformats.org/drawingml/2006/main" xmlns:r="http://schemas.openxmlformats.org/officeDocument/2006/relationships" xmlns:p="http://schemas.openxmlformats.org/presentationml/2006/main">
  <p:tag name="PPSPLIT_ID" val=" 37"/>
</p:tagLst>
</file>

<file path=ppt/tags/tag757.xml><?xml version="1.0" encoding="utf-8"?>
<p:tagLst xmlns:a="http://schemas.openxmlformats.org/drawingml/2006/main" xmlns:r="http://schemas.openxmlformats.org/officeDocument/2006/relationships" xmlns:p="http://schemas.openxmlformats.org/presentationml/2006/main">
  <p:tag name="PPSPLIT_ID" val=" 42"/>
</p:tagLst>
</file>

<file path=ppt/tags/tag758.xml><?xml version="1.0" encoding="utf-8"?>
<p:tagLst xmlns:a="http://schemas.openxmlformats.org/drawingml/2006/main" xmlns:r="http://schemas.openxmlformats.org/officeDocument/2006/relationships" xmlns:p="http://schemas.openxmlformats.org/presentationml/2006/main">
  <p:tag name="PPSPLIT_ID" val=" 44"/>
</p:tagLst>
</file>

<file path=ppt/tags/tag759.xml><?xml version="1.0" encoding="utf-8"?>
<p:tagLst xmlns:a="http://schemas.openxmlformats.org/drawingml/2006/main" xmlns:r="http://schemas.openxmlformats.org/officeDocument/2006/relationships" xmlns:p="http://schemas.openxmlformats.org/presentationml/2006/main">
  <p:tag name="PPSPLIT_ID" val=" 46"/>
</p:tagLst>
</file>

<file path=ppt/tags/tag760.xml><?xml version="1.0" encoding="utf-8"?>
<p:tagLst xmlns:a="http://schemas.openxmlformats.org/drawingml/2006/main" xmlns:r="http://schemas.openxmlformats.org/officeDocument/2006/relationships" xmlns:p="http://schemas.openxmlformats.org/presentationml/2006/main">
  <p:tag name="PPSPLIT_ID" val=" 48"/>
</p:tagLst>
</file>

<file path=ppt/tags/tag761.xml><?xml version="1.0" encoding="utf-8"?>
<p:tagLst xmlns:a="http://schemas.openxmlformats.org/drawingml/2006/main" xmlns:r="http://schemas.openxmlformats.org/officeDocument/2006/relationships" xmlns:p="http://schemas.openxmlformats.org/presentationml/2006/main">
  <p:tag name="PPSPLIT_ID" val=" 50"/>
</p:tagLst>
</file>

<file path=ppt/tags/tag762.xml><?xml version="1.0" encoding="utf-8"?>
<p:tagLst xmlns:a="http://schemas.openxmlformats.org/drawingml/2006/main" xmlns:r="http://schemas.openxmlformats.org/officeDocument/2006/relationships" xmlns:p="http://schemas.openxmlformats.org/presentationml/2006/main">
  <p:tag name="PPSPLIT_ID" val=" 51"/>
</p:tagLst>
</file>

<file path=ppt/tags/tag763.xml><?xml version="1.0" encoding="utf-8"?>
<p:tagLst xmlns:a="http://schemas.openxmlformats.org/drawingml/2006/main" xmlns:r="http://schemas.openxmlformats.org/officeDocument/2006/relationships" xmlns:p="http://schemas.openxmlformats.org/presentationml/2006/main">
  <p:tag name="PPSPLIT_ID" val=" 24"/>
</p:tagLst>
</file>

<file path=ppt/tags/tag764.xml><?xml version="1.0" encoding="utf-8"?>
<p:tagLst xmlns:a="http://schemas.openxmlformats.org/drawingml/2006/main" xmlns:r="http://schemas.openxmlformats.org/officeDocument/2006/relationships" xmlns:p="http://schemas.openxmlformats.org/presentationml/2006/main">
  <p:tag name="PPSPLIT_ID" val=" 5"/>
</p:tagLst>
</file>

<file path=ppt/tags/tag765.xml><?xml version="1.0" encoding="utf-8"?>
<p:tagLst xmlns:a="http://schemas.openxmlformats.org/drawingml/2006/main" xmlns:r="http://schemas.openxmlformats.org/officeDocument/2006/relationships" xmlns:p="http://schemas.openxmlformats.org/presentationml/2006/main">
  <p:tag name="PPSPLIT_ID" val=" 14"/>
</p:tagLst>
</file>

<file path=ppt/tags/tag766.xml><?xml version="1.0" encoding="utf-8"?>
<p:tagLst xmlns:a="http://schemas.openxmlformats.org/drawingml/2006/main" xmlns:r="http://schemas.openxmlformats.org/officeDocument/2006/relationships" xmlns:p="http://schemas.openxmlformats.org/presentationml/2006/main">
  <p:tag name="PPSPLIT_ID" val=" 10"/>
</p:tagLst>
</file>

<file path=ppt/tags/tag767.xml><?xml version="1.0" encoding="utf-8"?>
<p:tagLst xmlns:a="http://schemas.openxmlformats.org/drawingml/2006/main" xmlns:r="http://schemas.openxmlformats.org/officeDocument/2006/relationships" xmlns:p="http://schemas.openxmlformats.org/presentationml/2006/main">
  <p:tag name="TIMING" val="|44.5|3.9"/>
  <p:tag name="PPSPLIT_SPLIT" val="1"/>
  <p:tag name="PPSPLIT_ORIGINALSLIDENUMBER" val="16"/>
  <p:tag name="PPSPLIT_DONE" val="1"/>
</p:tagLst>
</file>

<file path=ppt/tags/tag768.xml><?xml version="1.0" encoding="utf-8"?>
<p:tagLst xmlns:a="http://schemas.openxmlformats.org/drawingml/2006/main" xmlns:r="http://schemas.openxmlformats.org/officeDocument/2006/relationships" xmlns:p="http://schemas.openxmlformats.org/presentationml/2006/main">
  <p:tag name="PPSPLIT_ID" val=" 4"/>
</p:tagLst>
</file>

<file path=ppt/tags/tag769.xml><?xml version="1.0" encoding="utf-8"?>
<p:tagLst xmlns:a="http://schemas.openxmlformats.org/drawingml/2006/main" xmlns:r="http://schemas.openxmlformats.org/officeDocument/2006/relationships" xmlns:p="http://schemas.openxmlformats.org/presentationml/2006/main">
  <p:tag name="PPSPLIT_ID" val=" 3"/>
</p:tagLst>
</file>

<file path=ppt/tags/tag770.xml><?xml version="1.0" encoding="utf-8"?>
<p:tagLst xmlns:a="http://schemas.openxmlformats.org/drawingml/2006/main" xmlns:r="http://schemas.openxmlformats.org/officeDocument/2006/relationships" xmlns:p="http://schemas.openxmlformats.org/presentationml/2006/main">
  <p:tag name="PPSPLIT_ID" val=" 7"/>
</p:tagLst>
</file>

<file path=ppt/tags/tag771.xml><?xml version="1.0" encoding="utf-8"?>
<p:tagLst xmlns:a="http://schemas.openxmlformats.org/drawingml/2006/main" xmlns:r="http://schemas.openxmlformats.org/officeDocument/2006/relationships" xmlns:p="http://schemas.openxmlformats.org/presentationml/2006/main">
  <p:tag name="PPSPLIT_ID" val=" 6"/>
</p:tagLst>
</file>

<file path=ppt/tags/tag772.xml><?xml version="1.0" encoding="utf-8"?>
<p:tagLst xmlns:a="http://schemas.openxmlformats.org/drawingml/2006/main" xmlns:r="http://schemas.openxmlformats.org/officeDocument/2006/relationships" xmlns:p="http://schemas.openxmlformats.org/presentationml/2006/main">
  <p:tag name="PPSPLIT_ID" val=" 13"/>
</p:tagLst>
</file>

<file path=ppt/tags/tag773.xml><?xml version="1.0" encoding="utf-8"?>
<p:tagLst xmlns:a="http://schemas.openxmlformats.org/drawingml/2006/main" xmlns:r="http://schemas.openxmlformats.org/officeDocument/2006/relationships" xmlns:p="http://schemas.openxmlformats.org/presentationml/2006/main">
  <p:tag name="PPSPLIT_ID" val=" 26"/>
</p:tagLst>
</file>

<file path=ppt/tags/tag774.xml><?xml version="1.0" encoding="utf-8"?>
<p:tagLst xmlns:a="http://schemas.openxmlformats.org/drawingml/2006/main" xmlns:r="http://schemas.openxmlformats.org/officeDocument/2006/relationships" xmlns:p="http://schemas.openxmlformats.org/presentationml/2006/main">
  <p:tag name="PPSPLIT_ID" val=" 28"/>
</p:tagLst>
</file>

<file path=ppt/tags/tag775.xml><?xml version="1.0" encoding="utf-8"?>
<p:tagLst xmlns:a="http://schemas.openxmlformats.org/drawingml/2006/main" xmlns:r="http://schemas.openxmlformats.org/officeDocument/2006/relationships" xmlns:p="http://schemas.openxmlformats.org/presentationml/2006/main">
  <p:tag name="PPSPLIT_ID" val=" 33"/>
</p:tagLst>
</file>

<file path=ppt/tags/tag776.xml><?xml version="1.0" encoding="utf-8"?>
<p:tagLst xmlns:a="http://schemas.openxmlformats.org/drawingml/2006/main" xmlns:r="http://schemas.openxmlformats.org/officeDocument/2006/relationships" xmlns:p="http://schemas.openxmlformats.org/presentationml/2006/main">
  <p:tag name="PPSPLIT_ID" val=" 262"/>
</p:tagLst>
</file>

<file path=ppt/tags/tag777.xml><?xml version="1.0" encoding="utf-8"?>
<p:tagLst xmlns:a="http://schemas.openxmlformats.org/drawingml/2006/main" xmlns:r="http://schemas.openxmlformats.org/officeDocument/2006/relationships" xmlns:p="http://schemas.openxmlformats.org/presentationml/2006/main">
  <p:tag name="PPSPLIT_ID" val=" 275"/>
</p:tagLst>
</file>

<file path=ppt/tags/tag778.xml><?xml version="1.0" encoding="utf-8"?>
<p:tagLst xmlns:a="http://schemas.openxmlformats.org/drawingml/2006/main" xmlns:r="http://schemas.openxmlformats.org/officeDocument/2006/relationships" xmlns:p="http://schemas.openxmlformats.org/presentationml/2006/main">
  <p:tag name="PPSPLIT_ID" val=" 18"/>
</p:tagLst>
</file>

<file path=ppt/tags/tag779.xml><?xml version="1.0" encoding="utf-8"?>
<p:tagLst xmlns:a="http://schemas.openxmlformats.org/drawingml/2006/main" xmlns:r="http://schemas.openxmlformats.org/officeDocument/2006/relationships" xmlns:p="http://schemas.openxmlformats.org/presentationml/2006/main">
  <p:tag name="PPSPLIT_ID" val=" 9"/>
</p:tagLst>
</file>

<file path=ppt/tags/tag780.xml><?xml version="1.0" encoding="utf-8"?>
<p:tagLst xmlns:a="http://schemas.openxmlformats.org/drawingml/2006/main" xmlns:r="http://schemas.openxmlformats.org/officeDocument/2006/relationships" xmlns:p="http://schemas.openxmlformats.org/presentationml/2006/main">
  <p:tag name="TIMING" val="|44.5|3.9"/>
  <p:tag name="PPSPLIT_SPLIT" val="1"/>
  <p:tag name="PPSPLIT_ORIGINALSLIDENUMBER" val="16"/>
  <p:tag name="PPSPLIT_DONE" val="1"/>
</p:tagLst>
</file>

<file path=ppt/tags/tag781.xml><?xml version="1.0" encoding="utf-8"?>
<p:tagLst xmlns:a="http://schemas.openxmlformats.org/drawingml/2006/main" xmlns:r="http://schemas.openxmlformats.org/officeDocument/2006/relationships" xmlns:p="http://schemas.openxmlformats.org/presentationml/2006/main">
  <p:tag name="PPSPLIT_ID" val=" 4"/>
</p:tagLst>
</file>

<file path=ppt/tags/tag782.xml><?xml version="1.0" encoding="utf-8"?>
<p:tagLst xmlns:a="http://schemas.openxmlformats.org/drawingml/2006/main" xmlns:r="http://schemas.openxmlformats.org/officeDocument/2006/relationships" xmlns:p="http://schemas.openxmlformats.org/presentationml/2006/main">
  <p:tag name="PPSPLIT_ID" val=" 3"/>
</p:tagLst>
</file>

<file path=ppt/tags/tag783.xml><?xml version="1.0" encoding="utf-8"?>
<p:tagLst xmlns:a="http://schemas.openxmlformats.org/drawingml/2006/main" xmlns:r="http://schemas.openxmlformats.org/officeDocument/2006/relationships" xmlns:p="http://schemas.openxmlformats.org/presentationml/2006/main">
  <p:tag name="PPSPLIT_ID" val=" 7"/>
</p:tagLst>
</file>

<file path=ppt/tags/tag784.xml><?xml version="1.0" encoding="utf-8"?>
<p:tagLst xmlns:a="http://schemas.openxmlformats.org/drawingml/2006/main" xmlns:r="http://schemas.openxmlformats.org/officeDocument/2006/relationships" xmlns:p="http://schemas.openxmlformats.org/presentationml/2006/main">
  <p:tag name="PPSPLIT_ID" val=" 6"/>
</p:tagLst>
</file>

<file path=ppt/tags/tag785.xml><?xml version="1.0" encoding="utf-8"?>
<p:tagLst xmlns:a="http://schemas.openxmlformats.org/drawingml/2006/main" xmlns:r="http://schemas.openxmlformats.org/officeDocument/2006/relationships" xmlns:p="http://schemas.openxmlformats.org/presentationml/2006/main">
  <p:tag name="PPSPLIT_ID" val=" 8"/>
</p:tagLst>
</file>

<file path=ppt/tags/tag786.xml><?xml version="1.0" encoding="utf-8"?>
<p:tagLst xmlns:a="http://schemas.openxmlformats.org/drawingml/2006/main" xmlns:r="http://schemas.openxmlformats.org/officeDocument/2006/relationships" xmlns:p="http://schemas.openxmlformats.org/presentationml/2006/main">
  <p:tag name="PPSPLIT_ID" val=" 14"/>
</p:tagLst>
</file>

<file path=ppt/tags/tag787.xml><?xml version="1.0" encoding="utf-8"?>
<p:tagLst xmlns:a="http://schemas.openxmlformats.org/drawingml/2006/main" xmlns:r="http://schemas.openxmlformats.org/officeDocument/2006/relationships" xmlns:p="http://schemas.openxmlformats.org/presentationml/2006/main">
  <p:tag name="PPSPLIT_ID" val=" 13"/>
</p:tagLst>
</file>

<file path=ppt/tags/tag788.xml><?xml version="1.0" encoding="utf-8"?>
<p:tagLst xmlns:a="http://schemas.openxmlformats.org/drawingml/2006/main" xmlns:r="http://schemas.openxmlformats.org/officeDocument/2006/relationships" xmlns:p="http://schemas.openxmlformats.org/presentationml/2006/main">
  <p:tag name="PPSPLIT_ID" val=" 26"/>
</p:tagLst>
</file>

<file path=ppt/tags/tag789.xml><?xml version="1.0" encoding="utf-8"?>
<p:tagLst xmlns:a="http://schemas.openxmlformats.org/drawingml/2006/main" xmlns:r="http://schemas.openxmlformats.org/officeDocument/2006/relationships" xmlns:p="http://schemas.openxmlformats.org/presentationml/2006/main">
  <p:tag name="PPSPLIT_ID" val=" 28"/>
</p:tagLst>
</file>

<file path=ppt/tags/tag790.xml><?xml version="1.0" encoding="utf-8"?>
<p:tagLst xmlns:a="http://schemas.openxmlformats.org/drawingml/2006/main" xmlns:r="http://schemas.openxmlformats.org/officeDocument/2006/relationships" xmlns:p="http://schemas.openxmlformats.org/presentationml/2006/main">
  <p:tag name="PPSPLIT_ID" val=" 30"/>
</p:tagLst>
</file>

<file path=ppt/tags/tag791.xml><?xml version="1.0" encoding="utf-8"?>
<p:tagLst xmlns:a="http://schemas.openxmlformats.org/drawingml/2006/main" xmlns:r="http://schemas.openxmlformats.org/officeDocument/2006/relationships" xmlns:p="http://schemas.openxmlformats.org/presentationml/2006/main">
  <p:tag name="PPSPLIT_ID" val=" 31"/>
</p:tagLst>
</file>

<file path=ppt/tags/tag792.xml><?xml version="1.0" encoding="utf-8"?>
<p:tagLst xmlns:a="http://schemas.openxmlformats.org/drawingml/2006/main" xmlns:r="http://schemas.openxmlformats.org/officeDocument/2006/relationships" xmlns:p="http://schemas.openxmlformats.org/presentationml/2006/main">
  <p:tag name="PPSPLIT_ID" val=" 33"/>
</p:tagLst>
</file>

<file path=ppt/tags/tag793.xml><?xml version="1.0" encoding="utf-8"?>
<p:tagLst xmlns:a="http://schemas.openxmlformats.org/drawingml/2006/main" xmlns:r="http://schemas.openxmlformats.org/officeDocument/2006/relationships" xmlns:p="http://schemas.openxmlformats.org/presentationml/2006/main">
  <p:tag name="PPSPLIT_ID" val=" 247"/>
</p:tagLst>
</file>

<file path=ppt/tags/tag794.xml><?xml version="1.0" encoding="utf-8"?>
<p:tagLst xmlns:a="http://schemas.openxmlformats.org/drawingml/2006/main" xmlns:r="http://schemas.openxmlformats.org/officeDocument/2006/relationships" xmlns:p="http://schemas.openxmlformats.org/presentationml/2006/main">
  <p:tag name="PPSPLIT_ID" val=" 262"/>
</p:tagLst>
</file>

<file path=ppt/tags/tag795.xml><?xml version="1.0" encoding="utf-8"?>
<p:tagLst xmlns:a="http://schemas.openxmlformats.org/drawingml/2006/main" xmlns:r="http://schemas.openxmlformats.org/officeDocument/2006/relationships" xmlns:p="http://schemas.openxmlformats.org/presentationml/2006/main">
  <p:tag name="PPSPLIT_ID" val=" 275"/>
</p:tagLst>
</file>

<file path=ppt/tags/tag796.xml><?xml version="1.0" encoding="utf-8"?>
<p:tagLst xmlns:a="http://schemas.openxmlformats.org/drawingml/2006/main" xmlns:r="http://schemas.openxmlformats.org/officeDocument/2006/relationships" xmlns:p="http://schemas.openxmlformats.org/presentationml/2006/main">
  <p:tag name="PPSPLIT_ID" val=" 18"/>
</p:tagLst>
</file>

<file path=ppt/tags/tag797.xml><?xml version="1.0" encoding="utf-8"?>
<p:tagLst xmlns:a="http://schemas.openxmlformats.org/drawingml/2006/main" xmlns:r="http://schemas.openxmlformats.org/officeDocument/2006/relationships" xmlns:p="http://schemas.openxmlformats.org/presentationml/2006/main">
  <p:tag name="PPSPLIT_ID" val=" 9"/>
</p:tagLst>
</file>

<file path=ppt/tags/tag798.xml><?xml version="1.0" encoding="utf-8"?>
<p:tagLst xmlns:a="http://schemas.openxmlformats.org/drawingml/2006/main" xmlns:r="http://schemas.openxmlformats.org/officeDocument/2006/relationships" xmlns:p="http://schemas.openxmlformats.org/presentationml/2006/main">
  <p:tag name="TIMING" val="|44.5|3.9"/>
  <p:tag name="PPSPLIT_SPLIT" val="1"/>
  <p:tag name="PPSPLIT_ORIGINALSLIDENUMBER" val="16"/>
</p:tagLst>
</file>

<file path=ppt/tags/tag799.xml><?xml version="1.0" encoding="utf-8"?>
<p:tagLst xmlns:a="http://schemas.openxmlformats.org/drawingml/2006/main" xmlns:r="http://schemas.openxmlformats.org/officeDocument/2006/relationships" xmlns:p="http://schemas.openxmlformats.org/presentationml/2006/main">
  <p:tag name="PPSPLIT_ID" val=" 4"/>
</p:tagLst>
</file>

<file path=ppt/tags/tag800.xml><?xml version="1.0" encoding="utf-8"?>
<p:tagLst xmlns:a="http://schemas.openxmlformats.org/drawingml/2006/main" xmlns:r="http://schemas.openxmlformats.org/officeDocument/2006/relationships" xmlns:p="http://schemas.openxmlformats.org/presentationml/2006/main">
  <p:tag name="PPSPLIT_ID" val=" 3"/>
</p:tagLst>
</file>

<file path=ppt/tags/tag801.xml><?xml version="1.0" encoding="utf-8"?>
<p:tagLst xmlns:a="http://schemas.openxmlformats.org/drawingml/2006/main" xmlns:r="http://schemas.openxmlformats.org/officeDocument/2006/relationships" xmlns:p="http://schemas.openxmlformats.org/presentationml/2006/main">
  <p:tag name="PPSPLIT_ID" val=" 7"/>
</p:tagLst>
</file>

<file path=ppt/tags/tag802.xml><?xml version="1.0" encoding="utf-8"?>
<p:tagLst xmlns:a="http://schemas.openxmlformats.org/drawingml/2006/main" xmlns:r="http://schemas.openxmlformats.org/officeDocument/2006/relationships" xmlns:p="http://schemas.openxmlformats.org/presentationml/2006/main">
  <p:tag name="PPSPLIT_ID" val=" 6"/>
</p:tagLst>
</file>

<file path=ppt/tags/tag803.xml><?xml version="1.0" encoding="utf-8"?>
<p:tagLst xmlns:a="http://schemas.openxmlformats.org/drawingml/2006/main" xmlns:r="http://schemas.openxmlformats.org/officeDocument/2006/relationships" xmlns:p="http://schemas.openxmlformats.org/presentationml/2006/main">
  <p:tag name="PPSPLIT_ID" val=" 8"/>
</p:tagLst>
</file>

<file path=ppt/tags/tag804.xml><?xml version="1.0" encoding="utf-8"?>
<p:tagLst xmlns:a="http://schemas.openxmlformats.org/drawingml/2006/main" xmlns:r="http://schemas.openxmlformats.org/officeDocument/2006/relationships" xmlns:p="http://schemas.openxmlformats.org/presentationml/2006/main">
  <p:tag name="PPSPLIT_ID" val=" 14"/>
</p:tagLst>
</file>

<file path=ppt/tags/tag805.xml><?xml version="1.0" encoding="utf-8"?>
<p:tagLst xmlns:a="http://schemas.openxmlformats.org/drawingml/2006/main" xmlns:r="http://schemas.openxmlformats.org/officeDocument/2006/relationships" xmlns:p="http://schemas.openxmlformats.org/presentationml/2006/main">
  <p:tag name="PPSPLIT_ID" val=" 13"/>
</p:tagLst>
</file>

<file path=ppt/tags/tag806.xml><?xml version="1.0" encoding="utf-8"?>
<p:tagLst xmlns:a="http://schemas.openxmlformats.org/drawingml/2006/main" xmlns:r="http://schemas.openxmlformats.org/officeDocument/2006/relationships" xmlns:p="http://schemas.openxmlformats.org/presentationml/2006/main">
  <p:tag name="PPSPLIT_ID" val=" 26"/>
</p:tagLst>
</file>

<file path=ppt/tags/tag807.xml><?xml version="1.0" encoding="utf-8"?>
<p:tagLst xmlns:a="http://schemas.openxmlformats.org/drawingml/2006/main" xmlns:r="http://schemas.openxmlformats.org/officeDocument/2006/relationships" xmlns:p="http://schemas.openxmlformats.org/presentationml/2006/main">
  <p:tag name="PPSPLIT_ID" val=" 28"/>
</p:tagLst>
</file>

<file path=ppt/tags/tag808.xml><?xml version="1.0" encoding="utf-8"?>
<p:tagLst xmlns:a="http://schemas.openxmlformats.org/drawingml/2006/main" xmlns:r="http://schemas.openxmlformats.org/officeDocument/2006/relationships" xmlns:p="http://schemas.openxmlformats.org/presentationml/2006/main">
  <p:tag name="PPSPLIT_ID" val=" 30"/>
</p:tagLst>
</file>

<file path=ppt/tags/tag809.xml><?xml version="1.0" encoding="utf-8"?>
<p:tagLst xmlns:a="http://schemas.openxmlformats.org/drawingml/2006/main" xmlns:r="http://schemas.openxmlformats.org/officeDocument/2006/relationships" xmlns:p="http://schemas.openxmlformats.org/presentationml/2006/main">
  <p:tag name="PPSPLIT_ID" val=" 31"/>
</p:tagLst>
</file>

<file path=ppt/tags/tag810.xml><?xml version="1.0" encoding="utf-8"?>
<p:tagLst xmlns:a="http://schemas.openxmlformats.org/drawingml/2006/main" xmlns:r="http://schemas.openxmlformats.org/officeDocument/2006/relationships" xmlns:p="http://schemas.openxmlformats.org/presentationml/2006/main">
  <p:tag name="PPSPLIT_ID" val=" 33"/>
</p:tagLst>
</file>

<file path=ppt/tags/tag811.xml><?xml version="1.0" encoding="utf-8"?>
<p:tagLst xmlns:a="http://schemas.openxmlformats.org/drawingml/2006/main" xmlns:r="http://schemas.openxmlformats.org/officeDocument/2006/relationships" xmlns:p="http://schemas.openxmlformats.org/presentationml/2006/main">
  <p:tag name="PPSPLIT_ID" val=" 12"/>
</p:tagLst>
</file>

<file path=ppt/tags/tag812.xml><?xml version="1.0" encoding="utf-8"?>
<p:tagLst xmlns:a="http://schemas.openxmlformats.org/drawingml/2006/main" xmlns:r="http://schemas.openxmlformats.org/officeDocument/2006/relationships" xmlns:p="http://schemas.openxmlformats.org/presentationml/2006/main">
  <p:tag name="PPSPLIT_ID" val=" 247"/>
</p:tagLst>
</file>

<file path=ppt/tags/tag813.xml><?xml version="1.0" encoding="utf-8"?>
<p:tagLst xmlns:a="http://schemas.openxmlformats.org/drawingml/2006/main" xmlns:r="http://schemas.openxmlformats.org/officeDocument/2006/relationships" xmlns:p="http://schemas.openxmlformats.org/presentationml/2006/main">
  <p:tag name="PPSPLIT_ID" val=" 262"/>
</p:tagLst>
</file>

<file path=ppt/tags/tag814.xml><?xml version="1.0" encoding="utf-8"?>
<p:tagLst xmlns:a="http://schemas.openxmlformats.org/drawingml/2006/main" xmlns:r="http://schemas.openxmlformats.org/officeDocument/2006/relationships" xmlns:p="http://schemas.openxmlformats.org/presentationml/2006/main">
  <p:tag name="PPSPLIT_ID" val=" 275"/>
</p:tagLst>
</file>

<file path=ppt/tags/tag815.xml><?xml version="1.0" encoding="utf-8"?>
<p:tagLst xmlns:a="http://schemas.openxmlformats.org/drawingml/2006/main" xmlns:r="http://schemas.openxmlformats.org/officeDocument/2006/relationships" xmlns:p="http://schemas.openxmlformats.org/presentationml/2006/main">
  <p:tag name="PPSPLIT_ID" val=" 18"/>
</p:tagLst>
</file>

<file path=ppt/tags/tag816.xml><?xml version="1.0" encoding="utf-8"?>
<p:tagLst xmlns:a="http://schemas.openxmlformats.org/drawingml/2006/main" xmlns:r="http://schemas.openxmlformats.org/officeDocument/2006/relationships" xmlns:p="http://schemas.openxmlformats.org/presentationml/2006/main">
  <p:tag name="PPSPLIT_ID" val=" 9"/>
</p:tagLst>
</file>

<file path=ppt/tags/tag817.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17"/>
</p:tagLst>
</file>

<file path=ppt/tags/tag818.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18"/>
</p:tagLst>
</file>

<file path=ppt/tags/tag819.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19"/>
</p:tagLst>
</file>

<file path=ppt/tags/tag820.xml><?xml version="1.0" encoding="utf-8"?>
<p:tagLst xmlns:a="http://schemas.openxmlformats.org/drawingml/2006/main" xmlns:r="http://schemas.openxmlformats.org/officeDocument/2006/relationships" xmlns:p="http://schemas.openxmlformats.org/presentationml/2006/main">
  <p:tag name="TIMING" val="|2.5|0.8"/>
  <p:tag name="PPSPLIT_SPLIT" val="1"/>
  <p:tag name="PPSPLIT_ORIGINALSLIDENUMBER" val="20"/>
  <p:tag name="PPSPLIT_DONE" val="1"/>
</p:tagLst>
</file>

<file path=ppt/tags/tag821.xml><?xml version="1.0" encoding="utf-8"?>
<p:tagLst xmlns:a="http://schemas.openxmlformats.org/drawingml/2006/main" xmlns:r="http://schemas.openxmlformats.org/officeDocument/2006/relationships" xmlns:p="http://schemas.openxmlformats.org/presentationml/2006/main">
  <p:tag name="PPSPLIT_ID" val=" 4"/>
</p:tagLst>
</file>

<file path=ppt/tags/tag822.xml><?xml version="1.0" encoding="utf-8"?>
<p:tagLst xmlns:a="http://schemas.openxmlformats.org/drawingml/2006/main" xmlns:r="http://schemas.openxmlformats.org/officeDocument/2006/relationships" xmlns:p="http://schemas.openxmlformats.org/presentationml/2006/main">
  <p:tag name="PPSPLIT_ID" val=" 2"/>
</p:tagLst>
</file>

<file path=ppt/tags/tag823.xml><?xml version="1.0" encoding="utf-8"?>
<p:tagLst xmlns:a="http://schemas.openxmlformats.org/drawingml/2006/main" xmlns:r="http://schemas.openxmlformats.org/officeDocument/2006/relationships" xmlns:p="http://schemas.openxmlformats.org/presentationml/2006/main">
  <p:tag name="PPSPLIT_ID" val=" 3"/>
</p:tagLst>
</file>

<file path=ppt/tags/tag824.xml><?xml version="1.0" encoding="utf-8"?>
<p:tagLst xmlns:a="http://schemas.openxmlformats.org/drawingml/2006/main" xmlns:r="http://schemas.openxmlformats.org/officeDocument/2006/relationships" xmlns:p="http://schemas.openxmlformats.org/presentationml/2006/main">
  <p:tag name="PPSPLIT_ID" val=" 17"/>
</p:tagLst>
</file>

<file path=ppt/tags/tag825.xml><?xml version="1.0" encoding="utf-8"?>
<p:tagLst xmlns:a="http://schemas.openxmlformats.org/drawingml/2006/main" xmlns:r="http://schemas.openxmlformats.org/officeDocument/2006/relationships" xmlns:p="http://schemas.openxmlformats.org/presentationml/2006/main">
  <p:tag name="PPSPLIT_ID" val=" 19"/>
</p:tagLst>
</file>

<file path=ppt/tags/tag826.xml><?xml version="1.0" encoding="utf-8"?>
<p:tagLst xmlns:a="http://schemas.openxmlformats.org/drawingml/2006/main" xmlns:r="http://schemas.openxmlformats.org/officeDocument/2006/relationships" xmlns:p="http://schemas.openxmlformats.org/presentationml/2006/main">
  <p:tag name="PPSPLIT_ID" val=" 21"/>
</p:tagLst>
</file>

<file path=ppt/tags/tag827.xml><?xml version="1.0" encoding="utf-8"?>
<p:tagLst xmlns:a="http://schemas.openxmlformats.org/drawingml/2006/main" xmlns:r="http://schemas.openxmlformats.org/officeDocument/2006/relationships" xmlns:p="http://schemas.openxmlformats.org/presentationml/2006/main">
  <p:tag name="PPSPLIT_ID" val=" 73"/>
</p:tagLst>
</file>

<file path=ppt/tags/tag828.xml><?xml version="1.0" encoding="utf-8"?>
<p:tagLst xmlns:a="http://schemas.openxmlformats.org/drawingml/2006/main" xmlns:r="http://schemas.openxmlformats.org/officeDocument/2006/relationships" xmlns:p="http://schemas.openxmlformats.org/presentationml/2006/main">
  <p:tag name="PPSPLIT_ID" val=" 74"/>
</p:tagLst>
</file>

<file path=ppt/tags/tag829.xml><?xml version="1.0" encoding="utf-8"?>
<p:tagLst xmlns:a="http://schemas.openxmlformats.org/drawingml/2006/main" xmlns:r="http://schemas.openxmlformats.org/officeDocument/2006/relationships" xmlns:p="http://schemas.openxmlformats.org/presentationml/2006/main">
  <p:tag name="PPSPLIT_ID" val=" 76"/>
</p:tagLst>
</file>

<file path=ppt/tags/tag830.xml><?xml version="1.0" encoding="utf-8"?>
<p:tagLst xmlns:a="http://schemas.openxmlformats.org/drawingml/2006/main" xmlns:r="http://schemas.openxmlformats.org/officeDocument/2006/relationships" xmlns:p="http://schemas.openxmlformats.org/presentationml/2006/main">
  <p:tag name="PPSPLIT_ID" val=" 77"/>
</p:tagLst>
</file>

<file path=ppt/tags/tag831.xml><?xml version="1.0" encoding="utf-8"?>
<p:tagLst xmlns:a="http://schemas.openxmlformats.org/drawingml/2006/main" xmlns:r="http://schemas.openxmlformats.org/officeDocument/2006/relationships" xmlns:p="http://schemas.openxmlformats.org/presentationml/2006/main">
  <p:tag name="PPSPLIT_ID" val=" 13"/>
</p:tagLst>
</file>

<file path=ppt/tags/tag832.xml><?xml version="1.0" encoding="utf-8"?>
<p:tagLst xmlns:a="http://schemas.openxmlformats.org/drawingml/2006/main" xmlns:r="http://schemas.openxmlformats.org/officeDocument/2006/relationships" xmlns:p="http://schemas.openxmlformats.org/presentationml/2006/main">
  <p:tag name="PPSPLIT_ID" val=" 18"/>
</p:tagLst>
</file>

<file path=ppt/tags/tag833.xml><?xml version="1.0" encoding="utf-8"?>
<p:tagLst xmlns:a="http://schemas.openxmlformats.org/drawingml/2006/main" xmlns:r="http://schemas.openxmlformats.org/officeDocument/2006/relationships" xmlns:p="http://schemas.openxmlformats.org/presentationml/2006/main">
  <p:tag name="TIMING" val="|2.5|0.8"/>
  <p:tag name="PPSPLIT_SPLIT" val="1"/>
  <p:tag name="PPSPLIT_ORIGINALSLIDENUMBER" val="20"/>
  <p:tag name="PPSPLIT_DONE" val="1"/>
</p:tagLst>
</file>

<file path=ppt/tags/tag834.xml><?xml version="1.0" encoding="utf-8"?>
<p:tagLst xmlns:a="http://schemas.openxmlformats.org/drawingml/2006/main" xmlns:r="http://schemas.openxmlformats.org/officeDocument/2006/relationships" xmlns:p="http://schemas.openxmlformats.org/presentationml/2006/main">
  <p:tag name="PPSPLIT_ID" val=" 4"/>
</p:tagLst>
</file>

<file path=ppt/tags/tag835.xml><?xml version="1.0" encoding="utf-8"?>
<p:tagLst xmlns:a="http://schemas.openxmlformats.org/drawingml/2006/main" xmlns:r="http://schemas.openxmlformats.org/officeDocument/2006/relationships" xmlns:p="http://schemas.openxmlformats.org/presentationml/2006/main">
  <p:tag name="PPSPLIT_ID" val=" 2"/>
</p:tagLst>
</file>

<file path=ppt/tags/tag836.xml><?xml version="1.0" encoding="utf-8"?>
<p:tagLst xmlns:a="http://schemas.openxmlformats.org/drawingml/2006/main" xmlns:r="http://schemas.openxmlformats.org/officeDocument/2006/relationships" xmlns:p="http://schemas.openxmlformats.org/presentationml/2006/main">
  <p:tag name="PPSPLIT_ID" val=" 3"/>
</p:tagLst>
</file>

<file path=ppt/tags/tag837.xml><?xml version="1.0" encoding="utf-8"?>
<p:tagLst xmlns:a="http://schemas.openxmlformats.org/drawingml/2006/main" xmlns:r="http://schemas.openxmlformats.org/officeDocument/2006/relationships" xmlns:p="http://schemas.openxmlformats.org/presentationml/2006/main">
  <p:tag name="PPSPLIT_ID" val=" 10"/>
</p:tagLst>
</file>

<file path=ppt/tags/tag838.xml><?xml version="1.0" encoding="utf-8"?>
<p:tagLst xmlns:a="http://schemas.openxmlformats.org/drawingml/2006/main" xmlns:r="http://schemas.openxmlformats.org/officeDocument/2006/relationships" xmlns:p="http://schemas.openxmlformats.org/presentationml/2006/main">
  <p:tag name="PPSPLIT_ID" val=" 17"/>
</p:tagLst>
</file>

<file path=ppt/tags/tag839.xml><?xml version="1.0" encoding="utf-8"?>
<p:tagLst xmlns:a="http://schemas.openxmlformats.org/drawingml/2006/main" xmlns:r="http://schemas.openxmlformats.org/officeDocument/2006/relationships" xmlns:p="http://schemas.openxmlformats.org/presentationml/2006/main">
  <p:tag name="PPSPLIT_ID" val=" 19"/>
</p:tagLst>
</file>

<file path=ppt/tags/tag840.xml><?xml version="1.0" encoding="utf-8"?>
<p:tagLst xmlns:a="http://schemas.openxmlformats.org/drawingml/2006/main" xmlns:r="http://schemas.openxmlformats.org/officeDocument/2006/relationships" xmlns:p="http://schemas.openxmlformats.org/presentationml/2006/main">
  <p:tag name="PPSPLIT_ID" val=" 21"/>
</p:tagLst>
</file>

<file path=ppt/tags/tag841.xml><?xml version="1.0" encoding="utf-8"?>
<p:tagLst xmlns:a="http://schemas.openxmlformats.org/drawingml/2006/main" xmlns:r="http://schemas.openxmlformats.org/officeDocument/2006/relationships" xmlns:p="http://schemas.openxmlformats.org/presentationml/2006/main">
  <p:tag name="PPSPLIT_ID" val=" 73"/>
</p:tagLst>
</file>

<file path=ppt/tags/tag842.xml><?xml version="1.0" encoding="utf-8"?>
<p:tagLst xmlns:a="http://schemas.openxmlformats.org/drawingml/2006/main" xmlns:r="http://schemas.openxmlformats.org/officeDocument/2006/relationships" xmlns:p="http://schemas.openxmlformats.org/presentationml/2006/main">
  <p:tag name="PPSPLIT_ID" val=" 74"/>
</p:tagLst>
</file>

<file path=ppt/tags/tag843.xml><?xml version="1.0" encoding="utf-8"?>
<p:tagLst xmlns:a="http://schemas.openxmlformats.org/drawingml/2006/main" xmlns:r="http://schemas.openxmlformats.org/officeDocument/2006/relationships" xmlns:p="http://schemas.openxmlformats.org/presentationml/2006/main">
  <p:tag name="PPSPLIT_ID" val=" 76"/>
</p:tagLst>
</file>

<file path=ppt/tags/tag844.xml><?xml version="1.0" encoding="utf-8"?>
<p:tagLst xmlns:a="http://schemas.openxmlformats.org/drawingml/2006/main" xmlns:r="http://schemas.openxmlformats.org/officeDocument/2006/relationships" xmlns:p="http://schemas.openxmlformats.org/presentationml/2006/main">
  <p:tag name="PPSPLIT_ID" val=" 77"/>
</p:tagLst>
</file>

<file path=ppt/tags/tag845.xml><?xml version="1.0" encoding="utf-8"?>
<p:tagLst xmlns:a="http://schemas.openxmlformats.org/drawingml/2006/main" xmlns:r="http://schemas.openxmlformats.org/officeDocument/2006/relationships" xmlns:p="http://schemas.openxmlformats.org/presentationml/2006/main">
  <p:tag name="PPSPLIT_ID" val=" 16"/>
</p:tagLst>
</file>

<file path=ppt/tags/tag846.xml><?xml version="1.0" encoding="utf-8"?>
<p:tagLst xmlns:a="http://schemas.openxmlformats.org/drawingml/2006/main" xmlns:r="http://schemas.openxmlformats.org/officeDocument/2006/relationships" xmlns:p="http://schemas.openxmlformats.org/presentationml/2006/main">
  <p:tag name="PPSPLIT_ID" val=" 13"/>
</p:tagLst>
</file>

<file path=ppt/tags/tag847.xml><?xml version="1.0" encoding="utf-8"?>
<p:tagLst xmlns:a="http://schemas.openxmlformats.org/drawingml/2006/main" xmlns:r="http://schemas.openxmlformats.org/officeDocument/2006/relationships" xmlns:p="http://schemas.openxmlformats.org/presentationml/2006/main">
  <p:tag name="PPSPLIT_ID" val=" 18"/>
</p:tagLst>
</file>

<file path=ppt/tags/tag848.xml><?xml version="1.0" encoding="utf-8"?>
<p:tagLst xmlns:a="http://schemas.openxmlformats.org/drawingml/2006/main" xmlns:r="http://schemas.openxmlformats.org/officeDocument/2006/relationships" xmlns:p="http://schemas.openxmlformats.org/presentationml/2006/main">
  <p:tag name="TIMING" val="|2.5|0.8"/>
  <p:tag name="PPSPLIT_SPLIT" val="1"/>
  <p:tag name="PPSPLIT_ORIGINALSLIDENUMBER" val="20"/>
</p:tagLst>
</file>

<file path=ppt/tags/tag849.xml><?xml version="1.0" encoding="utf-8"?>
<p:tagLst xmlns:a="http://schemas.openxmlformats.org/drawingml/2006/main" xmlns:r="http://schemas.openxmlformats.org/officeDocument/2006/relationships" xmlns:p="http://schemas.openxmlformats.org/presentationml/2006/main">
  <p:tag name="PPSPLIT_ID" val=" 4"/>
</p:tagLst>
</file>

<file path=ppt/tags/tag850.xml><?xml version="1.0" encoding="utf-8"?>
<p:tagLst xmlns:a="http://schemas.openxmlformats.org/drawingml/2006/main" xmlns:r="http://schemas.openxmlformats.org/officeDocument/2006/relationships" xmlns:p="http://schemas.openxmlformats.org/presentationml/2006/main">
  <p:tag name="PPSPLIT_ID" val=" 2"/>
</p:tagLst>
</file>

<file path=ppt/tags/tag851.xml><?xml version="1.0" encoding="utf-8"?>
<p:tagLst xmlns:a="http://schemas.openxmlformats.org/drawingml/2006/main" xmlns:r="http://schemas.openxmlformats.org/officeDocument/2006/relationships" xmlns:p="http://schemas.openxmlformats.org/presentationml/2006/main">
  <p:tag name="PPSPLIT_ID" val=" 3"/>
</p:tagLst>
</file>

<file path=ppt/tags/tag852.xml><?xml version="1.0" encoding="utf-8"?>
<p:tagLst xmlns:a="http://schemas.openxmlformats.org/drawingml/2006/main" xmlns:r="http://schemas.openxmlformats.org/officeDocument/2006/relationships" xmlns:p="http://schemas.openxmlformats.org/presentationml/2006/main">
  <p:tag name="PPSPLIT_ID" val=" 10"/>
</p:tagLst>
</file>

<file path=ppt/tags/tag853.xml><?xml version="1.0" encoding="utf-8"?>
<p:tagLst xmlns:a="http://schemas.openxmlformats.org/drawingml/2006/main" xmlns:r="http://schemas.openxmlformats.org/officeDocument/2006/relationships" xmlns:p="http://schemas.openxmlformats.org/presentationml/2006/main">
  <p:tag name="PPSPLIT_ID" val=" 17"/>
</p:tagLst>
</file>

<file path=ppt/tags/tag854.xml><?xml version="1.0" encoding="utf-8"?>
<p:tagLst xmlns:a="http://schemas.openxmlformats.org/drawingml/2006/main" xmlns:r="http://schemas.openxmlformats.org/officeDocument/2006/relationships" xmlns:p="http://schemas.openxmlformats.org/presentationml/2006/main">
  <p:tag name="PPSPLIT_ID" val=" 8"/>
</p:tagLst>
</file>

<file path=ppt/tags/tag855.xml><?xml version="1.0" encoding="utf-8"?>
<p:tagLst xmlns:a="http://schemas.openxmlformats.org/drawingml/2006/main" xmlns:r="http://schemas.openxmlformats.org/officeDocument/2006/relationships" xmlns:p="http://schemas.openxmlformats.org/presentationml/2006/main">
  <p:tag name="PPSPLIT_ID" val=" 19"/>
</p:tagLst>
</file>

<file path=ppt/tags/tag856.xml><?xml version="1.0" encoding="utf-8"?>
<p:tagLst xmlns:a="http://schemas.openxmlformats.org/drawingml/2006/main" xmlns:r="http://schemas.openxmlformats.org/officeDocument/2006/relationships" xmlns:p="http://schemas.openxmlformats.org/presentationml/2006/main">
  <p:tag name="PPSPLIT_ID" val=" 21"/>
</p:tagLst>
</file>

<file path=ppt/tags/tag857.xml><?xml version="1.0" encoding="utf-8"?>
<p:tagLst xmlns:a="http://schemas.openxmlformats.org/drawingml/2006/main" xmlns:r="http://schemas.openxmlformats.org/officeDocument/2006/relationships" xmlns:p="http://schemas.openxmlformats.org/presentationml/2006/main">
  <p:tag name="PPSPLIT_ID" val=" 73"/>
</p:tagLst>
</file>

<file path=ppt/tags/tag858.xml><?xml version="1.0" encoding="utf-8"?>
<p:tagLst xmlns:a="http://schemas.openxmlformats.org/drawingml/2006/main" xmlns:r="http://schemas.openxmlformats.org/officeDocument/2006/relationships" xmlns:p="http://schemas.openxmlformats.org/presentationml/2006/main">
  <p:tag name="PPSPLIT_ID" val=" 74"/>
</p:tagLst>
</file>

<file path=ppt/tags/tag859.xml><?xml version="1.0" encoding="utf-8"?>
<p:tagLst xmlns:a="http://schemas.openxmlformats.org/drawingml/2006/main" xmlns:r="http://schemas.openxmlformats.org/officeDocument/2006/relationships" xmlns:p="http://schemas.openxmlformats.org/presentationml/2006/main">
  <p:tag name="PPSPLIT_ID" val=" 76"/>
</p:tagLst>
</file>

<file path=ppt/tags/tag860.xml><?xml version="1.0" encoding="utf-8"?>
<p:tagLst xmlns:a="http://schemas.openxmlformats.org/drawingml/2006/main" xmlns:r="http://schemas.openxmlformats.org/officeDocument/2006/relationships" xmlns:p="http://schemas.openxmlformats.org/presentationml/2006/main">
  <p:tag name="PPSPLIT_ID" val=" 77"/>
</p:tagLst>
</file>

<file path=ppt/tags/tag861.xml><?xml version="1.0" encoding="utf-8"?>
<p:tagLst xmlns:a="http://schemas.openxmlformats.org/drawingml/2006/main" xmlns:r="http://schemas.openxmlformats.org/officeDocument/2006/relationships" xmlns:p="http://schemas.openxmlformats.org/presentationml/2006/main">
  <p:tag name="PPSPLIT_ID" val=" 16"/>
</p:tagLst>
</file>

<file path=ppt/tags/tag862.xml><?xml version="1.0" encoding="utf-8"?>
<p:tagLst xmlns:a="http://schemas.openxmlformats.org/drawingml/2006/main" xmlns:r="http://schemas.openxmlformats.org/officeDocument/2006/relationships" xmlns:p="http://schemas.openxmlformats.org/presentationml/2006/main">
  <p:tag name="PPSPLIT_ID" val=" 13"/>
</p:tagLst>
</file>

<file path=ppt/tags/tag863.xml><?xml version="1.0" encoding="utf-8"?>
<p:tagLst xmlns:a="http://schemas.openxmlformats.org/drawingml/2006/main" xmlns:r="http://schemas.openxmlformats.org/officeDocument/2006/relationships" xmlns:p="http://schemas.openxmlformats.org/presentationml/2006/main">
  <p:tag name="PPSPLIT_ID" val=" 18"/>
</p:tagLst>
</file>

<file path=ppt/tags/tag864.xml><?xml version="1.0" encoding="utf-8"?>
<p:tagLst xmlns:a="http://schemas.openxmlformats.org/drawingml/2006/main" xmlns:r="http://schemas.openxmlformats.org/officeDocument/2006/relationships" xmlns:p="http://schemas.openxmlformats.org/presentationml/2006/main">
  <p:tag name="TIMING" val="|0.9|1.2|2.6|1.5"/>
  <p:tag name="PPSPLIT_SPLIT" val="1"/>
  <p:tag name="PPSPLIT_ORIGINALSLIDENUMBER" val="21"/>
  <p:tag name="PPSPLIT_DONE" val="1"/>
</p:tagLst>
</file>

<file path=ppt/tags/tag865.xml><?xml version="1.0" encoding="utf-8"?>
<p:tagLst xmlns:a="http://schemas.openxmlformats.org/drawingml/2006/main" xmlns:r="http://schemas.openxmlformats.org/officeDocument/2006/relationships" xmlns:p="http://schemas.openxmlformats.org/presentationml/2006/main">
  <p:tag name="PPSPLIT_ID" val=" 6"/>
</p:tagLst>
</file>

<file path=ppt/tags/tag866.xml><?xml version="1.0" encoding="utf-8"?>
<p:tagLst xmlns:a="http://schemas.openxmlformats.org/drawingml/2006/main" xmlns:r="http://schemas.openxmlformats.org/officeDocument/2006/relationships" xmlns:p="http://schemas.openxmlformats.org/presentationml/2006/main">
  <p:tag name="PPSPLIT_ID" val=" 4"/>
</p:tagLst>
</file>

<file path=ppt/tags/tag867.xml><?xml version="1.0" encoding="utf-8"?>
<p:tagLst xmlns:a="http://schemas.openxmlformats.org/drawingml/2006/main" xmlns:r="http://schemas.openxmlformats.org/officeDocument/2006/relationships" xmlns:p="http://schemas.openxmlformats.org/presentationml/2006/main">
  <p:tag name="PPSPLIT_ID" val=" 2"/>
</p:tagLst>
</file>

<file path=ppt/tags/tag868.xml><?xml version="1.0" encoding="utf-8"?>
<p:tagLst xmlns:a="http://schemas.openxmlformats.org/drawingml/2006/main" xmlns:r="http://schemas.openxmlformats.org/officeDocument/2006/relationships" xmlns:p="http://schemas.openxmlformats.org/presentationml/2006/main">
  <p:tag name="PPSPLIT_ID" val=" 3"/>
</p:tagLst>
</file>

<file path=ppt/tags/tag869.xml><?xml version="1.0" encoding="utf-8"?>
<p:tagLst xmlns:a="http://schemas.openxmlformats.org/drawingml/2006/main" xmlns:r="http://schemas.openxmlformats.org/officeDocument/2006/relationships" xmlns:p="http://schemas.openxmlformats.org/presentationml/2006/main">
  <p:tag name="PPSPLIT_ID" val=" 13"/>
</p:tagLst>
</file>

<file path=ppt/tags/tag870.xml><?xml version="1.0" encoding="utf-8"?>
<p:tagLst xmlns:a="http://schemas.openxmlformats.org/drawingml/2006/main" xmlns:r="http://schemas.openxmlformats.org/officeDocument/2006/relationships" xmlns:p="http://schemas.openxmlformats.org/presentationml/2006/main">
  <p:tag name="PPSPLIT_ID" val=" 9"/>
</p:tagLst>
</file>

<file path=ppt/tags/tag871.xml><?xml version="1.0" encoding="utf-8"?>
<p:tagLst xmlns:a="http://schemas.openxmlformats.org/drawingml/2006/main" xmlns:r="http://schemas.openxmlformats.org/officeDocument/2006/relationships" xmlns:p="http://schemas.openxmlformats.org/presentationml/2006/main">
  <p:tag name="TIMING" val="|0.9|1.2|2.6|1.5"/>
  <p:tag name="PPSPLIT_SPLIT" val="1"/>
  <p:tag name="PPSPLIT_ORIGINALSLIDENUMBER" val="21"/>
  <p:tag name="PPSPLIT_DONE" val="1"/>
</p:tagLst>
</file>

<file path=ppt/tags/tag872.xml><?xml version="1.0" encoding="utf-8"?>
<p:tagLst xmlns:a="http://schemas.openxmlformats.org/drawingml/2006/main" xmlns:r="http://schemas.openxmlformats.org/officeDocument/2006/relationships" xmlns:p="http://schemas.openxmlformats.org/presentationml/2006/main">
  <p:tag name="PPSPLIT_ID" val=" 6"/>
</p:tagLst>
</file>

<file path=ppt/tags/tag873.xml><?xml version="1.0" encoding="utf-8"?>
<p:tagLst xmlns:a="http://schemas.openxmlformats.org/drawingml/2006/main" xmlns:r="http://schemas.openxmlformats.org/officeDocument/2006/relationships" xmlns:p="http://schemas.openxmlformats.org/presentationml/2006/main">
  <p:tag name="PPSPLIT_ID" val=" 4"/>
</p:tagLst>
</file>

<file path=ppt/tags/tag874.xml><?xml version="1.0" encoding="utf-8"?>
<p:tagLst xmlns:a="http://schemas.openxmlformats.org/drawingml/2006/main" xmlns:r="http://schemas.openxmlformats.org/officeDocument/2006/relationships" xmlns:p="http://schemas.openxmlformats.org/presentationml/2006/main">
  <p:tag name="PPSPLIT_ID" val=" 2"/>
</p:tagLst>
</file>

<file path=ppt/tags/tag875.xml><?xml version="1.0" encoding="utf-8"?>
<p:tagLst xmlns:a="http://schemas.openxmlformats.org/drawingml/2006/main" xmlns:r="http://schemas.openxmlformats.org/officeDocument/2006/relationships" xmlns:p="http://schemas.openxmlformats.org/presentationml/2006/main">
  <p:tag name="PPSPLIT_ID" val=" 3"/>
</p:tagLst>
</file>

<file path=ppt/tags/tag876.xml><?xml version="1.0" encoding="utf-8"?>
<p:tagLst xmlns:a="http://schemas.openxmlformats.org/drawingml/2006/main" xmlns:r="http://schemas.openxmlformats.org/officeDocument/2006/relationships" xmlns:p="http://schemas.openxmlformats.org/presentationml/2006/main">
  <p:tag name="PPSPLIT_ID" val=" 7"/>
</p:tagLst>
</file>

<file path=ppt/tags/tag877.xml><?xml version="1.0" encoding="utf-8"?>
<p:tagLst xmlns:a="http://schemas.openxmlformats.org/drawingml/2006/main" xmlns:r="http://schemas.openxmlformats.org/officeDocument/2006/relationships" xmlns:p="http://schemas.openxmlformats.org/presentationml/2006/main">
  <p:tag name="PPSPLIT_ID" val=" 13"/>
</p:tagLst>
</file>

<file path=ppt/tags/tag878.xml><?xml version="1.0" encoding="utf-8"?>
<p:tagLst xmlns:a="http://schemas.openxmlformats.org/drawingml/2006/main" xmlns:r="http://schemas.openxmlformats.org/officeDocument/2006/relationships" xmlns:p="http://schemas.openxmlformats.org/presentationml/2006/main">
  <p:tag name="PPSPLIT_ID" val=" 9"/>
</p:tagLst>
</file>

<file path=ppt/tags/tag879.xml><?xml version="1.0" encoding="utf-8"?>
<p:tagLst xmlns:a="http://schemas.openxmlformats.org/drawingml/2006/main" xmlns:r="http://schemas.openxmlformats.org/officeDocument/2006/relationships" xmlns:p="http://schemas.openxmlformats.org/presentationml/2006/main">
  <p:tag name="TIMING" val="|0.9|1.2|2.6|1.5"/>
  <p:tag name="PPSPLIT_SPLIT" val="1"/>
  <p:tag name="PPSPLIT_ORIGINALSLIDENUMBER" val="21"/>
  <p:tag name="PPSPLIT_DONE" val="1"/>
</p:tagLst>
</file>

<file path=ppt/tags/tag880.xml><?xml version="1.0" encoding="utf-8"?>
<p:tagLst xmlns:a="http://schemas.openxmlformats.org/drawingml/2006/main" xmlns:r="http://schemas.openxmlformats.org/officeDocument/2006/relationships" xmlns:p="http://schemas.openxmlformats.org/presentationml/2006/main">
  <p:tag name="PPSPLIT_ID" val=" 6"/>
</p:tagLst>
</file>

<file path=ppt/tags/tag881.xml><?xml version="1.0" encoding="utf-8"?>
<p:tagLst xmlns:a="http://schemas.openxmlformats.org/drawingml/2006/main" xmlns:r="http://schemas.openxmlformats.org/officeDocument/2006/relationships" xmlns:p="http://schemas.openxmlformats.org/presentationml/2006/main">
  <p:tag name="PPSPLIT_ID" val=" 4"/>
</p:tagLst>
</file>

<file path=ppt/tags/tag882.xml><?xml version="1.0" encoding="utf-8"?>
<p:tagLst xmlns:a="http://schemas.openxmlformats.org/drawingml/2006/main" xmlns:r="http://schemas.openxmlformats.org/officeDocument/2006/relationships" xmlns:p="http://schemas.openxmlformats.org/presentationml/2006/main">
  <p:tag name="PPSPLIT_ID" val=" 2"/>
</p:tagLst>
</file>

<file path=ppt/tags/tag883.xml><?xml version="1.0" encoding="utf-8"?>
<p:tagLst xmlns:a="http://schemas.openxmlformats.org/drawingml/2006/main" xmlns:r="http://schemas.openxmlformats.org/officeDocument/2006/relationships" xmlns:p="http://schemas.openxmlformats.org/presentationml/2006/main">
  <p:tag name="PPSPLIT_ID" val=" 3"/>
</p:tagLst>
</file>

<file path=ppt/tags/tag884.xml><?xml version="1.0" encoding="utf-8"?>
<p:tagLst xmlns:a="http://schemas.openxmlformats.org/drawingml/2006/main" xmlns:r="http://schemas.openxmlformats.org/officeDocument/2006/relationships" xmlns:p="http://schemas.openxmlformats.org/presentationml/2006/main">
  <p:tag name="PPSPLIT_ID" val=" 11"/>
</p:tagLst>
</file>

<file path=ppt/tags/tag885.xml><?xml version="1.0" encoding="utf-8"?>
<p:tagLst xmlns:a="http://schemas.openxmlformats.org/drawingml/2006/main" xmlns:r="http://schemas.openxmlformats.org/officeDocument/2006/relationships" xmlns:p="http://schemas.openxmlformats.org/presentationml/2006/main">
  <p:tag name="PPSPLIT_ID" val=" 7"/>
</p:tagLst>
</file>

<file path=ppt/tags/tag886.xml><?xml version="1.0" encoding="utf-8"?>
<p:tagLst xmlns:a="http://schemas.openxmlformats.org/drawingml/2006/main" xmlns:r="http://schemas.openxmlformats.org/officeDocument/2006/relationships" xmlns:p="http://schemas.openxmlformats.org/presentationml/2006/main">
  <p:tag name="PPSPLIT_ID" val=" 13"/>
</p:tagLst>
</file>

<file path=ppt/tags/tag887.xml><?xml version="1.0" encoding="utf-8"?>
<p:tagLst xmlns:a="http://schemas.openxmlformats.org/drawingml/2006/main" xmlns:r="http://schemas.openxmlformats.org/officeDocument/2006/relationships" xmlns:p="http://schemas.openxmlformats.org/presentationml/2006/main">
  <p:tag name="PPSPLIT_ID" val=" 9"/>
</p:tagLst>
</file>

<file path=ppt/tags/tag888.xml><?xml version="1.0" encoding="utf-8"?>
<p:tagLst xmlns:a="http://schemas.openxmlformats.org/drawingml/2006/main" xmlns:r="http://schemas.openxmlformats.org/officeDocument/2006/relationships" xmlns:p="http://schemas.openxmlformats.org/presentationml/2006/main">
  <p:tag name="TIMING" val="|0.9|1.2|2.6|1.5"/>
  <p:tag name="PPSPLIT_SPLIT" val="1"/>
  <p:tag name="PPSPLIT_ORIGINALSLIDENUMBER" val="21"/>
</p:tagLst>
</file>

<file path=ppt/tags/tag889.xml><?xml version="1.0" encoding="utf-8"?>
<p:tagLst xmlns:a="http://schemas.openxmlformats.org/drawingml/2006/main" xmlns:r="http://schemas.openxmlformats.org/officeDocument/2006/relationships" xmlns:p="http://schemas.openxmlformats.org/presentationml/2006/main">
  <p:tag name="PPSPLIT_ID" val=" 6"/>
</p:tagLst>
</file>

<file path=ppt/tags/tag890.xml><?xml version="1.0" encoding="utf-8"?>
<p:tagLst xmlns:a="http://schemas.openxmlformats.org/drawingml/2006/main" xmlns:r="http://schemas.openxmlformats.org/officeDocument/2006/relationships" xmlns:p="http://schemas.openxmlformats.org/presentationml/2006/main">
  <p:tag name="PPSPLIT_ID" val=" 4"/>
</p:tagLst>
</file>

<file path=ppt/tags/tag891.xml><?xml version="1.0" encoding="utf-8"?>
<p:tagLst xmlns:a="http://schemas.openxmlformats.org/drawingml/2006/main" xmlns:r="http://schemas.openxmlformats.org/officeDocument/2006/relationships" xmlns:p="http://schemas.openxmlformats.org/presentationml/2006/main">
  <p:tag name="PPSPLIT_ID" val=" 2"/>
</p:tagLst>
</file>

<file path=ppt/tags/tag892.xml><?xml version="1.0" encoding="utf-8"?>
<p:tagLst xmlns:a="http://schemas.openxmlformats.org/drawingml/2006/main" xmlns:r="http://schemas.openxmlformats.org/officeDocument/2006/relationships" xmlns:p="http://schemas.openxmlformats.org/presentationml/2006/main">
  <p:tag name="PPSPLIT_ID" val=" 3"/>
</p:tagLst>
</file>

<file path=ppt/tags/tag893.xml><?xml version="1.0" encoding="utf-8"?>
<p:tagLst xmlns:a="http://schemas.openxmlformats.org/drawingml/2006/main" xmlns:r="http://schemas.openxmlformats.org/officeDocument/2006/relationships" xmlns:p="http://schemas.openxmlformats.org/presentationml/2006/main">
  <p:tag name="PPSPLIT_ID" val=" 11"/>
</p:tagLst>
</file>

<file path=ppt/tags/tag894.xml><?xml version="1.0" encoding="utf-8"?>
<p:tagLst xmlns:a="http://schemas.openxmlformats.org/drawingml/2006/main" xmlns:r="http://schemas.openxmlformats.org/officeDocument/2006/relationships" xmlns:p="http://schemas.openxmlformats.org/presentationml/2006/main">
  <p:tag name="PPSPLIT_ID" val=" 12"/>
</p:tagLst>
</file>

<file path=ppt/tags/tag895.xml><?xml version="1.0" encoding="utf-8"?>
<p:tagLst xmlns:a="http://schemas.openxmlformats.org/drawingml/2006/main" xmlns:r="http://schemas.openxmlformats.org/officeDocument/2006/relationships" xmlns:p="http://schemas.openxmlformats.org/presentationml/2006/main">
  <p:tag name="PPSPLIT_ID" val=" 7"/>
</p:tagLst>
</file>

<file path=ppt/tags/tag896.xml><?xml version="1.0" encoding="utf-8"?>
<p:tagLst xmlns:a="http://schemas.openxmlformats.org/drawingml/2006/main" xmlns:r="http://schemas.openxmlformats.org/officeDocument/2006/relationships" xmlns:p="http://schemas.openxmlformats.org/presentationml/2006/main">
  <p:tag name="PPSPLIT_ID" val=" 13"/>
</p:tagLst>
</file>

<file path=ppt/tags/tag897.xml><?xml version="1.0" encoding="utf-8"?>
<p:tagLst xmlns:a="http://schemas.openxmlformats.org/drawingml/2006/main" xmlns:r="http://schemas.openxmlformats.org/officeDocument/2006/relationships" xmlns:p="http://schemas.openxmlformats.org/presentationml/2006/main">
  <p:tag name="PPSPLIT_ID" val=" 9"/>
</p:tagLst>
</file>

<file path=ppt/tags/tag898.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22"/>
</p:tagLst>
</file>

<file path=ppt/tags/tag899.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23"/>
</p:tagLst>
</file>

<file path=ppt/tags/tag900.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24"/>
</p:tagLst>
</file>

<file path=ppt/tags/tag901.xml><?xml version="1.0" encoding="utf-8"?>
<p:tagLst xmlns:a="http://schemas.openxmlformats.org/drawingml/2006/main" xmlns:r="http://schemas.openxmlformats.org/officeDocument/2006/relationships" xmlns:p="http://schemas.openxmlformats.org/presentationml/2006/main">
  <p:tag name="TIMING" val="|0.8"/>
  <p:tag name="PPSPLIT_SPLIT" val="1"/>
  <p:tag name="PPSPLIT_ORIGINALSLIDENUMBER" val="25"/>
  <p:tag name="PPSPLIT_DONE" val="1"/>
</p:tagLst>
</file>

<file path=ppt/tags/tag902.xml><?xml version="1.0" encoding="utf-8"?>
<p:tagLst xmlns:a="http://schemas.openxmlformats.org/drawingml/2006/main" xmlns:r="http://schemas.openxmlformats.org/officeDocument/2006/relationships" xmlns:p="http://schemas.openxmlformats.org/presentationml/2006/main">
  <p:tag name="PPSPLIT_ID" val=" 2"/>
</p:tagLst>
</file>

<file path=ppt/tags/tag903.xml><?xml version="1.0" encoding="utf-8"?>
<p:tagLst xmlns:a="http://schemas.openxmlformats.org/drawingml/2006/main" xmlns:r="http://schemas.openxmlformats.org/officeDocument/2006/relationships" xmlns:p="http://schemas.openxmlformats.org/presentationml/2006/main">
  <p:tag name="PPSPLIT_ID" val=" 3"/>
</p:tagLst>
</file>

<file path=ppt/tags/tag904.xml><?xml version="1.0" encoding="utf-8"?>
<p:tagLst xmlns:a="http://schemas.openxmlformats.org/drawingml/2006/main" xmlns:r="http://schemas.openxmlformats.org/officeDocument/2006/relationships" xmlns:p="http://schemas.openxmlformats.org/presentationml/2006/main">
  <p:tag name="PPSPLIT_ID" val=" 5"/>
</p:tagLst>
</file>

<file path=ppt/tags/tag905.xml><?xml version="1.0" encoding="utf-8"?>
<p:tagLst xmlns:a="http://schemas.openxmlformats.org/drawingml/2006/main" xmlns:r="http://schemas.openxmlformats.org/officeDocument/2006/relationships" xmlns:p="http://schemas.openxmlformats.org/presentationml/2006/main">
  <p:tag name="PPSPLIT_ID" val=" 17"/>
</p:tagLst>
</file>

<file path=ppt/tags/tag906.xml><?xml version="1.0" encoding="utf-8"?>
<p:tagLst xmlns:a="http://schemas.openxmlformats.org/drawingml/2006/main" xmlns:r="http://schemas.openxmlformats.org/officeDocument/2006/relationships" xmlns:p="http://schemas.openxmlformats.org/presentationml/2006/main">
  <p:tag name="PPSPLIT_ID" val=" 20"/>
</p:tagLst>
</file>

<file path=ppt/tags/tag907.xml><?xml version="1.0" encoding="utf-8"?>
<p:tagLst xmlns:a="http://schemas.openxmlformats.org/drawingml/2006/main" xmlns:r="http://schemas.openxmlformats.org/officeDocument/2006/relationships" xmlns:p="http://schemas.openxmlformats.org/presentationml/2006/main">
  <p:tag name="PPSPLIT_ID" val=" 24"/>
</p:tagLst>
</file>

<file path=ppt/tags/tag908.xml><?xml version="1.0" encoding="utf-8"?>
<p:tagLst xmlns:a="http://schemas.openxmlformats.org/drawingml/2006/main" xmlns:r="http://schemas.openxmlformats.org/officeDocument/2006/relationships" xmlns:p="http://schemas.openxmlformats.org/presentationml/2006/main">
  <p:tag name="PPSPLIT_ID" val=" 28"/>
</p:tagLst>
</file>

<file path=ppt/tags/tag909.xml><?xml version="1.0" encoding="utf-8"?>
<p:tagLst xmlns:a="http://schemas.openxmlformats.org/drawingml/2006/main" xmlns:r="http://schemas.openxmlformats.org/officeDocument/2006/relationships" xmlns:p="http://schemas.openxmlformats.org/presentationml/2006/main">
  <p:tag name="PPSPLIT_ID" val=" 42"/>
</p:tagLst>
</file>

<file path=ppt/tags/tag910.xml><?xml version="1.0" encoding="utf-8"?>
<p:tagLst xmlns:a="http://schemas.openxmlformats.org/drawingml/2006/main" xmlns:r="http://schemas.openxmlformats.org/officeDocument/2006/relationships" xmlns:p="http://schemas.openxmlformats.org/presentationml/2006/main">
  <p:tag name="PPSPLIT_ID" val=" 6"/>
</p:tagLst>
</file>

<file path=ppt/tags/tag911.xml><?xml version="1.0" encoding="utf-8"?>
<p:tagLst xmlns:a="http://schemas.openxmlformats.org/drawingml/2006/main" xmlns:r="http://schemas.openxmlformats.org/officeDocument/2006/relationships" xmlns:p="http://schemas.openxmlformats.org/presentationml/2006/main">
  <p:tag name="PPSPLIT_ID" val=" 8"/>
</p:tagLst>
</file>

<file path=ppt/tags/tag912.xml><?xml version="1.0" encoding="utf-8"?>
<p:tagLst xmlns:a="http://schemas.openxmlformats.org/drawingml/2006/main" xmlns:r="http://schemas.openxmlformats.org/officeDocument/2006/relationships" xmlns:p="http://schemas.openxmlformats.org/presentationml/2006/main">
  <p:tag name="TIMING" val="|0.8"/>
  <p:tag name="PPSPLIT_SPLIT" val="1"/>
  <p:tag name="PPSPLIT_ORIGINALSLIDENUMBER" val="25"/>
</p:tagLst>
</file>

<file path=ppt/tags/tag913.xml><?xml version="1.0" encoding="utf-8"?>
<p:tagLst xmlns:a="http://schemas.openxmlformats.org/drawingml/2006/main" xmlns:r="http://schemas.openxmlformats.org/officeDocument/2006/relationships" xmlns:p="http://schemas.openxmlformats.org/presentationml/2006/main">
  <p:tag name="PPSPLIT_ID" val=" 2"/>
</p:tagLst>
</file>

<file path=ppt/tags/tag914.xml><?xml version="1.0" encoding="utf-8"?>
<p:tagLst xmlns:a="http://schemas.openxmlformats.org/drawingml/2006/main" xmlns:r="http://schemas.openxmlformats.org/officeDocument/2006/relationships" xmlns:p="http://schemas.openxmlformats.org/presentationml/2006/main">
  <p:tag name="PPSPLIT_ID" val=" 3"/>
</p:tagLst>
</file>

<file path=ppt/tags/tag915.xml><?xml version="1.0" encoding="utf-8"?>
<p:tagLst xmlns:a="http://schemas.openxmlformats.org/drawingml/2006/main" xmlns:r="http://schemas.openxmlformats.org/officeDocument/2006/relationships" xmlns:p="http://schemas.openxmlformats.org/presentationml/2006/main">
  <p:tag name="PPSPLIT_ID" val=" 5"/>
</p:tagLst>
</file>

<file path=ppt/tags/tag916.xml><?xml version="1.0" encoding="utf-8"?>
<p:tagLst xmlns:a="http://schemas.openxmlformats.org/drawingml/2006/main" xmlns:r="http://schemas.openxmlformats.org/officeDocument/2006/relationships" xmlns:p="http://schemas.openxmlformats.org/presentationml/2006/main">
  <p:tag name="PPSPLIT_ID" val=" 17"/>
</p:tagLst>
</file>

<file path=ppt/tags/tag917.xml><?xml version="1.0" encoding="utf-8"?>
<p:tagLst xmlns:a="http://schemas.openxmlformats.org/drawingml/2006/main" xmlns:r="http://schemas.openxmlformats.org/officeDocument/2006/relationships" xmlns:p="http://schemas.openxmlformats.org/presentationml/2006/main">
  <p:tag name="PPSPLIT_ID" val=" 20"/>
</p:tagLst>
</file>

<file path=ppt/tags/tag918.xml><?xml version="1.0" encoding="utf-8"?>
<p:tagLst xmlns:a="http://schemas.openxmlformats.org/drawingml/2006/main" xmlns:r="http://schemas.openxmlformats.org/officeDocument/2006/relationships" xmlns:p="http://schemas.openxmlformats.org/presentationml/2006/main">
  <p:tag name="PPSPLIT_ID" val=" 24"/>
</p:tagLst>
</file>

<file path=ppt/tags/tag919.xml><?xml version="1.0" encoding="utf-8"?>
<p:tagLst xmlns:a="http://schemas.openxmlformats.org/drawingml/2006/main" xmlns:r="http://schemas.openxmlformats.org/officeDocument/2006/relationships" xmlns:p="http://schemas.openxmlformats.org/presentationml/2006/main">
  <p:tag name="PPSPLIT_ID" val=" 28"/>
</p:tagLst>
</file>

<file path=ppt/tags/tag920.xml><?xml version="1.0" encoding="utf-8"?>
<p:tagLst xmlns:a="http://schemas.openxmlformats.org/drawingml/2006/main" xmlns:r="http://schemas.openxmlformats.org/officeDocument/2006/relationships" xmlns:p="http://schemas.openxmlformats.org/presentationml/2006/main">
  <p:tag name="PPSPLIT_ID" val=" 30"/>
</p:tagLst>
</file>

<file path=ppt/tags/tag921.xml><?xml version="1.0" encoding="utf-8"?>
<p:tagLst xmlns:a="http://schemas.openxmlformats.org/drawingml/2006/main" xmlns:r="http://schemas.openxmlformats.org/officeDocument/2006/relationships" xmlns:p="http://schemas.openxmlformats.org/presentationml/2006/main">
  <p:tag name="PPSPLIT_ID" val=" 31"/>
</p:tagLst>
</file>

<file path=ppt/tags/tag922.xml><?xml version="1.0" encoding="utf-8"?>
<p:tagLst xmlns:a="http://schemas.openxmlformats.org/drawingml/2006/main" xmlns:r="http://schemas.openxmlformats.org/officeDocument/2006/relationships" xmlns:p="http://schemas.openxmlformats.org/presentationml/2006/main">
  <p:tag name="PPSPLIT_ID" val=" 32"/>
</p:tagLst>
</file>

<file path=ppt/tags/tag923.xml><?xml version="1.0" encoding="utf-8"?>
<p:tagLst xmlns:a="http://schemas.openxmlformats.org/drawingml/2006/main" xmlns:r="http://schemas.openxmlformats.org/officeDocument/2006/relationships" xmlns:p="http://schemas.openxmlformats.org/presentationml/2006/main">
  <p:tag name="PPSPLIT_ID" val=" 33"/>
</p:tagLst>
</file>

<file path=ppt/tags/tag924.xml><?xml version="1.0" encoding="utf-8"?>
<p:tagLst xmlns:a="http://schemas.openxmlformats.org/drawingml/2006/main" xmlns:r="http://schemas.openxmlformats.org/officeDocument/2006/relationships" xmlns:p="http://schemas.openxmlformats.org/presentationml/2006/main">
  <p:tag name="PPSPLIT_ID" val=" 47"/>
</p:tagLst>
</file>

<file path=ppt/tags/tag925.xml><?xml version="1.0" encoding="utf-8"?>
<p:tagLst xmlns:a="http://schemas.openxmlformats.org/drawingml/2006/main" xmlns:r="http://schemas.openxmlformats.org/officeDocument/2006/relationships" xmlns:p="http://schemas.openxmlformats.org/presentationml/2006/main">
  <p:tag name="PPSPLIT_ID" val=" 61"/>
</p:tagLst>
</file>

<file path=ppt/tags/tag926.xml><?xml version="1.0" encoding="utf-8"?>
<p:tagLst xmlns:a="http://schemas.openxmlformats.org/drawingml/2006/main" xmlns:r="http://schemas.openxmlformats.org/officeDocument/2006/relationships" xmlns:p="http://schemas.openxmlformats.org/presentationml/2006/main">
  <p:tag name="PPSPLIT_ID" val=" 65"/>
</p:tagLst>
</file>

<file path=ppt/tags/tag927.xml><?xml version="1.0" encoding="utf-8"?>
<p:tagLst xmlns:a="http://schemas.openxmlformats.org/drawingml/2006/main" xmlns:r="http://schemas.openxmlformats.org/officeDocument/2006/relationships" xmlns:p="http://schemas.openxmlformats.org/presentationml/2006/main">
  <p:tag name="PPSPLIT_ID" val=" 67"/>
</p:tagLst>
</file>

<file path=ppt/tags/tag928.xml><?xml version="1.0" encoding="utf-8"?>
<p:tagLst xmlns:a="http://schemas.openxmlformats.org/drawingml/2006/main" xmlns:r="http://schemas.openxmlformats.org/officeDocument/2006/relationships" xmlns:p="http://schemas.openxmlformats.org/presentationml/2006/main">
  <p:tag name="PPSPLIT_ID" val=" 68"/>
</p:tagLst>
</file>

<file path=ppt/tags/tag929.xml><?xml version="1.0" encoding="utf-8"?>
<p:tagLst xmlns:a="http://schemas.openxmlformats.org/drawingml/2006/main" xmlns:r="http://schemas.openxmlformats.org/officeDocument/2006/relationships" xmlns:p="http://schemas.openxmlformats.org/presentationml/2006/main">
  <p:tag name="PPSPLIT_ID" val=" 70"/>
</p:tagLst>
</file>

<file path=ppt/tags/tag930.xml><?xml version="1.0" encoding="utf-8"?>
<p:tagLst xmlns:a="http://schemas.openxmlformats.org/drawingml/2006/main" xmlns:r="http://schemas.openxmlformats.org/officeDocument/2006/relationships" xmlns:p="http://schemas.openxmlformats.org/presentationml/2006/main">
  <p:tag name="PPSPLIT_ID" val=" 42"/>
</p:tagLst>
</file>

<file path=ppt/tags/tag931.xml><?xml version="1.0" encoding="utf-8"?>
<p:tagLst xmlns:a="http://schemas.openxmlformats.org/drawingml/2006/main" xmlns:r="http://schemas.openxmlformats.org/officeDocument/2006/relationships" xmlns:p="http://schemas.openxmlformats.org/presentationml/2006/main">
  <p:tag name="PPSPLIT_ID" val=" 45"/>
</p:tagLst>
</file>

<file path=ppt/tags/tag932.xml><?xml version="1.0" encoding="utf-8"?>
<p:tagLst xmlns:a="http://schemas.openxmlformats.org/drawingml/2006/main" xmlns:r="http://schemas.openxmlformats.org/officeDocument/2006/relationships" xmlns:p="http://schemas.openxmlformats.org/presentationml/2006/main">
  <p:tag name="PPSPLIT_ID" val=" 46"/>
</p:tagLst>
</file>

<file path=ppt/tags/tag933.xml><?xml version="1.0" encoding="utf-8"?>
<p:tagLst xmlns:a="http://schemas.openxmlformats.org/drawingml/2006/main" xmlns:r="http://schemas.openxmlformats.org/officeDocument/2006/relationships" xmlns:p="http://schemas.openxmlformats.org/presentationml/2006/main">
  <p:tag name="PPSPLIT_ID" val=" 6"/>
</p:tagLst>
</file>

<file path=ppt/tags/tag934.xml><?xml version="1.0" encoding="utf-8"?>
<p:tagLst xmlns:a="http://schemas.openxmlformats.org/drawingml/2006/main" xmlns:r="http://schemas.openxmlformats.org/officeDocument/2006/relationships" xmlns:p="http://schemas.openxmlformats.org/presentationml/2006/main">
  <p:tag name="PPSPLIT_ID" val=" 8"/>
</p:tagLst>
</file>

<file path=ppt/tags/tag935.xml><?xml version="1.0" encoding="utf-8"?>
<p:tagLst xmlns:a="http://schemas.openxmlformats.org/drawingml/2006/main" xmlns:r="http://schemas.openxmlformats.org/officeDocument/2006/relationships" xmlns:p="http://schemas.openxmlformats.org/presentationml/2006/main">
  <p:tag name="TIMING" val="|0.6|0.7|0.4"/>
  <p:tag name="PPSPLIT_SPLIT" val="1"/>
  <p:tag name="PPSPLIT_ORIGINALSLIDENUMBER" val="26"/>
  <p:tag name="PPSPLIT_DONE" val="1"/>
</p:tagLst>
</file>

<file path=ppt/tags/tag936.xml><?xml version="1.0" encoding="utf-8"?>
<p:tagLst xmlns:a="http://schemas.openxmlformats.org/drawingml/2006/main" xmlns:r="http://schemas.openxmlformats.org/officeDocument/2006/relationships" xmlns:p="http://schemas.openxmlformats.org/presentationml/2006/main">
  <p:tag name="PPSPLIT_ID" val=" 2"/>
</p:tagLst>
</file>

<file path=ppt/tags/tag937.xml><?xml version="1.0" encoding="utf-8"?>
<p:tagLst xmlns:a="http://schemas.openxmlformats.org/drawingml/2006/main" xmlns:r="http://schemas.openxmlformats.org/officeDocument/2006/relationships" xmlns:p="http://schemas.openxmlformats.org/presentationml/2006/main">
  <p:tag name="PPSPLIT_ID" val=" 3"/>
</p:tagLst>
</file>

<file path=ppt/tags/tag938.xml><?xml version="1.0" encoding="utf-8"?>
<p:tagLst xmlns:a="http://schemas.openxmlformats.org/drawingml/2006/main" xmlns:r="http://schemas.openxmlformats.org/officeDocument/2006/relationships" xmlns:p="http://schemas.openxmlformats.org/presentationml/2006/main">
  <p:tag name="PPSPLIT_ID" val=" 5"/>
</p:tagLst>
</file>

<file path=ppt/tags/tag939.xml><?xml version="1.0" encoding="utf-8"?>
<p:tagLst xmlns:a="http://schemas.openxmlformats.org/drawingml/2006/main" xmlns:r="http://schemas.openxmlformats.org/officeDocument/2006/relationships" xmlns:p="http://schemas.openxmlformats.org/presentationml/2006/main">
  <p:tag name="PPSPLIT_ID" val=" 6"/>
</p:tagLst>
</file>

<file path=ppt/tags/tag940.xml><?xml version="1.0" encoding="utf-8"?>
<p:tagLst xmlns:a="http://schemas.openxmlformats.org/drawingml/2006/main" xmlns:r="http://schemas.openxmlformats.org/officeDocument/2006/relationships" xmlns:p="http://schemas.openxmlformats.org/presentationml/2006/main">
  <p:tag name="PPSPLIT_ID" val=" 7"/>
</p:tagLst>
</file>

<file path=ppt/tags/tag941.xml><?xml version="1.0" encoding="utf-8"?>
<p:tagLst xmlns:a="http://schemas.openxmlformats.org/drawingml/2006/main" xmlns:r="http://schemas.openxmlformats.org/officeDocument/2006/relationships" xmlns:p="http://schemas.openxmlformats.org/presentationml/2006/main">
  <p:tag name="PPSPLIT_ID" val=" 9"/>
</p:tagLst>
</file>

<file path=ppt/tags/tag942.xml><?xml version="1.0" encoding="utf-8"?>
<p:tagLst xmlns:a="http://schemas.openxmlformats.org/drawingml/2006/main" xmlns:r="http://schemas.openxmlformats.org/officeDocument/2006/relationships" xmlns:p="http://schemas.openxmlformats.org/presentationml/2006/main">
  <p:tag name="PPSPLIT_ID" val=" 11"/>
</p:tagLst>
</file>

<file path=ppt/tags/tag943.xml><?xml version="1.0" encoding="utf-8"?>
<p:tagLst xmlns:a="http://schemas.openxmlformats.org/drawingml/2006/main" xmlns:r="http://schemas.openxmlformats.org/officeDocument/2006/relationships" xmlns:p="http://schemas.openxmlformats.org/presentationml/2006/main">
  <p:tag name="PPSPLIT_ID" val=" 14"/>
</p:tagLst>
</file>

<file path=ppt/tags/tag944.xml><?xml version="1.0" encoding="utf-8"?>
<p:tagLst xmlns:a="http://schemas.openxmlformats.org/drawingml/2006/main" xmlns:r="http://schemas.openxmlformats.org/officeDocument/2006/relationships" xmlns:p="http://schemas.openxmlformats.org/presentationml/2006/main">
  <p:tag name="PPSPLIT_ID" val=" 10"/>
</p:tagLst>
</file>

<file path=ppt/tags/tag945.xml><?xml version="1.0" encoding="utf-8"?>
<p:tagLst xmlns:a="http://schemas.openxmlformats.org/drawingml/2006/main" xmlns:r="http://schemas.openxmlformats.org/officeDocument/2006/relationships" xmlns:p="http://schemas.openxmlformats.org/presentationml/2006/main">
  <p:tag name="PPSPLIT_ID" val=" 13"/>
</p:tagLst>
</file>

<file path=ppt/tags/tag946.xml><?xml version="1.0" encoding="utf-8"?>
<p:tagLst xmlns:a="http://schemas.openxmlformats.org/drawingml/2006/main" xmlns:r="http://schemas.openxmlformats.org/officeDocument/2006/relationships" xmlns:p="http://schemas.openxmlformats.org/presentationml/2006/main">
  <p:tag name="PPSPLIT_ID" val=" 12"/>
</p:tagLst>
</file>

<file path=ppt/tags/tag947.xml><?xml version="1.0" encoding="utf-8"?>
<p:tagLst xmlns:a="http://schemas.openxmlformats.org/drawingml/2006/main" xmlns:r="http://schemas.openxmlformats.org/officeDocument/2006/relationships" xmlns:p="http://schemas.openxmlformats.org/presentationml/2006/main">
  <p:tag name="TIMING" val="|0.6|0.7|0.4"/>
  <p:tag name="PPSPLIT_SPLIT" val="1"/>
  <p:tag name="PPSPLIT_ORIGINALSLIDENUMBER" val="26"/>
  <p:tag name="PPSPLIT_DONE" val="1"/>
</p:tagLst>
</file>

<file path=ppt/tags/tag948.xml><?xml version="1.0" encoding="utf-8"?>
<p:tagLst xmlns:a="http://schemas.openxmlformats.org/drawingml/2006/main" xmlns:r="http://schemas.openxmlformats.org/officeDocument/2006/relationships" xmlns:p="http://schemas.openxmlformats.org/presentationml/2006/main">
  <p:tag name="PPSPLIT_ID" val=" 2"/>
</p:tagLst>
</file>

<file path=ppt/tags/tag949.xml><?xml version="1.0" encoding="utf-8"?>
<p:tagLst xmlns:a="http://schemas.openxmlformats.org/drawingml/2006/main" xmlns:r="http://schemas.openxmlformats.org/officeDocument/2006/relationships" xmlns:p="http://schemas.openxmlformats.org/presentationml/2006/main">
  <p:tag name="PPSPLIT_ID" val=" 3"/>
</p:tagLst>
</file>

<file path=ppt/tags/tag950.xml><?xml version="1.0" encoding="utf-8"?>
<p:tagLst xmlns:a="http://schemas.openxmlformats.org/drawingml/2006/main" xmlns:r="http://schemas.openxmlformats.org/officeDocument/2006/relationships" xmlns:p="http://schemas.openxmlformats.org/presentationml/2006/main">
  <p:tag name="PPSPLIT_ID" val=" 5"/>
</p:tagLst>
</file>

<file path=ppt/tags/tag951.xml><?xml version="1.0" encoding="utf-8"?>
<p:tagLst xmlns:a="http://schemas.openxmlformats.org/drawingml/2006/main" xmlns:r="http://schemas.openxmlformats.org/officeDocument/2006/relationships" xmlns:p="http://schemas.openxmlformats.org/presentationml/2006/main">
  <p:tag name="PPSPLIT_ID" val=" 6"/>
</p:tagLst>
</file>

<file path=ppt/tags/tag952.xml><?xml version="1.0" encoding="utf-8"?>
<p:tagLst xmlns:a="http://schemas.openxmlformats.org/drawingml/2006/main" xmlns:r="http://schemas.openxmlformats.org/officeDocument/2006/relationships" xmlns:p="http://schemas.openxmlformats.org/presentationml/2006/main">
  <p:tag name="PPSPLIT_ID" val=" 7"/>
</p:tagLst>
</file>

<file path=ppt/tags/tag953.xml><?xml version="1.0" encoding="utf-8"?>
<p:tagLst xmlns:a="http://schemas.openxmlformats.org/drawingml/2006/main" xmlns:r="http://schemas.openxmlformats.org/officeDocument/2006/relationships" xmlns:p="http://schemas.openxmlformats.org/presentationml/2006/main">
  <p:tag name="PPSPLIT_ID" val=" 9"/>
</p:tagLst>
</file>

<file path=ppt/tags/tag954.xml><?xml version="1.0" encoding="utf-8"?>
<p:tagLst xmlns:a="http://schemas.openxmlformats.org/drawingml/2006/main" xmlns:r="http://schemas.openxmlformats.org/officeDocument/2006/relationships" xmlns:p="http://schemas.openxmlformats.org/presentationml/2006/main">
  <p:tag name="PPSPLIT_ID" val=" 11"/>
</p:tagLst>
</file>

<file path=ppt/tags/tag955.xml><?xml version="1.0" encoding="utf-8"?>
<p:tagLst xmlns:a="http://schemas.openxmlformats.org/drawingml/2006/main" xmlns:r="http://schemas.openxmlformats.org/officeDocument/2006/relationships" xmlns:p="http://schemas.openxmlformats.org/presentationml/2006/main">
  <p:tag name="PPSPLIT_ID" val=" 14"/>
</p:tagLst>
</file>

<file path=ppt/tags/tag956.xml><?xml version="1.0" encoding="utf-8"?>
<p:tagLst xmlns:a="http://schemas.openxmlformats.org/drawingml/2006/main" xmlns:r="http://schemas.openxmlformats.org/officeDocument/2006/relationships" xmlns:p="http://schemas.openxmlformats.org/presentationml/2006/main">
  <p:tag name="PPSPLIT_ID" val=" 15"/>
</p:tagLst>
</file>

<file path=ppt/tags/tag957.xml><?xml version="1.0" encoding="utf-8"?>
<p:tagLst xmlns:a="http://schemas.openxmlformats.org/drawingml/2006/main" xmlns:r="http://schemas.openxmlformats.org/officeDocument/2006/relationships" xmlns:p="http://schemas.openxmlformats.org/presentationml/2006/main">
  <p:tag name="PPSPLIT_ID" val=" 18"/>
</p:tagLst>
</file>

<file path=ppt/tags/tag958.xml><?xml version="1.0" encoding="utf-8"?>
<p:tagLst xmlns:a="http://schemas.openxmlformats.org/drawingml/2006/main" xmlns:r="http://schemas.openxmlformats.org/officeDocument/2006/relationships" xmlns:p="http://schemas.openxmlformats.org/presentationml/2006/main">
  <p:tag name="PPSPLIT_ID" val=" 21"/>
</p:tagLst>
</file>

<file path=ppt/tags/tag959.xml><?xml version="1.0" encoding="utf-8"?>
<p:tagLst xmlns:a="http://schemas.openxmlformats.org/drawingml/2006/main" xmlns:r="http://schemas.openxmlformats.org/officeDocument/2006/relationships" xmlns:p="http://schemas.openxmlformats.org/presentationml/2006/main">
  <p:tag name="PPSPLIT_ID" val=" 10"/>
</p:tagLst>
</file>

<file path=ppt/tags/tag960.xml><?xml version="1.0" encoding="utf-8"?>
<p:tagLst xmlns:a="http://schemas.openxmlformats.org/drawingml/2006/main" xmlns:r="http://schemas.openxmlformats.org/officeDocument/2006/relationships" xmlns:p="http://schemas.openxmlformats.org/presentationml/2006/main">
  <p:tag name="PPSPLIT_ID" val=" 13"/>
</p:tagLst>
</file>

<file path=ppt/tags/tag961.xml><?xml version="1.0" encoding="utf-8"?>
<p:tagLst xmlns:a="http://schemas.openxmlformats.org/drawingml/2006/main" xmlns:r="http://schemas.openxmlformats.org/officeDocument/2006/relationships" xmlns:p="http://schemas.openxmlformats.org/presentationml/2006/main">
  <p:tag name="PPSPLIT_ID" val=" 12"/>
</p:tagLst>
</file>

<file path=ppt/tags/tag962.xml><?xml version="1.0" encoding="utf-8"?>
<p:tagLst xmlns:a="http://schemas.openxmlformats.org/drawingml/2006/main" xmlns:r="http://schemas.openxmlformats.org/officeDocument/2006/relationships" xmlns:p="http://schemas.openxmlformats.org/presentationml/2006/main">
  <p:tag name="TIMING" val="|0.6|0.7|0.4"/>
  <p:tag name="PPSPLIT_SPLIT" val="1"/>
  <p:tag name="PPSPLIT_ORIGINALSLIDENUMBER" val="26"/>
  <p:tag name="PPSPLIT_DONE" val="1"/>
</p:tagLst>
</file>

<file path=ppt/tags/tag963.xml><?xml version="1.0" encoding="utf-8"?>
<p:tagLst xmlns:a="http://schemas.openxmlformats.org/drawingml/2006/main" xmlns:r="http://schemas.openxmlformats.org/officeDocument/2006/relationships" xmlns:p="http://schemas.openxmlformats.org/presentationml/2006/main">
  <p:tag name="PPSPLIT_ID" val=" 2"/>
</p:tagLst>
</file>

<file path=ppt/tags/tag964.xml><?xml version="1.0" encoding="utf-8"?>
<p:tagLst xmlns:a="http://schemas.openxmlformats.org/drawingml/2006/main" xmlns:r="http://schemas.openxmlformats.org/officeDocument/2006/relationships" xmlns:p="http://schemas.openxmlformats.org/presentationml/2006/main">
  <p:tag name="PPSPLIT_ID" val=" 3"/>
</p:tagLst>
</file>

<file path=ppt/tags/tag965.xml><?xml version="1.0" encoding="utf-8"?>
<p:tagLst xmlns:a="http://schemas.openxmlformats.org/drawingml/2006/main" xmlns:r="http://schemas.openxmlformats.org/officeDocument/2006/relationships" xmlns:p="http://schemas.openxmlformats.org/presentationml/2006/main">
  <p:tag name="PPSPLIT_ID" val=" 5"/>
</p:tagLst>
</file>

<file path=ppt/tags/tag966.xml><?xml version="1.0" encoding="utf-8"?>
<p:tagLst xmlns:a="http://schemas.openxmlformats.org/drawingml/2006/main" xmlns:r="http://schemas.openxmlformats.org/officeDocument/2006/relationships" xmlns:p="http://schemas.openxmlformats.org/presentationml/2006/main">
  <p:tag name="PPSPLIT_ID" val=" 6"/>
</p:tagLst>
</file>

<file path=ppt/tags/tag967.xml><?xml version="1.0" encoding="utf-8"?>
<p:tagLst xmlns:a="http://schemas.openxmlformats.org/drawingml/2006/main" xmlns:r="http://schemas.openxmlformats.org/officeDocument/2006/relationships" xmlns:p="http://schemas.openxmlformats.org/presentationml/2006/main">
  <p:tag name="PPSPLIT_ID" val=" 7"/>
</p:tagLst>
</file>

<file path=ppt/tags/tag968.xml><?xml version="1.0" encoding="utf-8"?>
<p:tagLst xmlns:a="http://schemas.openxmlformats.org/drawingml/2006/main" xmlns:r="http://schemas.openxmlformats.org/officeDocument/2006/relationships" xmlns:p="http://schemas.openxmlformats.org/presentationml/2006/main">
  <p:tag name="PPSPLIT_ID" val=" 9"/>
</p:tagLst>
</file>

<file path=ppt/tags/tag969.xml><?xml version="1.0" encoding="utf-8"?>
<p:tagLst xmlns:a="http://schemas.openxmlformats.org/drawingml/2006/main" xmlns:r="http://schemas.openxmlformats.org/officeDocument/2006/relationships" xmlns:p="http://schemas.openxmlformats.org/presentationml/2006/main">
  <p:tag name="PPSPLIT_ID" val=" 11"/>
</p:tagLst>
</file>

<file path=ppt/tags/tag970.xml><?xml version="1.0" encoding="utf-8"?>
<p:tagLst xmlns:a="http://schemas.openxmlformats.org/drawingml/2006/main" xmlns:r="http://schemas.openxmlformats.org/officeDocument/2006/relationships" xmlns:p="http://schemas.openxmlformats.org/presentationml/2006/main">
  <p:tag name="PPSPLIT_ID" val=" 14"/>
</p:tagLst>
</file>

<file path=ppt/tags/tag971.xml><?xml version="1.0" encoding="utf-8"?>
<p:tagLst xmlns:a="http://schemas.openxmlformats.org/drawingml/2006/main" xmlns:r="http://schemas.openxmlformats.org/officeDocument/2006/relationships" xmlns:p="http://schemas.openxmlformats.org/presentationml/2006/main">
  <p:tag name="PPSPLIT_ID" val=" 15"/>
</p:tagLst>
</file>

<file path=ppt/tags/tag972.xml><?xml version="1.0" encoding="utf-8"?>
<p:tagLst xmlns:a="http://schemas.openxmlformats.org/drawingml/2006/main" xmlns:r="http://schemas.openxmlformats.org/officeDocument/2006/relationships" xmlns:p="http://schemas.openxmlformats.org/presentationml/2006/main">
  <p:tag name="PPSPLIT_ID" val=" 18"/>
</p:tagLst>
</file>

<file path=ppt/tags/tag973.xml><?xml version="1.0" encoding="utf-8"?>
<p:tagLst xmlns:a="http://schemas.openxmlformats.org/drawingml/2006/main" xmlns:r="http://schemas.openxmlformats.org/officeDocument/2006/relationships" xmlns:p="http://schemas.openxmlformats.org/presentationml/2006/main">
  <p:tag name="PPSPLIT_ID" val=" 21"/>
</p:tagLst>
</file>

<file path=ppt/tags/tag974.xml><?xml version="1.0" encoding="utf-8"?>
<p:tagLst xmlns:a="http://schemas.openxmlformats.org/drawingml/2006/main" xmlns:r="http://schemas.openxmlformats.org/officeDocument/2006/relationships" xmlns:p="http://schemas.openxmlformats.org/presentationml/2006/main">
  <p:tag name="PPSPLIT_ID" val=" 25"/>
</p:tagLst>
</file>

<file path=ppt/tags/tag975.xml><?xml version="1.0" encoding="utf-8"?>
<p:tagLst xmlns:a="http://schemas.openxmlformats.org/drawingml/2006/main" xmlns:r="http://schemas.openxmlformats.org/officeDocument/2006/relationships" xmlns:p="http://schemas.openxmlformats.org/presentationml/2006/main">
  <p:tag name="PPSPLIT_ID" val=" 27"/>
</p:tagLst>
</file>

<file path=ppt/tags/tag976.xml><?xml version="1.0" encoding="utf-8"?>
<p:tagLst xmlns:a="http://schemas.openxmlformats.org/drawingml/2006/main" xmlns:r="http://schemas.openxmlformats.org/officeDocument/2006/relationships" xmlns:p="http://schemas.openxmlformats.org/presentationml/2006/main">
  <p:tag name="PPSPLIT_ID" val=" 35"/>
</p:tagLst>
</file>

<file path=ppt/tags/tag977.xml><?xml version="1.0" encoding="utf-8"?>
<p:tagLst xmlns:a="http://schemas.openxmlformats.org/drawingml/2006/main" xmlns:r="http://schemas.openxmlformats.org/officeDocument/2006/relationships" xmlns:p="http://schemas.openxmlformats.org/presentationml/2006/main">
  <p:tag name="PPSPLIT_ID" val=" 38"/>
</p:tagLst>
</file>

<file path=ppt/tags/tag978.xml><?xml version="1.0" encoding="utf-8"?>
<p:tagLst xmlns:a="http://schemas.openxmlformats.org/drawingml/2006/main" xmlns:r="http://schemas.openxmlformats.org/officeDocument/2006/relationships" xmlns:p="http://schemas.openxmlformats.org/presentationml/2006/main">
  <p:tag name="PPSPLIT_ID" val=" 39"/>
</p:tagLst>
</file>

<file path=ppt/tags/tag979.xml><?xml version="1.0" encoding="utf-8"?>
<p:tagLst xmlns:a="http://schemas.openxmlformats.org/drawingml/2006/main" xmlns:r="http://schemas.openxmlformats.org/officeDocument/2006/relationships" xmlns:p="http://schemas.openxmlformats.org/presentationml/2006/main">
  <p:tag name="PPSPLIT_ID" val=" 41"/>
</p:tagLst>
</file>

<file path=ppt/tags/tag980.xml><?xml version="1.0" encoding="utf-8"?>
<p:tagLst xmlns:a="http://schemas.openxmlformats.org/drawingml/2006/main" xmlns:r="http://schemas.openxmlformats.org/officeDocument/2006/relationships" xmlns:p="http://schemas.openxmlformats.org/presentationml/2006/main">
  <p:tag name="PPSPLIT_ID" val=" 44"/>
</p:tagLst>
</file>

<file path=ppt/tags/tag981.xml><?xml version="1.0" encoding="utf-8"?>
<p:tagLst xmlns:a="http://schemas.openxmlformats.org/drawingml/2006/main" xmlns:r="http://schemas.openxmlformats.org/officeDocument/2006/relationships" xmlns:p="http://schemas.openxmlformats.org/presentationml/2006/main">
  <p:tag name="PPSPLIT_ID" val=" 46"/>
</p:tagLst>
</file>

<file path=ppt/tags/tag982.xml><?xml version="1.0" encoding="utf-8"?>
<p:tagLst xmlns:a="http://schemas.openxmlformats.org/drawingml/2006/main" xmlns:r="http://schemas.openxmlformats.org/officeDocument/2006/relationships" xmlns:p="http://schemas.openxmlformats.org/presentationml/2006/main">
  <p:tag name="PPSPLIT_ID" val=" 49"/>
</p:tagLst>
</file>

<file path=ppt/tags/tag983.xml><?xml version="1.0" encoding="utf-8"?>
<p:tagLst xmlns:a="http://schemas.openxmlformats.org/drawingml/2006/main" xmlns:r="http://schemas.openxmlformats.org/officeDocument/2006/relationships" xmlns:p="http://schemas.openxmlformats.org/presentationml/2006/main">
  <p:tag name="PPSPLIT_ID" val=" 51"/>
</p:tagLst>
</file>

<file path=ppt/tags/tag984.xml><?xml version="1.0" encoding="utf-8"?>
<p:tagLst xmlns:a="http://schemas.openxmlformats.org/drawingml/2006/main" xmlns:r="http://schemas.openxmlformats.org/officeDocument/2006/relationships" xmlns:p="http://schemas.openxmlformats.org/presentationml/2006/main">
  <p:tag name="PPSPLIT_ID" val=" 54"/>
</p:tagLst>
</file>

<file path=ppt/tags/tag985.xml><?xml version="1.0" encoding="utf-8"?>
<p:tagLst xmlns:a="http://schemas.openxmlformats.org/drawingml/2006/main" xmlns:r="http://schemas.openxmlformats.org/officeDocument/2006/relationships" xmlns:p="http://schemas.openxmlformats.org/presentationml/2006/main">
  <p:tag name="PPSPLIT_ID" val=" 56"/>
</p:tagLst>
</file>

<file path=ppt/tags/tag986.xml><?xml version="1.0" encoding="utf-8"?>
<p:tagLst xmlns:a="http://schemas.openxmlformats.org/drawingml/2006/main" xmlns:r="http://schemas.openxmlformats.org/officeDocument/2006/relationships" xmlns:p="http://schemas.openxmlformats.org/presentationml/2006/main">
  <p:tag name="PPSPLIT_ID" val=" 58"/>
</p:tagLst>
</file>

<file path=ppt/tags/tag987.xml><?xml version="1.0" encoding="utf-8"?>
<p:tagLst xmlns:a="http://schemas.openxmlformats.org/drawingml/2006/main" xmlns:r="http://schemas.openxmlformats.org/officeDocument/2006/relationships" xmlns:p="http://schemas.openxmlformats.org/presentationml/2006/main">
  <p:tag name="PPSPLIT_ID" val=" 60"/>
</p:tagLst>
</file>

<file path=ppt/tags/tag988.xml><?xml version="1.0" encoding="utf-8"?>
<p:tagLst xmlns:a="http://schemas.openxmlformats.org/drawingml/2006/main" xmlns:r="http://schemas.openxmlformats.org/officeDocument/2006/relationships" xmlns:p="http://schemas.openxmlformats.org/presentationml/2006/main">
  <p:tag name="PPSPLIT_ID" val=" 64"/>
</p:tagLst>
</file>

<file path=ppt/tags/tag989.xml><?xml version="1.0" encoding="utf-8"?>
<p:tagLst xmlns:a="http://schemas.openxmlformats.org/drawingml/2006/main" xmlns:r="http://schemas.openxmlformats.org/officeDocument/2006/relationships" xmlns:p="http://schemas.openxmlformats.org/presentationml/2006/main">
  <p:tag name="PPSPLIT_ID" val=" 10"/>
</p:tagLst>
</file>

<file path=ppt/tags/tag990.xml><?xml version="1.0" encoding="utf-8"?>
<p:tagLst xmlns:a="http://schemas.openxmlformats.org/drawingml/2006/main" xmlns:r="http://schemas.openxmlformats.org/officeDocument/2006/relationships" xmlns:p="http://schemas.openxmlformats.org/presentationml/2006/main">
  <p:tag name="PPSPLIT_ID" val=" 13"/>
</p:tagLst>
</file>

<file path=ppt/tags/tag991.xml><?xml version="1.0" encoding="utf-8"?>
<p:tagLst xmlns:a="http://schemas.openxmlformats.org/drawingml/2006/main" xmlns:r="http://schemas.openxmlformats.org/officeDocument/2006/relationships" xmlns:p="http://schemas.openxmlformats.org/presentationml/2006/main">
  <p:tag name="PPSPLIT_ID" val=" 12"/>
</p:tagLst>
</file>

<file path=ppt/tags/tag992.xml><?xml version="1.0" encoding="utf-8"?>
<p:tagLst xmlns:a="http://schemas.openxmlformats.org/drawingml/2006/main" xmlns:r="http://schemas.openxmlformats.org/officeDocument/2006/relationships" xmlns:p="http://schemas.openxmlformats.org/presentationml/2006/main">
  <p:tag name="TIMING" val="|0.6|0.7|0.4"/>
  <p:tag name="PPSPLIT_SPLIT" val="1"/>
  <p:tag name="PPSPLIT_ORIGINALSLIDENUMBER" val="26"/>
</p:tagLst>
</file>

<file path=ppt/tags/tag993.xml><?xml version="1.0" encoding="utf-8"?>
<p:tagLst xmlns:a="http://schemas.openxmlformats.org/drawingml/2006/main" xmlns:r="http://schemas.openxmlformats.org/officeDocument/2006/relationships" xmlns:p="http://schemas.openxmlformats.org/presentationml/2006/main">
  <p:tag name="PPSPLIT_ID" val=" 2"/>
</p:tagLst>
</file>

<file path=ppt/tags/tag994.xml><?xml version="1.0" encoding="utf-8"?>
<p:tagLst xmlns:a="http://schemas.openxmlformats.org/drawingml/2006/main" xmlns:r="http://schemas.openxmlformats.org/officeDocument/2006/relationships" xmlns:p="http://schemas.openxmlformats.org/presentationml/2006/main">
  <p:tag name="PPSPLIT_ID" val=" 3"/>
</p:tagLst>
</file>

<file path=ppt/tags/tag995.xml><?xml version="1.0" encoding="utf-8"?>
<p:tagLst xmlns:a="http://schemas.openxmlformats.org/drawingml/2006/main" xmlns:r="http://schemas.openxmlformats.org/officeDocument/2006/relationships" xmlns:p="http://schemas.openxmlformats.org/presentationml/2006/main">
  <p:tag name="PPSPLIT_ID" val=" 5"/>
</p:tagLst>
</file>

<file path=ppt/tags/tag996.xml><?xml version="1.0" encoding="utf-8"?>
<p:tagLst xmlns:a="http://schemas.openxmlformats.org/drawingml/2006/main" xmlns:r="http://schemas.openxmlformats.org/officeDocument/2006/relationships" xmlns:p="http://schemas.openxmlformats.org/presentationml/2006/main">
  <p:tag name="PPSPLIT_ID" val=" 6"/>
</p:tagLst>
</file>

<file path=ppt/tags/tag997.xml><?xml version="1.0" encoding="utf-8"?>
<p:tagLst xmlns:a="http://schemas.openxmlformats.org/drawingml/2006/main" xmlns:r="http://schemas.openxmlformats.org/officeDocument/2006/relationships" xmlns:p="http://schemas.openxmlformats.org/presentationml/2006/main">
  <p:tag name="PPSPLIT_ID" val=" 7"/>
</p:tagLst>
</file>

<file path=ppt/tags/tag998.xml><?xml version="1.0" encoding="utf-8"?>
<p:tagLst xmlns:a="http://schemas.openxmlformats.org/drawingml/2006/main" xmlns:r="http://schemas.openxmlformats.org/officeDocument/2006/relationships" xmlns:p="http://schemas.openxmlformats.org/presentationml/2006/main">
  <p:tag name="PPSPLIT_ID" val=" 9"/>
</p:tagLst>
</file>

<file path=ppt/tags/tag999.xml><?xml version="1.0" encoding="utf-8"?>
<p:tagLst xmlns:a="http://schemas.openxmlformats.org/drawingml/2006/main" xmlns:r="http://schemas.openxmlformats.org/officeDocument/2006/relationships" xmlns:p="http://schemas.openxmlformats.org/presentationml/2006/main">
  <p:tag name="PPSPLIT_ID" val=" 11"/>
</p:tagLst>
</file>

<file path=ppt/tags/tag1000.xml><?xml version="1.0" encoding="utf-8"?>
<p:tagLst xmlns:a="http://schemas.openxmlformats.org/drawingml/2006/main" xmlns:r="http://schemas.openxmlformats.org/officeDocument/2006/relationships" xmlns:p="http://schemas.openxmlformats.org/presentationml/2006/main">
  <p:tag name="PPSPLIT_ID" val=" 14"/>
</p:tagLst>
</file>

<file path=ppt/tags/tag1001.xml><?xml version="1.0" encoding="utf-8"?>
<p:tagLst xmlns:a="http://schemas.openxmlformats.org/drawingml/2006/main" xmlns:r="http://schemas.openxmlformats.org/officeDocument/2006/relationships" xmlns:p="http://schemas.openxmlformats.org/presentationml/2006/main">
  <p:tag name="PPSPLIT_ID" val=" 15"/>
</p:tagLst>
</file>

<file path=ppt/tags/tag1002.xml><?xml version="1.0" encoding="utf-8"?>
<p:tagLst xmlns:a="http://schemas.openxmlformats.org/drawingml/2006/main" xmlns:r="http://schemas.openxmlformats.org/officeDocument/2006/relationships" xmlns:p="http://schemas.openxmlformats.org/presentationml/2006/main">
  <p:tag name="PPSPLIT_ID" val=" 18"/>
</p:tagLst>
</file>

<file path=ppt/tags/tag1003.xml><?xml version="1.0" encoding="utf-8"?>
<p:tagLst xmlns:a="http://schemas.openxmlformats.org/drawingml/2006/main" xmlns:r="http://schemas.openxmlformats.org/officeDocument/2006/relationships" xmlns:p="http://schemas.openxmlformats.org/presentationml/2006/main">
  <p:tag name="PPSPLIT_ID" val=" 21"/>
</p:tagLst>
</file>

<file path=ppt/tags/tag1004.xml><?xml version="1.0" encoding="utf-8"?>
<p:tagLst xmlns:a="http://schemas.openxmlformats.org/drawingml/2006/main" xmlns:r="http://schemas.openxmlformats.org/officeDocument/2006/relationships" xmlns:p="http://schemas.openxmlformats.org/presentationml/2006/main">
  <p:tag name="PPSPLIT_ID" val=" 25"/>
</p:tagLst>
</file>

<file path=ppt/tags/tag1005.xml><?xml version="1.0" encoding="utf-8"?>
<p:tagLst xmlns:a="http://schemas.openxmlformats.org/drawingml/2006/main" xmlns:r="http://schemas.openxmlformats.org/officeDocument/2006/relationships" xmlns:p="http://schemas.openxmlformats.org/presentationml/2006/main">
  <p:tag name="PPSPLIT_ID" val=" 27"/>
</p:tagLst>
</file>

<file path=ppt/tags/tag1006.xml><?xml version="1.0" encoding="utf-8"?>
<p:tagLst xmlns:a="http://schemas.openxmlformats.org/drawingml/2006/main" xmlns:r="http://schemas.openxmlformats.org/officeDocument/2006/relationships" xmlns:p="http://schemas.openxmlformats.org/presentationml/2006/main">
  <p:tag name="PPSPLIT_ID" val=" 35"/>
</p:tagLst>
</file>

<file path=ppt/tags/tag1007.xml><?xml version="1.0" encoding="utf-8"?>
<p:tagLst xmlns:a="http://schemas.openxmlformats.org/drawingml/2006/main" xmlns:r="http://schemas.openxmlformats.org/officeDocument/2006/relationships" xmlns:p="http://schemas.openxmlformats.org/presentationml/2006/main">
  <p:tag name="PPSPLIT_ID" val=" 37"/>
</p:tagLst>
</file>

<file path=ppt/tags/tag1008.xml><?xml version="1.0" encoding="utf-8"?>
<p:tagLst xmlns:a="http://schemas.openxmlformats.org/drawingml/2006/main" xmlns:r="http://schemas.openxmlformats.org/officeDocument/2006/relationships" xmlns:p="http://schemas.openxmlformats.org/presentationml/2006/main">
  <p:tag name="PPSPLIT_ID" val=" 38"/>
</p:tagLst>
</file>

<file path=ppt/tags/tag1009.xml><?xml version="1.0" encoding="utf-8"?>
<p:tagLst xmlns:a="http://schemas.openxmlformats.org/drawingml/2006/main" xmlns:r="http://schemas.openxmlformats.org/officeDocument/2006/relationships" xmlns:p="http://schemas.openxmlformats.org/presentationml/2006/main">
  <p:tag name="PPSPLIT_ID" val=" 39"/>
</p:tagLst>
</file>

<file path=ppt/tags/tag1010.xml><?xml version="1.0" encoding="utf-8"?>
<p:tagLst xmlns:a="http://schemas.openxmlformats.org/drawingml/2006/main" xmlns:r="http://schemas.openxmlformats.org/officeDocument/2006/relationships" xmlns:p="http://schemas.openxmlformats.org/presentationml/2006/main">
  <p:tag name="PPSPLIT_ID" val=" 41"/>
</p:tagLst>
</file>

<file path=ppt/tags/tag1011.xml><?xml version="1.0" encoding="utf-8"?>
<p:tagLst xmlns:a="http://schemas.openxmlformats.org/drawingml/2006/main" xmlns:r="http://schemas.openxmlformats.org/officeDocument/2006/relationships" xmlns:p="http://schemas.openxmlformats.org/presentationml/2006/main">
  <p:tag name="PPSPLIT_ID" val=" 43"/>
</p:tagLst>
</file>

<file path=ppt/tags/tag1012.xml><?xml version="1.0" encoding="utf-8"?>
<p:tagLst xmlns:a="http://schemas.openxmlformats.org/drawingml/2006/main" xmlns:r="http://schemas.openxmlformats.org/officeDocument/2006/relationships" xmlns:p="http://schemas.openxmlformats.org/presentationml/2006/main">
  <p:tag name="PPSPLIT_ID" val=" 44"/>
</p:tagLst>
</file>

<file path=ppt/tags/tag1013.xml><?xml version="1.0" encoding="utf-8"?>
<p:tagLst xmlns:a="http://schemas.openxmlformats.org/drawingml/2006/main" xmlns:r="http://schemas.openxmlformats.org/officeDocument/2006/relationships" xmlns:p="http://schemas.openxmlformats.org/presentationml/2006/main">
  <p:tag name="PPSPLIT_ID" val=" 46"/>
</p:tagLst>
</file>

<file path=ppt/tags/tag1014.xml><?xml version="1.0" encoding="utf-8"?>
<p:tagLst xmlns:a="http://schemas.openxmlformats.org/drawingml/2006/main" xmlns:r="http://schemas.openxmlformats.org/officeDocument/2006/relationships" xmlns:p="http://schemas.openxmlformats.org/presentationml/2006/main">
  <p:tag name="PPSPLIT_ID" val=" 49"/>
</p:tagLst>
</file>

<file path=ppt/tags/tag1015.xml><?xml version="1.0" encoding="utf-8"?>
<p:tagLst xmlns:a="http://schemas.openxmlformats.org/drawingml/2006/main" xmlns:r="http://schemas.openxmlformats.org/officeDocument/2006/relationships" xmlns:p="http://schemas.openxmlformats.org/presentationml/2006/main">
  <p:tag name="PPSPLIT_ID" val=" 51"/>
</p:tagLst>
</file>

<file path=ppt/tags/tag1016.xml><?xml version="1.0" encoding="utf-8"?>
<p:tagLst xmlns:a="http://schemas.openxmlformats.org/drawingml/2006/main" xmlns:r="http://schemas.openxmlformats.org/officeDocument/2006/relationships" xmlns:p="http://schemas.openxmlformats.org/presentationml/2006/main">
  <p:tag name="PPSPLIT_ID" val=" 53"/>
</p:tagLst>
</file>

<file path=ppt/tags/tag1017.xml><?xml version="1.0" encoding="utf-8"?>
<p:tagLst xmlns:a="http://schemas.openxmlformats.org/drawingml/2006/main" xmlns:r="http://schemas.openxmlformats.org/officeDocument/2006/relationships" xmlns:p="http://schemas.openxmlformats.org/presentationml/2006/main">
  <p:tag name="PPSPLIT_ID" val=" 54"/>
</p:tagLst>
</file>

<file path=ppt/tags/tag1018.xml><?xml version="1.0" encoding="utf-8"?>
<p:tagLst xmlns:a="http://schemas.openxmlformats.org/drawingml/2006/main" xmlns:r="http://schemas.openxmlformats.org/officeDocument/2006/relationships" xmlns:p="http://schemas.openxmlformats.org/presentationml/2006/main">
  <p:tag name="PPSPLIT_ID" val=" 56"/>
</p:tagLst>
</file>

<file path=ppt/tags/tag1019.xml><?xml version="1.0" encoding="utf-8"?>
<p:tagLst xmlns:a="http://schemas.openxmlformats.org/drawingml/2006/main" xmlns:r="http://schemas.openxmlformats.org/officeDocument/2006/relationships" xmlns:p="http://schemas.openxmlformats.org/presentationml/2006/main">
  <p:tag name="PPSPLIT_ID" val=" 58"/>
</p:tagLst>
</file>

<file path=ppt/tags/tag1020.xml><?xml version="1.0" encoding="utf-8"?>
<p:tagLst xmlns:a="http://schemas.openxmlformats.org/drawingml/2006/main" xmlns:r="http://schemas.openxmlformats.org/officeDocument/2006/relationships" xmlns:p="http://schemas.openxmlformats.org/presentationml/2006/main">
  <p:tag name="PPSPLIT_ID" val=" 60"/>
</p:tagLst>
</file>

<file path=ppt/tags/tag1021.xml><?xml version="1.0" encoding="utf-8"?>
<p:tagLst xmlns:a="http://schemas.openxmlformats.org/drawingml/2006/main" xmlns:r="http://schemas.openxmlformats.org/officeDocument/2006/relationships" xmlns:p="http://schemas.openxmlformats.org/presentationml/2006/main">
  <p:tag name="PPSPLIT_ID" val=" 64"/>
</p:tagLst>
</file>

<file path=ppt/tags/tag1022.xml><?xml version="1.0" encoding="utf-8"?>
<p:tagLst xmlns:a="http://schemas.openxmlformats.org/drawingml/2006/main" xmlns:r="http://schemas.openxmlformats.org/officeDocument/2006/relationships" xmlns:p="http://schemas.openxmlformats.org/presentationml/2006/main">
  <p:tag name="PPSPLIT_ID" val=" 69"/>
</p:tagLst>
</file>

<file path=ppt/tags/tag1023.xml><?xml version="1.0" encoding="utf-8"?>
<p:tagLst xmlns:a="http://schemas.openxmlformats.org/drawingml/2006/main" xmlns:r="http://schemas.openxmlformats.org/officeDocument/2006/relationships" xmlns:p="http://schemas.openxmlformats.org/presentationml/2006/main">
  <p:tag name="PPSPLIT_ID" val=" 10"/>
</p:tagLst>
</file>

<file path=ppt/tags/tag1024.xml><?xml version="1.0" encoding="utf-8"?>
<p:tagLst xmlns:a="http://schemas.openxmlformats.org/drawingml/2006/main" xmlns:r="http://schemas.openxmlformats.org/officeDocument/2006/relationships" xmlns:p="http://schemas.openxmlformats.org/presentationml/2006/main">
  <p:tag name="PPSPLIT_ID" val=" 13"/>
</p:tagLst>
</file>

<file path=ppt/tags/tag1025.xml><?xml version="1.0" encoding="utf-8"?>
<p:tagLst xmlns:a="http://schemas.openxmlformats.org/drawingml/2006/main" xmlns:r="http://schemas.openxmlformats.org/officeDocument/2006/relationships" xmlns:p="http://schemas.openxmlformats.org/presentationml/2006/main">
  <p:tag name="PPSPLIT_ID" val=" 12"/>
</p:tagLst>
</file>

<file path=ppt/tags/tag1026.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27"/>
</p:tagLst>
</file>

<file path=ppt/tags/tag1027.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28"/>
</p:tagLst>
</file>

<file path=ppt/tags/tag1028.xml><?xml version="1.0" encoding="utf-8"?>
<p:tagLst xmlns:a="http://schemas.openxmlformats.org/drawingml/2006/main" xmlns:r="http://schemas.openxmlformats.org/officeDocument/2006/relationships" xmlns:p="http://schemas.openxmlformats.org/presentationml/2006/main">
  <p:tag name="TIMING" val="|0.8|0.4|0.5"/>
  <p:tag name="PPSPLIT_SPLIT" val="1"/>
  <p:tag name="PPSPLIT_ORIGINALSLIDENUMBER" val="29"/>
  <p:tag name="PPSPLIT_DONE" val="1"/>
</p:tagLst>
</file>

<file path=ppt/tags/tag1029.xml><?xml version="1.0" encoding="utf-8"?>
<p:tagLst xmlns:a="http://schemas.openxmlformats.org/drawingml/2006/main" xmlns:r="http://schemas.openxmlformats.org/officeDocument/2006/relationships" xmlns:p="http://schemas.openxmlformats.org/presentationml/2006/main">
  <p:tag name="PPSPLIT_ID" val=" 13"/>
</p:tagLst>
</file>

<file path=ppt/tags/tag1030.xml><?xml version="1.0" encoding="utf-8"?>
<p:tagLst xmlns:a="http://schemas.openxmlformats.org/drawingml/2006/main" xmlns:r="http://schemas.openxmlformats.org/officeDocument/2006/relationships" xmlns:p="http://schemas.openxmlformats.org/presentationml/2006/main">
  <p:tag name="PPSPLIT_ID" val=" 11"/>
</p:tagLst>
</file>

<file path=ppt/tags/tag1031.xml><?xml version="1.0" encoding="utf-8"?>
<p:tagLst xmlns:a="http://schemas.openxmlformats.org/drawingml/2006/main" xmlns:r="http://schemas.openxmlformats.org/officeDocument/2006/relationships" xmlns:p="http://schemas.openxmlformats.org/presentationml/2006/main">
  <p:tag name="PPSPLIT_ID" val=" 2"/>
</p:tagLst>
</file>

<file path=ppt/tags/tag1032.xml><?xml version="1.0" encoding="utf-8"?>
<p:tagLst xmlns:a="http://schemas.openxmlformats.org/drawingml/2006/main" xmlns:r="http://schemas.openxmlformats.org/officeDocument/2006/relationships" xmlns:p="http://schemas.openxmlformats.org/presentationml/2006/main">
  <p:tag name="PPSPLIT_ID" val=" 3"/>
</p:tagLst>
</file>

<file path=ppt/tags/tag1033.xml><?xml version="1.0" encoding="utf-8"?>
<p:tagLst xmlns:a="http://schemas.openxmlformats.org/drawingml/2006/main" xmlns:r="http://schemas.openxmlformats.org/officeDocument/2006/relationships" xmlns:p="http://schemas.openxmlformats.org/presentationml/2006/main">
  <p:tag name="PPSPLIT_ID" val=" 4"/>
</p:tagLst>
</file>

<file path=ppt/tags/tag1034.xml><?xml version="1.0" encoding="utf-8"?>
<p:tagLst xmlns:a="http://schemas.openxmlformats.org/drawingml/2006/main" xmlns:r="http://schemas.openxmlformats.org/officeDocument/2006/relationships" xmlns:p="http://schemas.openxmlformats.org/presentationml/2006/main">
  <p:tag name="PPSPLIT_ID" val=" 6"/>
</p:tagLst>
</file>

<file path=ppt/tags/tag1035.xml><?xml version="1.0" encoding="utf-8"?>
<p:tagLst xmlns:a="http://schemas.openxmlformats.org/drawingml/2006/main" xmlns:r="http://schemas.openxmlformats.org/officeDocument/2006/relationships" xmlns:p="http://schemas.openxmlformats.org/presentationml/2006/main">
  <p:tag name="PPSPLIT_ID" val=" 7"/>
</p:tagLst>
</file>

<file path=ppt/tags/tag1036.xml><?xml version="1.0" encoding="utf-8"?>
<p:tagLst xmlns:a="http://schemas.openxmlformats.org/drawingml/2006/main" xmlns:r="http://schemas.openxmlformats.org/officeDocument/2006/relationships" xmlns:p="http://schemas.openxmlformats.org/presentationml/2006/main">
  <p:tag name="PPSPLIT_ID" val=" 9"/>
</p:tagLst>
</file>

<file path=ppt/tags/tag1037.xml><?xml version="1.0" encoding="utf-8"?>
<p:tagLst xmlns:a="http://schemas.openxmlformats.org/drawingml/2006/main" xmlns:r="http://schemas.openxmlformats.org/officeDocument/2006/relationships" xmlns:p="http://schemas.openxmlformats.org/presentationml/2006/main">
  <p:tag name="PPSPLIT_ID" val=" 12"/>
</p:tagLst>
</file>

<file path=ppt/tags/tag1038.xml><?xml version="1.0" encoding="utf-8"?>
<p:tagLst xmlns:a="http://schemas.openxmlformats.org/drawingml/2006/main" xmlns:r="http://schemas.openxmlformats.org/officeDocument/2006/relationships" xmlns:p="http://schemas.openxmlformats.org/presentationml/2006/main">
  <p:tag name="PPSPLIT_ID" val=" 10"/>
</p:tagLst>
</file>

<file path=ppt/tags/tag1039.xml><?xml version="1.0" encoding="utf-8"?>
<p:tagLst xmlns:a="http://schemas.openxmlformats.org/drawingml/2006/main" xmlns:r="http://schemas.openxmlformats.org/officeDocument/2006/relationships" xmlns:p="http://schemas.openxmlformats.org/presentationml/2006/main">
  <p:tag name="TIMING" val="|0.8|0.4|0.5"/>
  <p:tag name="PPSPLIT_SPLIT" val="1"/>
  <p:tag name="PPSPLIT_ORIGINALSLIDENUMBER" val="29"/>
  <p:tag name="PPSPLIT_DONE" val="1"/>
</p:tagLst>
</file>

<file path=ppt/tags/tag1040.xml><?xml version="1.0" encoding="utf-8"?>
<p:tagLst xmlns:a="http://schemas.openxmlformats.org/drawingml/2006/main" xmlns:r="http://schemas.openxmlformats.org/officeDocument/2006/relationships" xmlns:p="http://schemas.openxmlformats.org/presentationml/2006/main">
  <p:tag name="PPSPLIT_ID" val=" 38"/>
</p:tagLst>
</file>

<file path=ppt/tags/tag1041.xml><?xml version="1.0" encoding="utf-8"?>
<p:tagLst xmlns:a="http://schemas.openxmlformats.org/drawingml/2006/main" xmlns:r="http://schemas.openxmlformats.org/officeDocument/2006/relationships" xmlns:p="http://schemas.openxmlformats.org/presentationml/2006/main">
  <p:tag name="PPSPLIT_ID" val=" 40"/>
</p:tagLst>
</file>

<file path=ppt/tags/tag1042.xml><?xml version="1.0" encoding="utf-8"?>
<p:tagLst xmlns:a="http://schemas.openxmlformats.org/drawingml/2006/main" xmlns:r="http://schemas.openxmlformats.org/officeDocument/2006/relationships" xmlns:p="http://schemas.openxmlformats.org/presentationml/2006/main">
  <p:tag name="PPSPLIT_ID" val=" 13"/>
</p:tagLst>
</file>

<file path=ppt/tags/tag1043.xml><?xml version="1.0" encoding="utf-8"?>
<p:tagLst xmlns:a="http://schemas.openxmlformats.org/drawingml/2006/main" xmlns:r="http://schemas.openxmlformats.org/officeDocument/2006/relationships" xmlns:p="http://schemas.openxmlformats.org/presentationml/2006/main">
  <p:tag name="PPSPLIT_ID" val=" 11"/>
</p:tagLst>
</file>

<file path=ppt/tags/tag1044.xml><?xml version="1.0" encoding="utf-8"?>
<p:tagLst xmlns:a="http://schemas.openxmlformats.org/drawingml/2006/main" xmlns:r="http://schemas.openxmlformats.org/officeDocument/2006/relationships" xmlns:p="http://schemas.openxmlformats.org/presentationml/2006/main">
  <p:tag name="PPSPLIT_ID" val=" 2"/>
</p:tagLst>
</file>

<file path=ppt/tags/tag1045.xml><?xml version="1.0" encoding="utf-8"?>
<p:tagLst xmlns:a="http://schemas.openxmlformats.org/drawingml/2006/main" xmlns:r="http://schemas.openxmlformats.org/officeDocument/2006/relationships" xmlns:p="http://schemas.openxmlformats.org/presentationml/2006/main">
  <p:tag name="PPSPLIT_ID" val=" 3"/>
</p:tagLst>
</file>

<file path=ppt/tags/tag1046.xml><?xml version="1.0" encoding="utf-8"?>
<p:tagLst xmlns:a="http://schemas.openxmlformats.org/drawingml/2006/main" xmlns:r="http://schemas.openxmlformats.org/officeDocument/2006/relationships" xmlns:p="http://schemas.openxmlformats.org/presentationml/2006/main">
  <p:tag name="PPSPLIT_ID" val=" 4"/>
</p:tagLst>
</file>

<file path=ppt/tags/tag1047.xml><?xml version="1.0" encoding="utf-8"?>
<p:tagLst xmlns:a="http://schemas.openxmlformats.org/drawingml/2006/main" xmlns:r="http://schemas.openxmlformats.org/officeDocument/2006/relationships" xmlns:p="http://schemas.openxmlformats.org/presentationml/2006/main">
  <p:tag name="PPSPLIT_ID" val=" 6"/>
</p:tagLst>
</file>

<file path=ppt/tags/tag1048.xml><?xml version="1.0" encoding="utf-8"?>
<p:tagLst xmlns:a="http://schemas.openxmlformats.org/drawingml/2006/main" xmlns:r="http://schemas.openxmlformats.org/officeDocument/2006/relationships" xmlns:p="http://schemas.openxmlformats.org/presentationml/2006/main">
  <p:tag name="PPSPLIT_ID" val=" 7"/>
</p:tagLst>
</file>

<file path=ppt/tags/tag1049.xml><?xml version="1.0" encoding="utf-8"?>
<p:tagLst xmlns:a="http://schemas.openxmlformats.org/drawingml/2006/main" xmlns:r="http://schemas.openxmlformats.org/officeDocument/2006/relationships" xmlns:p="http://schemas.openxmlformats.org/presentationml/2006/main">
  <p:tag name="PPSPLIT_ID" val=" 9"/>
</p:tagLst>
</file>

<file path=ppt/tags/tag1050.xml><?xml version="1.0" encoding="utf-8"?>
<p:tagLst xmlns:a="http://schemas.openxmlformats.org/drawingml/2006/main" xmlns:r="http://schemas.openxmlformats.org/officeDocument/2006/relationships" xmlns:p="http://schemas.openxmlformats.org/presentationml/2006/main">
  <p:tag name="PPSPLIT_ID" val=" 14"/>
</p:tagLst>
</file>

<file path=ppt/tags/tag1051.xml><?xml version="1.0" encoding="utf-8"?>
<p:tagLst xmlns:a="http://schemas.openxmlformats.org/drawingml/2006/main" xmlns:r="http://schemas.openxmlformats.org/officeDocument/2006/relationships" xmlns:p="http://schemas.openxmlformats.org/presentationml/2006/main">
  <p:tag name="PPSPLIT_ID" val=" 22"/>
</p:tagLst>
</file>

<file path=ppt/tags/tag1052.xml><?xml version="1.0" encoding="utf-8"?>
<p:tagLst xmlns:a="http://schemas.openxmlformats.org/drawingml/2006/main" xmlns:r="http://schemas.openxmlformats.org/officeDocument/2006/relationships" xmlns:p="http://schemas.openxmlformats.org/presentationml/2006/main">
  <p:tag name="PPSPLIT_ID" val=" 24"/>
</p:tagLst>
</file>

<file path=ppt/tags/tag1053.xml><?xml version="1.0" encoding="utf-8"?>
<p:tagLst xmlns:a="http://schemas.openxmlformats.org/drawingml/2006/main" xmlns:r="http://schemas.openxmlformats.org/officeDocument/2006/relationships" xmlns:p="http://schemas.openxmlformats.org/presentationml/2006/main">
  <p:tag name="PPSPLIT_ID" val=" 26"/>
</p:tagLst>
</file>

<file path=ppt/tags/tag1054.xml><?xml version="1.0" encoding="utf-8"?>
<p:tagLst xmlns:a="http://schemas.openxmlformats.org/drawingml/2006/main" xmlns:r="http://schemas.openxmlformats.org/officeDocument/2006/relationships" xmlns:p="http://schemas.openxmlformats.org/presentationml/2006/main">
  <p:tag name="PPSPLIT_ID" val=" 12"/>
</p:tagLst>
</file>

<file path=ppt/tags/tag1055.xml><?xml version="1.0" encoding="utf-8"?>
<p:tagLst xmlns:a="http://schemas.openxmlformats.org/drawingml/2006/main" xmlns:r="http://schemas.openxmlformats.org/officeDocument/2006/relationships" xmlns:p="http://schemas.openxmlformats.org/presentationml/2006/main">
  <p:tag name="PPSPLIT_ID" val=" 10"/>
</p:tagLst>
</file>

<file path=ppt/tags/tag1056.xml><?xml version="1.0" encoding="utf-8"?>
<p:tagLst xmlns:a="http://schemas.openxmlformats.org/drawingml/2006/main" xmlns:r="http://schemas.openxmlformats.org/officeDocument/2006/relationships" xmlns:p="http://schemas.openxmlformats.org/presentationml/2006/main">
  <p:tag name="TIMING" val="|0.8|0.4|0.5"/>
  <p:tag name="PPSPLIT_SPLIT" val="1"/>
  <p:tag name="PPSPLIT_ORIGINALSLIDENUMBER" val="29"/>
  <p:tag name="PPSPLIT_DONE" val="1"/>
</p:tagLst>
</file>

<file path=ppt/tags/tag1057.xml><?xml version="1.0" encoding="utf-8"?>
<p:tagLst xmlns:a="http://schemas.openxmlformats.org/drawingml/2006/main" xmlns:r="http://schemas.openxmlformats.org/officeDocument/2006/relationships" xmlns:p="http://schemas.openxmlformats.org/presentationml/2006/main">
  <p:tag name="PPSPLIT_ID" val=" 38"/>
</p:tagLst>
</file>

<file path=ppt/tags/tag1058.xml><?xml version="1.0" encoding="utf-8"?>
<p:tagLst xmlns:a="http://schemas.openxmlformats.org/drawingml/2006/main" xmlns:r="http://schemas.openxmlformats.org/officeDocument/2006/relationships" xmlns:p="http://schemas.openxmlformats.org/presentationml/2006/main">
  <p:tag name="PPSPLIT_ID" val=" 40"/>
</p:tagLst>
</file>

<file path=ppt/tags/tag1059.xml><?xml version="1.0" encoding="utf-8"?>
<p:tagLst xmlns:a="http://schemas.openxmlformats.org/drawingml/2006/main" xmlns:r="http://schemas.openxmlformats.org/officeDocument/2006/relationships" xmlns:p="http://schemas.openxmlformats.org/presentationml/2006/main">
  <p:tag name="PPSPLIT_ID" val=" 42"/>
</p:tagLst>
</file>

<file path=ppt/tags/tag1060.xml><?xml version="1.0" encoding="utf-8"?>
<p:tagLst xmlns:a="http://schemas.openxmlformats.org/drawingml/2006/main" xmlns:r="http://schemas.openxmlformats.org/officeDocument/2006/relationships" xmlns:p="http://schemas.openxmlformats.org/presentationml/2006/main">
  <p:tag name="PPSPLIT_ID" val=" 44"/>
</p:tagLst>
</file>

<file path=ppt/tags/tag1061.xml><?xml version="1.0" encoding="utf-8"?>
<p:tagLst xmlns:a="http://schemas.openxmlformats.org/drawingml/2006/main" xmlns:r="http://schemas.openxmlformats.org/officeDocument/2006/relationships" xmlns:p="http://schemas.openxmlformats.org/presentationml/2006/main">
  <p:tag name="PPSPLIT_ID" val=" 13"/>
</p:tagLst>
</file>

<file path=ppt/tags/tag1062.xml><?xml version="1.0" encoding="utf-8"?>
<p:tagLst xmlns:a="http://schemas.openxmlformats.org/drawingml/2006/main" xmlns:r="http://schemas.openxmlformats.org/officeDocument/2006/relationships" xmlns:p="http://schemas.openxmlformats.org/presentationml/2006/main">
  <p:tag name="PPSPLIT_ID" val=" 11"/>
</p:tagLst>
</file>

<file path=ppt/tags/tag1063.xml><?xml version="1.0" encoding="utf-8"?>
<p:tagLst xmlns:a="http://schemas.openxmlformats.org/drawingml/2006/main" xmlns:r="http://schemas.openxmlformats.org/officeDocument/2006/relationships" xmlns:p="http://schemas.openxmlformats.org/presentationml/2006/main">
  <p:tag name="PPSPLIT_ID" val=" 2"/>
</p:tagLst>
</file>

<file path=ppt/tags/tag1064.xml><?xml version="1.0" encoding="utf-8"?>
<p:tagLst xmlns:a="http://schemas.openxmlformats.org/drawingml/2006/main" xmlns:r="http://schemas.openxmlformats.org/officeDocument/2006/relationships" xmlns:p="http://schemas.openxmlformats.org/presentationml/2006/main">
  <p:tag name="PPSPLIT_ID" val=" 3"/>
</p:tagLst>
</file>

<file path=ppt/tags/tag1065.xml><?xml version="1.0" encoding="utf-8"?>
<p:tagLst xmlns:a="http://schemas.openxmlformats.org/drawingml/2006/main" xmlns:r="http://schemas.openxmlformats.org/officeDocument/2006/relationships" xmlns:p="http://schemas.openxmlformats.org/presentationml/2006/main">
  <p:tag name="PPSPLIT_ID" val=" 4"/>
</p:tagLst>
</file>

<file path=ppt/tags/tag1066.xml><?xml version="1.0" encoding="utf-8"?>
<p:tagLst xmlns:a="http://schemas.openxmlformats.org/drawingml/2006/main" xmlns:r="http://schemas.openxmlformats.org/officeDocument/2006/relationships" xmlns:p="http://schemas.openxmlformats.org/presentationml/2006/main">
  <p:tag name="PPSPLIT_ID" val=" 6"/>
</p:tagLst>
</file>

<file path=ppt/tags/tag1067.xml><?xml version="1.0" encoding="utf-8"?>
<p:tagLst xmlns:a="http://schemas.openxmlformats.org/drawingml/2006/main" xmlns:r="http://schemas.openxmlformats.org/officeDocument/2006/relationships" xmlns:p="http://schemas.openxmlformats.org/presentationml/2006/main">
  <p:tag name="PPSPLIT_ID" val=" 7"/>
</p:tagLst>
</file>

<file path=ppt/tags/tag1068.xml><?xml version="1.0" encoding="utf-8"?>
<p:tagLst xmlns:a="http://schemas.openxmlformats.org/drawingml/2006/main" xmlns:r="http://schemas.openxmlformats.org/officeDocument/2006/relationships" xmlns:p="http://schemas.openxmlformats.org/presentationml/2006/main">
  <p:tag name="PPSPLIT_ID" val=" 9"/>
</p:tagLst>
</file>

<file path=ppt/tags/tag1069.xml><?xml version="1.0" encoding="utf-8"?>
<p:tagLst xmlns:a="http://schemas.openxmlformats.org/drawingml/2006/main" xmlns:r="http://schemas.openxmlformats.org/officeDocument/2006/relationships" xmlns:p="http://schemas.openxmlformats.org/presentationml/2006/main">
  <p:tag name="PPSPLIT_ID" val=" 14"/>
</p:tagLst>
</file>

<file path=ppt/tags/tag1070.xml><?xml version="1.0" encoding="utf-8"?>
<p:tagLst xmlns:a="http://schemas.openxmlformats.org/drawingml/2006/main" xmlns:r="http://schemas.openxmlformats.org/officeDocument/2006/relationships" xmlns:p="http://schemas.openxmlformats.org/presentationml/2006/main">
  <p:tag name="PPSPLIT_ID" val=" 16"/>
</p:tagLst>
</file>

<file path=ppt/tags/tag1071.xml><?xml version="1.0" encoding="utf-8"?>
<p:tagLst xmlns:a="http://schemas.openxmlformats.org/drawingml/2006/main" xmlns:r="http://schemas.openxmlformats.org/officeDocument/2006/relationships" xmlns:p="http://schemas.openxmlformats.org/presentationml/2006/main">
  <p:tag name="PPSPLIT_ID" val=" 20"/>
</p:tagLst>
</file>

<file path=ppt/tags/tag1072.xml><?xml version="1.0" encoding="utf-8"?>
<p:tagLst xmlns:a="http://schemas.openxmlformats.org/drawingml/2006/main" xmlns:r="http://schemas.openxmlformats.org/officeDocument/2006/relationships" xmlns:p="http://schemas.openxmlformats.org/presentationml/2006/main">
  <p:tag name="PPSPLIT_ID" val=" 22"/>
</p:tagLst>
</file>

<file path=ppt/tags/tag1073.xml><?xml version="1.0" encoding="utf-8"?>
<p:tagLst xmlns:a="http://schemas.openxmlformats.org/drawingml/2006/main" xmlns:r="http://schemas.openxmlformats.org/officeDocument/2006/relationships" xmlns:p="http://schemas.openxmlformats.org/presentationml/2006/main">
  <p:tag name="PPSPLIT_ID" val=" 24"/>
</p:tagLst>
</file>

<file path=ppt/tags/tag1074.xml><?xml version="1.0" encoding="utf-8"?>
<p:tagLst xmlns:a="http://schemas.openxmlformats.org/drawingml/2006/main" xmlns:r="http://schemas.openxmlformats.org/officeDocument/2006/relationships" xmlns:p="http://schemas.openxmlformats.org/presentationml/2006/main">
  <p:tag name="PPSPLIT_ID" val=" 26"/>
</p:tagLst>
</file>

<file path=ppt/tags/tag1075.xml><?xml version="1.0" encoding="utf-8"?>
<p:tagLst xmlns:a="http://schemas.openxmlformats.org/drawingml/2006/main" xmlns:r="http://schemas.openxmlformats.org/officeDocument/2006/relationships" xmlns:p="http://schemas.openxmlformats.org/presentationml/2006/main">
  <p:tag name="PPSPLIT_ID" val=" 28"/>
</p:tagLst>
</file>

<file path=ppt/tags/tag1076.xml><?xml version="1.0" encoding="utf-8"?>
<p:tagLst xmlns:a="http://schemas.openxmlformats.org/drawingml/2006/main" xmlns:r="http://schemas.openxmlformats.org/officeDocument/2006/relationships" xmlns:p="http://schemas.openxmlformats.org/presentationml/2006/main">
  <p:tag name="PPSPLIT_ID" val=" 30"/>
</p:tagLst>
</file>

<file path=ppt/tags/tag1077.xml><?xml version="1.0" encoding="utf-8"?>
<p:tagLst xmlns:a="http://schemas.openxmlformats.org/drawingml/2006/main" xmlns:r="http://schemas.openxmlformats.org/officeDocument/2006/relationships" xmlns:p="http://schemas.openxmlformats.org/presentationml/2006/main">
  <p:tag name="PPSPLIT_ID" val=" 12"/>
</p:tagLst>
</file>

<file path=ppt/tags/tag1078.xml><?xml version="1.0" encoding="utf-8"?>
<p:tagLst xmlns:a="http://schemas.openxmlformats.org/drawingml/2006/main" xmlns:r="http://schemas.openxmlformats.org/officeDocument/2006/relationships" xmlns:p="http://schemas.openxmlformats.org/presentationml/2006/main">
  <p:tag name="PPSPLIT_ID" val=" 10"/>
</p:tagLst>
</file>

<file path=ppt/tags/tag1079.xml><?xml version="1.0" encoding="utf-8"?>
<p:tagLst xmlns:a="http://schemas.openxmlformats.org/drawingml/2006/main" xmlns:r="http://schemas.openxmlformats.org/officeDocument/2006/relationships" xmlns:p="http://schemas.openxmlformats.org/presentationml/2006/main">
  <p:tag name="TIMING" val="|0.8|0.4|0.5"/>
  <p:tag name="PPSPLIT_SPLIT" val="1"/>
  <p:tag name="PPSPLIT_ORIGINALSLIDENUMBER" val="29"/>
</p:tagLst>
</file>

<file path=ppt/tags/tag1080.xml><?xml version="1.0" encoding="utf-8"?>
<p:tagLst xmlns:a="http://schemas.openxmlformats.org/drawingml/2006/main" xmlns:r="http://schemas.openxmlformats.org/officeDocument/2006/relationships" xmlns:p="http://schemas.openxmlformats.org/presentationml/2006/main">
  <p:tag name="PPSPLIT_ID" val=" 38"/>
</p:tagLst>
</file>

<file path=ppt/tags/tag1081.xml><?xml version="1.0" encoding="utf-8"?>
<p:tagLst xmlns:a="http://schemas.openxmlformats.org/drawingml/2006/main" xmlns:r="http://schemas.openxmlformats.org/officeDocument/2006/relationships" xmlns:p="http://schemas.openxmlformats.org/presentationml/2006/main">
  <p:tag name="PPSPLIT_ID" val=" 40"/>
</p:tagLst>
</file>

<file path=ppt/tags/tag1082.xml><?xml version="1.0" encoding="utf-8"?>
<p:tagLst xmlns:a="http://schemas.openxmlformats.org/drawingml/2006/main" xmlns:r="http://schemas.openxmlformats.org/officeDocument/2006/relationships" xmlns:p="http://schemas.openxmlformats.org/presentationml/2006/main">
  <p:tag name="PPSPLIT_ID" val=" 42"/>
</p:tagLst>
</file>

<file path=ppt/tags/tag1083.xml><?xml version="1.0" encoding="utf-8"?>
<p:tagLst xmlns:a="http://schemas.openxmlformats.org/drawingml/2006/main" xmlns:r="http://schemas.openxmlformats.org/officeDocument/2006/relationships" xmlns:p="http://schemas.openxmlformats.org/presentationml/2006/main">
  <p:tag name="PPSPLIT_ID" val=" 44"/>
</p:tagLst>
</file>

<file path=ppt/tags/tag1084.xml><?xml version="1.0" encoding="utf-8"?>
<p:tagLst xmlns:a="http://schemas.openxmlformats.org/drawingml/2006/main" xmlns:r="http://schemas.openxmlformats.org/officeDocument/2006/relationships" xmlns:p="http://schemas.openxmlformats.org/presentationml/2006/main">
  <p:tag name="PPSPLIT_ID" val=" 13"/>
</p:tagLst>
</file>

<file path=ppt/tags/tag1085.xml><?xml version="1.0" encoding="utf-8"?>
<p:tagLst xmlns:a="http://schemas.openxmlformats.org/drawingml/2006/main" xmlns:r="http://schemas.openxmlformats.org/officeDocument/2006/relationships" xmlns:p="http://schemas.openxmlformats.org/presentationml/2006/main">
  <p:tag name="PPSPLIT_ID" val=" 11"/>
</p:tagLst>
</file>

<file path=ppt/tags/tag1086.xml><?xml version="1.0" encoding="utf-8"?>
<p:tagLst xmlns:a="http://schemas.openxmlformats.org/drawingml/2006/main" xmlns:r="http://schemas.openxmlformats.org/officeDocument/2006/relationships" xmlns:p="http://schemas.openxmlformats.org/presentationml/2006/main">
  <p:tag name="PPSPLIT_ID" val=" 2"/>
</p:tagLst>
</file>

<file path=ppt/tags/tag1087.xml><?xml version="1.0" encoding="utf-8"?>
<p:tagLst xmlns:a="http://schemas.openxmlformats.org/drawingml/2006/main" xmlns:r="http://schemas.openxmlformats.org/officeDocument/2006/relationships" xmlns:p="http://schemas.openxmlformats.org/presentationml/2006/main">
  <p:tag name="PPSPLIT_ID" val=" 3"/>
</p:tagLst>
</file>

<file path=ppt/tags/tag1088.xml><?xml version="1.0" encoding="utf-8"?>
<p:tagLst xmlns:a="http://schemas.openxmlformats.org/drawingml/2006/main" xmlns:r="http://schemas.openxmlformats.org/officeDocument/2006/relationships" xmlns:p="http://schemas.openxmlformats.org/presentationml/2006/main">
  <p:tag name="PPSPLIT_ID" val=" 4"/>
</p:tagLst>
</file>

<file path=ppt/tags/tag1089.xml><?xml version="1.0" encoding="utf-8"?>
<p:tagLst xmlns:a="http://schemas.openxmlformats.org/drawingml/2006/main" xmlns:r="http://schemas.openxmlformats.org/officeDocument/2006/relationships" xmlns:p="http://schemas.openxmlformats.org/presentationml/2006/main">
  <p:tag name="PPSPLIT_ID" val=" 6"/>
</p:tagLst>
</file>

<file path=ppt/tags/tag1090.xml><?xml version="1.0" encoding="utf-8"?>
<p:tagLst xmlns:a="http://schemas.openxmlformats.org/drawingml/2006/main" xmlns:r="http://schemas.openxmlformats.org/officeDocument/2006/relationships" xmlns:p="http://schemas.openxmlformats.org/presentationml/2006/main">
  <p:tag name="PPSPLIT_ID" val=" 7"/>
</p:tagLst>
</file>

<file path=ppt/tags/tag1091.xml><?xml version="1.0" encoding="utf-8"?>
<p:tagLst xmlns:a="http://schemas.openxmlformats.org/drawingml/2006/main" xmlns:r="http://schemas.openxmlformats.org/officeDocument/2006/relationships" xmlns:p="http://schemas.openxmlformats.org/presentationml/2006/main">
  <p:tag name="PPSPLIT_ID" val=" 9"/>
</p:tagLst>
</file>

<file path=ppt/tags/tag1092.xml><?xml version="1.0" encoding="utf-8"?>
<p:tagLst xmlns:a="http://schemas.openxmlformats.org/drawingml/2006/main" xmlns:r="http://schemas.openxmlformats.org/officeDocument/2006/relationships" xmlns:p="http://schemas.openxmlformats.org/presentationml/2006/main">
  <p:tag name="PPSPLIT_ID" val=" 14"/>
</p:tagLst>
</file>

<file path=ppt/tags/tag1093.xml><?xml version="1.0" encoding="utf-8"?>
<p:tagLst xmlns:a="http://schemas.openxmlformats.org/drawingml/2006/main" xmlns:r="http://schemas.openxmlformats.org/officeDocument/2006/relationships" xmlns:p="http://schemas.openxmlformats.org/presentationml/2006/main">
  <p:tag name="PPSPLIT_ID" val=" 16"/>
</p:tagLst>
</file>

<file path=ppt/tags/tag1094.xml><?xml version="1.0" encoding="utf-8"?>
<p:tagLst xmlns:a="http://schemas.openxmlformats.org/drawingml/2006/main" xmlns:r="http://schemas.openxmlformats.org/officeDocument/2006/relationships" xmlns:p="http://schemas.openxmlformats.org/presentationml/2006/main">
  <p:tag name="PPSPLIT_ID" val=" 20"/>
</p:tagLst>
</file>

<file path=ppt/tags/tag1095.xml><?xml version="1.0" encoding="utf-8"?>
<p:tagLst xmlns:a="http://schemas.openxmlformats.org/drawingml/2006/main" xmlns:r="http://schemas.openxmlformats.org/officeDocument/2006/relationships" xmlns:p="http://schemas.openxmlformats.org/presentationml/2006/main">
  <p:tag name="PPSPLIT_ID" val=" 22"/>
</p:tagLst>
</file>

<file path=ppt/tags/tag1096.xml><?xml version="1.0" encoding="utf-8"?>
<p:tagLst xmlns:a="http://schemas.openxmlformats.org/drawingml/2006/main" xmlns:r="http://schemas.openxmlformats.org/officeDocument/2006/relationships" xmlns:p="http://schemas.openxmlformats.org/presentationml/2006/main">
  <p:tag name="PPSPLIT_ID" val=" 24"/>
</p:tagLst>
</file>

<file path=ppt/tags/tag1097.xml><?xml version="1.0" encoding="utf-8"?>
<p:tagLst xmlns:a="http://schemas.openxmlformats.org/drawingml/2006/main" xmlns:r="http://schemas.openxmlformats.org/officeDocument/2006/relationships" xmlns:p="http://schemas.openxmlformats.org/presentationml/2006/main">
  <p:tag name="PPSPLIT_ID" val=" 26"/>
</p:tagLst>
</file>

<file path=ppt/tags/tag1098.xml><?xml version="1.0" encoding="utf-8"?>
<p:tagLst xmlns:a="http://schemas.openxmlformats.org/drawingml/2006/main" xmlns:r="http://schemas.openxmlformats.org/officeDocument/2006/relationships" xmlns:p="http://schemas.openxmlformats.org/presentationml/2006/main">
  <p:tag name="PPSPLIT_ID" val=" 28"/>
</p:tagLst>
</file>

<file path=ppt/tags/tag1099.xml><?xml version="1.0" encoding="utf-8"?>
<p:tagLst xmlns:a="http://schemas.openxmlformats.org/drawingml/2006/main" xmlns:r="http://schemas.openxmlformats.org/officeDocument/2006/relationships" xmlns:p="http://schemas.openxmlformats.org/presentationml/2006/main">
  <p:tag name="PPSPLIT_ID" val=" 30"/>
</p:tagLst>
</file>

<file path=ppt/tags/tag1100.xml><?xml version="1.0" encoding="utf-8"?>
<p:tagLst xmlns:a="http://schemas.openxmlformats.org/drawingml/2006/main" xmlns:r="http://schemas.openxmlformats.org/officeDocument/2006/relationships" xmlns:p="http://schemas.openxmlformats.org/presentationml/2006/main">
  <p:tag name="PPSPLIT_ID" val=" 35"/>
</p:tagLst>
</file>

<file path=ppt/tags/tag1101.xml><?xml version="1.0" encoding="utf-8"?>
<p:tagLst xmlns:a="http://schemas.openxmlformats.org/drawingml/2006/main" xmlns:r="http://schemas.openxmlformats.org/officeDocument/2006/relationships" xmlns:p="http://schemas.openxmlformats.org/presentationml/2006/main">
  <p:tag name="PPSPLIT_ID" val=" 36"/>
</p:tagLst>
</file>

<file path=ppt/tags/tag1102.xml><?xml version="1.0" encoding="utf-8"?>
<p:tagLst xmlns:a="http://schemas.openxmlformats.org/drawingml/2006/main" xmlns:r="http://schemas.openxmlformats.org/officeDocument/2006/relationships" xmlns:p="http://schemas.openxmlformats.org/presentationml/2006/main">
  <p:tag name="PPSPLIT_ID" val=" 12"/>
</p:tagLst>
</file>

<file path=ppt/tags/tag1103.xml><?xml version="1.0" encoding="utf-8"?>
<p:tagLst xmlns:a="http://schemas.openxmlformats.org/drawingml/2006/main" xmlns:r="http://schemas.openxmlformats.org/officeDocument/2006/relationships" xmlns:p="http://schemas.openxmlformats.org/presentationml/2006/main">
  <p:tag name="PPSPLIT_ID" val=" 10"/>
</p:tagLst>
</file>

<file path=ppt/tags/tag1104.xml><?xml version="1.0" encoding="utf-8"?>
<p:tagLst xmlns:a="http://schemas.openxmlformats.org/drawingml/2006/main" xmlns:r="http://schemas.openxmlformats.org/officeDocument/2006/relationships" xmlns:p="http://schemas.openxmlformats.org/presentationml/2006/main">
  <p:tag name="TIMING" val="|1.5|0.4"/>
  <p:tag name="PPSPLIT_SPLIT" val="1"/>
  <p:tag name="PPSPLIT_ORIGINALSLIDENUMBER" val="30"/>
  <p:tag name="PPSPLIT_DONE" val="1"/>
</p:tagLst>
</file>

<file path=ppt/tags/tag1105.xml><?xml version="1.0" encoding="utf-8"?>
<p:tagLst xmlns:a="http://schemas.openxmlformats.org/drawingml/2006/main" xmlns:r="http://schemas.openxmlformats.org/officeDocument/2006/relationships" xmlns:p="http://schemas.openxmlformats.org/presentationml/2006/main">
  <p:tag name="PPSPLIT_ID" val=" 8"/>
</p:tagLst>
</file>

<file path=ppt/tags/tag1106.xml><?xml version="1.0" encoding="utf-8"?>
<p:tagLst xmlns:a="http://schemas.openxmlformats.org/drawingml/2006/main" xmlns:r="http://schemas.openxmlformats.org/officeDocument/2006/relationships" xmlns:p="http://schemas.openxmlformats.org/presentationml/2006/main">
  <p:tag name="PPSPLIT_ID" val=" 2"/>
</p:tagLst>
</file>

<file path=ppt/tags/tag1107.xml><?xml version="1.0" encoding="utf-8"?>
<p:tagLst xmlns:a="http://schemas.openxmlformats.org/drawingml/2006/main" xmlns:r="http://schemas.openxmlformats.org/officeDocument/2006/relationships" xmlns:p="http://schemas.openxmlformats.org/presentationml/2006/main">
  <p:tag name="PPSPLIT_ID" val=" 3"/>
</p:tagLst>
</file>

<file path=ppt/tags/tag1108.xml><?xml version="1.0" encoding="utf-8"?>
<p:tagLst xmlns:a="http://schemas.openxmlformats.org/drawingml/2006/main" xmlns:r="http://schemas.openxmlformats.org/officeDocument/2006/relationships" xmlns:p="http://schemas.openxmlformats.org/presentationml/2006/main">
  <p:tag name="PPSPLIT_ID" val=" 4"/>
</p:tagLst>
</file>

<file path=ppt/tags/tag1109.xml><?xml version="1.0" encoding="utf-8"?>
<p:tagLst xmlns:a="http://schemas.openxmlformats.org/drawingml/2006/main" xmlns:r="http://schemas.openxmlformats.org/officeDocument/2006/relationships" xmlns:p="http://schemas.openxmlformats.org/presentationml/2006/main">
  <p:tag name="PPSPLIT_ID" val=" 12"/>
</p:tagLst>
</file>

<file path=ppt/tags/tag1110.xml><?xml version="1.0" encoding="utf-8"?>
<p:tagLst xmlns:a="http://schemas.openxmlformats.org/drawingml/2006/main" xmlns:r="http://schemas.openxmlformats.org/officeDocument/2006/relationships" xmlns:p="http://schemas.openxmlformats.org/presentationml/2006/main">
  <p:tag name="PPSPLIT_ID" val=" 10"/>
</p:tagLst>
</file>

<file path=ppt/tags/tag1111.xml><?xml version="1.0" encoding="utf-8"?>
<p:tagLst xmlns:a="http://schemas.openxmlformats.org/drawingml/2006/main" xmlns:r="http://schemas.openxmlformats.org/officeDocument/2006/relationships" xmlns:p="http://schemas.openxmlformats.org/presentationml/2006/main">
  <p:tag name="TIMING" val="|1.5|0.4"/>
  <p:tag name="PPSPLIT_SPLIT" val="1"/>
  <p:tag name="PPSPLIT_ORIGINALSLIDENUMBER" val="30"/>
  <p:tag name="PPSPLIT_DONE" val="1"/>
</p:tagLst>
</file>

<file path=ppt/tags/tag1112.xml><?xml version="1.0" encoding="utf-8"?>
<p:tagLst xmlns:a="http://schemas.openxmlformats.org/drawingml/2006/main" xmlns:r="http://schemas.openxmlformats.org/officeDocument/2006/relationships" xmlns:p="http://schemas.openxmlformats.org/presentationml/2006/main">
  <p:tag name="PPSPLIT_ID" val=" 8"/>
</p:tagLst>
</file>

<file path=ppt/tags/tag1113.xml><?xml version="1.0" encoding="utf-8"?>
<p:tagLst xmlns:a="http://schemas.openxmlformats.org/drawingml/2006/main" xmlns:r="http://schemas.openxmlformats.org/officeDocument/2006/relationships" xmlns:p="http://schemas.openxmlformats.org/presentationml/2006/main">
  <p:tag name="PPSPLIT_ID" val=" 2"/>
</p:tagLst>
</file>

<file path=ppt/tags/tag1114.xml><?xml version="1.0" encoding="utf-8"?>
<p:tagLst xmlns:a="http://schemas.openxmlformats.org/drawingml/2006/main" xmlns:r="http://schemas.openxmlformats.org/officeDocument/2006/relationships" xmlns:p="http://schemas.openxmlformats.org/presentationml/2006/main">
  <p:tag name="PPSPLIT_ID" val=" 3"/>
</p:tagLst>
</file>

<file path=ppt/tags/tag1115.xml><?xml version="1.0" encoding="utf-8"?>
<p:tagLst xmlns:a="http://schemas.openxmlformats.org/drawingml/2006/main" xmlns:r="http://schemas.openxmlformats.org/officeDocument/2006/relationships" xmlns:p="http://schemas.openxmlformats.org/presentationml/2006/main">
  <p:tag name="PPSPLIT_ID" val=" 4"/>
</p:tagLst>
</file>

<file path=ppt/tags/tag1116.xml><?xml version="1.0" encoding="utf-8"?>
<p:tagLst xmlns:a="http://schemas.openxmlformats.org/drawingml/2006/main" xmlns:r="http://schemas.openxmlformats.org/officeDocument/2006/relationships" xmlns:p="http://schemas.openxmlformats.org/presentationml/2006/main">
  <p:tag name="PPSPLIT_ID" val=" 13"/>
</p:tagLst>
</file>

<file path=ppt/tags/tag1117.xml><?xml version="1.0" encoding="utf-8"?>
<p:tagLst xmlns:a="http://schemas.openxmlformats.org/drawingml/2006/main" xmlns:r="http://schemas.openxmlformats.org/officeDocument/2006/relationships" xmlns:p="http://schemas.openxmlformats.org/presentationml/2006/main">
  <p:tag name="PPSPLIT_ID" val=" 30"/>
</p:tagLst>
</file>

<file path=ppt/tags/tag1118.xml><?xml version="1.0" encoding="utf-8"?>
<p:tagLst xmlns:a="http://schemas.openxmlformats.org/drawingml/2006/main" xmlns:r="http://schemas.openxmlformats.org/officeDocument/2006/relationships" xmlns:p="http://schemas.openxmlformats.org/presentationml/2006/main">
  <p:tag name="PPSPLIT_ID" val=" 7"/>
</p:tagLst>
</file>

<file path=ppt/tags/tag1119.xml><?xml version="1.0" encoding="utf-8"?>
<p:tagLst xmlns:a="http://schemas.openxmlformats.org/drawingml/2006/main" xmlns:r="http://schemas.openxmlformats.org/officeDocument/2006/relationships" xmlns:p="http://schemas.openxmlformats.org/presentationml/2006/main">
  <p:tag name="PPSPLIT_ID" val=" 11"/>
</p:tagLst>
</file>

<file path=ppt/tags/tag1120.xml><?xml version="1.0" encoding="utf-8"?>
<p:tagLst xmlns:a="http://schemas.openxmlformats.org/drawingml/2006/main" xmlns:r="http://schemas.openxmlformats.org/officeDocument/2006/relationships" xmlns:p="http://schemas.openxmlformats.org/presentationml/2006/main">
  <p:tag name="PPSPLIT_ID" val=" 12"/>
</p:tagLst>
</file>

<file path=ppt/tags/tag1121.xml><?xml version="1.0" encoding="utf-8"?>
<p:tagLst xmlns:a="http://schemas.openxmlformats.org/drawingml/2006/main" xmlns:r="http://schemas.openxmlformats.org/officeDocument/2006/relationships" xmlns:p="http://schemas.openxmlformats.org/presentationml/2006/main">
  <p:tag name="PPSPLIT_ID" val=" 10"/>
</p:tagLst>
</file>

<file path=ppt/tags/tag1122.xml><?xml version="1.0" encoding="utf-8"?>
<p:tagLst xmlns:a="http://schemas.openxmlformats.org/drawingml/2006/main" xmlns:r="http://schemas.openxmlformats.org/officeDocument/2006/relationships" xmlns:p="http://schemas.openxmlformats.org/presentationml/2006/main">
  <p:tag name="TIMING" val="|1.5|0.4"/>
  <p:tag name="PPSPLIT_SPLIT" val="1"/>
  <p:tag name="PPSPLIT_ORIGINALSLIDENUMBER" val="30"/>
</p:tagLst>
</file>

<file path=ppt/tags/tag1123.xml><?xml version="1.0" encoding="utf-8"?>
<p:tagLst xmlns:a="http://schemas.openxmlformats.org/drawingml/2006/main" xmlns:r="http://schemas.openxmlformats.org/officeDocument/2006/relationships" xmlns:p="http://schemas.openxmlformats.org/presentationml/2006/main">
  <p:tag name="PPSPLIT_ID" val=" 8"/>
</p:tagLst>
</file>

<file path=ppt/tags/tag1124.xml><?xml version="1.0" encoding="utf-8"?>
<p:tagLst xmlns:a="http://schemas.openxmlformats.org/drawingml/2006/main" xmlns:r="http://schemas.openxmlformats.org/officeDocument/2006/relationships" xmlns:p="http://schemas.openxmlformats.org/presentationml/2006/main">
  <p:tag name="PPSPLIT_ID" val=" 2"/>
</p:tagLst>
</file>

<file path=ppt/tags/tag1125.xml><?xml version="1.0" encoding="utf-8"?>
<p:tagLst xmlns:a="http://schemas.openxmlformats.org/drawingml/2006/main" xmlns:r="http://schemas.openxmlformats.org/officeDocument/2006/relationships" xmlns:p="http://schemas.openxmlformats.org/presentationml/2006/main">
  <p:tag name="PPSPLIT_ID" val=" 3"/>
</p:tagLst>
</file>

<file path=ppt/tags/tag1126.xml><?xml version="1.0" encoding="utf-8"?>
<p:tagLst xmlns:a="http://schemas.openxmlformats.org/drawingml/2006/main" xmlns:r="http://schemas.openxmlformats.org/officeDocument/2006/relationships" xmlns:p="http://schemas.openxmlformats.org/presentationml/2006/main">
  <p:tag name="PPSPLIT_ID" val=" 4"/>
</p:tagLst>
</file>

<file path=ppt/tags/tag1127.xml><?xml version="1.0" encoding="utf-8"?>
<p:tagLst xmlns:a="http://schemas.openxmlformats.org/drawingml/2006/main" xmlns:r="http://schemas.openxmlformats.org/officeDocument/2006/relationships" xmlns:p="http://schemas.openxmlformats.org/presentationml/2006/main">
  <p:tag name="PPSPLIT_ID" val=" 13"/>
</p:tagLst>
</file>

<file path=ppt/tags/tag1128.xml><?xml version="1.0" encoding="utf-8"?>
<p:tagLst xmlns:a="http://schemas.openxmlformats.org/drawingml/2006/main" xmlns:r="http://schemas.openxmlformats.org/officeDocument/2006/relationships" xmlns:p="http://schemas.openxmlformats.org/presentationml/2006/main">
  <p:tag name="PPSPLIT_ID" val=" 30"/>
</p:tagLst>
</file>

<file path=ppt/tags/tag1129.xml><?xml version="1.0" encoding="utf-8"?>
<p:tagLst xmlns:a="http://schemas.openxmlformats.org/drawingml/2006/main" xmlns:r="http://schemas.openxmlformats.org/officeDocument/2006/relationships" xmlns:p="http://schemas.openxmlformats.org/presentationml/2006/main">
  <p:tag name="PPSPLIT_ID" val=" 5"/>
</p:tagLst>
</file>

<file path=ppt/tags/tag1130.xml><?xml version="1.0" encoding="utf-8"?>
<p:tagLst xmlns:a="http://schemas.openxmlformats.org/drawingml/2006/main" xmlns:r="http://schemas.openxmlformats.org/officeDocument/2006/relationships" xmlns:p="http://schemas.openxmlformats.org/presentationml/2006/main">
  <p:tag name="PPSPLIT_ID" val=" 7"/>
</p:tagLst>
</file>

<file path=ppt/tags/tag1131.xml><?xml version="1.0" encoding="utf-8"?>
<p:tagLst xmlns:a="http://schemas.openxmlformats.org/drawingml/2006/main" xmlns:r="http://schemas.openxmlformats.org/officeDocument/2006/relationships" xmlns:p="http://schemas.openxmlformats.org/presentationml/2006/main">
  <p:tag name="PPSPLIT_ID" val=" 11"/>
</p:tagLst>
</file>

<file path=ppt/tags/tag1132.xml><?xml version="1.0" encoding="utf-8"?>
<p:tagLst xmlns:a="http://schemas.openxmlformats.org/drawingml/2006/main" xmlns:r="http://schemas.openxmlformats.org/officeDocument/2006/relationships" xmlns:p="http://schemas.openxmlformats.org/presentationml/2006/main">
  <p:tag name="PPSPLIT_ID" val=" 14"/>
</p:tagLst>
</file>

<file path=ppt/tags/tag1133.xml><?xml version="1.0" encoding="utf-8"?>
<p:tagLst xmlns:a="http://schemas.openxmlformats.org/drawingml/2006/main" xmlns:r="http://schemas.openxmlformats.org/officeDocument/2006/relationships" xmlns:p="http://schemas.openxmlformats.org/presentationml/2006/main">
  <p:tag name="PPSPLIT_ID" val=" 12"/>
</p:tagLst>
</file>

<file path=ppt/tags/tag1134.xml><?xml version="1.0" encoding="utf-8"?>
<p:tagLst xmlns:a="http://schemas.openxmlformats.org/drawingml/2006/main" xmlns:r="http://schemas.openxmlformats.org/officeDocument/2006/relationships" xmlns:p="http://schemas.openxmlformats.org/presentationml/2006/main">
  <p:tag name="PPSPLIT_ID" val=" 10"/>
</p:tagLst>
</file>

<file path=ppt/tags/tag1135.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31"/>
</p:tagLst>
</file>

<file path=ppt/tags/tag1136.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32"/>
  <p:tag name="PPSPLIT_DONE" val="1"/>
</p:tagLst>
</file>

<file path=ppt/tags/tag1137.xml><?xml version="1.0" encoding="utf-8"?>
<p:tagLst xmlns:a="http://schemas.openxmlformats.org/drawingml/2006/main" xmlns:r="http://schemas.openxmlformats.org/officeDocument/2006/relationships" xmlns:p="http://schemas.openxmlformats.org/presentationml/2006/main">
  <p:tag name="PPSPLIT_ID" val=" 2"/>
</p:tagLst>
</file>

<file path=ppt/tags/tag1138.xml><?xml version="1.0" encoding="utf-8"?>
<p:tagLst xmlns:a="http://schemas.openxmlformats.org/drawingml/2006/main" xmlns:r="http://schemas.openxmlformats.org/officeDocument/2006/relationships" xmlns:p="http://schemas.openxmlformats.org/presentationml/2006/main">
  <p:tag name="PPSPLIT_ID" val=" 5"/>
</p:tagLst>
</file>

<file path=ppt/tags/tag1139.xml><?xml version="1.0" encoding="utf-8"?>
<p:tagLst xmlns:a="http://schemas.openxmlformats.org/drawingml/2006/main" xmlns:r="http://schemas.openxmlformats.org/officeDocument/2006/relationships" xmlns:p="http://schemas.openxmlformats.org/presentationml/2006/main">
  <p:tag name="PPSPLIT_ID" val=" 3"/>
</p:tagLst>
</file>

<file path=ppt/tags/tag1140.xml><?xml version="1.0" encoding="utf-8"?>
<p:tagLst xmlns:a="http://schemas.openxmlformats.org/drawingml/2006/main" xmlns:r="http://schemas.openxmlformats.org/officeDocument/2006/relationships" xmlns:p="http://schemas.openxmlformats.org/presentationml/2006/main">
  <p:tag name="PPSPLIT_ID" val=" 4"/>
</p:tagLst>
</file>

<file path=ppt/tags/tag1141.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32"/>
  <p:tag name="PPSPLIT_DONE" val="1"/>
</p:tagLst>
</file>

<file path=ppt/tags/tag1142.xml><?xml version="1.0" encoding="utf-8"?>
<p:tagLst xmlns:a="http://schemas.openxmlformats.org/drawingml/2006/main" xmlns:r="http://schemas.openxmlformats.org/officeDocument/2006/relationships" xmlns:p="http://schemas.openxmlformats.org/presentationml/2006/main">
  <p:tag name="PPSPLIT_ID" val=" 2"/>
</p:tagLst>
</file>

<file path=ppt/tags/tag1143.xml><?xml version="1.0" encoding="utf-8"?>
<p:tagLst xmlns:a="http://schemas.openxmlformats.org/drawingml/2006/main" xmlns:r="http://schemas.openxmlformats.org/officeDocument/2006/relationships" xmlns:p="http://schemas.openxmlformats.org/presentationml/2006/main">
  <p:tag name="PPSPLIT_ID" val=" 5"/>
</p:tagLst>
</file>

<file path=ppt/tags/tag1144.xml><?xml version="1.0" encoding="utf-8"?>
<p:tagLst xmlns:a="http://schemas.openxmlformats.org/drawingml/2006/main" xmlns:r="http://schemas.openxmlformats.org/officeDocument/2006/relationships" xmlns:p="http://schemas.openxmlformats.org/presentationml/2006/main">
  <p:tag name="PPSPLIT_ID" val=" 3"/>
</p:tagLst>
</file>

<file path=ppt/tags/tag1145.xml><?xml version="1.0" encoding="utf-8"?>
<p:tagLst xmlns:a="http://schemas.openxmlformats.org/drawingml/2006/main" xmlns:r="http://schemas.openxmlformats.org/officeDocument/2006/relationships" xmlns:p="http://schemas.openxmlformats.org/presentationml/2006/main">
  <p:tag name="PPSPLIT_ID" val=" 4"/>
</p:tagLst>
</file>

<file path=ppt/tags/tag1146.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32"/>
</p:tagLst>
</file>

<file path=ppt/tags/tag1147.xml><?xml version="1.0" encoding="utf-8"?>
<p:tagLst xmlns:a="http://schemas.openxmlformats.org/drawingml/2006/main" xmlns:r="http://schemas.openxmlformats.org/officeDocument/2006/relationships" xmlns:p="http://schemas.openxmlformats.org/presentationml/2006/main">
  <p:tag name="PPSPLIT_ID" val=" 2"/>
</p:tagLst>
</file>

<file path=ppt/tags/tag1148.xml><?xml version="1.0" encoding="utf-8"?>
<p:tagLst xmlns:a="http://schemas.openxmlformats.org/drawingml/2006/main" xmlns:r="http://schemas.openxmlformats.org/officeDocument/2006/relationships" xmlns:p="http://schemas.openxmlformats.org/presentationml/2006/main">
  <p:tag name="PPSPLIT_ID" val=" 5"/>
</p:tagLst>
</file>

<file path=ppt/tags/tag1149.xml><?xml version="1.0" encoding="utf-8"?>
<p:tagLst xmlns:a="http://schemas.openxmlformats.org/drawingml/2006/main" xmlns:r="http://schemas.openxmlformats.org/officeDocument/2006/relationships" xmlns:p="http://schemas.openxmlformats.org/presentationml/2006/main">
  <p:tag name="PPSPLIT_ID" val=" 3"/>
</p:tagLst>
</file>

<file path=ppt/tags/tag1150.xml><?xml version="1.0" encoding="utf-8"?>
<p:tagLst xmlns:a="http://schemas.openxmlformats.org/drawingml/2006/main" xmlns:r="http://schemas.openxmlformats.org/officeDocument/2006/relationships" xmlns:p="http://schemas.openxmlformats.org/presentationml/2006/main">
  <p:tag name="PPSPLIT_ID" val=" 4"/>
</p:tagLst>
</file>

<file path=ppt/tags/tag1151.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33"/>
</p:tagLst>
</file>

<file path=ppt/tags/tag1152.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34"/>
</p:tagLst>
</file>

<file path=ppt/tags/tag1153.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35"/>
</p:tagLst>
</file>

<file path=ppt/tags/tag1154.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36"/>
</p:tagLst>
</file>

<file path=ppt/tags/tag1155.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37"/>
</p:tagLst>
</file>

<file path=ppt/tags/tag1156.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38"/>
</p:tagLst>
</file>

<file path=ppt/tags/tag1157.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39"/>
</p:tagLst>
</file>

<file path=ppt/tags/tag1158.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40"/>
</p:tagLst>
</file>

<file path=ppt/tags/tag1159.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41"/>
</p:tagLst>
</file>

<file path=ppt/tags/tag1160.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42"/>
</p:tagLst>
</file>

<file path=ppt/tags/tag1161.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43"/>
</p:tagLst>
</file>

<file path=ppt/tags/tag1162.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44"/>
</p:tagLst>
</file>

<file path=ppt/tags/tag1163.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45"/>
</p:tagLst>
</file>

<file path=ppt/tags/tag1164.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46"/>
</p:tagLst>
</file>

<file path=ppt/tags/tag1165.xml><?xml version="1.0" encoding="utf-8"?>
<p:tagLst xmlns:a="http://schemas.openxmlformats.org/drawingml/2006/main" xmlns:r="http://schemas.openxmlformats.org/officeDocument/2006/relationships" xmlns:p="http://schemas.openxmlformats.org/presentationml/2006/main">
  <p:tag name="TIMING" val="|0.7|0.3|0.5|0.4|0.4|0.3|0.3|0.4|0.6|0.6"/>
  <p:tag name="PPSPLIT_SPLIT" val="1"/>
  <p:tag name="PPSPLIT_ORIGINALSLIDENUMBER" val="47"/>
  <p:tag name="PPSPLIT_DONE" val="1"/>
</p:tagLst>
</file>

<file path=ppt/tags/tag1166.xml><?xml version="1.0" encoding="utf-8"?>
<p:tagLst xmlns:a="http://schemas.openxmlformats.org/drawingml/2006/main" xmlns:r="http://schemas.openxmlformats.org/officeDocument/2006/relationships" xmlns:p="http://schemas.openxmlformats.org/presentationml/2006/main">
  <p:tag name="PPSPLIT_ID" val=" 20"/>
</p:tagLst>
</file>

<file path=ppt/tags/tag1167.xml><?xml version="1.0" encoding="utf-8"?>
<p:tagLst xmlns:a="http://schemas.openxmlformats.org/drawingml/2006/main" xmlns:r="http://schemas.openxmlformats.org/officeDocument/2006/relationships" xmlns:p="http://schemas.openxmlformats.org/presentationml/2006/main">
  <p:tag name="PPSPLIT_ID" val=" 32"/>
</p:tagLst>
</file>

<file path=ppt/tags/tag1168.xml><?xml version="1.0" encoding="utf-8"?>
<p:tagLst xmlns:a="http://schemas.openxmlformats.org/drawingml/2006/main" xmlns:r="http://schemas.openxmlformats.org/officeDocument/2006/relationships" xmlns:p="http://schemas.openxmlformats.org/presentationml/2006/main">
  <p:tag name="PPSPLIT_ID" val=" 7"/>
</p:tagLst>
</file>

<file path=ppt/tags/tag1169.xml><?xml version="1.0" encoding="utf-8"?>
<p:tagLst xmlns:a="http://schemas.openxmlformats.org/drawingml/2006/main" xmlns:r="http://schemas.openxmlformats.org/officeDocument/2006/relationships" xmlns:p="http://schemas.openxmlformats.org/presentationml/2006/main">
  <p:tag name="PPSPLIT_ID" val=" 9"/>
</p:tagLst>
</file>

<file path=ppt/tags/tag1170.xml><?xml version="1.0" encoding="utf-8"?>
<p:tagLst xmlns:a="http://schemas.openxmlformats.org/drawingml/2006/main" xmlns:r="http://schemas.openxmlformats.org/officeDocument/2006/relationships" xmlns:p="http://schemas.openxmlformats.org/presentationml/2006/main">
  <p:tag name="PPSPLIT_ID" val=" 2"/>
</p:tagLst>
</file>

<file path=ppt/tags/tag1171.xml><?xml version="1.0" encoding="utf-8"?>
<p:tagLst xmlns:a="http://schemas.openxmlformats.org/drawingml/2006/main" xmlns:r="http://schemas.openxmlformats.org/officeDocument/2006/relationships" xmlns:p="http://schemas.openxmlformats.org/presentationml/2006/main">
  <p:tag name="PPSPLIT_ID" val=" 3"/>
</p:tagLst>
</file>

<file path=ppt/tags/tag1172.xml><?xml version="1.0" encoding="utf-8"?>
<p:tagLst xmlns:a="http://schemas.openxmlformats.org/drawingml/2006/main" xmlns:r="http://schemas.openxmlformats.org/officeDocument/2006/relationships" xmlns:p="http://schemas.openxmlformats.org/presentationml/2006/main">
  <p:tag name="PPSPLIT_ID" val=" 4"/>
</p:tagLst>
</file>

<file path=ppt/tags/tag1173.xml><?xml version="1.0" encoding="utf-8"?>
<p:tagLst xmlns:a="http://schemas.openxmlformats.org/drawingml/2006/main" xmlns:r="http://schemas.openxmlformats.org/officeDocument/2006/relationships" xmlns:p="http://schemas.openxmlformats.org/presentationml/2006/main">
  <p:tag name="TIMING" val="|0.7|0.3|0.5|0.4|0.4|0.3|0.3|0.4|0.6|0.6"/>
  <p:tag name="PPSPLIT_SPLIT" val="1"/>
  <p:tag name="PPSPLIT_ORIGINALSLIDENUMBER" val="47"/>
  <p:tag name="PPSPLIT_DONE" val="1"/>
</p:tagLst>
</file>

<file path=ppt/tags/tag1174.xml><?xml version="1.0" encoding="utf-8"?>
<p:tagLst xmlns:a="http://schemas.openxmlformats.org/drawingml/2006/main" xmlns:r="http://schemas.openxmlformats.org/officeDocument/2006/relationships" xmlns:p="http://schemas.openxmlformats.org/presentationml/2006/main">
  <p:tag name="PPSPLIT_ID" val=" 19"/>
</p:tagLst>
</file>

<file path=ppt/tags/tag1175.xml><?xml version="1.0" encoding="utf-8"?>
<p:tagLst xmlns:a="http://schemas.openxmlformats.org/drawingml/2006/main" xmlns:r="http://schemas.openxmlformats.org/officeDocument/2006/relationships" xmlns:p="http://schemas.openxmlformats.org/presentationml/2006/main">
  <p:tag name="PPSPLIT_ID" val=" 8"/>
</p:tagLst>
</file>

<file path=ppt/tags/tag1176.xml><?xml version="1.0" encoding="utf-8"?>
<p:tagLst xmlns:a="http://schemas.openxmlformats.org/drawingml/2006/main" xmlns:r="http://schemas.openxmlformats.org/officeDocument/2006/relationships" xmlns:p="http://schemas.openxmlformats.org/presentationml/2006/main">
  <p:tag name="PPSPLIT_ID" val=" 20"/>
</p:tagLst>
</file>

<file path=ppt/tags/tag1177.xml><?xml version="1.0" encoding="utf-8"?>
<p:tagLst xmlns:a="http://schemas.openxmlformats.org/drawingml/2006/main" xmlns:r="http://schemas.openxmlformats.org/officeDocument/2006/relationships" xmlns:p="http://schemas.openxmlformats.org/presentationml/2006/main">
  <p:tag name="PPSPLIT_ID" val=" 32"/>
</p:tagLst>
</file>

<file path=ppt/tags/tag1178.xml><?xml version="1.0" encoding="utf-8"?>
<p:tagLst xmlns:a="http://schemas.openxmlformats.org/drawingml/2006/main" xmlns:r="http://schemas.openxmlformats.org/officeDocument/2006/relationships" xmlns:p="http://schemas.openxmlformats.org/presentationml/2006/main">
  <p:tag name="PPSPLIT_ID" val=" 7"/>
</p:tagLst>
</file>

<file path=ppt/tags/tag1179.xml><?xml version="1.0" encoding="utf-8"?>
<p:tagLst xmlns:a="http://schemas.openxmlformats.org/drawingml/2006/main" xmlns:r="http://schemas.openxmlformats.org/officeDocument/2006/relationships" xmlns:p="http://schemas.openxmlformats.org/presentationml/2006/main">
  <p:tag name="PPSPLIT_ID" val=" 9"/>
</p:tagLst>
</file>

<file path=ppt/tags/tag1180.xml><?xml version="1.0" encoding="utf-8"?>
<p:tagLst xmlns:a="http://schemas.openxmlformats.org/drawingml/2006/main" xmlns:r="http://schemas.openxmlformats.org/officeDocument/2006/relationships" xmlns:p="http://schemas.openxmlformats.org/presentationml/2006/main">
  <p:tag name="PPSPLIT_ID" val=" 2"/>
</p:tagLst>
</file>

<file path=ppt/tags/tag1181.xml><?xml version="1.0" encoding="utf-8"?>
<p:tagLst xmlns:a="http://schemas.openxmlformats.org/drawingml/2006/main" xmlns:r="http://schemas.openxmlformats.org/officeDocument/2006/relationships" xmlns:p="http://schemas.openxmlformats.org/presentationml/2006/main">
  <p:tag name="PPSPLIT_ID" val=" 3"/>
</p:tagLst>
</file>

<file path=ppt/tags/tag1182.xml><?xml version="1.0" encoding="utf-8"?>
<p:tagLst xmlns:a="http://schemas.openxmlformats.org/drawingml/2006/main" xmlns:r="http://schemas.openxmlformats.org/officeDocument/2006/relationships" xmlns:p="http://schemas.openxmlformats.org/presentationml/2006/main">
  <p:tag name="PPSPLIT_ID" val=" 4"/>
</p:tagLst>
</file>

<file path=ppt/tags/tag1183.xml><?xml version="1.0" encoding="utf-8"?>
<p:tagLst xmlns:a="http://schemas.openxmlformats.org/drawingml/2006/main" xmlns:r="http://schemas.openxmlformats.org/officeDocument/2006/relationships" xmlns:p="http://schemas.openxmlformats.org/presentationml/2006/main">
  <p:tag name="PPSPLIT_ID" val=" 108"/>
</p:tagLst>
</file>

<file path=ppt/tags/tag1184.xml><?xml version="1.0" encoding="utf-8"?>
<p:tagLst xmlns:a="http://schemas.openxmlformats.org/drawingml/2006/main" xmlns:r="http://schemas.openxmlformats.org/officeDocument/2006/relationships" xmlns:p="http://schemas.openxmlformats.org/presentationml/2006/main">
  <p:tag name="TIMING" val="|0.7|0.3|0.5|0.4|0.4|0.3|0.3|0.4|0.6|0.6"/>
  <p:tag name="PPSPLIT_SPLIT" val="1"/>
  <p:tag name="PPSPLIT_ORIGINALSLIDENUMBER" val="47"/>
  <p:tag name="PPSPLIT_DONE" val="1"/>
</p:tagLst>
</file>

<file path=ppt/tags/tag1185.xml><?xml version="1.0" encoding="utf-8"?>
<p:tagLst xmlns:a="http://schemas.openxmlformats.org/drawingml/2006/main" xmlns:r="http://schemas.openxmlformats.org/officeDocument/2006/relationships" xmlns:p="http://schemas.openxmlformats.org/presentationml/2006/main">
  <p:tag name="PPSPLIT_ID" val=" 19"/>
</p:tagLst>
</file>

<file path=ppt/tags/tag1186.xml><?xml version="1.0" encoding="utf-8"?>
<p:tagLst xmlns:a="http://schemas.openxmlformats.org/drawingml/2006/main" xmlns:r="http://schemas.openxmlformats.org/officeDocument/2006/relationships" xmlns:p="http://schemas.openxmlformats.org/presentationml/2006/main">
  <p:tag name="PPSPLIT_ID" val=" 22"/>
</p:tagLst>
</file>

<file path=ppt/tags/tag1187.xml><?xml version="1.0" encoding="utf-8"?>
<p:tagLst xmlns:a="http://schemas.openxmlformats.org/drawingml/2006/main" xmlns:r="http://schemas.openxmlformats.org/officeDocument/2006/relationships" xmlns:p="http://schemas.openxmlformats.org/presentationml/2006/main">
  <p:tag name="PPSPLIT_ID" val=" 8"/>
</p:tagLst>
</file>

<file path=ppt/tags/tag1188.xml><?xml version="1.0" encoding="utf-8"?>
<p:tagLst xmlns:a="http://schemas.openxmlformats.org/drawingml/2006/main" xmlns:r="http://schemas.openxmlformats.org/officeDocument/2006/relationships" xmlns:p="http://schemas.openxmlformats.org/presentationml/2006/main">
  <p:tag name="PPSPLIT_ID" val=" 12"/>
</p:tagLst>
</file>

<file path=ppt/tags/tag1189.xml><?xml version="1.0" encoding="utf-8"?>
<p:tagLst xmlns:a="http://schemas.openxmlformats.org/drawingml/2006/main" xmlns:r="http://schemas.openxmlformats.org/officeDocument/2006/relationships" xmlns:p="http://schemas.openxmlformats.org/presentationml/2006/main">
  <p:tag name="PPSPLIT_ID" val=" 20"/>
</p:tagLst>
</file>

<file path=ppt/tags/tag1190.xml><?xml version="1.0" encoding="utf-8"?>
<p:tagLst xmlns:a="http://schemas.openxmlformats.org/drawingml/2006/main" xmlns:r="http://schemas.openxmlformats.org/officeDocument/2006/relationships" xmlns:p="http://schemas.openxmlformats.org/presentationml/2006/main">
  <p:tag name="PPSPLIT_ID" val=" 32"/>
</p:tagLst>
</file>

<file path=ppt/tags/tag1191.xml><?xml version="1.0" encoding="utf-8"?>
<p:tagLst xmlns:a="http://schemas.openxmlformats.org/drawingml/2006/main" xmlns:r="http://schemas.openxmlformats.org/officeDocument/2006/relationships" xmlns:p="http://schemas.openxmlformats.org/presentationml/2006/main">
  <p:tag name="PPSPLIT_ID" val=" 7"/>
</p:tagLst>
</file>

<file path=ppt/tags/tag1192.xml><?xml version="1.0" encoding="utf-8"?>
<p:tagLst xmlns:a="http://schemas.openxmlformats.org/drawingml/2006/main" xmlns:r="http://schemas.openxmlformats.org/officeDocument/2006/relationships" xmlns:p="http://schemas.openxmlformats.org/presentationml/2006/main">
  <p:tag name="PPSPLIT_ID" val=" 9"/>
</p:tagLst>
</file>

<file path=ppt/tags/tag1193.xml><?xml version="1.0" encoding="utf-8"?>
<p:tagLst xmlns:a="http://schemas.openxmlformats.org/drawingml/2006/main" xmlns:r="http://schemas.openxmlformats.org/officeDocument/2006/relationships" xmlns:p="http://schemas.openxmlformats.org/presentationml/2006/main">
  <p:tag name="PPSPLIT_ID" val=" 2"/>
</p:tagLst>
</file>

<file path=ppt/tags/tag1194.xml><?xml version="1.0" encoding="utf-8"?>
<p:tagLst xmlns:a="http://schemas.openxmlformats.org/drawingml/2006/main" xmlns:r="http://schemas.openxmlformats.org/officeDocument/2006/relationships" xmlns:p="http://schemas.openxmlformats.org/presentationml/2006/main">
  <p:tag name="PPSPLIT_ID" val=" 3"/>
</p:tagLst>
</file>

<file path=ppt/tags/tag1195.xml><?xml version="1.0" encoding="utf-8"?>
<p:tagLst xmlns:a="http://schemas.openxmlformats.org/drawingml/2006/main" xmlns:r="http://schemas.openxmlformats.org/officeDocument/2006/relationships" xmlns:p="http://schemas.openxmlformats.org/presentationml/2006/main">
  <p:tag name="PPSPLIT_ID" val=" 4"/>
</p:tagLst>
</file>

<file path=ppt/tags/tag1196.xml><?xml version="1.0" encoding="utf-8"?>
<p:tagLst xmlns:a="http://schemas.openxmlformats.org/drawingml/2006/main" xmlns:r="http://schemas.openxmlformats.org/officeDocument/2006/relationships" xmlns:p="http://schemas.openxmlformats.org/presentationml/2006/main">
  <p:tag name="PPSPLIT_ID" val=" 108"/>
</p:tagLst>
</file>

<file path=ppt/tags/tag1197.xml><?xml version="1.0" encoding="utf-8"?>
<p:tagLst xmlns:a="http://schemas.openxmlformats.org/drawingml/2006/main" xmlns:r="http://schemas.openxmlformats.org/officeDocument/2006/relationships" xmlns:p="http://schemas.openxmlformats.org/presentationml/2006/main">
  <p:tag name="PPSPLIT_ID" val=" 112"/>
</p:tagLst>
</file>

<file path=ppt/tags/tag1198.xml><?xml version="1.0" encoding="utf-8"?>
<p:tagLst xmlns:a="http://schemas.openxmlformats.org/drawingml/2006/main" xmlns:r="http://schemas.openxmlformats.org/officeDocument/2006/relationships" xmlns:p="http://schemas.openxmlformats.org/presentationml/2006/main">
  <p:tag name="TIMING" val="|0.7|0.3|0.5|0.4|0.4|0.3|0.3|0.4|0.6|0.6"/>
  <p:tag name="PPSPLIT_SPLIT" val="1"/>
  <p:tag name="PPSPLIT_ORIGINALSLIDENUMBER" val="47"/>
  <p:tag name="PPSPLIT_DONE" val="1"/>
</p:tagLst>
</file>

<file path=ppt/tags/tag1199.xml><?xml version="1.0" encoding="utf-8"?>
<p:tagLst xmlns:a="http://schemas.openxmlformats.org/drawingml/2006/main" xmlns:r="http://schemas.openxmlformats.org/officeDocument/2006/relationships" xmlns:p="http://schemas.openxmlformats.org/presentationml/2006/main">
  <p:tag name="PPSPLIT_ID" val=" 19"/>
</p:tagLst>
</file>

<file path=ppt/tags/tag1200.xml><?xml version="1.0" encoding="utf-8"?>
<p:tagLst xmlns:a="http://schemas.openxmlformats.org/drawingml/2006/main" xmlns:r="http://schemas.openxmlformats.org/officeDocument/2006/relationships" xmlns:p="http://schemas.openxmlformats.org/presentationml/2006/main">
  <p:tag name="PPSPLIT_ID" val=" 22"/>
</p:tagLst>
</file>

<file path=ppt/tags/tag1201.xml><?xml version="1.0" encoding="utf-8"?>
<p:tagLst xmlns:a="http://schemas.openxmlformats.org/drawingml/2006/main" xmlns:r="http://schemas.openxmlformats.org/officeDocument/2006/relationships" xmlns:p="http://schemas.openxmlformats.org/presentationml/2006/main">
  <p:tag name="PPSPLIT_ID" val=" 29"/>
</p:tagLst>
</file>

<file path=ppt/tags/tag1202.xml><?xml version="1.0" encoding="utf-8"?>
<p:tagLst xmlns:a="http://schemas.openxmlformats.org/drawingml/2006/main" xmlns:r="http://schemas.openxmlformats.org/officeDocument/2006/relationships" xmlns:p="http://schemas.openxmlformats.org/presentationml/2006/main">
  <p:tag name="PPSPLIT_ID" val=" 8"/>
</p:tagLst>
</file>

<file path=ppt/tags/tag1203.xml><?xml version="1.0" encoding="utf-8"?>
<p:tagLst xmlns:a="http://schemas.openxmlformats.org/drawingml/2006/main" xmlns:r="http://schemas.openxmlformats.org/officeDocument/2006/relationships" xmlns:p="http://schemas.openxmlformats.org/presentationml/2006/main">
  <p:tag name="PPSPLIT_ID" val=" 12"/>
</p:tagLst>
</file>

<file path=ppt/tags/tag1204.xml><?xml version="1.0" encoding="utf-8"?>
<p:tagLst xmlns:a="http://schemas.openxmlformats.org/drawingml/2006/main" xmlns:r="http://schemas.openxmlformats.org/officeDocument/2006/relationships" xmlns:p="http://schemas.openxmlformats.org/presentationml/2006/main">
  <p:tag name="PPSPLIT_ID" val=" 16"/>
</p:tagLst>
</file>

<file path=ppt/tags/tag1205.xml><?xml version="1.0" encoding="utf-8"?>
<p:tagLst xmlns:a="http://schemas.openxmlformats.org/drawingml/2006/main" xmlns:r="http://schemas.openxmlformats.org/officeDocument/2006/relationships" xmlns:p="http://schemas.openxmlformats.org/presentationml/2006/main">
  <p:tag name="PPSPLIT_ID" val=" 20"/>
</p:tagLst>
</file>

<file path=ppt/tags/tag1206.xml><?xml version="1.0" encoding="utf-8"?>
<p:tagLst xmlns:a="http://schemas.openxmlformats.org/drawingml/2006/main" xmlns:r="http://schemas.openxmlformats.org/officeDocument/2006/relationships" xmlns:p="http://schemas.openxmlformats.org/presentationml/2006/main">
  <p:tag name="PPSPLIT_ID" val=" 32"/>
</p:tagLst>
</file>

<file path=ppt/tags/tag1207.xml><?xml version="1.0" encoding="utf-8"?>
<p:tagLst xmlns:a="http://schemas.openxmlformats.org/drawingml/2006/main" xmlns:r="http://schemas.openxmlformats.org/officeDocument/2006/relationships" xmlns:p="http://schemas.openxmlformats.org/presentationml/2006/main">
  <p:tag name="PPSPLIT_ID" val=" 7"/>
</p:tagLst>
</file>

<file path=ppt/tags/tag1208.xml><?xml version="1.0" encoding="utf-8"?>
<p:tagLst xmlns:a="http://schemas.openxmlformats.org/drawingml/2006/main" xmlns:r="http://schemas.openxmlformats.org/officeDocument/2006/relationships" xmlns:p="http://schemas.openxmlformats.org/presentationml/2006/main">
  <p:tag name="PPSPLIT_ID" val=" 9"/>
</p:tagLst>
</file>

<file path=ppt/tags/tag1209.xml><?xml version="1.0" encoding="utf-8"?>
<p:tagLst xmlns:a="http://schemas.openxmlformats.org/drawingml/2006/main" xmlns:r="http://schemas.openxmlformats.org/officeDocument/2006/relationships" xmlns:p="http://schemas.openxmlformats.org/presentationml/2006/main">
  <p:tag name="PPSPLIT_ID" val=" 2"/>
</p:tagLst>
</file>

<file path=ppt/tags/tag1210.xml><?xml version="1.0" encoding="utf-8"?>
<p:tagLst xmlns:a="http://schemas.openxmlformats.org/drawingml/2006/main" xmlns:r="http://schemas.openxmlformats.org/officeDocument/2006/relationships" xmlns:p="http://schemas.openxmlformats.org/presentationml/2006/main">
  <p:tag name="PPSPLIT_ID" val=" 3"/>
</p:tagLst>
</file>

<file path=ppt/tags/tag1211.xml><?xml version="1.0" encoding="utf-8"?>
<p:tagLst xmlns:a="http://schemas.openxmlformats.org/drawingml/2006/main" xmlns:r="http://schemas.openxmlformats.org/officeDocument/2006/relationships" xmlns:p="http://schemas.openxmlformats.org/presentationml/2006/main">
  <p:tag name="PPSPLIT_ID" val=" 4"/>
</p:tagLst>
</file>

<file path=ppt/tags/tag1212.xml><?xml version="1.0" encoding="utf-8"?>
<p:tagLst xmlns:a="http://schemas.openxmlformats.org/drawingml/2006/main" xmlns:r="http://schemas.openxmlformats.org/officeDocument/2006/relationships" xmlns:p="http://schemas.openxmlformats.org/presentationml/2006/main">
  <p:tag name="PPSPLIT_ID" val=" 108"/>
</p:tagLst>
</file>

<file path=ppt/tags/tag1213.xml><?xml version="1.0" encoding="utf-8"?>
<p:tagLst xmlns:a="http://schemas.openxmlformats.org/drawingml/2006/main" xmlns:r="http://schemas.openxmlformats.org/officeDocument/2006/relationships" xmlns:p="http://schemas.openxmlformats.org/presentationml/2006/main">
  <p:tag name="PPSPLIT_ID" val=" 112"/>
</p:tagLst>
</file>

<file path=ppt/tags/tag1214.xml><?xml version="1.0" encoding="utf-8"?>
<p:tagLst xmlns:a="http://schemas.openxmlformats.org/drawingml/2006/main" xmlns:r="http://schemas.openxmlformats.org/officeDocument/2006/relationships" xmlns:p="http://schemas.openxmlformats.org/presentationml/2006/main">
  <p:tag name="PPSPLIT_ID" val=" 114"/>
</p:tagLst>
</file>

<file path=ppt/tags/tag1215.xml><?xml version="1.0" encoding="utf-8"?>
<p:tagLst xmlns:a="http://schemas.openxmlformats.org/drawingml/2006/main" xmlns:r="http://schemas.openxmlformats.org/officeDocument/2006/relationships" xmlns:p="http://schemas.openxmlformats.org/presentationml/2006/main">
  <p:tag name="TIMING" val="|0.7|0.3|0.5|0.4|0.4|0.3|0.3|0.4|0.6|0.6"/>
  <p:tag name="PPSPLIT_SPLIT" val="1"/>
  <p:tag name="PPSPLIT_ORIGINALSLIDENUMBER" val="47"/>
  <p:tag name="PPSPLIT_DONE" val="1"/>
</p:tagLst>
</file>

<file path=ppt/tags/tag1216.xml><?xml version="1.0" encoding="utf-8"?>
<p:tagLst xmlns:a="http://schemas.openxmlformats.org/drawingml/2006/main" xmlns:r="http://schemas.openxmlformats.org/officeDocument/2006/relationships" xmlns:p="http://schemas.openxmlformats.org/presentationml/2006/main">
  <p:tag name="PPSPLIT_ID" val=" 19"/>
</p:tagLst>
</file>

<file path=ppt/tags/tag1217.xml><?xml version="1.0" encoding="utf-8"?>
<p:tagLst xmlns:a="http://schemas.openxmlformats.org/drawingml/2006/main" xmlns:r="http://schemas.openxmlformats.org/officeDocument/2006/relationships" xmlns:p="http://schemas.openxmlformats.org/presentationml/2006/main">
  <p:tag name="PPSPLIT_ID" val=" 22"/>
</p:tagLst>
</file>

<file path=ppt/tags/tag1218.xml><?xml version="1.0" encoding="utf-8"?>
<p:tagLst xmlns:a="http://schemas.openxmlformats.org/drawingml/2006/main" xmlns:r="http://schemas.openxmlformats.org/officeDocument/2006/relationships" xmlns:p="http://schemas.openxmlformats.org/presentationml/2006/main">
  <p:tag name="PPSPLIT_ID" val=" 29"/>
</p:tagLst>
</file>

<file path=ppt/tags/tag1219.xml><?xml version="1.0" encoding="utf-8"?>
<p:tagLst xmlns:a="http://schemas.openxmlformats.org/drawingml/2006/main" xmlns:r="http://schemas.openxmlformats.org/officeDocument/2006/relationships" xmlns:p="http://schemas.openxmlformats.org/presentationml/2006/main">
  <p:tag name="PPSPLIT_ID" val=" 51"/>
</p:tagLst>
</file>

<file path=ppt/tags/tag1220.xml><?xml version="1.0" encoding="utf-8"?>
<p:tagLst xmlns:a="http://schemas.openxmlformats.org/drawingml/2006/main" xmlns:r="http://schemas.openxmlformats.org/officeDocument/2006/relationships" xmlns:p="http://schemas.openxmlformats.org/presentationml/2006/main">
  <p:tag name="PPSPLIT_ID" val=" 8"/>
</p:tagLst>
</file>

<file path=ppt/tags/tag1221.xml><?xml version="1.0" encoding="utf-8"?>
<p:tagLst xmlns:a="http://schemas.openxmlformats.org/drawingml/2006/main" xmlns:r="http://schemas.openxmlformats.org/officeDocument/2006/relationships" xmlns:p="http://schemas.openxmlformats.org/presentationml/2006/main">
  <p:tag name="PPSPLIT_ID" val=" 12"/>
</p:tagLst>
</file>

<file path=ppt/tags/tag1222.xml><?xml version="1.0" encoding="utf-8"?>
<p:tagLst xmlns:a="http://schemas.openxmlformats.org/drawingml/2006/main" xmlns:r="http://schemas.openxmlformats.org/officeDocument/2006/relationships" xmlns:p="http://schemas.openxmlformats.org/presentationml/2006/main">
  <p:tag name="PPSPLIT_ID" val=" 16"/>
</p:tagLst>
</file>

<file path=ppt/tags/tag1223.xml><?xml version="1.0" encoding="utf-8"?>
<p:tagLst xmlns:a="http://schemas.openxmlformats.org/drawingml/2006/main" xmlns:r="http://schemas.openxmlformats.org/officeDocument/2006/relationships" xmlns:p="http://schemas.openxmlformats.org/presentationml/2006/main">
  <p:tag name="PPSPLIT_ID" val=" 20"/>
</p:tagLst>
</file>

<file path=ppt/tags/tag1224.xml><?xml version="1.0" encoding="utf-8"?>
<p:tagLst xmlns:a="http://schemas.openxmlformats.org/drawingml/2006/main" xmlns:r="http://schemas.openxmlformats.org/officeDocument/2006/relationships" xmlns:p="http://schemas.openxmlformats.org/presentationml/2006/main">
  <p:tag name="PPSPLIT_ID" val=" 32"/>
</p:tagLst>
</file>

<file path=ppt/tags/tag1225.xml><?xml version="1.0" encoding="utf-8"?>
<p:tagLst xmlns:a="http://schemas.openxmlformats.org/drawingml/2006/main" xmlns:r="http://schemas.openxmlformats.org/officeDocument/2006/relationships" xmlns:p="http://schemas.openxmlformats.org/presentationml/2006/main">
  <p:tag name="PPSPLIT_ID" val=" 7"/>
</p:tagLst>
</file>

<file path=ppt/tags/tag1226.xml><?xml version="1.0" encoding="utf-8"?>
<p:tagLst xmlns:a="http://schemas.openxmlformats.org/drawingml/2006/main" xmlns:r="http://schemas.openxmlformats.org/officeDocument/2006/relationships" xmlns:p="http://schemas.openxmlformats.org/presentationml/2006/main">
  <p:tag name="PPSPLIT_ID" val=" 9"/>
</p:tagLst>
</file>

<file path=ppt/tags/tag1227.xml><?xml version="1.0" encoding="utf-8"?>
<p:tagLst xmlns:a="http://schemas.openxmlformats.org/drawingml/2006/main" xmlns:r="http://schemas.openxmlformats.org/officeDocument/2006/relationships" xmlns:p="http://schemas.openxmlformats.org/presentationml/2006/main">
  <p:tag name="PPSPLIT_ID" val=" 14"/>
</p:tagLst>
</file>

<file path=ppt/tags/tag1228.xml><?xml version="1.0" encoding="utf-8"?>
<p:tagLst xmlns:a="http://schemas.openxmlformats.org/drawingml/2006/main" xmlns:r="http://schemas.openxmlformats.org/officeDocument/2006/relationships" xmlns:p="http://schemas.openxmlformats.org/presentationml/2006/main">
  <p:tag name="PPSPLIT_ID" val=" 2"/>
</p:tagLst>
</file>

<file path=ppt/tags/tag1229.xml><?xml version="1.0" encoding="utf-8"?>
<p:tagLst xmlns:a="http://schemas.openxmlformats.org/drawingml/2006/main" xmlns:r="http://schemas.openxmlformats.org/officeDocument/2006/relationships" xmlns:p="http://schemas.openxmlformats.org/presentationml/2006/main">
  <p:tag name="PPSPLIT_ID" val=" 3"/>
</p:tagLst>
</file>

<file path=ppt/tags/tag1230.xml><?xml version="1.0" encoding="utf-8"?>
<p:tagLst xmlns:a="http://schemas.openxmlformats.org/drawingml/2006/main" xmlns:r="http://schemas.openxmlformats.org/officeDocument/2006/relationships" xmlns:p="http://schemas.openxmlformats.org/presentationml/2006/main">
  <p:tag name="PPSPLIT_ID" val=" 4"/>
</p:tagLst>
</file>

<file path=ppt/tags/tag1231.xml><?xml version="1.0" encoding="utf-8"?>
<p:tagLst xmlns:a="http://schemas.openxmlformats.org/drawingml/2006/main" xmlns:r="http://schemas.openxmlformats.org/officeDocument/2006/relationships" xmlns:p="http://schemas.openxmlformats.org/presentationml/2006/main">
  <p:tag name="PPSPLIT_ID" val=" 108"/>
</p:tagLst>
</file>

<file path=ppt/tags/tag1232.xml><?xml version="1.0" encoding="utf-8"?>
<p:tagLst xmlns:a="http://schemas.openxmlformats.org/drawingml/2006/main" xmlns:r="http://schemas.openxmlformats.org/officeDocument/2006/relationships" xmlns:p="http://schemas.openxmlformats.org/presentationml/2006/main">
  <p:tag name="PPSPLIT_ID" val=" 112"/>
</p:tagLst>
</file>

<file path=ppt/tags/tag1233.xml><?xml version="1.0" encoding="utf-8"?>
<p:tagLst xmlns:a="http://schemas.openxmlformats.org/drawingml/2006/main" xmlns:r="http://schemas.openxmlformats.org/officeDocument/2006/relationships" xmlns:p="http://schemas.openxmlformats.org/presentationml/2006/main">
  <p:tag name="PPSPLIT_ID" val=" 114"/>
</p:tagLst>
</file>

<file path=ppt/tags/tag1234.xml><?xml version="1.0" encoding="utf-8"?>
<p:tagLst xmlns:a="http://schemas.openxmlformats.org/drawingml/2006/main" xmlns:r="http://schemas.openxmlformats.org/officeDocument/2006/relationships" xmlns:p="http://schemas.openxmlformats.org/presentationml/2006/main">
  <p:tag name="PPSPLIT_ID" val=" 126"/>
</p:tagLst>
</file>

<file path=ppt/tags/tag1235.xml><?xml version="1.0" encoding="utf-8"?>
<p:tagLst xmlns:a="http://schemas.openxmlformats.org/drawingml/2006/main" xmlns:r="http://schemas.openxmlformats.org/officeDocument/2006/relationships" xmlns:p="http://schemas.openxmlformats.org/presentationml/2006/main">
  <p:tag name="PPSPLIT_ID" val=" 132"/>
</p:tagLst>
</file>

<file path=ppt/tags/tag1236.xml><?xml version="1.0" encoding="utf-8"?>
<p:tagLst xmlns:a="http://schemas.openxmlformats.org/drawingml/2006/main" xmlns:r="http://schemas.openxmlformats.org/officeDocument/2006/relationships" xmlns:p="http://schemas.openxmlformats.org/presentationml/2006/main">
  <p:tag name="TIMING" val="|0.7|0.3|0.5|0.4|0.4|0.3|0.3|0.4|0.6|0.6"/>
  <p:tag name="PPSPLIT_SPLIT" val="1"/>
  <p:tag name="PPSPLIT_ORIGINALSLIDENUMBER" val="47"/>
  <p:tag name="PPSPLIT_DONE" val="1"/>
</p:tagLst>
</file>

<file path=ppt/tags/tag1237.xml><?xml version="1.0" encoding="utf-8"?>
<p:tagLst xmlns:a="http://schemas.openxmlformats.org/drawingml/2006/main" xmlns:r="http://schemas.openxmlformats.org/officeDocument/2006/relationships" xmlns:p="http://schemas.openxmlformats.org/presentationml/2006/main">
  <p:tag name="PPSPLIT_ID" val=" 19"/>
</p:tagLst>
</file>

<file path=ppt/tags/tag1238.xml><?xml version="1.0" encoding="utf-8"?>
<p:tagLst xmlns:a="http://schemas.openxmlformats.org/drawingml/2006/main" xmlns:r="http://schemas.openxmlformats.org/officeDocument/2006/relationships" xmlns:p="http://schemas.openxmlformats.org/presentationml/2006/main">
  <p:tag name="PPSPLIT_ID" val=" 22"/>
</p:tagLst>
</file>

<file path=ppt/tags/tag1239.xml><?xml version="1.0" encoding="utf-8"?>
<p:tagLst xmlns:a="http://schemas.openxmlformats.org/drawingml/2006/main" xmlns:r="http://schemas.openxmlformats.org/officeDocument/2006/relationships" xmlns:p="http://schemas.openxmlformats.org/presentationml/2006/main">
  <p:tag name="PPSPLIT_ID" val=" 29"/>
</p:tagLst>
</file>

<file path=ppt/tags/tag1240.xml><?xml version="1.0" encoding="utf-8"?>
<p:tagLst xmlns:a="http://schemas.openxmlformats.org/drawingml/2006/main" xmlns:r="http://schemas.openxmlformats.org/officeDocument/2006/relationships" xmlns:p="http://schemas.openxmlformats.org/presentationml/2006/main">
  <p:tag name="PPSPLIT_ID" val=" 39"/>
</p:tagLst>
</file>

<file path=ppt/tags/tag1241.xml><?xml version="1.0" encoding="utf-8"?>
<p:tagLst xmlns:a="http://schemas.openxmlformats.org/drawingml/2006/main" xmlns:r="http://schemas.openxmlformats.org/officeDocument/2006/relationships" xmlns:p="http://schemas.openxmlformats.org/presentationml/2006/main">
  <p:tag name="PPSPLIT_ID" val=" 51"/>
</p:tagLst>
</file>

<file path=ppt/tags/tag1242.xml><?xml version="1.0" encoding="utf-8"?>
<p:tagLst xmlns:a="http://schemas.openxmlformats.org/drawingml/2006/main" xmlns:r="http://schemas.openxmlformats.org/officeDocument/2006/relationships" xmlns:p="http://schemas.openxmlformats.org/presentationml/2006/main">
  <p:tag name="PPSPLIT_ID" val=" 8"/>
</p:tagLst>
</file>

<file path=ppt/tags/tag1243.xml><?xml version="1.0" encoding="utf-8"?>
<p:tagLst xmlns:a="http://schemas.openxmlformats.org/drawingml/2006/main" xmlns:r="http://schemas.openxmlformats.org/officeDocument/2006/relationships" xmlns:p="http://schemas.openxmlformats.org/presentationml/2006/main">
  <p:tag name="PPSPLIT_ID" val=" 12"/>
</p:tagLst>
</file>

<file path=ppt/tags/tag1244.xml><?xml version="1.0" encoding="utf-8"?>
<p:tagLst xmlns:a="http://schemas.openxmlformats.org/drawingml/2006/main" xmlns:r="http://schemas.openxmlformats.org/officeDocument/2006/relationships" xmlns:p="http://schemas.openxmlformats.org/presentationml/2006/main">
  <p:tag name="PPSPLIT_ID" val=" 16"/>
</p:tagLst>
</file>

<file path=ppt/tags/tag1245.xml><?xml version="1.0" encoding="utf-8"?>
<p:tagLst xmlns:a="http://schemas.openxmlformats.org/drawingml/2006/main" xmlns:r="http://schemas.openxmlformats.org/officeDocument/2006/relationships" xmlns:p="http://schemas.openxmlformats.org/presentationml/2006/main">
  <p:tag name="PPSPLIT_ID" val=" 20"/>
</p:tagLst>
</file>

<file path=ppt/tags/tag1246.xml><?xml version="1.0" encoding="utf-8"?>
<p:tagLst xmlns:a="http://schemas.openxmlformats.org/drawingml/2006/main" xmlns:r="http://schemas.openxmlformats.org/officeDocument/2006/relationships" xmlns:p="http://schemas.openxmlformats.org/presentationml/2006/main">
  <p:tag name="PPSPLIT_ID" val=" 24"/>
</p:tagLst>
</file>

<file path=ppt/tags/tag1247.xml><?xml version="1.0" encoding="utf-8"?>
<p:tagLst xmlns:a="http://schemas.openxmlformats.org/drawingml/2006/main" xmlns:r="http://schemas.openxmlformats.org/officeDocument/2006/relationships" xmlns:p="http://schemas.openxmlformats.org/presentationml/2006/main">
  <p:tag name="PPSPLIT_ID" val=" 32"/>
</p:tagLst>
</file>

<file path=ppt/tags/tag1248.xml><?xml version="1.0" encoding="utf-8"?>
<p:tagLst xmlns:a="http://schemas.openxmlformats.org/drawingml/2006/main" xmlns:r="http://schemas.openxmlformats.org/officeDocument/2006/relationships" xmlns:p="http://schemas.openxmlformats.org/presentationml/2006/main">
  <p:tag name="PPSPLIT_ID" val=" 7"/>
</p:tagLst>
</file>

<file path=ppt/tags/tag1249.xml><?xml version="1.0" encoding="utf-8"?>
<p:tagLst xmlns:a="http://schemas.openxmlformats.org/drawingml/2006/main" xmlns:r="http://schemas.openxmlformats.org/officeDocument/2006/relationships" xmlns:p="http://schemas.openxmlformats.org/presentationml/2006/main">
  <p:tag name="PPSPLIT_ID" val=" 9"/>
</p:tagLst>
</file>

<file path=ppt/tags/tag1250.xml><?xml version="1.0" encoding="utf-8"?>
<p:tagLst xmlns:a="http://schemas.openxmlformats.org/drawingml/2006/main" xmlns:r="http://schemas.openxmlformats.org/officeDocument/2006/relationships" xmlns:p="http://schemas.openxmlformats.org/presentationml/2006/main">
  <p:tag name="PPSPLIT_ID" val=" 14"/>
</p:tagLst>
</file>

<file path=ppt/tags/tag1251.xml><?xml version="1.0" encoding="utf-8"?>
<p:tagLst xmlns:a="http://schemas.openxmlformats.org/drawingml/2006/main" xmlns:r="http://schemas.openxmlformats.org/officeDocument/2006/relationships" xmlns:p="http://schemas.openxmlformats.org/presentationml/2006/main">
  <p:tag name="PPSPLIT_ID" val=" 2"/>
</p:tagLst>
</file>

<file path=ppt/tags/tag1252.xml><?xml version="1.0" encoding="utf-8"?>
<p:tagLst xmlns:a="http://schemas.openxmlformats.org/drawingml/2006/main" xmlns:r="http://schemas.openxmlformats.org/officeDocument/2006/relationships" xmlns:p="http://schemas.openxmlformats.org/presentationml/2006/main">
  <p:tag name="PPSPLIT_ID" val=" 3"/>
</p:tagLst>
</file>

<file path=ppt/tags/tag1253.xml><?xml version="1.0" encoding="utf-8"?>
<p:tagLst xmlns:a="http://schemas.openxmlformats.org/drawingml/2006/main" xmlns:r="http://schemas.openxmlformats.org/officeDocument/2006/relationships" xmlns:p="http://schemas.openxmlformats.org/presentationml/2006/main">
  <p:tag name="PPSPLIT_ID" val=" 4"/>
</p:tagLst>
</file>

<file path=ppt/tags/tag1254.xml><?xml version="1.0" encoding="utf-8"?>
<p:tagLst xmlns:a="http://schemas.openxmlformats.org/drawingml/2006/main" xmlns:r="http://schemas.openxmlformats.org/officeDocument/2006/relationships" xmlns:p="http://schemas.openxmlformats.org/presentationml/2006/main">
  <p:tag name="PPSPLIT_ID" val=" 108"/>
</p:tagLst>
</file>

<file path=ppt/tags/tag1255.xml><?xml version="1.0" encoding="utf-8"?>
<p:tagLst xmlns:a="http://schemas.openxmlformats.org/drawingml/2006/main" xmlns:r="http://schemas.openxmlformats.org/officeDocument/2006/relationships" xmlns:p="http://schemas.openxmlformats.org/presentationml/2006/main">
  <p:tag name="PPSPLIT_ID" val=" 112"/>
</p:tagLst>
</file>

<file path=ppt/tags/tag1256.xml><?xml version="1.0" encoding="utf-8"?>
<p:tagLst xmlns:a="http://schemas.openxmlformats.org/drawingml/2006/main" xmlns:r="http://schemas.openxmlformats.org/officeDocument/2006/relationships" xmlns:p="http://schemas.openxmlformats.org/presentationml/2006/main">
  <p:tag name="PPSPLIT_ID" val=" 114"/>
</p:tagLst>
</file>

<file path=ppt/tags/tag1257.xml><?xml version="1.0" encoding="utf-8"?>
<p:tagLst xmlns:a="http://schemas.openxmlformats.org/drawingml/2006/main" xmlns:r="http://schemas.openxmlformats.org/officeDocument/2006/relationships" xmlns:p="http://schemas.openxmlformats.org/presentationml/2006/main">
  <p:tag name="PPSPLIT_ID" val=" 122"/>
</p:tagLst>
</file>

<file path=ppt/tags/tag1258.xml><?xml version="1.0" encoding="utf-8"?>
<p:tagLst xmlns:a="http://schemas.openxmlformats.org/drawingml/2006/main" xmlns:r="http://schemas.openxmlformats.org/officeDocument/2006/relationships" xmlns:p="http://schemas.openxmlformats.org/presentationml/2006/main">
  <p:tag name="PPSPLIT_ID" val=" 126"/>
</p:tagLst>
</file>

<file path=ppt/tags/tag1259.xml><?xml version="1.0" encoding="utf-8"?>
<p:tagLst xmlns:a="http://schemas.openxmlformats.org/drawingml/2006/main" xmlns:r="http://schemas.openxmlformats.org/officeDocument/2006/relationships" xmlns:p="http://schemas.openxmlformats.org/presentationml/2006/main">
  <p:tag name="PPSPLIT_ID" val=" 132"/>
</p:tagLst>
</file>

<file path=ppt/tags/tag1260.xml><?xml version="1.0" encoding="utf-8"?>
<p:tagLst xmlns:a="http://schemas.openxmlformats.org/drawingml/2006/main" xmlns:r="http://schemas.openxmlformats.org/officeDocument/2006/relationships" xmlns:p="http://schemas.openxmlformats.org/presentationml/2006/main">
  <p:tag name="TIMING" val="|0.7|0.3|0.5|0.4|0.4|0.3|0.3|0.4|0.6|0.6"/>
  <p:tag name="PPSPLIT_SPLIT" val="1"/>
  <p:tag name="PPSPLIT_ORIGINALSLIDENUMBER" val="47"/>
  <p:tag name="PPSPLIT_DONE" val="1"/>
</p:tagLst>
</file>

<file path=ppt/tags/tag1261.xml><?xml version="1.0" encoding="utf-8"?>
<p:tagLst xmlns:a="http://schemas.openxmlformats.org/drawingml/2006/main" xmlns:r="http://schemas.openxmlformats.org/officeDocument/2006/relationships" xmlns:p="http://schemas.openxmlformats.org/presentationml/2006/main">
  <p:tag name="PPSPLIT_ID" val=" 19"/>
</p:tagLst>
</file>

<file path=ppt/tags/tag1262.xml><?xml version="1.0" encoding="utf-8"?>
<p:tagLst xmlns:a="http://schemas.openxmlformats.org/drawingml/2006/main" xmlns:r="http://schemas.openxmlformats.org/officeDocument/2006/relationships" xmlns:p="http://schemas.openxmlformats.org/presentationml/2006/main">
  <p:tag name="PPSPLIT_ID" val=" 22"/>
</p:tagLst>
</file>

<file path=ppt/tags/tag1263.xml><?xml version="1.0" encoding="utf-8"?>
<p:tagLst xmlns:a="http://schemas.openxmlformats.org/drawingml/2006/main" xmlns:r="http://schemas.openxmlformats.org/officeDocument/2006/relationships" xmlns:p="http://schemas.openxmlformats.org/presentationml/2006/main">
  <p:tag name="PPSPLIT_ID" val=" 29"/>
</p:tagLst>
</file>

<file path=ppt/tags/tag1264.xml><?xml version="1.0" encoding="utf-8"?>
<p:tagLst xmlns:a="http://schemas.openxmlformats.org/drawingml/2006/main" xmlns:r="http://schemas.openxmlformats.org/officeDocument/2006/relationships" xmlns:p="http://schemas.openxmlformats.org/presentationml/2006/main">
  <p:tag name="PPSPLIT_ID" val=" 39"/>
</p:tagLst>
</file>

<file path=ppt/tags/tag1265.xml><?xml version="1.0" encoding="utf-8"?>
<p:tagLst xmlns:a="http://schemas.openxmlformats.org/drawingml/2006/main" xmlns:r="http://schemas.openxmlformats.org/officeDocument/2006/relationships" xmlns:p="http://schemas.openxmlformats.org/presentationml/2006/main">
  <p:tag name="PPSPLIT_ID" val=" 45"/>
</p:tagLst>
</file>

<file path=ppt/tags/tag1266.xml><?xml version="1.0" encoding="utf-8"?>
<p:tagLst xmlns:a="http://schemas.openxmlformats.org/drawingml/2006/main" xmlns:r="http://schemas.openxmlformats.org/officeDocument/2006/relationships" xmlns:p="http://schemas.openxmlformats.org/presentationml/2006/main">
  <p:tag name="PPSPLIT_ID" val=" 51"/>
</p:tagLst>
</file>

<file path=ppt/tags/tag1267.xml><?xml version="1.0" encoding="utf-8"?>
<p:tagLst xmlns:a="http://schemas.openxmlformats.org/drawingml/2006/main" xmlns:r="http://schemas.openxmlformats.org/officeDocument/2006/relationships" xmlns:p="http://schemas.openxmlformats.org/presentationml/2006/main">
  <p:tag name="PPSPLIT_ID" val=" 57"/>
</p:tagLst>
</file>

<file path=ppt/tags/tag1268.xml><?xml version="1.0" encoding="utf-8"?>
<p:tagLst xmlns:a="http://schemas.openxmlformats.org/drawingml/2006/main" xmlns:r="http://schemas.openxmlformats.org/officeDocument/2006/relationships" xmlns:p="http://schemas.openxmlformats.org/presentationml/2006/main">
  <p:tag name="PPSPLIT_ID" val=" 59"/>
</p:tagLst>
</file>

<file path=ppt/tags/tag1269.xml><?xml version="1.0" encoding="utf-8"?>
<p:tagLst xmlns:a="http://schemas.openxmlformats.org/drawingml/2006/main" xmlns:r="http://schemas.openxmlformats.org/officeDocument/2006/relationships" xmlns:p="http://schemas.openxmlformats.org/presentationml/2006/main">
  <p:tag name="PPSPLIT_ID" val=" 8"/>
</p:tagLst>
</file>

<file path=ppt/tags/tag1270.xml><?xml version="1.0" encoding="utf-8"?>
<p:tagLst xmlns:a="http://schemas.openxmlformats.org/drawingml/2006/main" xmlns:r="http://schemas.openxmlformats.org/officeDocument/2006/relationships" xmlns:p="http://schemas.openxmlformats.org/presentationml/2006/main">
  <p:tag name="PPSPLIT_ID" val=" 12"/>
</p:tagLst>
</file>

<file path=ppt/tags/tag1271.xml><?xml version="1.0" encoding="utf-8"?>
<p:tagLst xmlns:a="http://schemas.openxmlformats.org/drawingml/2006/main" xmlns:r="http://schemas.openxmlformats.org/officeDocument/2006/relationships" xmlns:p="http://schemas.openxmlformats.org/presentationml/2006/main">
  <p:tag name="PPSPLIT_ID" val=" 16"/>
</p:tagLst>
</file>

<file path=ppt/tags/tag1272.xml><?xml version="1.0" encoding="utf-8"?>
<p:tagLst xmlns:a="http://schemas.openxmlformats.org/drawingml/2006/main" xmlns:r="http://schemas.openxmlformats.org/officeDocument/2006/relationships" xmlns:p="http://schemas.openxmlformats.org/presentationml/2006/main">
  <p:tag name="PPSPLIT_ID" val=" 20"/>
</p:tagLst>
</file>

<file path=ppt/tags/tag1273.xml><?xml version="1.0" encoding="utf-8"?>
<p:tagLst xmlns:a="http://schemas.openxmlformats.org/drawingml/2006/main" xmlns:r="http://schemas.openxmlformats.org/officeDocument/2006/relationships" xmlns:p="http://schemas.openxmlformats.org/presentationml/2006/main">
  <p:tag name="PPSPLIT_ID" val=" 24"/>
</p:tagLst>
</file>

<file path=ppt/tags/tag1274.xml><?xml version="1.0" encoding="utf-8"?>
<p:tagLst xmlns:a="http://schemas.openxmlformats.org/drawingml/2006/main" xmlns:r="http://schemas.openxmlformats.org/officeDocument/2006/relationships" xmlns:p="http://schemas.openxmlformats.org/presentationml/2006/main">
  <p:tag name="PPSPLIT_ID" val=" 28"/>
</p:tagLst>
</file>

<file path=ppt/tags/tag1275.xml><?xml version="1.0" encoding="utf-8"?>
<p:tagLst xmlns:a="http://schemas.openxmlformats.org/drawingml/2006/main" xmlns:r="http://schemas.openxmlformats.org/officeDocument/2006/relationships" xmlns:p="http://schemas.openxmlformats.org/presentationml/2006/main">
  <p:tag name="PPSPLIT_ID" val=" 32"/>
</p:tagLst>
</file>

<file path=ppt/tags/tag1276.xml><?xml version="1.0" encoding="utf-8"?>
<p:tagLst xmlns:a="http://schemas.openxmlformats.org/drawingml/2006/main" xmlns:r="http://schemas.openxmlformats.org/officeDocument/2006/relationships" xmlns:p="http://schemas.openxmlformats.org/presentationml/2006/main">
  <p:tag name="PPSPLIT_ID" val=" 7"/>
</p:tagLst>
</file>

<file path=ppt/tags/tag1277.xml><?xml version="1.0" encoding="utf-8"?>
<p:tagLst xmlns:a="http://schemas.openxmlformats.org/drawingml/2006/main" xmlns:r="http://schemas.openxmlformats.org/officeDocument/2006/relationships" xmlns:p="http://schemas.openxmlformats.org/presentationml/2006/main">
  <p:tag name="PPSPLIT_ID" val=" 9"/>
</p:tagLst>
</file>

<file path=ppt/tags/tag1278.xml><?xml version="1.0" encoding="utf-8"?>
<p:tagLst xmlns:a="http://schemas.openxmlformats.org/drawingml/2006/main" xmlns:r="http://schemas.openxmlformats.org/officeDocument/2006/relationships" xmlns:p="http://schemas.openxmlformats.org/presentationml/2006/main">
  <p:tag name="PPSPLIT_ID" val=" 14"/>
</p:tagLst>
</file>

<file path=ppt/tags/tag1279.xml><?xml version="1.0" encoding="utf-8"?>
<p:tagLst xmlns:a="http://schemas.openxmlformats.org/drawingml/2006/main" xmlns:r="http://schemas.openxmlformats.org/officeDocument/2006/relationships" xmlns:p="http://schemas.openxmlformats.org/presentationml/2006/main">
  <p:tag name="PPSPLIT_ID" val=" 2"/>
</p:tagLst>
</file>

<file path=ppt/tags/tag1280.xml><?xml version="1.0" encoding="utf-8"?>
<p:tagLst xmlns:a="http://schemas.openxmlformats.org/drawingml/2006/main" xmlns:r="http://schemas.openxmlformats.org/officeDocument/2006/relationships" xmlns:p="http://schemas.openxmlformats.org/presentationml/2006/main">
  <p:tag name="PPSPLIT_ID" val=" 3"/>
</p:tagLst>
</file>

<file path=ppt/tags/tag1281.xml><?xml version="1.0" encoding="utf-8"?>
<p:tagLst xmlns:a="http://schemas.openxmlformats.org/drawingml/2006/main" xmlns:r="http://schemas.openxmlformats.org/officeDocument/2006/relationships" xmlns:p="http://schemas.openxmlformats.org/presentationml/2006/main">
  <p:tag name="PPSPLIT_ID" val=" 4"/>
</p:tagLst>
</file>

<file path=ppt/tags/tag1282.xml><?xml version="1.0" encoding="utf-8"?>
<p:tagLst xmlns:a="http://schemas.openxmlformats.org/drawingml/2006/main" xmlns:r="http://schemas.openxmlformats.org/officeDocument/2006/relationships" xmlns:p="http://schemas.openxmlformats.org/presentationml/2006/main">
  <p:tag name="PPSPLIT_ID" val=" 108"/>
</p:tagLst>
</file>

<file path=ppt/tags/tag1283.xml><?xml version="1.0" encoding="utf-8"?>
<p:tagLst xmlns:a="http://schemas.openxmlformats.org/drawingml/2006/main" xmlns:r="http://schemas.openxmlformats.org/officeDocument/2006/relationships" xmlns:p="http://schemas.openxmlformats.org/presentationml/2006/main">
  <p:tag name="PPSPLIT_ID" val=" 112"/>
</p:tagLst>
</file>

<file path=ppt/tags/tag1284.xml><?xml version="1.0" encoding="utf-8"?>
<p:tagLst xmlns:a="http://schemas.openxmlformats.org/drawingml/2006/main" xmlns:r="http://schemas.openxmlformats.org/officeDocument/2006/relationships" xmlns:p="http://schemas.openxmlformats.org/presentationml/2006/main">
  <p:tag name="PPSPLIT_ID" val=" 114"/>
</p:tagLst>
</file>

<file path=ppt/tags/tag1285.xml><?xml version="1.0" encoding="utf-8"?>
<p:tagLst xmlns:a="http://schemas.openxmlformats.org/drawingml/2006/main" xmlns:r="http://schemas.openxmlformats.org/officeDocument/2006/relationships" xmlns:p="http://schemas.openxmlformats.org/presentationml/2006/main">
  <p:tag name="PPSPLIT_ID" val=" 122"/>
</p:tagLst>
</file>

<file path=ppt/tags/tag1286.xml><?xml version="1.0" encoding="utf-8"?>
<p:tagLst xmlns:a="http://schemas.openxmlformats.org/drawingml/2006/main" xmlns:r="http://schemas.openxmlformats.org/officeDocument/2006/relationships" xmlns:p="http://schemas.openxmlformats.org/presentationml/2006/main">
  <p:tag name="PPSPLIT_ID" val=" 124"/>
</p:tagLst>
</file>

<file path=ppt/tags/tag1287.xml><?xml version="1.0" encoding="utf-8"?>
<p:tagLst xmlns:a="http://schemas.openxmlformats.org/drawingml/2006/main" xmlns:r="http://schemas.openxmlformats.org/officeDocument/2006/relationships" xmlns:p="http://schemas.openxmlformats.org/presentationml/2006/main">
  <p:tag name="PPSPLIT_ID" val=" 126"/>
</p:tagLst>
</file>

<file path=ppt/tags/tag1288.xml><?xml version="1.0" encoding="utf-8"?>
<p:tagLst xmlns:a="http://schemas.openxmlformats.org/drawingml/2006/main" xmlns:r="http://schemas.openxmlformats.org/officeDocument/2006/relationships" xmlns:p="http://schemas.openxmlformats.org/presentationml/2006/main">
  <p:tag name="PPSPLIT_ID" val=" 132"/>
</p:tagLst>
</file>

<file path=ppt/tags/tag1289.xml><?xml version="1.0" encoding="utf-8"?>
<p:tagLst xmlns:a="http://schemas.openxmlformats.org/drawingml/2006/main" xmlns:r="http://schemas.openxmlformats.org/officeDocument/2006/relationships" xmlns:p="http://schemas.openxmlformats.org/presentationml/2006/main">
  <p:tag name="TIMING" val="|0.7|0.3|0.5|0.4|0.4|0.3|0.3|0.4|0.6|0.6"/>
  <p:tag name="PPSPLIT_SPLIT" val="1"/>
  <p:tag name="PPSPLIT_ORIGINALSLIDENUMBER" val="47"/>
  <p:tag name="PPSPLIT_DONE" val="1"/>
</p:tagLst>
</file>

<file path=ppt/tags/tag1290.xml><?xml version="1.0" encoding="utf-8"?>
<p:tagLst xmlns:a="http://schemas.openxmlformats.org/drawingml/2006/main" xmlns:r="http://schemas.openxmlformats.org/officeDocument/2006/relationships" xmlns:p="http://schemas.openxmlformats.org/presentationml/2006/main">
  <p:tag name="PPSPLIT_ID" val=" 19"/>
</p:tagLst>
</file>

<file path=ppt/tags/tag1291.xml><?xml version="1.0" encoding="utf-8"?>
<p:tagLst xmlns:a="http://schemas.openxmlformats.org/drawingml/2006/main" xmlns:r="http://schemas.openxmlformats.org/officeDocument/2006/relationships" xmlns:p="http://schemas.openxmlformats.org/presentationml/2006/main">
  <p:tag name="PPSPLIT_ID" val=" 22"/>
</p:tagLst>
</file>

<file path=ppt/tags/tag1292.xml><?xml version="1.0" encoding="utf-8"?>
<p:tagLst xmlns:a="http://schemas.openxmlformats.org/drawingml/2006/main" xmlns:r="http://schemas.openxmlformats.org/officeDocument/2006/relationships" xmlns:p="http://schemas.openxmlformats.org/presentationml/2006/main">
  <p:tag name="PPSPLIT_ID" val=" 25"/>
</p:tagLst>
</file>

<file path=ppt/tags/tag1293.xml><?xml version="1.0" encoding="utf-8"?>
<p:tagLst xmlns:a="http://schemas.openxmlformats.org/drawingml/2006/main" xmlns:r="http://schemas.openxmlformats.org/officeDocument/2006/relationships" xmlns:p="http://schemas.openxmlformats.org/presentationml/2006/main">
  <p:tag name="PPSPLIT_ID" val=" 29"/>
</p:tagLst>
</file>

<file path=ppt/tags/tag1294.xml><?xml version="1.0" encoding="utf-8"?>
<p:tagLst xmlns:a="http://schemas.openxmlformats.org/drawingml/2006/main" xmlns:r="http://schemas.openxmlformats.org/officeDocument/2006/relationships" xmlns:p="http://schemas.openxmlformats.org/presentationml/2006/main">
  <p:tag name="PPSPLIT_ID" val=" 39"/>
</p:tagLst>
</file>

<file path=ppt/tags/tag1295.xml><?xml version="1.0" encoding="utf-8"?>
<p:tagLst xmlns:a="http://schemas.openxmlformats.org/drawingml/2006/main" xmlns:r="http://schemas.openxmlformats.org/officeDocument/2006/relationships" xmlns:p="http://schemas.openxmlformats.org/presentationml/2006/main">
  <p:tag name="PPSPLIT_ID" val=" 45"/>
</p:tagLst>
</file>

<file path=ppt/tags/tag1296.xml><?xml version="1.0" encoding="utf-8"?>
<p:tagLst xmlns:a="http://schemas.openxmlformats.org/drawingml/2006/main" xmlns:r="http://schemas.openxmlformats.org/officeDocument/2006/relationships" xmlns:p="http://schemas.openxmlformats.org/presentationml/2006/main">
  <p:tag name="PPSPLIT_ID" val=" 51"/>
</p:tagLst>
</file>

<file path=ppt/tags/tag1297.xml><?xml version="1.0" encoding="utf-8"?>
<p:tagLst xmlns:a="http://schemas.openxmlformats.org/drawingml/2006/main" xmlns:r="http://schemas.openxmlformats.org/officeDocument/2006/relationships" xmlns:p="http://schemas.openxmlformats.org/presentationml/2006/main">
  <p:tag name="PPSPLIT_ID" val=" 57"/>
</p:tagLst>
</file>

<file path=ppt/tags/tag1298.xml><?xml version="1.0" encoding="utf-8"?>
<p:tagLst xmlns:a="http://schemas.openxmlformats.org/drawingml/2006/main" xmlns:r="http://schemas.openxmlformats.org/officeDocument/2006/relationships" xmlns:p="http://schemas.openxmlformats.org/presentationml/2006/main">
  <p:tag name="PPSPLIT_ID" val=" 59"/>
</p:tagLst>
</file>

<file path=ppt/tags/tag1299.xml><?xml version="1.0" encoding="utf-8"?>
<p:tagLst xmlns:a="http://schemas.openxmlformats.org/drawingml/2006/main" xmlns:r="http://schemas.openxmlformats.org/officeDocument/2006/relationships" xmlns:p="http://schemas.openxmlformats.org/presentationml/2006/main">
  <p:tag name="PPSPLIT_ID" val=" 6"/>
</p:tagLst>
</file>

<file path=ppt/tags/tag1300.xml><?xml version="1.0" encoding="utf-8"?>
<p:tagLst xmlns:a="http://schemas.openxmlformats.org/drawingml/2006/main" xmlns:r="http://schemas.openxmlformats.org/officeDocument/2006/relationships" xmlns:p="http://schemas.openxmlformats.org/presentationml/2006/main">
  <p:tag name="PPSPLIT_ID" val=" 8"/>
</p:tagLst>
</file>

<file path=ppt/tags/tag1301.xml><?xml version="1.0" encoding="utf-8"?>
<p:tagLst xmlns:a="http://schemas.openxmlformats.org/drawingml/2006/main" xmlns:r="http://schemas.openxmlformats.org/officeDocument/2006/relationships" xmlns:p="http://schemas.openxmlformats.org/presentationml/2006/main">
  <p:tag name="PPSPLIT_ID" val=" 12"/>
</p:tagLst>
</file>

<file path=ppt/tags/tag1302.xml><?xml version="1.0" encoding="utf-8"?>
<p:tagLst xmlns:a="http://schemas.openxmlformats.org/drawingml/2006/main" xmlns:r="http://schemas.openxmlformats.org/officeDocument/2006/relationships" xmlns:p="http://schemas.openxmlformats.org/presentationml/2006/main">
  <p:tag name="PPSPLIT_ID" val=" 16"/>
</p:tagLst>
</file>

<file path=ppt/tags/tag1303.xml><?xml version="1.0" encoding="utf-8"?>
<p:tagLst xmlns:a="http://schemas.openxmlformats.org/drawingml/2006/main" xmlns:r="http://schemas.openxmlformats.org/officeDocument/2006/relationships" xmlns:p="http://schemas.openxmlformats.org/presentationml/2006/main">
  <p:tag name="PPSPLIT_ID" val=" 20"/>
</p:tagLst>
</file>

<file path=ppt/tags/tag1304.xml><?xml version="1.0" encoding="utf-8"?>
<p:tagLst xmlns:a="http://schemas.openxmlformats.org/drawingml/2006/main" xmlns:r="http://schemas.openxmlformats.org/officeDocument/2006/relationships" xmlns:p="http://schemas.openxmlformats.org/presentationml/2006/main">
  <p:tag name="PPSPLIT_ID" val=" 24"/>
</p:tagLst>
</file>

<file path=ppt/tags/tag1305.xml><?xml version="1.0" encoding="utf-8"?>
<p:tagLst xmlns:a="http://schemas.openxmlformats.org/drawingml/2006/main" xmlns:r="http://schemas.openxmlformats.org/officeDocument/2006/relationships" xmlns:p="http://schemas.openxmlformats.org/presentationml/2006/main">
  <p:tag name="PPSPLIT_ID" val=" 28"/>
</p:tagLst>
</file>

<file path=ppt/tags/tag1306.xml><?xml version="1.0" encoding="utf-8"?>
<p:tagLst xmlns:a="http://schemas.openxmlformats.org/drawingml/2006/main" xmlns:r="http://schemas.openxmlformats.org/officeDocument/2006/relationships" xmlns:p="http://schemas.openxmlformats.org/presentationml/2006/main">
  <p:tag name="PPSPLIT_ID" val=" 32"/>
</p:tagLst>
</file>

<file path=ppt/tags/tag1307.xml><?xml version="1.0" encoding="utf-8"?>
<p:tagLst xmlns:a="http://schemas.openxmlformats.org/drawingml/2006/main" xmlns:r="http://schemas.openxmlformats.org/officeDocument/2006/relationships" xmlns:p="http://schemas.openxmlformats.org/presentationml/2006/main">
  <p:tag name="PPSPLIT_ID" val=" 7"/>
</p:tagLst>
</file>

<file path=ppt/tags/tag1308.xml><?xml version="1.0" encoding="utf-8"?>
<p:tagLst xmlns:a="http://schemas.openxmlformats.org/drawingml/2006/main" xmlns:r="http://schemas.openxmlformats.org/officeDocument/2006/relationships" xmlns:p="http://schemas.openxmlformats.org/presentationml/2006/main">
  <p:tag name="PPSPLIT_ID" val=" 9"/>
</p:tagLst>
</file>

<file path=ppt/tags/tag1309.xml><?xml version="1.0" encoding="utf-8"?>
<p:tagLst xmlns:a="http://schemas.openxmlformats.org/drawingml/2006/main" xmlns:r="http://schemas.openxmlformats.org/officeDocument/2006/relationships" xmlns:p="http://schemas.openxmlformats.org/presentationml/2006/main">
  <p:tag name="PPSPLIT_ID" val=" 14"/>
</p:tagLst>
</file>

<file path=ppt/tags/tag1310.xml><?xml version="1.0" encoding="utf-8"?>
<p:tagLst xmlns:a="http://schemas.openxmlformats.org/drawingml/2006/main" xmlns:r="http://schemas.openxmlformats.org/officeDocument/2006/relationships" xmlns:p="http://schemas.openxmlformats.org/presentationml/2006/main">
  <p:tag name="PPSPLIT_ID" val=" 2"/>
</p:tagLst>
</file>

<file path=ppt/tags/tag1311.xml><?xml version="1.0" encoding="utf-8"?>
<p:tagLst xmlns:a="http://schemas.openxmlformats.org/drawingml/2006/main" xmlns:r="http://schemas.openxmlformats.org/officeDocument/2006/relationships" xmlns:p="http://schemas.openxmlformats.org/presentationml/2006/main">
  <p:tag name="PPSPLIT_ID" val=" 3"/>
</p:tagLst>
</file>

<file path=ppt/tags/tag1312.xml><?xml version="1.0" encoding="utf-8"?>
<p:tagLst xmlns:a="http://schemas.openxmlformats.org/drawingml/2006/main" xmlns:r="http://schemas.openxmlformats.org/officeDocument/2006/relationships" xmlns:p="http://schemas.openxmlformats.org/presentationml/2006/main">
  <p:tag name="PPSPLIT_ID" val=" 4"/>
</p:tagLst>
</file>

<file path=ppt/tags/tag1313.xml><?xml version="1.0" encoding="utf-8"?>
<p:tagLst xmlns:a="http://schemas.openxmlformats.org/drawingml/2006/main" xmlns:r="http://schemas.openxmlformats.org/officeDocument/2006/relationships" xmlns:p="http://schemas.openxmlformats.org/presentationml/2006/main">
  <p:tag name="PPSPLIT_ID" val=" 108"/>
</p:tagLst>
</file>

<file path=ppt/tags/tag1314.xml><?xml version="1.0" encoding="utf-8"?>
<p:tagLst xmlns:a="http://schemas.openxmlformats.org/drawingml/2006/main" xmlns:r="http://schemas.openxmlformats.org/officeDocument/2006/relationships" xmlns:p="http://schemas.openxmlformats.org/presentationml/2006/main">
  <p:tag name="PPSPLIT_ID" val=" 112"/>
</p:tagLst>
</file>

<file path=ppt/tags/tag1315.xml><?xml version="1.0" encoding="utf-8"?>
<p:tagLst xmlns:a="http://schemas.openxmlformats.org/drawingml/2006/main" xmlns:r="http://schemas.openxmlformats.org/officeDocument/2006/relationships" xmlns:p="http://schemas.openxmlformats.org/presentationml/2006/main">
  <p:tag name="PPSPLIT_ID" val=" 114"/>
</p:tagLst>
</file>

<file path=ppt/tags/tag1316.xml><?xml version="1.0" encoding="utf-8"?>
<p:tagLst xmlns:a="http://schemas.openxmlformats.org/drawingml/2006/main" xmlns:r="http://schemas.openxmlformats.org/officeDocument/2006/relationships" xmlns:p="http://schemas.openxmlformats.org/presentationml/2006/main">
  <p:tag name="PPSPLIT_ID" val=" 116"/>
</p:tagLst>
</file>

<file path=ppt/tags/tag1317.xml><?xml version="1.0" encoding="utf-8"?>
<p:tagLst xmlns:a="http://schemas.openxmlformats.org/drawingml/2006/main" xmlns:r="http://schemas.openxmlformats.org/officeDocument/2006/relationships" xmlns:p="http://schemas.openxmlformats.org/presentationml/2006/main">
  <p:tag name="PPSPLIT_ID" val=" 122"/>
</p:tagLst>
</file>

<file path=ppt/tags/tag1318.xml><?xml version="1.0" encoding="utf-8"?>
<p:tagLst xmlns:a="http://schemas.openxmlformats.org/drawingml/2006/main" xmlns:r="http://schemas.openxmlformats.org/officeDocument/2006/relationships" xmlns:p="http://schemas.openxmlformats.org/presentationml/2006/main">
  <p:tag name="PPSPLIT_ID" val=" 124"/>
</p:tagLst>
</file>

<file path=ppt/tags/tag1319.xml><?xml version="1.0" encoding="utf-8"?>
<p:tagLst xmlns:a="http://schemas.openxmlformats.org/drawingml/2006/main" xmlns:r="http://schemas.openxmlformats.org/officeDocument/2006/relationships" xmlns:p="http://schemas.openxmlformats.org/presentationml/2006/main">
  <p:tag name="PPSPLIT_ID" val=" 126"/>
</p:tagLst>
</file>

<file path=ppt/tags/tag1320.xml><?xml version="1.0" encoding="utf-8"?>
<p:tagLst xmlns:a="http://schemas.openxmlformats.org/drawingml/2006/main" xmlns:r="http://schemas.openxmlformats.org/officeDocument/2006/relationships" xmlns:p="http://schemas.openxmlformats.org/presentationml/2006/main">
  <p:tag name="PPSPLIT_ID" val=" 132"/>
</p:tagLst>
</file>

<file path=ppt/tags/tag1321.xml><?xml version="1.0" encoding="utf-8"?>
<p:tagLst xmlns:a="http://schemas.openxmlformats.org/drawingml/2006/main" xmlns:r="http://schemas.openxmlformats.org/officeDocument/2006/relationships" xmlns:p="http://schemas.openxmlformats.org/presentationml/2006/main">
  <p:tag name="TIMING" val="|0.7|0.3|0.5|0.4|0.4|0.3|0.3|0.4|0.6|0.6"/>
  <p:tag name="PPSPLIT_SPLIT" val="1"/>
  <p:tag name="PPSPLIT_ORIGINALSLIDENUMBER" val="47"/>
  <p:tag name="PPSPLIT_DONE" val="1"/>
</p:tagLst>
</file>

<file path=ppt/tags/tag1322.xml><?xml version="1.0" encoding="utf-8"?>
<p:tagLst xmlns:a="http://schemas.openxmlformats.org/drawingml/2006/main" xmlns:r="http://schemas.openxmlformats.org/officeDocument/2006/relationships" xmlns:p="http://schemas.openxmlformats.org/presentationml/2006/main">
  <p:tag name="PPSPLIT_ID" val=" 19"/>
</p:tagLst>
</file>

<file path=ppt/tags/tag1323.xml><?xml version="1.0" encoding="utf-8"?>
<p:tagLst xmlns:a="http://schemas.openxmlformats.org/drawingml/2006/main" xmlns:r="http://schemas.openxmlformats.org/officeDocument/2006/relationships" xmlns:p="http://schemas.openxmlformats.org/presentationml/2006/main">
  <p:tag name="PPSPLIT_ID" val=" 22"/>
</p:tagLst>
</file>

<file path=ppt/tags/tag1324.xml><?xml version="1.0" encoding="utf-8"?>
<p:tagLst xmlns:a="http://schemas.openxmlformats.org/drawingml/2006/main" xmlns:r="http://schemas.openxmlformats.org/officeDocument/2006/relationships" xmlns:p="http://schemas.openxmlformats.org/presentationml/2006/main">
  <p:tag name="PPSPLIT_ID" val=" 25"/>
</p:tagLst>
</file>

<file path=ppt/tags/tag1325.xml><?xml version="1.0" encoding="utf-8"?>
<p:tagLst xmlns:a="http://schemas.openxmlformats.org/drawingml/2006/main" xmlns:r="http://schemas.openxmlformats.org/officeDocument/2006/relationships" xmlns:p="http://schemas.openxmlformats.org/presentationml/2006/main">
  <p:tag name="PPSPLIT_ID" val=" 29"/>
</p:tagLst>
</file>

<file path=ppt/tags/tag1326.xml><?xml version="1.0" encoding="utf-8"?>
<p:tagLst xmlns:a="http://schemas.openxmlformats.org/drawingml/2006/main" xmlns:r="http://schemas.openxmlformats.org/officeDocument/2006/relationships" xmlns:p="http://schemas.openxmlformats.org/presentationml/2006/main">
  <p:tag name="PPSPLIT_ID" val=" 39"/>
</p:tagLst>
</file>

<file path=ppt/tags/tag1327.xml><?xml version="1.0" encoding="utf-8"?>
<p:tagLst xmlns:a="http://schemas.openxmlformats.org/drawingml/2006/main" xmlns:r="http://schemas.openxmlformats.org/officeDocument/2006/relationships" xmlns:p="http://schemas.openxmlformats.org/presentationml/2006/main">
  <p:tag name="PPSPLIT_ID" val=" 41"/>
</p:tagLst>
</file>

<file path=ppt/tags/tag1328.xml><?xml version="1.0" encoding="utf-8"?>
<p:tagLst xmlns:a="http://schemas.openxmlformats.org/drawingml/2006/main" xmlns:r="http://schemas.openxmlformats.org/officeDocument/2006/relationships" xmlns:p="http://schemas.openxmlformats.org/presentationml/2006/main">
  <p:tag name="PPSPLIT_ID" val=" 45"/>
</p:tagLst>
</file>

<file path=ppt/tags/tag1329.xml><?xml version="1.0" encoding="utf-8"?>
<p:tagLst xmlns:a="http://schemas.openxmlformats.org/drawingml/2006/main" xmlns:r="http://schemas.openxmlformats.org/officeDocument/2006/relationships" xmlns:p="http://schemas.openxmlformats.org/presentationml/2006/main">
  <p:tag name="PPSPLIT_ID" val=" 51"/>
</p:tagLst>
</file>

<file path=ppt/tags/tag1330.xml><?xml version="1.0" encoding="utf-8"?>
<p:tagLst xmlns:a="http://schemas.openxmlformats.org/drawingml/2006/main" xmlns:r="http://schemas.openxmlformats.org/officeDocument/2006/relationships" xmlns:p="http://schemas.openxmlformats.org/presentationml/2006/main">
  <p:tag name="PPSPLIT_ID" val=" 57"/>
</p:tagLst>
</file>

<file path=ppt/tags/tag1331.xml><?xml version="1.0" encoding="utf-8"?>
<p:tagLst xmlns:a="http://schemas.openxmlformats.org/drawingml/2006/main" xmlns:r="http://schemas.openxmlformats.org/officeDocument/2006/relationships" xmlns:p="http://schemas.openxmlformats.org/presentationml/2006/main">
  <p:tag name="PPSPLIT_ID" val=" 59"/>
</p:tagLst>
</file>

<file path=ppt/tags/tag1332.xml><?xml version="1.0" encoding="utf-8"?>
<p:tagLst xmlns:a="http://schemas.openxmlformats.org/drawingml/2006/main" xmlns:r="http://schemas.openxmlformats.org/officeDocument/2006/relationships" xmlns:p="http://schemas.openxmlformats.org/presentationml/2006/main">
  <p:tag name="PPSPLIT_ID" val=" 104"/>
</p:tagLst>
</file>

<file path=ppt/tags/tag1333.xml><?xml version="1.0" encoding="utf-8"?>
<p:tagLst xmlns:a="http://schemas.openxmlformats.org/drawingml/2006/main" xmlns:r="http://schemas.openxmlformats.org/officeDocument/2006/relationships" xmlns:p="http://schemas.openxmlformats.org/presentationml/2006/main">
  <p:tag name="PPSPLIT_ID" val=" 6"/>
</p:tagLst>
</file>

<file path=ppt/tags/tag1334.xml><?xml version="1.0" encoding="utf-8"?>
<p:tagLst xmlns:a="http://schemas.openxmlformats.org/drawingml/2006/main" xmlns:r="http://schemas.openxmlformats.org/officeDocument/2006/relationships" xmlns:p="http://schemas.openxmlformats.org/presentationml/2006/main">
  <p:tag name="PPSPLIT_ID" val=" 8"/>
</p:tagLst>
</file>

<file path=ppt/tags/tag1335.xml><?xml version="1.0" encoding="utf-8"?>
<p:tagLst xmlns:a="http://schemas.openxmlformats.org/drawingml/2006/main" xmlns:r="http://schemas.openxmlformats.org/officeDocument/2006/relationships" xmlns:p="http://schemas.openxmlformats.org/presentationml/2006/main">
  <p:tag name="PPSPLIT_ID" val=" 12"/>
</p:tagLst>
</file>

<file path=ppt/tags/tag1336.xml><?xml version="1.0" encoding="utf-8"?>
<p:tagLst xmlns:a="http://schemas.openxmlformats.org/drawingml/2006/main" xmlns:r="http://schemas.openxmlformats.org/officeDocument/2006/relationships" xmlns:p="http://schemas.openxmlformats.org/presentationml/2006/main">
  <p:tag name="PPSPLIT_ID" val=" 16"/>
</p:tagLst>
</file>

<file path=ppt/tags/tag1337.xml><?xml version="1.0" encoding="utf-8"?>
<p:tagLst xmlns:a="http://schemas.openxmlformats.org/drawingml/2006/main" xmlns:r="http://schemas.openxmlformats.org/officeDocument/2006/relationships" xmlns:p="http://schemas.openxmlformats.org/presentationml/2006/main">
  <p:tag name="PPSPLIT_ID" val=" 20"/>
</p:tagLst>
</file>

<file path=ppt/tags/tag1338.xml><?xml version="1.0" encoding="utf-8"?>
<p:tagLst xmlns:a="http://schemas.openxmlformats.org/drawingml/2006/main" xmlns:r="http://schemas.openxmlformats.org/officeDocument/2006/relationships" xmlns:p="http://schemas.openxmlformats.org/presentationml/2006/main">
  <p:tag name="PPSPLIT_ID" val=" 24"/>
</p:tagLst>
</file>

<file path=ppt/tags/tag1339.xml><?xml version="1.0" encoding="utf-8"?>
<p:tagLst xmlns:a="http://schemas.openxmlformats.org/drawingml/2006/main" xmlns:r="http://schemas.openxmlformats.org/officeDocument/2006/relationships" xmlns:p="http://schemas.openxmlformats.org/presentationml/2006/main">
  <p:tag name="PPSPLIT_ID" val=" 27"/>
</p:tagLst>
</file>

<file path=ppt/tags/tag1340.xml><?xml version="1.0" encoding="utf-8"?>
<p:tagLst xmlns:a="http://schemas.openxmlformats.org/drawingml/2006/main" xmlns:r="http://schemas.openxmlformats.org/officeDocument/2006/relationships" xmlns:p="http://schemas.openxmlformats.org/presentationml/2006/main">
  <p:tag name="PPSPLIT_ID" val=" 28"/>
</p:tagLst>
</file>

<file path=ppt/tags/tag1341.xml><?xml version="1.0" encoding="utf-8"?>
<p:tagLst xmlns:a="http://schemas.openxmlformats.org/drawingml/2006/main" xmlns:r="http://schemas.openxmlformats.org/officeDocument/2006/relationships" xmlns:p="http://schemas.openxmlformats.org/presentationml/2006/main">
  <p:tag name="PPSPLIT_ID" val=" 32"/>
</p:tagLst>
</file>

<file path=ppt/tags/tag1342.xml><?xml version="1.0" encoding="utf-8"?>
<p:tagLst xmlns:a="http://schemas.openxmlformats.org/drawingml/2006/main" xmlns:r="http://schemas.openxmlformats.org/officeDocument/2006/relationships" xmlns:p="http://schemas.openxmlformats.org/presentationml/2006/main">
  <p:tag name="PPSPLIT_ID" val=" 7"/>
</p:tagLst>
</file>

<file path=ppt/tags/tag1343.xml><?xml version="1.0" encoding="utf-8"?>
<p:tagLst xmlns:a="http://schemas.openxmlformats.org/drawingml/2006/main" xmlns:r="http://schemas.openxmlformats.org/officeDocument/2006/relationships" xmlns:p="http://schemas.openxmlformats.org/presentationml/2006/main">
  <p:tag name="PPSPLIT_ID" val=" 9"/>
</p:tagLst>
</file>

<file path=ppt/tags/tag1344.xml><?xml version="1.0" encoding="utf-8"?>
<p:tagLst xmlns:a="http://schemas.openxmlformats.org/drawingml/2006/main" xmlns:r="http://schemas.openxmlformats.org/officeDocument/2006/relationships" xmlns:p="http://schemas.openxmlformats.org/presentationml/2006/main">
  <p:tag name="PPSPLIT_ID" val=" 14"/>
</p:tagLst>
</file>

<file path=ppt/tags/tag1345.xml><?xml version="1.0" encoding="utf-8"?>
<p:tagLst xmlns:a="http://schemas.openxmlformats.org/drawingml/2006/main" xmlns:r="http://schemas.openxmlformats.org/officeDocument/2006/relationships" xmlns:p="http://schemas.openxmlformats.org/presentationml/2006/main">
  <p:tag name="PPSPLIT_ID" val=" 2"/>
</p:tagLst>
</file>

<file path=ppt/tags/tag1346.xml><?xml version="1.0" encoding="utf-8"?>
<p:tagLst xmlns:a="http://schemas.openxmlformats.org/drawingml/2006/main" xmlns:r="http://schemas.openxmlformats.org/officeDocument/2006/relationships" xmlns:p="http://schemas.openxmlformats.org/presentationml/2006/main">
  <p:tag name="PPSPLIT_ID" val=" 3"/>
</p:tagLst>
</file>

<file path=ppt/tags/tag1347.xml><?xml version="1.0" encoding="utf-8"?>
<p:tagLst xmlns:a="http://schemas.openxmlformats.org/drawingml/2006/main" xmlns:r="http://schemas.openxmlformats.org/officeDocument/2006/relationships" xmlns:p="http://schemas.openxmlformats.org/presentationml/2006/main">
  <p:tag name="PPSPLIT_ID" val=" 4"/>
</p:tagLst>
</file>

<file path=ppt/tags/tag1348.xml><?xml version="1.0" encoding="utf-8"?>
<p:tagLst xmlns:a="http://schemas.openxmlformats.org/drawingml/2006/main" xmlns:r="http://schemas.openxmlformats.org/officeDocument/2006/relationships" xmlns:p="http://schemas.openxmlformats.org/presentationml/2006/main">
  <p:tag name="PPSPLIT_ID" val=" 105"/>
</p:tagLst>
</file>

<file path=ppt/tags/tag1349.xml><?xml version="1.0" encoding="utf-8"?>
<p:tagLst xmlns:a="http://schemas.openxmlformats.org/drawingml/2006/main" xmlns:r="http://schemas.openxmlformats.org/officeDocument/2006/relationships" xmlns:p="http://schemas.openxmlformats.org/presentationml/2006/main">
  <p:tag name="PPSPLIT_ID" val=" 108"/>
</p:tagLst>
</file>

<file path=ppt/tags/tag1350.xml><?xml version="1.0" encoding="utf-8"?>
<p:tagLst xmlns:a="http://schemas.openxmlformats.org/drawingml/2006/main" xmlns:r="http://schemas.openxmlformats.org/officeDocument/2006/relationships" xmlns:p="http://schemas.openxmlformats.org/presentationml/2006/main">
  <p:tag name="PPSPLIT_ID" val=" 112"/>
</p:tagLst>
</file>

<file path=ppt/tags/tag1351.xml><?xml version="1.0" encoding="utf-8"?>
<p:tagLst xmlns:a="http://schemas.openxmlformats.org/drawingml/2006/main" xmlns:r="http://schemas.openxmlformats.org/officeDocument/2006/relationships" xmlns:p="http://schemas.openxmlformats.org/presentationml/2006/main">
  <p:tag name="PPSPLIT_ID" val=" 114"/>
</p:tagLst>
</file>

<file path=ppt/tags/tag1352.xml><?xml version="1.0" encoding="utf-8"?>
<p:tagLst xmlns:a="http://schemas.openxmlformats.org/drawingml/2006/main" xmlns:r="http://schemas.openxmlformats.org/officeDocument/2006/relationships" xmlns:p="http://schemas.openxmlformats.org/presentationml/2006/main">
  <p:tag name="PPSPLIT_ID" val=" 116"/>
</p:tagLst>
</file>

<file path=ppt/tags/tag1353.xml><?xml version="1.0" encoding="utf-8"?>
<p:tagLst xmlns:a="http://schemas.openxmlformats.org/drawingml/2006/main" xmlns:r="http://schemas.openxmlformats.org/officeDocument/2006/relationships" xmlns:p="http://schemas.openxmlformats.org/presentationml/2006/main">
  <p:tag name="PPSPLIT_ID" val=" 120"/>
</p:tagLst>
</file>

<file path=ppt/tags/tag1354.xml><?xml version="1.0" encoding="utf-8"?>
<p:tagLst xmlns:a="http://schemas.openxmlformats.org/drawingml/2006/main" xmlns:r="http://schemas.openxmlformats.org/officeDocument/2006/relationships" xmlns:p="http://schemas.openxmlformats.org/presentationml/2006/main">
  <p:tag name="PPSPLIT_ID" val=" 122"/>
</p:tagLst>
</file>

<file path=ppt/tags/tag1355.xml><?xml version="1.0" encoding="utf-8"?>
<p:tagLst xmlns:a="http://schemas.openxmlformats.org/drawingml/2006/main" xmlns:r="http://schemas.openxmlformats.org/officeDocument/2006/relationships" xmlns:p="http://schemas.openxmlformats.org/presentationml/2006/main">
  <p:tag name="PPSPLIT_ID" val=" 124"/>
</p:tagLst>
</file>

<file path=ppt/tags/tag1356.xml><?xml version="1.0" encoding="utf-8"?>
<p:tagLst xmlns:a="http://schemas.openxmlformats.org/drawingml/2006/main" xmlns:r="http://schemas.openxmlformats.org/officeDocument/2006/relationships" xmlns:p="http://schemas.openxmlformats.org/presentationml/2006/main">
  <p:tag name="PPSPLIT_ID" val=" 126"/>
</p:tagLst>
</file>

<file path=ppt/tags/tag1357.xml><?xml version="1.0" encoding="utf-8"?>
<p:tagLst xmlns:a="http://schemas.openxmlformats.org/drawingml/2006/main" xmlns:r="http://schemas.openxmlformats.org/officeDocument/2006/relationships" xmlns:p="http://schemas.openxmlformats.org/presentationml/2006/main">
  <p:tag name="PPSPLIT_ID" val=" 132"/>
</p:tagLst>
</file>

<file path=ppt/tags/tag1358.xml><?xml version="1.0" encoding="utf-8"?>
<p:tagLst xmlns:a="http://schemas.openxmlformats.org/drawingml/2006/main" xmlns:r="http://schemas.openxmlformats.org/officeDocument/2006/relationships" xmlns:p="http://schemas.openxmlformats.org/presentationml/2006/main">
  <p:tag name="TIMING" val="|0.7|0.3|0.5|0.4|0.4|0.3|0.3|0.4|0.6|0.6"/>
  <p:tag name="PPSPLIT_SPLIT" val="1"/>
  <p:tag name="PPSPLIT_ORIGINALSLIDENUMBER" val="47"/>
  <p:tag name="PPSPLIT_DONE" val="1"/>
</p:tagLst>
</file>

<file path=ppt/tags/tag1359.xml><?xml version="1.0" encoding="utf-8"?>
<p:tagLst xmlns:a="http://schemas.openxmlformats.org/drawingml/2006/main" xmlns:r="http://schemas.openxmlformats.org/officeDocument/2006/relationships" xmlns:p="http://schemas.openxmlformats.org/presentationml/2006/main">
  <p:tag name="PPSPLIT_ID" val=" 43"/>
</p:tagLst>
</file>

<file path=ppt/tags/tag1360.xml><?xml version="1.0" encoding="utf-8"?>
<p:tagLst xmlns:a="http://schemas.openxmlformats.org/drawingml/2006/main" xmlns:r="http://schemas.openxmlformats.org/officeDocument/2006/relationships" xmlns:p="http://schemas.openxmlformats.org/presentationml/2006/main">
  <p:tag name="PPSPLIT_ID" val=" 19"/>
</p:tagLst>
</file>

<file path=ppt/tags/tag1361.xml><?xml version="1.0" encoding="utf-8"?>
<p:tagLst xmlns:a="http://schemas.openxmlformats.org/drawingml/2006/main" xmlns:r="http://schemas.openxmlformats.org/officeDocument/2006/relationships" xmlns:p="http://schemas.openxmlformats.org/presentationml/2006/main">
  <p:tag name="PPSPLIT_ID" val=" 22"/>
</p:tagLst>
</file>

<file path=ppt/tags/tag1362.xml><?xml version="1.0" encoding="utf-8"?>
<p:tagLst xmlns:a="http://schemas.openxmlformats.org/drawingml/2006/main" xmlns:r="http://schemas.openxmlformats.org/officeDocument/2006/relationships" xmlns:p="http://schemas.openxmlformats.org/presentationml/2006/main">
  <p:tag name="PPSPLIT_ID" val=" 25"/>
</p:tagLst>
</file>

<file path=ppt/tags/tag1363.xml><?xml version="1.0" encoding="utf-8"?>
<p:tagLst xmlns:a="http://schemas.openxmlformats.org/drawingml/2006/main" xmlns:r="http://schemas.openxmlformats.org/officeDocument/2006/relationships" xmlns:p="http://schemas.openxmlformats.org/presentationml/2006/main">
  <p:tag name="PPSPLIT_ID" val=" 29"/>
</p:tagLst>
</file>

<file path=ppt/tags/tag1364.xml><?xml version="1.0" encoding="utf-8"?>
<p:tagLst xmlns:a="http://schemas.openxmlformats.org/drawingml/2006/main" xmlns:r="http://schemas.openxmlformats.org/officeDocument/2006/relationships" xmlns:p="http://schemas.openxmlformats.org/presentationml/2006/main">
  <p:tag name="PPSPLIT_ID" val=" 39"/>
</p:tagLst>
</file>

<file path=ppt/tags/tag1365.xml><?xml version="1.0" encoding="utf-8"?>
<p:tagLst xmlns:a="http://schemas.openxmlformats.org/drawingml/2006/main" xmlns:r="http://schemas.openxmlformats.org/officeDocument/2006/relationships" xmlns:p="http://schemas.openxmlformats.org/presentationml/2006/main">
  <p:tag name="PPSPLIT_ID" val=" 41"/>
</p:tagLst>
</file>

<file path=ppt/tags/tag1366.xml><?xml version="1.0" encoding="utf-8"?>
<p:tagLst xmlns:a="http://schemas.openxmlformats.org/drawingml/2006/main" xmlns:r="http://schemas.openxmlformats.org/officeDocument/2006/relationships" xmlns:p="http://schemas.openxmlformats.org/presentationml/2006/main">
  <p:tag name="PPSPLIT_ID" val=" 45"/>
</p:tagLst>
</file>

<file path=ppt/tags/tag1367.xml><?xml version="1.0" encoding="utf-8"?>
<p:tagLst xmlns:a="http://schemas.openxmlformats.org/drawingml/2006/main" xmlns:r="http://schemas.openxmlformats.org/officeDocument/2006/relationships" xmlns:p="http://schemas.openxmlformats.org/presentationml/2006/main">
  <p:tag name="PPSPLIT_ID" val=" 51"/>
</p:tagLst>
</file>

<file path=ppt/tags/tag1368.xml><?xml version="1.0" encoding="utf-8"?>
<p:tagLst xmlns:a="http://schemas.openxmlformats.org/drawingml/2006/main" xmlns:r="http://schemas.openxmlformats.org/officeDocument/2006/relationships" xmlns:p="http://schemas.openxmlformats.org/presentationml/2006/main">
  <p:tag name="PPSPLIT_ID" val=" 57"/>
</p:tagLst>
</file>

<file path=ppt/tags/tag1369.xml><?xml version="1.0" encoding="utf-8"?>
<p:tagLst xmlns:a="http://schemas.openxmlformats.org/drawingml/2006/main" xmlns:r="http://schemas.openxmlformats.org/officeDocument/2006/relationships" xmlns:p="http://schemas.openxmlformats.org/presentationml/2006/main">
  <p:tag name="PPSPLIT_ID" val=" 59"/>
</p:tagLst>
</file>

<file path=ppt/tags/tag1370.xml><?xml version="1.0" encoding="utf-8"?>
<p:tagLst xmlns:a="http://schemas.openxmlformats.org/drawingml/2006/main" xmlns:r="http://schemas.openxmlformats.org/officeDocument/2006/relationships" xmlns:p="http://schemas.openxmlformats.org/presentationml/2006/main">
  <p:tag name="PPSPLIT_ID" val=" 104"/>
</p:tagLst>
</file>

<file path=ppt/tags/tag1371.xml><?xml version="1.0" encoding="utf-8"?>
<p:tagLst xmlns:a="http://schemas.openxmlformats.org/drawingml/2006/main" xmlns:r="http://schemas.openxmlformats.org/officeDocument/2006/relationships" xmlns:p="http://schemas.openxmlformats.org/presentationml/2006/main">
  <p:tag name="PPSPLIT_ID" val=" 64"/>
</p:tagLst>
</file>

<file path=ppt/tags/tag1372.xml><?xml version="1.0" encoding="utf-8"?>
<p:tagLst xmlns:a="http://schemas.openxmlformats.org/drawingml/2006/main" xmlns:r="http://schemas.openxmlformats.org/officeDocument/2006/relationships" xmlns:p="http://schemas.openxmlformats.org/presentationml/2006/main">
  <p:tag name="PPSPLIT_ID" val=" 6"/>
</p:tagLst>
</file>

<file path=ppt/tags/tag1373.xml><?xml version="1.0" encoding="utf-8"?>
<p:tagLst xmlns:a="http://schemas.openxmlformats.org/drawingml/2006/main" xmlns:r="http://schemas.openxmlformats.org/officeDocument/2006/relationships" xmlns:p="http://schemas.openxmlformats.org/presentationml/2006/main">
  <p:tag name="PPSPLIT_ID" val=" 8"/>
</p:tagLst>
</file>

<file path=ppt/tags/tag1374.xml><?xml version="1.0" encoding="utf-8"?>
<p:tagLst xmlns:a="http://schemas.openxmlformats.org/drawingml/2006/main" xmlns:r="http://schemas.openxmlformats.org/officeDocument/2006/relationships" xmlns:p="http://schemas.openxmlformats.org/presentationml/2006/main">
  <p:tag name="PPSPLIT_ID" val=" 12"/>
</p:tagLst>
</file>

<file path=ppt/tags/tag1375.xml><?xml version="1.0" encoding="utf-8"?>
<p:tagLst xmlns:a="http://schemas.openxmlformats.org/drawingml/2006/main" xmlns:r="http://schemas.openxmlformats.org/officeDocument/2006/relationships" xmlns:p="http://schemas.openxmlformats.org/presentationml/2006/main">
  <p:tag name="PPSPLIT_ID" val=" 16"/>
</p:tagLst>
</file>

<file path=ppt/tags/tag1376.xml><?xml version="1.0" encoding="utf-8"?>
<p:tagLst xmlns:a="http://schemas.openxmlformats.org/drawingml/2006/main" xmlns:r="http://schemas.openxmlformats.org/officeDocument/2006/relationships" xmlns:p="http://schemas.openxmlformats.org/presentationml/2006/main">
  <p:tag name="PPSPLIT_ID" val=" 20"/>
</p:tagLst>
</file>

<file path=ppt/tags/tag1377.xml><?xml version="1.0" encoding="utf-8"?>
<p:tagLst xmlns:a="http://schemas.openxmlformats.org/drawingml/2006/main" xmlns:r="http://schemas.openxmlformats.org/officeDocument/2006/relationships" xmlns:p="http://schemas.openxmlformats.org/presentationml/2006/main">
  <p:tag name="PPSPLIT_ID" val=" 24"/>
</p:tagLst>
</file>

<file path=ppt/tags/tag1378.xml><?xml version="1.0" encoding="utf-8"?>
<p:tagLst xmlns:a="http://schemas.openxmlformats.org/drawingml/2006/main" xmlns:r="http://schemas.openxmlformats.org/officeDocument/2006/relationships" xmlns:p="http://schemas.openxmlformats.org/presentationml/2006/main">
  <p:tag name="PPSPLIT_ID" val=" 27"/>
</p:tagLst>
</file>

<file path=ppt/tags/tag1379.xml><?xml version="1.0" encoding="utf-8"?>
<p:tagLst xmlns:a="http://schemas.openxmlformats.org/drawingml/2006/main" xmlns:r="http://schemas.openxmlformats.org/officeDocument/2006/relationships" xmlns:p="http://schemas.openxmlformats.org/presentationml/2006/main">
  <p:tag name="PPSPLIT_ID" val=" 28"/>
</p:tagLst>
</file>

<file path=ppt/tags/tag1380.xml><?xml version="1.0" encoding="utf-8"?>
<p:tagLst xmlns:a="http://schemas.openxmlformats.org/drawingml/2006/main" xmlns:r="http://schemas.openxmlformats.org/officeDocument/2006/relationships" xmlns:p="http://schemas.openxmlformats.org/presentationml/2006/main">
  <p:tag name="PPSPLIT_ID" val=" 32"/>
</p:tagLst>
</file>

<file path=ppt/tags/tag1381.xml><?xml version="1.0" encoding="utf-8"?>
<p:tagLst xmlns:a="http://schemas.openxmlformats.org/drawingml/2006/main" xmlns:r="http://schemas.openxmlformats.org/officeDocument/2006/relationships" xmlns:p="http://schemas.openxmlformats.org/presentationml/2006/main">
  <p:tag name="PPSPLIT_ID" val=" 7"/>
</p:tagLst>
</file>

<file path=ppt/tags/tag1382.xml><?xml version="1.0" encoding="utf-8"?>
<p:tagLst xmlns:a="http://schemas.openxmlformats.org/drawingml/2006/main" xmlns:r="http://schemas.openxmlformats.org/officeDocument/2006/relationships" xmlns:p="http://schemas.openxmlformats.org/presentationml/2006/main">
  <p:tag name="PPSPLIT_ID" val=" 9"/>
</p:tagLst>
</file>

<file path=ppt/tags/tag1383.xml><?xml version="1.0" encoding="utf-8"?>
<p:tagLst xmlns:a="http://schemas.openxmlformats.org/drawingml/2006/main" xmlns:r="http://schemas.openxmlformats.org/officeDocument/2006/relationships" xmlns:p="http://schemas.openxmlformats.org/presentationml/2006/main">
  <p:tag name="PPSPLIT_ID" val=" 14"/>
</p:tagLst>
</file>

<file path=ppt/tags/tag1384.xml><?xml version="1.0" encoding="utf-8"?>
<p:tagLst xmlns:a="http://schemas.openxmlformats.org/drawingml/2006/main" xmlns:r="http://schemas.openxmlformats.org/officeDocument/2006/relationships" xmlns:p="http://schemas.openxmlformats.org/presentationml/2006/main">
  <p:tag name="PPSPLIT_ID" val=" 2"/>
</p:tagLst>
</file>

<file path=ppt/tags/tag1385.xml><?xml version="1.0" encoding="utf-8"?>
<p:tagLst xmlns:a="http://schemas.openxmlformats.org/drawingml/2006/main" xmlns:r="http://schemas.openxmlformats.org/officeDocument/2006/relationships" xmlns:p="http://schemas.openxmlformats.org/presentationml/2006/main">
  <p:tag name="PPSPLIT_ID" val=" 3"/>
</p:tagLst>
</file>

<file path=ppt/tags/tag1386.xml><?xml version="1.0" encoding="utf-8"?>
<p:tagLst xmlns:a="http://schemas.openxmlformats.org/drawingml/2006/main" xmlns:r="http://schemas.openxmlformats.org/officeDocument/2006/relationships" xmlns:p="http://schemas.openxmlformats.org/presentationml/2006/main">
  <p:tag name="PPSPLIT_ID" val=" 4"/>
</p:tagLst>
</file>

<file path=ppt/tags/tag1387.xml><?xml version="1.0" encoding="utf-8"?>
<p:tagLst xmlns:a="http://schemas.openxmlformats.org/drawingml/2006/main" xmlns:r="http://schemas.openxmlformats.org/officeDocument/2006/relationships" xmlns:p="http://schemas.openxmlformats.org/presentationml/2006/main">
  <p:tag name="PPSPLIT_ID" val=" 30"/>
</p:tagLst>
</file>

<file path=ppt/tags/tag1388.xml><?xml version="1.0" encoding="utf-8"?>
<p:tagLst xmlns:a="http://schemas.openxmlformats.org/drawingml/2006/main" xmlns:r="http://schemas.openxmlformats.org/officeDocument/2006/relationships" xmlns:p="http://schemas.openxmlformats.org/presentationml/2006/main">
  <p:tag name="PPSPLIT_ID" val=" 105"/>
</p:tagLst>
</file>

<file path=ppt/tags/tag1389.xml><?xml version="1.0" encoding="utf-8"?>
<p:tagLst xmlns:a="http://schemas.openxmlformats.org/drawingml/2006/main" xmlns:r="http://schemas.openxmlformats.org/officeDocument/2006/relationships" xmlns:p="http://schemas.openxmlformats.org/presentationml/2006/main">
  <p:tag name="PPSPLIT_ID" val=" 108"/>
</p:tagLst>
</file>

<file path=ppt/tags/tag1390.xml><?xml version="1.0" encoding="utf-8"?>
<p:tagLst xmlns:a="http://schemas.openxmlformats.org/drawingml/2006/main" xmlns:r="http://schemas.openxmlformats.org/officeDocument/2006/relationships" xmlns:p="http://schemas.openxmlformats.org/presentationml/2006/main">
  <p:tag name="PPSPLIT_ID" val=" 112"/>
</p:tagLst>
</file>

<file path=ppt/tags/tag1391.xml><?xml version="1.0" encoding="utf-8"?>
<p:tagLst xmlns:a="http://schemas.openxmlformats.org/drawingml/2006/main" xmlns:r="http://schemas.openxmlformats.org/officeDocument/2006/relationships" xmlns:p="http://schemas.openxmlformats.org/presentationml/2006/main">
  <p:tag name="PPSPLIT_ID" val=" 114"/>
</p:tagLst>
</file>

<file path=ppt/tags/tag1392.xml><?xml version="1.0" encoding="utf-8"?>
<p:tagLst xmlns:a="http://schemas.openxmlformats.org/drawingml/2006/main" xmlns:r="http://schemas.openxmlformats.org/officeDocument/2006/relationships" xmlns:p="http://schemas.openxmlformats.org/presentationml/2006/main">
  <p:tag name="PPSPLIT_ID" val=" 116"/>
</p:tagLst>
</file>

<file path=ppt/tags/tag1393.xml><?xml version="1.0" encoding="utf-8"?>
<p:tagLst xmlns:a="http://schemas.openxmlformats.org/drawingml/2006/main" xmlns:r="http://schemas.openxmlformats.org/officeDocument/2006/relationships" xmlns:p="http://schemas.openxmlformats.org/presentationml/2006/main">
  <p:tag name="PPSPLIT_ID" val=" 120"/>
</p:tagLst>
</file>

<file path=ppt/tags/tag1394.xml><?xml version="1.0" encoding="utf-8"?>
<p:tagLst xmlns:a="http://schemas.openxmlformats.org/drawingml/2006/main" xmlns:r="http://schemas.openxmlformats.org/officeDocument/2006/relationships" xmlns:p="http://schemas.openxmlformats.org/presentationml/2006/main">
  <p:tag name="PPSPLIT_ID" val=" 122"/>
</p:tagLst>
</file>

<file path=ppt/tags/tag1395.xml><?xml version="1.0" encoding="utf-8"?>
<p:tagLst xmlns:a="http://schemas.openxmlformats.org/drawingml/2006/main" xmlns:r="http://schemas.openxmlformats.org/officeDocument/2006/relationships" xmlns:p="http://schemas.openxmlformats.org/presentationml/2006/main">
  <p:tag name="PPSPLIT_ID" val=" 124"/>
</p:tagLst>
</file>

<file path=ppt/tags/tag1396.xml><?xml version="1.0" encoding="utf-8"?>
<p:tagLst xmlns:a="http://schemas.openxmlformats.org/drawingml/2006/main" xmlns:r="http://schemas.openxmlformats.org/officeDocument/2006/relationships" xmlns:p="http://schemas.openxmlformats.org/presentationml/2006/main">
  <p:tag name="PPSPLIT_ID" val=" 126"/>
</p:tagLst>
</file>

<file path=ppt/tags/tag1397.xml><?xml version="1.0" encoding="utf-8"?>
<p:tagLst xmlns:a="http://schemas.openxmlformats.org/drawingml/2006/main" xmlns:r="http://schemas.openxmlformats.org/officeDocument/2006/relationships" xmlns:p="http://schemas.openxmlformats.org/presentationml/2006/main">
  <p:tag name="PPSPLIT_ID" val=" 128"/>
</p:tagLst>
</file>

<file path=ppt/tags/tag1398.xml><?xml version="1.0" encoding="utf-8"?>
<p:tagLst xmlns:a="http://schemas.openxmlformats.org/drawingml/2006/main" xmlns:r="http://schemas.openxmlformats.org/officeDocument/2006/relationships" xmlns:p="http://schemas.openxmlformats.org/presentationml/2006/main">
  <p:tag name="PPSPLIT_ID" val=" 132"/>
</p:tagLst>
</file>

<file path=ppt/tags/tag1399.xml><?xml version="1.0" encoding="utf-8"?>
<p:tagLst xmlns:a="http://schemas.openxmlformats.org/drawingml/2006/main" xmlns:r="http://schemas.openxmlformats.org/officeDocument/2006/relationships" xmlns:p="http://schemas.openxmlformats.org/presentationml/2006/main">
  <p:tag name="TIMING" val="|0.7|0.3|0.5|0.4|0.4|0.3|0.3|0.4|0.6|0.6"/>
  <p:tag name="PPSPLIT_SPLIT" val="1"/>
  <p:tag name="PPSPLIT_ORIGINALSLIDENUMBER" val="47"/>
</p:tagLst>
</file>

<file path=ppt/tags/tag1400.xml><?xml version="1.0" encoding="utf-8"?>
<p:tagLst xmlns:a="http://schemas.openxmlformats.org/drawingml/2006/main" xmlns:r="http://schemas.openxmlformats.org/officeDocument/2006/relationships" xmlns:p="http://schemas.openxmlformats.org/presentationml/2006/main">
  <p:tag name="PPSPLIT_ID" val=" 43"/>
</p:tagLst>
</file>

<file path=ppt/tags/tag1401.xml><?xml version="1.0" encoding="utf-8"?>
<p:tagLst xmlns:a="http://schemas.openxmlformats.org/drawingml/2006/main" xmlns:r="http://schemas.openxmlformats.org/officeDocument/2006/relationships" xmlns:p="http://schemas.openxmlformats.org/presentationml/2006/main">
  <p:tag name="PPSPLIT_ID" val=" 19"/>
</p:tagLst>
</file>

<file path=ppt/tags/tag1402.xml><?xml version="1.0" encoding="utf-8"?>
<p:tagLst xmlns:a="http://schemas.openxmlformats.org/drawingml/2006/main" xmlns:r="http://schemas.openxmlformats.org/officeDocument/2006/relationships" xmlns:p="http://schemas.openxmlformats.org/presentationml/2006/main">
  <p:tag name="PPSPLIT_ID" val=" 22"/>
</p:tagLst>
</file>

<file path=ppt/tags/tag1403.xml><?xml version="1.0" encoding="utf-8"?>
<p:tagLst xmlns:a="http://schemas.openxmlformats.org/drawingml/2006/main" xmlns:r="http://schemas.openxmlformats.org/officeDocument/2006/relationships" xmlns:p="http://schemas.openxmlformats.org/presentationml/2006/main">
  <p:tag name="PPSPLIT_ID" val=" 25"/>
</p:tagLst>
</file>

<file path=ppt/tags/tag1404.xml><?xml version="1.0" encoding="utf-8"?>
<p:tagLst xmlns:a="http://schemas.openxmlformats.org/drawingml/2006/main" xmlns:r="http://schemas.openxmlformats.org/officeDocument/2006/relationships" xmlns:p="http://schemas.openxmlformats.org/presentationml/2006/main">
  <p:tag name="PPSPLIT_ID" val=" 29"/>
</p:tagLst>
</file>

<file path=ppt/tags/tag1405.xml><?xml version="1.0" encoding="utf-8"?>
<p:tagLst xmlns:a="http://schemas.openxmlformats.org/drawingml/2006/main" xmlns:r="http://schemas.openxmlformats.org/officeDocument/2006/relationships" xmlns:p="http://schemas.openxmlformats.org/presentationml/2006/main">
  <p:tag name="PPSPLIT_ID" val=" 39"/>
</p:tagLst>
</file>

<file path=ppt/tags/tag1406.xml><?xml version="1.0" encoding="utf-8"?>
<p:tagLst xmlns:a="http://schemas.openxmlformats.org/drawingml/2006/main" xmlns:r="http://schemas.openxmlformats.org/officeDocument/2006/relationships" xmlns:p="http://schemas.openxmlformats.org/presentationml/2006/main">
  <p:tag name="PPSPLIT_ID" val=" 41"/>
</p:tagLst>
</file>

<file path=ppt/tags/tag1407.xml><?xml version="1.0" encoding="utf-8"?>
<p:tagLst xmlns:a="http://schemas.openxmlformats.org/drawingml/2006/main" xmlns:r="http://schemas.openxmlformats.org/officeDocument/2006/relationships" xmlns:p="http://schemas.openxmlformats.org/presentationml/2006/main">
  <p:tag name="PPSPLIT_ID" val=" 45"/>
</p:tagLst>
</file>

<file path=ppt/tags/tag1408.xml><?xml version="1.0" encoding="utf-8"?>
<p:tagLst xmlns:a="http://schemas.openxmlformats.org/drawingml/2006/main" xmlns:r="http://schemas.openxmlformats.org/officeDocument/2006/relationships" xmlns:p="http://schemas.openxmlformats.org/presentationml/2006/main">
  <p:tag name="PPSPLIT_ID" val=" 51"/>
</p:tagLst>
</file>

<file path=ppt/tags/tag1409.xml><?xml version="1.0" encoding="utf-8"?>
<p:tagLst xmlns:a="http://schemas.openxmlformats.org/drawingml/2006/main" xmlns:r="http://schemas.openxmlformats.org/officeDocument/2006/relationships" xmlns:p="http://schemas.openxmlformats.org/presentationml/2006/main">
  <p:tag name="PPSPLIT_ID" val=" 57"/>
</p:tagLst>
</file>

<file path=ppt/tags/tag1410.xml><?xml version="1.0" encoding="utf-8"?>
<p:tagLst xmlns:a="http://schemas.openxmlformats.org/drawingml/2006/main" xmlns:r="http://schemas.openxmlformats.org/officeDocument/2006/relationships" xmlns:p="http://schemas.openxmlformats.org/presentationml/2006/main">
  <p:tag name="PPSPLIT_ID" val=" 59"/>
</p:tagLst>
</file>

<file path=ppt/tags/tag1411.xml><?xml version="1.0" encoding="utf-8"?>
<p:tagLst xmlns:a="http://schemas.openxmlformats.org/drawingml/2006/main" xmlns:r="http://schemas.openxmlformats.org/officeDocument/2006/relationships" xmlns:p="http://schemas.openxmlformats.org/presentationml/2006/main">
  <p:tag name="PPSPLIT_ID" val=" 104"/>
</p:tagLst>
</file>

<file path=ppt/tags/tag1412.xml><?xml version="1.0" encoding="utf-8"?>
<p:tagLst xmlns:a="http://schemas.openxmlformats.org/drawingml/2006/main" xmlns:r="http://schemas.openxmlformats.org/officeDocument/2006/relationships" xmlns:p="http://schemas.openxmlformats.org/presentationml/2006/main">
  <p:tag name="PPSPLIT_ID" val=" 86"/>
</p:tagLst>
</file>

<file path=ppt/tags/tag1413.xml><?xml version="1.0" encoding="utf-8"?>
<p:tagLst xmlns:a="http://schemas.openxmlformats.org/drawingml/2006/main" xmlns:r="http://schemas.openxmlformats.org/officeDocument/2006/relationships" xmlns:p="http://schemas.openxmlformats.org/presentationml/2006/main">
  <p:tag name="PPSPLIT_ID" val=" 87"/>
</p:tagLst>
</file>

<file path=ppt/tags/tag1414.xml><?xml version="1.0" encoding="utf-8"?>
<p:tagLst xmlns:a="http://schemas.openxmlformats.org/drawingml/2006/main" xmlns:r="http://schemas.openxmlformats.org/officeDocument/2006/relationships" xmlns:p="http://schemas.openxmlformats.org/presentationml/2006/main">
  <p:tag name="PPSPLIT_ID" val=" 64"/>
</p:tagLst>
</file>

<file path=ppt/tags/tag1415.xml><?xml version="1.0" encoding="utf-8"?>
<p:tagLst xmlns:a="http://schemas.openxmlformats.org/drawingml/2006/main" xmlns:r="http://schemas.openxmlformats.org/officeDocument/2006/relationships" xmlns:p="http://schemas.openxmlformats.org/presentationml/2006/main">
  <p:tag name="PPSPLIT_ID" val=" 6"/>
</p:tagLst>
</file>

<file path=ppt/tags/tag1416.xml><?xml version="1.0" encoding="utf-8"?>
<p:tagLst xmlns:a="http://schemas.openxmlformats.org/drawingml/2006/main" xmlns:r="http://schemas.openxmlformats.org/officeDocument/2006/relationships" xmlns:p="http://schemas.openxmlformats.org/presentationml/2006/main">
  <p:tag name="PPSPLIT_ID" val=" 8"/>
</p:tagLst>
</file>

<file path=ppt/tags/tag1417.xml><?xml version="1.0" encoding="utf-8"?>
<p:tagLst xmlns:a="http://schemas.openxmlformats.org/drawingml/2006/main" xmlns:r="http://schemas.openxmlformats.org/officeDocument/2006/relationships" xmlns:p="http://schemas.openxmlformats.org/presentationml/2006/main">
  <p:tag name="PPSPLIT_ID" val=" 12"/>
</p:tagLst>
</file>

<file path=ppt/tags/tag1418.xml><?xml version="1.0" encoding="utf-8"?>
<p:tagLst xmlns:a="http://schemas.openxmlformats.org/drawingml/2006/main" xmlns:r="http://schemas.openxmlformats.org/officeDocument/2006/relationships" xmlns:p="http://schemas.openxmlformats.org/presentationml/2006/main">
  <p:tag name="PPSPLIT_ID" val=" 16"/>
</p:tagLst>
</file>

<file path=ppt/tags/tag1419.xml><?xml version="1.0" encoding="utf-8"?>
<p:tagLst xmlns:a="http://schemas.openxmlformats.org/drawingml/2006/main" xmlns:r="http://schemas.openxmlformats.org/officeDocument/2006/relationships" xmlns:p="http://schemas.openxmlformats.org/presentationml/2006/main">
  <p:tag name="PPSPLIT_ID" val=" 20"/>
</p:tagLst>
</file>

<file path=ppt/tags/tag1420.xml><?xml version="1.0" encoding="utf-8"?>
<p:tagLst xmlns:a="http://schemas.openxmlformats.org/drawingml/2006/main" xmlns:r="http://schemas.openxmlformats.org/officeDocument/2006/relationships" xmlns:p="http://schemas.openxmlformats.org/presentationml/2006/main">
  <p:tag name="PPSPLIT_ID" val=" 24"/>
</p:tagLst>
</file>

<file path=ppt/tags/tag1421.xml><?xml version="1.0" encoding="utf-8"?>
<p:tagLst xmlns:a="http://schemas.openxmlformats.org/drawingml/2006/main" xmlns:r="http://schemas.openxmlformats.org/officeDocument/2006/relationships" xmlns:p="http://schemas.openxmlformats.org/presentationml/2006/main">
  <p:tag name="PPSPLIT_ID" val=" 27"/>
</p:tagLst>
</file>

<file path=ppt/tags/tag1422.xml><?xml version="1.0" encoding="utf-8"?>
<p:tagLst xmlns:a="http://schemas.openxmlformats.org/drawingml/2006/main" xmlns:r="http://schemas.openxmlformats.org/officeDocument/2006/relationships" xmlns:p="http://schemas.openxmlformats.org/presentationml/2006/main">
  <p:tag name="PPSPLIT_ID" val=" 28"/>
</p:tagLst>
</file>

<file path=ppt/tags/tag1423.xml><?xml version="1.0" encoding="utf-8"?>
<p:tagLst xmlns:a="http://schemas.openxmlformats.org/drawingml/2006/main" xmlns:r="http://schemas.openxmlformats.org/officeDocument/2006/relationships" xmlns:p="http://schemas.openxmlformats.org/presentationml/2006/main">
  <p:tag name="PPSPLIT_ID" val=" 32"/>
</p:tagLst>
</file>

<file path=ppt/tags/tag1424.xml><?xml version="1.0" encoding="utf-8"?>
<p:tagLst xmlns:a="http://schemas.openxmlformats.org/drawingml/2006/main" xmlns:r="http://schemas.openxmlformats.org/officeDocument/2006/relationships" xmlns:p="http://schemas.openxmlformats.org/presentationml/2006/main">
  <p:tag name="PPSPLIT_ID" val=" 7"/>
</p:tagLst>
</file>

<file path=ppt/tags/tag1425.xml><?xml version="1.0" encoding="utf-8"?>
<p:tagLst xmlns:a="http://schemas.openxmlformats.org/drawingml/2006/main" xmlns:r="http://schemas.openxmlformats.org/officeDocument/2006/relationships" xmlns:p="http://schemas.openxmlformats.org/presentationml/2006/main">
  <p:tag name="PPSPLIT_ID" val=" 9"/>
</p:tagLst>
</file>

<file path=ppt/tags/tag1426.xml><?xml version="1.0" encoding="utf-8"?>
<p:tagLst xmlns:a="http://schemas.openxmlformats.org/drawingml/2006/main" xmlns:r="http://schemas.openxmlformats.org/officeDocument/2006/relationships" xmlns:p="http://schemas.openxmlformats.org/presentationml/2006/main">
  <p:tag name="PPSPLIT_ID" val=" 14"/>
</p:tagLst>
</file>

<file path=ppt/tags/tag1427.xml><?xml version="1.0" encoding="utf-8"?>
<p:tagLst xmlns:a="http://schemas.openxmlformats.org/drawingml/2006/main" xmlns:r="http://schemas.openxmlformats.org/officeDocument/2006/relationships" xmlns:p="http://schemas.openxmlformats.org/presentationml/2006/main">
  <p:tag name="PPSPLIT_ID" val=" 83"/>
</p:tagLst>
</file>

<file path=ppt/tags/tag1428.xml><?xml version="1.0" encoding="utf-8"?>
<p:tagLst xmlns:a="http://schemas.openxmlformats.org/drawingml/2006/main" xmlns:r="http://schemas.openxmlformats.org/officeDocument/2006/relationships" xmlns:p="http://schemas.openxmlformats.org/presentationml/2006/main">
  <p:tag name="PPSPLIT_ID" val=" 2"/>
</p:tagLst>
</file>

<file path=ppt/tags/tag1429.xml><?xml version="1.0" encoding="utf-8"?>
<p:tagLst xmlns:a="http://schemas.openxmlformats.org/drawingml/2006/main" xmlns:r="http://schemas.openxmlformats.org/officeDocument/2006/relationships" xmlns:p="http://schemas.openxmlformats.org/presentationml/2006/main">
  <p:tag name="PPSPLIT_ID" val=" 3"/>
</p:tagLst>
</file>

<file path=ppt/tags/tag1430.xml><?xml version="1.0" encoding="utf-8"?>
<p:tagLst xmlns:a="http://schemas.openxmlformats.org/drawingml/2006/main" xmlns:r="http://schemas.openxmlformats.org/officeDocument/2006/relationships" xmlns:p="http://schemas.openxmlformats.org/presentationml/2006/main">
  <p:tag name="PPSPLIT_ID" val=" 4"/>
</p:tagLst>
</file>

<file path=ppt/tags/tag1431.xml><?xml version="1.0" encoding="utf-8"?>
<p:tagLst xmlns:a="http://schemas.openxmlformats.org/drawingml/2006/main" xmlns:r="http://schemas.openxmlformats.org/officeDocument/2006/relationships" xmlns:p="http://schemas.openxmlformats.org/presentationml/2006/main">
  <p:tag name="PPSPLIT_ID" val=" 30"/>
</p:tagLst>
</file>

<file path=ppt/tags/tag1432.xml><?xml version="1.0" encoding="utf-8"?>
<p:tagLst xmlns:a="http://schemas.openxmlformats.org/drawingml/2006/main" xmlns:r="http://schemas.openxmlformats.org/officeDocument/2006/relationships" xmlns:p="http://schemas.openxmlformats.org/presentationml/2006/main">
  <p:tag name="PPSPLIT_ID" val=" 105"/>
</p:tagLst>
</file>

<file path=ppt/tags/tag1433.xml><?xml version="1.0" encoding="utf-8"?>
<p:tagLst xmlns:a="http://schemas.openxmlformats.org/drawingml/2006/main" xmlns:r="http://schemas.openxmlformats.org/officeDocument/2006/relationships" xmlns:p="http://schemas.openxmlformats.org/presentationml/2006/main">
  <p:tag name="PPSPLIT_ID" val=" 108"/>
</p:tagLst>
</file>

<file path=ppt/tags/tag1434.xml><?xml version="1.0" encoding="utf-8"?>
<p:tagLst xmlns:a="http://schemas.openxmlformats.org/drawingml/2006/main" xmlns:r="http://schemas.openxmlformats.org/officeDocument/2006/relationships" xmlns:p="http://schemas.openxmlformats.org/presentationml/2006/main">
  <p:tag name="PPSPLIT_ID" val=" 112"/>
</p:tagLst>
</file>

<file path=ppt/tags/tag1435.xml><?xml version="1.0" encoding="utf-8"?>
<p:tagLst xmlns:a="http://schemas.openxmlformats.org/drawingml/2006/main" xmlns:r="http://schemas.openxmlformats.org/officeDocument/2006/relationships" xmlns:p="http://schemas.openxmlformats.org/presentationml/2006/main">
  <p:tag name="PPSPLIT_ID" val=" 114"/>
</p:tagLst>
</file>

<file path=ppt/tags/tag1436.xml><?xml version="1.0" encoding="utf-8"?>
<p:tagLst xmlns:a="http://schemas.openxmlformats.org/drawingml/2006/main" xmlns:r="http://schemas.openxmlformats.org/officeDocument/2006/relationships" xmlns:p="http://schemas.openxmlformats.org/presentationml/2006/main">
  <p:tag name="PPSPLIT_ID" val=" 116"/>
</p:tagLst>
</file>

<file path=ppt/tags/tag1437.xml><?xml version="1.0" encoding="utf-8"?>
<p:tagLst xmlns:a="http://schemas.openxmlformats.org/drawingml/2006/main" xmlns:r="http://schemas.openxmlformats.org/officeDocument/2006/relationships" xmlns:p="http://schemas.openxmlformats.org/presentationml/2006/main">
  <p:tag name="PPSPLIT_ID" val=" 118"/>
</p:tagLst>
</file>

<file path=ppt/tags/tag1438.xml><?xml version="1.0" encoding="utf-8"?>
<p:tagLst xmlns:a="http://schemas.openxmlformats.org/drawingml/2006/main" xmlns:r="http://schemas.openxmlformats.org/officeDocument/2006/relationships" xmlns:p="http://schemas.openxmlformats.org/presentationml/2006/main">
  <p:tag name="PPSPLIT_ID" val=" 120"/>
</p:tagLst>
</file>

<file path=ppt/tags/tag1439.xml><?xml version="1.0" encoding="utf-8"?>
<p:tagLst xmlns:a="http://schemas.openxmlformats.org/drawingml/2006/main" xmlns:r="http://schemas.openxmlformats.org/officeDocument/2006/relationships" xmlns:p="http://schemas.openxmlformats.org/presentationml/2006/main">
  <p:tag name="PPSPLIT_ID" val=" 122"/>
</p:tagLst>
</file>

<file path=ppt/tags/tag1440.xml><?xml version="1.0" encoding="utf-8"?>
<p:tagLst xmlns:a="http://schemas.openxmlformats.org/drawingml/2006/main" xmlns:r="http://schemas.openxmlformats.org/officeDocument/2006/relationships" xmlns:p="http://schemas.openxmlformats.org/presentationml/2006/main">
  <p:tag name="PPSPLIT_ID" val=" 124"/>
</p:tagLst>
</file>

<file path=ppt/tags/tag1441.xml><?xml version="1.0" encoding="utf-8"?>
<p:tagLst xmlns:a="http://schemas.openxmlformats.org/drawingml/2006/main" xmlns:r="http://schemas.openxmlformats.org/officeDocument/2006/relationships" xmlns:p="http://schemas.openxmlformats.org/presentationml/2006/main">
  <p:tag name="PPSPLIT_ID" val=" 126"/>
</p:tagLst>
</file>

<file path=ppt/tags/tag1442.xml><?xml version="1.0" encoding="utf-8"?>
<p:tagLst xmlns:a="http://schemas.openxmlformats.org/drawingml/2006/main" xmlns:r="http://schemas.openxmlformats.org/officeDocument/2006/relationships" xmlns:p="http://schemas.openxmlformats.org/presentationml/2006/main">
  <p:tag name="PPSPLIT_ID" val=" 128"/>
</p:tagLst>
</file>

<file path=ppt/tags/tag1443.xml><?xml version="1.0" encoding="utf-8"?>
<p:tagLst xmlns:a="http://schemas.openxmlformats.org/drawingml/2006/main" xmlns:r="http://schemas.openxmlformats.org/officeDocument/2006/relationships" xmlns:p="http://schemas.openxmlformats.org/presentationml/2006/main">
  <p:tag name="PPSPLIT_ID" val=" 132"/>
</p:tagLst>
</file>

<file path=ppt/tags/tag1444.xml><?xml version="1.0" encoding="utf-8"?>
<p:tagLst xmlns:a="http://schemas.openxmlformats.org/drawingml/2006/main" xmlns:r="http://schemas.openxmlformats.org/officeDocument/2006/relationships" xmlns:p="http://schemas.openxmlformats.org/presentationml/2006/main">
  <p:tag name="PPSPLIT_ID" val=" 134"/>
</p:tagLst>
</file>

<file path=ppt/tags/tag1445.xml><?xml version="1.0" encoding="utf-8"?>
<p:tagLst xmlns:a="http://schemas.openxmlformats.org/drawingml/2006/main" xmlns:r="http://schemas.openxmlformats.org/officeDocument/2006/relationships" xmlns:p="http://schemas.openxmlformats.org/presentationml/2006/main">
  <p:tag name="TIMING" val="|11.4|16.4|11.8|1.1|18.1"/>
  <p:tag name="PPSPLIT_SPLIT" val="1"/>
  <p:tag name="PPSPLIT_ORIGINALSLIDENUMBER" val="48"/>
  <p:tag name="PPSPLIT_DONE" val="1"/>
</p:tagLst>
</file>

<file path=ppt/tags/tag1446.xml><?xml version="1.0" encoding="utf-8"?>
<p:tagLst xmlns:a="http://schemas.openxmlformats.org/drawingml/2006/main" xmlns:r="http://schemas.openxmlformats.org/officeDocument/2006/relationships" xmlns:p="http://schemas.openxmlformats.org/presentationml/2006/main">
  <p:tag name="PPSPLIT_ID" val=" 7"/>
</p:tagLst>
</file>

<file path=ppt/tags/tag1447.xml><?xml version="1.0" encoding="utf-8"?>
<p:tagLst xmlns:a="http://schemas.openxmlformats.org/drawingml/2006/main" xmlns:r="http://schemas.openxmlformats.org/officeDocument/2006/relationships" xmlns:p="http://schemas.openxmlformats.org/presentationml/2006/main">
  <p:tag name="PPSPLIT_ID" val=" 2"/>
</p:tagLst>
</file>

<file path=ppt/tags/tag1448.xml><?xml version="1.0" encoding="utf-8"?>
<p:tagLst xmlns:a="http://schemas.openxmlformats.org/drawingml/2006/main" xmlns:r="http://schemas.openxmlformats.org/officeDocument/2006/relationships" xmlns:p="http://schemas.openxmlformats.org/presentationml/2006/main">
  <p:tag name="PPSPLIT_ID" val=" 3"/>
</p:tagLst>
</file>

<file path=ppt/tags/tag1449.xml><?xml version="1.0" encoding="utf-8"?>
<p:tagLst xmlns:a="http://schemas.openxmlformats.org/drawingml/2006/main" xmlns:r="http://schemas.openxmlformats.org/officeDocument/2006/relationships" xmlns:p="http://schemas.openxmlformats.org/presentationml/2006/main">
  <p:tag name="TIMING" val="|11.4|16.4|11.8|1.1|18.1"/>
  <p:tag name="PPSPLIT_SPLIT" val="1"/>
  <p:tag name="PPSPLIT_ORIGINALSLIDENUMBER" val="48"/>
  <p:tag name="PPSPLIT_DONE" val="1"/>
</p:tagLst>
</file>

<file path=ppt/tags/tag1450.xml><?xml version="1.0" encoding="utf-8"?>
<p:tagLst xmlns:a="http://schemas.openxmlformats.org/drawingml/2006/main" xmlns:r="http://schemas.openxmlformats.org/officeDocument/2006/relationships" xmlns:p="http://schemas.openxmlformats.org/presentationml/2006/main">
  <p:tag name="PPSPLIT_ID" val=" 7"/>
</p:tagLst>
</file>

<file path=ppt/tags/tag1451.xml><?xml version="1.0" encoding="utf-8"?>
<p:tagLst xmlns:a="http://schemas.openxmlformats.org/drawingml/2006/main" xmlns:r="http://schemas.openxmlformats.org/officeDocument/2006/relationships" xmlns:p="http://schemas.openxmlformats.org/presentationml/2006/main">
  <p:tag name="PPSPLIT_ID" val=" 2"/>
</p:tagLst>
</file>

<file path=ppt/tags/tag1452.xml><?xml version="1.0" encoding="utf-8"?>
<p:tagLst xmlns:a="http://schemas.openxmlformats.org/drawingml/2006/main" xmlns:r="http://schemas.openxmlformats.org/officeDocument/2006/relationships" xmlns:p="http://schemas.openxmlformats.org/presentationml/2006/main">
  <p:tag name="PPSPLIT_ID" val=" 3"/>
</p:tagLst>
</file>

<file path=ppt/tags/tag1453.xml><?xml version="1.0" encoding="utf-8"?>
<p:tagLst xmlns:a="http://schemas.openxmlformats.org/drawingml/2006/main" xmlns:r="http://schemas.openxmlformats.org/officeDocument/2006/relationships" xmlns:p="http://schemas.openxmlformats.org/presentationml/2006/main">
  <p:tag name="PPSPLIT_ID" val=" 35"/>
</p:tagLst>
</file>

<file path=ppt/tags/tag1454.xml><?xml version="1.0" encoding="utf-8"?>
<p:tagLst xmlns:a="http://schemas.openxmlformats.org/drawingml/2006/main" xmlns:r="http://schemas.openxmlformats.org/officeDocument/2006/relationships" xmlns:p="http://schemas.openxmlformats.org/presentationml/2006/main">
  <p:tag name="PPSPLIT_ID" val=" 4"/>
</p:tagLst>
</file>

<file path=ppt/tags/tag1455.xml><?xml version="1.0" encoding="utf-8"?>
<p:tagLst xmlns:a="http://schemas.openxmlformats.org/drawingml/2006/main" xmlns:r="http://schemas.openxmlformats.org/officeDocument/2006/relationships" xmlns:p="http://schemas.openxmlformats.org/presentationml/2006/main">
  <p:tag name="PPSPLIT_ID" val=" 10"/>
</p:tagLst>
</file>

<file path=ppt/tags/tag1456.xml><?xml version="1.0" encoding="utf-8"?>
<p:tagLst xmlns:a="http://schemas.openxmlformats.org/drawingml/2006/main" xmlns:r="http://schemas.openxmlformats.org/officeDocument/2006/relationships" xmlns:p="http://schemas.openxmlformats.org/presentationml/2006/main">
  <p:tag name="TIMING" val="|11.4|16.4|11.8|1.1|18.1"/>
  <p:tag name="PPSPLIT_SPLIT" val="1"/>
  <p:tag name="PPSPLIT_ORIGINALSLIDENUMBER" val="48"/>
  <p:tag name="PPSPLIT_DONE" val="1"/>
</p:tagLst>
</file>

<file path=ppt/tags/tag1457.xml><?xml version="1.0" encoding="utf-8"?>
<p:tagLst xmlns:a="http://schemas.openxmlformats.org/drawingml/2006/main" xmlns:r="http://schemas.openxmlformats.org/officeDocument/2006/relationships" xmlns:p="http://schemas.openxmlformats.org/presentationml/2006/main">
  <p:tag name="PPSPLIT_ID" val=" 7"/>
</p:tagLst>
</file>

<file path=ppt/tags/tag1458.xml><?xml version="1.0" encoding="utf-8"?>
<p:tagLst xmlns:a="http://schemas.openxmlformats.org/drawingml/2006/main" xmlns:r="http://schemas.openxmlformats.org/officeDocument/2006/relationships" xmlns:p="http://schemas.openxmlformats.org/presentationml/2006/main">
  <p:tag name="PPSPLIT_ID" val=" 2"/>
</p:tagLst>
</file>

<file path=ppt/tags/tag1459.xml><?xml version="1.0" encoding="utf-8"?>
<p:tagLst xmlns:a="http://schemas.openxmlformats.org/drawingml/2006/main" xmlns:r="http://schemas.openxmlformats.org/officeDocument/2006/relationships" xmlns:p="http://schemas.openxmlformats.org/presentationml/2006/main">
  <p:tag name="PPSPLIT_ID" val=" 3"/>
</p:tagLst>
</file>

<file path=ppt/tags/tag1460.xml><?xml version="1.0" encoding="utf-8"?>
<p:tagLst xmlns:a="http://schemas.openxmlformats.org/drawingml/2006/main" xmlns:r="http://schemas.openxmlformats.org/officeDocument/2006/relationships" xmlns:p="http://schemas.openxmlformats.org/presentationml/2006/main">
  <p:tag name="PPSPLIT_ID" val=" 35"/>
</p:tagLst>
</file>

<file path=ppt/tags/tag1461.xml><?xml version="1.0" encoding="utf-8"?>
<p:tagLst xmlns:a="http://schemas.openxmlformats.org/drawingml/2006/main" xmlns:r="http://schemas.openxmlformats.org/officeDocument/2006/relationships" xmlns:p="http://schemas.openxmlformats.org/presentationml/2006/main">
  <p:tag name="PPSPLIT_ID" val=" 4"/>
</p:tagLst>
</file>

<file path=ppt/tags/tag1462.xml><?xml version="1.0" encoding="utf-8"?>
<p:tagLst xmlns:a="http://schemas.openxmlformats.org/drawingml/2006/main" xmlns:r="http://schemas.openxmlformats.org/officeDocument/2006/relationships" xmlns:p="http://schemas.openxmlformats.org/presentationml/2006/main">
  <p:tag name="PPSPLIT_ID" val=" 6"/>
</p:tagLst>
</file>

<file path=ppt/tags/tag1463.xml><?xml version="1.0" encoding="utf-8"?>
<p:tagLst xmlns:a="http://schemas.openxmlformats.org/drawingml/2006/main" xmlns:r="http://schemas.openxmlformats.org/officeDocument/2006/relationships" xmlns:p="http://schemas.openxmlformats.org/presentationml/2006/main">
  <p:tag name="PPSPLIT_ID" val=" 10"/>
</p:tagLst>
</file>

<file path=ppt/tags/tag1464.xml><?xml version="1.0" encoding="utf-8"?>
<p:tagLst xmlns:a="http://schemas.openxmlformats.org/drawingml/2006/main" xmlns:r="http://schemas.openxmlformats.org/officeDocument/2006/relationships" xmlns:p="http://schemas.openxmlformats.org/presentationml/2006/main">
  <p:tag name="PPSPLIT_ID" val=" 14"/>
</p:tagLst>
</file>

<file path=ppt/tags/tag1465.xml><?xml version="1.0" encoding="utf-8"?>
<p:tagLst xmlns:a="http://schemas.openxmlformats.org/drawingml/2006/main" xmlns:r="http://schemas.openxmlformats.org/officeDocument/2006/relationships" xmlns:p="http://schemas.openxmlformats.org/presentationml/2006/main">
  <p:tag name="PPSPLIT_ID" val=" 40"/>
</p:tagLst>
</file>

<file path=ppt/tags/tag1466.xml><?xml version="1.0" encoding="utf-8"?>
<p:tagLst xmlns:a="http://schemas.openxmlformats.org/drawingml/2006/main" xmlns:r="http://schemas.openxmlformats.org/officeDocument/2006/relationships" xmlns:p="http://schemas.openxmlformats.org/presentationml/2006/main">
  <p:tag name="TIMING" val="|11.4|16.4|11.8|1.1|18.1"/>
  <p:tag name="PPSPLIT_SPLIT" val="1"/>
  <p:tag name="PPSPLIT_ORIGINALSLIDENUMBER" val="48"/>
  <p:tag name="PPSPLIT_DONE" val="1"/>
</p:tagLst>
</file>

<file path=ppt/tags/tag1467.xml><?xml version="1.0" encoding="utf-8"?>
<p:tagLst xmlns:a="http://schemas.openxmlformats.org/drawingml/2006/main" xmlns:r="http://schemas.openxmlformats.org/officeDocument/2006/relationships" xmlns:p="http://schemas.openxmlformats.org/presentationml/2006/main">
  <p:tag name="PPSPLIT_ID" val=" 7"/>
</p:tagLst>
</file>

<file path=ppt/tags/tag1468.xml><?xml version="1.0" encoding="utf-8"?>
<p:tagLst xmlns:a="http://schemas.openxmlformats.org/drawingml/2006/main" xmlns:r="http://schemas.openxmlformats.org/officeDocument/2006/relationships" xmlns:p="http://schemas.openxmlformats.org/presentationml/2006/main">
  <p:tag name="PPSPLIT_ID" val=" 2"/>
</p:tagLst>
</file>

<file path=ppt/tags/tag1469.xml><?xml version="1.0" encoding="utf-8"?>
<p:tagLst xmlns:a="http://schemas.openxmlformats.org/drawingml/2006/main" xmlns:r="http://schemas.openxmlformats.org/officeDocument/2006/relationships" xmlns:p="http://schemas.openxmlformats.org/presentationml/2006/main">
  <p:tag name="PPSPLIT_ID" val=" 3"/>
</p:tagLst>
</file>

<file path=ppt/tags/tag1470.xml><?xml version="1.0" encoding="utf-8"?>
<p:tagLst xmlns:a="http://schemas.openxmlformats.org/drawingml/2006/main" xmlns:r="http://schemas.openxmlformats.org/officeDocument/2006/relationships" xmlns:p="http://schemas.openxmlformats.org/presentationml/2006/main">
  <p:tag name="PPSPLIT_ID" val=" 35"/>
</p:tagLst>
</file>

<file path=ppt/tags/tag1471.xml><?xml version="1.0" encoding="utf-8"?>
<p:tagLst xmlns:a="http://schemas.openxmlformats.org/drawingml/2006/main" xmlns:r="http://schemas.openxmlformats.org/officeDocument/2006/relationships" xmlns:p="http://schemas.openxmlformats.org/presentationml/2006/main">
  <p:tag name="PPSPLIT_ID" val=" 4"/>
</p:tagLst>
</file>

<file path=ppt/tags/tag1472.xml><?xml version="1.0" encoding="utf-8"?>
<p:tagLst xmlns:a="http://schemas.openxmlformats.org/drawingml/2006/main" xmlns:r="http://schemas.openxmlformats.org/officeDocument/2006/relationships" xmlns:p="http://schemas.openxmlformats.org/presentationml/2006/main">
  <p:tag name="PPSPLIT_ID" val=" 6"/>
</p:tagLst>
</file>

<file path=ppt/tags/tag1473.xml><?xml version="1.0" encoding="utf-8"?>
<p:tagLst xmlns:a="http://schemas.openxmlformats.org/drawingml/2006/main" xmlns:r="http://schemas.openxmlformats.org/officeDocument/2006/relationships" xmlns:p="http://schemas.openxmlformats.org/presentationml/2006/main">
  <p:tag name="PPSPLIT_ID" val=" 8"/>
</p:tagLst>
</file>

<file path=ppt/tags/tag1474.xml><?xml version="1.0" encoding="utf-8"?>
<p:tagLst xmlns:a="http://schemas.openxmlformats.org/drawingml/2006/main" xmlns:r="http://schemas.openxmlformats.org/officeDocument/2006/relationships" xmlns:p="http://schemas.openxmlformats.org/presentationml/2006/main">
  <p:tag name="PPSPLIT_ID" val=" 10"/>
</p:tagLst>
</file>

<file path=ppt/tags/tag1475.xml><?xml version="1.0" encoding="utf-8"?>
<p:tagLst xmlns:a="http://schemas.openxmlformats.org/drawingml/2006/main" xmlns:r="http://schemas.openxmlformats.org/officeDocument/2006/relationships" xmlns:p="http://schemas.openxmlformats.org/presentationml/2006/main">
  <p:tag name="PPSPLIT_ID" val=" 14"/>
</p:tagLst>
</file>

<file path=ppt/tags/tag1476.xml><?xml version="1.0" encoding="utf-8"?>
<p:tagLst xmlns:a="http://schemas.openxmlformats.org/drawingml/2006/main" xmlns:r="http://schemas.openxmlformats.org/officeDocument/2006/relationships" xmlns:p="http://schemas.openxmlformats.org/presentationml/2006/main">
  <p:tag name="PPSPLIT_ID" val=" 40"/>
</p:tagLst>
</file>

<file path=ppt/tags/tag1477.xml><?xml version="1.0" encoding="utf-8"?>
<p:tagLst xmlns:a="http://schemas.openxmlformats.org/drawingml/2006/main" xmlns:r="http://schemas.openxmlformats.org/officeDocument/2006/relationships" xmlns:p="http://schemas.openxmlformats.org/presentationml/2006/main">
  <p:tag name="TIMING" val="|11.4|16.4|11.8|1.1|18.1"/>
  <p:tag name="PPSPLIT_SPLIT" val="1"/>
  <p:tag name="PPSPLIT_ORIGINALSLIDENUMBER" val="48"/>
  <p:tag name="PPSPLIT_DONE" val="1"/>
</p:tagLst>
</file>

<file path=ppt/tags/tag1478.xml><?xml version="1.0" encoding="utf-8"?>
<p:tagLst xmlns:a="http://schemas.openxmlformats.org/drawingml/2006/main" xmlns:r="http://schemas.openxmlformats.org/officeDocument/2006/relationships" xmlns:p="http://schemas.openxmlformats.org/presentationml/2006/main">
  <p:tag name="PPSPLIT_ID" val=" 7"/>
</p:tagLst>
</file>

<file path=ppt/tags/tag1479.xml><?xml version="1.0" encoding="utf-8"?>
<p:tagLst xmlns:a="http://schemas.openxmlformats.org/drawingml/2006/main" xmlns:r="http://schemas.openxmlformats.org/officeDocument/2006/relationships" xmlns:p="http://schemas.openxmlformats.org/presentationml/2006/main">
  <p:tag name="PPSPLIT_ID" val=" 2"/>
</p:tagLst>
</file>

<file path=ppt/tags/tag1480.xml><?xml version="1.0" encoding="utf-8"?>
<p:tagLst xmlns:a="http://schemas.openxmlformats.org/drawingml/2006/main" xmlns:r="http://schemas.openxmlformats.org/officeDocument/2006/relationships" xmlns:p="http://schemas.openxmlformats.org/presentationml/2006/main">
  <p:tag name="PPSPLIT_ID" val=" 3"/>
</p:tagLst>
</file>

<file path=ppt/tags/tag1481.xml><?xml version="1.0" encoding="utf-8"?>
<p:tagLst xmlns:a="http://schemas.openxmlformats.org/drawingml/2006/main" xmlns:r="http://schemas.openxmlformats.org/officeDocument/2006/relationships" xmlns:p="http://schemas.openxmlformats.org/presentationml/2006/main">
  <p:tag name="PPSPLIT_ID" val=" 35"/>
</p:tagLst>
</file>

<file path=ppt/tags/tag1482.xml><?xml version="1.0" encoding="utf-8"?>
<p:tagLst xmlns:a="http://schemas.openxmlformats.org/drawingml/2006/main" xmlns:r="http://schemas.openxmlformats.org/officeDocument/2006/relationships" xmlns:p="http://schemas.openxmlformats.org/presentationml/2006/main">
  <p:tag name="PPSPLIT_ID" val=" 4"/>
</p:tagLst>
</file>

<file path=ppt/tags/tag1483.xml><?xml version="1.0" encoding="utf-8"?>
<p:tagLst xmlns:a="http://schemas.openxmlformats.org/drawingml/2006/main" xmlns:r="http://schemas.openxmlformats.org/officeDocument/2006/relationships" xmlns:p="http://schemas.openxmlformats.org/presentationml/2006/main">
  <p:tag name="PPSPLIT_ID" val=" 6"/>
</p:tagLst>
</file>

<file path=ppt/tags/tag1484.xml><?xml version="1.0" encoding="utf-8"?>
<p:tagLst xmlns:a="http://schemas.openxmlformats.org/drawingml/2006/main" xmlns:r="http://schemas.openxmlformats.org/officeDocument/2006/relationships" xmlns:p="http://schemas.openxmlformats.org/presentationml/2006/main">
  <p:tag name="PPSPLIT_ID" val=" 8"/>
</p:tagLst>
</file>

<file path=ppt/tags/tag1485.xml><?xml version="1.0" encoding="utf-8"?>
<p:tagLst xmlns:a="http://schemas.openxmlformats.org/drawingml/2006/main" xmlns:r="http://schemas.openxmlformats.org/officeDocument/2006/relationships" xmlns:p="http://schemas.openxmlformats.org/presentationml/2006/main">
  <p:tag name="PPSPLIT_ID" val=" 10"/>
</p:tagLst>
</file>

<file path=ppt/tags/tag1486.xml><?xml version="1.0" encoding="utf-8"?>
<p:tagLst xmlns:a="http://schemas.openxmlformats.org/drawingml/2006/main" xmlns:r="http://schemas.openxmlformats.org/officeDocument/2006/relationships" xmlns:p="http://schemas.openxmlformats.org/presentationml/2006/main">
  <p:tag name="PPSPLIT_ID" val=" 14"/>
</p:tagLst>
</file>

<file path=ppt/tags/tag1487.xml><?xml version="1.0" encoding="utf-8"?>
<p:tagLst xmlns:a="http://schemas.openxmlformats.org/drawingml/2006/main" xmlns:r="http://schemas.openxmlformats.org/officeDocument/2006/relationships" xmlns:p="http://schemas.openxmlformats.org/presentationml/2006/main">
  <p:tag name="PPSPLIT_ID" val=" 40"/>
</p:tagLst>
</file>

<file path=ppt/tags/tag1488.xml><?xml version="1.0" encoding="utf-8"?>
<p:tagLst xmlns:a="http://schemas.openxmlformats.org/drawingml/2006/main" xmlns:r="http://schemas.openxmlformats.org/officeDocument/2006/relationships" xmlns:p="http://schemas.openxmlformats.org/presentationml/2006/main">
  <p:tag name="PPSPLIT_ID" val=" 12"/>
</p:tagLst>
</file>

<file path=ppt/tags/tag1489.xml><?xml version="1.0" encoding="utf-8"?>
<p:tagLst xmlns:a="http://schemas.openxmlformats.org/drawingml/2006/main" xmlns:r="http://schemas.openxmlformats.org/officeDocument/2006/relationships" xmlns:p="http://schemas.openxmlformats.org/presentationml/2006/main">
  <p:tag name="PPSPLIT_ID" val=" 24"/>
</p:tagLst>
</file>

<file path=ppt/tags/tag1490.xml><?xml version="1.0" encoding="utf-8"?>
<p:tagLst xmlns:a="http://schemas.openxmlformats.org/drawingml/2006/main" xmlns:r="http://schemas.openxmlformats.org/officeDocument/2006/relationships" xmlns:p="http://schemas.openxmlformats.org/presentationml/2006/main">
  <p:tag name="TIMING" val="|11.4|16.4|11.8|1.1|18.1"/>
  <p:tag name="PPSPLIT_SPLIT" val="1"/>
  <p:tag name="PPSPLIT_ORIGINALSLIDENUMBER" val="48"/>
</p:tagLst>
</file>

<file path=ppt/tags/tag1491.xml><?xml version="1.0" encoding="utf-8"?>
<p:tagLst xmlns:a="http://schemas.openxmlformats.org/drawingml/2006/main" xmlns:r="http://schemas.openxmlformats.org/officeDocument/2006/relationships" xmlns:p="http://schemas.openxmlformats.org/presentationml/2006/main">
  <p:tag name="PPSPLIT_ID" val=" 7"/>
</p:tagLst>
</file>

<file path=ppt/tags/tag1492.xml><?xml version="1.0" encoding="utf-8"?>
<p:tagLst xmlns:a="http://schemas.openxmlformats.org/drawingml/2006/main" xmlns:r="http://schemas.openxmlformats.org/officeDocument/2006/relationships" xmlns:p="http://schemas.openxmlformats.org/presentationml/2006/main">
  <p:tag name="PPSPLIT_ID" val=" 2"/>
</p:tagLst>
</file>

<file path=ppt/tags/tag1493.xml><?xml version="1.0" encoding="utf-8"?>
<p:tagLst xmlns:a="http://schemas.openxmlformats.org/drawingml/2006/main" xmlns:r="http://schemas.openxmlformats.org/officeDocument/2006/relationships" xmlns:p="http://schemas.openxmlformats.org/presentationml/2006/main">
  <p:tag name="PPSPLIT_ID" val=" 3"/>
</p:tagLst>
</file>

<file path=ppt/tags/tag1494.xml><?xml version="1.0" encoding="utf-8"?>
<p:tagLst xmlns:a="http://schemas.openxmlformats.org/drawingml/2006/main" xmlns:r="http://schemas.openxmlformats.org/officeDocument/2006/relationships" xmlns:p="http://schemas.openxmlformats.org/presentationml/2006/main">
  <p:tag name="PPSPLIT_ID" val=" 35"/>
</p:tagLst>
</file>

<file path=ppt/tags/tag1495.xml><?xml version="1.0" encoding="utf-8"?>
<p:tagLst xmlns:a="http://schemas.openxmlformats.org/drawingml/2006/main" xmlns:r="http://schemas.openxmlformats.org/officeDocument/2006/relationships" xmlns:p="http://schemas.openxmlformats.org/presentationml/2006/main">
  <p:tag name="PPSPLIT_ID" val=" 4"/>
</p:tagLst>
</file>

<file path=ppt/tags/tag1496.xml><?xml version="1.0" encoding="utf-8"?>
<p:tagLst xmlns:a="http://schemas.openxmlformats.org/drawingml/2006/main" xmlns:r="http://schemas.openxmlformats.org/officeDocument/2006/relationships" xmlns:p="http://schemas.openxmlformats.org/presentationml/2006/main">
  <p:tag name="PPSPLIT_ID" val=" 6"/>
</p:tagLst>
</file>

<file path=ppt/tags/tag1497.xml><?xml version="1.0" encoding="utf-8"?>
<p:tagLst xmlns:a="http://schemas.openxmlformats.org/drawingml/2006/main" xmlns:r="http://schemas.openxmlformats.org/officeDocument/2006/relationships" xmlns:p="http://schemas.openxmlformats.org/presentationml/2006/main">
  <p:tag name="PPSPLIT_ID" val=" 8"/>
</p:tagLst>
</file>

<file path=ppt/tags/tag1498.xml><?xml version="1.0" encoding="utf-8"?>
<p:tagLst xmlns:a="http://schemas.openxmlformats.org/drawingml/2006/main" xmlns:r="http://schemas.openxmlformats.org/officeDocument/2006/relationships" xmlns:p="http://schemas.openxmlformats.org/presentationml/2006/main">
  <p:tag name="PPSPLIT_ID" val=" 11"/>
</p:tagLst>
</file>

<file path=ppt/tags/tag1499.xml><?xml version="1.0" encoding="utf-8"?>
<p:tagLst xmlns:a="http://schemas.openxmlformats.org/drawingml/2006/main" xmlns:r="http://schemas.openxmlformats.org/officeDocument/2006/relationships" xmlns:p="http://schemas.openxmlformats.org/presentationml/2006/main">
  <p:tag name="PPSPLIT_ID" val=" 13"/>
</p:tagLst>
</file>

<file path=ppt/tags/tag1500.xml><?xml version="1.0" encoding="utf-8"?>
<p:tagLst xmlns:a="http://schemas.openxmlformats.org/drawingml/2006/main" xmlns:r="http://schemas.openxmlformats.org/officeDocument/2006/relationships" xmlns:p="http://schemas.openxmlformats.org/presentationml/2006/main">
  <p:tag name="PPSPLIT_ID" val=" 10"/>
</p:tagLst>
</file>

<file path=ppt/tags/tag1501.xml><?xml version="1.0" encoding="utf-8"?>
<p:tagLst xmlns:a="http://schemas.openxmlformats.org/drawingml/2006/main" xmlns:r="http://schemas.openxmlformats.org/officeDocument/2006/relationships" xmlns:p="http://schemas.openxmlformats.org/presentationml/2006/main">
  <p:tag name="PPSPLIT_ID" val=" 14"/>
</p:tagLst>
</file>

<file path=ppt/tags/tag1502.xml><?xml version="1.0" encoding="utf-8"?>
<p:tagLst xmlns:a="http://schemas.openxmlformats.org/drawingml/2006/main" xmlns:r="http://schemas.openxmlformats.org/officeDocument/2006/relationships" xmlns:p="http://schemas.openxmlformats.org/presentationml/2006/main">
  <p:tag name="PPSPLIT_ID" val=" 40"/>
</p:tagLst>
</file>

<file path=ppt/tags/tag1503.xml><?xml version="1.0" encoding="utf-8"?>
<p:tagLst xmlns:a="http://schemas.openxmlformats.org/drawingml/2006/main" xmlns:r="http://schemas.openxmlformats.org/officeDocument/2006/relationships" xmlns:p="http://schemas.openxmlformats.org/presentationml/2006/main">
  <p:tag name="PPSPLIT_ID" val=" 12"/>
</p:tagLst>
</file>

<file path=ppt/tags/tag1504.xml><?xml version="1.0" encoding="utf-8"?>
<p:tagLst xmlns:a="http://schemas.openxmlformats.org/drawingml/2006/main" xmlns:r="http://schemas.openxmlformats.org/officeDocument/2006/relationships" xmlns:p="http://schemas.openxmlformats.org/presentationml/2006/main">
  <p:tag name="PPSPLIT_ID" val=" 24"/>
</p:tagLst>
</file>

<file path=ppt/tags/tag1505.xml><?xml version="1.0" encoding="utf-8"?>
<p:tagLst xmlns:a="http://schemas.openxmlformats.org/drawingml/2006/main" xmlns:r="http://schemas.openxmlformats.org/officeDocument/2006/relationships" xmlns:p="http://schemas.openxmlformats.org/presentationml/2006/main">
  <p:tag name="TIMING" val="|45.2"/>
  <p:tag name="PPSPLIT_SPLIT" val="1"/>
  <p:tag name="PPSPLIT_ORIGINALSLIDENUMBER" val="49"/>
  <p:tag name="PPSPLIT_DONE" val="1"/>
</p:tagLst>
</file>

<file path=ppt/tags/tag1506.xml><?xml version="1.0" encoding="utf-8"?>
<p:tagLst xmlns:a="http://schemas.openxmlformats.org/drawingml/2006/main" xmlns:r="http://schemas.openxmlformats.org/officeDocument/2006/relationships" xmlns:p="http://schemas.openxmlformats.org/presentationml/2006/main">
  <p:tag name="PPSPLIT_ID" val=" 7"/>
</p:tagLst>
</file>

<file path=ppt/tags/tag1507.xml><?xml version="1.0" encoding="utf-8"?>
<p:tagLst xmlns:a="http://schemas.openxmlformats.org/drawingml/2006/main" xmlns:r="http://schemas.openxmlformats.org/officeDocument/2006/relationships" xmlns:p="http://schemas.openxmlformats.org/presentationml/2006/main">
  <p:tag name="PPSPLIT_ID" val=" 9"/>
</p:tagLst>
</file>

<file path=ppt/tags/tag1508.xml><?xml version="1.0" encoding="utf-8"?>
<p:tagLst xmlns:a="http://schemas.openxmlformats.org/drawingml/2006/main" xmlns:r="http://schemas.openxmlformats.org/officeDocument/2006/relationships" xmlns:p="http://schemas.openxmlformats.org/presentationml/2006/main">
  <p:tag name="PPSPLIT_ID" val=" 2"/>
</p:tagLst>
</file>

<file path=ppt/tags/tag1509.xml><?xml version="1.0" encoding="utf-8"?>
<p:tagLst xmlns:a="http://schemas.openxmlformats.org/drawingml/2006/main" xmlns:r="http://schemas.openxmlformats.org/officeDocument/2006/relationships" xmlns:p="http://schemas.openxmlformats.org/presentationml/2006/main">
  <p:tag name="PPSPLIT_ID" val=" 3"/>
</p:tagLst>
</file>

<file path=ppt/tags/tag1510.xml><?xml version="1.0" encoding="utf-8"?>
<p:tagLst xmlns:a="http://schemas.openxmlformats.org/drawingml/2006/main" xmlns:r="http://schemas.openxmlformats.org/officeDocument/2006/relationships" xmlns:p="http://schemas.openxmlformats.org/presentationml/2006/main">
  <p:tag name="PPSPLIT_ID" val=" 15"/>
</p:tagLst>
</file>

<file path=ppt/tags/tag1511.xml><?xml version="1.0" encoding="utf-8"?>
<p:tagLst xmlns:a="http://schemas.openxmlformats.org/drawingml/2006/main" xmlns:r="http://schemas.openxmlformats.org/officeDocument/2006/relationships" xmlns:p="http://schemas.openxmlformats.org/presentationml/2006/main">
  <p:tag name="PPSPLIT_ID" val=" 20"/>
</p:tagLst>
</file>

<file path=ppt/tags/tag1512.xml><?xml version="1.0" encoding="utf-8"?>
<p:tagLst xmlns:a="http://schemas.openxmlformats.org/drawingml/2006/main" xmlns:r="http://schemas.openxmlformats.org/officeDocument/2006/relationships" xmlns:p="http://schemas.openxmlformats.org/presentationml/2006/main">
  <p:tag name="PPSPLIT_ID" val=" 27"/>
</p:tagLst>
</file>

<file path=ppt/tags/tag1513.xml><?xml version="1.0" encoding="utf-8"?>
<p:tagLst xmlns:a="http://schemas.openxmlformats.org/drawingml/2006/main" xmlns:r="http://schemas.openxmlformats.org/officeDocument/2006/relationships" xmlns:p="http://schemas.openxmlformats.org/presentationml/2006/main">
  <p:tag name="PPSPLIT_ID" val=" 8"/>
</p:tagLst>
</file>

<file path=ppt/tags/tag1514.xml><?xml version="1.0" encoding="utf-8"?>
<p:tagLst xmlns:a="http://schemas.openxmlformats.org/drawingml/2006/main" xmlns:r="http://schemas.openxmlformats.org/officeDocument/2006/relationships" xmlns:p="http://schemas.openxmlformats.org/presentationml/2006/main">
  <p:tag name="PPSPLIT_ID" val=" 10"/>
</p:tagLst>
</file>

<file path=ppt/tags/tag1515.xml><?xml version="1.0" encoding="utf-8"?>
<p:tagLst xmlns:a="http://schemas.openxmlformats.org/drawingml/2006/main" xmlns:r="http://schemas.openxmlformats.org/officeDocument/2006/relationships" xmlns:p="http://schemas.openxmlformats.org/presentationml/2006/main">
  <p:tag name="PPSPLIT_ID" val=" 11"/>
</p:tagLst>
</file>

<file path=ppt/tags/tag1516.xml><?xml version="1.0" encoding="utf-8"?>
<p:tagLst xmlns:a="http://schemas.openxmlformats.org/drawingml/2006/main" xmlns:r="http://schemas.openxmlformats.org/officeDocument/2006/relationships" xmlns:p="http://schemas.openxmlformats.org/presentationml/2006/main">
  <p:tag name="PPSPLIT_ID" val=" 12"/>
</p:tagLst>
</file>

<file path=ppt/tags/tag1517.xml><?xml version="1.0" encoding="utf-8"?>
<p:tagLst xmlns:a="http://schemas.openxmlformats.org/drawingml/2006/main" xmlns:r="http://schemas.openxmlformats.org/officeDocument/2006/relationships" xmlns:p="http://schemas.openxmlformats.org/presentationml/2006/main">
  <p:tag name="PPSPLIT_ID" val=" 13"/>
</p:tagLst>
</file>

<file path=ppt/tags/tag1518.xml><?xml version="1.0" encoding="utf-8"?>
<p:tagLst xmlns:a="http://schemas.openxmlformats.org/drawingml/2006/main" xmlns:r="http://schemas.openxmlformats.org/officeDocument/2006/relationships" xmlns:p="http://schemas.openxmlformats.org/presentationml/2006/main">
  <p:tag name="PPSPLIT_ID" val=" 14"/>
</p:tagLst>
</file>

<file path=ppt/tags/tag1519.xml><?xml version="1.0" encoding="utf-8"?>
<p:tagLst xmlns:a="http://schemas.openxmlformats.org/drawingml/2006/main" xmlns:r="http://schemas.openxmlformats.org/officeDocument/2006/relationships" xmlns:p="http://schemas.openxmlformats.org/presentationml/2006/main">
  <p:tag name="PPSPLIT_ID" val=" 32"/>
</p:tagLst>
</file>

<file path=ppt/tags/tag1520.xml><?xml version="1.0" encoding="utf-8"?>
<p:tagLst xmlns:a="http://schemas.openxmlformats.org/drawingml/2006/main" xmlns:r="http://schemas.openxmlformats.org/officeDocument/2006/relationships" xmlns:p="http://schemas.openxmlformats.org/presentationml/2006/main">
  <p:tag name="TIMING" val="|45.2"/>
  <p:tag name="PPSPLIT_SPLIT" val="1"/>
  <p:tag name="PPSPLIT_ORIGINALSLIDENUMBER" val="49"/>
</p:tagLst>
</file>

<file path=ppt/tags/tag1521.xml><?xml version="1.0" encoding="utf-8"?>
<p:tagLst xmlns:a="http://schemas.openxmlformats.org/drawingml/2006/main" xmlns:r="http://schemas.openxmlformats.org/officeDocument/2006/relationships" xmlns:p="http://schemas.openxmlformats.org/presentationml/2006/main">
  <p:tag name="PPSPLIT_ID" val=" 7"/>
</p:tagLst>
</file>

<file path=ppt/tags/tag1522.xml><?xml version="1.0" encoding="utf-8"?>
<p:tagLst xmlns:a="http://schemas.openxmlformats.org/drawingml/2006/main" xmlns:r="http://schemas.openxmlformats.org/officeDocument/2006/relationships" xmlns:p="http://schemas.openxmlformats.org/presentationml/2006/main">
  <p:tag name="PPSPLIT_ID" val=" 9"/>
</p:tagLst>
</file>

<file path=ppt/tags/tag1523.xml><?xml version="1.0" encoding="utf-8"?>
<p:tagLst xmlns:a="http://schemas.openxmlformats.org/drawingml/2006/main" xmlns:r="http://schemas.openxmlformats.org/officeDocument/2006/relationships" xmlns:p="http://schemas.openxmlformats.org/presentationml/2006/main">
  <p:tag name="PPSPLIT_ID" val=" 17"/>
</p:tagLst>
</file>

<file path=ppt/tags/tag1524.xml><?xml version="1.0" encoding="utf-8"?>
<p:tagLst xmlns:a="http://schemas.openxmlformats.org/drawingml/2006/main" xmlns:r="http://schemas.openxmlformats.org/officeDocument/2006/relationships" xmlns:p="http://schemas.openxmlformats.org/presentationml/2006/main">
  <p:tag name="PPSPLIT_ID" val=" 18"/>
</p:tagLst>
</file>

<file path=ppt/tags/tag1525.xml><?xml version="1.0" encoding="utf-8"?>
<p:tagLst xmlns:a="http://schemas.openxmlformats.org/drawingml/2006/main" xmlns:r="http://schemas.openxmlformats.org/officeDocument/2006/relationships" xmlns:p="http://schemas.openxmlformats.org/presentationml/2006/main">
  <p:tag name="PPSPLIT_ID" val=" 19"/>
</p:tagLst>
</file>

<file path=ppt/tags/tag1526.xml><?xml version="1.0" encoding="utf-8"?>
<p:tagLst xmlns:a="http://schemas.openxmlformats.org/drawingml/2006/main" xmlns:r="http://schemas.openxmlformats.org/officeDocument/2006/relationships" xmlns:p="http://schemas.openxmlformats.org/presentationml/2006/main">
  <p:tag name="PPSPLIT_ID" val=" 2"/>
</p:tagLst>
</file>

<file path=ppt/tags/tag1527.xml><?xml version="1.0" encoding="utf-8"?>
<p:tagLst xmlns:a="http://schemas.openxmlformats.org/drawingml/2006/main" xmlns:r="http://schemas.openxmlformats.org/officeDocument/2006/relationships" xmlns:p="http://schemas.openxmlformats.org/presentationml/2006/main">
  <p:tag name="PPSPLIT_ID" val=" 3"/>
</p:tagLst>
</file>

<file path=ppt/tags/tag1528.xml><?xml version="1.0" encoding="utf-8"?>
<p:tagLst xmlns:a="http://schemas.openxmlformats.org/drawingml/2006/main" xmlns:r="http://schemas.openxmlformats.org/officeDocument/2006/relationships" xmlns:p="http://schemas.openxmlformats.org/presentationml/2006/main">
  <p:tag name="PPSPLIT_ID" val=" 21"/>
</p:tagLst>
</file>

<file path=ppt/tags/tag1529.xml><?xml version="1.0" encoding="utf-8"?>
<p:tagLst xmlns:a="http://schemas.openxmlformats.org/drawingml/2006/main" xmlns:r="http://schemas.openxmlformats.org/officeDocument/2006/relationships" xmlns:p="http://schemas.openxmlformats.org/presentationml/2006/main">
  <p:tag name="PPSPLIT_ID" val=" 23"/>
</p:tagLst>
</file>

<file path=ppt/tags/tag1530.xml><?xml version="1.0" encoding="utf-8"?>
<p:tagLst xmlns:a="http://schemas.openxmlformats.org/drawingml/2006/main" xmlns:r="http://schemas.openxmlformats.org/officeDocument/2006/relationships" xmlns:p="http://schemas.openxmlformats.org/presentationml/2006/main">
  <p:tag name="PPSPLIT_ID" val=" 25"/>
</p:tagLst>
</file>

<file path=ppt/tags/tag1531.xml><?xml version="1.0" encoding="utf-8"?>
<p:tagLst xmlns:a="http://schemas.openxmlformats.org/drawingml/2006/main" xmlns:r="http://schemas.openxmlformats.org/officeDocument/2006/relationships" xmlns:p="http://schemas.openxmlformats.org/presentationml/2006/main">
  <p:tag name="PPSPLIT_ID" val=" 15"/>
</p:tagLst>
</file>

<file path=ppt/tags/tag1532.xml><?xml version="1.0" encoding="utf-8"?>
<p:tagLst xmlns:a="http://schemas.openxmlformats.org/drawingml/2006/main" xmlns:r="http://schemas.openxmlformats.org/officeDocument/2006/relationships" xmlns:p="http://schemas.openxmlformats.org/presentationml/2006/main">
  <p:tag name="PPSPLIT_ID" val=" 20"/>
</p:tagLst>
</file>

<file path=ppt/tags/tag1533.xml><?xml version="1.0" encoding="utf-8"?>
<p:tagLst xmlns:a="http://schemas.openxmlformats.org/drawingml/2006/main" xmlns:r="http://schemas.openxmlformats.org/officeDocument/2006/relationships" xmlns:p="http://schemas.openxmlformats.org/presentationml/2006/main">
  <p:tag name="PPSPLIT_ID" val=" 27"/>
</p:tagLst>
</file>

<file path=ppt/tags/tag1534.xml><?xml version="1.0" encoding="utf-8"?>
<p:tagLst xmlns:a="http://schemas.openxmlformats.org/drawingml/2006/main" xmlns:r="http://schemas.openxmlformats.org/officeDocument/2006/relationships" xmlns:p="http://schemas.openxmlformats.org/presentationml/2006/main">
  <p:tag name="PPSPLIT_ID" val=" 8"/>
</p:tagLst>
</file>

<file path=ppt/tags/tag1535.xml><?xml version="1.0" encoding="utf-8"?>
<p:tagLst xmlns:a="http://schemas.openxmlformats.org/drawingml/2006/main" xmlns:r="http://schemas.openxmlformats.org/officeDocument/2006/relationships" xmlns:p="http://schemas.openxmlformats.org/presentationml/2006/main">
  <p:tag name="PPSPLIT_ID" val=" 10"/>
</p:tagLst>
</file>

<file path=ppt/tags/tag1536.xml><?xml version="1.0" encoding="utf-8"?>
<p:tagLst xmlns:a="http://schemas.openxmlformats.org/drawingml/2006/main" xmlns:r="http://schemas.openxmlformats.org/officeDocument/2006/relationships" xmlns:p="http://schemas.openxmlformats.org/presentationml/2006/main">
  <p:tag name="PPSPLIT_ID" val=" 11"/>
</p:tagLst>
</file>

<file path=ppt/tags/tag1537.xml><?xml version="1.0" encoding="utf-8"?>
<p:tagLst xmlns:a="http://schemas.openxmlformats.org/drawingml/2006/main" xmlns:r="http://schemas.openxmlformats.org/officeDocument/2006/relationships" xmlns:p="http://schemas.openxmlformats.org/presentationml/2006/main">
  <p:tag name="PPSPLIT_ID" val=" 12"/>
</p:tagLst>
</file>

<file path=ppt/tags/tag1538.xml><?xml version="1.0" encoding="utf-8"?>
<p:tagLst xmlns:a="http://schemas.openxmlformats.org/drawingml/2006/main" xmlns:r="http://schemas.openxmlformats.org/officeDocument/2006/relationships" xmlns:p="http://schemas.openxmlformats.org/presentationml/2006/main">
  <p:tag name="PPSPLIT_ID" val=" 13"/>
</p:tagLst>
</file>

<file path=ppt/tags/tag1539.xml><?xml version="1.0" encoding="utf-8"?>
<p:tagLst xmlns:a="http://schemas.openxmlformats.org/drawingml/2006/main" xmlns:r="http://schemas.openxmlformats.org/officeDocument/2006/relationships" xmlns:p="http://schemas.openxmlformats.org/presentationml/2006/main">
  <p:tag name="PPSPLIT_ID" val=" 14"/>
</p:tagLst>
</file>

<file path=ppt/tags/tag1540.xml><?xml version="1.0" encoding="utf-8"?>
<p:tagLst xmlns:a="http://schemas.openxmlformats.org/drawingml/2006/main" xmlns:r="http://schemas.openxmlformats.org/officeDocument/2006/relationships" xmlns:p="http://schemas.openxmlformats.org/presentationml/2006/main">
  <p:tag name="PPSPLIT_ID" val=" 32"/>
</p:tagLst>
</file>

<file path=ppt/tags/tag1541.xml><?xml version="1.0" encoding="utf-8"?>
<p:tagLst xmlns:a="http://schemas.openxmlformats.org/drawingml/2006/main" xmlns:r="http://schemas.openxmlformats.org/officeDocument/2006/relationships" xmlns:p="http://schemas.openxmlformats.org/presentationml/2006/main">
  <p:tag name="TIMING" val="|15.2|55.6|10.5|19.7"/>
  <p:tag name="PPSPLIT_SPLIT" val="1"/>
  <p:tag name="PPSPLIT_ORIGINALSLIDENUMBER" val="50"/>
  <p:tag name="PPSPLIT_DONE" val="1"/>
</p:tagLst>
</file>

<file path=ppt/tags/tag1542.xml><?xml version="1.0" encoding="utf-8"?>
<p:tagLst xmlns:a="http://schemas.openxmlformats.org/drawingml/2006/main" xmlns:r="http://schemas.openxmlformats.org/officeDocument/2006/relationships" xmlns:p="http://schemas.openxmlformats.org/presentationml/2006/main">
  <p:tag name="PPSPLIT_ID" val=" 13"/>
</p:tagLst>
</file>

<file path=ppt/tags/tag1543.xml><?xml version="1.0" encoding="utf-8"?>
<p:tagLst xmlns:a="http://schemas.openxmlformats.org/drawingml/2006/main" xmlns:r="http://schemas.openxmlformats.org/officeDocument/2006/relationships" xmlns:p="http://schemas.openxmlformats.org/presentationml/2006/main">
  <p:tag name="PPSPLIT_ID" val=" 2"/>
</p:tagLst>
</file>

<file path=ppt/tags/tag1544.xml><?xml version="1.0" encoding="utf-8"?>
<p:tagLst xmlns:a="http://schemas.openxmlformats.org/drawingml/2006/main" xmlns:r="http://schemas.openxmlformats.org/officeDocument/2006/relationships" xmlns:p="http://schemas.openxmlformats.org/presentationml/2006/main">
  <p:tag name="PPSPLIT_ID" val=" 3"/>
</p:tagLst>
</file>

<file path=ppt/tags/tag1545.xml><?xml version="1.0" encoding="utf-8"?>
<p:tagLst xmlns:a="http://schemas.openxmlformats.org/drawingml/2006/main" xmlns:r="http://schemas.openxmlformats.org/officeDocument/2006/relationships" xmlns:p="http://schemas.openxmlformats.org/presentationml/2006/main">
  <p:tag name="PPSPLIT_ID" val=" 4"/>
</p:tagLst>
</file>

<file path=ppt/tags/tag1546.xml><?xml version="1.0" encoding="utf-8"?>
<p:tagLst xmlns:a="http://schemas.openxmlformats.org/drawingml/2006/main" xmlns:r="http://schemas.openxmlformats.org/officeDocument/2006/relationships" xmlns:p="http://schemas.openxmlformats.org/presentationml/2006/main">
  <p:tag name="TIMING" val="|15.2|55.6|10.5|19.7"/>
  <p:tag name="PPSPLIT_SPLIT" val="1"/>
  <p:tag name="PPSPLIT_ORIGINALSLIDENUMBER" val="50"/>
  <p:tag name="PPSPLIT_DONE" val="1"/>
</p:tagLst>
</file>

<file path=ppt/tags/tag1547.xml><?xml version="1.0" encoding="utf-8"?>
<p:tagLst xmlns:a="http://schemas.openxmlformats.org/drawingml/2006/main" xmlns:r="http://schemas.openxmlformats.org/officeDocument/2006/relationships" xmlns:p="http://schemas.openxmlformats.org/presentationml/2006/main">
  <p:tag name="PPSPLIT_ID" val=" 13"/>
</p:tagLst>
</file>

<file path=ppt/tags/tag1548.xml><?xml version="1.0" encoding="utf-8"?>
<p:tagLst xmlns:a="http://schemas.openxmlformats.org/drawingml/2006/main" xmlns:r="http://schemas.openxmlformats.org/officeDocument/2006/relationships" xmlns:p="http://schemas.openxmlformats.org/presentationml/2006/main">
  <p:tag name="PPSPLIT_ID" val=" 6"/>
</p:tagLst>
</file>

<file path=ppt/tags/tag1549.xml><?xml version="1.0" encoding="utf-8"?>
<p:tagLst xmlns:a="http://schemas.openxmlformats.org/drawingml/2006/main" xmlns:r="http://schemas.openxmlformats.org/officeDocument/2006/relationships" xmlns:p="http://schemas.openxmlformats.org/presentationml/2006/main">
  <p:tag name="PPSPLIT_ID" val=" 12"/>
</p:tagLst>
</file>

<file path=ppt/tags/tag1550.xml><?xml version="1.0" encoding="utf-8"?>
<p:tagLst xmlns:a="http://schemas.openxmlformats.org/drawingml/2006/main" xmlns:r="http://schemas.openxmlformats.org/officeDocument/2006/relationships" xmlns:p="http://schemas.openxmlformats.org/presentationml/2006/main">
  <p:tag name="PPSPLIT_ID" val=" 2"/>
</p:tagLst>
</file>

<file path=ppt/tags/tag1551.xml><?xml version="1.0" encoding="utf-8"?>
<p:tagLst xmlns:a="http://schemas.openxmlformats.org/drawingml/2006/main" xmlns:r="http://schemas.openxmlformats.org/officeDocument/2006/relationships" xmlns:p="http://schemas.openxmlformats.org/presentationml/2006/main">
  <p:tag name="PPSPLIT_ID" val=" 3"/>
</p:tagLst>
</file>

<file path=ppt/tags/tag1552.xml><?xml version="1.0" encoding="utf-8"?>
<p:tagLst xmlns:a="http://schemas.openxmlformats.org/drawingml/2006/main" xmlns:r="http://schemas.openxmlformats.org/officeDocument/2006/relationships" xmlns:p="http://schemas.openxmlformats.org/presentationml/2006/main">
  <p:tag name="PPSPLIT_ID" val=" 4"/>
</p:tagLst>
</file>

<file path=ppt/tags/tag1553.xml><?xml version="1.0" encoding="utf-8"?>
<p:tagLst xmlns:a="http://schemas.openxmlformats.org/drawingml/2006/main" xmlns:r="http://schemas.openxmlformats.org/officeDocument/2006/relationships" xmlns:p="http://schemas.openxmlformats.org/presentationml/2006/main">
  <p:tag name="PPSPLIT_ID" val=" 7"/>
</p:tagLst>
</file>

<file path=ppt/tags/tag1554.xml><?xml version="1.0" encoding="utf-8"?>
<p:tagLst xmlns:a="http://schemas.openxmlformats.org/drawingml/2006/main" xmlns:r="http://schemas.openxmlformats.org/officeDocument/2006/relationships" xmlns:p="http://schemas.openxmlformats.org/presentationml/2006/main">
  <p:tag name="PPSPLIT_ID" val=" 11"/>
</p:tagLst>
</file>

<file path=ppt/tags/tag1555.xml><?xml version="1.0" encoding="utf-8"?>
<p:tagLst xmlns:a="http://schemas.openxmlformats.org/drawingml/2006/main" xmlns:r="http://schemas.openxmlformats.org/officeDocument/2006/relationships" xmlns:p="http://schemas.openxmlformats.org/presentationml/2006/main">
  <p:tag name="PPSPLIT_ID" val=" 15"/>
</p:tagLst>
</file>

<file path=ppt/tags/tag1556.xml><?xml version="1.0" encoding="utf-8"?>
<p:tagLst xmlns:a="http://schemas.openxmlformats.org/drawingml/2006/main" xmlns:r="http://schemas.openxmlformats.org/officeDocument/2006/relationships" xmlns:p="http://schemas.openxmlformats.org/presentationml/2006/main">
  <p:tag name="PPSPLIT_ID" val=" 49"/>
</p:tagLst>
</file>

<file path=ppt/tags/tag1557.xml><?xml version="1.0" encoding="utf-8"?>
<p:tagLst xmlns:a="http://schemas.openxmlformats.org/drawingml/2006/main" xmlns:r="http://schemas.openxmlformats.org/officeDocument/2006/relationships" xmlns:p="http://schemas.openxmlformats.org/presentationml/2006/main">
  <p:tag name="PPSPLIT_ID" val=" 53"/>
</p:tagLst>
</file>

<file path=ppt/tags/tag1558.xml><?xml version="1.0" encoding="utf-8"?>
<p:tagLst xmlns:a="http://schemas.openxmlformats.org/drawingml/2006/main" xmlns:r="http://schemas.openxmlformats.org/officeDocument/2006/relationships" xmlns:p="http://schemas.openxmlformats.org/presentationml/2006/main">
  <p:tag name="PPSPLIT_ID" val=" 55"/>
</p:tagLst>
</file>

<file path=ppt/tags/tag1559.xml><?xml version="1.0" encoding="utf-8"?>
<p:tagLst xmlns:a="http://schemas.openxmlformats.org/drawingml/2006/main" xmlns:r="http://schemas.openxmlformats.org/officeDocument/2006/relationships" xmlns:p="http://schemas.openxmlformats.org/presentationml/2006/main">
  <p:tag name="PPSPLIT_ID" val=" 57"/>
</p:tagLst>
</file>

<file path=ppt/tags/tag1560.xml><?xml version="1.0" encoding="utf-8"?>
<p:tagLst xmlns:a="http://schemas.openxmlformats.org/drawingml/2006/main" xmlns:r="http://schemas.openxmlformats.org/officeDocument/2006/relationships" xmlns:p="http://schemas.openxmlformats.org/presentationml/2006/main">
  <p:tag name="TIMING" val="|15.2|55.6|10.5|19.7"/>
  <p:tag name="PPSPLIT_SPLIT" val="1"/>
  <p:tag name="PPSPLIT_ORIGINALSLIDENUMBER" val="50"/>
  <p:tag name="PPSPLIT_DONE" val="1"/>
</p:tagLst>
</file>

<file path=ppt/tags/tag1561.xml><?xml version="1.0" encoding="utf-8"?>
<p:tagLst xmlns:a="http://schemas.openxmlformats.org/drawingml/2006/main" xmlns:r="http://schemas.openxmlformats.org/officeDocument/2006/relationships" xmlns:p="http://schemas.openxmlformats.org/presentationml/2006/main">
  <p:tag name="PPSPLIT_ID" val=" 13"/>
</p:tagLst>
</file>

<file path=ppt/tags/tag1562.xml><?xml version="1.0" encoding="utf-8"?>
<p:tagLst xmlns:a="http://schemas.openxmlformats.org/drawingml/2006/main" xmlns:r="http://schemas.openxmlformats.org/officeDocument/2006/relationships" xmlns:p="http://schemas.openxmlformats.org/presentationml/2006/main">
  <p:tag name="PPSPLIT_ID" val=" 6"/>
</p:tagLst>
</file>

<file path=ppt/tags/tag1563.xml><?xml version="1.0" encoding="utf-8"?>
<p:tagLst xmlns:a="http://schemas.openxmlformats.org/drawingml/2006/main" xmlns:r="http://schemas.openxmlformats.org/officeDocument/2006/relationships" xmlns:p="http://schemas.openxmlformats.org/presentationml/2006/main">
  <p:tag name="PPSPLIT_ID" val=" 10"/>
</p:tagLst>
</file>

<file path=ppt/tags/tag1564.xml><?xml version="1.0" encoding="utf-8"?>
<p:tagLst xmlns:a="http://schemas.openxmlformats.org/drawingml/2006/main" xmlns:r="http://schemas.openxmlformats.org/officeDocument/2006/relationships" xmlns:p="http://schemas.openxmlformats.org/presentationml/2006/main">
  <p:tag name="PPSPLIT_ID" val=" 12"/>
</p:tagLst>
</file>

<file path=ppt/tags/tag1565.xml><?xml version="1.0" encoding="utf-8"?>
<p:tagLst xmlns:a="http://schemas.openxmlformats.org/drawingml/2006/main" xmlns:r="http://schemas.openxmlformats.org/officeDocument/2006/relationships" xmlns:p="http://schemas.openxmlformats.org/presentationml/2006/main">
  <p:tag name="PPSPLIT_ID" val=" 2"/>
</p:tagLst>
</file>

<file path=ppt/tags/tag1566.xml><?xml version="1.0" encoding="utf-8"?>
<p:tagLst xmlns:a="http://schemas.openxmlformats.org/drawingml/2006/main" xmlns:r="http://schemas.openxmlformats.org/officeDocument/2006/relationships" xmlns:p="http://schemas.openxmlformats.org/presentationml/2006/main">
  <p:tag name="PPSPLIT_ID" val=" 3"/>
</p:tagLst>
</file>

<file path=ppt/tags/tag1567.xml><?xml version="1.0" encoding="utf-8"?>
<p:tagLst xmlns:a="http://schemas.openxmlformats.org/drawingml/2006/main" xmlns:r="http://schemas.openxmlformats.org/officeDocument/2006/relationships" xmlns:p="http://schemas.openxmlformats.org/presentationml/2006/main">
  <p:tag name="PPSPLIT_ID" val=" 4"/>
</p:tagLst>
</file>

<file path=ppt/tags/tag1568.xml><?xml version="1.0" encoding="utf-8"?>
<p:tagLst xmlns:a="http://schemas.openxmlformats.org/drawingml/2006/main" xmlns:r="http://schemas.openxmlformats.org/officeDocument/2006/relationships" xmlns:p="http://schemas.openxmlformats.org/presentationml/2006/main">
  <p:tag name="PPSPLIT_ID" val=" 7"/>
</p:tagLst>
</file>

<file path=ppt/tags/tag1569.xml><?xml version="1.0" encoding="utf-8"?>
<p:tagLst xmlns:a="http://schemas.openxmlformats.org/drawingml/2006/main" xmlns:r="http://schemas.openxmlformats.org/officeDocument/2006/relationships" xmlns:p="http://schemas.openxmlformats.org/presentationml/2006/main">
  <p:tag name="PPSPLIT_ID" val=" 11"/>
</p:tagLst>
</file>

<file path=ppt/tags/tag1570.xml><?xml version="1.0" encoding="utf-8"?>
<p:tagLst xmlns:a="http://schemas.openxmlformats.org/drawingml/2006/main" xmlns:r="http://schemas.openxmlformats.org/officeDocument/2006/relationships" xmlns:p="http://schemas.openxmlformats.org/presentationml/2006/main">
  <p:tag name="PPSPLIT_ID" val=" 15"/>
</p:tagLst>
</file>

<file path=ppt/tags/tag1571.xml><?xml version="1.0" encoding="utf-8"?>
<p:tagLst xmlns:a="http://schemas.openxmlformats.org/drawingml/2006/main" xmlns:r="http://schemas.openxmlformats.org/officeDocument/2006/relationships" xmlns:p="http://schemas.openxmlformats.org/presentationml/2006/main">
  <p:tag name="PPSPLIT_ID" val=" 23"/>
</p:tagLst>
</file>

<file path=ppt/tags/tag1572.xml><?xml version="1.0" encoding="utf-8"?>
<p:tagLst xmlns:a="http://schemas.openxmlformats.org/drawingml/2006/main" xmlns:r="http://schemas.openxmlformats.org/officeDocument/2006/relationships" xmlns:p="http://schemas.openxmlformats.org/presentationml/2006/main">
  <p:tag name="PPSPLIT_ID" val=" 30"/>
</p:tagLst>
</file>

<file path=ppt/tags/tag1573.xml><?xml version="1.0" encoding="utf-8"?>
<p:tagLst xmlns:a="http://schemas.openxmlformats.org/drawingml/2006/main" xmlns:r="http://schemas.openxmlformats.org/officeDocument/2006/relationships" xmlns:p="http://schemas.openxmlformats.org/presentationml/2006/main">
  <p:tag name="PPSPLIT_ID" val=" 49"/>
</p:tagLst>
</file>

<file path=ppt/tags/tag1574.xml><?xml version="1.0" encoding="utf-8"?>
<p:tagLst xmlns:a="http://schemas.openxmlformats.org/drawingml/2006/main" xmlns:r="http://schemas.openxmlformats.org/officeDocument/2006/relationships" xmlns:p="http://schemas.openxmlformats.org/presentationml/2006/main">
  <p:tag name="PPSPLIT_ID" val=" 53"/>
</p:tagLst>
</file>

<file path=ppt/tags/tag1575.xml><?xml version="1.0" encoding="utf-8"?>
<p:tagLst xmlns:a="http://schemas.openxmlformats.org/drawingml/2006/main" xmlns:r="http://schemas.openxmlformats.org/officeDocument/2006/relationships" xmlns:p="http://schemas.openxmlformats.org/presentationml/2006/main">
  <p:tag name="PPSPLIT_ID" val=" 55"/>
</p:tagLst>
</file>

<file path=ppt/tags/tag1576.xml><?xml version="1.0" encoding="utf-8"?>
<p:tagLst xmlns:a="http://schemas.openxmlformats.org/drawingml/2006/main" xmlns:r="http://schemas.openxmlformats.org/officeDocument/2006/relationships" xmlns:p="http://schemas.openxmlformats.org/presentationml/2006/main">
  <p:tag name="PPSPLIT_ID" val=" 57"/>
</p:tagLst>
</file>

<file path=ppt/tags/tag1577.xml><?xml version="1.0" encoding="utf-8"?>
<p:tagLst xmlns:a="http://schemas.openxmlformats.org/drawingml/2006/main" xmlns:r="http://schemas.openxmlformats.org/officeDocument/2006/relationships" xmlns:p="http://schemas.openxmlformats.org/presentationml/2006/main">
  <p:tag name="PPSPLIT_ID" val=" 60"/>
</p:tagLst>
</file>

<file path=ppt/tags/tag1578.xml><?xml version="1.0" encoding="utf-8"?>
<p:tagLst xmlns:a="http://schemas.openxmlformats.org/drawingml/2006/main" xmlns:r="http://schemas.openxmlformats.org/officeDocument/2006/relationships" xmlns:p="http://schemas.openxmlformats.org/presentationml/2006/main">
  <p:tag name="TIMING" val="|15.2|55.6|10.5|19.7"/>
  <p:tag name="PPSPLIT_SPLIT" val="1"/>
  <p:tag name="PPSPLIT_ORIGINALSLIDENUMBER" val="50"/>
  <p:tag name="PPSPLIT_DONE" val="1"/>
</p:tagLst>
</file>

<file path=ppt/tags/tag1579.xml><?xml version="1.0" encoding="utf-8"?>
<p:tagLst xmlns:a="http://schemas.openxmlformats.org/drawingml/2006/main" xmlns:r="http://schemas.openxmlformats.org/officeDocument/2006/relationships" xmlns:p="http://schemas.openxmlformats.org/presentationml/2006/main">
  <p:tag name="PPSPLIT_ID" val=" 13"/>
</p:tagLst>
</file>

<file path=ppt/tags/tag1580.xml><?xml version="1.0" encoding="utf-8"?>
<p:tagLst xmlns:a="http://schemas.openxmlformats.org/drawingml/2006/main" xmlns:r="http://schemas.openxmlformats.org/officeDocument/2006/relationships" xmlns:p="http://schemas.openxmlformats.org/presentationml/2006/main">
  <p:tag name="PPSPLIT_ID" val=" 6"/>
</p:tagLst>
</file>

<file path=ppt/tags/tag1581.xml><?xml version="1.0" encoding="utf-8"?>
<p:tagLst xmlns:a="http://schemas.openxmlformats.org/drawingml/2006/main" xmlns:r="http://schemas.openxmlformats.org/officeDocument/2006/relationships" xmlns:p="http://schemas.openxmlformats.org/presentationml/2006/main">
  <p:tag name="PPSPLIT_ID" val=" 10"/>
</p:tagLst>
</file>

<file path=ppt/tags/tag1582.xml><?xml version="1.0" encoding="utf-8"?>
<p:tagLst xmlns:a="http://schemas.openxmlformats.org/drawingml/2006/main" xmlns:r="http://schemas.openxmlformats.org/officeDocument/2006/relationships" xmlns:p="http://schemas.openxmlformats.org/presentationml/2006/main">
  <p:tag name="PPSPLIT_ID" val=" 12"/>
</p:tagLst>
</file>

<file path=ppt/tags/tag1583.xml><?xml version="1.0" encoding="utf-8"?>
<p:tagLst xmlns:a="http://schemas.openxmlformats.org/drawingml/2006/main" xmlns:r="http://schemas.openxmlformats.org/officeDocument/2006/relationships" xmlns:p="http://schemas.openxmlformats.org/presentationml/2006/main">
  <p:tag name="PPSPLIT_ID" val=" 14"/>
</p:tagLst>
</file>

<file path=ppt/tags/tag1584.xml><?xml version="1.0" encoding="utf-8"?>
<p:tagLst xmlns:a="http://schemas.openxmlformats.org/drawingml/2006/main" xmlns:r="http://schemas.openxmlformats.org/officeDocument/2006/relationships" xmlns:p="http://schemas.openxmlformats.org/presentationml/2006/main">
  <p:tag name="PPSPLIT_ID" val=" 2"/>
</p:tagLst>
</file>

<file path=ppt/tags/tag1585.xml><?xml version="1.0" encoding="utf-8"?>
<p:tagLst xmlns:a="http://schemas.openxmlformats.org/drawingml/2006/main" xmlns:r="http://schemas.openxmlformats.org/officeDocument/2006/relationships" xmlns:p="http://schemas.openxmlformats.org/presentationml/2006/main">
  <p:tag name="PPSPLIT_ID" val=" 3"/>
</p:tagLst>
</file>

<file path=ppt/tags/tag1586.xml><?xml version="1.0" encoding="utf-8"?>
<p:tagLst xmlns:a="http://schemas.openxmlformats.org/drawingml/2006/main" xmlns:r="http://schemas.openxmlformats.org/officeDocument/2006/relationships" xmlns:p="http://schemas.openxmlformats.org/presentationml/2006/main">
  <p:tag name="PPSPLIT_ID" val=" 4"/>
</p:tagLst>
</file>

<file path=ppt/tags/tag1587.xml><?xml version="1.0" encoding="utf-8"?>
<p:tagLst xmlns:a="http://schemas.openxmlformats.org/drawingml/2006/main" xmlns:r="http://schemas.openxmlformats.org/officeDocument/2006/relationships" xmlns:p="http://schemas.openxmlformats.org/presentationml/2006/main">
  <p:tag name="PPSPLIT_ID" val=" 7"/>
</p:tagLst>
</file>

<file path=ppt/tags/tag1588.xml><?xml version="1.0" encoding="utf-8"?>
<p:tagLst xmlns:a="http://schemas.openxmlformats.org/drawingml/2006/main" xmlns:r="http://schemas.openxmlformats.org/officeDocument/2006/relationships" xmlns:p="http://schemas.openxmlformats.org/presentationml/2006/main">
  <p:tag name="PPSPLIT_ID" val=" 11"/>
</p:tagLst>
</file>

<file path=ppt/tags/tag1589.xml><?xml version="1.0" encoding="utf-8"?>
<p:tagLst xmlns:a="http://schemas.openxmlformats.org/drawingml/2006/main" xmlns:r="http://schemas.openxmlformats.org/officeDocument/2006/relationships" xmlns:p="http://schemas.openxmlformats.org/presentationml/2006/main">
  <p:tag name="PPSPLIT_ID" val=" 15"/>
</p:tagLst>
</file>

<file path=ppt/tags/tag1590.xml><?xml version="1.0" encoding="utf-8"?>
<p:tagLst xmlns:a="http://schemas.openxmlformats.org/drawingml/2006/main" xmlns:r="http://schemas.openxmlformats.org/officeDocument/2006/relationships" xmlns:p="http://schemas.openxmlformats.org/presentationml/2006/main">
  <p:tag name="PPSPLIT_ID" val=" 18"/>
</p:tagLst>
</file>

<file path=ppt/tags/tag1591.xml><?xml version="1.0" encoding="utf-8"?>
<p:tagLst xmlns:a="http://schemas.openxmlformats.org/drawingml/2006/main" xmlns:r="http://schemas.openxmlformats.org/officeDocument/2006/relationships" xmlns:p="http://schemas.openxmlformats.org/presentationml/2006/main">
  <p:tag name="PPSPLIT_ID" val=" 21"/>
</p:tagLst>
</file>

<file path=ppt/tags/tag1592.xml><?xml version="1.0" encoding="utf-8"?>
<p:tagLst xmlns:a="http://schemas.openxmlformats.org/drawingml/2006/main" xmlns:r="http://schemas.openxmlformats.org/officeDocument/2006/relationships" xmlns:p="http://schemas.openxmlformats.org/presentationml/2006/main">
  <p:tag name="PPSPLIT_ID" val=" 23"/>
</p:tagLst>
</file>

<file path=ppt/tags/tag1593.xml><?xml version="1.0" encoding="utf-8"?>
<p:tagLst xmlns:a="http://schemas.openxmlformats.org/drawingml/2006/main" xmlns:r="http://schemas.openxmlformats.org/officeDocument/2006/relationships" xmlns:p="http://schemas.openxmlformats.org/presentationml/2006/main">
  <p:tag name="PPSPLIT_ID" val=" 30"/>
</p:tagLst>
</file>

<file path=ppt/tags/tag1594.xml><?xml version="1.0" encoding="utf-8"?>
<p:tagLst xmlns:a="http://schemas.openxmlformats.org/drawingml/2006/main" xmlns:r="http://schemas.openxmlformats.org/officeDocument/2006/relationships" xmlns:p="http://schemas.openxmlformats.org/presentationml/2006/main">
  <p:tag name="PPSPLIT_ID" val=" 47"/>
</p:tagLst>
</file>

<file path=ppt/tags/tag1595.xml><?xml version="1.0" encoding="utf-8"?>
<p:tagLst xmlns:a="http://schemas.openxmlformats.org/drawingml/2006/main" xmlns:r="http://schemas.openxmlformats.org/officeDocument/2006/relationships" xmlns:p="http://schemas.openxmlformats.org/presentationml/2006/main">
  <p:tag name="PPSPLIT_ID" val=" 48"/>
</p:tagLst>
</file>

<file path=ppt/tags/tag1596.xml><?xml version="1.0" encoding="utf-8"?>
<p:tagLst xmlns:a="http://schemas.openxmlformats.org/drawingml/2006/main" xmlns:r="http://schemas.openxmlformats.org/officeDocument/2006/relationships" xmlns:p="http://schemas.openxmlformats.org/presentationml/2006/main">
  <p:tag name="PPSPLIT_ID" val=" 49"/>
</p:tagLst>
</file>

<file path=ppt/tags/tag1597.xml><?xml version="1.0" encoding="utf-8"?>
<p:tagLst xmlns:a="http://schemas.openxmlformats.org/drawingml/2006/main" xmlns:r="http://schemas.openxmlformats.org/officeDocument/2006/relationships" xmlns:p="http://schemas.openxmlformats.org/presentationml/2006/main">
  <p:tag name="PPSPLIT_ID" val=" 53"/>
</p:tagLst>
</file>

<file path=ppt/tags/tag1598.xml><?xml version="1.0" encoding="utf-8"?>
<p:tagLst xmlns:a="http://schemas.openxmlformats.org/drawingml/2006/main" xmlns:r="http://schemas.openxmlformats.org/officeDocument/2006/relationships" xmlns:p="http://schemas.openxmlformats.org/presentationml/2006/main">
  <p:tag name="PPSPLIT_ID" val=" 55"/>
</p:tagLst>
</file>

<file path=ppt/tags/tag1599.xml><?xml version="1.0" encoding="utf-8"?>
<p:tagLst xmlns:a="http://schemas.openxmlformats.org/drawingml/2006/main" xmlns:r="http://schemas.openxmlformats.org/officeDocument/2006/relationships" xmlns:p="http://schemas.openxmlformats.org/presentationml/2006/main">
  <p:tag name="PPSPLIT_ID" val=" 57"/>
</p:tagLst>
</file>

<file path=ppt/tags/tag1600.xml><?xml version="1.0" encoding="utf-8"?>
<p:tagLst xmlns:a="http://schemas.openxmlformats.org/drawingml/2006/main" xmlns:r="http://schemas.openxmlformats.org/officeDocument/2006/relationships" xmlns:p="http://schemas.openxmlformats.org/presentationml/2006/main">
  <p:tag name="PPSPLIT_ID" val=" 60"/>
</p:tagLst>
</file>

<file path=ppt/tags/tag1601.xml><?xml version="1.0" encoding="utf-8"?>
<p:tagLst xmlns:a="http://schemas.openxmlformats.org/drawingml/2006/main" xmlns:r="http://schemas.openxmlformats.org/officeDocument/2006/relationships" xmlns:p="http://schemas.openxmlformats.org/presentationml/2006/main">
  <p:tag name="TIMING" val="|15.2|55.6|10.5|19.7"/>
  <p:tag name="PPSPLIT_SPLIT" val="1"/>
  <p:tag name="PPSPLIT_ORIGINALSLIDENUMBER" val="50"/>
</p:tagLst>
</file>

<file path=ppt/tags/tag1602.xml><?xml version="1.0" encoding="utf-8"?>
<p:tagLst xmlns:a="http://schemas.openxmlformats.org/drawingml/2006/main" xmlns:r="http://schemas.openxmlformats.org/officeDocument/2006/relationships" xmlns:p="http://schemas.openxmlformats.org/presentationml/2006/main">
  <p:tag name="PPSPLIT_ID" val=" 13"/>
</p:tagLst>
</file>

<file path=ppt/tags/tag1603.xml><?xml version="1.0" encoding="utf-8"?>
<p:tagLst xmlns:a="http://schemas.openxmlformats.org/drawingml/2006/main" xmlns:r="http://schemas.openxmlformats.org/officeDocument/2006/relationships" xmlns:p="http://schemas.openxmlformats.org/presentationml/2006/main">
  <p:tag name="PPSPLIT_ID" val=" 6"/>
</p:tagLst>
</file>

<file path=ppt/tags/tag1604.xml><?xml version="1.0" encoding="utf-8"?>
<p:tagLst xmlns:a="http://schemas.openxmlformats.org/drawingml/2006/main" xmlns:r="http://schemas.openxmlformats.org/officeDocument/2006/relationships" xmlns:p="http://schemas.openxmlformats.org/presentationml/2006/main">
  <p:tag name="PPSPLIT_ID" val=" 10"/>
</p:tagLst>
</file>

<file path=ppt/tags/tag1605.xml><?xml version="1.0" encoding="utf-8"?>
<p:tagLst xmlns:a="http://schemas.openxmlformats.org/drawingml/2006/main" xmlns:r="http://schemas.openxmlformats.org/officeDocument/2006/relationships" xmlns:p="http://schemas.openxmlformats.org/presentationml/2006/main">
  <p:tag name="PPSPLIT_ID" val=" 12"/>
</p:tagLst>
</file>

<file path=ppt/tags/tag1606.xml><?xml version="1.0" encoding="utf-8"?>
<p:tagLst xmlns:a="http://schemas.openxmlformats.org/drawingml/2006/main" xmlns:r="http://schemas.openxmlformats.org/officeDocument/2006/relationships" xmlns:p="http://schemas.openxmlformats.org/presentationml/2006/main">
  <p:tag name="PPSPLIT_ID" val=" 14"/>
</p:tagLst>
</file>

<file path=ppt/tags/tag1607.xml><?xml version="1.0" encoding="utf-8"?>
<p:tagLst xmlns:a="http://schemas.openxmlformats.org/drawingml/2006/main" xmlns:r="http://schemas.openxmlformats.org/officeDocument/2006/relationships" xmlns:p="http://schemas.openxmlformats.org/presentationml/2006/main">
  <p:tag name="PPSPLIT_ID" val=" 2"/>
</p:tagLst>
</file>

<file path=ppt/tags/tag1608.xml><?xml version="1.0" encoding="utf-8"?>
<p:tagLst xmlns:a="http://schemas.openxmlformats.org/drawingml/2006/main" xmlns:r="http://schemas.openxmlformats.org/officeDocument/2006/relationships" xmlns:p="http://schemas.openxmlformats.org/presentationml/2006/main">
  <p:tag name="PPSPLIT_ID" val=" 3"/>
</p:tagLst>
</file>

<file path=ppt/tags/tag1609.xml><?xml version="1.0" encoding="utf-8"?>
<p:tagLst xmlns:a="http://schemas.openxmlformats.org/drawingml/2006/main" xmlns:r="http://schemas.openxmlformats.org/officeDocument/2006/relationships" xmlns:p="http://schemas.openxmlformats.org/presentationml/2006/main">
  <p:tag name="PPSPLIT_ID" val=" 4"/>
</p:tagLst>
</file>

<file path=ppt/tags/tag1610.xml><?xml version="1.0" encoding="utf-8"?>
<p:tagLst xmlns:a="http://schemas.openxmlformats.org/drawingml/2006/main" xmlns:r="http://schemas.openxmlformats.org/officeDocument/2006/relationships" xmlns:p="http://schemas.openxmlformats.org/presentationml/2006/main">
  <p:tag name="PPSPLIT_ID" val=" 7"/>
</p:tagLst>
</file>

<file path=ppt/tags/tag1611.xml><?xml version="1.0" encoding="utf-8"?>
<p:tagLst xmlns:a="http://schemas.openxmlformats.org/drawingml/2006/main" xmlns:r="http://schemas.openxmlformats.org/officeDocument/2006/relationships" xmlns:p="http://schemas.openxmlformats.org/presentationml/2006/main">
  <p:tag name="PPSPLIT_ID" val=" 11"/>
</p:tagLst>
</file>

<file path=ppt/tags/tag1612.xml><?xml version="1.0" encoding="utf-8"?>
<p:tagLst xmlns:a="http://schemas.openxmlformats.org/drawingml/2006/main" xmlns:r="http://schemas.openxmlformats.org/officeDocument/2006/relationships" xmlns:p="http://schemas.openxmlformats.org/presentationml/2006/main">
  <p:tag name="PPSPLIT_ID" val=" 15"/>
</p:tagLst>
</file>

<file path=ppt/tags/tag1613.xml><?xml version="1.0" encoding="utf-8"?>
<p:tagLst xmlns:a="http://schemas.openxmlformats.org/drawingml/2006/main" xmlns:r="http://schemas.openxmlformats.org/officeDocument/2006/relationships" xmlns:p="http://schemas.openxmlformats.org/presentationml/2006/main">
  <p:tag name="PPSPLIT_ID" val=" 18"/>
</p:tagLst>
</file>

<file path=ppt/tags/tag1614.xml><?xml version="1.0" encoding="utf-8"?>
<p:tagLst xmlns:a="http://schemas.openxmlformats.org/drawingml/2006/main" xmlns:r="http://schemas.openxmlformats.org/officeDocument/2006/relationships" xmlns:p="http://schemas.openxmlformats.org/presentationml/2006/main">
  <p:tag name="PPSPLIT_ID" val=" 21"/>
</p:tagLst>
</file>

<file path=ppt/tags/tag1615.xml><?xml version="1.0" encoding="utf-8"?>
<p:tagLst xmlns:a="http://schemas.openxmlformats.org/drawingml/2006/main" xmlns:r="http://schemas.openxmlformats.org/officeDocument/2006/relationships" xmlns:p="http://schemas.openxmlformats.org/presentationml/2006/main">
  <p:tag name="PPSPLIT_ID" val=" 23"/>
</p:tagLst>
</file>

<file path=ppt/tags/tag1616.xml><?xml version="1.0" encoding="utf-8"?>
<p:tagLst xmlns:a="http://schemas.openxmlformats.org/drawingml/2006/main" xmlns:r="http://schemas.openxmlformats.org/officeDocument/2006/relationships" xmlns:p="http://schemas.openxmlformats.org/presentationml/2006/main">
  <p:tag name="PPSPLIT_ID" val=" 30"/>
</p:tagLst>
</file>

<file path=ppt/tags/tag1617.xml><?xml version="1.0" encoding="utf-8"?>
<p:tagLst xmlns:a="http://schemas.openxmlformats.org/drawingml/2006/main" xmlns:r="http://schemas.openxmlformats.org/officeDocument/2006/relationships" xmlns:p="http://schemas.openxmlformats.org/presentationml/2006/main">
  <p:tag name="PPSPLIT_ID" val=" 31"/>
</p:tagLst>
</file>

<file path=ppt/tags/tag1618.xml><?xml version="1.0" encoding="utf-8"?>
<p:tagLst xmlns:a="http://schemas.openxmlformats.org/drawingml/2006/main" xmlns:r="http://schemas.openxmlformats.org/officeDocument/2006/relationships" xmlns:p="http://schemas.openxmlformats.org/presentationml/2006/main">
  <p:tag name="PPSPLIT_ID" val=" 32"/>
</p:tagLst>
</file>

<file path=ppt/tags/tag1619.xml><?xml version="1.0" encoding="utf-8"?>
<p:tagLst xmlns:a="http://schemas.openxmlformats.org/drawingml/2006/main" xmlns:r="http://schemas.openxmlformats.org/officeDocument/2006/relationships" xmlns:p="http://schemas.openxmlformats.org/presentationml/2006/main">
  <p:tag name="PPSPLIT_ID" val=" 47"/>
</p:tagLst>
</file>

<file path=ppt/tags/tag1620.xml><?xml version="1.0" encoding="utf-8"?>
<p:tagLst xmlns:a="http://schemas.openxmlformats.org/drawingml/2006/main" xmlns:r="http://schemas.openxmlformats.org/officeDocument/2006/relationships" xmlns:p="http://schemas.openxmlformats.org/presentationml/2006/main">
  <p:tag name="PPSPLIT_ID" val=" 48"/>
</p:tagLst>
</file>

<file path=ppt/tags/tag1621.xml><?xml version="1.0" encoding="utf-8"?>
<p:tagLst xmlns:a="http://schemas.openxmlformats.org/drawingml/2006/main" xmlns:r="http://schemas.openxmlformats.org/officeDocument/2006/relationships" xmlns:p="http://schemas.openxmlformats.org/presentationml/2006/main">
  <p:tag name="PPSPLIT_ID" val=" 49"/>
</p:tagLst>
</file>

<file path=ppt/tags/tag1622.xml><?xml version="1.0" encoding="utf-8"?>
<p:tagLst xmlns:a="http://schemas.openxmlformats.org/drawingml/2006/main" xmlns:r="http://schemas.openxmlformats.org/officeDocument/2006/relationships" xmlns:p="http://schemas.openxmlformats.org/presentationml/2006/main">
  <p:tag name="PPSPLIT_ID" val=" 53"/>
</p:tagLst>
</file>

<file path=ppt/tags/tag1623.xml><?xml version="1.0" encoding="utf-8"?>
<p:tagLst xmlns:a="http://schemas.openxmlformats.org/drawingml/2006/main" xmlns:r="http://schemas.openxmlformats.org/officeDocument/2006/relationships" xmlns:p="http://schemas.openxmlformats.org/presentationml/2006/main">
  <p:tag name="PPSPLIT_ID" val=" 55"/>
</p:tagLst>
</file>

<file path=ppt/tags/tag1624.xml><?xml version="1.0" encoding="utf-8"?>
<p:tagLst xmlns:a="http://schemas.openxmlformats.org/drawingml/2006/main" xmlns:r="http://schemas.openxmlformats.org/officeDocument/2006/relationships" xmlns:p="http://schemas.openxmlformats.org/presentationml/2006/main">
  <p:tag name="PPSPLIT_ID" val=" 57"/>
</p:tagLst>
</file>

<file path=ppt/tags/tag1625.xml><?xml version="1.0" encoding="utf-8"?>
<p:tagLst xmlns:a="http://schemas.openxmlformats.org/drawingml/2006/main" xmlns:r="http://schemas.openxmlformats.org/officeDocument/2006/relationships" xmlns:p="http://schemas.openxmlformats.org/presentationml/2006/main">
  <p:tag name="PPSPLIT_ID" val=" 60"/>
</p:tagLst>
</file>

<file path=ppt/tags/tag1626.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51"/>
  <p:tag name="PPSPLIT_DONE" val="1"/>
</p:tagLst>
</file>

<file path=ppt/tags/tag1627.xml><?xml version="1.0" encoding="utf-8"?>
<p:tagLst xmlns:a="http://schemas.openxmlformats.org/drawingml/2006/main" xmlns:r="http://schemas.openxmlformats.org/officeDocument/2006/relationships" xmlns:p="http://schemas.openxmlformats.org/presentationml/2006/main">
  <p:tag name="PPSPLIT_ID" val=" 6"/>
</p:tagLst>
</file>

<file path=ppt/tags/tag1628.xml><?xml version="1.0" encoding="utf-8"?>
<p:tagLst xmlns:a="http://schemas.openxmlformats.org/drawingml/2006/main" xmlns:r="http://schemas.openxmlformats.org/officeDocument/2006/relationships" xmlns:p="http://schemas.openxmlformats.org/presentationml/2006/main">
  <p:tag name="PPSPLIT_ID" val=" 7"/>
</p:tagLst>
</file>

<file path=ppt/tags/tag1629.xml><?xml version="1.0" encoding="utf-8"?>
<p:tagLst xmlns:a="http://schemas.openxmlformats.org/drawingml/2006/main" xmlns:r="http://schemas.openxmlformats.org/officeDocument/2006/relationships" xmlns:p="http://schemas.openxmlformats.org/presentationml/2006/main">
  <p:tag name="PPSPLIT_ID" val=" 2"/>
</p:tagLst>
</file>

<file path=ppt/tags/tag1630.xml><?xml version="1.0" encoding="utf-8"?>
<p:tagLst xmlns:a="http://schemas.openxmlformats.org/drawingml/2006/main" xmlns:r="http://schemas.openxmlformats.org/officeDocument/2006/relationships" xmlns:p="http://schemas.openxmlformats.org/presentationml/2006/main">
  <p:tag name="PPSPLIT_ID" val=" 3"/>
</p:tagLst>
</file>

<file path=ppt/tags/tag1631.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51"/>
  <p:tag name="PPSPLIT_DONE" val="1"/>
</p:tagLst>
</file>

<file path=ppt/tags/tag1632.xml><?xml version="1.0" encoding="utf-8"?>
<p:tagLst xmlns:a="http://schemas.openxmlformats.org/drawingml/2006/main" xmlns:r="http://schemas.openxmlformats.org/officeDocument/2006/relationships" xmlns:p="http://schemas.openxmlformats.org/presentationml/2006/main">
  <p:tag name="PPSPLIT_ID" val=" 6"/>
</p:tagLst>
</file>

<file path=ppt/tags/tag1633.xml><?xml version="1.0" encoding="utf-8"?>
<p:tagLst xmlns:a="http://schemas.openxmlformats.org/drawingml/2006/main" xmlns:r="http://schemas.openxmlformats.org/officeDocument/2006/relationships" xmlns:p="http://schemas.openxmlformats.org/presentationml/2006/main">
  <p:tag name="PPSPLIT_ID" val=" 7"/>
</p:tagLst>
</file>

<file path=ppt/tags/tag1634.xml><?xml version="1.0" encoding="utf-8"?>
<p:tagLst xmlns:a="http://schemas.openxmlformats.org/drawingml/2006/main" xmlns:r="http://schemas.openxmlformats.org/officeDocument/2006/relationships" xmlns:p="http://schemas.openxmlformats.org/presentationml/2006/main">
  <p:tag name="PPSPLIT_ID" val=" 2"/>
</p:tagLst>
</file>

<file path=ppt/tags/tag1635.xml><?xml version="1.0" encoding="utf-8"?>
<p:tagLst xmlns:a="http://schemas.openxmlformats.org/drawingml/2006/main" xmlns:r="http://schemas.openxmlformats.org/officeDocument/2006/relationships" xmlns:p="http://schemas.openxmlformats.org/presentationml/2006/main">
  <p:tag name="PPSPLIT_ID" val=" 3"/>
</p:tagLst>
</file>

<file path=ppt/tags/tag1636.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51"/>
  <p:tag name="PPSPLIT_DONE" val="1"/>
</p:tagLst>
</file>

<file path=ppt/tags/tag1637.xml><?xml version="1.0" encoding="utf-8"?>
<p:tagLst xmlns:a="http://schemas.openxmlformats.org/drawingml/2006/main" xmlns:r="http://schemas.openxmlformats.org/officeDocument/2006/relationships" xmlns:p="http://schemas.openxmlformats.org/presentationml/2006/main">
  <p:tag name="PPSPLIT_ID" val=" 6"/>
</p:tagLst>
</file>

<file path=ppt/tags/tag1638.xml><?xml version="1.0" encoding="utf-8"?>
<p:tagLst xmlns:a="http://schemas.openxmlformats.org/drawingml/2006/main" xmlns:r="http://schemas.openxmlformats.org/officeDocument/2006/relationships" xmlns:p="http://schemas.openxmlformats.org/presentationml/2006/main">
  <p:tag name="PPSPLIT_ID" val=" 7"/>
</p:tagLst>
</file>

<file path=ppt/tags/tag1639.xml><?xml version="1.0" encoding="utf-8"?>
<p:tagLst xmlns:a="http://schemas.openxmlformats.org/drawingml/2006/main" xmlns:r="http://schemas.openxmlformats.org/officeDocument/2006/relationships" xmlns:p="http://schemas.openxmlformats.org/presentationml/2006/main">
  <p:tag name="PPSPLIT_ID" val=" 2"/>
</p:tagLst>
</file>

<file path=ppt/tags/tag1640.xml><?xml version="1.0" encoding="utf-8"?>
<p:tagLst xmlns:a="http://schemas.openxmlformats.org/drawingml/2006/main" xmlns:r="http://schemas.openxmlformats.org/officeDocument/2006/relationships" xmlns:p="http://schemas.openxmlformats.org/presentationml/2006/main">
  <p:tag name="PPSPLIT_ID" val=" 3"/>
</p:tagLst>
</file>

<file path=ppt/tags/tag1641.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51"/>
  <p:tag name="PPSPLIT_DONE" val="1"/>
</p:tagLst>
</file>

<file path=ppt/tags/tag1642.xml><?xml version="1.0" encoding="utf-8"?>
<p:tagLst xmlns:a="http://schemas.openxmlformats.org/drawingml/2006/main" xmlns:r="http://schemas.openxmlformats.org/officeDocument/2006/relationships" xmlns:p="http://schemas.openxmlformats.org/presentationml/2006/main">
  <p:tag name="PPSPLIT_ID" val=" 6"/>
</p:tagLst>
</file>

<file path=ppt/tags/tag1643.xml><?xml version="1.0" encoding="utf-8"?>
<p:tagLst xmlns:a="http://schemas.openxmlformats.org/drawingml/2006/main" xmlns:r="http://schemas.openxmlformats.org/officeDocument/2006/relationships" xmlns:p="http://schemas.openxmlformats.org/presentationml/2006/main">
  <p:tag name="PPSPLIT_ID" val=" 7"/>
</p:tagLst>
</file>

<file path=ppt/tags/tag1644.xml><?xml version="1.0" encoding="utf-8"?>
<p:tagLst xmlns:a="http://schemas.openxmlformats.org/drawingml/2006/main" xmlns:r="http://schemas.openxmlformats.org/officeDocument/2006/relationships" xmlns:p="http://schemas.openxmlformats.org/presentationml/2006/main">
  <p:tag name="PPSPLIT_ID" val=" 2"/>
</p:tagLst>
</file>

<file path=ppt/tags/tag1645.xml><?xml version="1.0" encoding="utf-8"?>
<p:tagLst xmlns:a="http://schemas.openxmlformats.org/drawingml/2006/main" xmlns:r="http://schemas.openxmlformats.org/officeDocument/2006/relationships" xmlns:p="http://schemas.openxmlformats.org/presentationml/2006/main">
  <p:tag name="PPSPLIT_ID" val=" 3"/>
</p:tagLst>
</file>

<file path=ppt/tags/tag1646.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51"/>
  <p:tag name="PPSPLIT_DONE" val="1"/>
</p:tagLst>
</file>

<file path=ppt/tags/tag1647.xml><?xml version="1.0" encoding="utf-8"?>
<p:tagLst xmlns:a="http://schemas.openxmlformats.org/drawingml/2006/main" xmlns:r="http://schemas.openxmlformats.org/officeDocument/2006/relationships" xmlns:p="http://schemas.openxmlformats.org/presentationml/2006/main">
  <p:tag name="PPSPLIT_ID" val=" 6"/>
</p:tagLst>
</file>

<file path=ppt/tags/tag1648.xml><?xml version="1.0" encoding="utf-8"?>
<p:tagLst xmlns:a="http://schemas.openxmlformats.org/drawingml/2006/main" xmlns:r="http://schemas.openxmlformats.org/officeDocument/2006/relationships" xmlns:p="http://schemas.openxmlformats.org/presentationml/2006/main">
  <p:tag name="PPSPLIT_ID" val=" 7"/>
</p:tagLst>
</file>

<file path=ppt/tags/tag1649.xml><?xml version="1.0" encoding="utf-8"?>
<p:tagLst xmlns:a="http://schemas.openxmlformats.org/drawingml/2006/main" xmlns:r="http://schemas.openxmlformats.org/officeDocument/2006/relationships" xmlns:p="http://schemas.openxmlformats.org/presentationml/2006/main">
  <p:tag name="PPSPLIT_ID" val=" 2"/>
</p:tagLst>
</file>

<file path=ppt/tags/tag1650.xml><?xml version="1.0" encoding="utf-8"?>
<p:tagLst xmlns:a="http://schemas.openxmlformats.org/drawingml/2006/main" xmlns:r="http://schemas.openxmlformats.org/officeDocument/2006/relationships" xmlns:p="http://schemas.openxmlformats.org/presentationml/2006/main">
  <p:tag name="PPSPLIT_ID" val=" 3"/>
</p:tagLst>
</file>

<file path=ppt/tags/tag1651.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51"/>
  <p:tag name="PPSPLIT_DONE" val="1"/>
</p:tagLst>
</file>

<file path=ppt/tags/tag1652.xml><?xml version="1.0" encoding="utf-8"?>
<p:tagLst xmlns:a="http://schemas.openxmlformats.org/drawingml/2006/main" xmlns:r="http://schemas.openxmlformats.org/officeDocument/2006/relationships" xmlns:p="http://schemas.openxmlformats.org/presentationml/2006/main">
  <p:tag name="PPSPLIT_ID" val=" 6"/>
</p:tagLst>
</file>

<file path=ppt/tags/tag1653.xml><?xml version="1.0" encoding="utf-8"?>
<p:tagLst xmlns:a="http://schemas.openxmlformats.org/drawingml/2006/main" xmlns:r="http://schemas.openxmlformats.org/officeDocument/2006/relationships" xmlns:p="http://schemas.openxmlformats.org/presentationml/2006/main">
  <p:tag name="PPSPLIT_ID" val=" 7"/>
</p:tagLst>
</file>

<file path=ppt/tags/tag1654.xml><?xml version="1.0" encoding="utf-8"?>
<p:tagLst xmlns:a="http://schemas.openxmlformats.org/drawingml/2006/main" xmlns:r="http://schemas.openxmlformats.org/officeDocument/2006/relationships" xmlns:p="http://schemas.openxmlformats.org/presentationml/2006/main">
  <p:tag name="PPSPLIT_ID" val=" 2"/>
</p:tagLst>
</file>

<file path=ppt/tags/tag1655.xml><?xml version="1.0" encoding="utf-8"?>
<p:tagLst xmlns:a="http://schemas.openxmlformats.org/drawingml/2006/main" xmlns:r="http://schemas.openxmlformats.org/officeDocument/2006/relationships" xmlns:p="http://schemas.openxmlformats.org/presentationml/2006/main">
  <p:tag name="PPSPLIT_ID" val=" 3"/>
</p:tagLst>
</file>

<file path=ppt/tags/tag1656.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51"/>
</p:tagLst>
</file>

<file path=ppt/tags/tag1657.xml><?xml version="1.0" encoding="utf-8"?>
<p:tagLst xmlns:a="http://schemas.openxmlformats.org/drawingml/2006/main" xmlns:r="http://schemas.openxmlformats.org/officeDocument/2006/relationships" xmlns:p="http://schemas.openxmlformats.org/presentationml/2006/main">
  <p:tag name="PPSPLIT_ID" val=" 6"/>
</p:tagLst>
</file>

<file path=ppt/tags/tag1658.xml><?xml version="1.0" encoding="utf-8"?>
<p:tagLst xmlns:a="http://schemas.openxmlformats.org/drawingml/2006/main" xmlns:r="http://schemas.openxmlformats.org/officeDocument/2006/relationships" xmlns:p="http://schemas.openxmlformats.org/presentationml/2006/main">
  <p:tag name="PPSPLIT_ID" val=" 7"/>
</p:tagLst>
</file>

<file path=ppt/tags/tag1659.xml><?xml version="1.0" encoding="utf-8"?>
<p:tagLst xmlns:a="http://schemas.openxmlformats.org/drawingml/2006/main" xmlns:r="http://schemas.openxmlformats.org/officeDocument/2006/relationships" xmlns:p="http://schemas.openxmlformats.org/presentationml/2006/main">
  <p:tag name="PPSPLIT_ID" val=" 2"/>
</p:tagLst>
</file>

<file path=ppt/tags/tag1660.xml><?xml version="1.0" encoding="utf-8"?>
<p:tagLst xmlns:a="http://schemas.openxmlformats.org/drawingml/2006/main" xmlns:r="http://schemas.openxmlformats.org/officeDocument/2006/relationships" xmlns:p="http://schemas.openxmlformats.org/presentationml/2006/main">
  <p:tag name="PPSPLIT_ID" val=" 3"/>
</p:tagLst>
</file>

<file path=ppt/tags/tag1661.xml><?xml version="1.0" encoding="utf-8"?>
<p:tagLst xmlns:a="http://schemas.openxmlformats.org/drawingml/2006/main" xmlns:r="http://schemas.openxmlformats.org/officeDocument/2006/relationships" xmlns:p="http://schemas.openxmlformats.org/presentationml/2006/main">
  <p:tag name="PPSPLIT_ID" val=" 4"/>
</p:tagLst>
</file>

<file path=ppt/tags/tag1662.xml><?xml version="1.0" encoding="utf-8"?>
<p:tagLst xmlns:a="http://schemas.openxmlformats.org/drawingml/2006/main" xmlns:r="http://schemas.openxmlformats.org/officeDocument/2006/relationships" xmlns:p="http://schemas.openxmlformats.org/presentationml/2006/main">
  <p:tag name="PPSPLIT_ID" val=" 8"/>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9829</TotalTime>
  <Words>18929</Words>
  <Application>Microsoft Office PowerPoint</Application>
  <PresentationFormat>Widescreen</PresentationFormat>
  <Paragraphs>2764</Paragraphs>
  <Slides>128</Slides>
  <Notes>120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128</vt:i4>
      </vt:variant>
    </vt:vector>
  </HeadingPairs>
  <TitlesOfParts>
    <vt:vector size="135"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Motivation</vt:lpstr>
      <vt:lpstr>Motivation</vt:lpstr>
      <vt:lpstr>Motivation</vt:lpstr>
      <vt:lpstr>Motivation</vt:lpstr>
      <vt:lpstr>Motivation</vt:lpstr>
      <vt:lpstr>Motivation</vt:lpstr>
      <vt:lpstr>Motivation</vt:lpstr>
      <vt:lpstr>PowerPoint Presentation</vt:lpstr>
      <vt:lpstr>Why layouts matter</vt:lpstr>
      <vt:lpstr>Why layouts matter</vt:lpstr>
      <vt:lpstr>Why layouts matter</vt:lpstr>
      <vt:lpstr>Layout-agnostic design</vt:lpstr>
      <vt:lpstr>Layout-agnostic design</vt:lpstr>
      <vt:lpstr>Layout-agnostic design</vt:lpstr>
      <vt:lpstr>Layout-agnostic design</vt:lpstr>
      <vt:lpstr>Layout-agnostic design</vt:lpstr>
      <vt:lpstr>Layout abstractions (Noarr)</vt:lpstr>
      <vt:lpstr>Layout abstractions (Noarr)</vt:lpstr>
      <vt:lpstr>Layout abstractions (Noarr)</vt:lpstr>
      <vt:lpstr>Layout abstractions (Noarr)</vt:lpstr>
      <vt:lpstr>Layout abstractions (Noarr)</vt:lpstr>
      <vt:lpstr>Layout abstractions (Noarr)</vt:lpstr>
      <vt:lpstr>Layout abstractions (Noarr)</vt:lpstr>
      <vt:lpstr>Traversal abstractions</vt:lpstr>
      <vt:lpstr>Traversal abstractions</vt:lpstr>
      <vt:lpstr>Traversal abstractions</vt:lpstr>
      <vt:lpstr>Structures with different index spaces</vt:lpstr>
      <vt:lpstr>Structures with different index spaces</vt:lpstr>
      <vt:lpstr>Structures with different index spaces</vt:lpstr>
      <vt:lpstr>Structures with different index spaces</vt:lpstr>
      <vt:lpstr>Structures with different index spaces</vt:lpstr>
      <vt:lpstr>Structures with different index spaces</vt:lpstr>
      <vt:lpstr>Structures with different index spaces</vt:lpstr>
      <vt:lpstr>Same computation, different traversal</vt:lpstr>
      <vt:lpstr>Same computation, different traversal</vt:lpstr>
      <vt:lpstr>No measurable runtime overhead</vt:lpstr>
      <vt:lpstr>PowerPoint Presentation</vt:lpstr>
      <vt:lpstr>Traversal parallelization</vt:lpstr>
      <vt:lpstr>Traversal parallelization</vt:lpstr>
      <vt:lpstr>No overhead in parallelization</vt:lpstr>
      <vt:lpstr>PowerPoint Presentation</vt:lpstr>
      <vt:lpstr>Distributed initialization using MPI</vt:lpstr>
      <vt:lpstr>Distributed initialization using MPI</vt:lpstr>
      <vt:lpstr>Distributed initialization using MPI</vt:lpstr>
      <vt:lpstr>Distributed initialization using MPI</vt:lpstr>
      <vt:lpstr>Distributed initialization using MPI</vt:lpstr>
      <vt:lpstr>Automatic transformation in communication</vt:lpstr>
      <vt:lpstr>Automatic transformation in communication</vt:lpstr>
      <vt:lpstr>Automatic transformation in communication</vt:lpstr>
      <vt:lpstr>Support for layout-agnostic data distribution</vt:lpstr>
      <vt:lpstr>Noarr-MPI does not introduce overhead</vt:lpstr>
      <vt:lpstr>PowerPoint Presentation</vt:lpstr>
      <vt:lpstr>Stencil computation abstractions</vt:lpstr>
      <vt:lpstr>Stencil computation abstractions</vt:lpstr>
      <vt:lpstr>Stencil computation abstractions</vt:lpstr>
      <vt:lpstr>Discrete stencils – Cellular  automata</vt:lpstr>
      <vt:lpstr>Discrete stencils – Cellular  automata</vt:lpstr>
      <vt:lpstr>Discrete stencils – Cellular  automata</vt:lpstr>
      <vt:lpstr>Discrete stencils – Cellular  automata</vt:lpstr>
      <vt:lpstr>PowerPoint Presentation</vt:lpstr>
      <vt:lpstr>What the design allows us to gain</vt:lpstr>
      <vt:lpstr>PowerPoint Presentation</vt:lpstr>
      <vt:lpstr>Tutoring LLMs for CUDA</vt:lpstr>
      <vt:lpstr>Tutoring LLMs for CUDA</vt:lpstr>
      <vt:lpstr>Tutoring LLMs for CUDA OpenAI o3-mini</vt:lpstr>
      <vt:lpstr>Tutoring LLMs for CUDA OpenAI o3-mini</vt:lpstr>
      <vt:lpstr>Tutoring LLMs for CUDA OpenAI o3-mini</vt:lpstr>
      <vt:lpstr>Tutoring LLMs for CUDA OpenAI o3-mini</vt:lpstr>
      <vt:lpstr>Tutoring LLMs for CUDA – submission OpenAI o3-mini</vt:lpstr>
      <vt:lpstr>Tutoring LLMs for CUDA – at conference OpenAI GPT-5</vt:lpstr>
      <vt:lpstr>LLMs and abstractions</vt:lpstr>
      <vt:lpstr>LLMs and abstractions</vt:lpstr>
      <vt:lpstr>LLMs and abstractions</vt:lpstr>
      <vt:lpstr>LLMs and abstractions</vt:lpstr>
      <vt:lpstr>LLMs and abstractions</vt:lpstr>
      <vt:lpstr>LLMs and abstractions</vt:lpstr>
      <vt:lpstr>LLMs and abstractions</vt:lpstr>
      <vt:lpstr>C outperforms the abstractions</vt:lpstr>
      <vt:lpstr>Answers to research questions</vt:lpstr>
      <vt:lpstr>Answers to research questions</vt:lpstr>
      <vt:lpstr>Answers to research questions</vt:lpstr>
      <vt:lpstr>Review comments and questions</vt:lpstr>
      <vt:lpstr>Why is Cellato separate from Noarr?</vt:lpstr>
      <vt:lpstr>What do you think an abstraction designed specifically for an LLM should look like?</vt:lpstr>
      <vt:lpstr> Is hvector necessary? vector more convenient?</vt:lpstr>
      <vt:lpstr>Is Noarr used outside the department? If not, why?</vt:lpstr>
      <vt:lpstr>Can Noarr naturally incorporate #pragma omp simd or SIMD-aware traversers</vt:lpstr>
      <vt:lpstr>Novelty in layout- and traversal-agnosticism</vt:lpstr>
      <vt:lpstr>Which of these ideas can be found in software like Kokkos or OpenMP's loop transformations?</vt:lpstr>
      <vt:lpstr>State of the art summary and our novelty</vt:lpstr>
      <vt:lpstr>Comparison table</vt:lpstr>
      <vt:lpstr>Genuine limitations of Noarr and Cellato</vt:lpstr>
      <vt:lpstr>Template-exclusive statements</vt:lpstr>
      <vt:lpstr>Why did the abstractions hinder the LLM</vt:lpstr>
      <vt:lpstr>Contribution summary</vt:lpstr>
      <vt:lpstr>Contribution map</vt:lpstr>
      <vt:lpstr>Contribution map</vt:lpstr>
      <vt:lpstr>Contribution map</vt:lpstr>
      <vt:lpstr>Contribution map</vt:lpstr>
      <vt:lpstr>Contribution map</vt:lpstr>
      <vt:lpstr>Contribution map</vt:lpstr>
      <vt:lpstr>Contribution map</vt:lpstr>
      <vt:lpstr>Contribution map</vt:lpstr>
      <vt:lpstr>Contribution map</vt:lpstr>
      <vt:lpstr>Contribution map</vt:lpstr>
      <vt:lpstr>Contribution map</vt:lpstr>
      <vt:lpstr>Autotuning</vt:lpstr>
      <vt:lpstr>Autotuning</vt:lpstr>
      <vt:lpstr>Autotuning</vt:lpstr>
      <vt:lpstr>Autotuning</vt:lpstr>
      <vt:lpstr>Autotuning</vt:lpstr>
      <vt:lpstr>Autotuning</vt:lpstr>
      <vt:lpstr>Autotuning</vt:lpstr>
      <vt:lpstr>Autotuning</vt:lpstr>
      <vt:lpstr>Code metrics</vt:lpstr>
      <vt:lpstr>Code metrics</vt:lpstr>
      <vt:lpstr>Code metrics</vt:lpstr>
      <vt:lpstr>Code metrics</vt:lpstr>
      <vt:lpstr>Code metrics</vt:lpstr>
      <vt:lpstr>LLM-guided optimization summary</vt:lpstr>
      <vt:lpstr>LLM-guided optimization summary</vt:lpstr>
      <vt:lpstr>LLM-guided optimization summary</vt:lpstr>
      <vt:lpstr>LLM-guided optimization summary</vt:lpstr>
      <vt:lpstr>LLM-guided optimization summary</vt:lpstr>
      <vt:lpstr>LLM-guided optimization summary</vt:lpstr>
      <vt:lpstr>LLM-guided optimization 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647</cp:revision>
  <cp:lastPrinted>2026-09-06T20:26:24Z</cp:lastPrinted>
  <dcterms:created xsi:type="dcterms:W3CDTF">2026-08-08T18:10:38Z</dcterms:created>
  <dcterms:modified xsi:type="dcterms:W3CDTF">2026-09-10T07:05:15Z</dcterms:modified>
</cp:coreProperties>
</file>