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63" r:id="rId5"/>
    <p:sldId id="264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65"/>
            <p14:sldId id="266"/>
            <p14:sldId id="263"/>
            <p14:sldId id="264"/>
          </p14:sldIdLst>
        </p14:section>
        <p14:section name="abstractions" id="{F6342274-5FB1-4B75-B42A-2A7654908FF8}">
          <p14:sldIdLst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7620-7AA1-EF30-FDC7-27AAC7FF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2AB4-1D66-61B5-41F3-D1C814D6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71ADE-62E2-F5C5-38A6-5FA51E07F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Background: GPU &amp; Cluster computing</a:t>
            </a:r>
          </a:p>
          <a:p>
            <a:pPr lvl="1"/>
            <a:r>
              <a:rPr lang="en-US" dirty="0"/>
              <a:t>Too many decisions, complex code </a:t>
            </a:r>
            <a:r>
              <a:rPr lang="en-US" dirty="0">
                <a:sym typeface="Wingdings" panose="05000000000000000000" pitchFamily="2" charset="2"/>
              </a:rPr>
              <a:t> the problem, it is hard</a:t>
            </a:r>
            <a:endParaRPr lang="en-US" dirty="0"/>
          </a:p>
          <a:p>
            <a:pPr lvl="2"/>
            <a:r>
              <a:rPr lang="en-US" dirty="0"/>
              <a:t>layout options</a:t>
            </a:r>
          </a:p>
          <a:p>
            <a:pPr lvl="2"/>
            <a:r>
              <a:rPr lang="en-US" dirty="0"/>
              <a:t>traversal options</a:t>
            </a:r>
          </a:p>
          <a:p>
            <a:pPr lvl="2"/>
            <a:r>
              <a:rPr lang="en-US" dirty="0"/>
              <a:t>parallelization</a:t>
            </a:r>
          </a:p>
          <a:p>
            <a:pPr lvl="2"/>
            <a:r>
              <a:rPr lang="en-US" dirty="0"/>
              <a:t>parameters for the above (block sizes, …)</a:t>
            </a:r>
          </a:p>
          <a:p>
            <a:pPr lvl="1"/>
            <a:r>
              <a:rPr lang="en-US" dirty="0"/>
              <a:t>Our solution: Abstraction &amp; automatization </a:t>
            </a:r>
            <a:r>
              <a:rPr lang="en-US" dirty="0">
                <a:sym typeface="Wingdings" panose="05000000000000000000" pitchFamily="2" charset="2"/>
              </a:rPr>
              <a:t> we offer a solution</a:t>
            </a:r>
            <a:endParaRPr lang="en-US" dirty="0"/>
          </a:p>
          <a:p>
            <a:pPr lvl="2"/>
            <a:r>
              <a:rPr lang="en-US" dirty="0"/>
              <a:t>Eco context? (Compilers, other abstractions, autotuning)</a:t>
            </a:r>
          </a:p>
          <a:p>
            <a:pPr lvl="2"/>
            <a:r>
              <a:rPr lang="en-US" dirty="0"/>
              <a:t>Separation of concerns, independent aspects</a:t>
            </a:r>
          </a:p>
          <a:p>
            <a:pPr lvl="2"/>
            <a:r>
              <a:rPr lang="en-US" dirty="0"/>
              <a:t>Introducing layout-agnostic and traversal-agnostic algorithm design</a:t>
            </a:r>
          </a:p>
          <a:p>
            <a:pPr lvl="1"/>
            <a:r>
              <a:rPr lang="en-US" dirty="0"/>
              <a:t>How the world is saved</a:t>
            </a:r>
          </a:p>
        </p:txBody>
      </p:sp>
    </p:spTree>
    <p:extLst>
      <p:ext uri="{BB962C8B-B14F-4D97-AF65-F5344CB8AC3E}">
        <p14:creationId xmlns:p14="http://schemas.microsoft.com/office/powerpoint/2010/main" val="1408920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B3D9-0F0B-5093-8759-0AA05117C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with explicit offset calculations × Algorithm with logical indices</a:t>
            </a:r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F90E-47C1-8163-3DF3-3F88A625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Traversal-agnostic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D725-871B-DFB5-1476-7BE78B119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go even further</a:t>
            </a:r>
          </a:p>
        </p:txBody>
      </p:sp>
    </p:spTree>
    <p:extLst>
      <p:ext uri="{BB962C8B-B14F-4D97-AF65-F5344CB8AC3E}">
        <p14:creationId xmlns:p14="http://schemas.microsoft.com/office/powerpoint/2010/main" val="3026343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r>
              <a:rPr lang="en-US" dirty="0"/>
              <a:t>Practical aspects</a:t>
            </a:r>
          </a:p>
          <a:p>
            <a:r>
              <a:rPr lang="en-US" dirty="0"/>
              <a:t>Distributed computing</a:t>
            </a:r>
          </a:p>
          <a:p>
            <a:r>
              <a:rPr lang="en-US" dirty="0"/>
              <a:t>Stencil computations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880</TotalTime>
  <Words>159</Words>
  <Application>Microsoft Office PowerPoint</Application>
  <PresentationFormat>Widescreen</PresentationFormat>
  <Paragraphs>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Optimizing Memory Layouts and Traversal Orders in HPC</vt:lpstr>
      <vt:lpstr>Contribution map</vt:lpstr>
      <vt:lpstr>Contribution map</vt:lpstr>
      <vt:lpstr>Layout-agnostic design</vt:lpstr>
      <vt:lpstr>Traversal-agnostic design</vt:lpstr>
      <vt:lpstr>Proposed abstractions</vt:lpstr>
      <vt:lpstr>LLMs in algorithm design</vt:lpstr>
      <vt:lpstr>Software artifacts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</cp:revision>
  <dcterms:created xsi:type="dcterms:W3CDTF">2026-08-08T18:10:38Z</dcterms:created>
  <dcterms:modified xsi:type="dcterms:W3CDTF">2026-08-18T20:59:06Z</dcterms:modified>
</cp:coreProperties>
</file>