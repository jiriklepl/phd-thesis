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88" r:id="rId22"/>
    <p:sldId id="305" r:id="rId23"/>
    <p:sldId id="291" r:id="rId24"/>
    <p:sldId id="306" r:id="rId25"/>
    <p:sldId id="315" r:id="rId26"/>
    <p:sldId id="308" r:id="rId27"/>
    <p:sldId id="309" r:id="rId28"/>
    <p:sldId id="311" r:id="rId29"/>
    <p:sldId id="266" r:id="rId30"/>
    <p:sldId id="312" r:id="rId31"/>
    <p:sldId id="262" r:id="rId32"/>
    <p:sldId id="320" r:id="rId33"/>
    <p:sldId id="318" r:id="rId34"/>
    <p:sldId id="319" r:id="rId35"/>
    <p:sldId id="317" r:id="rId36"/>
    <p:sldId id="32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71" d="100"/>
          <a:sy n="71" d="100"/>
        </p:scale>
        <p:origin x="235" y="67"/>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4194"/>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layouts and traversals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enabling *layout-agnostic* design of algorithms, which minimizes reliance on specific memory layouts of the data structures.</a:t>
            </a:r>
            <a:br>
              <a:rPr lang="en-US" dirty="0"/>
            </a:br>
            <a:r>
              <a:rPr lang="en-US" dirty="0"/>
              <a:t>Using the same matrix initialization example, it accesses the matrix using a two-dimensional *logical structure* of the appropriate dimensions, while the specific physical *memory layout* is decoupled from the algorithm design.</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logical structure 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br>
              <a:rPr lang="en-US" dirty="0"/>
            </a:br>
            <a:r>
              <a:rPr lang="en-US" dirty="0"/>
              <a:t>If we require the buffer to reside in a specific memory region, for example, we can supply it ourselves to create a non-owning view to the data. This is useful if we want the data to reside in GPU device memory or a mapped file.</a:t>
            </a:r>
          </a:p>
          <a:p>
            <a:endParaRPr lang="en-US"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adds no additional dimensions, as both m</a:t>
            </a:r>
            <a:r>
              <a:rPr lang="en-US" baseline="0" dirty="0"/>
              <a:t> </a:t>
            </a:r>
            <a:r>
              <a:rPr lang="en-US" dirty="0"/>
              <a:t>and n are already present in the combined index space.</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9/2/2026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9/2/2026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9/2/2026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9/2/2026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9/2/2026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9/2/2026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9/2/2026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9/2/2026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9/2/2026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9/2/2026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notesSlide" Target="../notesSlides/notesSlide4.xml"/><Relationship Id="rId2" Type="http://schemas.openxmlformats.org/officeDocument/2006/relationships/slideLayout" Target="../slideLayouts/slideLayout6.xml"/><Relationship Id="rId1" Type="http://schemas.openxmlformats.org/officeDocument/2006/relationships/tags" Target="../tags/tag2.xml"/><Relationship Id="rId11" Type="http://schemas.openxmlformats.org/officeDocument/2006/relationships/image" Target="../media/image8.png"/><Relationship Id="rId5" Type="http://schemas.openxmlformats.org/officeDocument/2006/relationships/image" Target="../media/image5.svg"/><Relationship Id="rId10" Type="http://schemas.openxmlformats.org/officeDocument/2006/relationships/image" Target="../media/image7.png"/><Relationship Id="rId4" Type="http://schemas.openxmlformats.org/officeDocument/2006/relationships/image" Target="../media/image4.png"/><Relationship Id="rId9"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41.jpe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gif"/></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56.svg"/><Relationship Id="rId5" Type="http://schemas.openxmlformats.org/officeDocument/2006/relationships/image" Target="../media/image55.svg"/><Relationship Id="rId10" Type="http://schemas.openxmlformats.org/officeDocument/2006/relationships/image" Target="../media/image60.svg"/><Relationship Id="rId4" Type="http://schemas.openxmlformats.org/officeDocument/2006/relationships/image" Target="../media/image54.svg"/><Relationship Id="rId9" Type="http://schemas.openxmlformats.org/officeDocument/2006/relationships/image" Target="../media/image59.svg"/></Relationships>
</file>

<file path=ppt/slides/_rels/slide3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Rearranging data layouts and loops</a:t>
            </a:r>
          </a:p>
          <a:p>
            <a:pPr lvl="1"/>
            <a:r>
              <a:rPr lang="en-US" b="1" dirty="0"/>
              <a:t>Right memory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9135818" y="3210791"/>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6"/>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9/2/2026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9/2/2026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5"/>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5"/>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5"/>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8"/>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9"/>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11"/>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9/2/2026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627010" y="4899951"/>
            <a:ext cx="1303445"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411469" y="4899951"/>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9/2/2026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9/2/2026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281666" y="4461432"/>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9/2/2026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954505" y="509336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251428" y="566850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93932BEA-66DD-B983-4DCA-C0218F0C49BF}"/>
              </a:ext>
            </a:extLst>
          </p:cNvPr>
          <p:cNvGrpSpPr/>
          <p:nvPr/>
        </p:nvGrpSpPr>
        <p:grpSpPr>
          <a:xfrm>
            <a:off x="4910432" y="2778099"/>
            <a:ext cx="3417642" cy="2849169"/>
            <a:chOff x="4910432" y="2778099"/>
            <a:chExt cx="3417642" cy="2849169"/>
          </a:xfrm>
        </p:grpSpPr>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2" y="2778099"/>
              <a:ext cx="341764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EE2A4B21-FD70-D776-EED8-5789509A1905}"/>
              </a:ext>
            </a:extLst>
          </p:cNvPr>
          <p:cNvGrpSpPr/>
          <p:nvPr/>
        </p:nvGrpSpPr>
        <p:grpSpPr>
          <a:xfrm>
            <a:off x="9269872" y="2778099"/>
            <a:ext cx="2754452" cy="2849169"/>
            <a:chOff x="9269872" y="2778099"/>
            <a:chExt cx="2754452" cy="2849169"/>
          </a:xfrm>
        </p:grpSpPr>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9/2/2026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825625"/>
            <a:ext cx="10848474" cy="435133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9/2/2026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850235"/>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558438"/>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9/2/2026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17565713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390188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413752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9/2/2026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9/2/2026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7.8|14.2|11.3|16.8|21.6|13"/>
</p:tagLst>
</file>

<file path=ppt/tags/tag2.xml><?xml version="1.0" encoding="utf-8"?>
<p:tagLst xmlns:a="http://schemas.openxmlformats.org/drawingml/2006/main" xmlns:r="http://schemas.openxmlformats.org/officeDocument/2006/relationships" xmlns:p="http://schemas.openxmlformats.org/presentationml/2006/main">
  <p:tag name="TIMING" val="|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5741</TotalTime>
  <Words>5947</Words>
  <Application>Microsoft Office PowerPoint</Application>
  <PresentationFormat>Widescreen</PresentationFormat>
  <Paragraphs>755</Paragraphs>
  <Slides>36</Slides>
  <Notes>32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422</cp:revision>
  <dcterms:created xsi:type="dcterms:W3CDTF">2026-08-08T18:10:38Z</dcterms:created>
  <dcterms:modified xsi:type="dcterms:W3CDTF">2026-09-02T11:01:54Z</dcterms:modified>
</cp:coreProperties>
</file>