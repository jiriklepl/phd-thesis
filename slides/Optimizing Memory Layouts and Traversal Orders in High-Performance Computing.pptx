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C0C0"/>
    <a:srgbClr val="DC9696"/>
    <a:srgbClr val="CE9AC5"/>
    <a:srgbClr val="A3D29A"/>
    <a:srgbClr val="9ED0F2"/>
    <a:srgbClr val="FED97E"/>
    <a:srgbClr val="B8F6BC"/>
    <a:srgbClr val="EE9360"/>
    <a:srgbClr val="E96733"/>
    <a:srgbClr val="24A3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6267" autoAdjust="0"/>
  </p:normalViewPr>
  <p:slideViewPr>
    <p:cSldViewPr snapToGrid="0">
      <p:cViewPr varScale="1">
        <p:scale>
          <a:sx n="121" d="100"/>
          <a:sy n="121" d="100"/>
        </p:scale>
        <p:origin x="2976"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a:t>
            </a:r>
          </a:p>
          <a:p>
            <a:endParaRPr lang="en-US" dirty="0"/>
          </a:p>
          <a:p>
            <a:r>
              <a:rPr lang="en-US" dirty="0"/>
              <a:t>One of the main challenges: 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approaches to reducing the effort for algorithm developers:</a:t>
            </a:r>
          </a:p>
          <a:p>
            <a:pPr marL="171450" indent="-171450">
              <a:buFontTx/>
              <a:buChar char="-"/>
            </a:pPr>
            <a:r>
              <a:rPr lang="en-US" dirty="0"/>
              <a:t>the first uses C++ abstractions to separate these choices from the algorithm</a:t>
            </a:r>
          </a:p>
          <a:p>
            <a:pPr marL="171450" indent="-171450">
              <a:buFontTx/>
              <a:buChar char="-"/>
            </a:pPr>
            <a:r>
              <a:rPr lang="en-US" dirty="0"/>
              <a:t>while the second uses LLMs to explore broader redesigns</a:t>
            </a:r>
          </a:p>
          <a:p>
            <a:endParaRPr lang="en-US" dirty="0"/>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9/3/2026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9/3/2026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9/3/2026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9/3/2026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9/3/2026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9/3/2026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9/3/2026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9/3/2026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9/3/2026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9/3/2026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9/3/2026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9/3/2026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12.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0.png"/><Relationship Id="rId4" Type="http://schemas.openxmlformats.org/officeDocument/2006/relationships/image" Target="../media/image49.svg"/></Relationships>
</file>

<file path=ppt/slides/_rels/slide2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3.jpeg"/><Relationship Id="rId4" Type="http://schemas.openxmlformats.org/officeDocument/2006/relationships/image" Target="../media/image52.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8.png"/><Relationship Id="rId4" Type="http://schemas.openxmlformats.org/officeDocument/2006/relationships/image" Target="../media/image51.gif"/></Relationships>
</file>

<file path=ppt/slides/_rels/slide2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62.pn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4.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2.svg"/><Relationship Id="rId3" Type="http://schemas.openxmlformats.org/officeDocument/2006/relationships/image" Target="../media/image67.svg"/><Relationship Id="rId7" Type="http://schemas.openxmlformats.org/officeDocument/2006/relationships/image" Target="../media/image71.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70.svg"/><Relationship Id="rId5" Type="http://schemas.openxmlformats.org/officeDocument/2006/relationships/image" Target="../media/image69.svg"/><Relationship Id="rId10" Type="http://schemas.openxmlformats.org/officeDocument/2006/relationships/image" Target="../media/image74.svg"/><Relationship Id="rId4" Type="http://schemas.openxmlformats.org/officeDocument/2006/relationships/image" Target="../media/image68.svg"/><Relationship Id="rId9" Type="http://schemas.openxmlformats.org/officeDocument/2006/relationships/image" Target="../media/image73.svg"/></Relationships>
</file>

<file path=ppt/slides/_rels/slide3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pPr lvl="1"/>
            <a:r>
              <a:rPr lang="en-US" noProof="0" dirty="0"/>
              <a:t>Many re-evaluations of the algorithm</a:t>
            </a:r>
          </a:p>
          <a:p>
            <a:pPr marL="0" indent="0">
              <a:buNone/>
            </a:pPr>
            <a:endParaRPr lang="en-US" noProof="0" dirty="0"/>
          </a:p>
          <a:p>
            <a:r>
              <a:rPr lang="en-US" dirty="0"/>
              <a:t>Helping algorithm developers</a:t>
            </a:r>
            <a:endParaRPr lang="en-US" noProof="0" dirty="0"/>
          </a:p>
          <a:p>
            <a:pPr lvl="1"/>
            <a:r>
              <a:rPr lang="en-US" noProof="0" dirty="0"/>
              <a:t>C++ abstractions for decoupling layouts and traversals</a:t>
            </a:r>
          </a:p>
          <a:p>
            <a:pPr lvl="1"/>
            <a:r>
              <a:rPr lang="en-US" noProof="0" dirty="0"/>
              <a:t>LLM for exploring broader redesigns</a:t>
            </a:r>
          </a:p>
          <a:p>
            <a:pPr lvl="1"/>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10526" r="-2397"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9/3/2026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72161"/>
            <a:ext cx="139683" cy="1325562"/>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37352" y="2528271"/>
            <a:ext cx="2972352" cy="461665"/>
          </a:xfrm>
          <a:prstGeom prst="rect">
            <a:avLst/>
          </a:prstGeom>
          <a:noFill/>
        </p:spPr>
        <p:txBody>
          <a:bodyPr wrap="none" rtlCol="0">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9/3/2026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9/3/2026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9507369" y="4863917"/>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9507368" y="5696546"/>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9507368" y="5282662"/>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670207" y="4968551"/>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207758" y="4968551"/>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754840" y="4968550"/>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903756" y="2539951"/>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167618" y="4896732"/>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036424" y="1258682"/>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036424" y="1258682"/>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5400000">
            <a:off x="7989207" y="2378358"/>
            <a:ext cx="323186" cy="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494264" y="3240196"/>
            <a:ext cx="884711" cy="242836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9434344" y="4768624"/>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9434344" y="4768624"/>
                <a:ext cx="1508618" cy="1384995"/>
              </a:xfrm>
              <a:prstGeom prst="rect">
                <a:avLst/>
              </a:prstGeom>
              <a:blipFill>
                <a:blip r:embed="rId12"/>
                <a:stretch>
                  <a:fillRect l="-8502"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988171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052422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0422621" y="5290869"/>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220183" y="3337117"/>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133789" y="5815082"/>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4663797" y="324095"/>
            <a:ext cx="7413728" cy="3779548"/>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10787153" y="615816"/>
            <a:ext cx="1069007" cy="89796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10787153" y="2033964"/>
            <a:ext cx="1069007" cy="273304"/>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10787153" y="2957491"/>
            <a:ext cx="1069007" cy="6665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10787153" y="3528954"/>
            <a:ext cx="1069007" cy="666528"/>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6">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a:t>
            </a:r>
            <a:r>
              <a:rPr lang="en-US" b="1" noProof="0" dirty="0" err="1"/>
              <a:t>Layout</a:t>
            </a:r>
            <a:r>
              <a:rPr lang="en-US" b="1" noProof="0" dirty="0" err="1">
                <a:sym typeface="Wingdings" panose="05000000000000000000" pitchFamily="2" charset="2"/>
              </a:rPr>
              <a:t>MPI</a:t>
            </a:r>
            <a:r>
              <a:rPr lang="en-US" b="1" noProof="0" dirty="0">
                <a:sym typeface="Wingdings" panose="05000000000000000000" pitchFamily="2" charset="2"/>
              </a:rPr>
              <a:t> datatype</a:t>
            </a:r>
            <a:r>
              <a:rPr lang="en-US" noProof="0" dirty="0">
                <a:sym typeface="Wingdings" panose="05000000000000000000" pitchFamily="2" charset="2"/>
              </a:rPr>
              <a:t>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018718" cy="216764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5416868" cy="2167645"/>
          </a:xfrm>
          <a:prstGeom prst="rect">
            <a:avLst/>
          </a:prstGeom>
          <a:noFill/>
        </p:spPr>
        <p:txBody>
          <a:bodyPr wrap="none">
            <a:no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339265" y="513594"/>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o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o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33607" y="3902948"/>
            <a:ext cx="3180935" cy="461665"/>
          </a:xfrm>
          <a:prstGeom prst="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424075" y="4364613"/>
            <a:ext cx="3247447" cy="539972"/>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202039" y="3185535"/>
            <a:ext cx="2188534" cy="1249567"/>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06" y="287643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55192" y="3759199"/>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6606" y="3946858"/>
            <a:ext cx="372564" cy="37256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32763" y="3031859"/>
            <a:ext cx="372564" cy="37256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66156" y="406089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01745" y="4844370"/>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308284"/>
            <a:ext cx="112501" cy="56021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418246"/>
            <a:ext cx="1793571" cy="450248"/>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40827" y="2994477"/>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7193</TotalTime>
  <Words>5794</Words>
  <Application>Microsoft Office PowerPoint</Application>
  <PresentationFormat>Widescreen</PresentationFormat>
  <Paragraphs>878</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513</cp:revision>
  <dcterms:created xsi:type="dcterms:W3CDTF">2026-08-08T18:10:38Z</dcterms:created>
  <dcterms:modified xsi:type="dcterms:W3CDTF">2026-09-03T21:55:56Z</dcterms:modified>
</cp:coreProperties>
</file>